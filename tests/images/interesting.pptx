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7" r:id="rId2"/>
    <p:sldId id="261" r:id="rId3"/>
    <p:sldId id="308" r:id="rId4"/>
    <p:sldId id="309" r:id="rId5"/>
    <p:sldId id="271" r:id="rId6"/>
    <p:sldId id="278" r:id="rId7"/>
    <p:sldId id="260" r:id="rId8"/>
    <p:sldId id="282" r:id="rId9"/>
    <p:sldId id="285" r:id="rId10"/>
    <p:sldId id="287" r:id="rId11"/>
    <p:sldId id="288" r:id="rId12"/>
    <p:sldId id="290" r:id="rId13"/>
    <p:sldId id="291" r:id="rId14"/>
    <p:sldId id="293" r:id="rId15"/>
    <p:sldId id="297" r:id="rId16"/>
    <p:sldId id="300" r:id="rId17"/>
    <p:sldId id="301" r:id="rId18"/>
    <p:sldId id="302" r:id="rId19"/>
    <p:sldId id="306" r:id="rId20"/>
    <p:sldId id="307" r:id="rId21"/>
    <p:sldId id="312" r:id="rId22"/>
    <p:sldId id="315" r:id="rId23"/>
    <p:sldId id="281" r:id="rId24"/>
    <p:sldId id="272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/>
    <p:restoredTop sz="94684"/>
  </p:normalViewPr>
  <p:slideViewPr>
    <p:cSldViewPr snapToGrid="0">
      <p:cViewPr>
        <p:scale>
          <a:sx n="114" d="100"/>
          <a:sy n="114" d="100"/>
        </p:scale>
        <p:origin x="13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B5EDA-8D43-4337-648E-432EB18F1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AF39F59-5809-56DA-7781-865BAC8B8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8FD520-E6BC-ADF1-2BE6-C7700013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87DD6A-7168-F455-EB3C-CFC84147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D7596E-51CD-AE07-0A5E-9D3C1E0C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506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46A76A-EF2D-D1CA-E87D-10A0E06B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E198AD-0FEA-AC37-54AC-95D1BDD2D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48D194-1E45-FC11-B270-D92839851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511494-2E02-8E4F-DCC9-9139AAF8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327987-4F7F-197A-7352-C4E6C69B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8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4C7825-72DE-E4CB-4A87-A546EA59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6C3DD8-600C-3B8F-3B31-4E222AB05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90F457-D869-7C9D-19D7-B3C49A97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9162EB-CD1A-97D9-54B7-D3223798B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6774FB-8B15-A4CB-0F26-8064671D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64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65A4EF-1FEF-3B42-43CB-711C5520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A5AEE8-0F57-1A19-D5AB-198E7E978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C944A5-7C10-4935-4F3A-E44B11168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6FABC2-F691-E8FA-0E6B-58C38AF3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9C8EB5-926E-D7C7-8541-EB9DBA7C1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984F9B-B0B0-A96A-4B66-DACC21C4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4437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787683-CDA1-73F5-76C9-77AFB73D7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E7EC3A-72B5-6EF9-B4DA-50AC5B569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30D1B1-6AC1-0787-B831-61D554D4A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811CEA3-A9F3-B2B7-22BE-5CD845339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457C0E9-8E5F-BA8F-F543-10CE5E603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4C2BBD3-875F-0A6F-3654-C7147536C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A5AFBFA-D9EB-83C0-C519-AF4D76CB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887B78D-4A6C-B20E-0034-8D5B5CA0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32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0EACCD-904C-A603-C593-A5FCB6AC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DC2907-8969-466D-9EC1-23B059BAD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DE366E-3729-F7DC-480D-CC2EB14A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6B6CC6D-9A95-262F-75F2-4C201971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7306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F1CB81-E7AB-621B-17F1-B42FF360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98CA9B-D90D-0F20-2201-602429BC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76510C-F248-2EBA-952C-BFA4DCC5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805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4224B-483A-5608-5A26-8B1D0E4C5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B2CE5B-CE48-9F0C-C428-CFBBE0EC2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53F7EE-841C-7991-1788-0CCD3205E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037A41-3DAA-71DF-8917-833F2EB1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818A0A-74F8-0F11-6BCF-2393F8C69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2C6AA6-E364-C563-F85C-4592D134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907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F7B54-1745-C8FE-AB6E-13579ED3F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F1A3487-C108-F345-3938-583910123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A77FCC-0559-B09A-DC96-FB4BF54B6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C19FCA-BC4B-EDA3-7E7D-45C74921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6B3748-0117-3BCF-8072-497D63DBF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791E66-6ADA-55E9-D939-7558E80A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18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9A7C7-0509-1EBE-685D-F3E0533E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1318313-2AFF-3A56-0F32-0057093E7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E468EC-85FC-041F-6C54-EC7BDFE1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8FE17B-94DC-238E-450D-BC076074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FD89FC-D54E-2F92-1C1A-CE64FFDC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663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BCA8A24-D731-788F-5F69-F1E3B200B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91E5B4-D2FE-588C-4FB0-5543BEFB5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62F103-5469-8CCD-C352-18A6893B4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B6C10D-75EB-F9E7-1F52-669FAC1C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D2E40B-752A-2334-5037-E6D5BB67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670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DB876D-9D0A-9C31-89DD-DE52F3629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A544A0-CD40-72A2-5CCC-E519C01B2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8CD8E9-F221-4182-FFF8-C93500B74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CA0E5-8C22-3349-8075-D5B5D78FC9B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6E4B50-D5DF-D9BB-8B0B-06CC0F84D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29A56D-3620-355E-A3B3-1C0B45705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EAE77-DABB-194D-8FF4-A1237F70C3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04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FAC55EF-74EB-3D21-1DD9-D692A1C19A18}"/>
              </a:ext>
            </a:extLst>
          </p:cNvPr>
          <p:cNvGrpSpPr/>
          <p:nvPr/>
        </p:nvGrpSpPr>
        <p:grpSpPr>
          <a:xfrm>
            <a:off x="726556" y="2031205"/>
            <a:ext cx="10202008" cy="4055270"/>
            <a:chOff x="2822057" y="2050255"/>
            <a:chExt cx="7022031" cy="2791238"/>
          </a:xfrm>
        </p:grpSpPr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809C6563-F50B-291E-2A29-80CB90EB0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779" y="2101092"/>
              <a:ext cx="1667703" cy="389889"/>
            </a:xfrm>
            <a:custGeom>
              <a:avLst/>
              <a:gdLst>
                <a:gd name="T0" fmla="*/ 38 w 2446"/>
                <a:gd name="T1" fmla="*/ 634 h 639"/>
                <a:gd name="T2" fmla="*/ 78 w 2446"/>
                <a:gd name="T3" fmla="*/ 569 h 639"/>
                <a:gd name="T4" fmla="*/ 114 w 2446"/>
                <a:gd name="T5" fmla="*/ 542 h 639"/>
                <a:gd name="T6" fmla="*/ 152 w 2446"/>
                <a:gd name="T7" fmla="*/ 574 h 639"/>
                <a:gd name="T8" fmla="*/ 190 w 2446"/>
                <a:gd name="T9" fmla="*/ 636 h 639"/>
                <a:gd name="T10" fmla="*/ 228 w 2446"/>
                <a:gd name="T11" fmla="*/ 593 h 639"/>
                <a:gd name="T12" fmla="*/ 267 w 2446"/>
                <a:gd name="T13" fmla="*/ 547 h 639"/>
                <a:gd name="T14" fmla="*/ 304 w 2446"/>
                <a:gd name="T15" fmla="*/ 633 h 639"/>
                <a:gd name="T16" fmla="*/ 345 w 2446"/>
                <a:gd name="T17" fmla="*/ 638 h 639"/>
                <a:gd name="T18" fmla="*/ 384 w 2446"/>
                <a:gd name="T19" fmla="*/ 639 h 639"/>
                <a:gd name="T20" fmla="*/ 423 w 2446"/>
                <a:gd name="T21" fmla="*/ 595 h 639"/>
                <a:gd name="T22" fmla="*/ 462 w 2446"/>
                <a:gd name="T23" fmla="*/ 605 h 639"/>
                <a:gd name="T24" fmla="*/ 501 w 2446"/>
                <a:gd name="T25" fmla="*/ 532 h 639"/>
                <a:gd name="T26" fmla="*/ 539 w 2446"/>
                <a:gd name="T27" fmla="*/ 589 h 639"/>
                <a:gd name="T28" fmla="*/ 579 w 2446"/>
                <a:gd name="T29" fmla="*/ 544 h 639"/>
                <a:gd name="T30" fmla="*/ 617 w 2446"/>
                <a:gd name="T31" fmla="*/ 567 h 639"/>
                <a:gd name="T32" fmla="*/ 655 w 2446"/>
                <a:gd name="T33" fmla="*/ 579 h 639"/>
                <a:gd name="T34" fmla="*/ 695 w 2446"/>
                <a:gd name="T35" fmla="*/ 588 h 639"/>
                <a:gd name="T36" fmla="*/ 733 w 2446"/>
                <a:gd name="T37" fmla="*/ 639 h 639"/>
                <a:gd name="T38" fmla="*/ 771 w 2446"/>
                <a:gd name="T39" fmla="*/ 639 h 639"/>
                <a:gd name="T40" fmla="*/ 810 w 2446"/>
                <a:gd name="T41" fmla="*/ 639 h 639"/>
                <a:gd name="T42" fmla="*/ 850 w 2446"/>
                <a:gd name="T43" fmla="*/ 639 h 639"/>
                <a:gd name="T44" fmla="*/ 888 w 2446"/>
                <a:gd name="T45" fmla="*/ 591 h 639"/>
                <a:gd name="T46" fmla="*/ 925 w 2446"/>
                <a:gd name="T47" fmla="*/ 606 h 639"/>
                <a:gd name="T48" fmla="*/ 964 w 2446"/>
                <a:gd name="T49" fmla="*/ 631 h 639"/>
                <a:gd name="T50" fmla="*/ 1003 w 2446"/>
                <a:gd name="T51" fmla="*/ 418 h 639"/>
                <a:gd name="T52" fmla="*/ 1040 w 2446"/>
                <a:gd name="T53" fmla="*/ 639 h 639"/>
                <a:gd name="T54" fmla="*/ 1080 w 2446"/>
                <a:gd name="T55" fmla="*/ 639 h 639"/>
                <a:gd name="T56" fmla="*/ 1120 w 2446"/>
                <a:gd name="T57" fmla="*/ 639 h 639"/>
                <a:gd name="T58" fmla="*/ 1158 w 2446"/>
                <a:gd name="T59" fmla="*/ 639 h 639"/>
                <a:gd name="T60" fmla="*/ 1196 w 2446"/>
                <a:gd name="T61" fmla="*/ 639 h 639"/>
                <a:gd name="T62" fmla="*/ 1235 w 2446"/>
                <a:gd name="T63" fmla="*/ 639 h 639"/>
                <a:gd name="T64" fmla="*/ 1272 w 2446"/>
                <a:gd name="T65" fmla="*/ 638 h 639"/>
                <a:gd name="T66" fmla="*/ 1310 w 2446"/>
                <a:gd name="T67" fmla="*/ 615 h 639"/>
                <a:gd name="T68" fmla="*/ 1350 w 2446"/>
                <a:gd name="T69" fmla="*/ 404 h 639"/>
                <a:gd name="T70" fmla="*/ 1388 w 2446"/>
                <a:gd name="T71" fmla="*/ 561 h 639"/>
                <a:gd name="T72" fmla="*/ 1426 w 2446"/>
                <a:gd name="T73" fmla="*/ 588 h 639"/>
                <a:gd name="T74" fmla="*/ 1465 w 2446"/>
                <a:gd name="T75" fmla="*/ 639 h 639"/>
                <a:gd name="T76" fmla="*/ 1501 w 2446"/>
                <a:gd name="T77" fmla="*/ 639 h 639"/>
                <a:gd name="T78" fmla="*/ 1540 w 2446"/>
                <a:gd name="T79" fmla="*/ 412 h 639"/>
                <a:gd name="T80" fmla="*/ 1577 w 2446"/>
                <a:gd name="T81" fmla="*/ 639 h 639"/>
                <a:gd name="T82" fmla="*/ 1615 w 2446"/>
                <a:gd name="T83" fmla="*/ 637 h 639"/>
                <a:gd name="T84" fmla="*/ 1653 w 2446"/>
                <a:gd name="T85" fmla="*/ 497 h 639"/>
                <a:gd name="T86" fmla="*/ 1692 w 2446"/>
                <a:gd name="T87" fmla="*/ 639 h 639"/>
                <a:gd name="T88" fmla="*/ 1731 w 2446"/>
                <a:gd name="T89" fmla="*/ 610 h 639"/>
                <a:gd name="T90" fmla="*/ 1769 w 2446"/>
                <a:gd name="T91" fmla="*/ 569 h 639"/>
                <a:gd name="T92" fmla="*/ 1807 w 2446"/>
                <a:gd name="T93" fmla="*/ 577 h 639"/>
                <a:gd name="T94" fmla="*/ 1846 w 2446"/>
                <a:gd name="T95" fmla="*/ 424 h 639"/>
                <a:gd name="T96" fmla="*/ 1885 w 2446"/>
                <a:gd name="T97" fmla="*/ 639 h 639"/>
                <a:gd name="T98" fmla="*/ 1924 w 2446"/>
                <a:gd name="T99" fmla="*/ 639 h 639"/>
                <a:gd name="T100" fmla="*/ 1963 w 2446"/>
                <a:gd name="T101" fmla="*/ 552 h 639"/>
                <a:gd name="T102" fmla="*/ 2004 w 2446"/>
                <a:gd name="T103" fmla="*/ 637 h 639"/>
                <a:gd name="T104" fmla="*/ 2042 w 2446"/>
                <a:gd name="T105" fmla="*/ 639 h 639"/>
                <a:gd name="T106" fmla="*/ 2080 w 2446"/>
                <a:gd name="T107" fmla="*/ 633 h 639"/>
                <a:gd name="T108" fmla="*/ 2120 w 2446"/>
                <a:gd name="T109" fmla="*/ 639 h 639"/>
                <a:gd name="T110" fmla="*/ 2156 w 2446"/>
                <a:gd name="T111" fmla="*/ 557 h 639"/>
                <a:gd name="T112" fmla="*/ 2194 w 2446"/>
                <a:gd name="T113" fmla="*/ 639 h 639"/>
                <a:gd name="T114" fmla="*/ 2232 w 2446"/>
                <a:gd name="T115" fmla="*/ 639 h 639"/>
                <a:gd name="T116" fmla="*/ 2272 w 2446"/>
                <a:gd name="T117" fmla="*/ 439 h 639"/>
                <a:gd name="T118" fmla="*/ 2311 w 2446"/>
                <a:gd name="T119" fmla="*/ 479 h 639"/>
                <a:gd name="T120" fmla="*/ 2353 w 2446"/>
                <a:gd name="T121" fmla="*/ 639 h 639"/>
                <a:gd name="T122" fmla="*/ 2391 w 2446"/>
                <a:gd name="T123" fmla="*/ 567 h 639"/>
                <a:gd name="T124" fmla="*/ 2431 w 2446"/>
                <a:gd name="T125" fmla="*/ 639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46" h="639">
                  <a:moveTo>
                    <a:pt x="0" y="639"/>
                  </a:moveTo>
                  <a:lnTo>
                    <a:pt x="0" y="639"/>
                  </a:lnTo>
                  <a:lnTo>
                    <a:pt x="0" y="588"/>
                  </a:lnTo>
                  <a:lnTo>
                    <a:pt x="2" y="633"/>
                  </a:lnTo>
                  <a:lnTo>
                    <a:pt x="2" y="633"/>
                  </a:lnTo>
                  <a:lnTo>
                    <a:pt x="4" y="630"/>
                  </a:lnTo>
                  <a:lnTo>
                    <a:pt x="4" y="639"/>
                  </a:lnTo>
                  <a:lnTo>
                    <a:pt x="4" y="633"/>
                  </a:lnTo>
                  <a:lnTo>
                    <a:pt x="4" y="633"/>
                  </a:lnTo>
                  <a:lnTo>
                    <a:pt x="5" y="639"/>
                  </a:lnTo>
                  <a:lnTo>
                    <a:pt x="6" y="560"/>
                  </a:lnTo>
                  <a:lnTo>
                    <a:pt x="6" y="560"/>
                  </a:lnTo>
                  <a:lnTo>
                    <a:pt x="7" y="498"/>
                  </a:lnTo>
                  <a:lnTo>
                    <a:pt x="7" y="639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9" y="577"/>
                  </a:lnTo>
                  <a:lnTo>
                    <a:pt x="10" y="639"/>
                  </a:lnTo>
                  <a:lnTo>
                    <a:pt x="10" y="639"/>
                  </a:lnTo>
                  <a:lnTo>
                    <a:pt x="10" y="639"/>
                  </a:lnTo>
                  <a:lnTo>
                    <a:pt x="12" y="534"/>
                  </a:lnTo>
                  <a:lnTo>
                    <a:pt x="12" y="639"/>
                  </a:lnTo>
                  <a:lnTo>
                    <a:pt x="12" y="639"/>
                  </a:lnTo>
                  <a:lnTo>
                    <a:pt x="12" y="639"/>
                  </a:lnTo>
                  <a:lnTo>
                    <a:pt x="13" y="639"/>
                  </a:lnTo>
                  <a:lnTo>
                    <a:pt x="13" y="575"/>
                  </a:lnTo>
                  <a:lnTo>
                    <a:pt x="14" y="639"/>
                  </a:lnTo>
                  <a:lnTo>
                    <a:pt x="14" y="639"/>
                  </a:lnTo>
                  <a:lnTo>
                    <a:pt x="14" y="553"/>
                  </a:lnTo>
                  <a:lnTo>
                    <a:pt x="14" y="639"/>
                  </a:lnTo>
                  <a:lnTo>
                    <a:pt x="16" y="620"/>
                  </a:lnTo>
                  <a:lnTo>
                    <a:pt x="16" y="620"/>
                  </a:lnTo>
                  <a:lnTo>
                    <a:pt x="17" y="589"/>
                  </a:lnTo>
                  <a:lnTo>
                    <a:pt x="17" y="639"/>
                  </a:lnTo>
                  <a:lnTo>
                    <a:pt x="18" y="638"/>
                  </a:lnTo>
                  <a:lnTo>
                    <a:pt x="18" y="638"/>
                  </a:lnTo>
                  <a:lnTo>
                    <a:pt x="19" y="531"/>
                  </a:lnTo>
                  <a:lnTo>
                    <a:pt x="19" y="639"/>
                  </a:lnTo>
                  <a:lnTo>
                    <a:pt x="20" y="543"/>
                  </a:lnTo>
                  <a:lnTo>
                    <a:pt x="20" y="543"/>
                  </a:lnTo>
                  <a:lnTo>
                    <a:pt x="20" y="541"/>
                  </a:lnTo>
                  <a:lnTo>
                    <a:pt x="20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3" y="489"/>
                  </a:lnTo>
                  <a:lnTo>
                    <a:pt x="23" y="639"/>
                  </a:lnTo>
                  <a:lnTo>
                    <a:pt x="24" y="634"/>
                  </a:lnTo>
                  <a:lnTo>
                    <a:pt x="24" y="634"/>
                  </a:lnTo>
                  <a:lnTo>
                    <a:pt x="25" y="605"/>
                  </a:lnTo>
                  <a:lnTo>
                    <a:pt x="25" y="639"/>
                  </a:lnTo>
                  <a:lnTo>
                    <a:pt x="26" y="608"/>
                  </a:lnTo>
                  <a:lnTo>
                    <a:pt x="26" y="608"/>
                  </a:lnTo>
                  <a:lnTo>
                    <a:pt x="26" y="639"/>
                  </a:lnTo>
                  <a:lnTo>
                    <a:pt x="28" y="595"/>
                  </a:lnTo>
                  <a:lnTo>
                    <a:pt x="28" y="624"/>
                  </a:lnTo>
                  <a:lnTo>
                    <a:pt x="28" y="624"/>
                  </a:lnTo>
                  <a:lnTo>
                    <a:pt x="29" y="639"/>
                  </a:lnTo>
                  <a:lnTo>
                    <a:pt x="29" y="510"/>
                  </a:lnTo>
                  <a:lnTo>
                    <a:pt x="30" y="637"/>
                  </a:lnTo>
                  <a:lnTo>
                    <a:pt x="30" y="637"/>
                  </a:lnTo>
                  <a:lnTo>
                    <a:pt x="31" y="528"/>
                  </a:lnTo>
                  <a:lnTo>
                    <a:pt x="31" y="639"/>
                  </a:lnTo>
                  <a:lnTo>
                    <a:pt x="32" y="633"/>
                  </a:lnTo>
                  <a:lnTo>
                    <a:pt x="32" y="633"/>
                  </a:lnTo>
                  <a:lnTo>
                    <a:pt x="32" y="595"/>
                  </a:lnTo>
                  <a:lnTo>
                    <a:pt x="33" y="639"/>
                  </a:lnTo>
                  <a:lnTo>
                    <a:pt x="34" y="609"/>
                  </a:lnTo>
                  <a:lnTo>
                    <a:pt x="34" y="609"/>
                  </a:lnTo>
                  <a:lnTo>
                    <a:pt x="35" y="639"/>
                  </a:lnTo>
                  <a:lnTo>
                    <a:pt x="36" y="495"/>
                  </a:lnTo>
                  <a:lnTo>
                    <a:pt x="36" y="495"/>
                  </a:lnTo>
                  <a:lnTo>
                    <a:pt x="37" y="472"/>
                  </a:lnTo>
                  <a:lnTo>
                    <a:pt x="38" y="639"/>
                  </a:lnTo>
                  <a:lnTo>
                    <a:pt x="38" y="634"/>
                  </a:lnTo>
                  <a:lnTo>
                    <a:pt x="38" y="634"/>
                  </a:lnTo>
                  <a:lnTo>
                    <a:pt x="39" y="583"/>
                  </a:lnTo>
                  <a:lnTo>
                    <a:pt x="40" y="639"/>
                  </a:lnTo>
                  <a:lnTo>
                    <a:pt x="40" y="639"/>
                  </a:lnTo>
                  <a:lnTo>
                    <a:pt x="40" y="639"/>
                  </a:lnTo>
                  <a:lnTo>
                    <a:pt x="40" y="639"/>
                  </a:lnTo>
                  <a:lnTo>
                    <a:pt x="42" y="516"/>
                  </a:lnTo>
                  <a:lnTo>
                    <a:pt x="42" y="514"/>
                  </a:lnTo>
                  <a:lnTo>
                    <a:pt x="43" y="440"/>
                  </a:lnTo>
                  <a:lnTo>
                    <a:pt x="44" y="639"/>
                  </a:lnTo>
                  <a:lnTo>
                    <a:pt x="44" y="639"/>
                  </a:lnTo>
                  <a:lnTo>
                    <a:pt x="44" y="639"/>
                  </a:lnTo>
                  <a:lnTo>
                    <a:pt x="45" y="604"/>
                  </a:lnTo>
                  <a:lnTo>
                    <a:pt x="45" y="639"/>
                  </a:lnTo>
                  <a:lnTo>
                    <a:pt x="46" y="637"/>
                  </a:lnTo>
                  <a:lnTo>
                    <a:pt x="46" y="637"/>
                  </a:lnTo>
                  <a:lnTo>
                    <a:pt x="47" y="639"/>
                  </a:lnTo>
                  <a:lnTo>
                    <a:pt x="48" y="535"/>
                  </a:lnTo>
                  <a:lnTo>
                    <a:pt x="48" y="586"/>
                  </a:lnTo>
                  <a:lnTo>
                    <a:pt x="48" y="589"/>
                  </a:lnTo>
                  <a:lnTo>
                    <a:pt x="49" y="453"/>
                  </a:lnTo>
                  <a:lnTo>
                    <a:pt x="49" y="639"/>
                  </a:lnTo>
                  <a:lnTo>
                    <a:pt x="50" y="639"/>
                  </a:lnTo>
                  <a:lnTo>
                    <a:pt x="50" y="639"/>
                  </a:lnTo>
                  <a:lnTo>
                    <a:pt x="51" y="593"/>
                  </a:lnTo>
                  <a:lnTo>
                    <a:pt x="52" y="639"/>
                  </a:lnTo>
                  <a:lnTo>
                    <a:pt x="52" y="630"/>
                  </a:lnTo>
                  <a:lnTo>
                    <a:pt x="52" y="630"/>
                  </a:lnTo>
                  <a:lnTo>
                    <a:pt x="52" y="639"/>
                  </a:lnTo>
                  <a:lnTo>
                    <a:pt x="53" y="569"/>
                  </a:lnTo>
                  <a:lnTo>
                    <a:pt x="54" y="631"/>
                  </a:lnTo>
                  <a:lnTo>
                    <a:pt x="54" y="631"/>
                  </a:lnTo>
                  <a:lnTo>
                    <a:pt x="55" y="506"/>
                  </a:lnTo>
                  <a:lnTo>
                    <a:pt x="56" y="639"/>
                  </a:lnTo>
                  <a:lnTo>
                    <a:pt x="56" y="556"/>
                  </a:lnTo>
                  <a:lnTo>
                    <a:pt x="56" y="553"/>
                  </a:lnTo>
                  <a:lnTo>
                    <a:pt x="56" y="496"/>
                  </a:lnTo>
                  <a:lnTo>
                    <a:pt x="56" y="639"/>
                  </a:lnTo>
                  <a:lnTo>
                    <a:pt x="58" y="619"/>
                  </a:lnTo>
                  <a:lnTo>
                    <a:pt x="58" y="619"/>
                  </a:lnTo>
                  <a:lnTo>
                    <a:pt x="59" y="576"/>
                  </a:lnTo>
                  <a:lnTo>
                    <a:pt x="60" y="639"/>
                  </a:lnTo>
                  <a:lnTo>
                    <a:pt x="60" y="632"/>
                  </a:lnTo>
                  <a:lnTo>
                    <a:pt x="60" y="632"/>
                  </a:lnTo>
                  <a:lnTo>
                    <a:pt x="60" y="639"/>
                  </a:lnTo>
                  <a:lnTo>
                    <a:pt x="62" y="578"/>
                  </a:lnTo>
                  <a:lnTo>
                    <a:pt x="62" y="577"/>
                  </a:lnTo>
                  <a:lnTo>
                    <a:pt x="62" y="576"/>
                  </a:lnTo>
                  <a:lnTo>
                    <a:pt x="63" y="639"/>
                  </a:lnTo>
                  <a:lnTo>
                    <a:pt x="64" y="626"/>
                  </a:lnTo>
                  <a:lnTo>
                    <a:pt x="64" y="626"/>
                  </a:lnTo>
                  <a:lnTo>
                    <a:pt x="64" y="639"/>
                  </a:lnTo>
                  <a:lnTo>
                    <a:pt x="66" y="529"/>
                  </a:lnTo>
                  <a:lnTo>
                    <a:pt x="66" y="529"/>
                  </a:lnTo>
                  <a:lnTo>
                    <a:pt x="68" y="498"/>
                  </a:lnTo>
                  <a:lnTo>
                    <a:pt x="68" y="562"/>
                  </a:lnTo>
                  <a:lnTo>
                    <a:pt x="68" y="567"/>
                  </a:lnTo>
                  <a:lnTo>
                    <a:pt x="70" y="484"/>
                  </a:lnTo>
                  <a:lnTo>
                    <a:pt x="70" y="639"/>
                  </a:lnTo>
                  <a:lnTo>
                    <a:pt x="70" y="639"/>
                  </a:lnTo>
                  <a:lnTo>
                    <a:pt x="70" y="639"/>
                  </a:lnTo>
                  <a:lnTo>
                    <a:pt x="71" y="595"/>
                  </a:lnTo>
                  <a:lnTo>
                    <a:pt x="72" y="639"/>
                  </a:lnTo>
                  <a:lnTo>
                    <a:pt x="72" y="639"/>
                  </a:lnTo>
                  <a:lnTo>
                    <a:pt x="72" y="639"/>
                  </a:lnTo>
                  <a:lnTo>
                    <a:pt x="73" y="589"/>
                  </a:lnTo>
                  <a:lnTo>
                    <a:pt x="73" y="639"/>
                  </a:lnTo>
                  <a:lnTo>
                    <a:pt x="74" y="639"/>
                  </a:lnTo>
                  <a:lnTo>
                    <a:pt x="74" y="639"/>
                  </a:lnTo>
                  <a:lnTo>
                    <a:pt x="75" y="534"/>
                  </a:lnTo>
                  <a:lnTo>
                    <a:pt x="75" y="639"/>
                  </a:lnTo>
                  <a:lnTo>
                    <a:pt x="76" y="627"/>
                  </a:lnTo>
                  <a:lnTo>
                    <a:pt x="76" y="627"/>
                  </a:lnTo>
                  <a:lnTo>
                    <a:pt x="78" y="569"/>
                  </a:lnTo>
                  <a:lnTo>
                    <a:pt x="78" y="639"/>
                  </a:lnTo>
                  <a:lnTo>
                    <a:pt x="78" y="639"/>
                  </a:lnTo>
                  <a:lnTo>
                    <a:pt x="78" y="639"/>
                  </a:lnTo>
                  <a:lnTo>
                    <a:pt x="78" y="639"/>
                  </a:lnTo>
                  <a:lnTo>
                    <a:pt x="79" y="506"/>
                  </a:lnTo>
                  <a:lnTo>
                    <a:pt x="80" y="548"/>
                  </a:lnTo>
                  <a:lnTo>
                    <a:pt x="80" y="548"/>
                  </a:lnTo>
                  <a:lnTo>
                    <a:pt x="80" y="545"/>
                  </a:lnTo>
                  <a:lnTo>
                    <a:pt x="81" y="639"/>
                  </a:lnTo>
                  <a:lnTo>
                    <a:pt x="82" y="546"/>
                  </a:lnTo>
                  <a:lnTo>
                    <a:pt x="82" y="546"/>
                  </a:lnTo>
                  <a:lnTo>
                    <a:pt x="82" y="533"/>
                  </a:lnTo>
                  <a:lnTo>
                    <a:pt x="82" y="639"/>
                  </a:lnTo>
                  <a:lnTo>
                    <a:pt x="84" y="589"/>
                  </a:lnTo>
                  <a:lnTo>
                    <a:pt x="84" y="591"/>
                  </a:lnTo>
                  <a:lnTo>
                    <a:pt x="84" y="458"/>
                  </a:lnTo>
                  <a:lnTo>
                    <a:pt x="86" y="639"/>
                  </a:lnTo>
                  <a:lnTo>
                    <a:pt x="86" y="611"/>
                  </a:lnTo>
                  <a:lnTo>
                    <a:pt x="86" y="611"/>
                  </a:lnTo>
                  <a:lnTo>
                    <a:pt x="88" y="562"/>
                  </a:lnTo>
                  <a:lnTo>
                    <a:pt x="88" y="639"/>
                  </a:lnTo>
                  <a:lnTo>
                    <a:pt x="88" y="599"/>
                  </a:lnTo>
                  <a:lnTo>
                    <a:pt x="88" y="599"/>
                  </a:lnTo>
                  <a:lnTo>
                    <a:pt x="88" y="639"/>
                  </a:lnTo>
                  <a:lnTo>
                    <a:pt x="90" y="472"/>
                  </a:lnTo>
                  <a:lnTo>
                    <a:pt x="90" y="638"/>
                  </a:lnTo>
                  <a:lnTo>
                    <a:pt x="90" y="638"/>
                  </a:lnTo>
                  <a:lnTo>
                    <a:pt x="90" y="639"/>
                  </a:lnTo>
                  <a:lnTo>
                    <a:pt x="91" y="494"/>
                  </a:lnTo>
                  <a:lnTo>
                    <a:pt x="92" y="616"/>
                  </a:lnTo>
                  <a:lnTo>
                    <a:pt x="92" y="616"/>
                  </a:lnTo>
                  <a:lnTo>
                    <a:pt x="92" y="606"/>
                  </a:lnTo>
                  <a:lnTo>
                    <a:pt x="93" y="639"/>
                  </a:lnTo>
                  <a:lnTo>
                    <a:pt x="94" y="625"/>
                  </a:lnTo>
                  <a:lnTo>
                    <a:pt x="94" y="625"/>
                  </a:lnTo>
                  <a:lnTo>
                    <a:pt x="94" y="639"/>
                  </a:lnTo>
                  <a:lnTo>
                    <a:pt x="96" y="547"/>
                  </a:lnTo>
                  <a:lnTo>
                    <a:pt x="96" y="603"/>
                  </a:lnTo>
                  <a:lnTo>
                    <a:pt x="96" y="603"/>
                  </a:lnTo>
                  <a:lnTo>
                    <a:pt x="97" y="467"/>
                  </a:lnTo>
                  <a:lnTo>
                    <a:pt x="98" y="639"/>
                  </a:lnTo>
                  <a:lnTo>
                    <a:pt x="98" y="608"/>
                  </a:lnTo>
                  <a:lnTo>
                    <a:pt x="98" y="608"/>
                  </a:lnTo>
                  <a:lnTo>
                    <a:pt x="100" y="569"/>
                  </a:lnTo>
                  <a:lnTo>
                    <a:pt x="100" y="639"/>
                  </a:lnTo>
                  <a:lnTo>
                    <a:pt x="100" y="630"/>
                  </a:lnTo>
                  <a:lnTo>
                    <a:pt x="100" y="630"/>
                  </a:lnTo>
                  <a:lnTo>
                    <a:pt x="102" y="639"/>
                  </a:lnTo>
                  <a:lnTo>
                    <a:pt x="102" y="533"/>
                  </a:lnTo>
                  <a:lnTo>
                    <a:pt x="102" y="638"/>
                  </a:lnTo>
                  <a:lnTo>
                    <a:pt x="102" y="638"/>
                  </a:lnTo>
                  <a:lnTo>
                    <a:pt x="103" y="639"/>
                  </a:lnTo>
                  <a:lnTo>
                    <a:pt x="103" y="449"/>
                  </a:lnTo>
                  <a:lnTo>
                    <a:pt x="104" y="618"/>
                  </a:lnTo>
                  <a:lnTo>
                    <a:pt x="104" y="617"/>
                  </a:lnTo>
                  <a:lnTo>
                    <a:pt x="106" y="529"/>
                  </a:lnTo>
                  <a:lnTo>
                    <a:pt x="106" y="639"/>
                  </a:lnTo>
                  <a:lnTo>
                    <a:pt x="106" y="639"/>
                  </a:lnTo>
                  <a:lnTo>
                    <a:pt x="106" y="639"/>
                  </a:lnTo>
                  <a:lnTo>
                    <a:pt x="106" y="639"/>
                  </a:lnTo>
                  <a:lnTo>
                    <a:pt x="108" y="545"/>
                  </a:lnTo>
                  <a:lnTo>
                    <a:pt x="108" y="545"/>
                  </a:lnTo>
                  <a:lnTo>
                    <a:pt x="108" y="436"/>
                  </a:lnTo>
                  <a:lnTo>
                    <a:pt x="108" y="639"/>
                  </a:lnTo>
                  <a:lnTo>
                    <a:pt x="110" y="611"/>
                  </a:lnTo>
                  <a:lnTo>
                    <a:pt x="110" y="611"/>
                  </a:lnTo>
                  <a:lnTo>
                    <a:pt x="111" y="540"/>
                  </a:lnTo>
                  <a:lnTo>
                    <a:pt x="111" y="639"/>
                  </a:lnTo>
                  <a:lnTo>
                    <a:pt x="112" y="616"/>
                  </a:lnTo>
                  <a:lnTo>
                    <a:pt x="112" y="616"/>
                  </a:lnTo>
                  <a:lnTo>
                    <a:pt x="114" y="535"/>
                  </a:lnTo>
                  <a:lnTo>
                    <a:pt x="114" y="639"/>
                  </a:lnTo>
                  <a:lnTo>
                    <a:pt x="114" y="542"/>
                  </a:lnTo>
                  <a:lnTo>
                    <a:pt x="114" y="542"/>
                  </a:lnTo>
                  <a:lnTo>
                    <a:pt x="115" y="639"/>
                  </a:lnTo>
                  <a:lnTo>
                    <a:pt x="115" y="451"/>
                  </a:lnTo>
                  <a:lnTo>
                    <a:pt x="116" y="637"/>
                  </a:lnTo>
                  <a:lnTo>
                    <a:pt x="116" y="637"/>
                  </a:lnTo>
                  <a:lnTo>
                    <a:pt x="117" y="639"/>
                  </a:lnTo>
                  <a:lnTo>
                    <a:pt x="118" y="581"/>
                  </a:lnTo>
                  <a:lnTo>
                    <a:pt x="118" y="638"/>
                  </a:lnTo>
                  <a:lnTo>
                    <a:pt x="118" y="639"/>
                  </a:lnTo>
                  <a:lnTo>
                    <a:pt x="119" y="484"/>
                  </a:lnTo>
                  <a:lnTo>
                    <a:pt x="120" y="639"/>
                  </a:lnTo>
                  <a:lnTo>
                    <a:pt x="120" y="638"/>
                  </a:lnTo>
                  <a:lnTo>
                    <a:pt x="120" y="638"/>
                  </a:lnTo>
                  <a:lnTo>
                    <a:pt x="121" y="582"/>
                  </a:lnTo>
                  <a:lnTo>
                    <a:pt x="122" y="639"/>
                  </a:lnTo>
                  <a:lnTo>
                    <a:pt x="122" y="633"/>
                  </a:lnTo>
                  <a:lnTo>
                    <a:pt x="122" y="633"/>
                  </a:lnTo>
                  <a:lnTo>
                    <a:pt x="123" y="456"/>
                  </a:lnTo>
                  <a:lnTo>
                    <a:pt x="123" y="639"/>
                  </a:lnTo>
                  <a:lnTo>
                    <a:pt x="124" y="573"/>
                  </a:lnTo>
                  <a:lnTo>
                    <a:pt x="124" y="573"/>
                  </a:lnTo>
                  <a:lnTo>
                    <a:pt x="126" y="639"/>
                  </a:lnTo>
                  <a:lnTo>
                    <a:pt x="126" y="455"/>
                  </a:lnTo>
                  <a:lnTo>
                    <a:pt x="126" y="639"/>
                  </a:lnTo>
                  <a:lnTo>
                    <a:pt x="126" y="639"/>
                  </a:lnTo>
                  <a:lnTo>
                    <a:pt x="128" y="600"/>
                  </a:lnTo>
                  <a:lnTo>
                    <a:pt x="128" y="639"/>
                  </a:lnTo>
                  <a:lnTo>
                    <a:pt x="128" y="639"/>
                  </a:lnTo>
                  <a:lnTo>
                    <a:pt x="128" y="639"/>
                  </a:lnTo>
                  <a:lnTo>
                    <a:pt x="128" y="639"/>
                  </a:lnTo>
                  <a:lnTo>
                    <a:pt x="130" y="515"/>
                  </a:lnTo>
                  <a:lnTo>
                    <a:pt x="130" y="515"/>
                  </a:lnTo>
                  <a:lnTo>
                    <a:pt x="130" y="639"/>
                  </a:lnTo>
                  <a:lnTo>
                    <a:pt x="131" y="459"/>
                  </a:lnTo>
                  <a:lnTo>
                    <a:pt x="132" y="592"/>
                  </a:lnTo>
                  <a:lnTo>
                    <a:pt x="132" y="592"/>
                  </a:lnTo>
                  <a:lnTo>
                    <a:pt x="134" y="585"/>
                  </a:lnTo>
                  <a:lnTo>
                    <a:pt x="134" y="639"/>
                  </a:lnTo>
                  <a:lnTo>
                    <a:pt x="134" y="639"/>
                  </a:lnTo>
                  <a:lnTo>
                    <a:pt x="134" y="639"/>
                  </a:lnTo>
                  <a:lnTo>
                    <a:pt x="135" y="639"/>
                  </a:lnTo>
                  <a:lnTo>
                    <a:pt x="136" y="561"/>
                  </a:lnTo>
                  <a:lnTo>
                    <a:pt x="136" y="612"/>
                  </a:lnTo>
                  <a:lnTo>
                    <a:pt x="136" y="613"/>
                  </a:lnTo>
                  <a:lnTo>
                    <a:pt x="137" y="453"/>
                  </a:lnTo>
                  <a:lnTo>
                    <a:pt x="137" y="639"/>
                  </a:lnTo>
                  <a:lnTo>
                    <a:pt x="138" y="623"/>
                  </a:lnTo>
                  <a:lnTo>
                    <a:pt x="138" y="622"/>
                  </a:lnTo>
                  <a:lnTo>
                    <a:pt x="140" y="639"/>
                  </a:lnTo>
                  <a:lnTo>
                    <a:pt x="140" y="599"/>
                  </a:lnTo>
                  <a:lnTo>
                    <a:pt x="140" y="599"/>
                  </a:lnTo>
                  <a:lnTo>
                    <a:pt x="141" y="571"/>
                  </a:lnTo>
                  <a:lnTo>
                    <a:pt x="141" y="639"/>
                  </a:lnTo>
                  <a:lnTo>
                    <a:pt x="142" y="600"/>
                  </a:lnTo>
                  <a:lnTo>
                    <a:pt x="142" y="600"/>
                  </a:lnTo>
                  <a:lnTo>
                    <a:pt x="143" y="639"/>
                  </a:lnTo>
                  <a:lnTo>
                    <a:pt x="144" y="501"/>
                  </a:lnTo>
                  <a:lnTo>
                    <a:pt x="144" y="633"/>
                  </a:lnTo>
                  <a:lnTo>
                    <a:pt x="144" y="633"/>
                  </a:lnTo>
                  <a:lnTo>
                    <a:pt x="144" y="639"/>
                  </a:lnTo>
                  <a:lnTo>
                    <a:pt x="145" y="523"/>
                  </a:lnTo>
                  <a:lnTo>
                    <a:pt x="146" y="639"/>
                  </a:lnTo>
                  <a:lnTo>
                    <a:pt x="146" y="639"/>
                  </a:lnTo>
                  <a:lnTo>
                    <a:pt x="147" y="547"/>
                  </a:lnTo>
                  <a:lnTo>
                    <a:pt x="148" y="639"/>
                  </a:lnTo>
                  <a:lnTo>
                    <a:pt x="148" y="616"/>
                  </a:lnTo>
                  <a:lnTo>
                    <a:pt x="148" y="616"/>
                  </a:lnTo>
                  <a:lnTo>
                    <a:pt x="150" y="443"/>
                  </a:lnTo>
                  <a:lnTo>
                    <a:pt x="150" y="639"/>
                  </a:lnTo>
                  <a:lnTo>
                    <a:pt x="150" y="633"/>
                  </a:lnTo>
                  <a:lnTo>
                    <a:pt x="150" y="633"/>
                  </a:lnTo>
                  <a:lnTo>
                    <a:pt x="151" y="479"/>
                  </a:lnTo>
                  <a:lnTo>
                    <a:pt x="151" y="639"/>
                  </a:lnTo>
                  <a:lnTo>
                    <a:pt x="152" y="574"/>
                  </a:lnTo>
                  <a:lnTo>
                    <a:pt x="152" y="574"/>
                  </a:lnTo>
                  <a:lnTo>
                    <a:pt x="152" y="566"/>
                  </a:lnTo>
                  <a:lnTo>
                    <a:pt x="154" y="639"/>
                  </a:lnTo>
                  <a:lnTo>
                    <a:pt x="154" y="618"/>
                  </a:lnTo>
                  <a:lnTo>
                    <a:pt x="154" y="618"/>
                  </a:lnTo>
                  <a:lnTo>
                    <a:pt x="155" y="639"/>
                  </a:lnTo>
                  <a:lnTo>
                    <a:pt x="156" y="527"/>
                  </a:lnTo>
                  <a:lnTo>
                    <a:pt x="156" y="617"/>
                  </a:lnTo>
                  <a:lnTo>
                    <a:pt x="156" y="617"/>
                  </a:lnTo>
                  <a:lnTo>
                    <a:pt x="157" y="521"/>
                  </a:lnTo>
                  <a:lnTo>
                    <a:pt x="157" y="639"/>
                  </a:lnTo>
                  <a:lnTo>
                    <a:pt x="158" y="613"/>
                  </a:lnTo>
                  <a:lnTo>
                    <a:pt x="158" y="613"/>
                  </a:lnTo>
                  <a:lnTo>
                    <a:pt x="160" y="588"/>
                  </a:lnTo>
                  <a:lnTo>
                    <a:pt x="160" y="639"/>
                  </a:lnTo>
                  <a:lnTo>
                    <a:pt x="160" y="622"/>
                  </a:lnTo>
                  <a:lnTo>
                    <a:pt x="160" y="621"/>
                  </a:lnTo>
                  <a:lnTo>
                    <a:pt x="161" y="435"/>
                  </a:lnTo>
                  <a:lnTo>
                    <a:pt x="161" y="639"/>
                  </a:lnTo>
                  <a:lnTo>
                    <a:pt x="162" y="465"/>
                  </a:lnTo>
                  <a:lnTo>
                    <a:pt x="162" y="465"/>
                  </a:lnTo>
                  <a:lnTo>
                    <a:pt x="162" y="464"/>
                  </a:lnTo>
                  <a:lnTo>
                    <a:pt x="164" y="639"/>
                  </a:lnTo>
                  <a:lnTo>
                    <a:pt x="164" y="639"/>
                  </a:lnTo>
                  <a:lnTo>
                    <a:pt x="164" y="639"/>
                  </a:lnTo>
                  <a:lnTo>
                    <a:pt x="164" y="639"/>
                  </a:lnTo>
                  <a:lnTo>
                    <a:pt x="166" y="518"/>
                  </a:lnTo>
                  <a:lnTo>
                    <a:pt x="166" y="518"/>
                  </a:lnTo>
                  <a:lnTo>
                    <a:pt x="168" y="492"/>
                  </a:lnTo>
                  <a:lnTo>
                    <a:pt x="168" y="639"/>
                  </a:lnTo>
                  <a:lnTo>
                    <a:pt x="168" y="623"/>
                  </a:lnTo>
                  <a:lnTo>
                    <a:pt x="168" y="624"/>
                  </a:lnTo>
                  <a:lnTo>
                    <a:pt x="169" y="639"/>
                  </a:lnTo>
                  <a:lnTo>
                    <a:pt x="170" y="598"/>
                  </a:lnTo>
                  <a:lnTo>
                    <a:pt x="170" y="601"/>
                  </a:lnTo>
                  <a:lnTo>
                    <a:pt x="170" y="601"/>
                  </a:lnTo>
                  <a:lnTo>
                    <a:pt x="172" y="474"/>
                  </a:lnTo>
                  <a:lnTo>
                    <a:pt x="172" y="639"/>
                  </a:lnTo>
                  <a:lnTo>
                    <a:pt x="172" y="632"/>
                  </a:lnTo>
                  <a:lnTo>
                    <a:pt x="172" y="632"/>
                  </a:lnTo>
                  <a:lnTo>
                    <a:pt x="173" y="598"/>
                  </a:lnTo>
                  <a:lnTo>
                    <a:pt x="173" y="639"/>
                  </a:lnTo>
                  <a:lnTo>
                    <a:pt x="174" y="628"/>
                  </a:lnTo>
                  <a:lnTo>
                    <a:pt x="174" y="628"/>
                  </a:lnTo>
                  <a:lnTo>
                    <a:pt x="176" y="601"/>
                  </a:lnTo>
                  <a:lnTo>
                    <a:pt x="176" y="639"/>
                  </a:lnTo>
                  <a:lnTo>
                    <a:pt x="176" y="639"/>
                  </a:lnTo>
                  <a:lnTo>
                    <a:pt x="176" y="639"/>
                  </a:lnTo>
                  <a:lnTo>
                    <a:pt x="177" y="639"/>
                  </a:lnTo>
                  <a:lnTo>
                    <a:pt x="178" y="544"/>
                  </a:lnTo>
                  <a:lnTo>
                    <a:pt x="178" y="639"/>
                  </a:lnTo>
                  <a:lnTo>
                    <a:pt x="178" y="639"/>
                  </a:lnTo>
                  <a:lnTo>
                    <a:pt x="179" y="485"/>
                  </a:lnTo>
                  <a:lnTo>
                    <a:pt x="179" y="639"/>
                  </a:lnTo>
                  <a:lnTo>
                    <a:pt x="180" y="592"/>
                  </a:lnTo>
                  <a:lnTo>
                    <a:pt x="180" y="592"/>
                  </a:lnTo>
                  <a:lnTo>
                    <a:pt x="180" y="580"/>
                  </a:lnTo>
                  <a:lnTo>
                    <a:pt x="180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4" y="548"/>
                  </a:lnTo>
                  <a:lnTo>
                    <a:pt x="184" y="605"/>
                  </a:lnTo>
                  <a:lnTo>
                    <a:pt x="184" y="605"/>
                  </a:lnTo>
                  <a:lnTo>
                    <a:pt x="185" y="639"/>
                  </a:lnTo>
                  <a:lnTo>
                    <a:pt x="186" y="436"/>
                  </a:lnTo>
                  <a:lnTo>
                    <a:pt x="186" y="619"/>
                  </a:lnTo>
                  <a:lnTo>
                    <a:pt x="186" y="619"/>
                  </a:lnTo>
                  <a:lnTo>
                    <a:pt x="187" y="639"/>
                  </a:lnTo>
                  <a:lnTo>
                    <a:pt x="187" y="566"/>
                  </a:lnTo>
                  <a:lnTo>
                    <a:pt x="188" y="625"/>
                  </a:lnTo>
                  <a:lnTo>
                    <a:pt x="188" y="626"/>
                  </a:lnTo>
                  <a:lnTo>
                    <a:pt x="190" y="524"/>
                  </a:lnTo>
                  <a:lnTo>
                    <a:pt x="190" y="639"/>
                  </a:lnTo>
                  <a:lnTo>
                    <a:pt x="190" y="636"/>
                  </a:lnTo>
                  <a:lnTo>
                    <a:pt x="190" y="636"/>
                  </a:lnTo>
                  <a:lnTo>
                    <a:pt x="191" y="477"/>
                  </a:lnTo>
                  <a:lnTo>
                    <a:pt x="191" y="639"/>
                  </a:lnTo>
                  <a:lnTo>
                    <a:pt x="192" y="639"/>
                  </a:lnTo>
                  <a:lnTo>
                    <a:pt x="192" y="639"/>
                  </a:lnTo>
                  <a:lnTo>
                    <a:pt x="193" y="639"/>
                  </a:lnTo>
                  <a:lnTo>
                    <a:pt x="194" y="561"/>
                  </a:lnTo>
                  <a:lnTo>
                    <a:pt x="194" y="561"/>
                  </a:lnTo>
                  <a:lnTo>
                    <a:pt x="196" y="453"/>
                  </a:lnTo>
                  <a:lnTo>
                    <a:pt x="196" y="639"/>
                  </a:lnTo>
                  <a:lnTo>
                    <a:pt x="196" y="612"/>
                  </a:lnTo>
                  <a:lnTo>
                    <a:pt x="196" y="612"/>
                  </a:lnTo>
                  <a:lnTo>
                    <a:pt x="197" y="639"/>
                  </a:lnTo>
                  <a:lnTo>
                    <a:pt x="198" y="574"/>
                  </a:lnTo>
                  <a:lnTo>
                    <a:pt x="198" y="639"/>
                  </a:lnTo>
                  <a:lnTo>
                    <a:pt x="198" y="639"/>
                  </a:lnTo>
                  <a:lnTo>
                    <a:pt x="199" y="639"/>
                  </a:lnTo>
                  <a:lnTo>
                    <a:pt x="200" y="586"/>
                  </a:lnTo>
                  <a:lnTo>
                    <a:pt x="200" y="586"/>
                  </a:lnTo>
                  <a:lnTo>
                    <a:pt x="202" y="553"/>
                  </a:lnTo>
                  <a:lnTo>
                    <a:pt x="202" y="639"/>
                  </a:lnTo>
                  <a:lnTo>
                    <a:pt x="202" y="639"/>
                  </a:lnTo>
                  <a:lnTo>
                    <a:pt x="202" y="639"/>
                  </a:lnTo>
                  <a:lnTo>
                    <a:pt x="203" y="486"/>
                  </a:lnTo>
                  <a:lnTo>
                    <a:pt x="203" y="639"/>
                  </a:lnTo>
                  <a:lnTo>
                    <a:pt x="204" y="634"/>
                  </a:lnTo>
                  <a:lnTo>
                    <a:pt x="204" y="634"/>
                  </a:lnTo>
                  <a:lnTo>
                    <a:pt x="205" y="639"/>
                  </a:lnTo>
                  <a:lnTo>
                    <a:pt x="206" y="559"/>
                  </a:lnTo>
                  <a:lnTo>
                    <a:pt x="206" y="594"/>
                  </a:lnTo>
                  <a:lnTo>
                    <a:pt x="206" y="596"/>
                  </a:lnTo>
                  <a:lnTo>
                    <a:pt x="206" y="639"/>
                  </a:lnTo>
                  <a:lnTo>
                    <a:pt x="208" y="546"/>
                  </a:lnTo>
                  <a:lnTo>
                    <a:pt x="208" y="612"/>
                  </a:lnTo>
                  <a:lnTo>
                    <a:pt x="208" y="611"/>
                  </a:lnTo>
                  <a:lnTo>
                    <a:pt x="209" y="536"/>
                  </a:lnTo>
                  <a:lnTo>
                    <a:pt x="209" y="639"/>
                  </a:lnTo>
                  <a:lnTo>
                    <a:pt x="210" y="639"/>
                  </a:lnTo>
                  <a:lnTo>
                    <a:pt x="210" y="639"/>
                  </a:lnTo>
                  <a:lnTo>
                    <a:pt x="211" y="639"/>
                  </a:lnTo>
                  <a:lnTo>
                    <a:pt x="212" y="586"/>
                  </a:lnTo>
                  <a:lnTo>
                    <a:pt x="212" y="592"/>
                  </a:lnTo>
                  <a:lnTo>
                    <a:pt x="212" y="592"/>
                  </a:lnTo>
                  <a:lnTo>
                    <a:pt x="213" y="639"/>
                  </a:lnTo>
                  <a:lnTo>
                    <a:pt x="213" y="547"/>
                  </a:lnTo>
                  <a:lnTo>
                    <a:pt x="214" y="639"/>
                  </a:lnTo>
                  <a:lnTo>
                    <a:pt x="214" y="639"/>
                  </a:lnTo>
                  <a:lnTo>
                    <a:pt x="215" y="528"/>
                  </a:lnTo>
                  <a:lnTo>
                    <a:pt x="215" y="639"/>
                  </a:lnTo>
                  <a:lnTo>
                    <a:pt x="216" y="639"/>
                  </a:lnTo>
                  <a:lnTo>
                    <a:pt x="216" y="639"/>
                  </a:lnTo>
                  <a:lnTo>
                    <a:pt x="217" y="639"/>
                  </a:lnTo>
                  <a:lnTo>
                    <a:pt x="218" y="547"/>
                  </a:lnTo>
                  <a:lnTo>
                    <a:pt x="218" y="587"/>
                  </a:lnTo>
                  <a:lnTo>
                    <a:pt x="218" y="587"/>
                  </a:lnTo>
                  <a:lnTo>
                    <a:pt x="220" y="449"/>
                  </a:lnTo>
                  <a:lnTo>
                    <a:pt x="220" y="639"/>
                  </a:lnTo>
                  <a:lnTo>
                    <a:pt x="220" y="628"/>
                  </a:lnTo>
                  <a:lnTo>
                    <a:pt x="220" y="627"/>
                  </a:lnTo>
                  <a:lnTo>
                    <a:pt x="222" y="576"/>
                  </a:lnTo>
                  <a:lnTo>
                    <a:pt x="222" y="639"/>
                  </a:lnTo>
                  <a:lnTo>
                    <a:pt x="222" y="635"/>
                  </a:lnTo>
                  <a:lnTo>
                    <a:pt x="222" y="635"/>
                  </a:lnTo>
                  <a:lnTo>
                    <a:pt x="223" y="639"/>
                  </a:lnTo>
                  <a:lnTo>
                    <a:pt x="224" y="550"/>
                  </a:lnTo>
                  <a:lnTo>
                    <a:pt x="224" y="622"/>
                  </a:lnTo>
                  <a:lnTo>
                    <a:pt x="224" y="622"/>
                  </a:lnTo>
                  <a:lnTo>
                    <a:pt x="225" y="548"/>
                  </a:lnTo>
                  <a:lnTo>
                    <a:pt x="226" y="639"/>
                  </a:lnTo>
                  <a:lnTo>
                    <a:pt x="226" y="615"/>
                  </a:lnTo>
                  <a:lnTo>
                    <a:pt x="226" y="615"/>
                  </a:lnTo>
                  <a:lnTo>
                    <a:pt x="227" y="537"/>
                  </a:lnTo>
                  <a:lnTo>
                    <a:pt x="228" y="639"/>
                  </a:lnTo>
                  <a:lnTo>
                    <a:pt x="228" y="593"/>
                  </a:lnTo>
                  <a:lnTo>
                    <a:pt x="228" y="593"/>
                  </a:lnTo>
                  <a:lnTo>
                    <a:pt x="229" y="639"/>
                  </a:lnTo>
                  <a:lnTo>
                    <a:pt x="229" y="589"/>
                  </a:lnTo>
                  <a:lnTo>
                    <a:pt x="230" y="598"/>
                  </a:lnTo>
                  <a:lnTo>
                    <a:pt x="230" y="598"/>
                  </a:lnTo>
                  <a:lnTo>
                    <a:pt x="231" y="561"/>
                  </a:lnTo>
                  <a:lnTo>
                    <a:pt x="231" y="639"/>
                  </a:lnTo>
                  <a:lnTo>
                    <a:pt x="232" y="639"/>
                  </a:lnTo>
                  <a:lnTo>
                    <a:pt x="232" y="639"/>
                  </a:lnTo>
                  <a:lnTo>
                    <a:pt x="233" y="639"/>
                  </a:lnTo>
                  <a:lnTo>
                    <a:pt x="234" y="570"/>
                  </a:lnTo>
                  <a:lnTo>
                    <a:pt x="234" y="637"/>
                  </a:lnTo>
                  <a:lnTo>
                    <a:pt x="234" y="637"/>
                  </a:lnTo>
                  <a:lnTo>
                    <a:pt x="235" y="492"/>
                  </a:lnTo>
                  <a:lnTo>
                    <a:pt x="235" y="639"/>
                  </a:lnTo>
                  <a:lnTo>
                    <a:pt x="236" y="638"/>
                  </a:lnTo>
                  <a:lnTo>
                    <a:pt x="236" y="638"/>
                  </a:lnTo>
                  <a:lnTo>
                    <a:pt x="237" y="560"/>
                  </a:lnTo>
                  <a:lnTo>
                    <a:pt x="238" y="639"/>
                  </a:lnTo>
                  <a:lnTo>
                    <a:pt x="238" y="622"/>
                  </a:lnTo>
                  <a:lnTo>
                    <a:pt x="238" y="622"/>
                  </a:lnTo>
                  <a:lnTo>
                    <a:pt x="238" y="639"/>
                  </a:lnTo>
                  <a:lnTo>
                    <a:pt x="239" y="572"/>
                  </a:lnTo>
                  <a:lnTo>
                    <a:pt x="240" y="573"/>
                  </a:lnTo>
                  <a:lnTo>
                    <a:pt x="240" y="573"/>
                  </a:lnTo>
                  <a:lnTo>
                    <a:pt x="241" y="530"/>
                  </a:lnTo>
                  <a:lnTo>
                    <a:pt x="242" y="639"/>
                  </a:lnTo>
                  <a:lnTo>
                    <a:pt x="242" y="604"/>
                  </a:lnTo>
                  <a:lnTo>
                    <a:pt x="242" y="604"/>
                  </a:lnTo>
                  <a:lnTo>
                    <a:pt x="244" y="639"/>
                  </a:lnTo>
                  <a:lnTo>
                    <a:pt x="244" y="586"/>
                  </a:lnTo>
                  <a:lnTo>
                    <a:pt x="244" y="586"/>
                  </a:lnTo>
                  <a:lnTo>
                    <a:pt x="244" y="639"/>
                  </a:lnTo>
                  <a:lnTo>
                    <a:pt x="246" y="566"/>
                  </a:lnTo>
                  <a:lnTo>
                    <a:pt x="246" y="579"/>
                  </a:lnTo>
                  <a:lnTo>
                    <a:pt x="246" y="579"/>
                  </a:lnTo>
                  <a:lnTo>
                    <a:pt x="247" y="639"/>
                  </a:lnTo>
                  <a:lnTo>
                    <a:pt x="247" y="531"/>
                  </a:lnTo>
                  <a:lnTo>
                    <a:pt x="248" y="633"/>
                  </a:lnTo>
                  <a:lnTo>
                    <a:pt x="248" y="634"/>
                  </a:lnTo>
                  <a:lnTo>
                    <a:pt x="249" y="598"/>
                  </a:lnTo>
                  <a:lnTo>
                    <a:pt x="250" y="639"/>
                  </a:lnTo>
                  <a:lnTo>
                    <a:pt x="250" y="636"/>
                  </a:lnTo>
                  <a:lnTo>
                    <a:pt x="250" y="636"/>
                  </a:lnTo>
                  <a:lnTo>
                    <a:pt x="251" y="514"/>
                  </a:lnTo>
                  <a:lnTo>
                    <a:pt x="251" y="639"/>
                  </a:lnTo>
                  <a:lnTo>
                    <a:pt x="252" y="599"/>
                  </a:lnTo>
                  <a:lnTo>
                    <a:pt x="252" y="599"/>
                  </a:lnTo>
                  <a:lnTo>
                    <a:pt x="253" y="639"/>
                  </a:lnTo>
                  <a:lnTo>
                    <a:pt x="253" y="536"/>
                  </a:lnTo>
                  <a:lnTo>
                    <a:pt x="255" y="638"/>
                  </a:lnTo>
                  <a:lnTo>
                    <a:pt x="255" y="638"/>
                  </a:lnTo>
                  <a:lnTo>
                    <a:pt x="255" y="639"/>
                  </a:lnTo>
                  <a:lnTo>
                    <a:pt x="256" y="613"/>
                  </a:lnTo>
                  <a:lnTo>
                    <a:pt x="256" y="626"/>
                  </a:lnTo>
                  <a:lnTo>
                    <a:pt x="256" y="627"/>
                  </a:lnTo>
                  <a:lnTo>
                    <a:pt x="256" y="639"/>
                  </a:lnTo>
                  <a:lnTo>
                    <a:pt x="258" y="545"/>
                  </a:lnTo>
                  <a:lnTo>
                    <a:pt x="258" y="544"/>
                  </a:lnTo>
                  <a:lnTo>
                    <a:pt x="260" y="450"/>
                  </a:lnTo>
                  <a:lnTo>
                    <a:pt x="260" y="639"/>
                  </a:lnTo>
                  <a:lnTo>
                    <a:pt x="261" y="624"/>
                  </a:lnTo>
                  <a:lnTo>
                    <a:pt x="261" y="627"/>
                  </a:lnTo>
                  <a:lnTo>
                    <a:pt x="261" y="639"/>
                  </a:lnTo>
                  <a:lnTo>
                    <a:pt x="262" y="577"/>
                  </a:lnTo>
                  <a:lnTo>
                    <a:pt x="262" y="626"/>
                  </a:lnTo>
                  <a:lnTo>
                    <a:pt x="262" y="625"/>
                  </a:lnTo>
                  <a:lnTo>
                    <a:pt x="264" y="541"/>
                  </a:lnTo>
                  <a:lnTo>
                    <a:pt x="264" y="639"/>
                  </a:lnTo>
                  <a:lnTo>
                    <a:pt x="264" y="565"/>
                  </a:lnTo>
                  <a:lnTo>
                    <a:pt x="264" y="565"/>
                  </a:lnTo>
                  <a:lnTo>
                    <a:pt x="265" y="639"/>
                  </a:lnTo>
                  <a:lnTo>
                    <a:pt x="267" y="547"/>
                  </a:lnTo>
                  <a:lnTo>
                    <a:pt x="267" y="547"/>
                  </a:lnTo>
                  <a:lnTo>
                    <a:pt x="267" y="547"/>
                  </a:lnTo>
                  <a:lnTo>
                    <a:pt x="268" y="639"/>
                  </a:lnTo>
                  <a:lnTo>
                    <a:pt x="268" y="639"/>
                  </a:lnTo>
                  <a:lnTo>
                    <a:pt x="268" y="639"/>
                  </a:lnTo>
                  <a:lnTo>
                    <a:pt x="270" y="639"/>
                  </a:lnTo>
                  <a:lnTo>
                    <a:pt x="270" y="555"/>
                  </a:lnTo>
                  <a:lnTo>
                    <a:pt x="270" y="633"/>
                  </a:lnTo>
                  <a:lnTo>
                    <a:pt x="270" y="633"/>
                  </a:lnTo>
                  <a:lnTo>
                    <a:pt x="272" y="507"/>
                  </a:lnTo>
                  <a:lnTo>
                    <a:pt x="272" y="639"/>
                  </a:lnTo>
                  <a:lnTo>
                    <a:pt x="273" y="600"/>
                  </a:lnTo>
                  <a:lnTo>
                    <a:pt x="273" y="600"/>
                  </a:lnTo>
                  <a:lnTo>
                    <a:pt x="273" y="572"/>
                  </a:lnTo>
                  <a:lnTo>
                    <a:pt x="274" y="639"/>
                  </a:lnTo>
                  <a:lnTo>
                    <a:pt x="274" y="591"/>
                  </a:lnTo>
                  <a:lnTo>
                    <a:pt x="274" y="590"/>
                  </a:lnTo>
                  <a:lnTo>
                    <a:pt x="274" y="639"/>
                  </a:lnTo>
                  <a:lnTo>
                    <a:pt x="276" y="540"/>
                  </a:lnTo>
                  <a:lnTo>
                    <a:pt x="276" y="639"/>
                  </a:lnTo>
                  <a:lnTo>
                    <a:pt x="276" y="639"/>
                  </a:lnTo>
                  <a:lnTo>
                    <a:pt x="277" y="639"/>
                  </a:lnTo>
                  <a:lnTo>
                    <a:pt x="278" y="529"/>
                  </a:lnTo>
                  <a:lnTo>
                    <a:pt x="279" y="639"/>
                  </a:lnTo>
                  <a:lnTo>
                    <a:pt x="279" y="639"/>
                  </a:lnTo>
                  <a:lnTo>
                    <a:pt x="279" y="510"/>
                  </a:lnTo>
                  <a:lnTo>
                    <a:pt x="279" y="639"/>
                  </a:lnTo>
                  <a:lnTo>
                    <a:pt x="280" y="639"/>
                  </a:lnTo>
                  <a:lnTo>
                    <a:pt x="280" y="639"/>
                  </a:lnTo>
                  <a:lnTo>
                    <a:pt x="282" y="639"/>
                  </a:lnTo>
                  <a:lnTo>
                    <a:pt x="282" y="597"/>
                  </a:lnTo>
                  <a:lnTo>
                    <a:pt x="282" y="629"/>
                  </a:lnTo>
                  <a:lnTo>
                    <a:pt x="282" y="629"/>
                  </a:lnTo>
                  <a:lnTo>
                    <a:pt x="284" y="482"/>
                  </a:lnTo>
                  <a:lnTo>
                    <a:pt x="284" y="639"/>
                  </a:lnTo>
                  <a:lnTo>
                    <a:pt x="285" y="612"/>
                  </a:lnTo>
                  <a:lnTo>
                    <a:pt x="285" y="612"/>
                  </a:lnTo>
                  <a:lnTo>
                    <a:pt x="285" y="517"/>
                  </a:lnTo>
                  <a:lnTo>
                    <a:pt x="285" y="639"/>
                  </a:lnTo>
                  <a:lnTo>
                    <a:pt x="286" y="627"/>
                  </a:lnTo>
                  <a:lnTo>
                    <a:pt x="286" y="629"/>
                  </a:lnTo>
                  <a:lnTo>
                    <a:pt x="288" y="639"/>
                  </a:lnTo>
                  <a:lnTo>
                    <a:pt x="288" y="607"/>
                  </a:lnTo>
                  <a:lnTo>
                    <a:pt x="288" y="607"/>
                  </a:lnTo>
                  <a:lnTo>
                    <a:pt x="290" y="595"/>
                  </a:lnTo>
                  <a:lnTo>
                    <a:pt x="290" y="639"/>
                  </a:lnTo>
                  <a:lnTo>
                    <a:pt x="291" y="600"/>
                  </a:lnTo>
                  <a:lnTo>
                    <a:pt x="291" y="600"/>
                  </a:lnTo>
                  <a:lnTo>
                    <a:pt x="292" y="539"/>
                  </a:lnTo>
                  <a:lnTo>
                    <a:pt x="292" y="639"/>
                  </a:lnTo>
                  <a:lnTo>
                    <a:pt x="292" y="637"/>
                  </a:lnTo>
                  <a:lnTo>
                    <a:pt x="292" y="637"/>
                  </a:lnTo>
                  <a:lnTo>
                    <a:pt x="294" y="428"/>
                  </a:lnTo>
                  <a:lnTo>
                    <a:pt x="294" y="639"/>
                  </a:lnTo>
                  <a:lnTo>
                    <a:pt x="294" y="607"/>
                  </a:lnTo>
                  <a:lnTo>
                    <a:pt x="294" y="607"/>
                  </a:lnTo>
                  <a:lnTo>
                    <a:pt x="296" y="559"/>
                  </a:lnTo>
                  <a:lnTo>
                    <a:pt x="296" y="639"/>
                  </a:lnTo>
                  <a:lnTo>
                    <a:pt x="297" y="619"/>
                  </a:lnTo>
                  <a:lnTo>
                    <a:pt x="297" y="619"/>
                  </a:lnTo>
                  <a:lnTo>
                    <a:pt x="297" y="639"/>
                  </a:lnTo>
                  <a:lnTo>
                    <a:pt x="298" y="592"/>
                  </a:lnTo>
                  <a:lnTo>
                    <a:pt x="298" y="631"/>
                  </a:lnTo>
                  <a:lnTo>
                    <a:pt x="298" y="632"/>
                  </a:lnTo>
                  <a:lnTo>
                    <a:pt x="299" y="639"/>
                  </a:lnTo>
                  <a:lnTo>
                    <a:pt x="300" y="465"/>
                  </a:lnTo>
                  <a:lnTo>
                    <a:pt x="300" y="639"/>
                  </a:lnTo>
                  <a:lnTo>
                    <a:pt x="300" y="639"/>
                  </a:lnTo>
                  <a:lnTo>
                    <a:pt x="301" y="523"/>
                  </a:lnTo>
                  <a:lnTo>
                    <a:pt x="301" y="639"/>
                  </a:lnTo>
                  <a:lnTo>
                    <a:pt x="303" y="607"/>
                  </a:lnTo>
                  <a:lnTo>
                    <a:pt x="303" y="606"/>
                  </a:lnTo>
                  <a:lnTo>
                    <a:pt x="303" y="555"/>
                  </a:lnTo>
                  <a:lnTo>
                    <a:pt x="303" y="639"/>
                  </a:lnTo>
                  <a:lnTo>
                    <a:pt x="304" y="633"/>
                  </a:lnTo>
                  <a:lnTo>
                    <a:pt x="304" y="633"/>
                  </a:lnTo>
                  <a:lnTo>
                    <a:pt x="306" y="580"/>
                  </a:lnTo>
                  <a:lnTo>
                    <a:pt x="306" y="639"/>
                  </a:lnTo>
                  <a:lnTo>
                    <a:pt x="306" y="632"/>
                  </a:lnTo>
                  <a:lnTo>
                    <a:pt x="306" y="631"/>
                  </a:lnTo>
                  <a:lnTo>
                    <a:pt x="307" y="639"/>
                  </a:lnTo>
                  <a:lnTo>
                    <a:pt x="308" y="489"/>
                  </a:lnTo>
                  <a:lnTo>
                    <a:pt x="309" y="609"/>
                  </a:lnTo>
                  <a:lnTo>
                    <a:pt x="309" y="609"/>
                  </a:lnTo>
                  <a:lnTo>
                    <a:pt x="309" y="496"/>
                  </a:lnTo>
                  <a:lnTo>
                    <a:pt x="309" y="639"/>
                  </a:lnTo>
                  <a:lnTo>
                    <a:pt x="310" y="565"/>
                  </a:lnTo>
                  <a:lnTo>
                    <a:pt x="310" y="565"/>
                  </a:lnTo>
                  <a:lnTo>
                    <a:pt x="311" y="557"/>
                  </a:lnTo>
                  <a:lnTo>
                    <a:pt x="311" y="639"/>
                  </a:lnTo>
                  <a:lnTo>
                    <a:pt x="312" y="639"/>
                  </a:lnTo>
                  <a:lnTo>
                    <a:pt x="312" y="639"/>
                  </a:lnTo>
                  <a:lnTo>
                    <a:pt x="313" y="639"/>
                  </a:lnTo>
                  <a:lnTo>
                    <a:pt x="314" y="568"/>
                  </a:lnTo>
                  <a:lnTo>
                    <a:pt x="315" y="639"/>
                  </a:lnTo>
                  <a:lnTo>
                    <a:pt x="315" y="639"/>
                  </a:lnTo>
                  <a:lnTo>
                    <a:pt x="316" y="495"/>
                  </a:lnTo>
                  <a:lnTo>
                    <a:pt x="316" y="495"/>
                  </a:lnTo>
                  <a:lnTo>
                    <a:pt x="317" y="454"/>
                  </a:lnTo>
                  <a:lnTo>
                    <a:pt x="318" y="639"/>
                  </a:lnTo>
                  <a:lnTo>
                    <a:pt x="318" y="638"/>
                  </a:lnTo>
                  <a:lnTo>
                    <a:pt x="318" y="638"/>
                  </a:lnTo>
                  <a:lnTo>
                    <a:pt x="320" y="596"/>
                  </a:lnTo>
                  <a:lnTo>
                    <a:pt x="320" y="639"/>
                  </a:lnTo>
                  <a:lnTo>
                    <a:pt x="321" y="636"/>
                  </a:lnTo>
                  <a:lnTo>
                    <a:pt x="321" y="636"/>
                  </a:lnTo>
                  <a:lnTo>
                    <a:pt x="321" y="639"/>
                  </a:lnTo>
                  <a:lnTo>
                    <a:pt x="323" y="620"/>
                  </a:lnTo>
                  <a:lnTo>
                    <a:pt x="323" y="620"/>
                  </a:lnTo>
                  <a:lnTo>
                    <a:pt x="323" y="639"/>
                  </a:lnTo>
                  <a:lnTo>
                    <a:pt x="324" y="515"/>
                  </a:lnTo>
                  <a:lnTo>
                    <a:pt x="324" y="628"/>
                  </a:lnTo>
                  <a:lnTo>
                    <a:pt x="324" y="627"/>
                  </a:lnTo>
                  <a:lnTo>
                    <a:pt x="326" y="639"/>
                  </a:lnTo>
                  <a:lnTo>
                    <a:pt x="327" y="547"/>
                  </a:lnTo>
                  <a:lnTo>
                    <a:pt x="327" y="547"/>
                  </a:lnTo>
                  <a:lnTo>
                    <a:pt x="327" y="468"/>
                  </a:lnTo>
                  <a:lnTo>
                    <a:pt x="327" y="639"/>
                  </a:lnTo>
                  <a:lnTo>
                    <a:pt x="329" y="630"/>
                  </a:lnTo>
                  <a:lnTo>
                    <a:pt x="329" y="630"/>
                  </a:lnTo>
                  <a:lnTo>
                    <a:pt x="329" y="622"/>
                  </a:lnTo>
                  <a:lnTo>
                    <a:pt x="329" y="639"/>
                  </a:lnTo>
                  <a:lnTo>
                    <a:pt x="330" y="636"/>
                  </a:lnTo>
                  <a:lnTo>
                    <a:pt x="330" y="636"/>
                  </a:lnTo>
                  <a:lnTo>
                    <a:pt x="333" y="609"/>
                  </a:lnTo>
                  <a:lnTo>
                    <a:pt x="333" y="609"/>
                  </a:lnTo>
                  <a:lnTo>
                    <a:pt x="333" y="639"/>
                  </a:lnTo>
                  <a:lnTo>
                    <a:pt x="334" y="580"/>
                  </a:lnTo>
                  <a:lnTo>
                    <a:pt x="335" y="621"/>
                  </a:lnTo>
                  <a:lnTo>
                    <a:pt x="335" y="621"/>
                  </a:lnTo>
                  <a:lnTo>
                    <a:pt x="335" y="639"/>
                  </a:lnTo>
                  <a:lnTo>
                    <a:pt x="336" y="517"/>
                  </a:lnTo>
                  <a:lnTo>
                    <a:pt x="336" y="638"/>
                  </a:lnTo>
                  <a:lnTo>
                    <a:pt x="336" y="638"/>
                  </a:lnTo>
                  <a:lnTo>
                    <a:pt x="337" y="504"/>
                  </a:lnTo>
                  <a:lnTo>
                    <a:pt x="337" y="639"/>
                  </a:lnTo>
                  <a:lnTo>
                    <a:pt x="339" y="639"/>
                  </a:lnTo>
                  <a:lnTo>
                    <a:pt x="339" y="639"/>
                  </a:lnTo>
                  <a:lnTo>
                    <a:pt x="339" y="639"/>
                  </a:lnTo>
                  <a:lnTo>
                    <a:pt x="341" y="600"/>
                  </a:lnTo>
                  <a:lnTo>
                    <a:pt x="341" y="638"/>
                  </a:lnTo>
                  <a:lnTo>
                    <a:pt x="341" y="638"/>
                  </a:lnTo>
                  <a:lnTo>
                    <a:pt x="342" y="580"/>
                  </a:lnTo>
                  <a:lnTo>
                    <a:pt x="342" y="639"/>
                  </a:lnTo>
                  <a:lnTo>
                    <a:pt x="342" y="609"/>
                  </a:lnTo>
                  <a:lnTo>
                    <a:pt x="342" y="609"/>
                  </a:lnTo>
                  <a:lnTo>
                    <a:pt x="344" y="520"/>
                  </a:lnTo>
                  <a:lnTo>
                    <a:pt x="344" y="639"/>
                  </a:lnTo>
                  <a:lnTo>
                    <a:pt x="345" y="638"/>
                  </a:lnTo>
                  <a:lnTo>
                    <a:pt x="345" y="638"/>
                  </a:lnTo>
                  <a:lnTo>
                    <a:pt x="345" y="467"/>
                  </a:lnTo>
                  <a:lnTo>
                    <a:pt x="345" y="639"/>
                  </a:lnTo>
                  <a:lnTo>
                    <a:pt x="347" y="610"/>
                  </a:lnTo>
                  <a:lnTo>
                    <a:pt x="347" y="610"/>
                  </a:lnTo>
                  <a:lnTo>
                    <a:pt x="347" y="577"/>
                  </a:lnTo>
                  <a:lnTo>
                    <a:pt x="348" y="639"/>
                  </a:lnTo>
                  <a:lnTo>
                    <a:pt x="348" y="617"/>
                  </a:lnTo>
                  <a:lnTo>
                    <a:pt x="348" y="616"/>
                  </a:lnTo>
                  <a:lnTo>
                    <a:pt x="350" y="639"/>
                  </a:lnTo>
                  <a:lnTo>
                    <a:pt x="351" y="496"/>
                  </a:lnTo>
                  <a:lnTo>
                    <a:pt x="351" y="496"/>
                  </a:lnTo>
                  <a:lnTo>
                    <a:pt x="352" y="486"/>
                  </a:lnTo>
                  <a:lnTo>
                    <a:pt x="352" y="639"/>
                  </a:lnTo>
                  <a:lnTo>
                    <a:pt x="353" y="639"/>
                  </a:lnTo>
                  <a:lnTo>
                    <a:pt x="353" y="639"/>
                  </a:lnTo>
                  <a:lnTo>
                    <a:pt x="353" y="639"/>
                  </a:lnTo>
                  <a:lnTo>
                    <a:pt x="354" y="592"/>
                  </a:lnTo>
                  <a:lnTo>
                    <a:pt x="354" y="611"/>
                  </a:lnTo>
                  <a:lnTo>
                    <a:pt x="354" y="612"/>
                  </a:lnTo>
                  <a:lnTo>
                    <a:pt x="355" y="639"/>
                  </a:lnTo>
                  <a:lnTo>
                    <a:pt x="357" y="563"/>
                  </a:lnTo>
                  <a:lnTo>
                    <a:pt x="357" y="611"/>
                  </a:lnTo>
                  <a:lnTo>
                    <a:pt x="357" y="613"/>
                  </a:lnTo>
                  <a:lnTo>
                    <a:pt x="357" y="639"/>
                  </a:lnTo>
                  <a:lnTo>
                    <a:pt x="357" y="568"/>
                  </a:lnTo>
                  <a:lnTo>
                    <a:pt x="359" y="569"/>
                  </a:lnTo>
                  <a:lnTo>
                    <a:pt x="359" y="569"/>
                  </a:lnTo>
                  <a:lnTo>
                    <a:pt x="359" y="476"/>
                  </a:lnTo>
                  <a:lnTo>
                    <a:pt x="359" y="639"/>
                  </a:lnTo>
                  <a:lnTo>
                    <a:pt x="360" y="609"/>
                  </a:lnTo>
                  <a:lnTo>
                    <a:pt x="360" y="607"/>
                  </a:lnTo>
                  <a:lnTo>
                    <a:pt x="361" y="478"/>
                  </a:lnTo>
                  <a:lnTo>
                    <a:pt x="361" y="639"/>
                  </a:lnTo>
                  <a:lnTo>
                    <a:pt x="363" y="606"/>
                  </a:lnTo>
                  <a:lnTo>
                    <a:pt x="363" y="606"/>
                  </a:lnTo>
                  <a:lnTo>
                    <a:pt x="363" y="601"/>
                  </a:lnTo>
                  <a:lnTo>
                    <a:pt x="364" y="639"/>
                  </a:lnTo>
                  <a:lnTo>
                    <a:pt x="365" y="613"/>
                  </a:lnTo>
                  <a:lnTo>
                    <a:pt x="365" y="613"/>
                  </a:lnTo>
                  <a:lnTo>
                    <a:pt x="366" y="639"/>
                  </a:lnTo>
                  <a:lnTo>
                    <a:pt x="366" y="524"/>
                  </a:lnTo>
                  <a:lnTo>
                    <a:pt x="366" y="524"/>
                  </a:lnTo>
                  <a:lnTo>
                    <a:pt x="367" y="639"/>
                  </a:lnTo>
                  <a:lnTo>
                    <a:pt x="368" y="439"/>
                  </a:lnTo>
                  <a:lnTo>
                    <a:pt x="369" y="609"/>
                  </a:lnTo>
                  <a:lnTo>
                    <a:pt x="369" y="609"/>
                  </a:lnTo>
                  <a:lnTo>
                    <a:pt x="370" y="569"/>
                  </a:lnTo>
                  <a:lnTo>
                    <a:pt x="370" y="639"/>
                  </a:lnTo>
                  <a:lnTo>
                    <a:pt x="371" y="636"/>
                  </a:lnTo>
                  <a:lnTo>
                    <a:pt x="371" y="636"/>
                  </a:lnTo>
                  <a:lnTo>
                    <a:pt x="371" y="639"/>
                  </a:lnTo>
                  <a:lnTo>
                    <a:pt x="372" y="630"/>
                  </a:lnTo>
                  <a:lnTo>
                    <a:pt x="372" y="630"/>
                  </a:lnTo>
                  <a:lnTo>
                    <a:pt x="373" y="639"/>
                  </a:lnTo>
                  <a:lnTo>
                    <a:pt x="374" y="517"/>
                  </a:lnTo>
                  <a:lnTo>
                    <a:pt x="375" y="635"/>
                  </a:lnTo>
                  <a:lnTo>
                    <a:pt x="375" y="635"/>
                  </a:lnTo>
                  <a:lnTo>
                    <a:pt x="375" y="539"/>
                  </a:lnTo>
                  <a:lnTo>
                    <a:pt x="375" y="639"/>
                  </a:lnTo>
                  <a:lnTo>
                    <a:pt x="377" y="632"/>
                  </a:lnTo>
                  <a:lnTo>
                    <a:pt x="377" y="631"/>
                  </a:lnTo>
                  <a:lnTo>
                    <a:pt x="378" y="569"/>
                  </a:lnTo>
                  <a:lnTo>
                    <a:pt x="378" y="569"/>
                  </a:lnTo>
                  <a:lnTo>
                    <a:pt x="380" y="454"/>
                  </a:lnTo>
                  <a:lnTo>
                    <a:pt x="380" y="639"/>
                  </a:lnTo>
                  <a:lnTo>
                    <a:pt x="381" y="611"/>
                  </a:lnTo>
                  <a:lnTo>
                    <a:pt x="381" y="611"/>
                  </a:lnTo>
                  <a:lnTo>
                    <a:pt x="381" y="582"/>
                  </a:lnTo>
                  <a:lnTo>
                    <a:pt x="382" y="639"/>
                  </a:lnTo>
                  <a:lnTo>
                    <a:pt x="383" y="600"/>
                  </a:lnTo>
                  <a:lnTo>
                    <a:pt x="383" y="600"/>
                  </a:lnTo>
                  <a:lnTo>
                    <a:pt x="383" y="517"/>
                  </a:lnTo>
                  <a:lnTo>
                    <a:pt x="384" y="639"/>
                  </a:lnTo>
                  <a:lnTo>
                    <a:pt x="384" y="608"/>
                  </a:lnTo>
                  <a:lnTo>
                    <a:pt x="384" y="608"/>
                  </a:lnTo>
                  <a:lnTo>
                    <a:pt x="386" y="639"/>
                  </a:lnTo>
                  <a:lnTo>
                    <a:pt x="386" y="529"/>
                  </a:lnTo>
                  <a:lnTo>
                    <a:pt x="387" y="627"/>
                  </a:lnTo>
                  <a:lnTo>
                    <a:pt x="387" y="627"/>
                  </a:lnTo>
                  <a:lnTo>
                    <a:pt x="387" y="547"/>
                  </a:lnTo>
                  <a:lnTo>
                    <a:pt x="387" y="639"/>
                  </a:lnTo>
                  <a:lnTo>
                    <a:pt x="389" y="622"/>
                  </a:lnTo>
                  <a:lnTo>
                    <a:pt x="389" y="624"/>
                  </a:lnTo>
                  <a:lnTo>
                    <a:pt x="389" y="639"/>
                  </a:lnTo>
                  <a:lnTo>
                    <a:pt x="391" y="562"/>
                  </a:lnTo>
                  <a:lnTo>
                    <a:pt x="391" y="562"/>
                  </a:lnTo>
                  <a:lnTo>
                    <a:pt x="391" y="639"/>
                  </a:lnTo>
                  <a:lnTo>
                    <a:pt x="392" y="533"/>
                  </a:lnTo>
                  <a:lnTo>
                    <a:pt x="393" y="639"/>
                  </a:lnTo>
                  <a:lnTo>
                    <a:pt x="393" y="639"/>
                  </a:lnTo>
                  <a:lnTo>
                    <a:pt x="393" y="498"/>
                  </a:lnTo>
                  <a:lnTo>
                    <a:pt x="394" y="639"/>
                  </a:lnTo>
                  <a:lnTo>
                    <a:pt x="395" y="639"/>
                  </a:lnTo>
                  <a:lnTo>
                    <a:pt x="395" y="639"/>
                  </a:lnTo>
                  <a:lnTo>
                    <a:pt x="395" y="617"/>
                  </a:lnTo>
                  <a:lnTo>
                    <a:pt x="396" y="639"/>
                  </a:lnTo>
                  <a:lnTo>
                    <a:pt x="397" y="627"/>
                  </a:lnTo>
                  <a:lnTo>
                    <a:pt x="397" y="626"/>
                  </a:lnTo>
                  <a:lnTo>
                    <a:pt x="398" y="639"/>
                  </a:lnTo>
                  <a:lnTo>
                    <a:pt x="399" y="598"/>
                  </a:lnTo>
                  <a:lnTo>
                    <a:pt x="399" y="598"/>
                  </a:lnTo>
                  <a:lnTo>
                    <a:pt x="400" y="529"/>
                  </a:lnTo>
                  <a:lnTo>
                    <a:pt x="400" y="639"/>
                  </a:lnTo>
                  <a:lnTo>
                    <a:pt x="401" y="621"/>
                  </a:lnTo>
                  <a:lnTo>
                    <a:pt x="401" y="621"/>
                  </a:lnTo>
                  <a:lnTo>
                    <a:pt x="402" y="519"/>
                  </a:lnTo>
                  <a:lnTo>
                    <a:pt x="403" y="639"/>
                  </a:lnTo>
                  <a:lnTo>
                    <a:pt x="403" y="535"/>
                  </a:lnTo>
                  <a:lnTo>
                    <a:pt x="403" y="535"/>
                  </a:lnTo>
                  <a:lnTo>
                    <a:pt x="403" y="534"/>
                  </a:lnTo>
                  <a:lnTo>
                    <a:pt x="403" y="639"/>
                  </a:lnTo>
                  <a:lnTo>
                    <a:pt x="405" y="613"/>
                  </a:lnTo>
                  <a:lnTo>
                    <a:pt x="405" y="613"/>
                  </a:lnTo>
                  <a:lnTo>
                    <a:pt x="406" y="639"/>
                  </a:lnTo>
                  <a:lnTo>
                    <a:pt x="407" y="588"/>
                  </a:lnTo>
                  <a:lnTo>
                    <a:pt x="407" y="587"/>
                  </a:lnTo>
                  <a:lnTo>
                    <a:pt x="407" y="563"/>
                  </a:lnTo>
                  <a:lnTo>
                    <a:pt x="408" y="639"/>
                  </a:lnTo>
                  <a:lnTo>
                    <a:pt x="409" y="578"/>
                  </a:lnTo>
                  <a:lnTo>
                    <a:pt x="409" y="576"/>
                  </a:lnTo>
                  <a:lnTo>
                    <a:pt x="410" y="463"/>
                  </a:lnTo>
                  <a:lnTo>
                    <a:pt x="410" y="639"/>
                  </a:lnTo>
                  <a:lnTo>
                    <a:pt x="411" y="611"/>
                  </a:lnTo>
                  <a:lnTo>
                    <a:pt x="411" y="611"/>
                  </a:lnTo>
                  <a:lnTo>
                    <a:pt x="412" y="572"/>
                  </a:lnTo>
                  <a:lnTo>
                    <a:pt x="412" y="639"/>
                  </a:lnTo>
                  <a:lnTo>
                    <a:pt x="413" y="611"/>
                  </a:lnTo>
                  <a:lnTo>
                    <a:pt x="413" y="610"/>
                  </a:lnTo>
                  <a:lnTo>
                    <a:pt x="413" y="607"/>
                  </a:lnTo>
                  <a:lnTo>
                    <a:pt x="413" y="639"/>
                  </a:lnTo>
                  <a:lnTo>
                    <a:pt x="415" y="638"/>
                  </a:lnTo>
                  <a:lnTo>
                    <a:pt x="415" y="638"/>
                  </a:lnTo>
                  <a:lnTo>
                    <a:pt x="415" y="612"/>
                  </a:lnTo>
                  <a:lnTo>
                    <a:pt x="415" y="639"/>
                  </a:lnTo>
                  <a:lnTo>
                    <a:pt x="417" y="630"/>
                  </a:lnTo>
                  <a:lnTo>
                    <a:pt x="417" y="630"/>
                  </a:lnTo>
                  <a:lnTo>
                    <a:pt x="418" y="590"/>
                  </a:lnTo>
                  <a:lnTo>
                    <a:pt x="418" y="639"/>
                  </a:lnTo>
                  <a:lnTo>
                    <a:pt x="419" y="634"/>
                  </a:lnTo>
                  <a:lnTo>
                    <a:pt x="419" y="634"/>
                  </a:lnTo>
                  <a:lnTo>
                    <a:pt x="420" y="561"/>
                  </a:lnTo>
                  <a:lnTo>
                    <a:pt x="421" y="639"/>
                  </a:lnTo>
                  <a:lnTo>
                    <a:pt x="421" y="610"/>
                  </a:lnTo>
                  <a:lnTo>
                    <a:pt x="421" y="609"/>
                  </a:lnTo>
                  <a:lnTo>
                    <a:pt x="421" y="542"/>
                  </a:lnTo>
                  <a:lnTo>
                    <a:pt x="421" y="639"/>
                  </a:lnTo>
                  <a:lnTo>
                    <a:pt x="423" y="595"/>
                  </a:lnTo>
                  <a:lnTo>
                    <a:pt x="423" y="595"/>
                  </a:lnTo>
                  <a:lnTo>
                    <a:pt x="423" y="639"/>
                  </a:lnTo>
                  <a:lnTo>
                    <a:pt x="425" y="560"/>
                  </a:lnTo>
                  <a:lnTo>
                    <a:pt x="425" y="639"/>
                  </a:lnTo>
                  <a:lnTo>
                    <a:pt x="425" y="639"/>
                  </a:lnTo>
                  <a:lnTo>
                    <a:pt x="426" y="639"/>
                  </a:lnTo>
                  <a:lnTo>
                    <a:pt x="427" y="564"/>
                  </a:lnTo>
                  <a:lnTo>
                    <a:pt x="427" y="639"/>
                  </a:lnTo>
                  <a:lnTo>
                    <a:pt x="427" y="639"/>
                  </a:lnTo>
                  <a:lnTo>
                    <a:pt x="428" y="541"/>
                  </a:lnTo>
                  <a:lnTo>
                    <a:pt x="428" y="639"/>
                  </a:lnTo>
                  <a:lnTo>
                    <a:pt x="429" y="624"/>
                  </a:lnTo>
                  <a:lnTo>
                    <a:pt x="429" y="624"/>
                  </a:lnTo>
                  <a:lnTo>
                    <a:pt x="430" y="639"/>
                  </a:lnTo>
                  <a:lnTo>
                    <a:pt x="431" y="580"/>
                  </a:lnTo>
                  <a:lnTo>
                    <a:pt x="431" y="580"/>
                  </a:lnTo>
                  <a:lnTo>
                    <a:pt x="431" y="639"/>
                  </a:lnTo>
                  <a:lnTo>
                    <a:pt x="432" y="556"/>
                  </a:lnTo>
                  <a:lnTo>
                    <a:pt x="433" y="622"/>
                  </a:lnTo>
                  <a:lnTo>
                    <a:pt x="433" y="622"/>
                  </a:lnTo>
                  <a:lnTo>
                    <a:pt x="434" y="639"/>
                  </a:lnTo>
                  <a:lnTo>
                    <a:pt x="434" y="507"/>
                  </a:lnTo>
                  <a:lnTo>
                    <a:pt x="435" y="629"/>
                  </a:lnTo>
                  <a:lnTo>
                    <a:pt x="435" y="629"/>
                  </a:lnTo>
                  <a:lnTo>
                    <a:pt x="436" y="639"/>
                  </a:lnTo>
                  <a:lnTo>
                    <a:pt x="437" y="575"/>
                  </a:lnTo>
                  <a:lnTo>
                    <a:pt x="437" y="574"/>
                  </a:lnTo>
                  <a:lnTo>
                    <a:pt x="438" y="543"/>
                  </a:lnTo>
                  <a:lnTo>
                    <a:pt x="438" y="639"/>
                  </a:lnTo>
                  <a:lnTo>
                    <a:pt x="439" y="612"/>
                  </a:lnTo>
                  <a:lnTo>
                    <a:pt x="439" y="612"/>
                  </a:lnTo>
                  <a:lnTo>
                    <a:pt x="440" y="474"/>
                  </a:lnTo>
                  <a:lnTo>
                    <a:pt x="440" y="639"/>
                  </a:lnTo>
                  <a:lnTo>
                    <a:pt x="441" y="621"/>
                  </a:lnTo>
                  <a:lnTo>
                    <a:pt x="441" y="620"/>
                  </a:lnTo>
                  <a:lnTo>
                    <a:pt x="442" y="603"/>
                  </a:lnTo>
                  <a:lnTo>
                    <a:pt x="442" y="639"/>
                  </a:lnTo>
                  <a:lnTo>
                    <a:pt x="443" y="639"/>
                  </a:lnTo>
                  <a:lnTo>
                    <a:pt x="443" y="639"/>
                  </a:lnTo>
                  <a:lnTo>
                    <a:pt x="444" y="521"/>
                  </a:lnTo>
                  <a:lnTo>
                    <a:pt x="445" y="621"/>
                  </a:lnTo>
                  <a:lnTo>
                    <a:pt x="445" y="621"/>
                  </a:lnTo>
                  <a:lnTo>
                    <a:pt x="446" y="573"/>
                  </a:lnTo>
                  <a:lnTo>
                    <a:pt x="446" y="639"/>
                  </a:lnTo>
                  <a:lnTo>
                    <a:pt x="447" y="636"/>
                  </a:lnTo>
                  <a:lnTo>
                    <a:pt x="447" y="636"/>
                  </a:lnTo>
                  <a:lnTo>
                    <a:pt x="448" y="497"/>
                  </a:lnTo>
                  <a:lnTo>
                    <a:pt x="448" y="639"/>
                  </a:lnTo>
                  <a:lnTo>
                    <a:pt x="449" y="582"/>
                  </a:lnTo>
                  <a:lnTo>
                    <a:pt x="449" y="582"/>
                  </a:lnTo>
                  <a:lnTo>
                    <a:pt x="450" y="569"/>
                  </a:lnTo>
                  <a:lnTo>
                    <a:pt x="450" y="639"/>
                  </a:lnTo>
                  <a:lnTo>
                    <a:pt x="451" y="639"/>
                  </a:lnTo>
                  <a:lnTo>
                    <a:pt x="451" y="639"/>
                  </a:lnTo>
                  <a:lnTo>
                    <a:pt x="452" y="588"/>
                  </a:lnTo>
                  <a:lnTo>
                    <a:pt x="453" y="638"/>
                  </a:lnTo>
                  <a:lnTo>
                    <a:pt x="453" y="638"/>
                  </a:lnTo>
                  <a:lnTo>
                    <a:pt x="454" y="639"/>
                  </a:lnTo>
                  <a:lnTo>
                    <a:pt x="455" y="610"/>
                  </a:lnTo>
                  <a:lnTo>
                    <a:pt x="455" y="610"/>
                  </a:lnTo>
                  <a:lnTo>
                    <a:pt x="455" y="639"/>
                  </a:lnTo>
                  <a:lnTo>
                    <a:pt x="457" y="558"/>
                  </a:lnTo>
                  <a:lnTo>
                    <a:pt x="457" y="638"/>
                  </a:lnTo>
                  <a:lnTo>
                    <a:pt x="457" y="638"/>
                  </a:lnTo>
                  <a:lnTo>
                    <a:pt x="459" y="505"/>
                  </a:lnTo>
                  <a:lnTo>
                    <a:pt x="459" y="639"/>
                  </a:lnTo>
                  <a:lnTo>
                    <a:pt x="459" y="639"/>
                  </a:lnTo>
                  <a:lnTo>
                    <a:pt x="459" y="639"/>
                  </a:lnTo>
                  <a:lnTo>
                    <a:pt x="459" y="595"/>
                  </a:lnTo>
                  <a:lnTo>
                    <a:pt x="460" y="639"/>
                  </a:lnTo>
                  <a:lnTo>
                    <a:pt x="461" y="639"/>
                  </a:lnTo>
                  <a:lnTo>
                    <a:pt x="461" y="639"/>
                  </a:lnTo>
                  <a:lnTo>
                    <a:pt x="461" y="639"/>
                  </a:lnTo>
                  <a:lnTo>
                    <a:pt x="462" y="605"/>
                  </a:lnTo>
                  <a:lnTo>
                    <a:pt x="463" y="612"/>
                  </a:lnTo>
                  <a:lnTo>
                    <a:pt x="463" y="612"/>
                  </a:lnTo>
                  <a:lnTo>
                    <a:pt x="464" y="542"/>
                  </a:lnTo>
                  <a:lnTo>
                    <a:pt x="464" y="639"/>
                  </a:lnTo>
                  <a:lnTo>
                    <a:pt x="465" y="571"/>
                  </a:lnTo>
                  <a:lnTo>
                    <a:pt x="465" y="571"/>
                  </a:lnTo>
                  <a:lnTo>
                    <a:pt x="465" y="639"/>
                  </a:lnTo>
                  <a:lnTo>
                    <a:pt x="466" y="518"/>
                  </a:lnTo>
                  <a:lnTo>
                    <a:pt x="467" y="637"/>
                  </a:lnTo>
                  <a:lnTo>
                    <a:pt x="467" y="637"/>
                  </a:lnTo>
                  <a:lnTo>
                    <a:pt x="468" y="551"/>
                  </a:lnTo>
                  <a:lnTo>
                    <a:pt x="469" y="639"/>
                  </a:lnTo>
                  <a:lnTo>
                    <a:pt x="469" y="639"/>
                  </a:lnTo>
                  <a:lnTo>
                    <a:pt x="469" y="639"/>
                  </a:lnTo>
                  <a:lnTo>
                    <a:pt x="470" y="587"/>
                  </a:lnTo>
                  <a:lnTo>
                    <a:pt x="470" y="639"/>
                  </a:lnTo>
                  <a:lnTo>
                    <a:pt x="471" y="634"/>
                  </a:lnTo>
                  <a:lnTo>
                    <a:pt x="471" y="635"/>
                  </a:lnTo>
                  <a:lnTo>
                    <a:pt x="471" y="639"/>
                  </a:lnTo>
                  <a:lnTo>
                    <a:pt x="472" y="558"/>
                  </a:lnTo>
                  <a:lnTo>
                    <a:pt x="473" y="639"/>
                  </a:lnTo>
                  <a:lnTo>
                    <a:pt x="473" y="639"/>
                  </a:lnTo>
                  <a:lnTo>
                    <a:pt x="475" y="639"/>
                  </a:lnTo>
                  <a:lnTo>
                    <a:pt x="475" y="475"/>
                  </a:lnTo>
                  <a:lnTo>
                    <a:pt x="475" y="614"/>
                  </a:lnTo>
                  <a:lnTo>
                    <a:pt x="475" y="619"/>
                  </a:lnTo>
                  <a:lnTo>
                    <a:pt x="475" y="560"/>
                  </a:lnTo>
                  <a:lnTo>
                    <a:pt x="475" y="639"/>
                  </a:lnTo>
                  <a:lnTo>
                    <a:pt x="477" y="592"/>
                  </a:lnTo>
                  <a:lnTo>
                    <a:pt x="477" y="592"/>
                  </a:lnTo>
                  <a:lnTo>
                    <a:pt x="477" y="591"/>
                  </a:lnTo>
                  <a:lnTo>
                    <a:pt x="479" y="639"/>
                  </a:lnTo>
                  <a:lnTo>
                    <a:pt x="479" y="635"/>
                  </a:lnTo>
                  <a:lnTo>
                    <a:pt x="479" y="635"/>
                  </a:lnTo>
                  <a:lnTo>
                    <a:pt x="480" y="586"/>
                  </a:lnTo>
                  <a:lnTo>
                    <a:pt x="480" y="639"/>
                  </a:lnTo>
                  <a:lnTo>
                    <a:pt x="481" y="609"/>
                  </a:lnTo>
                  <a:lnTo>
                    <a:pt x="481" y="609"/>
                  </a:lnTo>
                  <a:lnTo>
                    <a:pt x="482" y="482"/>
                  </a:lnTo>
                  <a:lnTo>
                    <a:pt x="483" y="639"/>
                  </a:lnTo>
                  <a:lnTo>
                    <a:pt x="483" y="632"/>
                  </a:lnTo>
                  <a:lnTo>
                    <a:pt x="483" y="634"/>
                  </a:lnTo>
                  <a:lnTo>
                    <a:pt x="483" y="639"/>
                  </a:lnTo>
                  <a:lnTo>
                    <a:pt x="483" y="473"/>
                  </a:lnTo>
                  <a:lnTo>
                    <a:pt x="485" y="564"/>
                  </a:lnTo>
                  <a:lnTo>
                    <a:pt x="485" y="564"/>
                  </a:lnTo>
                  <a:lnTo>
                    <a:pt x="485" y="555"/>
                  </a:lnTo>
                  <a:lnTo>
                    <a:pt x="486" y="639"/>
                  </a:lnTo>
                  <a:lnTo>
                    <a:pt x="487" y="587"/>
                  </a:lnTo>
                  <a:lnTo>
                    <a:pt x="487" y="586"/>
                  </a:lnTo>
                  <a:lnTo>
                    <a:pt x="487" y="639"/>
                  </a:lnTo>
                  <a:lnTo>
                    <a:pt x="489" y="557"/>
                  </a:lnTo>
                  <a:lnTo>
                    <a:pt x="489" y="557"/>
                  </a:lnTo>
                  <a:lnTo>
                    <a:pt x="490" y="468"/>
                  </a:lnTo>
                  <a:lnTo>
                    <a:pt x="491" y="639"/>
                  </a:lnTo>
                  <a:lnTo>
                    <a:pt x="491" y="612"/>
                  </a:lnTo>
                  <a:lnTo>
                    <a:pt x="491" y="610"/>
                  </a:lnTo>
                  <a:lnTo>
                    <a:pt x="491" y="583"/>
                  </a:lnTo>
                  <a:lnTo>
                    <a:pt x="491" y="639"/>
                  </a:lnTo>
                  <a:lnTo>
                    <a:pt x="493" y="635"/>
                  </a:lnTo>
                  <a:lnTo>
                    <a:pt x="493" y="635"/>
                  </a:lnTo>
                  <a:lnTo>
                    <a:pt x="493" y="639"/>
                  </a:lnTo>
                  <a:lnTo>
                    <a:pt x="495" y="572"/>
                  </a:lnTo>
                  <a:lnTo>
                    <a:pt x="495" y="637"/>
                  </a:lnTo>
                  <a:lnTo>
                    <a:pt x="495" y="637"/>
                  </a:lnTo>
                  <a:lnTo>
                    <a:pt x="496" y="639"/>
                  </a:lnTo>
                  <a:lnTo>
                    <a:pt x="497" y="451"/>
                  </a:lnTo>
                  <a:lnTo>
                    <a:pt x="497" y="450"/>
                  </a:lnTo>
                  <a:lnTo>
                    <a:pt x="497" y="425"/>
                  </a:lnTo>
                  <a:lnTo>
                    <a:pt x="497" y="639"/>
                  </a:lnTo>
                  <a:lnTo>
                    <a:pt x="499" y="596"/>
                  </a:lnTo>
                  <a:lnTo>
                    <a:pt x="499" y="596"/>
                  </a:lnTo>
                  <a:lnTo>
                    <a:pt x="499" y="639"/>
                  </a:lnTo>
                  <a:lnTo>
                    <a:pt x="501" y="532"/>
                  </a:lnTo>
                  <a:lnTo>
                    <a:pt x="501" y="532"/>
                  </a:lnTo>
                  <a:lnTo>
                    <a:pt x="501" y="496"/>
                  </a:lnTo>
                  <a:lnTo>
                    <a:pt x="502" y="639"/>
                  </a:lnTo>
                  <a:lnTo>
                    <a:pt x="503" y="536"/>
                  </a:lnTo>
                  <a:lnTo>
                    <a:pt x="503" y="536"/>
                  </a:lnTo>
                  <a:lnTo>
                    <a:pt x="503" y="536"/>
                  </a:lnTo>
                  <a:lnTo>
                    <a:pt x="503" y="639"/>
                  </a:lnTo>
                  <a:lnTo>
                    <a:pt x="505" y="635"/>
                  </a:lnTo>
                  <a:lnTo>
                    <a:pt x="505" y="635"/>
                  </a:lnTo>
                  <a:lnTo>
                    <a:pt x="506" y="588"/>
                  </a:lnTo>
                  <a:lnTo>
                    <a:pt x="507" y="639"/>
                  </a:lnTo>
                  <a:lnTo>
                    <a:pt x="507" y="624"/>
                  </a:lnTo>
                  <a:lnTo>
                    <a:pt x="507" y="624"/>
                  </a:lnTo>
                  <a:lnTo>
                    <a:pt x="508" y="639"/>
                  </a:lnTo>
                  <a:lnTo>
                    <a:pt x="509" y="569"/>
                  </a:lnTo>
                  <a:lnTo>
                    <a:pt x="509" y="569"/>
                  </a:lnTo>
                  <a:lnTo>
                    <a:pt x="509" y="418"/>
                  </a:lnTo>
                  <a:lnTo>
                    <a:pt x="509" y="639"/>
                  </a:lnTo>
                  <a:lnTo>
                    <a:pt x="511" y="638"/>
                  </a:lnTo>
                  <a:lnTo>
                    <a:pt x="511" y="638"/>
                  </a:lnTo>
                  <a:lnTo>
                    <a:pt x="511" y="582"/>
                  </a:lnTo>
                  <a:lnTo>
                    <a:pt x="512" y="639"/>
                  </a:lnTo>
                  <a:lnTo>
                    <a:pt x="513" y="596"/>
                  </a:lnTo>
                  <a:lnTo>
                    <a:pt x="513" y="595"/>
                  </a:lnTo>
                  <a:lnTo>
                    <a:pt x="514" y="533"/>
                  </a:lnTo>
                  <a:lnTo>
                    <a:pt x="514" y="639"/>
                  </a:lnTo>
                  <a:lnTo>
                    <a:pt x="515" y="554"/>
                  </a:lnTo>
                  <a:lnTo>
                    <a:pt x="515" y="554"/>
                  </a:lnTo>
                  <a:lnTo>
                    <a:pt x="516" y="452"/>
                  </a:lnTo>
                  <a:lnTo>
                    <a:pt x="516" y="639"/>
                  </a:lnTo>
                  <a:lnTo>
                    <a:pt x="517" y="611"/>
                  </a:lnTo>
                  <a:lnTo>
                    <a:pt x="517" y="611"/>
                  </a:lnTo>
                  <a:lnTo>
                    <a:pt x="517" y="585"/>
                  </a:lnTo>
                  <a:lnTo>
                    <a:pt x="517" y="639"/>
                  </a:lnTo>
                  <a:lnTo>
                    <a:pt x="519" y="631"/>
                  </a:lnTo>
                  <a:lnTo>
                    <a:pt x="519" y="631"/>
                  </a:lnTo>
                  <a:lnTo>
                    <a:pt x="519" y="639"/>
                  </a:lnTo>
                  <a:lnTo>
                    <a:pt x="520" y="553"/>
                  </a:lnTo>
                  <a:lnTo>
                    <a:pt x="521" y="604"/>
                  </a:lnTo>
                  <a:lnTo>
                    <a:pt x="521" y="604"/>
                  </a:lnTo>
                  <a:lnTo>
                    <a:pt x="523" y="465"/>
                  </a:lnTo>
                  <a:lnTo>
                    <a:pt x="523" y="639"/>
                  </a:lnTo>
                  <a:lnTo>
                    <a:pt x="523" y="637"/>
                  </a:lnTo>
                  <a:lnTo>
                    <a:pt x="523" y="637"/>
                  </a:lnTo>
                  <a:lnTo>
                    <a:pt x="524" y="565"/>
                  </a:lnTo>
                  <a:lnTo>
                    <a:pt x="525" y="639"/>
                  </a:lnTo>
                  <a:lnTo>
                    <a:pt x="525" y="639"/>
                  </a:lnTo>
                  <a:lnTo>
                    <a:pt x="525" y="639"/>
                  </a:lnTo>
                  <a:lnTo>
                    <a:pt x="525" y="639"/>
                  </a:lnTo>
                  <a:lnTo>
                    <a:pt x="527" y="542"/>
                  </a:lnTo>
                  <a:lnTo>
                    <a:pt x="527" y="542"/>
                  </a:lnTo>
                  <a:lnTo>
                    <a:pt x="527" y="458"/>
                  </a:lnTo>
                  <a:lnTo>
                    <a:pt x="529" y="639"/>
                  </a:lnTo>
                  <a:lnTo>
                    <a:pt x="529" y="639"/>
                  </a:lnTo>
                  <a:lnTo>
                    <a:pt x="529" y="639"/>
                  </a:lnTo>
                  <a:lnTo>
                    <a:pt x="529" y="523"/>
                  </a:lnTo>
                  <a:lnTo>
                    <a:pt x="530" y="639"/>
                  </a:lnTo>
                  <a:lnTo>
                    <a:pt x="531" y="556"/>
                  </a:lnTo>
                  <a:lnTo>
                    <a:pt x="531" y="556"/>
                  </a:lnTo>
                  <a:lnTo>
                    <a:pt x="531" y="639"/>
                  </a:lnTo>
                  <a:lnTo>
                    <a:pt x="533" y="530"/>
                  </a:lnTo>
                  <a:lnTo>
                    <a:pt x="533" y="530"/>
                  </a:lnTo>
                  <a:lnTo>
                    <a:pt x="534" y="457"/>
                  </a:lnTo>
                  <a:lnTo>
                    <a:pt x="534" y="639"/>
                  </a:lnTo>
                  <a:lnTo>
                    <a:pt x="535" y="598"/>
                  </a:lnTo>
                  <a:lnTo>
                    <a:pt x="535" y="598"/>
                  </a:lnTo>
                  <a:lnTo>
                    <a:pt x="536" y="556"/>
                  </a:lnTo>
                  <a:lnTo>
                    <a:pt x="537" y="639"/>
                  </a:lnTo>
                  <a:lnTo>
                    <a:pt x="537" y="608"/>
                  </a:lnTo>
                  <a:lnTo>
                    <a:pt x="537" y="607"/>
                  </a:lnTo>
                  <a:lnTo>
                    <a:pt x="537" y="639"/>
                  </a:lnTo>
                  <a:lnTo>
                    <a:pt x="538" y="518"/>
                  </a:lnTo>
                  <a:lnTo>
                    <a:pt x="539" y="589"/>
                  </a:lnTo>
                  <a:lnTo>
                    <a:pt x="539" y="589"/>
                  </a:lnTo>
                  <a:lnTo>
                    <a:pt x="539" y="573"/>
                  </a:lnTo>
                  <a:lnTo>
                    <a:pt x="539" y="639"/>
                  </a:lnTo>
                  <a:lnTo>
                    <a:pt x="541" y="600"/>
                  </a:lnTo>
                  <a:lnTo>
                    <a:pt x="541" y="600"/>
                  </a:lnTo>
                  <a:lnTo>
                    <a:pt x="541" y="586"/>
                  </a:lnTo>
                  <a:lnTo>
                    <a:pt x="543" y="639"/>
                  </a:lnTo>
                  <a:lnTo>
                    <a:pt x="543" y="622"/>
                  </a:lnTo>
                  <a:lnTo>
                    <a:pt x="543" y="622"/>
                  </a:lnTo>
                  <a:lnTo>
                    <a:pt x="543" y="600"/>
                  </a:lnTo>
                  <a:lnTo>
                    <a:pt x="543" y="639"/>
                  </a:lnTo>
                  <a:lnTo>
                    <a:pt x="545" y="639"/>
                  </a:lnTo>
                  <a:lnTo>
                    <a:pt x="545" y="639"/>
                  </a:lnTo>
                  <a:lnTo>
                    <a:pt x="546" y="639"/>
                  </a:lnTo>
                  <a:lnTo>
                    <a:pt x="547" y="553"/>
                  </a:lnTo>
                  <a:lnTo>
                    <a:pt x="547" y="552"/>
                  </a:lnTo>
                  <a:lnTo>
                    <a:pt x="548" y="453"/>
                  </a:lnTo>
                  <a:lnTo>
                    <a:pt x="548" y="639"/>
                  </a:lnTo>
                  <a:lnTo>
                    <a:pt x="549" y="639"/>
                  </a:lnTo>
                  <a:lnTo>
                    <a:pt x="549" y="639"/>
                  </a:lnTo>
                  <a:lnTo>
                    <a:pt x="549" y="639"/>
                  </a:lnTo>
                  <a:lnTo>
                    <a:pt x="551" y="524"/>
                  </a:lnTo>
                  <a:lnTo>
                    <a:pt x="551" y="524"/>
                  </a:lnTo>
                  <a:lnTo>
                    <a:pt x="551" y="517"/>
                  </a:lnTo>
                  <a:lnTo>
                    <a:pt x="552" y="639"/>
                  </a:lnTo>
                  <a:lnTo>
                    <a:pt x="553" y="570"/>
                  </a:lnTo>
                  <a:lnTo>
                    <a:pt x="553" y="569"/>
                  </a:lnTo>
                  <a:lnTo>
                    <a:pt x="553" y="450"/>
                  </a:lnTo>
                  <a:lnTo>
                    <a:pt x="554" y="639"/>
                  </a:lnTo>
                  <a:lnTo>
                    <a:pt x="555" y="587"/>
                  </a:lnTo>
                  <a:lnTo>
                    <a:pt x="555" y="587"/>
                  </a:lnTo>
                  <a:lnTo>
                    <a:pt x="555" y="546"/>
                  </a:lnTo>
                  <a:lnTo>
                    <a:pt x="556" y="639"/>
                  </a:lnTo>
                  <a:lnTo>
                    <a:pt x="557" y="639"/>
                  </a:lnTo>
                  <a:lnTo>
                    <a:pt x="557" y="639"/>
                  </a:lnTo>
                  <a:lnTo>
                    <a:pt x="557" y="639"/>
                  </a:lnTo>
                  <a:lnTo>
                    <a:pt x="559" y="599"/>
                  </a:lnTo>
                  <a:lnTo>
                    <a:pt x="559" y="599"/>
                  </a:lnTo>
                  <a:lnTo>
                    <a:pt x="561" y="541"/>
                  </a:lnTo>
                  <a:lnTo>
                    <a:pt x="561" y="541"/>
                  </a:lnTo>
                  <a:lnTo>
                    <a:pt x="561" y="497"/>
                  </a:lnTo>
                  <a:lnTo>
                    <a:pt x="561" y="639"/>
                  </a:lnTo>
                  <a:lnTo>
                    <a:pt x="563" y="553"/>
                  </a:lnTo>
                  <a:lnTo>
                    <a:pt x="563" y="552"/>
                  </a:lnTo>
                  <a:lnTo>
                    <a:pt x="564" y="510"/>
                  </a:lnTo>
                  <a:lnTo>
                    <a:pt x="564" y="639"/>
                  </a:lnTo>
                  <a:lnTo>
                    <a:pt x="565" y="639"/>
                  </a:lnTo>
                  <a:lnTo>
                    <a:pt x="565" y="639"/>
                  </a:lnTo>
                  <a:lnTo>
                    <a:pt x="566" y="597"/>
                  </a:lnTo>
                  <a:lnTo>
                    <a:pt x="566" y="639"/>
                  </a:lnTo>
                  <a:lnTo>
                    <a:pt x="567" y="635"/>
                  </a:lnTo>
                  <a:lnTo>
                    <a:pt x="567" y="635"/>
                  </a:lnTo>
                  <a:lnTo>
                    <a:pt x="568" y="639"/>
                  </a:lnTo>
                  <a:lnTo>
                    <a:pt x="569" y="569"/>
                  </a:lnTo>
                  <a:lnTo>
                    <a:pt x="569" y="568"/>
                  </a:lnTo>
                  <a:lnTo>
                    <a:pt x="569" y="557"/>
                  </a:lnTo>
                  <a:lnTo>
                    <a:pt x="570" y="639"/>
                  </a:lnTo>
                  <a:lnTo>
                    <a:pt x="571" y="639"/>
                  </a:lnTo>
                  <a:lnTo>
                    <a:pt x="571" y="639"/>
                  </a:lnTo>
                  <a:lnTo>
                    <a:pt x="573" y="460"/>
                  </a:lnTo>
                  <a:lnTo>
                    <a:pt x="573" y="639"/>
                  </a:lnTo>
                  <a:lnTo>
                    <a:pt x="573" y="631"/>
                  </a:lnTo>
                  <a:lnTo>
                    <a:pt x="573" y="631"/>
                  </a:lnTo>
                  <a:lnTo>
                    <a:pt x="574" y="595"/>
                  </a:lnTo>
                  <a:lnTo>
                    <a:pt x="575" y="639"/>
                  </a:lnTo>
                  <a:lnTo>
                    <a:pt x="575" y="639"/>
                  </a:lnTo>
                  <a:lnTo>
                    <a:pt x="575" y="639"/>
                  </a:lnTo>
                  <a:lnTo>
                    <a:pt x="577" y="507"/>
                  </a:lnTo>
                  <a:lnTo>
                    <a:pt x="577" y="639"/>
                  </a:lnTo>
                  <a:lnTo>
                    <a:pt x="577" y="635"/>
                  </a:lnTo>
                  <a:lnTo>
                    <a:pt x="577" y="635"/>
                  </a:lnTo>
                  <a:lnTo>
                    <a:pt x="578" y="540"/>
                  </a:lnTo>
                  <a:lnTo>
                    <a:pt x="578" y="639"/>
                  </a:lnTo>
                  <a:lnTo>
                    <a:pt x="579" y="545"/>
                  </a:lnTo>
                  <a:lnTo>
                    <a:pt x="579" y="544"/>
                  </a:lnTo>
                  <a:lnTo>
                    <a:pt x="579" y="533"/>
                  </a:lnTo>
                  <a:lnTo>
                    <a:pt x="580" y="639"/>
                  </a:lnTo>
                  <a:lnTo>
                    <a:pt x="581" y="609"/>
                  </a:lnTo>
                  <a:lnTo>
                    <a:pt x="581" y="609"/>
                  </a:lnTo>
                  <a:lnTo>
                    <a:pt x="582" y="548"/>
                  </a:lnTo>
                  <a:lnTo>
                    <a:pt x="582" y="639"/>
                  </a:lnTo>
                  <a:lnTo>
                    <a:pt x="583" y="614"/>
                  </a:lnTo>
                  <a:lnTo>
                    <a:pt x="583" y="614"/>
                  </a:lnTo>
                  <a:lnTo>
                    <a:pt x="584" y="639"/>
                  </a:lnTo>
                  <a:lnTo>
                    <a:pt x="584" y="597"/>
                  </a:lnTo>
                  <a:lnTo>
                    <a:pt x="585" y="598"/>
                  </a:lnTo>
                  <a:lnTo>
                    <a:pt x="585" y="598"/>
                  </a:lnTo>
                  <a:lnTo>
                    <a:pt x="585" y="639"/>
                  </a:lnTo>
                  <a:lnTo>
                    <a:pt x="586" y="566"/>
                  </a:lnTo>
                  <a:lnTo>
                    <a:pt x="587" y="600"/>
                  </a:lnTo>
                  <a:lnTo>
                    <a:pt x="587" y="600"/>
                  </a:lnTo>
                  <a:lnTo>
                    <a:pt x="589" y="498"/>
                  </a:lnTo>
                  <a:lnTo>
                    <a:pt x="589" y="639"/>
                  </a:lnTo>
                  <a:lnTo>
                    <a:pt x="589" y="639"/>
                  </a:lnTo>
                  <a:lnTo>
                    <a:pt x="589" y="639"/>
                  </a:lnTo>
                  <a:lnTo>
                    <a:pt x="590" y="469"/>
                  </a:lnTo>
                  <a:lnTo>
                    <a:pt x="590" y="639"/>
                  </a:lnTo>
                  <a:lnTo>
                    <a:pt x="591" y="586"/>
                  </a:lnTo>
                  <a:lnTo>
                    <a:pt x="591" y="586"/>
                  </a:lnTo>
                  <a:lnTo>
                    <a:pt x="592" y="566"/>
                  </a:lnTo>
                  <a:lnTo>
                    <a:pt x="592" y="639"/>
                  </a:lnTo>
                  <a:lnTo>
                    <a:pt x="593" y="639"/>
                  </a:lnTo>
                  <a:lnTo>
                    <a:pt x="593" y="639"/>
                  </a:lnTo>
                  <a:lnTo>
                    <a:pt x="594" y="639"/>
                  </a:lnTo>
                  <a:lnTo>
                    <a:pt x="595" y="552"/>
                  </a:lnTo>
                  <a:lnTo>
                    <a:pt x="595" y="639"/>
                  </a:lnTo>
                  <a:lnTo>
                    <a:pt x="595" y="639"/>
                  </a:lnTo>
                  <a:lnTo>
                    <a:pt x="596" y="639"/>
                  </a:lnTo>
                  <a:lnTo>
                    <a:pt x="597" y="485"/>
                  </a:lnTo>
                  <a:lnTo>
                    <a:pt x="597" y="617"/>
                  </a:lnTo>
                  <a:lnTo>
                    <a:pt x="597" y="617"/>
                  </a:lnTo>
                  <a:lnTo>
                    <a:pt x="598" y="577"/>
                  </a:lnTo>
                  <a:lnTo>
                    <a:pt x="599" y="639"/>
                  </a:lnTo>
                  <a:lnTo>
                    <a:pt x="599" y="638"/>
                  </a:lnTo>
                  <a:lnTo>
                    <a:pt x="599" y="638"/>
                  </a:lnTo>
                  <a:lnTo>
                    <a:pt x="600" y="547"/>
                  </a:lnTo>
                  <a:lnTo>
                    <a:pt x="600" y="639"/>
                  </a:lnTo>
                  <a:lnTo>
                    <a:pt x="601" y="639"/>
                  </a:lnTo>
                  <a:lnTo>
                    <a:pt x="601" y="639"/>
                  </a:lnTo>
                  <a:lnTo>
                    <a:pt x="603" y="545"/>
                  </a:lnTo>
                  <a:lnTo>
                    <a:pt x="603" y="639"/>
                  </a:lnTo>
                  <a:lnTo>
                    <a:pt x="603" y="639"/>
                  </a:lnTo>
                  <a:lnTo>
                    <a:pt x="603" y="639"/>
                  </a:lnTo>
                  <a:lnTo>
                    <a:pt x="604" y="543"/>
                  </a:lnTo>
                  <a:lnTo>
                    <a:pt x="604" y="639"/>
                  </a:lnTo>
                  <a:lnTo>
                    <a:pt x="605" y="574"/>
                  </a:lnTo>
                  <a:lnTo>
                    <a:pt x="605" y="574"/>
                  </a:lnTo>
                  <a:lnTo>
                    <a:pt x="606" y="639"/>
                  </a:lnTo>
                  <a:lnTo>
                    <a:pt x="607" y="560"/>
                  </a:lnTo>
                  <a:lnTo>
                    <a:pt x="607" y="632"/>
                  </a:lnTo>
                  <a:lnTo>
                    <a:pt x="607" y="632"/>
                  </a:lnTo>
                  <a:lnTo>
                    <a:pt x="608" y="639"/>
                  </a:lnTo>
                  <a:lnTo>
                    <a:pt x="608" y="564"/>
                  </a:lnTo>
                  <a:lnTo>
                    <a:pt x="609" y="619"/>
                  </a:lnTo>
                  <a:lnTo>
                    <a:pt x="609" y="619"/>
                  </a:lnTo>
                  <a:lnTo>
                    <a:pt x="610" y="595"/>
                  </a:lnTo>
                  <a:lnTo>
                    <a:pt x="610" y="639"/>
                  </a:lnTo>
                  <a:lnTo>
                    <a:pt x="611" y="597"/>
                  </a:lnTo>
                  <a:lnTo>
                    <a:pt x="611" y="597"/>
                  </a:lnTo>
                  <a:lnTo>
                    <a:pt x="611" y="548"/>
                  </a:lnTo>
                  <a:lnTo>
                    <a:pt x="612" y="639"/>
                  </a:lnTo>
                  <a:lnTo>
                    <a:pt x="613" y="620"/>
                  </a:lnTo>
                  <a:lnTo>
                    <a:pt x="613" y="619"/>
                  </a:lnTo>
                  <a:lnTo>
                    <a:pt x="613" y="549"/>
                  </a:lnTo>
                  <a:lnTo>
                    <a:pt x="614" y="639"/>
                  </a:lnTo>
                  <a:lnTo>
                    <a:pt x="615" y="571"/>
                  </a:lnTo>
                  <a:lnTo>
                    <a:pt x="615" y="571"/>
                  </a:lnTo>
                  <a:lnTo>
                    <a:pt x="616" y="639"/>
                  </a:lnTo>
                  <a:lnTo>
                    <a:pt x="617" y="567"/>
                  </a:lnTo>
                  <a:lnTo>
                    <a:pt x="617" y="567"/>
                  </a:lnTo>
                  <a:lnTo>
                    <a:pt x="619" y="526"/>
                  </a:lnTo>
                  <a:lnTo>
                    <a:pt x="619" y="639"/>
                  </a:lnTo>
                  <a:lnTo>
                    <a:pt x="619" y="632"/>
                  </a:lnTo>
                  <a:lnTo>
                    <a:pt x="619" y="632"/>
                  </a:lnTo>
                  <a:lnTo>
                    <a:pt x="619" y="639"/>
                  </a:lnTo>
                  <a:lnTo>
                    <a:pt x="621" y="582"/>
                  </a:lnTo>
                  <a:lnTo>
                    <a:pt x="621" y="582"/>
                  </a:lnTo>
                  <a:lnTo>
                    <a:pt x="621" y="538"/>
                  </a:lnTo>
                  <a:lnTo>
                    <a:pt x="622" y="639"/>
                  </a:lnTo>
                  <a:lnTo>
                    <a:pt x="623" y="569"/>
                  </a:lnTo>
                  <a:lnTo>
                    <a:pt x="623" y="569"/>
                  </a:lnTo>
                  <a:lnTo>
                    <a:pt x="624" y="559"/>
                  </a:lnTo>
                  <a:lnTo>
                    <a:pt x="624" y="639"/>
                  </a:lnTo>
                  <a:lnTo>
                    <a:pt x="625" y="605"/>
                  </a:lnTo>
                  <a:lnTo>
                    <a:pt x="625" y="605"/>
                  </a:lnTo>
                  <a:lnTo>
                    <a:pt x="626" y="581"/>
                  </a:lnTo>
                  <a:lnTo>
                    <a:pt x="626" y="639"/>
                  </a:lnTo>
                  <a:lnTo>
                    <a:pt x="627" y="635"/>
                  </a:lnTo>
                  <a:lnTo>
                    <a:pt x="627" y="635"/>
                  </a:lnTo>
                  <a:lnTo>
                    <a:pt x="627" y="639"/>
                  </a:lnTo>
                  <a:lnTo>
                    <a:pt x="629" y="564"/>
                  </a:lnTo>
                  <a:lnTo>
                    <a:pt x="629" y="597"/>
                  </a:lnTo>
                  <a:lnTo>
                    <a:pt x="629" y="597"/>
                  </a:lnTo>
                  <a:lnTo>
                    <a:pt x="629" y="524"/>
                  </a:lnTo>
                  <a:lnTo>
                    <a:pt x="629" y="639"/>
                  </a:lnTo>
                  <a:lnTo>
                    <a:pt x="631" y="606"/>
                  </a:lnTo>
                  <a:lnTo>
                    <a:pt x="631" y="606"/>
                  </a:lnTo>
                  <a:lnTo>
                    <a:pt x="632" y="525"/>
                  </a:lnTo>
                  <a:lnTo>
                    <a:pt x="632" y="639"/>
                  </a:lnTo>
                  <a:lnTo>
                    <a:pt x="633" y="591"/>
                  </a:lnTo>
                  <a:lnTo>
                    <a:pt x="633" y="590"/>
                  </a:lnTo>
                  <a:lnTo>
                    <a:pt x="633" y="560"/>
                  </a:lnTo>
                  <a:lnTo>
                    <a:pt x="634" y="639"/>
                  </a:lnTo>
                  <a:lnTo>
                    <a:pt x="635" y="594"/>
                  </a:lnTo>
                  <a:lnTo>
                    <a:pt x="635" y="594"/>
                  </a:lnTo>
                  <a:lnTo>
                    <a:pt x="635" y="546"/>
                  </a:lnTo>
                  <a:lnTo>
                    <a:pt x="636" y="639"/>
                  </a:lnTo>
                  <a:lnTo>
                    <a:pt x="637" y="616"/>
                  </a:lnTo>
                  <a:lnTo>
                    <a:pt x="637" y="615"/>
                  </a:lnTo>
                  <a:lnTo>
                    <a:pt x="637" y="545"/>
                  </a:lnTo>
                  <a:lnTo>
                    <a:pt x="638" y="639"/>
                  </a:lnTo>
                  <a:lnTo>
                    <a:pt x="639" y="638"/>
                  </a:lnTo>
                  <a:lnTo>
                    <a:pt x="639" y="638"/>
                  </a:lnTo>
                  <a:lnTo>
                    <a:pt x="639" y="639"/>
                  </a:lnTo>
                  <a:lnTo>
                    <a:pt x="640" y="483"/>
                  </a:lnTo>
                  <a:lnTo>
                    <a:pt x="641" y="608"/>
                  </a:lnTo>
                  <a:lnTo>
                    <a:pt x="641" y="608"/>
                  </a:lnTo>
                  <a:lnTo>
                    <a:pt x="641" y="639"/>
                  </a:lnTo>
                  <a:lnTo>
                    <a:pt x="643" y="580"/>
                  </a:lnTo>
                  <a:lnTo>
                    <a:pt x="643" y="629"/>
                  </a:lnTo>
                  <a:lnTo>
                    <a:pt x="643" y="629"/>
                  </a:lnTo>
                  <a:lnTo>
                    <a:pt x="644" y="639"/>
                  </a:lnTo>
                  <a:lnTo>
                    <a:pt x="645" y="569"/>
                  </a:lnTo>
                  <a:lnTo>
                    <a:pt x="645" y="569"/>
                  </a:lnTo>
                  <a:lnTo>
                    <a:pt x="646" y="468"/>
                  </a:lnTo>
                  <a:lnTo>
                    <a:pt x="646" y="639"/>
                  </a:lnTo>
                  <a:lnTo>
                    <a:pt x="647" y="579"/>
                  </a:lnTo>
                  <a:lnTo>
                    <a:pt x="647" y="578"/>
                  </a:lnTo>
                  <a:lnTo>
                    <a:pt x="647" y="568"/>
                  </a:lnTo>
                  <a:lnTo>
                    <a:pt x="649" y="639"/>
                  </a:lnTo>
                  <a:lnTo>
                    <a:pt x="649" y="623"/>
                  </a:lnTo>
                  <a:lnTo>
                    <a:pt x="649" y="623"/>
                  </a:lnTo>
                  <a:lnTo>
                    <a:pt x="651" y="552"/>
                  </a:lnTo>
                  <a:lnTo>
                    <a:pt x="651" y="639"/>
                  </a:lnTo>
                  <a:lnTo>
                    <a:pt x="651" y="632"/>
                  </a:lnTo>
                  <a:lnTo>
                    <a:pt x="651" y="632"/>
                  </a:lnTo>
                  <a:lnTo>
                    <a:pt x="653" y="515"/>
                  </a:lnTo>
                  <a:lnTo>
                    <a:pt x="653" y="639"/>
                  </a:lnTo>
                  <a:lnTo>
                    <a:pt x="653" y="611"/>
                  </a:lnTo>
                  <a:lnTo>
                    <a:pt x="653" y="611"/>
                  </a:lnTo>
                  <a:lnTo>
                    <a:pt x="655" y="639"/>
                  </a:lnTo>
                  <a:lnTo>
                    <a:pt x="655" y="579"/>
                  </a:lnTo>
                  <a:lnTo>
                    <a:pt x="655" y="579"/>
                  </a:lnTo>
                  <a:lnTo>
                    <a:pt x="656" y="428"/>
                  </a:lnTo>
                  <a:lnTo>
                    <a:pt x="657" y="639"/>
                  </a:lnTo>
                  <a:lnTo>
                    <a:pt x="657" y="638"/>
                  </a:lnTo>
                  <a:lnTo>
                    <a:pt x="657" y="638"/>
                  </a:lnTo>
                  <a:lnTo>
                    <a:pt x="659" y="556"/>
                  </a:lnTo>
                  <a:lnTo>
                    <a:pt x="659" y="556"/>
                  </a:lnTo>
                  <a:lnTo>
                    <a:pt x="659" y="554"/>
                  </a:lnTo>
                  <a:lnTo>
                    <a:pt x="660" y="639"/>
                  </a:lnTo>
                  <a:lnTo>
                    <a:pt x="661" y="625"/>
                  </a:lnTo>
                  <a:lnTo>
                    <a:pt x="661" y="625"/>
                  </a:lnTo>
                  <a:lnTo>
                    <a:pt x="662" y="639"/>
                  </a:lnTo>
                  <a:lnTo>
                    <a:pt x="663" y="542"/>
                  </a:lnTo>
                  <a:lnTo>
                    <a:pt x="663" y="639"/>
                  </a:lnTo>
                  <a:lnTo>
                    <a:pt x="663" y="639"/>
                  </a:lnTo>
                  <a:lnTo>
                    <a:pt x="664" y="537"/>
                  </a:lnTo>
                  <a:lnTo>
                    <a:pt x="664" y="639"/>
                  </a:lnTo>
                  <a:lnTo>
                    <a:pt x="665" y="639"/>
                  </a:lnTo>
                  <a:lnTo>
                    <a:pt x="665" y="639"/>
                  </a:lnTo>
                  <a:lnTo>
                    <a:pt x="667" y="584"/>
                  </a:lnTo>
                  <a:lnTo>
                    <a:pt x="667" y="639"/>
                  </a:lnTo>
                  <a:lnTo>
                    <a:pt x="667" y="639"/>
                  </a:lnTo>
                  <a:lnTo>
                    <a:pt x="667" y="639"/>
                  </a:lnTo>
                  <a:lnTo>
                    <a:pt x="667" y="639"/>
                  </a:lnTo>
                  <a:lnTo>
                    <a:pt x="669" y="585"/>
                  </a:lnTo>
                  <a:lnTo>
                    <a:pt x="669" y="585"/>
                  </a:lnTo>
                  <a:lnTo>
                    <a:pt x="670" y="639"/>
                  </a:lnTo>
                  <a:lnTo>
                    <a:pt x="671" y="548"/>
                  </a:lnTo>
                  <a:lnTo>
                    <a:pt x="671" y="639"/>
                  </a:lnTo>
                  <a:lnTo>
                    <a:pt x="671" y="639"/>
                  </a:lnTo>
                  <a:lnTo>
                    <a:pt x="672" y="639"/>
                  </a:lnTo>
                  <a:lnTo>
                    <a:pt x="673" y="570"/>
                  </a:lnTo>
                  <a:lnTo>
                    <a:pt x="673" y="638"/>
                  </a:lnTo>
                  <a:lnTo>
                    <a:pt x="673" y="638"/>
                  </a:lnTo>
                  <a:lnTo>
                    <a:pt x="674" y="548"/>
                  </a:lnTo>
                  <a:lnTo>
                    <a:pt x="675" y="639"/>
                  </a:lnTo>
                  <a:lnTo>
                    <a:pt x="675" y="639"/>
                  </a:lnTo>
                  <a:lnTo>
                    <a:pt x="675" y="639"/>
                  </a:lnTo>
                  <a:lnTo>
                    <a:pt x="676" y="550"/>
                  </a:lnTo>
                  <a:lnTo>
                    <a:pt x="677" y="639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79" y="639"/>
                  </a:lnTo>
                  <a:lnTo>
                    <a:pt x="679" y="544"/>
                  </a:lnTo>
                  <a:lnTo>
                    <a:pt x="679" y="595"/>
                  </a:lnTo>
                  <a:lnTo>
                    <a:pt x="679" y="598"/>
                  </a:lnTo>
                  <a:lnTo>
                    <a:pt x="679" y="450"/>
                  </a:lnTo>
                  <a:lnTo>
                    <a:pt x="679" y="639"/>
                  </a:lnTo>
                  <a:lnTo>
                    <a:pt x="681" y="609"/>
                  </a:lnTo>
                  <a:lnTo>
                    <a:pt x="681" y="609"/>
                  </a:lnTo>
                  <a:lnTo>
                    <a:pt x="682" y="639"/>
                  </a:lnTo>
                  <a:lnTo>
                    <a:pt x="683" y="582"/>
                  </a:lnTo>
                  <a:lnTo>
                    <a:pt x="683" y="581"/>
                  </a:lnTo>
                  <a:lnTo>
                    <a:pt x="684" y="639"/>
                  </a:lnTo>
                  <a:lnTo>
                    <a:pt x="685" y="405"/>
                  </a:lnTo>
                  <a:lnTo>
                    <a:pt x="685" y="412"/>
                  </a:lnTo>
                  <a:lnTo>
                    <a:pt x="685" y="419"/>
                  </a:lnTo>
                  <a:lnTo>
                    <a:pt x="685" y="639"/>
                  </a:lnTo>
                  <a:lnTo>
                    <a:pt x="687" y="639"/>
                  </a:lnTo>
                  <a:lnTo>
                    <a:pt x="687" y="639"/>
                  </a:lnTo>
                  <a:lnTo>
                    <a:pt x="688" y="603"/>
                  </a:lnTo>
                  <a:lnTo>
                    <a:pt x="688" y="639"/>
                  </a:lnTo>
                  <a:lnTo>
                    <a:pt x="689" y="632"/>
                  </a:lnTo>
                  <a:lnTo>
                    <a:pt x="689" y="632"/>
                  </a:lnTo>
                  <a:lnTo>
                    <a:pt x="690" y="639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93" y="463"/>
                  </a:lnTo>
                  <a:lnTo>
                    <a:pt x="693" y="639"/>
                  </a:lnTo>
                  <a:lnTo>
                    <a:pt x="693" y="613"/>
                  </a:lnTo>
                  <a:lnTo>
                    <a:pt x="693" y="613"/>
                  </a:lnTo>
                  <a:lnTo>
                    <a:pt x="694" y="410"/>
                  </a:lnTo>
                  <a:lnTo>
                    <a:pt x="694" y="639"/>
                  </a:lnTo>
                  <a:lnTo>
                    <a:pt x="695" y="588"/>
                  </a:lnTo>
                  <a:lnTo>
                    <a:pt x="695" y="588"/>
                  </a:lnTo>
                  <a:lnTo>
                    <a:pt x="697" y="527"/>
                  </a:lnTo>
                  <a:lnTo>
                    <a:pt x="697" y="639"/>
                  </a:lnTo>
                  <a:lnTo>
                    <a:pt x="697" y="639"/>
                  </a:lnTo>
                  <a:lnTo>
                    <a:pt x="697" y="639"/>
                  </a:lnTo>
                  <a:lnTo>
                    <a:pt x="698" y="639"/>
                  </a:lnTo>
                  <a:lnTo>
                    <a:pt x="699" y="555"/>
                  </a:lnTo>
                  <a:lnTo>
                    <a:pt x="699" y="585"/>
                  </a:lnTo>
                  <a:lnTo>
                    <a:pt x="699" y="585"/>
                  </a:lnTo>
                  <a:lnTo>
                    <a:pt x="700" y="495"/>
                  </a:lnTo>
                  <a:lnTo>
                    <a:pt x="701" y="639"/>
                  </a:lnTo>
                  <a:lnTo>
                    <a:pt x="701" y="613"/>
                  </a:lnTo>
                  <a:lnTo>
                    <a:pt x="701" y="613"/>
                  </a:lnTo>
                  <a:lnTo>
                    <a:pt x="702" y="565"/>
                  </a:lnTo>
                  <a:lnTo>
                    <a:pt x="703" y="639"/>
                  </a:lnTo>
                  <a:lnTo>
                    <a:pt x="703" y="635"/>
                  </a:lnTo>
                  <a:lnTo>
                    <a:pt x="703" y="635"/>
                  </a:lnTo>
                  <a:lnTo>
                    <a:pt x="704" y="639"/>
                  </a:lnTo>
                  <a:lnTo>
                    <a:pt x="705" y="521"/>
                  </a:lnTo>
                  <a:lnTo>
                    <a:pt x="705" y="594"/>
                  </a:lnTo>
                  <a:lnTo>
                    <a:pt x="705" y="594"/>
                  </a:lnTo>
                  <a:lnTo>
                    <a:pt x="706" y="639"/>
                  </a:lnTo>
                  <a:lnTo>
                    <a:pt x="706" y="453"/>
                  </a:lnTo>
                  <a:lnTo>
                    <a:pt x="707" y="636"/>
                  </a:lnTo>
                  <a:lnTo>
                    <a:pt x="707" y="636"/>
                  </a:lnTo>
                  <a:lnTo>
                    <a:pt x="708" y="639"/>
                  </a:lnTo>
                  <a:lnTo>
                    <a:pt x="709" y="557"/>
                  </a:lnTo>
                  <a:lnTo>
                    <a:pt x="709" y="557"/>
                  </a:lnTo>
                  <a:lnTo>
                    <a:pt x="709" y="639"/>
                  </a:lnTo>
                  <a:lnTo>
                    <a:pt x="711" y="541"/>
                  </a:lnTo>
                  <a:lnTo>
                    <a:pt x="711" y="639"/>
                  </a:lnTo>
                  <a:lnTo>
                    <a:pt x="711" y="639"/>
                  </a:lnTo>
                  <a:lnTo>
                    <a:pt x="712" y="639"/>
                  </a:lnTo>
                  <a:lnTo>
                    <a:pt x="712" y="512"/>
                  </a:lnTo>
                  <a:lnTo>
                    <a:pt x="713" y="608"/>
                  </a:lnTo>
                  <a:lnTo>
                    <a:pt x="713" y="608"/>
                  </a:lnTo>
                  <a:lnTo>
                    <a:pt x="714" y="639"/>
                  </a:lnTo>
                  <a:lnTo>
                    <a:pt x="715" y="605"/>
                  </a:lnTo>
                  <a:lnTo>
                    <a:pt x="715" y="635"/>
                  </a:lnTo>
                  <a:lnTo>
                    <a:pt x="715" y="635"/>
                  </a:lnTo>
                  <a:lnTo>
                    <a:pt x="716" y="615"/>
                  </a:lnTo>
                  <a:lnTo>
                    <a:pt x="716" y="639"/>
                  </a:lnTo>
                  <a:lnTo>
                    <a:pt x="717" y="627"/>
                  </a:lnTo>
                  <a:lnTo>
                    <a:pt x="717" y="627"/>
                  </a:lnTo>
                  <a:lnTo>
                    <a:pt x="718" y="575"/>
                  </a:lnTo>
                  <a:lnTo>
                    <a:pt x="718" y="639"/>
                  </a:lnTo>
                  <a:lnTo>
                    <a:pt x="719" y="587"/>
                  </a:lnTo>
                  <a:lnTo>
                    <a:pt x="719" y="587"/>
                  </a:lnTo>
                  <a:lnTo>
                    <a:pt x="720" y="406"/>
                  </a:lnTo>
                  <a:lnTo>
                    <a:pt x="720" y="639"/>
                  </a:lnTo>
                  <a:lnTo>
                    <a:pt x="721" y="592"/>
                  </a:lnTo>
                  <a:lnTo>
                    <a:pt x="721" y="592"/>
                  </a:lnTo>
                  <a:lnTo>
                    <a:pt x="723" y="535"/>
                  </a:lnTo>
                  <a:lnTo>
                    <a:pt x="723" y="639"/>
                  </a:lnTo>
                  <a:lnTo>
                    <a:pt x="723" y="638"/>
                  </a:lnTo>
                  <a:lnTo>
                    <a:pt x="723" y="637"/>
                  </a:lnTo>
                  <a:lnTo>
                    <a:pt x="724" y="591"/>
                  </a:lnTo>
                  <a:lnTo>
                    <a:pt x="725" y="639"/>
                  </a:lnTo>
                  <a:lnTo>
                    <a:pt x="725" y="606"/>
                  </a:lnTo>
                  <a:lnTo>
                    <a:pt x="725" y="606"/>
                  </a:lnTo>
                  <a:lnTo>
                    <a:pt x="727" y="639"/>
                  </a:lnTo>
                  <a:lnTo>
                    <a:pt x="727" y="511"/>
                  </a:lnTo>
                  <a:lnTo>
                    <a:pt x="727" y="639"/>
                  </a:lnTo>
                  <a:lnTo>
                    <a:pt x="727" y="639"/>
                  </a:lnTo>
                  <a:lnTo>
                    <a:pt x="728" y="597"/>
                  </a:lnTo>
                  <a:lnTo>
                    <a:pt x="729" y="639"/>
                  </a:lnTo>
                  <a:lnTo>
                    <a:pt x="729" y="613"/>
                  </a:lnTo>
                  <a:lnTo>
                    <a:pt x="729" y="613"/>
                  </a:lnTo>
                  <a:lnTo>
                    <a:pt x="731" y="536"/>
                  </a:lnTo>
                  <a:lnTo>
                    <a:pt x="731" y="639"/>
                  </a:lnTo>
                  <a:lnTo>
                    <a:pt x="731" y="636"/>
                  </a:lnTo>
                  <a:lnTo>
                    <a:pt x="731" y="636"/>
                  </a:lnTo>
                  <a:lnTo>
                    <a:pt x="732" y="564"/>
                  </a:lnTo>
                  <a:lnTo>
                    <a:pt x="733" y="639"/>
                  </a:lnTo>
                  <a:lnTo>
                    <a:pt x="733" y="639"/>
                  </a:lnTo>
                  <a:lnTo>
                    <a:pt x="733" y="639"/>
                  </a:lnTo>
                  <a:lnTo>
                    <a:pt x="734" y="550"/>
                  </a:lnTo>
                  <a:lnTo>
                    <a:pt x="734" y="639"/>
                  </a:lnTo>
                  <a:lnTo>
                    <a:pt x="735" y="639"/>
                  </a:lnTo>
                  <a:lnTo>
                    <a:pt x="735" y="639"/>
                  </a:lnTo>
                  <a:lnTo>
                    <a:pt x="737" y="587"/>
                  </a:lnTo>
                  <a:lnTo>
                    <a:pt x="737" y="639"/>
                  </a:lnTo>
                  <a:lnTo>
                    <a:pt x="737" y="632"/>
                  </a:lnTo>
                  <a:lnTo>
                    <a:pt x="737" y="632"/>
                  </a:lnTo>
                  <a:lnTo>
                    <a:pt x="738" y="562"/>
                  </a:lnTo>
                  <a:lnTo>
                    <a:pt x="738" y="639"/>
                  </a:lnTo>
                  <a:lnTo>
                    <a:pt x="739" y="637"/>
                  </a:lnTo>
                  <a:lnTo>
                    <a:pt x="739" y="637"/>
                  </a:lnTo>
                  <a:lnTo>
                    <a:pt x="741" y="482"/>
                  </a:lnTo>
                  <a:lnTo>
                    <a:pt x="741" y="639"/>
                  </a:lnTo>
                  <a:lnTo>
                    <a:pt x="741" y="639"/>
                  </a:lnTo>
                  <a:lnTo>
                    <a:pt x="741" y="639"/>
                  </a:lnTo>
                  <a:lnTo>
                    <a:pt x="743" y="609"/>
                  </a:lnTo>
                  <a:lnTo>
                    <a:pt x="743" y="639"/>
                  </a:lnTo>
                  <a:lnTo>
                    <a:pt x="743" y="639"/>
                  </a:lnTo>
                  <a:lnTo>
                    <a:pt x="743" y="639"/>
                  </a:lnTo>
                  <a:lnTo>
                    <a:pt x="745" y="608"/>
                  </a:lnTo>
                  <a:lnTo>
                    <a:pt x="745" y="639"/>
                  </a:lnTo>
                  <a:lnTo>
                    <a:pt x="745" y="630"/>
                  </a:lnTo>
                  <a:lnTo>
                    <a:pt x="745" y="629"/>
                  </a:lnTo>
                  <a:lnTo>
                    <a:pt x="746" y="639"/>
                  </a:lnTo>
                  <a:lnTo>
                    <a:pt x="747" y="544"/>
                  </a:lnTo>
                  <a:lnTo>
                    <a:pt x="747" y="544"/>
                  </a:lnTo>
                  <a:lnTo>
                    <a:pt x="747" y="542"/>
                  </a:lnTo>
                  <a:lnTo>
                    <a:pt x="749" y="639"/>
                  </a:lnTo>
                  <a:lnTo>
                    <a:pt x="749" y="560"/>
                  </a:lnTo>
                  <a:lnTo>
                    <a:pt x="749" y="560"/>
                  </a:lnTo>
                  <a:lnTo>
                    <a:pt x="750" y="550"/>
                  </a:lnTo>
                  <a:lnTo>
                    <a:pt x="750" y="639"/>
                  </a:lnTo>
                  <a:lnTo>
                    <a:pt x="751" y="639"/>
                  </a:lnTo>
                  <a:lnTo>
                    <a:pt x="751" y="639"/>
                  </a:lnTo>
                  <a:lnTo>
                    <a:pt x="752" y="639"/>
                  </a:lnTo>
                  <a:lnTo>
                    <a:pt x="753" y="568"/>
                  </a:lnTo>
                  <a:lnTo>
                    <a:pt x="753" y="607"/>
                  </a:lnTo>
                  <a:lnTo>
                    <a:pt x="753" y="607"/>
                  </a:lnTo>
                  <a:lnTo>
                    <a:pt x="755" y="639"/>
                  </a:lnTo>
                  <a:lnTo>
                    <a:pt x="755" y="527"/>
                  </a:lnTo>
                  <a:lnTo>
                    <a:pt x="755" y="527"/>
                  </a:lnTo>
                  <a:lnTo>
                    <a:pt x="756" y="639"/>
                  </a:lnTo>
                  <a:lnTo>
                    <a:pt x="756" y="440"/>
                  </a:lnTo>
                  <a:lnTo>
                    <a:pt x="757" y="617"/>
                  </a:lnTo>
                  <a:lnTo>
                    <a:pt x="757" y="619"/>
                  </a:lnTo>
                  <a:lnTo>
                    <a:pt x="758" y="639"/>
                  </a:lnTo>
                  <a:lnTo>
                    <a:pt x="759" y="576"/>
                  </a:lnTo>
                  <a:lnTo>
                    <a:pt x="759" y="639"/>
                  </a:lnTo>
                  <a:lnTo>
                    <a:pt x="759" y="639"/>
                  </a:lnTo>
                  <a:lnTo>
                    <a:pt x="760" y="639"/>
                  </a:lnTo>
                  <a:lnTo>
                    <a:pt x="761" y="521"/>
                  </a:lnTo>
                  <a:lnTo>
                    <a:pt x="761" y="521"/>
                  </a:lnTo>
                  <a:lnTo>
                    <a:pt x="762" y="469"/>
                  </a:lnTo>
                  <a:lnTo>
                    <a:pt x="763" y="639"/>
                  </a:lnTo>
                  <a:lnTo>
                    <a:pt x="763" y="639"/>
                  </a:lnTo>
                  <a:lnTo>
                    <a:pt x="763" y="639"/>
                  </a:lnTo>
                  <a:lnTo>
                    <a:pt x="764" y="589"/>
                  </a:lnTo>
                  <a:lnTo>
                    <a:pt x="764" y="639"/>
                  </a:lnTo>
                  <a:lnTo>
                    <a:pt x="765" y="639"/>
                  </a:lnTo>
                  <a:lnTo>
                    <a:pt x="765" y="639"/>
                  </a:lnTo>
                  <a:lnTo>
                    <a:pt x="765" y="639"/>
                  </a:lnTo>
                  <a:lnTo>
                    <a:pt x="767" y="589"/>
                  </a:lnTo>
                  <a:lnTo>
                    <a:pt x="767" y="588"/>
                  </a:lnTo>
                  <a:lnTo>
                    <a:pt x="769" y="639"/>
                  </a:lnTo>
                  <a:lnTo>
                    <a:pt x="769" y="568"/>
                  </a:lnTo>
                  <a:lnTo>
                    <a:pt x="769" y="568"/>
                  </a:lnTo>
                  <a:lnTo>
                    <a:pt x="771" y="520"/>
                  </a:lnTo>
                  <a:lnTo>
                    <a:pt x="771" y="639"/>
                  </a:lnTo>
                  <a:lnTo>
                    <a:pt x="771" y="597"/>
                  </a:lnTo>
                  <a:lnTo>
                    <a:pt x="771" y="595"/>
                  </a:lnTo>
                  <a:lnTo>
                    <a:pt x="771" y="569"/>
                  </a:lnTo>
                  <a:lnTo>
                    <a:pt x="771" y="639"/>
                  </a:lnTo>
                  <a:lnTo>
                    <a:pt x="773" y="614"/>
                  </a:lnTo>
                  <a:lnTo>
                    <a:pt x="773" y="614"/>
                  </a:lnTo>
                  <a:lnTo>
                    <a:pt x="774" y="599"/>
                  </a:lnTo>
                  <a:lnTo>
                    <a:pt x="774" y="639"/>
                  </a:lnTo>
                  <a:lnTo>
                    <a:pt x="775" y="617"/>
                  </a:lnTo>
                  <a:lnTo>
                    <a:pt x="775" y="617"/>
                  </a:lnTo>
                  <a:lnTo>
                    <a:pt x="776" y="639"/>
                  </a:lnTo>
                  <a:lnTo>
                    <a:pt x="777" y="532"/>
                  </a:lnTo>
                  <a:lnTo>
                    <a:pt x="777" y="638"/>
                  </a:lnTo>
                  <a:lnTo>
                    <a:pt x="777" y="638"/>
                  </a:lnTo>
                  <a:lnTo>
                    <a:pt x="778" y="407"/>
                  </a:lnTo>
                  <a:lnTo>
                    <a:pt x="778" y="639"/>
                  </a:lnTo>
                  <a:lnTo>
                    <a:pt x="779" y="600"/>
                  </a:lnTo>
                  <a:lnTo>
                    <a:pt x="779" y="600"/>
                  </a:lnTo>
                  <a:lnTo>
                    <a:pt x="780" y="594"/>
                  </a:lnTo>
                  <a:lnTo>
                    <a:pt x="781" y="639"/>
                  </a:lnTo>
                  <a:lnTo>
                    <a:pt x="781" y="628"/>
                  </a:lnTo>
                  <a:lnTo>
                    <a:pt x="781" y="628"/>
                  </a:lnTo>
                  <a:lnTo>
                    <a:pt x="782" y="555"/>
                  </a:lnTo>
                  <a:lnTo>
                    <a:pt x="783" y="639"/>
                  </a:lnTo>
                  <a:lnTo>
                    <a:pt x="783" y="634"/>
                  </a:lnTo>
                  <a:lnTo>
                    <a:pt x="783" y="633"/>
                  </a:lnTo>
                  <a:lnTo>
                    <a:pt x="783" y="476"/>
                  </a:lnTo>
                  <a:lnTo>
                    <a:pt x="783" y="639"/>
                  </a:lnTo>
                  <a:lnTo>
                    <a:pt x="785" y="639"/>
                  </a:lnTo>
                  <a:lnTo>
                    <a:pt x="785" y="639"/>
                  </a:lnTo>
                  <a:lnTo>
                    <a:pt x="786" y="639"/>
                  </a:lnTo>
                  <a:lnTo>
                    <a:pt x="787" y="563"/>
                  </a:lnTo>
                  <a:lnTo>
                    <a:pt x="787" y="605"/>
                  </a:lnTo>
                  <a:lnTo>
                    <a:pt x="787" y="607"/>
                  </a:lnTo>
                  <a:lnTo>
                    <a:pt x="788" y="639"/>
                  </a:lnTo>
                  <a:lnTo>
                    <a:pt x="789" y="549"/>
                  </a:lnTo>
                  <a:lnTo>
                    <a:pt x="789" y="548"/>
                  </a:lnTo>
                  <a:lnTo>
                    <a:pt x="790" y="639"/>
                  </a:lnTo>
                  <a:lnTo>
                    <a:pt x="791" y="492"/>
                  </a:lnTo>
                  <a:lnTo>
                    <a:pt x="791" y="639"/>
                  </a:lnTo>
                  <a:lnTo>
                    <a:pt x="791" y="639"/>
                  </a:lnTo>
                  <a:lnTo>
                    <a:pt x="792" y="589"/>
                  </a:lnTo>
                  <a:lnTo>
                    <a:pt x="793" y="639"/>
                  </a:lnTo>
                  <a:lnTo>
                    <a:pt x="793" y="638"/>
                  </a:lnTo>
                  <a:lnTo>
                    <a:pt x="793" y="638"/>
                  </a:lnTo>
                  <a:lnTo>
                    <a:pt x="795" y="562"/>
                  </a:lnTo>
                  <a:lnTo>
                    <a:pt x="795" y="639"/>
                  </a:lnTo>
                  <a:lnTo>
                    <a:pt x="795" y="622"/>
                  </a:lnTo>
                  <a:lnTo>
                    <a:pt x="795" y="622"/>
                  </a:lnTo>
                  <a:lnTo>
                    <a:pt x="797" y="433"/>
                  </a:lnTo>
                  <a:lnTo>
                    <a:pt x="797" y="639"/>
                  </a:lnTo>
                  <a:lnTo>
                    <a:pt x="797" y="607"/>
                  </a:lnTo>
                  <a:lnTo>
                    <a:pt x="797" y="607"/>
                  </a:lnTo>
                  <a:lnTo>
                    <a:pt x="798" y="639"/>
                  </a:lnTo>
                  <a:lnTo>
                    <a:pt x="799" y="564"/>
                  </a:lnTo>
                  <a:lnTo>
                    <a:pt x="799" y="637"/>
                  </a:lnTo>
                  <a:lnTo>
                    <a:pt x="799" y="637"/>
                  </a:lnTo>
                  <a:lnTo>
                    <a:pt x="800" y="639"/>
                  </a:lnTo>
                  <a:lnTo>
                    <a:pt x="802" y="539"/>
                  </a:lnTo>
                  <a:lnTo>
                    <a:pt x="802" y="538"/>
                  </a:lnTo>
                  <a:lnTo>
                    <a:pt x="803" y="506"/>
                  </a:lnTo>
                  <a:lnTo>
                    <a:pt x="803" y="639"/>
                  </a:lnTo>
                  <a:lnTo>
                    <a:pt x="803" y="611"/>
                  </a:lnTo>
                  <a:lnTo>
                    <a:pt x="803" y="611"/>
                  </a:lnTo>
                  <a:lnTo>
                    <a:pt x="804" y="607"/>
                  </a:lnTo>
                  <a:lnTo>
                    <a:pt x="805" y="639"/>
                  </a:lnTo>
                  <a:lnTo>
                    <a:pt x="805" y="639"/>
                  </a:lnTo>
                  <a:lnTo>
                    <a:pt x="805" y="639"/>
                  </a:lnTo>
                  <a:lnTo>
                    <a:pt x="806" y="639"/>
                  </a:lnTo>
                  <a:lnTo>
                    <a:pt x="806" y="604"/>
                  </a:lnTo>
                  <a:lnTo>
                    <a:pt x="808" y="639"/>
                  </a:lnTo>
                  <a:lnTo>
                    <a:pt x="808" y="639"/>
                  </a:lnTo>
                  <a:lnTo>
                    <a:pt x="809" y="541"/>
                  </a:lnTo>
                  <a:lnTo>
                    <a:pt x="809" y="639"/>
                  </a:lnTo>
                  <a:lnTo>
                    <a:pt x="809" y="630"/>
                  </a:lnTo>
                  <a:lnTo>
                    <a:pt x="809" y="630"/>
                  </a:lnTo>
                  <a:lnTo>
                    <a:pt x="810" y="476"/>
                  </a:lnTo>
                  <a:lnTo>
                    <a:pt x="810" y="639"/>
                  </a:lnTo>
                  <a:lnTo>
                    <a:pt x="811" y="639"/>
                  </a:lnTo>
                  <a:lnTo>
                    <a:pt x="811" y="639"/>
                  </a:lnTo>
                  <a:lnTo>
                    <a:pt x="812" y="596"/>
                  </a:lnTo>
                  <a:lnTo>
                    <a:pt x="813" y="639"/>
                  </a:lnTo>
                  <a:lnTo>
                    <a:pt x="814" y="631"/>
                  </a:lnTo>
                  <a:lnTo>
                    <a:pt x="814" y="631"/>
                  </a:lnTo>
                  <a:lnTo>
                    <a:pt x="814" y="591"/>
                  </a:lnTo>
                  <a:lnTo>
                    <a:pt x="814" y="639"/>
                  </a:lnTo>
                  <a:lnTo>
                    <a:pt x="815" y="639"/>
                  </a:lnTo>
                  <a:lnTo>
                    <a:pt x="815" y="639"/>
                  </a:lnTo>
                  <a:lnTo>
                    <a:pt x="815" y="639"/>
                  </a:lnTo>
                  <a:lnTo>
                    <a:pt x="816" y="595"/>
                  </a:lnTo>
                  <a:lnTo>
                    <a:pt x="817" y="639"/>
                  </a:lnTo>
                  <a:lnTo>
                    <a:pt x="817" y="639"/>
                  </a:lnTo>
                  <a:lnTo>
                    <a:pt x="818" y="500"/>
                  </a:lnTo>
                  <a:lnTo>
                    <a:pt x="818" y="639"/>
                  </a:lnTo>
                  <a:lnTo>
                    <a:pt x="820" y="639"/>
                  </a:lnTo>
                  <a:lnTo>
                    <a:pt x="820" y="639"/>
                  </a:lnTo>
                  <a:lnTo>
                    <a:pt x="821" y="489"/>
                  </a:lnTo>
                  <a:lnTo>
                    <a:pt x="821" y="639"/>
                  </a:lnTo>
                  <a:lnTo>
                    <a:pt x="821" y="639"/>
                  </a:lnTo>
                  <a:lnTo>
                    <a:pt x="821" y="639"/>
                  </a:lnTo>
                  <a:lnTo>
                    <a:pt x="822" y="639"/>
                  </a:lnTo>
                  <a:lnTo>
                    <a:pt x="823" y="539"/>
                  </a:lnTo>
                  <a:lnTo>
                    <a:pt x="823" y="539"/>
                  </a:lnTo>
                  <a:lnTo>
                    <a:pt x="825" y="426"/>
                  </a:lnTo>
                  <a:lnTo>
                    <a:pt x="826" y="639"/>
                  </a:lnTo>
                  <a:lnTo>
                    <a:pt x="826" y="639"/>
                  </a:lnTo>
                  <a:lnTo>
                    <a:pt x="826" y="639"/>
                  </a:lnTo>
                  <a:lnTo>
                    <a:pt x="827" y="562"/>
                  </a:lnTo>
                  <a:lnTo>
                    <a:pt x="827" y="639"/>
                  </a:lnTo>
                  <a:lnTo>
                    <a:pt x="827" y="639"/>
                  </a:lnTo>
                  <a:lnTo>
                    <a:pt x="827" y="639"/>
                  </a:lnTo>
                  <a:lnTo>
                    <a:pt x="827" y="639"/>
                  </a:lnTo>
                  <a:lnTo>
                    <a:pt x="829" y="520"/>
                  </a:lnTo>
                  <a:lnTo>
                    <a:pt x="829" y="593"/>
                  </a:lnTo>
                  <a:lnTo>
                    <a:pt x="829" y="593"/>
                  </a:lnTo>
                  <a:lnTo>
                    <a:pt x="830" y="639"/>
                  </a:lnTo>
                  <a:lnTo>
                    <a:pt x="831" y="578"/>
                  </a:lnTo>
                  <a:lnTo>
                    <a:pt x="832" y="639"/>
                  </a:lnTo>
                  <a:lnTo>
                    <a:pt x="832" y="639"/>
                  </a:lnTo>
                  <a:lnTo>
                    <a:pt x="832" y="401"/>
                  </a:lnTo>
                  <a:lnTo>
                    <a:pt x="832" y="639"/>
                  </a:lnTo>
                  <a:lnTo>
                    <a:pt x="833" y="609"/>
                  </a:lnTo>
                  <a:lnTo>
                    <a:pt x="833" y="610"/>
                  </a:lnTo>
                  <a:lnTo>
                    <a:pt x="835" y="508"/>
                  </a:lnTo>
                  <a:lnTo>
                    <a:pt x="835" y="639"/>
                  </a:lnTo>
                  <a:lnTo>
                    <a:pt x="835" y="605"/>
                  </a:lnTo>
                  <a:lnTo>
                    <a:pt x="835" y="605"/>
                  </a:lnTo>
                  <a:lnTo>
                    <a:pt x="837" y="487"/>
                  </a:lnTo>
                  <a:lnTo>
                    <a:pt x="838" y="639"/>
                  </a:lnTo>
                  <a:lnTo>
                    <a:pt x="838" y="638"/>
                  </a:lnTo>
                  <a:lnTo>
                    <a:pt x="838" y="638"/>
                  </a:lnTo>
                  <a:lnTo>
                    <a:pt x="838" y="573"/>
                  </a:lnTo>
                  <a:lnTo>
                    <a:pt x="839" y="639"/>
                  </a:lnTo>
                  <a:lnTo>
                    <a:pt x="839" y="638"/>
                  </a:lnTo>
                  <a:lnTo>
                    <a:pt x="839" y="638"/>
                  </a:lnTo>
                  <a:lnTo>
                    <a:pt x="840" y="639"/>
                  </a:lnTo>
                  <a:lnTo>
                    <a:pt x="841" y="565"/>
                  </a:lnTo>
                  <a:lnTo>
                    <a:pt x="841" y="565"/>
                  </a:lnTo>
                  <a:lnTo>
                    <a:pt x="842" y="639"/>
                  </a:lnTo>
                  <a:lnTo>
                    <a:pt x="842" y="538"/>
                  </a:lnTo>
                  <a:lnTo>
                    <a:pt x="844" y="639"/>
                  </a:lnTo>
                  <a:lnTo>
                    <a:pt x="844" y="639"/>
                  </a:lnTo>
                  <a:lnTo>
                    <a:pt x="844" y="478"/>
                  </a:lnTo>
                  <a:lnTo>
                    <a:pt x="844" y="639"/>
                  </a:lnTo>
                  <a:lnTo>
                    <a:pt x="845" y="554"/>
                  </a:lnTo>
                  <a:lnTo>
                    <a:pt x="845" y="554"/>
                  </a:lnTo>
                  <a:lnTo>
                    <a:pt x="846" y="552"/>
                  </a:lnTo>
                  <a:lnTo>
                    <a:pt x="847" y="639"/>
                  </a:lnTo>
                  <a:lnTo>
                    <a:pt x="847" y="632"/>
                  </a:lnTo>
                  <a:lnTo>
                    <a:pt x="847" y="632"/>
                  </a:lnTo>
                  <a:lnTo>
                    <a:pt x="848" y="529"/>
                  </a:lnTo>
                  <a:lnTo>
                    <a:pt x="850" y="639"/>
                  </a:lnTo>
                  <a:lnTo>
                    <a:pt x="850" y="639"/>
                  </a:lnTo>
                  <a:lnTo>
                    <a:pt x="850" y="639"/>
                  </a:lnTo>
                  <a:lnTo>
                    <a:pt x="850" y="498"/>
                  </a:lnTo>
                  <a:lnTo>
                    <a:pt x="850" y="639"/>
                  </a:lnTo>
                  <a:lnTo>
                    <a:pt x="851" y="639"/>
                  </a:lnTo>
                  <a:lnTo>
                    <a:pt x="851" y="639"/>
                  </a:lnTo>
                  <a:lnTo>
                    <a:pt x="852" y="639"/>
                  </a:lnTo>
                  <a:lnTo>
                    <a:pt x="853" y="582"/>
                  </a:lnTo>
                  <a:lnTo>
                    <a:pt x="853" y="639"/>
                  </a:lnTo>
                  <a:lnTo>
                    <a:pt x="853" y="639"/>
                  </a:lnTo>
                  <a:lnTo>
                    <a:pt x="856" y="585"/>
                  </a:lnTo>
                  <a:lnTo>
                    <a:pt x="856" y="584"/>
                  </a:lnTo>
                  <a:lnTo>
                    <a:pt x="856" y="496"/>
                  </a:lnTo>
                  <a:lnTo>
                    <a:pt x="857" y="639"/>
                  </a:lnTo>
                  <a:lnTo>
                    <a:pt x="857" y="639"/>
                  </a:lnTo>
                  <a:lnTo>
                    <a:pt x="857" y="639"/>
                  </a:lnTo>
                  <a:lnTo>
                    <a:pt x="859" y="595"/>
                  </a:lnTo>
                  <a:lnTo>
                    <a:pt x="859" y="639"/>
                  </a:lnTo>
                  <a:lnTo>
                    <a:pt x="859" y="610"/>
                  </a:lnTo>
                  <a:lnTo>
                    <a:pt x="859" y="610"/>
                  </a:lnTo>
                  <a:lnTo>
                    <a:pt x="860" y="639"/>
                  </a:lnTo>
                  <a:lnTo>
                    <a:pt x="862" y="606"/>
                  </a:lnTo>
                  <a:lnTo>
                    <a:pt x="862" y="639"/>
                  </a:lnTo>
                  <a:lnTo>
                    <a:pt x="862" y="639"/>
                  </a:lnTo>
                  <a:lnTo>
                    <a:pt x="862" y="639"/>
                  </a:lnTo>
                  <a:lnTo>
                    <a:pt x="863" y="522"/>
                  </a:lnTo>
                  <a:lnTo>
                    <a:pt x="863" y="638"/>
                  </a:lnTo>
                  <a:lnTo>
                    <a:pt x="863" y="638"/>
                  </a:lnTo>
                  <a:lnTo>
                    <a:pt x="863" y="639"/>
                  </a:lnTo>
                  <a:lnTo>
                    <a:pt x="864" y="468"/>
                  </a:lnTo>
                  <a:lnTo>
                    <a:pt x="865" y="561"/>
                  </a:lnTo>
                  <a:lnTo>
                    <a:pt x="865" y="561"/>
                  </a:lnTo>
                  <a:lnTo>
                    <a:pt x="866" y="558"/>
                  </a:lnTo>
                  <a:lnTo>
                    <a:pt x="866" y="639"/>
                  </a:lnTo>
                  <a:lnTo>
                    <a:pt x="868" y="633"/>
                  </a:lnTo>
                  <a:lnTo>
                    <a:pt x="868" y="633"/>
                  </a:lnTo>
                  <a:lnTo>
                    <a:pt x="868" y="639"/>
                  </a:lnTo>
                  <a:lnTo>
                    <a:pt x="868" y="564"/>
                  </a:lnTo>
                  <a:lnTo>
                    <a:pt x="870" y="633"/>
                  </a:lnTo>
                  <a:lnTo>
                    <a:pt x="870" y="633"/>
                  </a:lnTo>
                  <a:lnTo>
                    <a:pt x="870" y="497"/>
                  </a:lnTo>
                  <a:lnTo>
                    <a:pt x="871" y="639"/>
                  </a:lnTo>
                  <a:lnTo>
                    <a:pt x="871" y="639"/>
                  </a:lnTo>
                  <a:lnTo>
                    <a:pt x="871" y="639"/>
                  </a:lnTo>
                  <a:lnTo>
                    <a:pt x="871" y="639"/>
                  </a:lnTo>
                  <a:lnTo>
                    <a:pt x="874" y="596"/>
                  </a:lnTo>
                  <a:lnTo>
                    <a:pt x="874" y="596"/>
                  </a:lnTo>
                  <a:lnTo>
                    <a:pt x="875" y="572"/>
                  </a:lnTo>
                  <a:lnTo>
                    <a:pt x="875" y="639"/>
                  </a:lnTo>
                  <a:lnTo>
                    <a:pt x="876" y="627"/>
                  </a:lnTo>
                  <a:lnTo>
                    <a:pt x="876" y="627"/>
                  </a:lnTo>
                  <a:lnTo>
                    <a:pt x="876" y="639"/>
                  </a:lnTo>
                  <a:lnTo>
                    <a:pt x="877" y="576"/>
                  </a:lnTo>
                  <a:lnTo>
                    <a:pt x="877" y="576"/>
                  </a:lnTo>
                  <a:lnTo>
                    <a:pt x="879" y="479"/>
                  </a:lnTo>
                  <a:lnTo>
                    <a:pt x="879" y="639"/>
                  </a:lnTo>
                  <a:lnTo>
                    <a:pt x="880" y="615"/>
                  </a:lnTo>
                  <a:lnTo>
                    <a:pt x="880" y="615"/>
                  </a:lnTo>
                  <a:lnTo>
                    <a:pt x="881" y="450"/>
                  </a:lnTo>
                  <a:lnTo>
                    <a:pt x="881" y="639"/>
                  </a:lnTo>
                  <a:lnTo>
                    <a:pt x="882" y="635"/>
                  </a:lnTo>
                  <a:lnTo>
                    <a:pt x="882" y="635"/>
                  </a:lnTo>
                  <a:lnTo>
                    <a:pt x="883" y="583"/>
                  </a:lnTo>
                  <a:lnTo>
                    <a:pt x="883" y="639"/>
                  </a:lnTo>
                  <a:lnTo>
                    <a:pt x="883" y="639"/>
                  </a:lnTo>
                  <a:lnTo>
                    <a:pt x="883" y="639"/>
                  </a:lnTo>
                  <a:lnTo>
                    <a:pt x="885" y="548"/>
                  </a:lnTo>
                  <a:lnTo>
                    <a:pt x="885" y="639"/>
                  </a:lnTo>
                  <a:lnTo>
                    <a:pt x="886" y="588"/>
                  </a:lnTo>
                  <a:lnTo>
                    <a:pt x="886" y="588"/>
                  </a:lnTo>
                  <a:lnTo>
                    <a:pt x="887" y="639"/>
                  </a:lnTo>
                  <a:lnTo>
                    <a:pt x="888" y="465"/>
                  </a:lnTo>
                  <a:lnTo>
                    <a:pt x="888" y="591"/>
                  </a:lnTo>
                  <a:lnTo>
                    <a:pt x="888" y="591"/>
                  </a:lnTo>
                  <a:lnTo>
                    <a:pt x="888" y="639"/>
                  </a:lnTo>
                  <a:lnTo>
                    <a:pt x="889" y="557"/>
                  </a:lnTo>
                  <a:lnTo>
                    <a:pt x="889" y="639"/>
                  </a:lnTo>
                  <a:lnTo>
                    <a:pt x="889" y="639"/>
                  </a:lnTo>
                  <a:lnTo>
                    <a:pt x="891" y="639"/>
                  </a:lnTo>
                  <a:lnTo>
                    <a:pt x="891" y="575"/>
                  </a:lnTo>
                  <a:lnTo>
                    <a:pt x="892" y="638"/>
                  </a:lnTo>
                  <a:lnTo>
                    <a:pt x="892" y="638"/>
                  </a:lnTo>
                  <a:lnTo>
                    <a:pt x="892" y="639"/>
                  </a:lnTo>
                  <a:lnTo>
                    <a:pt x="893" y="463"/>
                  </a:lnTo>
                  <a:lnTo>
                    <a:pt x="894" y="603"/>
                  </a:lnTo>
                  <a:lnTo>
                    <a:pt x="894" y="603"/>
                  </a:lnTo>
                  <a:lnTo>
                    <a:pt x="894" y="568"/>
                  </a:lnTo>
                  <a:lnTo>
                    <a:pt x="894" y="639"/>
                  </a:lnTo>
                  <a:lnTo>
                    <a:pt x="895" y="639"/>
                  </a:lnTo>
                  <a:lnTo>
                    <a:pt x="895" y="639"/>
                  </a:lnTo>
                  <a:lnTo>
                    <a:pt x="896" y="639"/>
                  </a:lnTo>
                  <a:lnTo>
                    <a:pt x="897" y="445"/>
                  </a:lnTo>
                  <a:lnTo>
                    <a:pt x="898" y="638"/>
                  </a:lnTo>
                  <a:lnTo>
                    <a:pt x="898" y="638"/>
                  </a:lnTo>
                  <a:lnTo>
                    <a:pt x="898" y="639"/>
                  </a:lnTo>
                  <a:lnTo>
                    <a:pt x="898" y="404"/>
                  </a:lnTo>
                  <a:lnTo>
                    <a:pt x="900" y="638"/>
                  </a:lnTo>
                  <a:lnTo>
                    <a:pt x="900" y="638"/>
                  </a:lnTo>
                  <a:lnTo>
                    <a:pt x="901" y="619"/>
                  </a:lnTo>
                  <a:lnTo>
                    <a:pt x="901" y="639"/>
                  </a:lnTo>
                  <a:lnTo>
                    <a:pt x="901" y="623"/>
                  </a:lnTo>
                  <a:lnTo>
                    <a:pt x="901" y="623"/>
                  </a:lnTo>
                  <a:lnTo>
                    <a:pt x="903" y="541"/>
                  </a:lnTo>
                  <a:lnTo>
                    <a:pt x="903" y="639"/>
                  </a:lnTo>
                  <a:lnTo>
                    <a:pt x="904" y="636"/>
                  </a:lnTo>
                  <a:lnTo>
                    <a:pt x="904" y="636"/>
                  </a:lnTo>
                  <a:lnTo>
                    <a:pt x="905" y="569"/>
                  </a:lnTo>
                  <a:lnTo>
                    <a:pt x="905" y="639"/>
                  </a:lnTo>
                  <a:lnTo>
                    <a:pt x="906" y="610"/>
                  </a:lnTo>
                  <a:lnTo>
                    <a:pt x="906" y="610"/>
                  </a:lnTo>
                  <a:lnTo>
                    <a:pt x="906" y="486"/>
                  </a:lnTo>
                  <a:lnTo>
                    <a:pt x="906" y="639"/>
                  </a:lnTo>
                  <a:lnTo>
                    <a:pt x="907" y="639"/>
                  </a:lnTo>
                  <a:lnTo>
                    <a:pt x="907" y="639"/>
                  </a:lnTo>
                  <a:lnTo>
                    <a:pt x="909" y="602"/>
                  </a:lnTo>
                  <a:lnTo>
                    <a:pt x="910" y="639"/>
                  </a:lnTo>
                  <a:lnTo>
                    <a:pt x="910" y="639"/>
                  </a:lnTo>
                  <a:lnTo>
                    <a:pt x="910" y="639"/>
                  </a:lnTo>
                  <a:lnTo>
                    <a:pt x="910" y="639"/>
                  </a:lnTo>
                  <a:lnTo>
                    <a:pt x="911" y="554"/>
                  </a:lnTo>
                  <a:lnTo>
                    <a:pt x="912" y="606"/>
                  </a:lnTo>
                  <a:lnTo>
                    <a:pt x="912" y="606"/>
                  </a:lnTo>
                  <a:lnTo>
                    <a:pt x="912" y="639"/>
                  </a:lnTo>
                  <a:lnTo>
                    <a:pt x="913" y="503"/>
                  </a:lnTo>
                  <a:lnTo>
                    <a:pt x="913" y="501"/>
                  </a:lnTo>
                  <a:lnTo>
                    <a:pt x="913" y="489"/>
                  </a:lnTo>
                  <a:lnTo>
                    <a:pt x="915" y="639"/>
                  </a:lnTo>
                  <a:lnTo>
                    <a:pt x="916" y="638"/>
                  </a:lnTo>
                  <a:lnTo>
                    <a:pt x="916" y="638"/>
                  </a:lnTo>
                  <a:lnTo>
                    <a:pt x="916" y="639"/>
                  </a:lnTo>
                  <a:lnTo>
                    <a:pt x="918" y="431"/>
                  </a:lnTo>
                  <a:lnTo>
                    <a:pt x="918" y="639"/>
                  </a:lnTo>
                  <a:lnTo>
                    <a:pt x="918" y="639"/>
                  </a:lnTo>
                  <a:lnTo>
                    <a:pt x="918" y="502"/>
                  </a:lnTo>
                  <a:lnTo>
                    <a:pt x="918" y="639"/>
                  </a:lnTo>
                  <a:lnTo>
                    <a:pt x="919" y="625"/>
                  </a:lnTo>
                  <a:lnTo>
                    <a:pt x="919" y="625"/>
                  </a:lnTo>
                  <a:lnTo>
                    <a:pt x="921" y="572"/>
                  </a:lnTo>
                  <a:lnTo>
                    <a:pt x="921" y="639"/>
                  </a:lnTo>
                  <a:lnTo>
                    <a:pt x="922" y="635"/>
                  </a:lnTo>
                  <a:lnTo>
                    <a:pt x="922" y="635"/>
                  </a:lnTo>
                  <a:lnTo>
                    <a:pt x="922" y="639"/>
                  </a:lnTo>
                  <a:lnTo>
                    <a:pt x="923" y="542"/>
                  </a:lnTo>
                  <a:lnTo>
                    <a:pt x="924" y="618"/>
                  </a:lnTo>
                  <a:lnTo>
                    <a:pt x="924" y="618"/>
                  </a:lnTo>
                  <a:lnTo>
                    <a:pt x="924" y="639"/>
                  </a:lnTo>
                  <a:lnTo>
                    <a:pt x="925" y="478"/>
                  </a:lnTo>
                  <a:lnTo>
                    <a:pt x="925" y="606"/>
                  </a:lnTo>
                  <a:lnTo>
                    <a:pt x="925" y="606"/>
                  </a:lnTo>
                  <a:lnTo>
                    <a:pt x="927" y="557"/>
                  </a:lnTo>
                  <a:lnTo>
                    <a:pt x="927" y="639"/>
                  </a:lnTo>
                  <a:lnTo>
                    <a:pt x="928" y="639"/>
                  </a:lnTo>
                  <a:lnTo>
                    <a:pt x="928" y="639"/>
                  </a:lnTo>
                  <a:lnTo>
                    <a:pt x="928" y="639"/>
                  </a:lnTo>
                  <a:lnTo>
                    <a:pt x="930" y="435"/>
                  </a:lnTo>
                  <a:lnTo>
                    <a:pt x="930" y="435"/>
                  </a:lnTo>
                  <a:lnTo>
                    <a:pt x="930" y="429"/>
                  </a:lnTo>
                  <a:lnTo>
                    <a:pt x="931" y="639"/>
                  </a:lnTo>
                  <a:lnTo>
                    <a:pt x="931" y="639"/>
                  </a:lnTo>
                  <a:lnTo>
                    <a:pt x="931" y="639"/>
                  </a:lnTo>
                  <a:lnTo>
                    <a:pt x="932" y="639"/>
                  </a:lnTo>
                  <a:lnTo>
                    <a:pt x="933" y="514"/>
                  </a:lnTo>
                  <a:lnTo>
                    <a:pt x="934" y="633"/>
                  </a:lnTo>
                  <a:lnTo>
                    <a:pt x="934" y="633"/>
                  </a:lnTo>
                  <a:lnTo>
                    <a:pt x="934" y="639"/>
                  </a:lnTo>
                  <a:lnTo>
                    <a:pt x="935" y="530"/>
                  </a:lnTo>
                  <a:lnTo>
                    <a:pt x="936" y="630"/>
                  </a:lnTo>
                  <a:lnTo>
                    <a:pt x="936" y="629"/>
                  </a:lnTo>
                  <a:lnTo>
                    <a:pt x="936" y="537"/>
                  </a:lnTo>
                  <a:lnTo>
                    <a:pt x="936" y="639"/>
                  </a:lnTo>
                  <a:lnTo>
                    <a:pt x="937" y="637"/>
                  </a:lnTo>
                  <a:lnTo>
                    <a:pt x="937" y="637"/>
                  </a:lnTo>
                  <a:lnTo>
                    <a:pt x="938" y="639"/>
                  </a:lnTo>
                  <a:lnTo>
                    <a:pt x="939" y="622"/>
                  </a:lnTo>
                  <a:lnTo>
                    <a:pt x="940" y="625"/>
                  </a:lnTo>
                  <a:lnTo>
                    <a:pt x="940" y="625"/>
                  </a:lnTo>
                  <a:lnTo>
                    <a:pt x="940" y="639"/>
                  </a:lnTo>
                  <a:lnTo>
                    <a:pt x="941" y="421"/>
                  </a:lnTo>
                  <a:lnTo>
                    <a:pt x="942" y="636"/>
                  </a:lnTo>
                  <a:lnTo>
                    <a:pt x="942" y="636"/>
                  </a:lnTo>
                  <a:lnTo>
                    <a:pt x="943" y="501"/>
                  </a:lnTo>
                  <a:lnTo>
                    <a:pt x="943" y="639"/>
                  </a:lnTo>
                  <a:lnTo>
                    <a:pt x="944" y="606"/>
                  </a:lnTo>
                  <a:lnTo>
                    <a:pt x="944" y="606"/>
                  </a:lnTo>
                  <a:lnTo>
                    <a:pt x="945" y="550"/>
                  </a:lnTo>
                  <a:lnTo>
                    <a:pt x="946" y="639"/>
                  </a:lnTo>
                  <a:lnTo>
                    <a:pt x="946" y="639"/>
                  </a:lnTo>
                  <a:lnTo>
                    <a:pt x="946" y="639"/>
                  </a:lnTo>
                  <a:lnTo>
                    <a:pt x="946" y="639"/>
                  </a:lnTo>
                  <a:lnTo>
                    <a:pt x="947" y="560"/>
                  </a:lnTo>
                  <a:lnTo>
                    <a:pt x="948" y="625"/>
                  </a:lnTo>
                  <a:lnTo>
                    <a:pt x="948" y="625"/>
                  </a:lnTo>
                  <a:lnTo>
                    <a:pt x="948" y="566"/>
                  </a:lnTo>
                  <a:lnTo>
                    <a:pt x="949" y="639"/>
                  </a:lnTo>
                  <a:lnTo>
                    <a:pt x="950" y="603"/>
                  </a:lnTo>
                  <a:lnTo>
                    <a:pt x="950" y="603"/>
                  </a:lnTo>
                  <a:lnTo>
                    <a:pt x="950" y="639"/>
                  </a:lnTo>
                  <a:lnTo>
                    <a:pt x="950" y="498"/>
                  </a:lnTo>
                  <a:lnTo>
                    <a:pt x="952" y="639"/>
                  </a:lnTo>
                  <a:lnTo>
                    <a:pt x="952" y="639"/>
                  </a:lnTo>
                  <a:lnTo>
                    <a:pt x="953" y="614"/>
                  </a:lnTo>
                  <a:lnTo>
                    <a:pt x="954" y="639"/>
                  </a:lnTo>
                  <a:lnTo>
                    <a:pt x="954" y="639"/>
                  </a:lnTo>
                  <a:lnTo>
                    <a:pt x="954" y="639"/>
                  </a:lnTo>
                  <a:lnTo>
                    <a:pt x="955" y="639"/>
                  </a:lnTo>
                  <a:lnTo>
                    <a:pt x="956" y="511"/>
                  </a:lnTo>
                  <a:lnTo>
                    <a:pt x="956" y="511"/>
                  </a:lnTo>
                  <a:lnTo>
                    <a:pt x="957" y="639"/>
                  </a:lnTo>
                  <a:lnTo>
                    <a:pt x="958" y="457"/>
                  </a:lnTo>
                  <a:lnTo>
                    <a:pt x="958" y="575"/>
                  </a:lnTo>
                  <a:lnTo>
                    <a:pt x="958" y="581"/>
                  </a:lnTo>
                  <a:lnTo>
                    <a:pt x="958" y="639"/>
                  </a:lnTo>
                  <a:lnTo>
                    <a:pt x="959" y="576"/>
                  </a:lnTo>
                  <a:lnTo>
                    <a:pt x="960" y="625"/>
                  </a:lnTo>
                  <a:lnTo>
                    <a:pt x="960" y="624"/>
                  </a:lnTo>
                  <a:lnTo>
                    <a:pt x="960" y="639"/>
                  </a:lnTo>
                  <a:lnTo>
                    <a:pt x="962" y="557"/>
                  </a:lnTo>
                  <a:lnTo>
                    <a:pt x="962" y="556"/>
                  </a:lnTo>
                  <a:lnTo>
                    <a:pt x="962" y="499"/>
                  </a:lnTo>
                  <a:lnTo>
                    <a:pt x="962" y="639"/>
                  </a:lnTo>
                  <a:lnTo>
                    <a:pt x="964" y="631"/>
                  </a:lnTo>
                  <a:lnTo>
                    <a:pt x="964" y="631"/>
                  </a:lnTo>
                  <a:lnTo>
                    <a:pt x="964" y="504"/>
                  </a:lnTo>
                  <a:lnTo>
                    <a:pt x="964" y="639"/>
                  </a:lnTo>
                  <a:lnTo>
                    <a:pt x="966" y="606"/>
                  </a:lnTo>
                  <a:lnTo>
                    <a:pt x="966" y="606"/>
                  </a:lnTo>
                  <a:lnTo>
                    <a:pt x="966" y="575"/>
                  </a:lnTo>
                  <a:lnTo>
                    <a:pt x="967" y="639"/>
                  </a:lnTo>
                  <a:lnTo>
                    <a:pt x="968" y="630"/>
                  </a:lnTo>
                  <a:lnTo>
                    <a:pt x="968" y="630"/>
                  </a:lnTo>
                  <a:lnTo>
                    <a:pt x="969" y="639"/>
                  </a:lnTo>
                  <a:lnTo>
                    <a:pt x="970" y="542"/>
                  </a:lnTo>
                  <a:lnTo>
                    <a:pt x="970" y="630"/>
                  </a:lnTo>
                  <a:lnTo>
                    <a:pt x="970" y="633"/>
                  </a:lnTo>
                  <a:lnTo>
                    <a:pt x="971" y="639"/>
                  </a:lnTo>
                  <a:lnTo>
                    <a:pt x="971" y="517"/>
                  </a:lnTo>
                  <a:lnTo>
                    <a:pt x="972" y="636"/>
                  </a:lnTo>
                  <a:lnTo>
                    <a:pt x="972" y="636"/>
                  </a:lnTo>
                  <a:lnTo>
                    <a:pt x="972" y="615"/>
                  </a:lnTo>
                  <a:lnTo>
                    <a:pt x="973" y="639"/>
                  </a:lnTo>
                  <a:lnTo>
                    <a:pt x="974" y="623"/>
                  </a:lnTo>
                  <a:lnTo>
                    <a:pt x="974" y="623"/>
                  </a:lnTo>
                  <a:lnTo>
                    <a:pt x="974" y="639"/>
                  </a:lnTo>
                  <a:lnTo>
                    <a:pt x="976" y="477"/>
                  </a:lnTo>
                  <a:lnTo>
                    <a:pt x="976" y="477"/>
                  </a:lnTo>
                  <a:lnTo>
                    <a:pt x="978" y="436"/>
                  </a:lnTo>
                  <a:lnTo>
                    <a:pt x="978" y="639"/>
                  </a:lnTo>
                  <a:lnTo>
                    <a:pt x="978" y="639"/>
                  </a:lnTo>
                  <a:lnTo>
                    <a:pt x="978" y="639"/>
                  </a:lnTo>
                  <a:lnTo>
                    <a:pt x="979" y="562"/>
                  </a:lnTo>
                  <a:lnTo>
                    <a:pt x="979" y="639"/>
                  </a:lnTo>
                  <a:lnTo>
                    <a:pt x="980" y="626"/>
                  </a:lnTo>
                  <a:lnTo>
                    <a:pt x="980" y="625"/>
                  </a:lnTo>
                  <a:lnTo>
                    <a:pt x="981" y="583"/>
                  </a:lnTo>
                  <a:lnTo>
                    <a:pt x="981" y="639"/>
                  </a:lnTo>
                  <a:lnTo>
                    <a:pt x="982" y="583"/>
                  </a:lnTo>
                  <a:lnTo>
                    <a:pt x="982" y="583"/>
                  </a:lnTo>
                  <a:lnTo>
                    <a:pt x="983" y="498"/>
                  </a:lnTo>
                  <a:lnTo>
                    <a:pt x="983" y="639"/>
                  </a:lnTo>
                  <a:lnTo>
                    <a:pt x="984" y="605"/>
                  </a:lnTo>
                  <a:lnTo>
                    <a:pt x="984" y="605"/>
                  </a:lnTo>
                  <a:lnTo>
                    <a:pt x="984" y="574"/>
                  </a:lnTo>
                  <a:lnTo>
                    <a:pt x="985" y="639"/>
                  </a:lnTo>
                  <a:lnTo>
                    <a:pt x="986" y="635"/>
                  </a:lnTo>
                  <a:lnTo>
                    <a:pt x="986" y="635"/>
                  </a:lnTo>
                  <a:lnTo>
                    <a:pt x="986" y="639"/>
                  </a:lnTo>
                  <a:lnTo>
                    <a:pt x="987" y="498"/>
                  </a:lnTo>
                  <a:lnTo>
                    <a:pt x="988" y="630"/>
                  </a:lnTo>
                  <a:lnTo>
                    <a:pt x="988" y="629"/>
                  </a:lnTo>
                  <a:lnTo>
                    <a:pt x="989" y="519"/>
                  </a:lnTo>
                  <a:lnTo>
                    <a:pt x="989" y="639"/>
                  </a:lnTo>
                  <a:lnTo>
                    <a:pt x="990" y="609"/>
                  </a:lnTo>
                  <a:lnTo>
                    <a:pt x="990" y="609"/>
                  </a:lnTo>
                  <a:lnTo>
                    <a:pt x="991" y="639"/>
                  </a:lnTo>
                  <a:lnTo>
                    <a:pt x="992" y="577"/>
                  </a:lnTo>
                  <a:lnTo>
                    <a:pt x="992" y="576"/>
                  </a:lnTo>
                  <a:lnTo>
                    <a:pt x="992" y="573"/>
                  </a:lnTo>
                  <a:lnTo>
                    <a:pt x="992" y="639"/>
                  </a:lnTo>
                  <a:lnTo>
                    <a:pt x="994" y="635"/>
                  </a:lnTo>
                  <a:lnTo>
                    <a:pt x="994" y="635"/>
                  </a:lnTo>
                  <a:lnTo>
                    <a:pt x="994" y="639"/>
                  </a:lnTo>
                  <a:lnTo>
                    <a:pt x="996" y="541"/>
                  </a:lnTo>
                  <a:lnTo>
                    <a:pt x="996" y="541"/>
                  </a:lnTo>
                  <a:lnTo>
                    <a:pt x="997" y="639"/>
                  </a:lnTo>
                  <a:lnTo>
                    <a:pt x="997" y="471"/>
                  </a:lnTo>
                  <a:lnTo>
                    <a:pt x="998" y="622"/>
                  </a:lnTo>
                  <a:lnTo>
                    <a:pt x="998" y="622"/>
                  </a:lnTo>
                  <a:lnTo>
                    <a:pt x="998" y="582"/>
                  </a:lnTo>
                  <a:lnTo>
                    <a:pt x="998" y="639"/>
                  </a:lnTo>
                  <a:lnTo>
                    <a:pt x="1000" y="605"/>
                  </a:lnTo>
                  <a:lnTo>
                    <a:pt x="1000" y="604"/>
                  </a:lnTo>
                  <a:lnTo>
                    <a:pt x="1000" y="639"/>
                  </a:lnTo>
                  <a:lnTo>
                    <a:pt x="1002" y="568"/>
                  </a:lnTo>
                  <a:lnTo>
                    <a:pt x="1002" y="639"/>
                  </a:lnTo>
                  <a:lnTo>
                    <a:pt x="1002" y="639"/>
                  </a:lnTo>
                  <a:lnTo>
                    <a:pt x="1003" y="418"/>
                  </a:lnTo>
                  <a:lnTo>
                    <a:pt x="1003" y="639"/>
                  </a:lnTo>
                  <a:lnTo>
                    <a:pt x="1004" y="632"/>
                  </a:lnTo>
                  <a:lnTo>
                    <a:pt x="1004" y="632"/>
                  </a:lnTo>
                  <a:lnTo>
                    <a:pt x="1004" y="639"/>
                  </a:lnTo>
                  <a:lnTo>
                    <a:pt x="1006" y="573"/>
                  </a:lnTo>
                  <a:lnTo>
                    <a:pt x="1006" y="573"/>
                  </a:lnTo>
                  <a:lnTo>
                    <a:pt x="1007" y="489"/>
                  </a:lnTo>
                  <a:lnTo>
                    <a:pt x="1007" y="639"/>
                  </a:lnTo>
                  <a:lnTo>
                    <a:pt x="1008" y="589"/>
                  </a:lnTo>
                  <a:lnTo>
                    <a:pt x="1008" y="589"/>
                  </a:lnTo>
                  <a:lnTo>
                    <a:pt x="1009" y="639"/>
                  </a:lnTo>
                  <a:lnTo>
                    <a:pt x="1009" y="440"/>
                  </a:lnTo>
                  <a:lnTo>
                    <a:pt x="1010" y="639"/>
                  </a:lnTo>
                  <a:lnTo>
                    <a:pt x="1010" y="639"/>
                  </a:lnTo>
                  <a:lnTo>
                    <a:pt x="1011" y="576"/>
                  </a:lnTo>
                  <a:lnTo>
                    <a:pt x="1012" y="639"/>
                  </a:lnTo>
                  <a:lnTo>
                    <a:pt x="1012" y="639"/>
                  </a:lnTo>
                  <a:lnTo>
                    <a:pt x="1012" y="639"/>
                  </a:lnTo>
                  <a:lnTo>
                    <a:pt x="1013" y="639"/>
                  </a:lnTo>
                  <a:lnTo>
                    <a:pt x="1014" y="562"/>
                  </a:lnTo>
                  <a:lnTo>
                    <a:pt x="1014" y="639"/>
                  </a:lnTo>
                  <a:lnTo>
                    <a:pt x="1014" y="639"/>
                  </a:lnTo>
                  <a:lnTo>
                    <a:pt x="1015" y="450"/>
                  </a:lnTo>
                  <a:lnTo>
                    <a:pt x="1016" y="639"/>
                  </a:lnTo>
                  <a:lnTo>
                    <a:pt x="1016" y="630"/>
                  </a:lnTo>
                  <a:lnTo>
                    <a:pt x="1016" y="630"/>
                  </a:lnTo>
                  <a:lnTo>
                    <a:pt x="1017" y="568"/>
                  </a:lnTo>
                  <a:lnTo>
                    <a:pt x="1018" y="639"/>
                  </a:lnTo>
                  <a:lnTo>
                    <a:pt x="1018" y="639"/>
                  </a:lnTo>
                  <a:lnTo>
                    <a:pt x="1018" y="639"/>
                  </a:lnTo>
                  <a:lnTo>
                    <a:pt x="1019" y="543"/>
                  </a:lnTo>
                  <a:lnTo>
                    <a:pt x="1019" y="639"/>
                  </a:lnTo>
                  <a:lnTo>
                    <a:pt x="1020" y="638"/>
                  </a:lnTo>
                  <a:lnTo>
                    <a:pt x="1020" y="639"/>
                  </a:lnTo>
                  <a:lnTo>
                    <a:pt x="1020" y="639"/>
                  </a:lnTo>
                  <a:lnTo>
                    <a:pt x="1021" y="546"/>
                  </a:lnTo>
                  <a:lnTo>
                    <a:pt x="1022" y="574"/>
                  </a:lnTo>
                  <a:lnTo>
                    <a:pt x="1022" y="571"/>
                  </a:lnTo>
                  <a:lnTo>
                    <a:pt x="1022" y="497"/>
                  </a:lnTo>
                  <a:lnTo>
                    <a:pt x="1022" y="639"/>
                  </a:lnTo>
                  <a:lnTo>
                    <a:pt x="1024" y="561"/>
                  </a:lnTo>
                  <a:lnTo>
                    <a:pt x="1024" y="561"/>
                  </a:lnTo>
                  <a:lnTo>
                    <a:pt x="1024" y="639"/>
                  </a:lnTo>
                  <a:lnTo>
                    <a:pt x="1026" y="442"/>
                  </a:lnTo>
                  <a:lnTo>
                    <a:pt x="1026" y="639"/>
                  </a:lnTo>
                  <a:lnTo>
                    <a:pt x="1026" y="639"/>
                  </a:lnTo>
                  <a:lnTo>
                    <a:pt x="1026" y="639"/>
                  </a:lnTo>
                  <a:lnTo>
                    <a:pt x="1027" y="434"/>
                  </a:lnTo>
                  <a:lnTo>
                    <a:pt x="1028" y="573"/>
                  </a:lnTo>
                  <a:lnTo>
                    <a:pt x="1028" y="573"/>
                  </a:lnTo>
                  <a:lnTo>
                    <a:pt x="1028" y="550"/>
                  </a:lnTo>
                  <a:lnTo>
                    <a:pt x="1029" y="639"/>
                  </a:lnTo>
                  <a:lnTo>
                    <a:pt x="1030" y="612"/>
                  </a:lnTo>
                  <a:lnTo>
                    <a:pt x="1030" y="611"/>
                  </a:lnTo>
                  <a:lnTo>
                    <a:pt x="1030" y="639"/>
                  </a:lnTo>
                  <a:lnTo>
                    <a:pt x="1031" y="553"/>
                  </a:lnTo>
                  <a:lnTo>
                    <a:pt x="1032" y="571"/>
                  </a:lnTo>
                  <a:lnTo>
                    <a:pt x="1032" y="571"/>
                  </a:lnTo>
                  <a:lnTo>
                    <a:pt x="1033" y="529"/>
                  </a:lnTo>
                  <a:lnTo>
                    <a:pt x="1033" y="639"/>
                  </a:lnTo>
                  <a:lnTo>
                    <a:pt x="1034" y="603"/>
                  </a:lnTo>
                  <a:lnTo>
                    <a:pt x="1034" y="603"/>
                  </a:lnTo>
                  <a:lnTo>
                    <a:pt x="1034" y="562"/>
                  </a:lnTo>
                  <a:lnTo>
                    <a:pt x="1035" y="639"/>
                  </a:lnTo>
                  <a:lnTo>
                    <a:pt x="1036" y="599"/>
                  </a:lnTo>
                  <a:lnTo>
                    <a:pt x="1036" y="599"/>
                  </a:lnTo>
                  <a:lnTo>
                    <a:pt x="1037" y="441"/>
                  </a:lnTo>
                  <a:lnTo>
                    <a:pt x="1038" y="639"/>
                  </a:lnTo>
                  <a:lnTo>
                    <a:pt x="1038" y="515"/>
                  </a:lnTo>
                  <a:lnTo>
                    <a:pt x="1038" y="515"/>
                  </a:lnTo>
                  <a:lnTo>
                    <a:pt x="1038" y="515"/>
                  </a:lnTo>
                  <a:lnTo>
                    <a:pt x="1038" y="639"/>
                  </a:lnTo>
                  <a:lnTo>
                    <a:pt x="1040" y="639"/>
                  </a:lnTo>
                  <a:lnTo>
                    <a:pt x="1040" y="639"/>
                  </a:lnTo>
                  <a:lnTo>
                    <a:pt x="1040" y="639"/>
                  </a:lnTo>
                  <a:lnTo>
                    <a:pt x="1042" y="600"/>
                  </a:lnTo>
                  <a:lnTo>
                    <a:pt x="1042" y="603"/>
                  </a:lnTo>
                  <a:lnTo>
                    <a:pt x="1042" y="603"/>
                  </a:lnTo>
                  <a:lnTo>
                    <a:pt x="1043" y="448"/>
                  </a:lnTo>
                  <a:lnTo>
                    <a:pt x="1043" y="639"/>
                  </a:lnTo>
                  <a:lnTo>
                    <a:pt x="1044" y="595"/>
                  </a:lnTo>
                  <a:lnTo>
                    <a:pt x="1044" y="595"/>
                  </a:lnTo>
                  <a:lnTo>
                    <a:pt x="1045" y="639"/>
                  </a:lnTo>
                  <a:lnTo>
                    <a:pt x="1046" y="523"/>
                  </a:lnTo>
                  <a:lnTo>
                    <a:pt x="1046" y="523"/>
                  </a:lnTo>
                  <a:lnTo>
                    <a:pt x="1048" y="394"/>
                  </a:lnTo>
                  <a:lnTo>
                    <a:pt x="1048" y="639"/>
                  </a:lnTo>
                  <a:lnTo>
                    <a:pt x="1048" y="638"/>
                  </a:lnTo>
                  <a:lnTo>
                    <a:pt x="1048" y="638"/>
                  </a:lnTo>
                  <a:lnTo>
                    <a:pt x="1049" y="548"/>
                  </a:lnTo>
                  <a:lnTo>
                    <a:pt x="1050" y="639"/>
                  </a:lnTo>
                  <a:lnTo>
                    <a:pt x="1050" y="639"/>
                  </a:lnTo>
                  <a:lnTo>
                    <a:pt x="1050" y="639"/>
                  </a:lnTo>
                  <a:lnTo>
                    <a:pt x="1051" y="541"/>
                  </a:lnTo>
                  <a:lnTo>
                    <a:pt x="1051" y="639"/>
                  </a:lnTo>
                  <a:lnTo>
                    <a:pt x="1052" y="572"/>
                  </a:lnTo>
                  <a:lnTo>
                    <a:pt x="1052" y="572"/>
                  </a:lnTo>
                  <a:lnTo>
                    <a:pt x="1053" y="509"/>
                  </a:lnTo>
                  <a:lnTo>
                    <a:pt x="1053" y="639"/>
                  </a:lnTo>
                  <a:lnTo>
                    <a:pt x="1054" y="604"/>
                  </a:lnTo>
                  <a:lnTo>
                    <a:pt x="1054" y="604"/>
                  </a:lnTo>
                  <a:lnTo>
                    <a:pt x="1054" y="603"/>
                  </a:lnTo>
                  <a:lnTo>
                    <a:pt x="1056" y="639"/>
                  </a:lnTo>
                  <a:lnTo>
                    <a:pt x="1056" y="639"/>
                  </a:lnTo>
                  <a:lnTo>
                    <a:pt x="1056" y="639"/>
                  </a:lnTo>
                  <a:lnTo>
                    <a:pt x="1056" y="639"/>
                  </a:lnTo>
                  <a:lnTo>
                    <a:pt x="1057" y="496"/>
                  </a:lnTo>
                  <a:lnTo>
                    <a:pt x="1058" y="638"/>
                  </a:lnTo>
                  <a:lnTo>
                    <a:pt x="1058" y="638"/>
                  </a:lnTo>
                  <a:lnTo>
                    <a:pt x="1059" y="524"/>
                  </a:lnTo>
                  <a:lnTo>
                    <a:pt x="1059" y="639"/>
                  </a:lnTo>
                  <a:lnTo>
                    <a:pt x="1060" y="582"/>
                  </a:lnTo>
                  <a:lnTo>
                    <a:pt x="1060" y="582"/>
                  </a:lnTo>
                  <a:lnTo>
                    <a:pt x="1061" y="471"/>
                  </a:lnTo>
                  <a:lnTo>
                    <a:pt x="1061" y="639"/>
                  </a:lnTo>
                  <a:lnTo>
                    <a:pt x="1062" y="639"/>
                  </a:lnTo>
                  <a:lnTo>
                    <a:pt x="1062" y="639"/>
                  </a:lnTo>
                  <a:lnTo>
                    <a:pt x="1062" y="639"/>
                  </a:lnTo>
                  <a:lnTo>
                    <a:pt x="1064" y="589"/>
                  </a:lnTo>
                  <a:lnTo>
                    <a:pt x="1064" y="589"/>
                  </a:lnTo>
                  <a:lnTo>
                    <a:pt x="1065" y="550"/>
                  </a:lnTo>
                  <a:lnTo>
                    <a:pt x="1066" y="639"/>
                  </a:lnTo>
                  <a:lnTo>
                    <a:pt x="1066" y="635"/>
                  </a:lnTo>
                  <a:lnTo>
                    <a:pt x="1066" y="634"/>
                  </a:lnTo>
                  <a:lnTo>
                    <a:pt x="1066" y="481"/>
                  </a:lnTo>
                  <a:lnTo>
                    <a:pt x="1068" y="639"/>
                  </a:lnTo>
                  <a:lnTo>
                    <a:pt x="1068" y="591"/>
                  </a:lnTo>
                  <a:lnTo>
                    <a:pt x="1068" y="591"/>
                  </a:lnTo>
                  <a:lnTo>
                    <a:pt x="1068" y="565"/>
                  </a:lnTo>
                  <a:lnTo>
                    <a:pt x="1068" y="639"/>
                  </a:lnTo>
                  <a:lnTo>
                    <a:pt x="1070" y="586"/>
                  </a:lnTo>
                  <a:lnTo>
                    <a:pt x="1070" y="586"/>
                  </a:lnTo>
                  <a:lnTo>
                    <a:pt x="1070" y="584"/>
                  </a:lnTo>
                  <a:lnTo>
                    <a:pt x="1071" y="639"/>
                  </a:lnTo>
                  <a:lnTo>
                    <a:pt x="1072" y="639"/>
                  </a:lnTo>
                  <a:lnTo>
                    <a:pt x="1072" y="639"/>
                  </a:lnTo>
                  <a:lnTo>
                    <a:pt x="1073" y="459"/>
                  </a:lnTo>
                  <a:lnTo>
                    <a:pt x="1074" y="639"/>
                  </a:lnTo>
                  <a:lnTo>
                    <a:pt x="1074" y="638"/>
                  </a:lnTo>
                  <a:lnTo>
                    <a:pt x="1074" y="638"/>
                  </a:lnTo>
                  <a:lnTo>
                    <a:pt x="1074" y="639"/>
                  </a:lnTo>
                  <a:lnTo>
                    <a:pt x="1076" y="579"/>
                  </a:lnTo>
                  <a:lnTo>
                    <a:pt x="1076" y="579"/>
                  </a:lnTo>
                  <a:lnTo>
                    <a:pt x="1076" y="639"/>
                  </a:lnTo>
                  <a:lnTo>
                    <a:pt x="1078" y="512"/>
                  </a:lnTo>
                  <a:lnTo>
                    <a:pt x="1078" y="639"/>
                  </a:lnTo>
                  <a:lnTo>
                    <a:pt x="1078" y="639"/>
                  </a:lnTo>
                  <a:lnTo>
                    <a:pt x="1080" y="639"/>
                  </a:lnTo>
                  <a:lnTo>
                    <a:pt x="1080" y="505"/>
                  </a:lnTo>
                  <a:lnTo>
                    <a:pt x="1080" y="505"/>
                  </a:lnTo>
                  <a:lnTo>
                    <a:pt x="1080" y="639"/>
                  </a:lnTo>
                  <a:lnTo>
                    <a:pt x="1082" y="639"/>
                  </a:lnTo>
                  <a:lnTo>
                    <a:pt x="1082" y="639"/>
                  </a:lnTo>
                  <a:lnTo>
                    <a:pt x="1084" y="545"/>
                  </a:lnTo>
                  <a:lnTo>
                    <a:pt x="1084" y="639"/>
                  </a:lnTo>
                  <a:lnTo>
                    <a:pt x="1084" y="639"/>
                  </a:lnTo>
                  <a:lnTo>
                    <a:pt x="1086" y="453"/>
                  </a:lnTo>
                  <a:lnTo>
                    <a:pt x="1086" y="635"/>
                  </a:lnTo>
                  <a:lnTo>
                    <a:pt x="1086" y="635"/>
                  </a:lnTo>
                  <a:lnTo>
                    <a:pt x="1087" y="516"/>
                  </a:lnTo>
                  <a:lnTo>
                    <a:pt x="1087" y="639"/>
                  </a:lnTo>
                  <a:lnTo>
                    <a:pt x="1088" y="619"/>
                  </a:lnTo>
                  <a:lnTo>
                    <a:pt x="1088" y="619"/>
                  </a:lnTo>
                  <a:lnTo>
                    <a:pt x="1088" y="639"/>
                  </a:lnTo>
                  <a:lnTo>
                    <a:pt x="1090" y="589"/>
                  </a:lnTo>
                  <a:lnTo>
                    <a:pt x="1090" y="633"/>
                  </a:lnTo>
                  <a:lnTo>
                    <a:pt x="1090" y="635"/>
                  </a:lnTo>
                  <a:lnTo>
                    <a:pt x="1091" y="639"/>
                  </a:lnTo>
                  <a:lnTo>
                    <a:pt x="1092" y="625"/>
                  </a:lnTo>
                  <a:lnTo>
                    <a:pt x="1092" y="625"/>
                  </a:lnTo>
                  <a:lnTo>
                    <a:pt x="1093" y="639"/>
                  </a:lnTo>
                  <a:lnTo>
                    <a:pt x="1094" y="564"/>
                  </a:lnTo>
                  <a:lnTo>
                    <a:pt x="1094" y="563"/>
                  </a:lnTo>
                  <a:lnTo>
                    <a:pt x="1095" y="443"/>
                  </a:lnTo>
                  <a:lnTo>
                    <a:pt x="1095" y="639"/>
                  </a:lnTo>
                  <a:lnTo>
                    <a:pt x="1096" y="598"/>
                  </a:lnTo>
                  <a:lnTo>
                    <a:pt x="1096" y="598"/>
                  </a:lnTo>
                  <a:lnTo>
                    <a:pt x="1097" y="639"/>
                  </a:lnTo>
                  <a:lnTo>
                    <a:pt x="1098" y="562"/>
                  </a:lnTo>
                  <a:lnTo>
                    <a:pt x="1098" y="562"/>
                  </a:lnTo>
                  <a:lnTo>
                    <a:pt x="1098" y="473"/>
                  </a:lnTo>
                  <a:lnTo>
                    <a:pt x="1098" y="639"/>
                  </a:lnTo>
                  <a:lnTo>
                    <a:pt x="1100" y="638"/>
                  </a:lnTo>
                  <a:lnTo>
                    <a:pt x="1100" y="638"/>
                  </a:lnTo>
                  <a:lnTo>
                    <a:pt x="1100" y="639"/>
                  </a:lnTo>
                  <a:lnTo>
                    <a:pt x="1101" y="403"/>
                  </a:lnTo>
                  <a:lnTo>
                    <a:pt x="1102" y="601"/>
                  </a:lnTo>
                  <a:lnTo>
                    <a:pt x="1102" y="601"/>
                  </a:lnTo>
                  <a:lnTo>
                    <a:pt x="1103" y="549"/>
                  </a:lnTo>
                  <a:lnTo>
                    <a:pt x="1104" y="639"/>
                  </a:lnTo>
                  <a:lnTo>
                    <a:pt x="1104" y="639"/>
                  </a:lnTo>
                  <a:lnTo>
                    <a:pt x="1104" y="639"/>
                  </a:lnTo>
                  <a:lnTo>
                    <a:pt x="1104" y="639"/>
                  </a:lnTo>
                  <a:lnTo>
                    <a:pt x="1106" y="500"/>
                  </a:lnTo>
                  <a:lnTo>
                    <a:pt x="1106" y="624"/>
                  </a:lnTo>
                  <a:lnTo>
                    <a:pt x="1106" y="624"/>
                  </a:lnTo>
                  <a:lnTo>
                    <a:pt x="1107" y="639"/>
                  </a:lnTo>
                  <a:lnTo>
                    <a:pt x="1107" y="474"/>
                  </a:lnTo>
                  <a:lnTo>
                    <a:pt x="1108" y="634"/>
                  </a:lnTo>
                  <a:lnTo>
                    <a:pt x="1108" y="635"/>
                  </a:lnTo>
                  <a:lnTo>
                    <a:pt x="1110" y="517"/>
                  </a:lnTo>
                  <a:lnTo>
                    <a:pt x="1110" y="639"/>
                  </a:lnTo>
                  <a:lnTo>
                    <a:pt x="1110" y="639"/>
                  </a:lnTo>
                  <a:lnTo>
                    <a:pt x="1110" y="639"/>
                  </a:lnTo>
                  <a:lnTo>
                    <a:pt x="1111" y="639"/>
                  </a:lnTo>
                  <a:lnTo>
                    <a:pt x="1111" y="541"/>
                  </a:lnTo>
                  <a:lnTo>
                    <a:pt x="1112" y="609"/>
                  </a:lnTo>
                  <a:lnTo>
                    <a:pt x="1112" y="609"/>
                  </a:lnTo>
                  <a:lnTo>
                    <a:pt x="1113" y="411"/>
                  </a:lnTo>
                  <a:lnTo>
                    <a:pt x="1113" y="639"/>
                  </a:lnTo>
                  <a:lnTo>
                    <a:pt x="1114" y="634"/>
                  </a:lnTo>
                  <a:lnTo>
                    <a:pt x="1114" y="634"/>
                  </a:lnTo>
                  <a:lnTo>
                    <a:pt x="1115" y="639"/>
                  </a:lnTo>
                  <a:lnTo>
                    <a:pt x="1116" y="576"/>
                  </a:lnTo>
                  <a:lnTo>
                    <a:pt x="1116" y="575"/>
                  </a:lnTo>
                  <a:lnTo>
                    <a:pt x="1117" y="447"/>
                  </a:lnTo>
                  <a:lnTo>
                    <a:pt x="1118" y="639"/>
                  </a:lnTo>
                  <a:lnTo>
                    <a:pt x="1118" y="547"/>
                  </a:lnTo>
                  <a:lnTo>
                    <a:pt x="1118" y="545"/>
                  </a:lnTo>
                  <a:lnTo>
                    <a:pt x="1118" y="402"/>
                  </a:lnTo>
                  <a:lnTo>
                    <a:pt x="1118" y="639"/>
                  </a:lnTo>
                  <a:lnTo>
                    <a:pt x="1120" y="639"/>
                  </a:lnTo>
                  <a:lnTo>
                    <a:pt x="1120" y="639"/>
                  </a:lnTo>
                  <a:lnTo>
                    <a:pt x="1120" y="639"/>
                  </a:lnTo>
                  <a:lnTo>
                    <a:pt x="1121" y="588"/>
                  </a:lnTo>
                  <a:lnTo>
                    <a:pt x="1122" y="629"/>
                  </a:lnTo>
                  <a:lnTo>
                    <a:pt x="1122" y="628"/>
                  </a:lnTo>
                  <a:lnTo>
                    <a:pt x="1124" y="502"/>
                  </a:lnTo>
                  <a:lnTo>
                    <a:pt x="1124" y="639"/>
                  </a:lnTo>
                  <a:lnTo>
                    <a:pt x="1124" y="639"/>
                  </a:lnTo>
                  <a:lnTo>
                    <a:pt x="1124" y="639"/>
                  </a:lnTo>
                  <a:lnTo>
                    <a:pt x="1126" y="608"/>
                  </a:lnTo>
                  <a:lnTo>
                    <a:pt x="1126" y="639"/>
                  </a:lnTo>
                  <a:lnTo>
                    <a:pt x="1126" y="639"/>
                  </a:lnTo>
                  <a:lnTo>
                    <a:pt x="1126" y="639"/>
                  </a:lnTo>
                  <a:lnTo>
                    <a:pt x="1126" y="639"/>
                  </a:lnTo>
                  <a:lnTo>
                    <a:pt x="1126" y="504"/>
                  </a:lnTo>
                  <a:lnTo>
                    <a:pt x="1128" y="603"/>
                  </a:lnTo>
                  <a:lnTo>
                    <a:pt x="1128" y="603"/>
                  </a:lnTo>
                  <a:lnTo>
                    <a:pt x="1128" y="598"/>
                  </a:lnTo>
                  <a:lnTo>
                    <a:pt x="1129" y="639"/>
                  </a:lnTo>
                  <a:lnTo>
                    <a:pt x="1130" y="636"/>
                  </a:lnTo>
                  <a:lnTo>
                    <a:pt x="1130" y="636"/>
                  </a:lnTo>
                  <a:lnTo>
                    <a:pt x="1131" y="639"/>
                  </a:lnTo>
                  <a:lnTo>
                    <a:pt x="1132" y="577"/>
                  </a:lnTo>
                  <a:lnTo>
                    <a:pt x="1132" y="577"/>
                  </a:lnTo>
                  <a:lnTo>
                    <a:pt x="1132" y="639"/>
                  </a:lnTo>
                  <a:lnTo>
                    <a:pt x="1134" y="555"/>
                  </a:lnTo>
                  <a:lnTo>
                    <a:pt x="1134" y="615"/>
                  </a:lnTo>
                  <a:lnTo>
                    <a:pt x="1134" y="615"/>
                  </a:lnTo>
                  <a:lnTo>
                    <a:pt x="1135" y="639"/>
                  </a:lnTo>
                  <a:lnTo>
                    <a:pt x="1135" y="381"/>
                  </a:lnTo>
                  <a:lnTo>
                    <a:pt x="1136" y="629"/>
                  </a:lnTo>
                  <a:lnTo>
                    <a:pt x="1136" y="629"/>
                  </a:lnTo>
                  <a:lnTo>
                    <a:pt x="1138" y="589"/>
                  </a:lnTo>
                  <a:lnTo>
                    <a:pt x="1138" y="639"/>
                  </a:lnTo>
                  <a:lnTo>
                    <a:pt x="1138" y="639"/>
                  </a:lnTo>
                  <a:lnTo>
                    <a:pt x="1138" y="639"/>
                  </a:lnTo>
                  <a:lnTo>
                    <a:pt x="1138" y="639"/>
                  </a:lnTo>
                  <a:lnTo>
                    <a:pt x="1140" y="614"/>
                  </a:lnTo>
                  <a:lnTo>
                    <a:pt x="1140" y="614"/>
                  </a:lnTo>
                  <a:lnTo>
                    <a:pt x="1140" y="639"/>
                  </a:lnTo>
                  <a:lnTo>
                    <a:pt x="1141" y="596"/>
                  </a:lnTo>
                  <a:lnTo>
                    <a:pt x="1142" y="627"/>
                  </a:lnTo>
                  <a:lnTo>
                    <a:pt x="1142" y="627"/>
                  </a:lnTo>
                  <a:lnTo>
                    <a:pt x="1142" y="639"/>
                  </a:lnTo>
                  <a:lnTo>
                    <a:pt x="1144" y="457"/>
                  </a:lnTo>
                  <a:lnTo>
                    <a:pt x="1144" y="612"/>
                  </a:lnTo>
                  <a:lnTo>
                    <a:pt x="1144" y="618"/>
                  </a:lnTo>
                  <a:lnTo>
                    <a:pt x="1144" y="639"/>
                  </a:lnTo>
                  <a:lnTo>
                    <a:pt x="1146" y="592"/>
                  </a:lnTo>
                  <a:lnTo>
                    <a:pt x="1146" y="631"/>
                  </a:lnTo>
                  <a:lnTo>
                    <a:pt x="1146" y="631"/>
                  </a:lnTo>
                  <a:lnTo>
                    <a:pt x="1147" y="573"/>
                  </a:lnTo>
                  <a:lnTo>
                    <a:pt x="1147" y="639"/>
                  </a:lnTo>
                  <a:lnTo>
                    <a:pt x="1148" y="635"/>
                  </a:lnTo>
                  <a:lnTo>
                    <a:pt x="1148" y="635"/>
                  </a:lnTo>
                  <a:lnTo>
                    <a:pt x="1149" y="639"/>
                  </a:lnTo>
                  <a:lnTo>
                    <a:pt x="1150" y="562"/>
                  </a:lnTo>
                  <a:lnTo>
                    <a:pt x="1150" y="607"/>
                  </a:lnTo>
                  <a:lnTo>
                    <a:pt x="1150" y="607"/>
                  </a:lnTo>
                  <a:lnTo>
                    <a:pt x="1151" y="382"/>
                  </a:lnTo>
                  <a:lnTo>
                    <a:pt x="1151" y="639"/>
                  </a:lnTo>
                  <a:lnTo>
                    <a:pt x="1152" y="602"/>
                  </a:lnTo>
                  <a:lnTo>
                    <a:pt x="1152" y="602"/>
                  </a:lnTo>
                  <a:lnTo>
                    <a:pt x="1153" y="545"/>
                  </a:lnTo>
                  <a:lnTo>
                    <a:pt x="1154" y="639"/>
                  </a:lnTo>
                  <a:lnTo>
                    <a:pt x="1154" y="637"/>
                  </a:lnTo>
                  <a:lnTo>
                    <a:pt x="1154" y="637"/>
                  </a:lnTo>
                  <a:lnTo>
                    <a:pt x="1155" y="533"/>
                  </a:lnTo>
                  <a:lnTo>
                    <a:pt x="1155" y="639"/>
                  </a:lnTo>
                  <a:lnTo>
                    <a:pt x="1156" y="636"/>
                  </a:lnTo>
                  <a:lnTo>
                    <a:pt x="1156" y="636"/>
                  </a:lnTo>
                  <a:lnTo>
                    <a:pt x="1158" y="557"/>
                  </a:lnTo>
                  <a:lnTo>
                    <a:pt x="1158" y="639"/>
                  </a:lnTo>
                  <a:lnTo>
                    <a:pt x="1158" y="639"/>
                  </a:lnTo>
                  <a:lnTo>
                    <a:pt x="1158" y="639"/>
                  </a:lnTo>
                  <a:lnTo>
                    <a:pt x="1158" y="562"/>
                  </a:lnTo>
                  <a:lnTo>
                    <a:pt x="1158" y="639"/>
                  </a:lnTo>
                  <a:lnTo>
                    <a:pt x="1160" y="624"/>
                  </a:lnTo>
                  <a:lnTo>
                    <a:pt x="1160" y="624"/>
                  </a:lnTo>
                  <a:lnTo>
                    <a:pt x="1161" y="639"/>
                  </a:lnTo>
                  <a:lnTo>
                    <a:pt x="1162" y="576"/>
                  </a:lnTo>
                  <a:lnTo>
                    <a:pt x="1162" y="576"/>
                  </a:lnTo>
                  <a:lnTo>
                    <a:pt x="1163" y="639"/>
                  </a:lnTo>
                  <a:lnTo>
                    <a:pt x="1164" y="535"/>
                  </a:lnTo>
                  <a:lnTo>
                    <a:pt x="1164" y="639"/>
                  </a:lnTo>
                  <a:lnTo>
                    <a:pt x="1164" y="639"/>
                  </a:lnTo>
                  <a:lnTo>
                    <a:pt x="1164" y="495"/>
                  </a:lnTo>
                  <a:lnTo>
                    <a:pt x="1164" y="639"/>
                  </a:lnTo>
                  <a:lnTo>
                    <a:pt x="1166" y="562"/>
                  </a:lnTo>
                  <a:lnTo>
                    <a:pt x="1166" y="562"/>
                  </a:lnTo>
                  <a:lnTo>
                    <a:pt x="1167" y="639"/>
                  </a:lnTo>
                  <a:lnTo>
                    <a:pt x="1168" y="538"/>
                  </a:lnTo>
                  <a:lnTo>
                    <a:pt x="1168" y="623"/>
                  </a:lnTo>
                  <a:lnTo>
                    <a:pt x="1168" y="623"/>
                  </a:lnTo>
                  <a:lnTo>
                    <a:pt x="1169" y="471"/>
                  </a:lnTo>
                  <a:lnTo>
                    <a:pt x="1169" y="639"/>
                  </a:lnTo>
                  <a:lnTo>
                    <a:pt x="1170" y="613"/>
                  </a:lnTo>
                  <a:lnTo>
                    <a:pt x="1170" y="613"/>
                  </a:lnTo>
                  <a:lnTo>
                    <a:pt x="1171" y="585"/>
                  </a:lnTo>
                  <a:lnTo>
                    <a:pt x="1172" y="639"/>
                  </a:lnTo>
                  <a:lnTo>
                    <a:pt x="1172" y="619"/>
                  </a:lnTo>
                  <a:lnTo>
                    <a:pt x="1172" y="619"/>
                  </a:lnTo>
                  <a:lnTo>
                    <a:pt x="1173" y="600"/>
                  </a:lnTo>
                  <a:lnTo>
                    <a:pt x="1173" y="639"/>
                  </a:lnTo>
                  <a:lnTo>
                    <a:pt x="1174" y="616"/>
                  </a:lnTo>
                  <a:lnTo>
                    <a:pt x="1174" y="616"/>
                  </a:lnTo>
                  <a:lnTo>
                    <a:pt x="1175" y="639"/>
                  </a:lnTo>
                  <a:lnTo>
                    <a:pt x="1176" y="532"/>
                  </a:lnTo>
                  <a:lnTo>
                    <a:pt x="1176" y="638"/>
                  </a:lnTo>
                  <a:lnTo>
                    <a:pt x="1176" y="638"/>
                  </a:lnTo>
                  <a:lnTo>
                    <a:pt x="1176" y="639"/>
                  </a:lnTo>
                  <a:lnTo>
                    <a:pt x="1177" y="561"/>
                  </a:lnTo>
                  <a:lnTo>
                    <a:pt x="1178" y="593"/>
                  </a:lnTo>
                  <a:lnTo>
                    <a:pt x="1178" y="593"/>
                  </a:lnTo>
                  <a:lnTo>
                    <a:pt x="1179" y="570"/>
                  </a:lnTo>
                  <a:lnTo>
                    <a:pt x="1180" y="639"/>
                  </a:lnTo>
                  <a:lnTo>
                    <a:pt x="1180" y="639"/>
                  </a:lnTo>
                  <a:lnTo>
                    <a:pt x="1180" y="639"/>
                  </a:lnTo>
                  <a:lnTo>
                    <a:pt x="1180" y="639"/>
                  </a:lnTo>
                  <a:lnTo>
                    <a:pt x="1182" y="552"/>
                  </a:lnTo>
                  <a:lnTo>
                    <a:pt x="1182" y="552"/>
                  </a:lnTo>
                  <a:lnTo>
                    <a:pt x="1184" y="427"/>
                  </a:lnTo>
                  <a:lnTo>
                    <a:pt x="1184" y="639"/>
                  </a:lnTo>
                  <a:lnTo>
                    <a:pt x="1184" y="609"/>
                  </a:lnTo>
                  <a:lnTo>
                    <a:pt x="1184" y="609"/>
                  </a:lnTo>
                  <a:lnTo>
                    <a:pt x="1185" y="544"/>
                  </a:lnTo>
                  <a:lnTo>
                    <a:pt x="1186" y="639"/>
                  </a:lnTo>
                  <a:lnTo>
                    <a:pt x="1186" y="638"/>
                  </a:lnTo>
                  <a:lnTo>
                    <a:pt x="1186" y="638"/>
                  </a:lnTo>
                  <a:lnTo>
                    <a:pt x="1187" y="639"/>
                  </a:lnTo>
                  <a:lnTo>
                    <a:pt x="1187" y="489"/>
                  </a:lnTo>
                  <a:lnTo>
                    <a:pt x="1188" y="629"/>
                  </a:lnTo>
                  <a:lnTo>
                    <a:pt x="1188" y="629"/>
                  </a:lnTo>
                  <a:lnTo>
                    <a:pt x="1188" y="414"/>
                  </a:lnTo>
                  <a:lnTo>
                    <a:pt x="1188" y="639"/>
                  </a:lnTo>
                  <a:lnTo>
                    <a:pt x="1190" y="639"/>
                  </a:lnTo>
                  <a:lnTo>
                    <a:pt x="1190" y="639"/>
                  </a:lnTo>
                  <a:lnTo>
                    <a:pt x="1191" y="639"/>
                  </a:lnTo>
                  <a:lnTo>
                    <a:pt x="1192" y="430"/>
                  </a:lnTo>
                  <a:lnTo>
                    <a:pt x="1192" y="639"/>
                  </a:lnTo>
                  <a:lnTo>
                    <a:pt x="1192" y="639"/>
                  </a:lnTo>
                  <a:lnTo>
                    <a:pt x="1193" y="490"/>
                  </a:lnTo>
                  <a:lnTo>
                    <a:pt x="1193" y="639"/>
                  </a:lnTo>
                  <a:lnTo>
                    <a:pt x="1194" y="569"/>
                  </a:lnTo>
                  <a:lnTo>
                    <a:pt x="1194" y="569"/>
                  </a:lnTo>
                  <a:lnTo>
                    <a:pt x="1195" y="639"/>
                  </a:lnTo>
                  <a:lnTo>
                    <a:pt x="1196" y="538"/>
                  </a:lnTo>
                  <a:lnTo>
                    <a:pt x="1196" y="639"/>
                  </a:lnTo>
                  <a:lnTo>
                    <a:pt x="1196" y="639"/>
                  </a:lnTo>
                  <a:lnTo>
                    <a:pt x="1198" y="443"/>
                  </a:lnTo>
                  <a:lnTo>
                    <a:pt x="1198" y="639"/>
                  </a:lnTo>
                  <a:lnTo>
                    <a:pt x="1198" y="634"/>
                  </a:lnTo>
                  <a:lnTo>
                    <a:pt x="1198" y="633"/>
                  </a:lnTo>
                  <a:lnTo>
                    <a:pt x="1199" y="554"/>
                  </a:lnTo>
                  <a:lnTo>
                    <a:pt x="1200" y="639"/>
                  </a:lnTo>
                  <a:lnTo>
                    <a:pt x="1200" y="639"/>
                  </a:lnTo>
                  <a:lnTo>
                    <a:pt x="1200" y="639"/>
                  </a:lnTo>
                  <a:lnTo>
                    <a:pt x="1201" y="639"/>
                  </a:lnTo>
                  <a:lnTo>
                    <a:pt x="1202" y="456"/>
                  </a:lnTo>
                  <a:lnTo>
                    <a:pt x="1202" y="454"/>
                  </a:lnTo>
                  <a:lnTo>
                    <a:pt x="1202" y="639"/>
                  </a:lnTo>
                  <a:lnTo>
                    <a:pt x="1203" y="377"/>
                  </a:lnTo>
                  <a:lnTo>
                    <a:pt x="1204" y="603"/>
                  </a:lnTo>
                  <a:lnTo>
                    <a:pt x="1204" y="603"/>
                  </a:lnTo>
                  <a:lnTo>
                    <a:pt x="1205" y="575"/>
                  </a:lnTo>
                  <a:lnTo>
                    <a:pt x="1205" y="639"/>
                  </a:lnTo>
                  <a:lnTo>
                    <a:pt x="1206" y="594"/>
                  </a:lnTo>
                  <a:lnTo>
                    <a:pt x="1206" y="594"/>
                  </a:lnTo>
                  <a:lnTo>
                    <a:pt x="1207" y="571"/>
                  </a:lnTo>
                  <a:lnTo>
                    <a:pt x="1207" y="639"/>
                  </a:lnTo>
                  <a:lnTo>
                    <a:pt x="1208" y="632"/>
                  </a:lnTo>
                  <a:lnTo>
                    <a:pt x="1208" y="632"/>
                  </a:lnTo>
                  <a:lnTo>
                    <a:pt x="1210" y="416"/>
                  </a:lnTo>
                  <a:lnTo>
                    <a:pt x="1210" y="639"/>
                  </a:lnTo>
                  <a:lnTo>
                    <a:pt x="1210" y="632"/>
                  </a:lnTo>
                  <a:lnTo>
                    <a:pt x="1210" y="632"/>
                  </a:lnTo>
                  <a:lnTo>
                    <a:pt x="1211" y="639"/>
                  </a:lnTo>
                  <a:lnTo>
                    <a:pt x="1212" y="576"/>
                  </a:lnTo>
                  <a:lnTo>
                    <a:pt x="1212" y="576"/>
                  </a:lnTo>
                  <a:lnTo>
                    <a:pt x="1214" y="527"/>
                  </a:lnTo>
                  <a:lnTo>
                    <a:pt x="1214" y="639"/>
                  </a:lnTo>
                  <a:lnTo>
                    <a:pt x="1214" y="639"/>
                  </a:lnTo>
                  <a:lnTo>
                    <a:pt x="1214" y="639"/>
                  </a:lnTo>
                  <a:lnTo>
                    <a:pt x="1216" y="451"/>
                  </a:lnTo>
                  <a:lnTo>
                    <a:pt x="1216" y="639"/>
                  </a:lnTo>
                  <a:lnTo>
                    <a:pt x="1216" y="585"/>
                  </a:lnTo>
                  <a:lnTo>
                    <a:pt x="1216" y="585"/>
                  </a:lnTo>
                  <a:lnTo>
                    <a:pt x="1217" y="639"/>
                  </a:lnTo>
                  <a:lnTo>
                    <a:pt x="1217" y="524"/>
                  </a:lnTo>
                  <a:lnTo>
                    <a:pt x="1218" y="639"/>
                  </a:lnTo>
                  <a:lnTo>
                    <a:pt x="1218" y="639"/>
                  </a:lnTo>
                  <a:lnTo>
                    <a:pt x="1220" y="600"/>
                  </a:lnTo>
                  <a:lnTo>
                    <a:pt x="1220" y="639"/>
                  </a:lnTo>
                  <a:lnTo>
                    <a:pt x="1220" y="639"/>
                  </a:lnTo>
                  <a:lnTo>
                    <a:pt x="1220" y="639"/>
                  </a:lnTo>
                  <a:lnTo>
                    <a:pt x="1220" y="639"/>
                  </a:lnTo>
                  <a:lnTo>
                    <a:pt x="1222" y="575"/>
                  </a:lnTo>
                  <a:lnTo>
                    <a:pt x="1222" y="575"/>
                  </a:lnTo>
                  <a:lnTo>
                    <a:pt x="1224" y="538"/>
                  </a:lnTo>
                  <a:lnTo>
                    <a:pt x="1224" y="639"/>
                  </a:lnTo>
                  <a:lnTo>
                    <a:pt x="1224" y="639"/>
                  </a:lnTo>
                  <a:lnTo>
                    <a:pt x="1224" y="639"/>
                  </a:lnTo>
                  <a:lnTo>
                    <a:pt x="1225" y="639"/>
                  </a:lnTo>
                  <a:lnTo>
                    <a:pt x="1226" y="482"/>
                  </a:lnTo>
                  <a:lnTo>
                    <a:pt x="1226" y="611"/>
                  </a:lnTo>
                  <a:lnTo>
                    <a:pt x="1226" y="611"/>
                  </a:lnTo>
                  <a:lnTo>
                    <a:pt x="1227" y="428"/>
                  </a:lnTo>
                  <a:lnTo>
                    <a:pt x="1227" y="639"/>
                  </a:lnTo>
                  <a:lnTo>
                    <a:pt x="1228" y="585"/>
                  </a:lnTo>
                  <a:lnTo>
                    <a:pt x="1228" y="588"/>
                  </a:lnTo>
                  <a:lnTo>
                    <a:pt x="1229" y="639"/>
                  </a:lnTo>
                  <a:lnTo>
                    <a:pt x="1230" y="600"/>
                  </a:lnTo>
                  <a:lnTo>
                    <a:pt x="1230" y="600"/>
                  </a:lnTo>
                  <a:lnTo>
                    <a:pt x="1231" y="639"/>
                  </a:lnTo>
                  <a:lnTo>
                    <a:pt x="1232" y="488"/>
                  </a:lnTo>
                  <a:lnTo>
                    <a:pt x="1232" y="639"/>
                  </a:lnTo>
                  <a:lnTo>
                    <a:pt x="1232" y="639"/>
                  </a:lnTo>
                  <a:lnTo>
                    <a:pt x="1234" y="564"/>
                  </a:lnTo>
                  <a:lnTo>
                    <a:pt x="1234" y="639"/>
                  </a:lnTo>
                  <a:lnTo>
                    <a:pt x="1234" y="619"/>
                  </a:lnTo>
                  <a:lnTo>
                    <a:pt x="1234" y="618"/>
                  </a:lnTo>
                  <a:lnTo>
                    <a:pt x="1235" y="639"/>
                  </a:lnTo>
                  <a:lnTo>
                    <a:pt x="1236" y="581"/>
                  </a:lnTo>
                  <a:lnTo>
                    <a:pt x="1236" y="639"/>
                  </a:lnTo>
                  <a:lnTo>
                    <a:pt x="1236" y="639"/>
                  </a:lnTo>
                  <a:lnTo>
                    <a:pt x="1237" y="639"/>
                  </a:lnTo>
                  <a:lnTo>
                    <a:pt x="1238" y="563"/>
                  </a:lnTo>
                  <a:lnTo>
                    <a:pt x="1238" y="622"/>
                  </a:lnTo>
                  <a:lnTo>
                    <a:pt x="1238" y="623"/>
                  </a:lnTo>
                  <a:lnTo>
                    <a:pt x="1239" y="510"/>
                  </a:lnTo>
                  <a:lnTo>
                    <a:pt x="1239" y="639"/>
                  </a:lnTo>
                  <a:lnTo>
                    <a:pt x="1240" y="639"/>
                  </a:lnTo>
                  <a:lnTo>
                    <a:pt x="1240" y="639"/>
                  </a:lnTo>
                  <a:lnTo>
                    <a:pt x="1241" y="587"/>
                  </a:lnTo>
                  <a:lnTo>
                    <a:pt x="1241" y="639"/>
                  </a:lnTo>
                  <a:lnTo>
                    <a:pt x="1242" y="637"/>
                  </a:lnTo>
                  <a:lnTo>
                    <a:pt x="1242" y="637"/>
                  </a:lnTo>
                  <a:lnTo>
                    <a:pt x="1243" y="639"/>
                  </a:lnTo>
                  <a:lnTo>
                    <a:pt x="1244" y="531"/>
                  </a:lnTo>
                  <a:lnTo>
                    <a:pt x="1244" y="639"/>
                  </a:lnTo>
                  <a:lnTo>
                    <a:pt x="1244" y="639"/>
                  </a:lnTo>
                  <a:lnTo>
                    <a:pt x="1244" y="639"/>
                  </a:lnTo>
                  <a:lnTo>
                    <a:pt x="1245" y="492"/>
                  </a:lnTo>
                  <a:lnTo>
                    <a:pt x="1246" y="639"/>
                  </a:lnTo>
                  <a:lnTo>
                    <a:pt x="1246" y="639"/>
                  </a:lnTo>
                  <a:lnTo>
                    <a:pt x="1247" y="639"/>
                  </a:lnTo>
                  <a:lnTo>
                    <a:pt x="1248" y="622"/>
                  </a:lnTo>
                  <a:lnTo>
                    <a:pt x="1248" y="633"/>
                  </a:lnTo>
                  <a:lnTo>
                    <a:pt x="1248" y="633"/>
                  </a:lnTo>
                  <a:lnTo>
                    <a:pt x="1249" y="639"/>
                  </a:lnTo>
                  <a:lnTo>
                    <a:pt x="1250" y="573"/>
                  </a:lnTo>
                  <a:lnTo>
                    <a:pt x="1250" y="599"/>
                  </a:lnTo>
                  <a:lnTo>
                    <a:pt x="1250" y="598"/>
                  </a:lnTo>
                  <a:lnTo>
                    <a:pt x="1250" y="435"/>
                  </a:lnTo>
                  <a:lnTo>
                    <a:pt x="1251" y="639"/>
                  </a:lnTo>
                  <a:lnTo>
                    <a:pt x="1252" y="569"/>
                  </a:lnTo>
                  <a:lnTo>
                    <a:pt x="1252" y="569"/>
                  </a:lnTo>
                  <a:lnTo>
                    <a:pt x="1252" y="531"/>
                  </a:lnTo>
                  <a:lnTo>
                    <a:pt x="1253" y="639"/>
                  </a:lnTo>
                  <a:lnTo>
                    <a:pt x="1254" y="632"/>
                  </a:lnTo>
                  <a:lnTo>
                    <a:pt x="1254" y="632"/>
                  </a:lnTo>
                  <a:lnTo>
                    <a:pt x="1256" y="639"/>
                  </a:lnTo>
                  <a:lnTo>
                    <a:pt x="1256" y="528"/>
                  </a:lnTo>
                  <a:lnTo>
                    <a:pt x="1256" y="638"/>
                  </a:lnTo>
                  <a:lnTo>
                    <a:pt x="1256" y="638"/>
                  </a:lnTo>
                  <a:lnTo>
                    <a:pt x="1257" y="498"/>
                  </a:lnTo>
                  <a:lnTo>
                    <a:pt x="1257" y="639"/>
                  </a:lnTo>
                  <a:lnTo>
                    <a:pt x="1258" y="632"/>
                  </a:lnTo>
                  <a:lnTo>
                    <a:pt x="1258" y="632"/>
                  </a:lnTo>
                  <a:lnTo>
                    <a:pt x="1259" y="590"/>
                  </a:lnTo>
                  <a:lnTo>
                    <a:pt x="1260" y="639"/>
                  </a:lnTo>
                  <a:lnTo>
                    <a:pt x="1260" y="639"/>
                  </a:lnTo>
                  <a:lnTo>
                    <a:pt x="1260" y="639"/>
                  </a:lnTo>
                  <a:lnTo>
                    <a:pt x="1262" y="522"/>
                  </a:lnTo>
                  <a:lnTo>
                    <a:pt x="1262" y="639"/>
                  </a:lnTo>
                  <a:lnTo>
                    <a:pt x="1262" y="639"/>
                  </a:lnTo>
                  <a:lnTo>
                    <a:pt x="1262" y="639"/>
                  </a:lnTo>
                  <a:lnTo>
                    <a:pt x="1264" y="565"/>
                  </a:lnTo>
                  <a:lnTo>
                    <a:pt x="1264" y="639"/>
                  </a:lnTo>
                  <a:lnTo>
                    <a:pt x="1264" y="639"/>
                  </a:lnTo>
                  <a:lnTo>
                    <a:pt x="1264" y="639"/>
                  </a:lnTo>
                  <a:lnTo>
                    <a:pt x="1264" y="508"/>
                  </a:lnTo>
                  <a:lnTo>
                    <a:pt x="1264" y="639"/>
                  </a:lnTo>
                  <a:lnTo>
                    <a:pt x="1266" y="638"/>
                  </a:lnTo>
                  <a:lnTo>
                    <a:pt x="1266" y="638"/>
                  </a:lnTo>
                  <a:lnTo>
                    <a:pt x="1266" y="639"/>
                  </a:lnTo>
                  <a:lnTo>
                    <a:pt x="1268" y="580"/>
                  </a:lnTo>
                  <a:lnTo>
                    <a:pt x="1268" y="580"/>
                  </a:lnTo>
                  <a:lnTo>
                    <a:pt x="1269" y="518"/>
                  </a:lnTo>
                  <a:lnTo>
                    <a:pt x="1269" y="639"/>
                  </a:lnTo>
                  <a:lnTo>
                    <a:pt x="1270" y="639"/>
                  </a:lnTo>
                  <a:lnTo>
                    <a:pt x="1270" y="639"/>
                  </a:lnTo>
                  <a:lnTo>
                    <a:pt x="1271" y="639"/>
                  </a:lnTo>
                  <a:lnTo>
                    <a:pt x="1271" y="528"/>
                  </a:lnTo>
                  <a:lnTo>
                    <a:pt x="1272" y="638"/>
                  </a:lnTo>
                  <a:lnTo>
                    <a:pt x="1272" y="638"/>
                  </a:lnTo>
                  <a:lnTo>
                    <a:pt x="1274" y="595"/>
                  </a:lnTo>
                  <a:lnTo>
                    <a:pt x="1274" y="639"/>
                  </a:lnTo>
                  <a:lnTo>
                    <a:pt x="1274" y="639"/>
                  </a:lnTo>
                  <a:lnTo>
                    <a:pt x="1274" y="639"/>
                  </a:lnTo>
                  <a:lnTo>
                    <a:pt x="1274" y="639"/>
                  </a:lnTo>
                  <a:lnTo>
                    <a:pt x="1276" y="484"/>
                  </a:lnTo>
                  <a:lnTo>
                    <a:pt x="1276" y="639"/>
                  </a:lnTo>
                  <a:lnTo>
                    <a:pt x="1276" y="639"/>
                  </a:lnTo>
                  <a:lnTo>
                    <a:pt x="1276" y="639"/>
                  </a:lnTo>
                  <a:lnTo>
                    <a:pt x="1277" y="450"/>
                  </a:lnTo>
                  <a:lnTo>
                    <a:pt x="1278" y="606"/>
                  </a:lnTo>
                  <a:lnTo>
                    <a:pt x="1278" y="606"/>
                  </a:lnTo>
                  <a:lnTo>
                    <a:pt x="1279" y="587"/>
                  </a:lnTo>
                  <a:lnTo>
                    <a:pt x="1280" y="639"/>
                  </a:lnTo>
                  <a:lnTo>
                    <a:pt x="1280" y="621"/>
                  </a:lnTo>
                  <a:lnTo>
                    <a:pt x="1280" y="621"/>
                  </a:lnTo>
                  <a:lnTo>
                    <a:pt x="1281" y="517"/>
                  </a:lnTo>
                  <a:lnTo>
                    <a:pt x="1282" y="639"/>
                  </a:lnTo>
                  <a:lnTo>
                    <a:pt x="1282" y="627"/>
                  </a:lnTo>
                  <a:lnTo>
                    <a:pt x="1282" y="627"/>
                  </a:lnTo>
                  <a:lnTo>
                    <a:pt x="1283" y="563"/>
                  </a:lnTo>
                  <a:lnTo>
                    <a:pt x="1284" y="639"/>
                  </a:lnTo>
                  <a:lnTo>
                    <a:pt x="1284" y="629"/>
                  </a:lnTo>
                  <a:lnTo>
                    <a:pt x="1284" y="629"/>
                  </a:lnTo>
                  <a:lnTo>
                    <a:pt x="1285" y="569"/>
                  </a:lnTo>
                  <a:lnTo>
                    <a:pt x="1286" y="639"/>
                  </a:lnTo>
                  <a:lnTo>
                    <a:pt x="1286" y="622"/>
                  </a:lnTo>
                  <a:lnTo>
                    <a:pt x="1286" y="622"/>
                  </a:lnTo>
                  <a:lnTo>
                    <a:pt x="1287" y="639"/>
                  </a:lnTo>
                  <a:lnTo>
                    <a:pt x="1288" y="524"/>
                  </a:lnTo>
                  <a:lnTo>
                    <a:pt x="1288" y="618"/>
                  </a:lnTo>
                  <a:lnTo>
                    <a:pt x="1288" y="616"/>
                  </a:lnTo>
                  <a:lnTo>
                    <a:pt x="1288" y="464"/>
                  </a:lnTo>
                  <a:lnTo>
                    <a:pt x="1288" y="639"/>
                  </a:lnTo>
                  <a:lnTo>
                    <a:pt x="1290" y="639"/>
                  </a:lnTo>
                  <a:lnTo>
                    <a:pt x="1290" y="639"/>
                  </a:lnTo>
                  <a:lnTo>
                    <a:pt x="1291" y="639"/>
                  </a:lnTo>
                  <a:lnTo>
                    <a:pt x="1291" y="586"/>
                  </a:lnTo>
                  <a:lnTo>
                    <a:pt x="1292" y="587"/>
                  </a:lnTo>
                  <a:lnTo>
                    <a:pt x="1292" y="586"/>
                  </a:lnTo>
                  <a:lnTo>
                    <a:pt x="1294" y="485"/>
                  </a:lnTo>
                  <a:lnTo>
                    <a:pt x="1294" y="639"/>
                  </a:lnTo>
                  <a:lnTo>
                    <a:pt x="1294" y="639"/>
                  </a:lnTo>
                  <a:lnTo>
                    <a:pt x="1294" y="639"/>
                  </a:lnTo>
                  <a:lnTo>
                    <a:pt x="1295" y="639"/>
                  </a:lnTo>
                  <a:lnTo>
                    <a:pt x="1296" y="546"/>
                  </a:lnTo>
                  <a:lnTo>
                    <a:pt x="1296" y="546"/>
                  </a:lnTo>
                  <a:lnTo>
                    <a:pt x="1298" y="450"/>
                  </a:lnTo>
                  <a:lnTo>
                    <a:pt x="1298" y="639"/>
                  </a:lnTo>
                  <a:lnTo>
                    <a:pt x="1298" y="639"/>
                  </a:lnTo>
                  <a:lnTo>
                    <a:pt x="1298" y="639"/>
                  </a:lnTo>
                  <a:lnTo>
                    <a:pt x="1299" y="639"/>
                  </a:lnTo>
                  <a:lnTo>
                    <a:pt x="1300" y="550"/>
                  </a:lnTo>
                  <a:lnTo>
                    <a:pt x="1300" y="629"/>
                  </a:lnTo>
                  <a:lnTo>
                    <a:pt x="1300" y="629"/>
                  </a:lnTo>
                  <a:lnTo>
                    <a:pt x="1301" y="639"/>
                  </a:lnTo>
                  <a:lnTo>
                    <a:pt x="1302" y="546"/>
                  </a:lnTo>
                  <a:lnTo>
                    <a:pt x="1302" y="639"/>
                  </a:lnTo>
                  <a:lnTo>
                    <a:pt x="1302" y="639"/>
                  </a:lnTo>
                  <a:lnTo>
                    <a:pt x="1303" y="431"/>
                  </a:lnTo>
                  <a:lnTo>
                    <a:pt x="1304" y="639"/>
                  </a:lnTo>
                  <a:lnTo>
                    <a:pt x="1304" y="635"/>
                  </a:lnTo>
                  <a:lnTo>
                    <a:pt x="1304" y="634"/>
                  </a:lnTo>
                  <a:lnTo>
                    <a:pt x="1305" y="545"/>
                  </a:lnTo>
                  <a:lnTo>
                    <a:pt x="1306" y="639"/>
                  </a:lnTo>
                  <a:lnTo>
                    <a:pt x="1306" y="639"/>
                  </a:lnTo>
                  <a:lnTo>
                    <a:pt x="1306" y="639"/>
                  </a:lnTo>
                  <a:lnTo>
                    <a:pt x="1307" y="639"/>
                  </a:lnTo>
                  <a:lnTo>
                    <a:pt x="1308" y="577"/>
                  </a:lnTo>
                  <a:lnTo>
                    <a:pt x="1308" y="631"/>
                  </a:lnTo>
                  <a:lnTo>
                    <a:pt x="1308" y="631"/>
                  </a:lnTo>
                  <a:lnTo>
                    <a:pt x="1310" y="426"/>
                  </a:lnTo>
                  <a:lnTo>
                    <a:pt x="1310" y="639"/>
                  </a:lnTo>
                  <a:lnTo>
                    <a:pt x="1310" y="615"/>
                  </a:lnTo>
                  <a:lnTo>
                    <a:pt x="1310" y="615"/>
                  </a:lnTo>
                  <a:lnTo>
                    <a:pt x="1311" y="601"/>
                  </a:lnTo>
                  <a:lnTo>
                    <a:pt x="1312" y="639"/>
                  </a:lnTo>
                  <a:lnTo>
                    <a:pt x="1312" y="638"/>
                  </a:lnTo>
                  <a:lnTo>
                    <a:pt x="1312" y="638"/>
                  </a:lnTo>
                  <a:lnTo>
                    <a:pt x="1313" y="639"/>
                  </a:lnTo>
                  <a:lnTo>
                    <a:pt x="1314" y="536"/>
                  </a:lnTo>
                  <a:lnTo>
                    <a:pt x="1314" y="535"/>
                  </a:lnTo>
                  <a:lnTo>
                    <a:pt x="1315" y="398"/>
                  </a:lnTo>
                  <a:lnTo>
                    <a:pt x="1315" y="639"/>
                  </a:lnTo>
                  <a:lnTo>
                    <a:pt x="1316" y="598"/>
                  </a:lnTo>
                  <a:lnTo>
                    <a:pt x="1316" y="598"/>
                  </a:lnTo>
                  <a:lnTo>
                    <a:pt x="1317" y="553"/>
                  </a:lnTo>
                  <a:lnTo>
                    <a:pt x="1318" y="639"/>
                  </a:lnTo>
                  <a:lnTo>
                    <a:pt x="1318" y="638"/>
                  </a:lnTo>
                  <a:lnTo>
                    <a:pt x="1318" y="638"/>
                  </a:lnTo>
                  <a:lnTo>
                    <a:pt x="1320" y="568"/>
                  </a:lnTo>
                  <a:lnTo>
                    <a:pt x="1320" y="639"/>
                  </a:lnTo>
                  <a:lnTo>
                    <a:pt x="1320" y="627"/>
                  </a:lnTo>
                  <a:lnTo>
                    <a:pt x="1320" y="627"/>
                  </a:lnTo>
                  <a:lnTo>
                    <a:pt x="1321" y="639"/>
                  </a:lnTo>
                  <a:lnTo>
                    <a:pt x="1322" y="580"/>
                  </a:lnTo>
                  <a:lnTo>
                    <a:pt x="1322" y="611"/>
                  </a:lnTo>
                  <a:lnTo>
                    <a:pt x="1322" y="613"/>
                  </a:lnTo>
                  <a:lnTo>
                    <a:pt x="1323" y="523"/>
                  </a:lnTo>
                  <a:lnTo>
                    <a:pt x="1323" y="639"/>
                  </a:lnTo>
                  <a:lnTo>
                    <a:pt x="1324" y="630"/>
                  </a:lnTo>
                  <a:lnTo>
                    <a:pt x="1324" y="630"/>
                  </a:lnTo>
                  <a:lnTo>
                    <a:pt x="1324" y="639"/>
                  </a:lnTo>
                  <a:lnTo>
                    <a:pt x="1326" y="549"/>
                  </a:lnTo>
                  <a:lnTo>
                    <a:pt x="1326" y="599"/>
                  </a:lnTo>
                  <a:lnTo>
                    <a:pt x="1326" y="599"/>
                  </a:lnTo>
                  <a:lnTo>
                    <a:pt x="1328" y="639"/>
                  </a:lnTo>
                  <a:lnTo>
                    <a:pt x="1328" y="495"/>
                  </a:lnTo>
                  <a:lnTo>
                    <a:pt x="1328" y="494"/>
                  </a:lnTo>
                  <a:lnTo>
                    <a:pt x="1329" y="393"/>
                  </a:lnTo>
                  <a:lnTo>
                    <a:pt x="1329" y="639"/>
                  </a:lnTo>
                  <a:lnTo>
                    <a:pt x="1330" y="639"/>
                  </a:lnTo>
                  <a:lnTo>
                    <a:pt x="1330" y="639"/>
                  </a:lnTo>
                  <a:lnTo>
                    <a:pt x="1330" y="639"/>
                  </a:lnTo>
                  <a:lnTo>
                    <a:pt x="1332" y="567"/>
                  </a:lnTo>
                  <a:lnTo>
                    <a:pt x="1332" y="578"/>
                  </a:lnTo>
                  <a:lnTo>
                    <a:pt x="1332" y="580"/>
                  </a:lnTo>
                  <a:lnTo>
                    <a:pt x="1333" y="524"/>
                  </a:lnTo>
                  <a:lnTo>
                    <a:pt x="1334" y="639"/>
                  </a:lnTo>
                  <a:lnTo>
                    <a:pt x="1334" y="598"/>
                  </a:lnTo>
                  <a:lnTo>
                    <a:pt x="1334" y="598"/>
                  </a:lnTo>
                  <a:lnTo>
                    <a:pt x="1335" y="471"/>
                  </a:lnTo>
                  <a:lnTo>
                    <a:pt x="1335" y="639"/>
                  </a:lnTo>
                  <a:lnTo>
                    <a:pt x="1336" y="627"/>
                  </a:lnTo>
                  <a:lnTo>
                    <a:pt x="1336" y="629"/>
                  </a:lnTo>
                  <a:lnTo>
                    <a:pt x="1337" y="592"/>
                  </a:lnTo>
                  <a:lnTo>
                    <a:pt x="1338" y="639"/>
                  </a:lnTo>
                  <a:lnTo>
                    <a:pt x="1338" y="631"/>
                  </a:lnTo>
                  <a:lnTo>
                    <a:pt x="1338" y="631"/>
                  </a:lnTo>
                  <a:lnTo>
                    <a:pt x="1340" y="540"/>
                  </a:lnTo>
                  <a:lnTo>
                    <a:pt x="1340" y="540"/>
                  </a:lnTo>
                  <a:lnTo>
                    <a:pt x="1341" y="639"/>
                  </a:lnTo>
                  <a:lnTo>
                    <a:pt x="1342" y="511"/>
                  </a:lnTo>
                  <a:lnTo>
                    <a:pt x="1342" y="629"/>
                  </a:lnTo>
                  <a:lnTo>
                    <a:pt x="1342" y="629"/>
                  </a:lnTo>
                  <a:lnTo>
                    <a:pt x="1343" y="451"/>
                  </a:lnTo>
                  <a:lnTo>
                    <a:pt x="1343" y="639"/>
                  </a:lnTo>
                  <a:lnTo>
                    <a:pt x="1344" y="631"/>
                  </a:lnTo>
                  <a:lnTo>
                    <a:pt x="1344" y="631"/>
                  </a:lnTo>
                  <a:lnTo>
                    <a:pt x="1345" y="541"/>
                  </a:lnTo>
                  <a:lnTo>
                    <a:pt x="1345" y="639"/>
                  </a:lnTo>
                  <a:lnTo>
                    <a:pt x="1346" y="636"/>
                  </a:lnTo>
                  <a:lnTo>
                    <a:pt x="1346" y="636"/>
                  </a:lnTo>
                  <a:lnTo>
                    <a:pt x="1347" y="512"/>
                  </a:lnTo>
                  <a:lnTo>
                    <a:pt x="1347" y="639"/>
                  </a:lnTo>
                  <a:lnTo>
                    <a:pt x="1348" y="601"/>
                  </a:lnTo>
                  <a:lnTo>
                    <a:pt x="1348" y="601"/>
                  </a:lnTo>
                  <a:lnTo>
                    <a:pt x="1350" y="404"/>
                  </a:lnTo>
                  <a:lnTo>
                    <a:pt x="1350" y="639"/>
                  </a:lnTo>
                  <a:lnTo>
                    <a:pt x="1350" y="595"/>
                  </a:lnTo>
                  <a:lnTo>
                    <a:pt x="1350" y="595"/>
                  </a:lnTo>
                  <a:lnTo>
                    <a:pt x="1351" y="590"/>
                  </a:lnTo>
                  <a:lnTo>
                    <a:pt x="1352" y="639"/>
                  </a:lnTo>
                  <a:lnTo>
                    <a:pt x="1352" y="639"/>
                  </a:lnTo>
                  <a:lnTo>
                    <a:pt x="1352" y="639"/>
                  </a:lnTo>
                  <a:lnTo>
                    <a:pt x="1353" y="639"/>
                  </a:lnTo>
                  <a:lnTo>
                    <a:pt x="1355" y="570"/>
                  </a:lnTo>
                  <a:lnTo>
                    <a:pt x="1355" y="570"/>
                  </a:lnTo>
                  <a:lnTo>
                    <a:pt x="1355" y="474"/>
                  </a:lnTo>
                  <a:lnTo>
                    <a:pt x="1355" y="639"/>
                  </a:lnTo>
                  <a:lnTo>
                    <a:pt x="1356" y="602"/>
                  </a:lnTo>
                  <a:lnTo>
                    <a:pt x="1356" y="604"/>
                  </a:lnTo>
                  <a:lnTo>
                    <a:pt x="1357" y="450"/>
                  </a:lnTo>
                  <a:lnTo>
                    <a:pt x="1357" y="639"/>
                  </a:lnTo>
                  <a:lnTo>
                    <a:pt x="1358" y="638"/>
                  </a:lnTo>
                  <a:lnTo>
                    <a:pt x="1358" y="638"/>
                  </a:lnTo>
                  <a:lnTo>
                    <a:pt x="1359" y="639"/>
                  </a:lnTo>
                  <a:lnTo>
                    <a:pt x="1361" y="518"/>
                  </a:lnTo>
                  <a:lnTo>
                    <a:pt x="1361" y="518"/>
                  </a:lnTo>
                  <a:lnTo>
                    <a:pt x="1361" y="639"/>
                  </a:lnTo>
                  <a:lnTo>
                    <a:pt x="1362" y="477"/>
                  </a:lnTo>
                  <a:lnTo>
                    <a:pt x="1362" y="639"/>
                  </a:lnTo>
                  <a:lnTo>
                    <a:pt x="1362" y="639"/>
                  </a:lnTo>
                  <a:lnTo>
                    <a:pt x="1363" y="527"/>
                  </a:lnTo>
                  <a:lnTo>
                    <a:pt x="1363" y="639"/>
                  </a:lnTo>
                  <a:lnTo>
                    <a:pt x="1364" y="639"/>
                  </a:lnTo>
                  <a:lnTo>
                    <a:pt x="1364" y="639"/>
                  </a:lnTo>
                  <a:lnTo>
                    <a:pt x="1365" y="639"/>
                  </a:lnTo>
                  <a:lnTo>
                    <a:pt x="1366" y="597"/>
                  </a:lnTo>
                  <a:lnTo>
                    <a:pt x="1367" y="623"/>
                  </a:lnTo>
                  <a:lnTo>
                    <a:pt x="1367" y="623"/>
                  </a:lnTo>
                  <a:lnTo>
                    <a:pt x="1368" y="499"/>
                  </a:lnTo>
                  <a:lnTo>
                    <a:pt x="1368" y="639"/>
                  </a:lnTo>
                  <a:lnTo>
                    <a:pt x="1368" y="639"/>
                  </a:lnTo>
                  <a:lnTo>
                    <a:pt x="1368" y="639"/>
                  </a:lnTo>
                  <a:lnTo>
                    <a:pt x="1370" y="425"/>
                  </a:lnTo>
                  <a:lnTo>
                    <a:pt x="1370" y="639"/>
                  </a:lnTo>
                  <a:lnTo>
                    <a:pt x="1370" y="632"/>
                  </a:lnTo>
                  <a:lnTo>
                    <a:pt x="1370" y="632"/>
                  </a:lnTo>
                  <a:lnTo>
                    <a:pt x="1372" y="608"/>
                  </a:lnTo>
                  <a:lnTo>
                    <a:pt x="1372" y="639"/>
                  </a:lnTo>
                  <a:lnTo>
                    <a:pt x="1373" y="637"/>
                  </a:lnTo>
                  <a:lnTo>
                    <a:pt x="1373" y="637"/>
                  </a:lnTo>
                  <a:lnTo>
                    <a:pt x="1374" y="565"/>
                  </a:lnTo>
                  <a:lnTo>
                    <a:pt x="1374" y="639"/>
                  </a:lnTo>
                  <a:lnTo>
                    <a:pt x="1374" y="613"/>
                  </a:lnTo>
                  <a:lnTo>
                    <a:pt x="1374" y="613"/>
                  </a:lnTo>
                  <a:lnTo>
                    <a:pt x="1376" y="448"/>
                  </a:lnTo>
                  <a:lnTo>
                    <a:pt x="1376" y="639"/>
                  </a:lnTo>
                  <a:lnTo>
                    <a:pt x="1376" y="594"/>
                  </a:lnTo>
                  <a:lnTo>
                    <a:pt x="1376" y="594"/>
                  </a:lnTo>
                  <a:lnTo>
                    <a:pt x="1378" y="519"/>
                  </a:lnTo>
                  <a:lnTo>
                    <a:pt x="1378" y="639"/>
                  </a:lnTo>
                  <a:lnTo>
                    <a:pt x="1379" y="639"/>
                  </a:lnTo>
                  <a:lnTo>
                    <a:pt x="1379" y="639"/>
                  </a:lnTo>
                  <a:lnTo>
                    <a:pt x="1380" y="583"/>
                  </a:lnTo>
                  <a:lnTo>
                    <a:pt x="1380" y="639"/>
                  </a:lnTo>
                  <a:lnTo>
                    <a:pt x="1380" y="639"/>
                  </a:lnTo>
                  <a:lnTo>
                    <a:pt x="1380" y="639"/>
                  </a:lnTo>
                  <a:lnTo>
                    <a:pt x="1382" y="437"/>
                  </a:lnTo>
                  <a:lnTo>
                    <a:pt x="1382" y="634"/>
                  </a:lnTo>
                  <a:lnTo>
                    <a:pt x="1382" y="634"/>
                  </a:lnTo>
                  <a:lnTo>
                    <a:pt x="1383" y="595"/>
                  </a:lnTo>
                  <a:lnTo>
                    <a:pt x="1383" y="639"/>
                  </a:lnTo>
                  <a:lnTo>
                    <a:pt x="1385" y="630"/>
                  </a:lnTo>
                  <a:lnTo>
                    <a:pt x="1385" y="630"/>
                  </a:lnTo>
                  <a:lnTo>
                    <a:pt x="1386" y="619"/>
                  </a:lnTo>
                  <a:lnTo>
                    <a:pt x="1386" y="639"/>
                  </a:lnTo>
                  <a:lnTo>
                    <a:pt x="1386" y="639"/>
                  </a:lnTo>
                  <a:lnTo>
                    <a:pt x="1386" y="639"/>
                  </a:lnTo>
                  <a:lnTo>
                    <a:pt x="1387" y="639"/>
                  </a:lnTo>
                  <a:lnTo>
                    <a:pt x="1388" y="561"/>
                  </a:lnTo>
                  <a:lnTo>
                    <a:pt x="1388" y="621"/>
                  </a:lnTo>
                  <a:lnTo>
                    <a:pt x="1388" y="620"/>
                  </a:lnTo>
                  <a:lnTo>
                    <a:pt x="1389" y="458"/>
                  </a:lnTo>
                  <a:lnTo>
                    <a:pt x="1389" y="639"/>
                  </a:lnTo>
                  <a:lnTo>
                    <a:pt x="1391" y="635"/>
                  </a:lnTo>
                  <a:lnTo>
                    <a:pt x="1391" y="635"/>
                  </a:lnTo>
                  <a:lnTo>
                    <a:pt x="1392" y="586"/>
                  </a:lnTo>
                  <a:lnTo>
                    <a:pt x="1392" y="639"/>
                  </a:lnTo>
                  <a:lnTo>
                    <a:pt x="1392" y="639"/>
                  </a:lnTo>
                  <a:lnTo>
                    <a:pt x="1392" y="639"/>
                  </a:lnTo>
                  <a:lnTo>
                    <a:pt x="1393" y="639"/>
                  </a:lnTo>
                  <a:lnTo>
                    <a:pt x="1394" y="495"/>
                  </a:lnTo>
                  <a:lnTo>
                    <a:pt x="1394" y="579"/>
                  </a:lnTo>
                  <a:lnTo>
                    <a:pt x="1394" y="581"/>
                  </a:lnTo>
                  <a:lnTo>
                    <a:pt x="1395" y="478"/>
                  </a:lnTo>
                  <a:lnTo>
                    <a:pt x="1395" y="639"/>
                  </a:lnTo>
                  <a:lnTo>
                    <a:pt x="1397" y="639"/>
                  </a:lnTo>
                  <a:lnTo>
                    <a:pt x="1397" y="639"/>
                  </a:lnTo>
                  <a:lnTo>
                    <a:pt x="1397" y="639"/>
                  </a:lnTo>
                  <a:lnTo>
                    <a:pt x="1397" y="600"/>
                  </a:lnTo>
                  <a:lnTo>
                    <a:pt x="1398" y="634"/>
                  </a:lnTo>
                  <a:lnTo>
                    <a:pt x="1398" y="634"/>
                  </a:lnTo>
                  <a:lnTo>
                    <a:pt x="1400" y="639"/>
                  </a:lnTo>
                  <a:lnTo>
                    <a:pt x="1400" y="480"/>
                  </a:lnTo>
                  <a:lnTo>
                    <a:pt x="1400" y="632"/>
                  </a:lnTo>
                  <a:lnTo>
                    <a:pt x="1400" y="632"/>
                  </a:lnTo>
                  <a:lnTo>
                    <a:pt x="1401" y="409"/>
                  </a:lnTo>
                  <a:lnTo>
                    <a:pt x="1401" y="639"/>
                  </a:lnTo>
                  <a:lnTo>
                    <a:pt x="1403" y="598"/>
                  </a:lnTo>
                  <a:lnTo>
                    <a:pt x="1403" y="598"/>
                  </a:lnTo>
                  <a:lnTo>
                    <a:pt x="1403" y="597"/>
                  </a:lnTo>
                  <a:lnTo>
                    <a:pt x="1404" y="639"/>
                  </a:lnTo>
                  <a:lnTo>
                    <a:pt x="1404" y="625"/>
                  </a:lnTo>
                  <a:lnTo>
                    <a:pt x="1404" y="625"/>
                  </a:lnTo>
                  <a:lnTo>
                    <a:pt x="1406" y="477"/>
                  </a:lnTo>
                  <a:lnTo>
                    <a:pt x="1406" y="639"/>
                  </a:lnTo>
                  <a:lnTo>
                    <a:pt x="1406" y="638"/>
                  </a:lnTo>
                  <a:lnTo>
                    <a:pt x="1406" y="638"/>
                  </a:lnTo>
                  <a:lnTo>
                    <a:pt x="1407" y="463"/>
                  </a:lnTo>
                  <a:lnTo>
                    <a:pt x="1407" y="639"/>
                  </a:lnTo>
                  <a:lnTo>
                    <a:pt x="1409" y="639"/>
                  </a:lnTo>
                  <a:lnTo>
                    <a:pt x="1409" y="639"/>
                  </a:lnTo>
                  <a:lnTo>
                    <a:pt x="1409" y="639"/>
                  </a:lnTo>
                  <a:lnTo>
                    <a:pt x="1410" y="539"/>
                  </a:lnTo>
                  <a:lnTo>
                    <a:pt x="1410" y="539"/>
                  </a:lnTo>
                  <a:lnTo>
                    <a:pt x="1411" y="639"/>
                  </a:lnTo>
                  <a:lnTo>
                    <a:pt x="1412" y="435"/>
                  </a:lnTo>
                  <a:lnTo>
                    <a:pt x="1412" y="435"/>
                  </a:lnTo>
                  <a:lnTo>
                    <a:pt x="1413" y="433"/>
                  </a:lnTo>
                  <a:lnTo>
                    <a:pt x="1413" y="639"/>
                  </a:lnTo>
                  <a:lnTo>
                    <a:pt x="1415" y="639"/>
                  </a:lnTo>
                  <a:lnTo>
                    <a:pt x="1415" y="639"/>
                  </a:lnTo>
                  <a:lnTo>
                    <a:pt x="1415" y="639"/>
                  </a:lnTo>
                  <a:lnTo>
                    <a:pt x="1416" y="561"/>
                  </a:lnTo>
                  <a:lnTo>
                    <a:pt x="1416" y="600"/>
                  </a:lnTo>
                  <a:lnTo>
                    <a:pt x="1416" y="600"/>
                  </a:lnTo>
                  <a:lnTo>
                    <a:pt x="1418" y="435"/>
                  </a:lnTo>
                  <a:lnTo>
                    <a:pt x="1418" y="639"/>
                  </a:lnTo>
                  <a:lnTo>
                    <a:pt x="1418" y="612"/>
                  </a:lnTo>
                  <a:lnTo>
                    <a:pt x="1418" y="612"/>
                  </a:lnTo>
                  <a:lnTo>
                    <a:pt x="1419" y="639"/>
                  </a:lnTo>
                  <a:lnTo>
                    <a:pt x="1420" y="539"/>
                  </a:lnTo>
                  <a:lnTo>
                    <a:pt x="1421" y="635"/>
                  </a:lnTo>
                  <a:lnTo>
                    <a:pt x="1421" y="635"/>
                  </a:lnTo>
                  <a:lnTo>
                    <a:pt x="1422" y="421"/>
                  </a:lnTo>
                  <a:lnTo>
                    <a:pt x="1423" y="639"/>
                  </a:lnTo>
                  <a:lnTo>
                    <a:pt x="1423" y="639"/>
                  </a:lnTo>
                  <a:lnTo>
                    <a:pt x="1423" y="639"/>
                  </a:lnTo>
                  <a:lnTo>
                    <a:pt x="1424" y="550"/>
                  </a:lnTo>
                  <a:lnTo>
                    <a:pt x="1424" y="639"/>
                  </a:lnTo>
                  <a:lnTo>
                    <a:pt x="1424" y="639"/>
                  </a:lnTo>
                  <a:lnTo>
                    <a:pt x="1424" y="639"/>
                  </a:lnTo>
                  <a:lnTo>
                    <a:pt x="1426" y="639"/>
                  </a:lnTo>
                  <a:lnTo>
                    <a:pt x="1426" y="588"/>
                  </a:lnTo>
                  <a:lnTo>
                    <a:pt x="1427" y="592"/>
                  </a:lnTo>
                  <a:lnTo>
                    <a:pt x="1427" y="591"/>
                  </a:lnTo>
                  <a:lnTo>
                    <a:pt x="1428" y="639"/>
                  </a:lnTo>
                  <a:lnTo>
                    <a:pt x="1429" y="572"/>
                  </a:lnTo>
                  <a:lnTo>
                    <a:pt x="1429" y="572"/>
                  </a:lnTo>
                  <a:lnTo>
                    <a:pt x="1429" y="518"/>
                  </a:lnTo>
                  <a:lnTo>
                    <a:pt x="1430" y="639"/>
                  </a:lnTo>
                  <a:lnTo>
                    <a:pt x="1430" y="639"/>
                  </a:lnTo>
                  <a:lnTo>
                    <a:pt x="1430" y="639"/>
                  </a:lnTo>
                  <a:lnTo>
                    <a:pt x="1431" y="601"/>
                  </a:lnTo>
                  <a:lnTo>
                    <a:pt x="1431" y="639"/>
                  </a:lnTo>
                  <a:lnTo>
                    <a:pt x="1433" y="609"/>
                  </a:lnTo>
                  <a:lnTo>
                    <a:pt x="1433" y="608"/>
                  </a:lnTo>
                  <a:lnTo>
                    <a:pt x="1433" y="639"/>
                  </a:lnTo>
                  <a:lnTo>
                    <a:pt x="1435" y="571"/>
                  </a:lnTo>
                  <a:lnTo>
                    <a:pt x="1435" y="571"/>
                  </a:lnTo>
                  <a:lnTo>
                    <a:pt x="1436" y="452"/>
                  </a:lnTo>
                  <a:lnTo>
                    <a:pt x="1436" y="639"/>
                  </a:lnTo>
                  <a:lnTo>
                    <a:pt x="1436" y="639"/>
                  </a:lnTo>
                  <a:lnTo>
                    <a:pt x="1436" y="639"/>
                  </a:lnTo>
                  <a:lnTo>
                    <a:pt x="1437" y="501"/>
                  </a:lnTo>
                  <a:lnTo>
                    <a:pt x="1437" y="639"/>
                  </a:lnTo>
                  <a:lnTo>
                    <a:pt x="1439" y="557"/>
                  </a:lnTo>
                  <a:lnTo>
                    <a:pt x="1439" y="557"/>
                  </a:lnTo>
                  <a:lnTo>
                    <a:pt x="1439" y="528"/>
                  </a:lnTo>
                  <a:lnTo>
                    <a:pt x="1441" y="639"/>
                  </a:lnTo>
                  <a:lnTo>
                    <a:pt x="1441" y="639"/>
                  </a:lnTo>
                  <a:lnTo>
                    <a:pt x="1441" y="639"/>
                  </a:lnTo>
                  <a:lnTo>
                    <a:pt x="1442" y="639"/>
                  </a:lnTo>
                  <a:lnTo>
                    <a:pt x="1442" y="604"/>
                  </a:lnTo>
                  <a:lnTo>
                    <a:pt x="1442" y="604"/>
                  </a:lnTo>
                  <a:lnTo>
                    <a:pt x="1444" y="639"/>
                  </a:lnTo>
                  <a:lnTo>
                    <a:pt x="1444" y="451"/>
                  </a:lnTo>
                  <a:lnTo>
                    <a:pt x="1445" y="638"/>
                  </a:lnTo>
                  <a:lnTo>
                    <a:pt x="1445" y="639"/>
                  </a:lnTo>
                  <a:lnTo>
                    <a:pt x="1446" y="603"/>
                  </a:lnTo>
                  <a:lnTo>
                    <a:pt x="1447" y="639"/>
                  </a:lnTo>
                  <a:lnTo>
                    <a:pt x="1447" y="639"/>
                  </a:lnTo>
                  <a:lnTo>
                    <a:pt x="1447" y="639"/>
                  </a:lnTo>
                  <a:lnTo>
                    <a:pt x="1447" y="639"/>
                  </a:lnTo>
                  <a:lnTo>
                    <a:pt x="1448" y="567"/>
                  </a:lnTo>
                  <a:lnTo>
                    <a:pt x="1448" y="639"/>
                  </a:lnTo>
                  <a:lnTo>
                    <a:pt x="1448" y="639"/>
                  </a:lnTo>
                  <a:lnTo>
                    <a:pt x="1450" y="471"/>
                  </a:lnTo>
                  <a:lnTo>
                    <a:pt x="1450" y="639"/>
                  </a:lnTo>
                  <a:lnTo>
                    <a:pt x="1451" y="601"/>
                  </a:lnTo>
                  <a:lnTo>
                    <a:pt x="1451" y="601"/>
                  </a:lnTo>
                  <a:lnTo>
                    <a:pt x="1451" y="599"/>
                  </a:lnTo>
                  <a:lnTo>
                    <a:pt x="1452" y="639"/>
                  </a:lnTo>
                  <a:lnTo>
                    <a:pt x="1453" y="621"/>
                  </a:lnTo>
                  <a:lnTo>
                    <a:pt x="1453" y="621"/>
                  </a:lnTo>
                  <a:lnTo>
                    <a:pt x="1453" y="639"/>
                  </a:lnTo>
                  <a:lnTo>
                    <a:pt x="1454" y="556"/>
                  </a:lnTo>
                  <a:lnTo>
                    <a:pt x="1454" y="612"/>
                  </a:lnTo>
                  <a:lnTo>
                    <a:pt x="1454" y="611"/>
                  </a:lnTo>
                  <a:lnTo>
                    <a:pt x="1456" y="454"/>
                  </a:lnTo>
                  <a:lnTo>
                    <a:pt x="1456" y="639"/>
                  </a:lnTo>
                  <a:lnTo>
                    <a:pt x="1457" y="609"/>
                  </a:lnTo>
                  <a:lnTo>
                    <a:pt x="1457" y="609"/>
                  </a:lnTo>
                  <a:lnTo>
                    <a:pt x="1457" y="549"/>
                  </a:lnTo>
                  <a:lnTo>
                    <a:pt x="1458" y="639"/>
                  </a:lnTo>
                  <a:lnTo>
                    <a:pt x="1459" y="633"/>
                  </a:lnTo>
                  <a:lnTo>
                    <a:pt x="1459" y="633"/>
                  </a:lnTo>
                  <a:lnTo>
                    <a:pt x="1459" y="639"/>
                  </a:lnTo>
                  <a:lnTo>
                    <a:pt x="1460" y="439"/>
                  </a:lnTo>
                  <a:lnTo>
                    <a:pt x="1460" y="518"/>
                  </a:lnTo>
                  <a:lnTo>
                    <a:pt x="1460" y="524"/>
                  </a:lnTo>
                  <a:lnTo>
                    <a:pt x="1461" y="639"/>
                  </a:lnTo>
                  <a:lnTo>
                    <a:pt x="1462" y="445"/>
                  </a:lnTo>
                  <a:lnTo>
                    <a:pt x="1463" y="598"/>
                  </a:lnTo>
                  <a:lnTo>
                    <a:pt x="1463" y="598"/>
                  </a:lnTo>
                  <a:lnTo>
                    <a:pt x="1464" y="568"/>
                  </a:lnTo>
                  <a:lnTo>
                    <a:pt x="1464" y="639"/>
                  </a:lnTo>
                  <a:lnTo>
                    <a:pt x="1465" y="639"/>
                  </a:lnTo>
                  <a:lnTo>
                    <a:pt x="1465" y="639"/>
                  </a:lnTo>
                  <a:lnTo>
                    <a:pt x="1465" y="639"/>
                  </a:lnTo>
                  <a:lnTo>
                    <a:pt x="1466" y="490"/>
                  </a:lnTo>
                  <a:lnTo>
                    <a:pt x="1466" y="598"/>
                  </a:lnTo>
                  <a:lnTo>
                    <a:pt x="1466" y="598"/>
                  </a:lnTo>
                  <a:lnTo>
                    <a:pt x="1468" y="419"/>
                  </a:lnTo>
                  <a:lnTo>
                    <a:pt x="1468" y="639"/>
                  </a:lnTo>
                  <a:lnTo>
                    <a:pt x="1469" y="624"/>
                  </a:lnTo>
                  <a:lnTo>
                    <a:pt x="1469" y="624"/>
                  </a:lnTo>
                  <a:lnTo>
                    <a:pt x="1469" y="578"/>
                  </a:lnTo>
                  <a:lnTo>
                    <a:pt x="1469" y="639"/>
                  </a:lnTo>
                  <a:lnTo>
                    <a:pt x="1471" y="631"/>
                  </a:lnTo>
                  <a:lnTo>
                    <a:pt x="1471" y="631"/>
                  </a:lnTo>
                  <a:lnTo>
                    <a:pt x="1472" y="639"/>
                  </a:lnTo>
                  <a:lnTo>
                    <a:pt x="1472" y="468"/>
                  </a:lnTo>
                  <a:lnTo>
                    <a:pt x="1472" y="605"/>
                  </a:lnTo>
                  <a:lnTo>
                    <a:pt x="1472" y="604"/>
                  </a:lnTo>
                  <a:lnTo>
                    <a:pt x="1473" y="494"/>
                  </a:lnTo>
                  <a:lnTo>
                    <a:pt x="1473" y="639"/>
                  </a:lnTo>
                  <a:lnTo>
                    <a:pt x="1475" y="535"/>
                  </a:lnTo>
                  <a:lnTo>
                    <a:pt x="1475" y="535"/>
                  </a:lnTo>
                  <a:lnTo>
                    <a:pt x="1475" y="525"/>
                  </a:lnTo>
                  <a:lnTo>
                    <a:pt x="1476" y="639"/>
                  </a:lnTo>
                  <a:lnTo>
                    <a:pt x="1477" y="639"/>
                  </a:lnTo>
                  <a:lnTo>
                    <a:pt x="1477" y="639"/>
                  </a:lnTo>
                  <a:lnTo>
                    <a:pt x="1477" y="639"/>
                  </a:lnTo>
                  <a:lnTo>
                    <a:pt x="1478" y="569"/>
                  </a:lnTo>
                  <a:lnTo>
                    <a:pt x="1478" y="630"/>
                  </a:lnTo>
                  <a:lnTo>
                    <a:pt x="1478" y="630"/>
                  </a:lnTo>
                  <a:lnTo>
                    <a:pt x="1480" y="472"/>
                  </a:lnTo>
                  <a:lnTo>
                    <a:pt x="1480" y="639"/>
                  </a:lnTo>
                  <a:lnTo>
                    <a:pt x="1481" y="639"/>
                  </a:lnTo>
                  <a:lnTo>
                    <a:pt x="1481" y="639"/>
                  </a:lnTo>
                  <a:lnTo>
                    <a:pt x="1481" y="586"/>
                  </a:lnTo>
                  <a:lnTo>
                    <a:pt x="1481" y="639"/>
                  </a:lnTo>
                  <a:lnTo>
                    <a:pt x="1483" y="639"/>
                  </a:lnTo>
                  <a:lnTo>
                    <a:pt x="1483" y="639"/>
                  </a:lnTo>
                  <a:lnTo>
                    <a:pt x="1483" y="639"/>
                  </a:lnTo>
                  <a:lnTo>
                    <a:pt x="1484" y="484"/>
                  </a:lnTo>
                  <a:lnTo>
                    <a:pt x="1484" y="639"/>
                  </a:lnTo>
                  <a:lnTo>
                    <a:pt x="1484" y="639"/>
                  </a:lnTo>
                  <a:lnTo>
                    <a:pt x="1485" y="532"/>
                  </a:lnTo>
                  <a:lnTo>
                    <a:pt x="1485" y="639"/>
                  </a:lnTo>
                  <a:lnTo>
                    <a:pt x="1487" y="601"/>
                  </a:lnTo>
                  <a:lnTo>
                    <a:pt x="1487" y="601"/>
                  </a:lnTo>
                  <a:lnTo>
                    <a:pt x="1487" y="568"/>
                  </a:lnTo>
                  <a:lnTo>
                    <a:pt x="1488" y="639"/>
                  </a:lnTo>
                  <a:lnTo>
                    <a:pt x="1489" y="606"/>
                  </a:lnTo>
                  <a:lnTo>
                    <a:pt x="1489" y="606"/>
                  </a:lnTo>
                  <a:lnTo>
                    <a:pt x="1491" y="518"/>
                  </a:lnTo>
                  <a:lnTo>
                    <a:pt x="1491" y="639"/>
                  </a:lnTo>
                  <a:lnTo>
                    <a:pt x="1491" y="638"/>
                  </a:lnTo>
                  <a:lnTo>
                    <a:pt x="1491" y="638"/>
                  </a:lnTo>
                  <a:lnTo>
                    <a:pt x="1491" y="639"/>
                  </a:lnTo>
                  <a:lnTo>
                    <a:pt x="1492" y="449"/>
                  </a:lnTo>
                  <a:lnTo>
                    <a:pt x="1493" y="598"/>
                  </a:lnTo>
                  <a:lnTo>
                    <a:pt x="1493" y="598"/>
                  </a:lnTo>
                  <a:lnTo>
                    <a:pt x="1494" y="639"/>
                  </a:lnTo>
                  <a:lnTo>
                    <a:pt x="1495" y="566"/>
                  </a:lnTo>
                  <a:lnTo>
                    <a:pt x="1495" y="626"/>
                  </a:lnTo>
                  <a:lnTo>
                    <a:pt x="1495" y="626"/>
                  </a:lnTo>
                  <a:lnTo>
                    <a:pt x="1495" y="639"/>
                  </a:lnTo>
                  <a:lnTo>
                    <a:pt x="1496" y="428"/>
                  </a:lnTo>
                  <a:lnTo>
                    <a:pt x="1497" y="616"/>
                  </a:lnTo>
                  <a:lnTo>
                    <a:pt x="1497" y="614"/>
                  </a:lnTo>
                  <a:lnTo>
                    <a:pt x="1497" y="480"/>
                  </a:lnTo>
                  <a:lnTo>
                    <a:pt x="1497" y="639"/>
                  </a:lnTo>
                  <a:lnTo>
                    <a:pt x="1499" y="603"/>
                  </a:lnTo>
                  <a:lnTo>
                    <a:pt x="1499" y="603"/>
                  </a:lnTo>
                  <a:lnTo>
                    <a:pt x="1500" y="639"/>
                  </a:lnTo>
                  <a:lnTo>
                    <a:pt x="1501" y="580"/>
                  </a:lnTo>
                  <a:lnTo>
                    <a:pt x="1501" y="639"/>
                  </a:lnTo>
                  <a:lnTo>
                    <a:pt x="1501" y="639"/>
                  </a:lnTo>
                  <a:lnTo>
                    <a:pt x="1501" y="639"/>
                  </a:lnTo>
                  <a:lnTo>
                    <a:pt x="1502" y="537"/>
                  </a:lnTo>
                  <a:lnTo>
                    <a:pt x="1503" y="639"/>
                  </a:lnTo>
                  <a:lnTo>
                    <a:pt x="1503" y="639"/>
                  </a:lnTo>
                  <a:lnTo>
                    <a:pt x="1503" y="526"/>
                  </a:lnTo>
                  <a:lnTo>
                    <a:pt x="1503" y="639"/>
                  </a:lnTo>
                  <a:lnTo>
                    <a:pt x="1505" y="571"/>
                  </a:lnTo>
                  <a:lnTo>
                    <a:pt x="1505" y="571"/>
                  </a:lnTo>
                  <a:lnTo>
                    <a:pt x="1505" y="557"/>
                  </a:lnTo>
                  <a:lnTo>
                    <a:pt x="1506" y="639"/>
                  </a:lnTo>
                  <a:lnTo>
                    <a:pt x="1507" y="629"/>
                  </a:lnTo>
                  <a:lnTo>
                    <a:pt x="1507" y="629"/>
                  </a:lnTo>
                  <a:lnTo>
                    <a:pt x="1507" y="639"/>
                  </a:lnTo>
                  <a:lnTo>
                    <a:pt x="1508" y="579"/>
                  </a:lnTo>
                  <a:lnTo>
                    <a:pt x="1509" y="639"/>
                  </a:lnTo>
                  <a:lnTo>
                    <a:pt x="1509" y="639"/>
                  </a:lnTo>
                  <a:lnTo>
                    <a:pt x="1509" y="513"/>
                  </a:lnTo>
                  <a:lnTo>
                    <a:pt x="1509" y="639"/>
                  </a:lnTo>
                  <a:lnTo>
                    <a:pt x="1511" y="638"/>
                  </a:lnTo>
                  <a:lnTo>
                    <a:pt x="1511" y="638"/>
                  </a:lnTo>
                  <a:lnTo>
                    <a:pt x="1511" y="639"/>
                  </a:lnTo>
                  <a:lnTo>
                    <a:pt x="1512" y="581"/>
                  </a:lnTo>
                  <a:lnTo>
                    <a:pt x="1513" y="592"/>
                  </a:lnTo>
                  <a:lnTo>
                    <a:pt x="1513" y="591"/>
                  </a:lnTo>
                  <a:lnTo>
                    <a:pt x="1513" y="639"/>
                  </a:lnTo>
                  <a:lnTo>
                    <a:pt x="1513" y="485"/>
                  </a:lnTo>
                  <a:lnTo>
                    <a:pt x="1515" y="638"/>
                  </a:lnTo>
                  <a:lnTo>
                    <a:pt x="1515" y="638"/>
                  </a:lnTo>
                  <a:lnTo>
                    <a:pt x="1515" y="491"/>
                  </a:lnTo>
                  <a:lnTo>
                    <a:pt x="1515" y="639"/>
                  </a:lnTo>
                  <a:lnTo>
                    <a:pt x="1517" y="604"/>
                  </a:lnTo>
                  <a:lnTo>
                    <a:pt x="1517" y="604"/>
                  </a:lnTo>
                  <a:lnTo>
                    <a:pt x="1517" y="639"/>
                  </a:lnTo>
                  <a:lnTo>
                    <a:pt x="1519" y="566"/>
                  </a:lnTo>
                  <a:lnTo>
                    <a:pt x="1519" y="565"/>
                  </a:lnTo>
                  <a:lnTo>
                    <a:pt x="1519" y="639"/>
                  </a:lnTo>
                  <a:lnTo>
                    <a:pt x="1519" y="463"/>
                  </a:lnTo>
                  <a:lnTo>
                    <a:pt x="1521" y="609"/>
                  </a:lnTo>
                  <a:lnTo>
                    <a:pt x="1521" y="609"/>
                  </a:lnTo>
                  <a:lnTo>
                    <a:pt x="1521" y="639"/>
                  </a:lnTo>
                  <a:lnTo>
                    <a:pt x="1523" y="573"/>
                  </a:lnTo>
                  <a:lnTo>
                    <a:pt x="1523" y="639"/>
                  </a:lnTo>
                  <a:lnTo>
                    <a:pt x="1523" y="639"/>
                  </a:lnTo>
                  <a:lnTo>
                    <a:pt x="1523" y="639"/>
                  </a:lnTo>
                  <a:lnTo>
                    <a:pt x="1524" y="580"/>
                  </a:lnTo>
                  <a:lnTo>
                    <a:pt x="1525" y="634"/>
                  </a:lnTo>
                  <a:lnTo>
                    <a:pt x="1525" y="634"/>
                  </a:lnTo>
                  <a:lnTo>
                    <a:pt x="1526" y="456"/>
                  </a:lnTo>
                  <a:lnTo>
                    <a:pt x="1527" y="639"/>
                  </a:lnTo>
                  <a:lnTo>
                    <a:pt x="1527" y="639"/>
                  </a:lnTo>
                  <a:lnTo>
                    <a:pt x="1527" y="639"/>
                  </a:lnTo>
                  <a:lnTo>
                    <a:pt x="1528" y="550"/>
                  </a:lnTo>
                  <a:lnTo>
                    <a:pt x="1529" y="636"/>
                  </a:lnTo>
                  <a:lnTo>
                    <a:pt x="1529" y="636"/>
                  </a:lnTo>
                  <a:lnTo>
                    <a:pt x="1529" y="639"/>
                  </a:lnTo>
                  <a:lnTo>
                    <a:pt x="1531" y="566"/>
                  </a:lnTo>
                  <a:lnTo>
                    <a:pt x="1531" y="639"/>
                  </a:lnTo>
                  <a:lnTo>
                    <a:pt x="1531" y="639"/>
                  </a:lnTo>
                  <a:lnTo>
                    <a:pt x="1533" y="467"/>
                  </a:lnTo>
                  <a:lnTo>
                    <a:pt x="1533" y="639"/>
                  </a:lnTo>
                  <a:lnTo>
                    <a:pt x="1533" y="638"/>
                  </a:lnTo>
                  <a:lnTo>
                    <a:pt x="1533" y="638"/>
                  </a:lnTo>
                  <a:lnTo>
                    <a:pt x="1534" y="639"/>
                  </a:lnTo>
                  <a:lnTo>
                    <a:pt x="1534" y="532"/>
                  </a:lnTo>
                  <a:lnTo>
                    <a:pt x="1535" y="602"/>
                  </a:lnTo>
                  <a:lnTo>
                    <a:pt x="1535" y="602"/>
                  </a:lnTo>
                  <a:lnTo>
                    <a:pt x="1535" y="582"/>
                  </a:lnTo>
                  <a:lnTo>
                    <a:pt x="1535" y="639"/>
                  </a:lnTo>
                  <a:lnTo>
                    <a:pt x="1537" y="637"/>
                  </a:lnTo>
                  <a:lnTo>
                    <a:pt x="1537" y="637"/>
                  </a:lnTo>
                  <a:lnTo>
                    <a:pt x="1538" y="639"/>
                  </a:lnTo>
                  <a:lnTo>
                    <a:pt x="1539" y="502"/>
                  </a:lnTo>
                  <a:lnTo>
                    <a:pt x="1539" y="531"/>
                  </a:lnTo>
                  <a:lnTo>
                    <a:pt x="1539" y="535"/>
                  </a:lnTo>
                  <a:lnTo>
                    <a:pt x="1540" y="412"/>
                  </a:lnTo>
                  <a:lnTo>
                    <a:pt x="1540" y="639"/>
                  </a:lnTo>
                  <a:lnTo>
                    <a:pt x="1541" y="630"/>
                  </a:lnTo>
                  <a:lnTo>
                    <a:pt x="1541" y="630"/>
                  </a:lnTo>
                  <a:lnTo>
                    <a:pt x="1542" y="639"/>
                  </a:lnTo>
                  <a:lnTo>
                    <a:pt x="1543" y="583"/>
                  </a:lnTo>
                  <a:lnTo>
                    <a:pt x="1543" y="583"/>
                  </a:lnTo>
                  <a:lnTo>
                    <a:pt x="1543" y="639"/>
                  </a:lnTo>
                  <a:lnTo>
                    <a:pt x="1544" y="518"/>
                  </a:lnTo>
                  <a:lnTo>
                    <a:pt x="1545" y="638"/>
                  </a:lnTo>
                  <a:lnTo>
                    <a:pt x="1545" y="638"/>
                  </a:lnTo>
                  <a:lnTo>
                    <a:pt x="1546" y="477"/>
                  </a:lnTo>
                  <a:lnTo>
                    <a:pt x="1546" y="639"/>
                  </a:lnTo>
                  <a:lnTo>
                    <a:pt x="1547" y="639"/>
                  </a:lnTo>
                  <a:lnTo>
                    <a:pt x="1547" y="639"/>
                  </a:lnTo>
                  <a:lnTo>
                    <a:pt x="1548" y="576"/>
                  </a:lnTo>
                  <a:lnTo>
                    <a:pt x="1549" y="639"/>
                  </a:lnTo>
                  <a:lnTo>
                    <a:pt x="1549" y="613"/>
                  </a:lnTo>
                  <a:lnTo>
                    <a:pt x="1549" y="613"/>
                  </a:lnTo>
                  <a:lnTo>
                    <a:pt x="1549" y="639"/>
                  </a:lnTo>
                  <a:lnTo>
                    <a:pt x="1550" y="477"/>
                  </a:lnTo>
                  <a:lnTo>
                    <a:pt x="1551" y="619"/>
                  </a:lnTo>
                  <a:lnTo>
                    <a:pt x="1551" y="619"/>
                  </a:lnTo>
                  <a:lnTo>
                    <a:pt x="1552" y="600"/>
                  </a:lnTo>
                  <a:lnTo>
                    <a:pt x="1552" y="639"/>
                  </a:lnTo>
                  <a:lnTo>
                    <a:pt x="1553" y="603"/>
                  </a:lnTo>
                  <a:lnTo>
                    <a:pt x="1553" y="603"/>
                  </a:lnTo>
                  <a:lnTo>
                    <a:pt x="1553" y="639"/>
                  </a:lnTo>
                  <a:lnTo>
                    <a:pt x="1555" y="548"/>
                  </a:lnTo>
                  <a:lnTo>
                    <a:pt x="1555" y="548"/>
                  </a:lnTo>
                  <a:lnTo>
                    <a:pt x="1556" y="495"/>
                  </a:lnTo>
                  <a:lnTo>
                    <a:pt x="1556" y="639"/>
                  </a:lnTo>
                  <a:lnTo>
                    <a:pt x="1557" y="553"/>
                  </a:lnTo>
                  <a:lnTo>
                    <a:pt x="1557" y="553"/>
                  </a:lnTo>
                  <a:lnTo>
                    <a:pt x="1558" y="431"/>
                  </a:lnTo>
                  <a:lnTo>
                    <a:pt x="1558" y="639"/>
                  </a:lnTo>
                  <a:lnTo>
                    <a:pt x="1559" y="635"/>
                  </a:lnTo>
                  <a:lnTo>
                    <a:pt x="1559" y="635"/>
                  </a:lnTo>
                  <a:lnTo>
                    <a:pt x="1560" y="571"/>
                  </a:lnTo>
                  <a:lnTo>
                    <a:pt x="1560" y="639"/>
                  </a:lnTo>
                  <a:lnTo>
                    <a:pt x="1561" y="639"/>
                  </a:lnTo>
                  <a:lnTo>
                    <a:pt x="1561" y="639"/>
                  </a:lnTo>
                  <a:lnTo>
                    <a:pt x="1562" y="560"/>
                  </a:lnTo>
                  <a:lnTo>
                    <a:pt x="1562" y="639"/>
                  </a:lnTo>
                  <a:lnTo>
                    <a:pt x="1563" y="576"/>
                  </a:lnTo>
                  <a:lnTo>
                    <a:pt x="1563" y="576"/>
                  </a:lnTo>
                  <a:lnTo>
                    <a:pt x="1565" y="475"/>
                  </a:lnTo>
                  <a:lnTo>
                    <a:pt x="1565" y="639"/>
                  </a:lnTo>
                  <a:lnTo>
                    <a:pt x="1565" y="639"/>
                  </a:lnTo>
                  <a:lnTo>
                    <a:pt x="1565" y="639"/>
                  </a:lnTo>
                  <a:lnTo>
                    <a:pt x="1566" y="586"/>
                  </a:lnTo>
                  <a:lnTo>
                    <a:pt x="1567" y="639"/>
                  </a:lnTo>
                  <a:lnTo>
                    <a:pt x="1567" y="639"/>
                  </a:lnTo>
                  <a:lnTo>
                    <a:pt x="1567" y="639"/>
                  </a:lnTo>
                  <a:lnTo>
                    <a:pt x="1567" y="639"/>
                  </a:lnTo>
                  <a:lnTo>
                    <a:pt x="1569" y="570"/>
                  </a:lnTo>
                  <a:lnTo>
                    <a:pt x="1569" y="605"/>
                  </a:lnTo>
                  <a:lnTo>
                    <a:pt x="1569" y="604"/>
                  </a:lnTo>
                  <a:lnTo>
                    <a:pt x="1570" y="494"/>
                  </a:lnTo>
                  <a:lnTo>
                    <a:pt x="1571" y="639"/>
                  </a:lnTo>
                  <a:lnTo>
                    <a:pt x="1571" y="600"/>
                  </a:lnTo>
                  <a:lnTo>
                    <a:pt x="1571" y="600"/>
                  </a:lnTo>
                  <a:lnTo>
                    <a:pt x="1572" y="639"/>
                  </a:lnTo>
                  <a:lnTo>
                    <a:pt x="1573" y="589"/>
                  </a:lnTo>
                  <a:lnTo>
                    <a:pt x="1573" y="589"/>
                  </a:lnTo>
                  <a:lnTo>
                    <a:pt x="1573" y="575"/>
                  </a:lnTo>
                  <a:lnTo>
                    <a:pt x="1573" y="639"/>
                  </a:lnTo>
                  <a:lnTo>
                    <a:pt x="1575" y="610"/>
                  </a:lnTo>
                  <a:lnTo>
                    <a:pt x="1575" y="610"/>
                  </a:lnTo>
                  <a:lnTo>
                    <a:pt x="1575" y="639"/>
                  </a:lnTo>
                  <a:lnTo>
                    <a:pt x="1576" y="535"/>
                  </a:lnTo>
                  <a:lnTo>
                    <a:pt x="1577" y="639"/>
                  </a:lnTo>
                  <a:lnTo>
                    <a:pt x="1577" y="639"/>
                  </a:lnTo>
                  <a:lnTo>
                    <a:pt x="1577" y="459"/>
                  </a:lnTo>
                  <a:lnTo>
                    <a:pt x="1577" y="639"/>
                  </a:lnTo>
                  <a:lnTo>
                    <a:pt x="1579" y="609"/>
                  </a:lnTo>
                  <a:lnTo>
                    <a:pt x="1579" y="609"/>
                  </a:lnTo>
                  <a:lnTo>
                    <a:pt x="1580" y="639"/>
                  </a:lnTo>
                  <a:lnTo>
                    <a:pt x="1581" y="582"/>
                  </a:lnTo>
                  <a:lnTo>
                    <a:pt x="1581" y="639"/>
                  </a:lnTo>
                  <a:lnTo>
                    <a:pt x="1581" y="639"/>
                  </a:lnTo>
                  <a:lnTo>
                    <a:pt x="1581" y="592"/>
                  </a:lnTo>
                  <a:lnTo>
                    <a:pt x="1582" y="639"/>
                  </a:lnTo>
                  <a:lnTo>
                    <a:pt x="1583" y="631"/>
                  </a:lnTo>
                  <a:lnTo>
                    <a:pt x="1583" y="630"/>
                  </a:lnTo>
                  <a:lnTo>
                    <a:pt x="1584" y="526"/>
                  </a:lnTo>
                  <a:lnTo>
                    <a:pt x="1584" y="639"/>
                  </a:lnTo>
                  <a:lnTo>
                    <a:pt x="1585" y="598"/>
                  </a:lnTo>
                  <a:lnTo>
                    <a:pt x="1585" y="598"/>
                  </a:lnTo>
                  <a:lnTo>
                    <a:pt x="1586" y="572"/>
                  </a:lnTo>
                  <a:lnTo>
                    <a:pt x="1586" y="639"/>
                  </a:lnTo>
                  <a:lnTo>
                    <a:pt x="1587" y="619"/>
                  </a:lnTo>
                  <a:lnTo>
                    <a:pt x="1587" y="619"/>
                  </a:lnTo>
                  <a:lnTo>
                    <a:pt x="1589" y="507"/>
                  </a:lnTo>
                  <a:lnTo>
                    <a:pt x="1589" y="639"/>
                  </a:lnTo>
                  <a:lnTo>
                    <a:pt x="1589" y="639"/>
                  </a:lnTo>
                  <a:lnTo>
                    <a:pt x="1589" y="639"/>
                  </a:lnTo>
                  <a:lnTo>
                    <a:pt x="1590" y="461"/>
                  </a:lnTo>
                  <a:lnTo>
                    <a:pt x="1590" y="639"/>
                  </a:lnTo>
                  <a:lnTo>
                    <a:pt x="1591" y="618"/>
                  </a:lnTo>
                  <a:lnTo>
                    <a:pt x="1591" y="618"/>
                  </a:lnTo>
                  <a:lnTo>
                    <a:pt x="1592" y="602"/>
                  </a:lnTo>
                  <a:lnTo>
                    <a:pt x="1592" y="639"/>
                  </a:lnTo>
                  <a:lnTo>
                    <a:pt x="1593" y="604"/>
                  </a:lnTo>
                  <a:lnTo>
                    <a:pt x="1593" y="604"/>
                  </a:lnTo>
                  <a:lnTo>
                    <a:pt x="1593" y="639"/>
                  </a:lnTo>
                  <a:lnTo>
                    <a:pt x="1594" y="470"/>
                  </a:lnTo>
                  <a:lnTo>
                    <a:pt x="1595" y="638"/>
                  </a:lnTo>
                  <a:lnTo>
                    <a:pt x="1595" y="638"/>
                  </a:lnTo>
                  <a:lnTo>
                    <a:pt x="1595" y="434"/>
                  </a:lnTo>
                  <a:lnTo>
                    <a:pt x="1595" y="639"/>
                  </a:lnTo>
                  <a:lnTo>
                    <a:pt x="1597" y="639"/>
                  </a:lnTo>
                  <a:lnTo>
                    <a:pt x="1597" y="639"/>
                  </a:lnTo>
                  <a:lnTo>
                    <a:pt x="1598" y="553"/>
                  </a:lnTo>
                  <a:lnTo>
                    <a:pt x="1599" y="639"/>
                  </a:lnTo>
                  <a:lnTo>
                    <a:pt x="1599" y="639"/>
                  </a:lnTo>
                  <a:lnTo>
                    <a:pt x="1599" y="639"/>
                  </a:lnTo>
                  <a:lnTo>
                    <a:pt x="1601" y="438"/>
                  </a:lnTo>
                  <a:lnTo>
                    <a:pt x="1601" y="639"/>
                  </a:lnTo>
                  <a:lnTo>
                    <a:pt x="1601" y="639"/>
                  </a:lnTo>
                  <a:lnTo>
                    <a:pt x="1601" y="639"/>
                  </a:lnTo>
                  <a:lnTo>
                    <a:pt x="1602" y="600"/>
                  </a:lnTo>
                  <a:lnTo>
                    <a:pt x="1602" y="639"/>
                  </a:lnTo>
                  <a:lnTo>
                    <a:pt x="1603" y="637"/>
                  </a:lnTo>
                  <a:lnTo>
                    <a:pt x="1603" y="637"/>
                  </a:lnTo>
                  <a:lnTo>
                    <a:pt x="1605" y="585"/>
                  </a:lnTo>
                  <a:lnTo>
                    <a:pt x="1605" y="639"/>
                  </a:lnTo>
                  <a:lnTo>
                    <a:pt x="1605" y="638"/>
                  </a:lnTo>
                  <a:lnTo>
                    <a:pt x="1605" y="638"/>
                  </a:lnTo>
                  <a:lnTo>
                    <a:pt x="1605" y="607"/>
                  </a:lnTo>
                  <a:lnTo>
                    <a:pt x="1606" y="639"/>
                  </a:lnTo>
                  <a:lnTo>
                    <a:pt x="1607" y="623"/>
                  </a:lnTo>
                  <a:lnTo>
                    <a:pt x="1607" y="622"/>
                  </a:lnTo>
                  <a:lnTo>
                    <a:pt x="1607" y="639"/>
                  </a:lnTo>
                  <a:lnTo>
                    <a:pt x="1608" y="508"/>
                  </a:lnTo>
                  <a:lnTo>
                    <a:pt x="1609" y="639"/>
                  </a:lnTo>
                  <a:lnTo>
                    <a:pt x="1609" y="639"/>
                  </a:lnTo>
                  <a:lnTo>
                    <a:pt x="1609" y="428"/>
                  </a:lnTo>
                  <a:lnTo>
                    <a:pt x="1610" y="639"/>
                  </a:lnTo>
                  <a:lnTo>
                    <a:pt x="1611" y="637"/>
                  </a:lnTo>
                  <a:lnTo>
                    <a:pt x="1611" y="637"/>
                  </a:lnTo>
                  <a:lnTo>
                    <a:pt x="1612" y="579"/>
                  </a:lnTo>
                  <a:lnTo>
                    <a:pt x="1612" y="639"/>
                  </a:lnTo>
                  <a:lnTo>
                    <a:pt x="1613" y="636"/>
                  </a:lnTo>
                  <a:lnTo>
                    <a:pt x="1613" y="636"/>
                  </a:lnTo>
                  <a:lnTo>
                    <a:pt x="1613" y="639"/>
                  </a:lnTo>
                  <a:lnTo>
                    <a:pt x="1614" y="567"/>
                  </a:lnTo>
                  <a:lnTo>
                    <a:pt x="1615" y="637"/>
                  </a:lnTo>
                  <a:lnTo>
                    <a:pt x="1615" y="637"/>
                  </a:lnTo>
                  <a:lnTo>
                    <a:pt x="1616" y="524"/>
                  </a:lnTo>
                  <a:lnTo>
                    <a:pt x="1616" y="639"/>
                  </a:lnTo>
                  <a:lnTo>
                    <a:pt x="1617" y="636"/>
                  </a:lnTo>
                  <a:lnTo>
                    <a:pt x="1617" y="636"/>
                  </a:lnTo>
                  <a:lnTo>
                    <a:pt x="1618" y="590"/>
                  </a:lnTo>
                  <a:lnTo>
                    <a:pt x="1619" y="639"/>
                  </a:lnTo>
                  <a:lnTo>
                    <a:pt x="1619" y="639"/>
                  </a:lnTo>
                  <a:lnTo>
                    <a:pt x="1619" y="639"/>
                  </a:lnTo>
                  <a:lnTo>
                    <a:pt x="1619" y="639"/>
                  </a:lnTo>
                  <a:lnTo>
                    <a:pt x="1620" y="557"/>
                  </a:lnTo>
                  <a:lnTo>
                    <a:pt x="1621" y="608"/>
                  </a:lnTo>
                  <a:lnTo>
                    <a:pt x="1621" y="607"/>
                  </a:lnTo>
                  <a:lnTo>
                    <a:pt x="1623" y="446"/>
                  </a:lnTo>
                  <a:lnTo>
                    <a:pt x="1623" y="639"/>
                  </a:lnTo>
                  <a:lnTo>
                    <a:pt x="1623" y="639"/>
                  </a:lnTo>
                  <a:lnTo>
                    <a:pt x="1623" y="639"/>
                  </a:lnTo>
                  <a:lnTo>
                    <a:pt x="1625" y="503"/>
                  </a:lnTo>
                  <a:lnTo>
                    <a:pt x="1625" y="639"/>
                  </a:lnTo>
                  <a:lnTo>
                    <a:pt x="1625" y="639"/>
                  </a:lnTo>
                  <a:lnTo>
                    <a:pt x="1625" y="639"/>
                  </a:lnTo>
                  <a:lnTo>
                    <a:pt x="1625" y="639"/>
                  </a:lnTo>
                  <a:lnTo>
                    <a:pt x="1626" y="547"/>
                  </a:lnTo>
                  <a:lnTo>
                    <a:pt x="1627" y="580"/>
                  </a:lnTo>
                  <a:lnTo>
                    <a:pt x="1627" y="580"/>
                  </a:lnTo>
                  <a:lnTo>
                    <a:pt x="1628" y="436"/>
                  </a:lnTo>
                  <a:lnTo>
                    <a:pt x="1628" y="639"/>
                  </a:lnTo>
                  <a:lnTo>
                    <a:pt x="1629" y="585"/>
                  </a:lnTo>
                  <a:lnTo>
                    <a:pt x="1629" y="585"/>
                  </a:lnTo>
                  <a:lnTo>
                    <a:pt x="1630" y="560"/>
                  </a:lnTo>
                  <a:lnTo>
                    <a:pt x="1630" y="639"/>
                  </a:lnTo>
                  <a:lnTo>
                    <a:pt x="1631" y="639"/>
                  </a:lnTo>
                  <a:lnTo>
                    <a:pt x="1631" y="639"/>
                  </a:lnTo>
                  <a:lnTo>
                    <a:pt x="1632" y="639"/>
                  </a:lnTo>
                  <a:lnTo>
                    <a:pt x="1633" y="538"/>
                  </a:lnTo>
                  <a:lnTo>
                    <a:pt x="1633" y="604"/>
                  </a:lnTo>
                  <a:lnTo>
                    <a:pt x="1633" y="603"/>
                  </a:lnTo>
                  <a:lnTo>
                    <a:pt x="1634" y="465"/>
                  </a:lnTo>
                  <a:lnTo>
                    <a:pt x="1634" y="639"/>
                  </a:lnTo>
                  <a:lnTo>
                    <a:pt x="1635" y="615"/>
                  </a:lnTo>
                  <a:lnTo>
                    <a:pt x="1635" y="615"/>
                  </a:lnTo>
                  <a:lnTo>
                    <a:pt x="1636" y="566"/>
                  </a:lnTo>
                  <a:lnTo>
                    <a:pt x="1637" y="639"/>
                  </a:lnTo>
                  <a:lnTo>
                    <a:pt x="1637" y="639"/>
                  </a:lnTo>
                  <a:lnTo>
                    <a:pt x="1637" y="639"/>
                  </a:lnTo>
                  <a:lnTo>
                    <a:pt x="1638" y="639"/>
                  </a:lnTo>
                  <a:lnTo>
                    <a:pt x="1639" y="581"/>
                  </a:lnTo>
                  <a:lnTo>
                    <a:pt x="1639" y="580"/>
                  </a:lnTo>
                  <a:lnTo>
                    <a:pt x="1640" y="383"/>
                  </a:lnTo>
                  <a:lnTo>
                    <a:pt x="1640" y="639"/>
                  </a:lnTo>
                  <a:lnTo>
                    <a:pt x="1641" y="635"/>
                  </a:lnTo>
                  <a:lnTo>
                    <a:pt x="1641" y="635"/>
                  </a:lnTo>
                  <a:lnTo>
                    <a:pt x="1641" y="604"/>
                  </a:lnTo>
                  <a:lnTo>
                    <a:pt x="1642" y="639"/>
                  </a:lnTo>
                  <a:lnTo>
                    <a:pt x="1643" y="630"/>
                  </a:lnTo>
                  <a:lnTo>
                    <a:pt x="1643" y="630"/>
                  </a:lnTo>
                  <a:lnTo>
                    <a:pt x="1644" y="561"/>
                  </a:lnTo>
                  <a:lnTo>
                    <a:pt x="1645" y="639"/>
                  </a:lnTo>
                  <a:lnTo>
                    <a:pt x="1645" y="624"/>
                  </a:lnTo>
                  <a:lnTo>
                    <a:pt x="1645" y="622"/>
                  </a:lnTo>
                  <a:lnTo>
                    <a:pt x="1645" y="639"/>
                  </a:lnTo>
                  <a:lnTo>
                    <a:pt x="1646" y="443"/>
                  </a:lnTo>
                  <a:lnTo>
                    <a:pt x="1647" y="639"/>
                  </a:lnTo>
                  <a:lnTo>
                    <a:pt x="1647" y="639"/>
                  </a:lnTo>
                  <a:lnTo>
                    <a:pt x="1648" y="602"/>
                  </a:lnTo>
                  <a:lnTo>
                    <a:pt x="1649" y="639"/>
                  </a:lnTo>
                  <a:lnTo>
                    <a:pt x="1649" y="639"/>
                  </a:lnTo>
                  <a:lnTo>
                    <a:pt x="1649" y="639"/>
                  </a:lnTo>
                  <a:lnTo>
                    <a:pt x="1649" y="639"/>
                  </a:lnTo>
                  <a:lnTo>
                    <a:pt x="1651" y="552"/>
                  </a:lnTo>
                  <a:lnTo>
                    <a:pt x="1651" y="638"/>
                  </a:lnTo>
                  <a:lnTo>
                    <a:pt x="1651" y="637"/>
                  </a:lnTo>
                  <a:lnTo>
                    <a:pt x="1651" y="639"/>
                  </a:lnTo>
                  <a:lnTo>
                    <a:pt x="1653" y="499"/>
                  </a:lnTo>
                  <a:lnTo>
                    <a:pt x="1653" y="497"/>
                  </a:lnTo>
                  <a:lnTo>
                    <a:pt x="1653" y="451"/>
                  </a:lnTo>
                  <a:lnTo>
                    <a:pt x="1653" y="639"/>
                  </a:lnTo>
                  <a:lnTo>
                    <a:pt x="1655" y="602"/>
                  </a:lnTo>
                  <a:lnTo>
                    <a:pt x="1655" y="602"/>
                  </a:lnTo>
                  <a:lnTo>
                    <a:pt x="1655" y="602"/>
                  </a:lnTo>
                  <a:lnTo>
                    <a:pt x="1657" y="639"/>
                  </a:lnTo>
                  <a:lnTo>
                    <a:pt x="1657" y="613"/>
                  </a:lnTo>
                  <a:lnTo>
                    <a:pt x="1657" y="613"/>
                  </a:lnTo>
                  <a:lnTo>
                    <a:pt x="1658" y="575"/>
                  </a:lnTo>
                  <a:lnTo>
                    <a:pt x="1658" y="639"/>
                  </a:lnTo>
                  <a:lnTo>
                    <a:pt x="1659" y="623"/>
                  </a:lnTo>
                  <a:lnTo>
                    <a:pt x="1659" y="623"/>
                  </a:lnTo>
                  <a:lnTo>
                    <a:pt x="1660" y="586"/>
                  </a:lnTo>
                  <a:lnTo>
                    <a:pt x="1661" y="639"/>
                  </a:lnTo>
                  <a:lnTo>
                    <a:pt x="1661" y="639"/>
                  </a:lnTo>
                  <a:lnTo>
                    <a:pt x="1661" y="639"/>
                  </a:lnTo>
                  <a:lnTo>
                    <a:pt x="1661" y="535"/>
                  </a:lnTo>
                  <a:lnTo>
                    <a:pt x="1661" y="639"/>
                  </a:lnTo>
                  <a:lnTo>
                    <a:pt x="1663" y="572"/>
                  </a:lnTo>
                  <a:lnTo>
                    <a:pt x="1663" y="572"/>
                  </a:lnTo>
                  <a:lnTo>
                    <a:pt x="1663" y="639"/>
                  </a:lnTo>
                  <a:lnTo>
                    <a:pt x="1665" y="620"/>
                  </a:lnTo>
                  <a:lnTo>
                    <a:pt x="1665" y="619"/>
                  </a:lnTo>
                  <a:lnTo>
                    <a:pt x="1665" y="639"/>
                  </a:lnTo>
                  <a:lnTo>
                    <a:pt x="1666" y="560"/>
                  </a:lnTo>
                  <a:lnTo>
                    <a:pt x="1667" y="617"/>
                  </a:lnTo>
                  <a:lnTo>
                    <a:pt x="1667" y="618"/>
                  </a:lnTo>
                  <a:lnTo>
                    <a:pt x="1667" y="443"/>
                  </a:lnTo>
                  <a:lnTo>
                    <a:pt x="1667" y="639"/>
                  </a:lnTo>
                  <a:lnTo>
                    <a:pt x="1669" y="638"/>
                  </a:lnTo>
                  <a:lnTo>
                    <a:pt x="1669" y="638"/>
                  </a:lnTo>
                  <a:lnTo>
                    <a:pt x="1669" y="639"/>
                  </a:lnTo>
                  <a:lnTo>
                    <a:pt x="1671" y="572"/>
                  </a:lnTo>
                  <a:lnTo>
                    <a:pt x="1671" y="639"/>
                  </a:lnTo>
                  <a:lnTo>
                    <a:pt x="1671" y="639"/>
                  </a:lnTo>
                  <a:lnTo>
                    <a:pt x="1671" y="577"/>
                  </a:lnTo>
                  <a:lnTo>
                    <a:pt x="1671" y="639"/>
                  </a:lnTo>
                  <a:lnTo>
                    <a:pt x="1673" y="639"/>
                  </a:lnTo>
                  <a:lnTo>
                    <a:pt x="1673" y="639"/>
                  </a:lnTo>
                  <a:lnTo>
                    <a:pt x="1673" y="452"/>
                  </a:lnTo>
                  <a:lnTo>
                    <a:pt x="1673" y="639"/>
                  </a:lnTo>
                  <a:lnTo>
                    <a:pt x="1675" y="639"/>
                  </a:lnTo>
                  <a:lnTo>
                    <a:pt x="1675" y="639"/>
                  </a:lnTo>
                  <a:lnTo>
                    <a:pt x="1675" y="639"/>
                  </a:lnTo>
                  <a:lnTo>
                    <a:pt x="1676" y="543"/>
                  </a:lnTo>
                  <a:lnTo>
                    <a:pt x="1677" y="624"/>
                  </a:lnTo>
                  <a:lnTo>
                    <a:pt x="1677" y="624"/>
                  </a:lnTo>
                  <a:lnTo>
                    <a:pt x="1678" y="639"/>
                  </a:lnTo>
                  <a:lnTo>
                    <a:pt x="1679" y="560"/>
                  </a:lnTo>
                  <a:lnTo>
                    <a:pt x="1679" y="560"/>
                  </a:lnTo>
                  <a:lnTo>
                    <a:pt x="1680" y="421"/>
                  </a:lnTo>
                  <a:lnTo>
                    <a:pt x="1680" y="639"/>
                  </a:lnTo>
                  <a:lnTo>
                    <a:pt x="1681" y="629"/>
                  </a:lnTo>
                  <a:lnTo>
                    <a:pt x="1681" y="629"/>
                  </a:lnTo>
                  <a:lnTo>
                    <a:pt x="1683" y="610"/>
                  </a:lnTo>
                  <a:lnTo>
                    <a:pt x="1683" y="639"/>
                  </a:lnTo>
                  <a:lnTo>
                    <a:pt x="1683" y="639"/>
                  </a:lnTo>
                  <a:lnTo>
                    <a:pt x="1683" y="639"/>
                  </a:lnTo>
                  <a:lnTo>
                    <a:pt x="1684" y="616"/>
                  </a:lnTo>
                  <a:lnTo>
                    <a:pt x="1685" y="639"/>
                  </a:lnTo>
                  <a:lnTo>
                    <a:pt x="1685" y="637"/>
                  </a:lnTo>
                  <a:lnTo>
                    <a:pt x="1685" y="637"/>
                  </a:lnTo>
                  <a:lnTo>
                    <a:pt x="1686" y="639"/>
                  </a:lnTo>
                  <a:lnTo>
                    <a:pt x="1687" y="492"/>
                  </a:lnTo>
                  <a:lnTo>
                    <a:pt x="1687" y="491"/>
                  </a:lnTo>
                  <a:lnTo>
                    <a:pt x="1688" y="441"/>
                  </a:lnTo>
                  <a:lnTo>
                    <a:pt x="1688" y="639"/>
                  </a:lnTo>
                  <a:lnTo>
                    <a:pt x="1689" y="602"/>
                  </a:lnTo>
                  <a:lnTo>
                    <a:pt x="1689" y="602"/>
                  </a:lnTo>
                  <a:lnTo>
                    <a:pt x="1690" y="526"/>
                  </a:lnTo>
                  <a:lnTo>
                    <a:pt x="1690" y="639"/>
                  </a:lnTo>
                  <a:lnTo>
                    <a:pt x="1691" y="601"/>
                  </a:lnTo>
                  <a:lnTo>
                    <a:pt x="1691" y="601"/>
                  </a:lnTo>
                  <a:lnTo>
                    <a:pt x="1692" y="639"/>
                  </a:lnTo>
                  <a:lnTo>
                    <a:pt x="1693" y="536"/>
                  </a:lnTo>
                  <a:lnTo>
                    <a:pt x="1693" y="536"/>
                  </a:lnTo>
                  <a:lnTo>
                    <a:pt x="1693" y="446"/>
                  </a:lnTo>
                  <a:lnTo>
                    <a:pt x="1693" y="639"/>
                  </a:lnTo>
                  <a:lnTo>
                    <a:pt x="1695" y="600"/>
                  </a:lnTo>
                  <a:lnTo>
                    <a:pt x="1695" y="600"/>
                  </a:lnTo>
                  <a:lnTo>
                    <a:pt x="1696" y="538"/>
                  </a:lnTo>
                  <a:lnTo>
                    <a:pt x="1697" y="639"/>
                  </a:lnTo>
                  <a:lnTo>
                    <a:pt x="1697" y="621"/>
                  </a:lnTo>
                  <a:lnTo>
                    <a:pt x="1697" y="621"/>
                  </a:lnTo>
                  <a:lnTo>
                    <a:pt x="1698" y="571"/>
                  </a:lnTo>
                  <a:lnTo>
                    <a:pt x="1699" y="639"/>
                  </a:lnTo>
                  <a:lnTo>
                    <a:pt x="1699" y="635"/>
                  </a:lnTo>
                  <a:lnTo>
                    <a:pt x="1699" y="635"/>
                  </a:lnTo>
                  <a:lnTo>
                    <a:pt x="1700" y="639"/>
                  </a:lnTo>
                  <a:lnTo>
                    <a:pt x="1701" y="453"/>
                  </a:lnTo>
                  <a:lnTo>
                    <a:pt x="1701" y="602"/>
                  </a:lnTo>
                  <a:lnTo>
                    <a:pt x="1701" y="602"/>
                  </a:lnTo>
                  <a:lnTo>
                    <a:pt x="1701" y="597"/>
                  </a:lnTo>
                  <a:lnTo>
                    <a:pt x="1702" y="639"/>
                  </a:lnTo>
                  <a:lnTo>
                    <a:pt x="1703" y="638"/>
                  </a:lnTo>
                  <a:lnTo>
                    <a:pt x="1703" y="638"/>
                  </a:lnTo>
                  <a:lnTo>
                    <a:pt x="1704" y="504"/>
                  </a:lnTo>
                  <a:lnTo>
                    <a:pt x="1705" y="639"/>
                  </a:lnTo>
                  <a:lnTo>
                    <a:pt x="1705" y="595"/>
                  </a:lnTo>
                  <a:lnTo>
                    <a:pt x="1705" y="595"/>
                  </a:lnTo>
                  <a:lnTo>
                    <a:pt x="1706" y="519"/>
                  </a:lnTo>
                  <a:lnTo>
                    <a:pt x="1706" y="639"/>
                  </a:lnTo>
                  <a:lnTo>
                    <a:pt x="1707" y="639"/>
                  </a:lnTo>
                  <a:lnTo>
                    <a:pt x="1707" y="639"/>
                  </a:lnTo>
                  <a:lnTo>
                    <a:pt x="1707" y="467"/>
                  </a:lnTo>
                  <a:lnTo>
                    <a:pt x="1707" y="639"/>
                  </a:lnTo>
                  <a:lnTo>
                    <a:pt x="1709" y="639"/>
                  </a:lnTo>
                  <a:lnTo>
                    <a:pt x="1709" y="639"/>
                  </a:lnTo>
                  <a:lnTo>
                    <a:pt x="1710" y="611"/>
                  </a:lnTo>
                  <a:lnTo>
                    <a:pt x="1711" y="639"/>
                  </a:lnTo>
                  <a:lnTo>
                    <a:pt x="1711" y="622"/>
                  </a:lnTo>
                  <a:lnTo>
                    <a:pt x="1711" y="621"/>
                  </a:lnTo>
                  <a:lnTo>
                    <a:pt x="1712" y="639"/>
                  </a:lnTo>
                  <a:lnTo>
                    <a:pt x="1713" y="493"/>
                  </a:lnTo>
                  <a:lnTo>
                    <a:pt x="1713" y="493"/>
                  </a:lnTo>
                  <a:lnTo>
                    <a:pt x="1714" y="463"/>
                  </a:lnTo>
                  <a:lnTo>
                    <a:pt x="1714" y="639"/>
                  </a:lnTo>
                  <a:lnTo>
                    <a:pt x="1715" y="633"/>
                  </a:lnTo>
                  <a:lnTo>
                    <a:pt x="1715" y="633"/>
                  </a:lnTo>
                  <a:lnTo>
                    <a:pt x="1716" y="614"/>
                  </a:lnTo>
                  <a:lnTo>
                    <a:pt x="1716" y="639"/>
                  </a:lnTo>
                  <a:lnTo>
                    <a:pt x="1717" y="634"/>
                  </a:lnTo>
                  <a:lnTo>
                    <a:pt x="1717" y="635"/>
                  </a:lnTo>
                  <a:lnTo>
                    <a:pt x="1717" y="639"/>
                  </a:lnTo>
                  <a:lnTo>
                    <a:pt x="1719" y="575"/>
                  </a:lnTo>
                  <a:lnTo>
                    <a:pt x="1719" y="612"/>
                  </a:lnTo>
                  <a:lnTo>
                    <a:pt x="1719" y="613"/>
                  </a:lnTo>
                  <a:lnTo>
                    <a:pt x="1721" y="454"/>
                  </a:lnTo>
                  <a:lnTo>
                    <a:pt x="1721" y="639"/>
                  </a:lnTo>
                  <a:lnTo>
                    <a:pt x="1721" y="639"/>
                  </a:lnTo>
                  <a:lnTo>
                    <a:pt x="1721" y="639"/>
                  </a:lnTo>
                  <a:lnTo>
                    <a:pt x="1722" y="604"/>
                  </a:lnTo>
                  <a:lnTo>
                    <a:pt x="1723" y="639"/>
                  </a:lnTo>
                  <a:lnTo>
                    <a:pt x="1723" y="635"/>
                  </a:lnTo>
                  <a:lnTo>
                    <a:pt x="1723" y="635"/>
                  </a:lnTo>
                  <a:lnTo>
                    <a:pt x="1724" y="639"/>
                  </a:lnTo>
                  <a:lnTo>
                    <a:pt x="1725" y="527"/>
                  </a:lnTo>
                  <a:lnTo>
                    <a:pt x="1725" y="527"/>
                  </a:lnTo>
                  <a:lnTo>
                    <a:pt x="1727" y="476"/>
                  </a:lnTo>
                  <a:lnTo>
                    <a:pt x="1727" y="639"/>
                  </a:lnTo>
                  <a:lnTo>
                    <a:pt x="1727" y="624"/>
                  </a:lnTo>
                  <a:lnTo>
                    <a:pt x="1727" y="622"/>
                  </a:lnTo>
                  <a:lnTo>
                    <a:pt x="1727" y="586"/>
                  </a:lnTo>
                  <a:lnTo>
                    <a:pt x="1727" y="639"/>
                  </a:lnTo>
                  <a:lnTo>
                    <a:pt x="1729" y="639"/>
                  </a:lnTo>
                  <a:lnTo>
                    <a:pt x="1729" y="639"/>
                  </a:lnTo>
                  <a:lnTo>
                    <a:pt x="1730" y="639"/>
                  </a:lnTo>
                  <a:lnTo>
                    <a:pt x="1731" y="610"/>
                  </a:lnTo>
                  <a:lnTo>
                    <a:pt x="1731" y="634"/>
                  </a:lnTo>
                  <a:lnTo>
                    <a:pt x="1731" y="634"/>
                  </a:lnTo>
                  <a:lnTo>
                    <a:pt x="1732" y="600"/>
                  </a:lnTo>
                  <a:lnTo>
                    <a:pt x="1732" y="639"/>
                  </a:lnTo>
                  <a:lnTo>
                    <a:pt x="1733" y="630"/>
                  </a:lnTo>
                  <a:lnTo>
                    <a:pt x="1733" y="630"/>
                  </a:lnTo>
                  <a:lnTo>
                    <a:pt x="1734" y="639"/>
                  </a:lnTo>
                  <a:lnTo>
                    <a:pt x="1734" y="560"/>
                  </a:lnTo>
                  <a:lnTo>
                    <a:pt x="1735" y="627"/>
                  </a:lnTo>
                  <a:lnTo>
                    <a:pt x="1735" y="627"/>
                  </a:lnTo>
                  <a:lnTo>
                    <a:pt x="1735" y="491"/>
                  </a:lnTo>
                  <a:lnTo>
                    <a:pt x="1736" y="639"/>
                  </a:lnTo>
                  <a:lnTo>
                    <a:pt x="1737" y="634"/>
                  </a:lnTo>
                  <a:lnTo>
                    <a:pt x="1737" y="634"/>
                  </a:lnTo>
                  <a:lnTo>
                    <a:pt x="1738" y="609"/>
                  </a:lnTo>
                  <a:lnTo>
                    <a:pt x="1738" y="639"/>
                  </a:lnTo>
                  <a:lnTo>
                    <a:pt x="1739" y="618"/>
                  </a:lnTo>
                  <a:lnTo>
                    <a:pt x="1739" y="618"/>
                  </a:lnTo>
                  <a:lnTo>
                    <a:pt x="1740" y="548"/>
                  </a:lnTo>
                  <a:lnTo>
                    <a:pt x="1741" y="639"/>
                  </a:lnTo>
                  <a:lnTo>
                    <a:pt x="1741" y="639"/>
                  </a:lnTo>
                  <a:lnTo>
                    <a:pt x="1741" y="639"/>
                  </a:lnTo>
                  <a:lnTo>
                    <a:pt x="1742" y="639"/>
                  </a:lnTo>
                  <a:lnTo>
                    <a:pt x="1743" y="424"/>
                  </a:lnTo>
                  <a:lnTo>
                    <a:pt x="1743" y="639"/>
                  </a:lnTo>
                  <a:lnTo>
                    <a:pt x="1743" y="639"/>
                  </a:lnTo>
                  <a:lnTo>
                    <a:pt x="1745" y="580"/>
                  </a:lnTo>
                  <a:lnTo>
                    <a:pt x="1745" y="639"/>
                  </a:lnTo>
                  <a:lnTo>
                    <a:pt x="1745" y="626"/>
                  </a:lnTo>
                  <a:lnTo>
                    <a:pt x="1745" y="625"/>
                  </a:lnTo>
                  <a:lnTo>
                    <a:pt x="1746" y="639"/>
                  </a:lnTo>
                  <a:lnTo>
                    <a:pt x="1747" y="562"/>
                  </a:lnTo>
                  <a:lnTo>
                    <a:pt x="1747" y="562"/>
                  </a:lnTo>
                  <a:lnTo>
                    <a:pt x="1747" y="518"/>
                  </a:lnTo>
                  <a:lnTo>
                    <a:pt x="1748" y="639"/>
                  </a:lnTo>
                  <a:lnTo>
                    <a:pt x="1749" y="547"/>
                  </a:lnTo>
                  <a:lnTo>
                    <a:pt x="1749" y="547"/>
                  </a:lnTo>
                  <a:lnTo>
                    <a:pt x="1750" y="506"/>
                  </a:lnTo>
                  <a:lnTo>
                    <a:pt x="1751" y="639"/>
                  </a:lnTo>
                  <a:lnTo>
                    <a:pt x="1751" y="639"/>
                  </a:lnTo>
                  <a:lnTo>
                    <a:pt x="1751" y="639"/>
                  </a:lnTo>
                  <a:lnTo>
                    <a:pt x="1752" y="589"/>
                  </a:lnTo>
                  <a:lnTo>
                    <a:pt x="1752" y="639"/>
                  </a:lnTo>
                  <a:lnTo>
                    <a:pt x="1753" y="604"/>
                  </a:lnTo>
                  <a:lnTo>
                    <a:pt x="1753" y="604"/>
                  </a:lnTo>
                  <a:lnTo>
                    <a:pt x="1754" y="535"/>
                  </a:lnTo>
                  <a:lnTo>
                    <a:pt x="1755" y="639"/>
                  </a:lnTo>
                  <a:lnTo>
                    <a:pt x="1755" y="639"/>
                  </a:lnTo>
                  <a:lnTo>
                    <a:pt x="1755" y="639"/>
                  </a:lnTo>
                  <a:lnTo>
                    <a:pt x="1756" y="639"/>
                  </a:lnTo>
                  <a:lnTo>
                    <a:pt x="1757" y="524"/>
                  </a:lnTo>
                  <a:lnTo>
                    <a:pt x="1757" y="633"/>
                  </a:lnTo>
                  <a:lnTo>
                    <a:pt x="1757" y="633"/>
                  </a:lnTo>
                  <a:lnTo>
                    <a:pt x="1758" y="639"/>
                  </a:lnTo>
                  <a:lnTo>
                    <a:pt x="1758" y="501"/>
                  </a:lnTo>
                  <a:lnTo>
                    <a:pt x="1759" y="635"/>
                  </a:lnTo>
                  <a:lnTo>
                    <a:pt x="1759" y="635"/>
                  </a:lnTo>
                  <a:lnTo>
                    <a:pt x="1759" y="599"/>
                  </a:lnTo>
                  <a:lnTo>
                    <a:pt x="1760" y="639"/>
                  </a:lnTo>
                  <a:lnTo>
                    <a:pt x="1761" y="612"/>
                  </a:lnTo>
                  <a:lnTo>
                    <a:pt x="1761" y="612"/>
                  </a:lnTo>
                  <a:lnTo>
                    <a:pt x="1762" y="639"/>
                  </a:lnTo>
                  <a:lnTo>
                    <a:pt x="1763" y="564"/>
                  </a:lnTo>
                  <a:lnTo>
                    <a:pt x="1763" y="563"/>
                  </a:lnTo>
                  <a:lnTo>
                    <a:pt x="1765" y="412"/>
                  </a:lnTo>
                  <a:lnTo>
                    <a:pt x="1765" y="639"/>
                  </a:lnTo>
                  <a:lnTo>
                    <a:pt x="1765" y="616"/>
                  </a:lnTo>
                  <a:lnTo>
                    <a:pt x="1765" y="616"/>
                  </a:lnTo>
                  <a:lnTo>
                    <a:pt x="1767" y="574"/>
                  </a:lnTo>
                  <a:lnTo>
                    <a:pt x="1767" y="639"/>
                  </a:lnTo>
                  <a:lnTo>
                    <a:pt x="1767" y="639"/>
                  </a:lnTo>
                  <a:lnTo>
                    <a:pt x="1767" y="639"/>
                  </a:lnTo>
                  <a:lnTo>
                    <a:pt x="1767" y="639"/>
                  </a:lnTo>
                  <a:lnTo>
                    <a:pt x="1769" y="569"/>
                  </a:lnTo>
                  <a:lnTo>
                    <a:pt x="1769" y="639"/>
                  </a:lnTo>
                  <a:lnTo>
                    <a:pt x="1769" y="639"/>
                  </a:lnTo>
                  <a:lnTo>
                    <a:pt x="1770" y="450"/>
                  </a:lnTo>
                  <a:lnTo>
                    <a:pt x="1771" y="639"/>
                  </a:lnTo>
                  <a:lnTo>
                    <a:pt x="1771" y="637"/>
                  </a:lnTo>
                  <a:lnTo>
                    <a:pt x="1771" y="637"/>
                  </a:lnTo>
                  <a:lnTo>
                    <a:pt x="1773" y="587"/>
                  </a:lnTo>
                  <a:lnTo>
                    <a:pt x="1773" y="639"/>
                  </a:lnTo>
                  <a:lnTo>
                    <a:pt x="1773" y="636"/>
                  </a:lnTo>
                  <a:lnTo>
                    <a:pt x="1773" y="636"/>
                  </a:lnTo>
                  <a:lnTo>
                    <a:pt x="1773" y="639"/>
                  </a:lnTo>
                  <a:lnTo>
                    <a:pt x="1775" y="596"/>
                  </a:lnTo>
                  <a:lnTo>
                    <a:pt x="1775" y="596"/>
                  </a:lnTo>
                  <a:lnTo>
                    <a:pt x="1776" y="639"/>
                  </a:lnTo>
                  <a:lnTo>
                    <a:pt x="1777" y="495"/>
                  </a:lnTo>
                  <a:lnTo>
                    <a:pt x="1777" y="615"/>
                  </a:lnTo>
                  <a:lnTo>
                    <a:pt x="1777" y="614"/>
                  </a:lnTo>
                  <a:lnTo>
                    <a:pt x="1778" y="464"/>
                  </a:lnTo>
                  <a:lnTo>
                    <a:pt x="1778" y="639"/>
                  </a:lnTo>
                  <a:lnTo>
                    <a:pt x="1779" y="605"/>
                  </a:lnTo>
                  <a:lnTo>
                    <a:pt x="1779" y="607"/>
                  </a:lnTo>
                  <a:lnTo>
                    <a:pt x="1780" y="639"/>
                  </a:lnTo>
                  <a:lnTo>
                    <a:pt x="1781" y="635"/>
                  </a:lnTo>
                  <a:lnTo>
                    <a:pt x="1781" y="635"/>
                  </a:lnTo>
                  <a:lnTo>
                    <a:pt x="1782" y="639"/>
                  </a:lnTo>
                  <a:lnTo>
                    <a:pt x="1783" y="591"/>
                  </a:lnTo>
                  <a:lnTo>
                    <a:pt x="1783" y="591"/>
                  </a:lnTo>
                  <a:lnTo>
                    <a:pt x="1785" y="492"/>
                  </a:lnTo>
                  <a:lnTo>
                    <a:pt x="1785" y="639"/>
                  </a:lnTo>
                  <a:lnTo>
                    <a:pt x="1785" y="583"/>
                  </a:lnTo>
                  <a:lnTo>
                    <a:pt x="1785" y="583"/>
                  </a:lnTo>
                  <a:lnTo>
                    <a:pt x="1785" y="570"/>
                  </a:lnTo>
                  <a:lnTo>
                    <a:pt x="1787" y="639"/>
                  </a:lnTo>
                  <a:lnTo>
                    <a:pt x="1787" y="639"/>
                  </a:lnTo>
                  <a:lnTo>
                    <a:pt x="1787" y="639"/>
                  </a:lnTo>
                  <a:lnTo>
                    <a:pt x="1787" y="639"/>
                  </a:lnTo>
                  <a:lnTo>
                    <a:pt x="1789" y="567"/>
                  </a:lnTo>
                  <a:lnTo>
                    <a:pt x="1789" y="566"/>
                  </a:lnTo>
                  <a:lnTo>
                    <a:pt x="1790" y="502"/>
                  </a:lnTo>
                  <a:lnTo>
                    <a:pt x="1790" y="639"/>
                  </a:lnTo>
                  <a:lnTo>
                    <a:pt x="1791" y="556"/>
                  </a:lnTo>
                  <a:lnTo>
                    <a:pt x="1791" y="556"/>
                  </a:lnTo>
                  <a:lnTo>
                    <a:pt x="1791" y="516"/>
                  </a:lnTo>
                  <a:lnTo>
                    <a:pt x="1793" y="639"/>
                  </a:lnTo>
                  <a:lnTo>
                    <a:pt x="1793" y="622"/>
                  </a:lnTo>
                  <a:lnTo>
                    <a:pt x="1793" y="623"/>
                  </a:lnTo>
                  <a:lnTo>
                    <a:pt x="1794" y="639"/>
                  </a:lnTo>
                  <a:lnTo>
                    <a:pt x="1795" y="616"/>
                  </a:lnTo>
                  <a:lnTo>
                    <a:pt x="1795" y="633"/>
                  </a:lnTo>
                  <a:lnTo>
                    <a:pt x="1795" y="633"/>
                  </a:lnTo>
                  <a:lnTo>
                    <a:pt x="1796" y="578"/>
                  </a:lnTo>
                  <a:lnTo>
                    <a:pt x="1796" y="639"/>
                  </a:lnTo>
                  <a:lnTo>
                    <a:pt x="1797" y="590"/>
                  </a:lnTo>
                  <a:lnTo>
                    <a:pt x="1797" y="589"/>
                  </a:lnTo>
                  <a:lnTo>
                    <a:pt x="1799" y="404"/>
                  </a:lnTo>
                  <a:lnTo>
                    <a:pt x="1799" y="639"/>
                  </a:lnTo>
                  <a:lnTo>
                    <a:pt x="1799" y="628"/>
                  </a:lnTo>
                  <a:lnTo>
                    <a:pt x="1799" y="628"/>
                  </a:lnTo>
                  <a:lnTo>
                    <a:pt x="1800" y="584"/>
                  </a:lnTo>
                  <a:lnTo>
                    <a:pt x="1800" y="639"/>
                  </a:lnTo>
                  <a:lnTo>
                    <a:pt x="1801" y="588"/>
                  </a:lnTo>
                  <a:lnTo>
                    <a:pt x="1801" y="588"/>
                  </a:lnTo>
                  <a:lnTo>
                    <a:pt x="1802" y="546"/>
                  </a:lnTo>
                  <a:lnTo>
                    <a:pt x="1803" y="639"/>
                  </a:lnTo>
                  <a:lnTo>
                    <a:pt x="1803" y="598"/>
                  </a:lnTo>
                  <a:lnTo>
                    <a:pt x="1803" y="598"/>
                  </a:lnTo>
                  <a:lnTo>
                    <a:pt x="1805" y="403"/>
                  </a:lnTo>
                  <a:lnTo>
                    <a:pt x="1805" y="639"/>
                  </a:lnTo>
                  <a:lnTo>
                    <a:pt x="1805" y="637"/>
                  </a:lnTo>
                  <a:lnTo>
                    <a:pt x="1805" y="637"/>
                  </a:lnTo>
                  <a:lnTo>
                    <a:pt x="1806" y="442"/>
                  </a:lnTo>
                  <a:lnTo>
                    <a:pt x="1806" y="639"/>
                  </a:lnTo>
                  <a:lnTo>
                    <a:pt x="1807" y="577"/>
                  </a:lnTo>
                  <a:lnTo>
                    <a:pt x="1807" y="577"/>
                  </a:lnTo>
                  <a:lnTo>
                    <a:pt x="1808" y="568"/>
                  </a:lnTo>
                  <a:lnTo>
                    <a:pt x="1809" y="639"/>
                  </a:lnTo>
                  <a:lnTo>
                    <a:pt x="1809" y="636"/>
                  </a:lnTo>
                  <a:lnTo>
                    <a:pt x="1809" y="636"/>
                  </a:lnTo>
                  <a:lnTo>
                    <a:pt x="1811" y="569"/>
                  </a:lnTo>
                  <a:lnTo>
                    <a:pt x="1811" y="639"/>
                  </a:lnTo>
                  <a:lnTo>
                    <a:pt x="1811" y="639"/>
                  </a:lnTo>
                  <a:lnTo>
                    <a:pt x="1811" y="639"/>
                  </a:lnTo>
                  <a:lnTo>
                    <a:pt x="1812" y="509"/>
                  </a:lnTo>
                  <a:lnTo>
                    <a:pt x="1812" y="639"/>
                  </a:lnTo>
                  <a:lnTo>
                    <a:pt x="1813" y="639"/>
                  </a:lnTo>
                  <a:lnTo>
                    <a:pt x="1813" y="639"/>
                  </a:lnTo>
                  <a:lnTo>
                    <a:pt x="1814" y="467"/>
                  </a:lnTo>
                  <a:lnTo>
                    <a:pt x="1814" y="639"/>
                  </a:lnTo>
                  <a:lnTo>
                    <a:pt x="1815" y="617"/>
                  </a:lnTo>
                  <a:lnTo>
                    <a:pt x="1815" y="616"/>
                  </a:lnTo>
                  <a:lnTo>
                    <a:pt x="1816" y="604"/>
                  </a:lnTo>
                  <a:lnTo>
                    <a:pt x="1817" y="639"/>
                  </a:lnTo>
                  <a:lnTo>
                    <a:pt x="1817" y="639"/>
                  </a:lnTo>
                  <a:lnTo>
                    <a:pt x="1817" y="639"/>
                  </a:lnTo>
                  <a:lnTo>
                    <a:pt x="1818" y="639"/>
                  </a:lnTo>
                  <a:lnTo>
                    <a:pt x="1819" y="547"/>
                  </a:lnTo>
                  <a:lnTo>
                    <a:pt x="1819" y="608"/>
                  </a:lnTo>
                  <a:lnTo>
                    <a:pt x="1819" y="607"/>
                  </a:lnTo>
                  <a:lnTo>
                    <a:pt x="1820" y="639"/>
                  </a:lnTo>
                  <a:lnTo>
                    <a:pt x="1820" y="478"/>
                  </a:lnTo>
                  <a:lnTo>
                    <a:pt x="1821" y="593"/>
                  </a:lnTo>
                  <a:lnTo>
                    <a:pt x="1821" y="593"/>
                  </a:lnTo>
                  <a:lnTo>
                    <a:pt x="1821" y="573"/>
                  </a:lnTo>
                  <a:lnTo>
                    <a:pt x="1821" y="639"/>
                  </a:lnTo>
                  <a:lnTo>
                    <a:pt x="1823" y="639"/>
                  </a:lnTo>
                  <a:lnTo>
                    <a:pt x="1823" y="639"/>
                  </a:lnTo>
                  <a:lnTo>
                    <a:pt x="1823" y="639"/>
                  </a:lnTo>
                  <a:lnTo>
                    <a:pt x="1825" y="588"/>
                  </a:lnTo>
                  <a:lnTo>
                    <a:pt x="1825" y="588"/>
                  </a:lnTo>
                  <a:lnTo>
                    <a:pt x="1826" y="639"/>
                  </a:lnTo>
                  <a:lnTo>
                    <a:pt x="1827" y="428"/>
                  </a:lnTo>
                  <a:lnTo>
                    <a:pt x="1827" y="428"/>
                  </a:lnTo>
                  <a:lnTo>
                    <a:pt x="1827" y="428"/>
                  </a:lnTo>
                  <a:lnTo>
                    <a:pt x="1827" y="639"/>
                  </a:lnTo>
                  <a:lnTo>
                    <a:pt x="1829" y="573"/>
                  </a:lnTo>
                  <a:lnTo>
                    <a:pt x="1829" y="573"/>
                  </a:lnTo>
                  <a:lnTo>
                    <a:pt x="1831" y="558"/>
                  </a:lnTo>
                  <a:lnTo>
                    <a:pt x="1831" y="639"/>
                  </a:lnTo>
                  <a:lnTo>
                    <a:pt x="1831" y="612"/>
                  </a:lnTo>
                  <a:lnTo>
                    <a:pt x="1831" y="612"/>
                  </a:lnTo>
                  <a:lnTo>
                    <a:pt x="1833" y="448"/>
                  </a:lnTo>
                  <a:lnTo>
                    <a:pt x="1833" y="639"/>
                  </a:lnTo>
                  <a:lnTo>
                    <a:pt x="1833" y="639"/>
                  </a:lnTo>
                  <a:lnTo>
                    <a:pt x="1833" y="639"/>
                  </a:lnTo>
                  <a:lnTo>
                    <a:pt x="1833" y="639"/>
                  </a:lnTo>
                  <a:lnTo>
                    <a:pt x="1835" y="505"/>
                  </a:lnTo>
                  <a:lnTo>
                    <a:pt x="1835" y="505"/>
                  </a:lnTo>
                  <a:lnTo>
                    <a:pt x="1836" y="488"/>
                  </a:lnTo>
                  <a:lnTo>
                    <a:pt x="1836" y="639"/>
                  </a:lnTo>
                  <a:lnTo>
                    <a:pt x="1837" y="630"/>
                  </a:lnTo>
                  <a:lnTo>
                    <a:pt x="1837" y="630"/>
                  </a:lnTo>
                  <a:lnTo>
                    <a:pt x="1838" y="442"/>
                  </a:lnTo>
                  <a:lnTo>
                    <a:pt x="1839" y="639"/>
                  </a:lnTo>
                  <a:lnTo>
                    <a:pt x="1839" y="639"/>
                  </a:lnTo>
                  <a:lnTo>
                    <a:pt x="1839" y="639"/>
                  </a:lnTo>
                  <a:lnTo>
                    <a:pt x="1841" y="556"/>
                  </a:lnTo>
                  <a:lnTo>
                    <a:pt x="1841" y="639"/>
                  </a:lnTo>
                  <a:lnTo>
                    <a:pt x="1841" y="639"/>
                  </a:lnTo>
                  <a:lnTo>
                    <a:pt x="1841" y="639"/>
                  </a:lnTo>
                  <a:lnTo>
                    <a:pt x="1842" y="564"/>
                  </a:lnTo>
                  <a:lnTo>
                    <a:pt x="1842" y="639"/>
                  </a:lnTo>
                  <a:lnTo>
                    <a:pt x="1843" y="637"/>
                  </a:lnTo>
                  <a:lnTo>
                    <a:pt x="1843" y="637"/>
                  </a:lnTo>
                  <a:lnTo>
                    <a:pt x="1844" y="639"/>
                  </a:lnTo>
                  <a:lnTo>
                    <a:pt x="1845" y="550"/>
                  </a:lnTo>
                  <a:lnTo>
                    <a:pt x="1845" y="604"/>
                  </a:lnTo>
                  <a:lnTo>
                    <a:pt x="1845" y="604"/>
                  </a:lnTo>
                  <a:lnTo>
                    <a:pt x="1846" y="424"/>
                  </a:lnTo>
                  <a:lnTo>
                    <a:pt x="1846" y="639"/>
                  </a:lnTo>
                  <a:lnTo>
                    <a:pt x="1847" y="638"/>
                  </a:lnTo>
                  <a:lnTo>
                    <a:pt x="1847" y="638"/>
                  </a:lnTo>
                  <a:lnTo>
                    <a:pt x="1849" y="639"/>
                  </a:lnTo>
                  <a:lnTo>
                    <a:pt x="1849" y="591"/>
                  </a:lnTo>
                  <a:lnTo>
                    <a:pt x="1849" y="591"/>
                  </a:lnTo>
                  <a:lnTo>
                    <a:pt x="1850" y="639"/>
                  </a:lnTo>
                  <a:lnTo>
                    <a:pt x="1851" y="588"/>
                  </a:lnTo>
                  <a:lnTo>
                    <a:pt x="1851" y="639"/>
                  </a:lnTo>
                  <a:lnTo>
                    <a:pt x="1851" y="639"/>
                  </a:lnTo>
                  <a:lnTo>
                    <a:pt x="1852" y="503"/>
                  </a:lnTo>
                  <a:lnTo>
                    <a:pt x="1853" y="639"/>
                  </a:lnTo>
                  <a:lnTo>
                    <a:pt x="1853" y="529"/>
                  </a:lnTo>
                  <a:lnTo>
                    <a:pt x="1853" y="526"/>
                  </a:lnTo>
                  <a:lnTo>
                    <a:pt x="1853" y="465"/>
                  </a:lnTo>
                  <a:lnTo>
                    <a:pt x="1855" y="639"/>
                  </a:lnTo>
                  <a:lnTo>
                    <a:pt x="1855" y="639"/>
                  </a:lnTo>
                  <a:lnTo>
                    <a:pt x="1855" y="639"/>
                  </a:lnTo>
                  <a:lnTo>
                    <a:pt x="1856" y="639"/>
                  </a:lnTo>
                  <a:lnTo>
                    <a:pt x="1857" y="577"/>
                  </a:lnTo>
                  <a:lnTo>
                    <a:pt x="1857" y="577"/>
                  </a:lnTo>
                  <a:lnTo>
                    <a:pt x="1858" y="639"/>
                  </a:lnTo>
                  <a:lnTo>
                    <a:pt x="1858" y="526"/>
                  </a:lnTo>
                  <a:lnTo>
                    <a:pt x="1859" y="565"/>
                  </a:lnTo>
                  <a:lnTo>
                    <a:pt x="1859" y="565"/>
                  </a:lnTo>
                  <a:lnTo>
                    <a:pt x="1859" y="512"/>
                  </a:lnTo>
                  <a:lnTo>
                    <a:pt x="1860" y="639"/>
                  </a:lnTo>
                  <a:lnTo>
                    <a:pt x="1861" y="614"/>
                  </a:lnTo>
                  <a:lnTo>
                    <a:pt x="1861" y="615"/>
                  </a:lnTo>
                  <a:lnTo>
                    <a:pt x="1861" y="639"/>
                  </a:lnTo>
                  <a:lnTo>
                    <a:pt x="1863" y="600"/>
                  </a:lnTo>
                  <a:lnTo>
                    <a:pt x="1863" y="600"/>
                  </a:lnTo>
                  <a:lnTo>
                    <a:pt x="1864" y="639"/>
                  </a:lnTo>
                  <a:lnTo>
                    <a:pt x="1865" y="503"/>
                  </a:lnTo>
                  <a:lnTo>
                    <a:pt x="1865" y="503"/>
                  </a:lnTo>
                  <a:lnTo>
                    <a:pt x="1866" y="478"/>
                  </a:lnTo>
                  <a:lnTo>
                    <a:pt x="1867" y="639"/>
                  </a:lnTo>
                  <a:lnTo>
                    <a:pt x="1867" y="639"/>
                  </a:lnTo>
                  <a:lnTo>
                    <a:pt x="1867" y="639"/>
                  </a:lnTo>
                  <a:lnTo>
                    <a:pt x="1868" y="606"/>
                  </a:lnTo>
                  <a:lnTo>
                    <a:pt x="1869" y="639"/>
                  </a:lnTo>
                  <a:lnTo>
                    <a:pt x="1869" y="639"/>
                  </a:lnTo>
                  <a:lnTo>
                    <a:pt x="1869" y="639"/>
                  </a:lnTo>
                  <a:lnTo>
                    <a:pt x="1871" y="639"/>
                  </a:lnTo>
                  <a:lnTo>
                    <a:pt x="1871" y="503"/>
                  </a:lnTo>
                  <a:lnTo>
                    <a:pt x="1871" y="511"/>
                  </a:lnTo>
                  <a:lnTo>
                    <a:pt x="1871" y="515"/>
                  </a:lnTo>
                  <a:lnTo>
                    <a:pt x="1873" y="475"/>
                  </a:lnTo>
                  <a:lnTo>
                    <a:pt x="1873" y="639"/>
                  </a:lnTo>
                  <a:lnTo>
                    <a:pt x="1873" y="610"/>
                  </a:lnTo>
                  <a:lnTo>
                    <a:pt x="1873" y="610"/>
                  </a:lnTo>
                  <a:lnTo>
                    <a:pt x="1875" y="539"/>
                  </a:lnTo>
                  <a:lnTo>
                    <a:pt x="1875" y="639"/>
                  </a:lnTo>
                  <a:lnTo>
                    <a:pt x="1875" y="639"/>
                  </a:lnTo>
                  <a:lnTo>
                    <a:pt x="1875" y="639"/>
                  </a:lnTo>
                  <a:lnTo>
                    <a:pt x="1876" y="639"/>
                  </a:lnTo>
                  <a:lnTo>
                    <a:pt x="1877" y="507"/>
                  </a:lnTo>
                  <a:lnTo>
                    <a:pt x="1877" y="591"/>
                  </a:lnTo>
                  <a:lnTo>
                    <a:pt x="1877" y="589"/>
                  </a:lnTo>
                  <a:lnTo>
                    <a:pt x="1877" y="472"/>
                  </a:lnTo>
                  <a:lnTo>
                    <a:pt x="1879" y="639"/>
                  </a:lnTo>
                  <a:lnTo>
                    <a:pt x="1879" y="639"/>
                  </a:lnTo>
                  <a:lnTo>
                    <a:pt x="1879" y="639"/>
                  </a:lnTo>
                  <a:lnTo>
                    <a:pt x="1881" y="575"/>
                  </a:lnTo>
                  <a:lnTo>
                    <a:pt x="1881" y="639"/>
                  </a:lnTo>
                  <a:lnTo>
                    <a:pt x="1881" y="635"/>
                  </a:lnTo>
                  <a:lnTo>
                    <a:pt x="1881" y="635"/>
                  </a:lnTo>
                  <a:lnTo>
                    <a:pt x="1882" y="567"/>
                  </a:lnTo>
                  <a:lnTo>
                    <a:pt x="1882" y="639"/>
                  </a:lnTo>
                  <a:lnTo>
                    <a:pt x="1883" y="639"/>
                  </a:lnTo>
                  <a:lnTo>
                    <a:pt x="1883" y="639"/>
                  </a:lnTo>
                  <a:lnTo>
                    <a:pt x="1885" y="471"/>
                  </a:lnTo>
                  <a:lnTo>
                    <a:pt x="1885" y="639"/>
                  </a:lnTo>
                  <a:lnTo>
                    <a:pt x="1885" y="639"/>
                  </a:lnTo>
                  <a:lnTo>
                    <a:pt x="1885" y="639"/>
                  </a:lnTo>
                  <a:lnTo>
                    <a:pt x="1886" y="572"/>
                  </a:lnTo>
                  <a:lnTo>
                    <a:pt x="1887" y="639"/>
                  </a:lnTo>
                  <a:lnTo>
                    <a:pt x="1887" y="639"/>
                  </a:lnTo>
                  <a:lnTo>
                    <a:pt x="1887" y="639"/>
                  </a:lnTo>
                  <a:lnTo>
                    <a:pt x="1888" y="639"/>
                  </a:lnTo>
                  <a:lnTo>
                    <a:pt x="1888" y="603"/>
                  </a:lnTo>
                  <a:lnTo>
                    <a:pt x="1889" y="618"/>
                  </a:lnTo>
                  <a:lnTo>
                    <a:pt x="1889" y="618"/>
                  </a:lnTo>
                  <a:lnTo>
                    <a:pt x="1890" y="560"/>
                  </a:lnTo>
                  <a:lnTo>
                    <a:pt x="1890" y="639"/>
                  </a:lnTo>
                  <a:lnTo>
                    <a:pt x="1891" y="637"/>
                  </a:lnTo>
                  <a:lnTo>
                    <a:pt x="1891" y="637"/>
                  </a:lnTo>
                  <a:lnTo>
                    <a:pt x="1892" y="521"/>
                  </a:lnTo>
                  <a:lnTo>
                    <a:pt x="1892" y="639"/>
                  </a:lnTo>
                  <a:lnTo>
                    <a:pt x="1893" y="639"/>
                  </a:lnTo>
                  <a:lnTo>
                    <a:pt x="1893" y="639"/>
                  </a:lnTo>
                  <a:lnTo>
                    <a:pt x="1895" y="611"/>
                  </a:lnTo>
                  <a:lnTo>
                    <a:pt x="1895" y="639"/>
                  </a:lnTo>
                  <a:lnTo>
                    <a:pt x="1895" y="639"/>
                  </a:lnTo>
                  <a:lnTo>
                    <a:pt x="1895" y="639"/>
                  </a:lnTo>
                  <a:lnTo>
                    <a:pt x="1897" y="550"/>
                  </a:lnTo>
                  <a:lnTo>
                    <a:pt x="1897" y="639"/>
                  </a:lnTo>
                  <a:lnTo>
                    <a:pt x="1897" y="639"/>
                  </a:lnTo>
                  <a:lnTo>
                    <a:pt x="1897" y="639"/>
                  </a:lnTo>
                  <a:lnTo>
                    <a:pt x="1898" y="639"/>
                  </a:lnTo>
                  <a:lnTo>
                    <a:pt x="1899" y="550"/>
                  </a:lnTo>
                  <a:lnTo>
                    <a:pt x="1899" y="550"/>
                  </a:lnTo>
                  <a:lnTo>
                    <a:pt x="1900" y="487"/>
                  </a:lnTo>
                  <a:lnTo>
                    <a:pt x="1900" y="639"/>
                  </a:lnTo>
                  <a:lnTo>
                    <a:pt x="1901" y="614"/>
                  </a:lnTo>
                  <a:lnTo>
                    <a:pt x="1901" y="614"/>
                  </a:lnTo>
                  <a:lnTo>
                    <a:pt x="1902" y="639"/>
                  </a:lnTo>
                  <a:lnTo>
                    <a:pt x="1903" y="518"/>
                  </a:lnTo>
                  <a:lnTo>
                    <a:pt x="1903" y="638"/>
                  </a:lnTo>
                  <a:lnTo>
                    <a:pt x="1903" y="638"/>
                  </a:lnTo>
                  <a:lnTo>
                    <a:pt x="1905" y="594"/>
                  </a:lnTo>
                  <a:lnTo>
                    <a:pt x="1905" y="639"/>
                  </a:lnTo>
                  <a:lnTo>
                    <a:pt x="1905" y="632"/>
                  </a:lnTo>
                  <a:lnTo>
                    <a:pt x="1905" y="632"/>
                  </a:lnTo>
                  <a:lnTo>
                    <a:pt x="1906" y="588"/>
                  </a:lnTo>
                  <a:lnTo>
                    <a:pt x="1907" y="639"/>
                  </a:lnTo>
                  <a:lnTo>
                    <a:pt x="1908" y="638"/>
                  </a:lnTo>
                  <a:lnTo>
                    <a:pt x="1908" y="637"/>
                  </a:lnTo>
                  <a:lnTo>
                    <a:pt x="1908" y="639"/>
                  </a:lnTo>
                  <a:lnTo>
                    <a:pt x="1909" y="525"/>
                  </a:lnTo>
                  <a:lnTo>
                    <a:pt x="1909" y="599"/>
                  </a:lnTo>
                  <a:lnTo>
                    <a:pt x="1909" y="599"/>
                  </a:lnTo>
                  <a:lnTo>
                    <a:pt x="1910" y="534"/>
                  </a:lnTo>
                  <a:lnTo>
                    <a:pt x="1910" y="639"/>
                  </a:lnTo>
                  <a:lnTo>
                    <a:pt x="1911" y="637"/>
                  </a:lnTo>
                  <a:lnTo>
                    <a:pt x="1911" y="637"/>
                  </a:lnTo>
                  <a:lnTo>
                    <a:pt x="1912" y="595"/>
                  </a:lnTo>
                  <a:lnTo>
                    <a:pt x="1913" y="639"/>
                  </a:lnTo>
                  <a:lnTo>
                    <a:pt x="1914" y="623"/>
                  </a:lnTo>
                  <a:lnTo>
                    <a:pt x="1914" y="623"/>
                  </a:lnTo>
                  <a:lnTo>
                    <a:pt x="1914" y="639"/>
                  </a:lnTo>
                  <a:lnTo>
                    <a:pt x="1915" y="606"/>
                  </a:lnTo>
                  <a:lnTo>
                    <a:pt x="1915" y="606"/>
                  </a:lnTo>
                  <a:lnTo>
                    <a:pt x="1916" y="639"/>
                  </a:lnTo>
                  <a:lnTo>
                    <a:pt x="1917" y="574"/>
                  </a:lnTo>
                  <a:lnTo>
                    <a:pt x="1917" y="574"/>
                  </a:lnTo>
                  <a:lnTo>
                    <a:pt x="1918" y="639"/>
                  </a:lnTo>
                  <a:lnTo>
                    <a:pt x="1920" y="482"/>
                  </a:lnTo>
                  <a:lnTo>
                    <a:pt x="1920" y="487"/>
                  </a:lnTo>
                  <a:lnTo>
                    <a:pt x="1920" y="639"/>
                  </a:lnTo>
                  <a:lnTo>
                    <a:pt x="1921" y="622"/>
                  </a:lnTo>
                  <a:lnTo>
                    <a:pt x="1921" y="622"/>
                  </a:lnTo>
                  <a:lnTo>
                    <a:pt x="1921" y="619"/>
                  </a:lnTo>
                  <a:lnTo>
                    <a:pt x="1923" y="639"/>
                  </a:lnTo>
                  <a:lnTo>
                    <a:pt x="1923" y="632"/>
                  </a:lnTo>
                  <a:lnTo>
                    <a:pt x="1923" y="632"/>
                  </a:lnTo>
                  <a:lnTo>
                    <a:pt x="1924" y="579"/>
                  </a:lnTo>
                  <a:lnTo>
                    <a:pt x="1924" y="639"/>
                  </a:lnTo>
                  <a:lnTo>
                    <a:pt x="1926" y="628"/>
                  </a:lnTo>
                  <a:lnTo>
                    <a:pt x="1926" y="628"/>
                  </a:lnTo>
                  <a:lnTo>
                    <a:pt x="1926" y="639"/>
                  </a:lnTo>
                  <a:lnTo>
                    <a:pt x="1927" y="532"/>
                  </a:lnTo>
                  <a:lnTo>
                    <a:pt x="1927" y="532"/>
                  </a:lnTo>
                  <a:lnTo>
                    <a:pt x="1928" y="451"/>
                  </a:lnTo>
                  <a:lnTo>
                    <a:pt x="1928" y="639"/>
                  </a:lnTo>
                  <a:lnTo>
                    <a:pt x="1929" y="630"/>
                  </a:lnTo>
                  <a:lnTo>
                    <a:pt x="1929" y="629"/>
                  </a:lnTo>
                  <a:lnTo>
                    <a:pt x="1931" y="592"/>
                  </a:lnTo>
                  <a:lnTo>
                    <a:pt x="1931" y="639"/>
                  </a:lnTo>
                  <a:lnTo>
                    <a:pt x="1932" y="610"/>
                  </a:lnTo>
                  <a:lnTo>
                    <a:pt x="1932" y="610"/>
                  </a:lnTo>
                  <a:lnTo>
                    <a:pt x="1932" y="639"/>
                  </a:lnTo>
                  <a:lnTo>
                    <a:pt x="1933" y="535"/>
                  </a:lnTo>
                  <a:lnTo>
                    <a:pt x="1933" y="621"/>
                  </a:lnTo>
                  <a:lnTo>
                    <a:pt x="1933" y="621"/>
                  </a:lnTo>
                  <a:lnTo>
                    <a:pt x="1934" y="464"/>
                  </a:lnTo>
                  <a:lnTo>
                    <a:pt x="1935" y="639"/>
                  </a:lnTo>
                  <a:lnTo>
                    <a:pt x="1935" y="634"/>
                  </a:lnTo>
                  <a:lnTo>
                    <a:pt x="1935" y="634"/>
                  </a:lnTo>
                  <a:lnTo>
                    <a:pt x="1936" y="585"/>
                  </a:lnTo>
                  <a:lnTo>
                    <a:pt x="1937" y="639"/>
                  </a:lnTo>
                  <a:lnTo>
                    <a:pt x="1938" y="609"/>
                  </a:lnTo>
                  <a:lnTo>
                    <a:pt x="1938" y="608"/>
                  </a:lnTo>
                  <a:lnTo>
                    <a:pt x="1939" y="579"/>
                  </a:lnTo>
                  <a:lnTo>
                    <a:pt x="1939" y="639"/>
                  </a:lnTo>
                  <a:lnTo>
                    <a:pt x="1939" y="619"/>
                  </a:lnTo>
                  <a:lnTo>
                    <a:pt x="1939" y="619"/>
                  </a:lnTo>
                  <a:lnTo>
                    <a:pt x="1940" y="639"/>
                  </a:lnTo>
                  <a:lnTo>
                    <a:pt x="1941" y="474"/>
                  </a:lnTo>
                  <a:lnTo>
                    <a:pt x="1941" y="604"/>
                  </a:lnTo>
                  <a:lnTo>
                    <a:pt x="1941" y="604"/>
                  </a:lnTo>
                  <a:lnTo>
                    <a:pt x="1942" y="582"/>
                  </a:lnTo>
                  <a:lnTo>
                    <a:pt x="1943" y="639"/>
                  </a:lnTo>
                  <a:lnTo>
                    <a:pt x="1944" y="639"/>
                  </a:lnTo>
                  <a:lnTo>
                    <a:pt x="1944" y="639"/>
                  </a:lnTo>
                  <a:lnTo>
                    <a:pt x="1944" y="639"/>
                  </a:lnTo>
                  <a:lnTo>
                    <a:pt x="1944" y="595"/>
                  </a:lnTo>
                  <a:lnTo>
                    <a:pt x="1945" y="600"/>
                  </a:lnTo>
                  <a:lnTo>
                    <a:pt x="1945" y="600"/>
                  </a:lnTo>
                  <a:lnTo>
                    <a:pt x="1946" y="568"/>
                  </a:lnTo>
                  <a:lnTo>
                    <a:pt x="1946" y="639"/>
                  </a:lnTo>
                  <a:lnTo>
                    <a:pt x="1947" y="595"/>
                  </a:lnTo>
                  <a:lnTo>
                    <a:pt x="1947" y="595"/>
                  </a:lnTo>
                  <a:lnTo>
                    <a:pt x="1948" y="639"/>
                  </a:lnTo>
                  <a:lnTo>
                    <a:pt x="1949" y="423"/>
                  </a:lnTo>
                  <a:lnTo>
                    <a:pt x="1950" y="601"/>
                  </a:lnTo>
                  <a:lnTo>
                    <a:pt x="1950" y="601"/>
                  </a:lnTo>
                  <a:lnTo>
                    <a:pt x="1950" y="639"/>
                  </a:lnTo>
                  <a:lnTo>
                    <a:pt x="1951" y="555"/>
                  </a:lnTo>
                  <a:lnTo>
                    <a:pt x="1951" y="636"/>
                  </a:lnTo>
                  <a:lnTo>
                    <a:pt x="1951" y="636"/>
                  </a:lnTo>
                  <a:lnTo>
                    <a:pt x="1953" y="576"/>
                  </a:lnTo>
                  <a:lnTo>
                    <a:pt x="1953" y="639"/>
                  </a:lnTo>
                  <a:lnTo>
                    <a:pt x="1953" y="619"/>
                  </a:lnTo>
                  <a:lnTo>
                    <a:pt x="1953" y="619"/>
                  </a:lnTo>
                  <a:lnTo>
                    <a:pt x="1955" y="639"/>
                  </a:lnTo>
                  <a:lnTo>
                    <a:pt x="1956" y="451"/>
                  </a:lnTo>
                  <a:lnTo>
                    <a:pt x="1956" y="450"/>
                  </a:lnTo>
                  <a:lnTo>
                    <a:pt x="1956" y="404"/>
                  </a:lnTo>
                  <a:lnTo>
                    <a:pt x="1956" y="639"/>
                  </a:lnTo>
                  <a:lnTo>
                    <a:pt x="1957" y="608"/>
                  </a:lnTo>
                  <a:lnTo>
                    <a:pt x="1957" y="608"/>
                  </a:lnTo>
                  <a:lnTo>
                    <a:pt x="1959" y="639"/>
                  </a:lnTo>
                  <a:lnTo>
                    <a:pt x="1959" y="569"/>
                  </a:lnTo>
                  <a:lnTo>
                    <a:pt x="1959" y="603"/>
                  </a:lnTo>
                  <a:lnTo>
                    <a:pt x="1959" y="605"/>
                  </a:lnTo>
                  <a:lnTo>
                    <a:pt x="1961" y="436"/>
                  </a:lnTo>
                  <a:lnTo>
                    <a:pt x="1962" y="639"/>
                  </a:lnTo>
                  <a:lnTo>
                    <a:pt x="1962" y="639"/>
                  </a:lnTo>
                  <a:lnTo>
                    <a:pt x="1962" y="639"/>
                  </a:lnTo>
                  <a:lnTo>
                    <a:pt x="1962" y="639"/>
                  </a:lnTo>
                  <a:lnTo>
                    <a:pt x="1963" y="552"/>
                  </a:lnTo>
                  <a:lnTo>
                    <a:pt x="1963" y="572"/>
                  </a:lnTo>
                  <a:lnTo>
                    <a:pt x="1963" y="572"/>
                  </a:lnTo>
                  <a:lnTo>
                    <a:pt x="1965" y="503"/>
                  </a:lnTo>
                  <a:lnTo>
                    <a:pt x="1965" y="639"/>
                  </a:lnTo>
                  <a:lnTo>
                    <a:pt x="1965" y="639"/>
                  </a:lnTo>
                  <a:lnTo>
                    <a:pt x="1965" y="639"/>
                  </a:lnTo>
                  <a:lnTo>
                    <a:pt x="1966" y="639"/>
                  </a:lnTo>
                  <a:lnTo>
                    <a:pt x="1968" y="569"/>
                  </a:lnTo>
                  <a:lnTo>
                    <a:pt x="1968" y="569"/>
                  </a:lnTo>
                  <a:lnTo>
                    <a:pt x="1968" y="483"/>
                  </a:lnTo>
                  <a:lnTo>
                    <a:pt x="1968" y="639"/>
                  </a:lnTo>
                  <a:lnTo>
                    <a:pt x="1969" y="508"/>
                  </a:lnTo>
                  <a:lnTo>
                    <a:pt x="1969" y="508"/>
                  </a:lnTo>
                  <a:lnTo>
                    <a:pt x="1970" y="455"/>
                  </a:lnTo>
                  <a:lnTo>
                    <a:pt x="1970" y="639"/>
                  </a:lnTo>
                  <a:lnTo>
                    <a:pt x="1971" y="579"/>
                  </a:lnTo>
                  <a:lnTo>
                    <a:pt x="1971" y="579"/>
                  </a:lnTo>
                  <a:lnTo>
                    <a:pt x="1972" y="576"/>
                  </a:lnTo>
                  <a:lnTo>
                    <a:pt x="1972" y="639"/>
                  </a:lnTo>
                  <a:lnTo>
                    <a:pt x="1974" y="607"/>
                  </a:lnTo>
                  <a:lnTo>
                    <a:pt x="1974" y="607"/>
                  </a:lnTo>
                  <a:lnTo>
                    <a:pt x="1974" y="639"/>
                  </a:lnTo>
                  <a:lnTo>
                    <a:pt x="1976" y="567"/>
                  </a:lnTo>
                  <a:lnTo>
                    <a:pt x="1976" y="567"/>
                  </a:lnTo>
                  <a:lnTo>
                    <a:pt x="1976" y="476"/>
                  </a:lnTo>
                  <a:lnTo>
                    <a:pt x="1977" y="639"/>
                  </a:lnTo>
                  <a:lnTo>
                    <a:pt x="1977" y="639"/>
                  </a:lnTo>
                  <a:lnTo>
                    <a:pt x="1977" y="639"/>
                  </a:lnTo>
                  <a:lnTo>
                    <a:pt x="1978" y="639"/>
                  </a:lnTo>
                  <a:lnTo>
                    <a:pt x="1980" y="511"/>
                  </a:lnTo>
                  <a:lnTo>
                    <a:pt x="1980" y="531"/>
                  </a:lnTo>
                  <a:lnTo>
                    <a:pt x="1980" y="535"/>
                  </a:lnTo>
                  <a:lnTo>
                    <a:pt x="1981" y="639"/>
                  </a:lnTo>
                  <a:lnTo>
                    <a:pt x="1982" y="548"/>
                  </a:lnTo>
                  <a:lnTo>
                    <a:pt x="1982" y="547"/>
                  </a:lnTo>
                  <a:lnTo>
                    <a:pt x="1983" y="441"/>
                  </a:lnTo>
                  <a:lnTo>
                    <a:pt x="1983" y="639"/>
                  </a:lnTo>
                  <a:lnTo>
                    <a:pt x="1983" y="605"/>
                  </a:lnTo>
                  <a:lnTo>
                    <a:pt x="1983" y="605"/>
                  </a:lnTo>
                  <a:lnTo>
                    <a:pt x="1984" y="598"/>
                  </a:lnTo>
                  <a:lnTo>
                    <a:pt x="1985" y="639"/>
                  </a:lnTo>
                  <a:lnTo>
                    <a:pt x="1986" y="639"/>
                  </a:lnTo>
                  <a:lnTo>
                    <a:pt x="1986" y="639"/>
                  </a:lnTo>
                  <a:lnTo>
                    <a:pt x="1986" y="639"/>
                  </a:lnTo>
                  <a:lnTo>
                    <a:pt x="1988" y="610"/>
                  </a:lnTo>
                  <a:lnTo>
                    <a:pt x="1988" y="610"/>
                  </a:lnTo>
                  <a:lnTo>
                    <a:pt x="1989" y="515"/>
                  </a:lnTo>
                  <a:lnTo>
                    <a:pt x="1989" y="639"/>
                  </a:lnTo>
                  <a:lnTo>
                    <a:pt x="1989" y="527"/>
                  </a:lnTo>
                  <a:lnTo>
                    <a:pt x="1989" y="527"/>
                  </a:lnTo>
                  <a:lnTo>
                    <a:pt x="1991" y="464"/>
                  </a:lnTo>
                  <a:lnTo>
                    <a:pt x="1991" y="639"/>
                  </a:lnTo>
                  <a:lnTo>
                    <a:pt x="1992" y="595"/>
                  </a:lnTo>
                  <a:lnTo>
                    <a:pt x="1992" y="594"/>
                  </a:lnTo>
                  <a:lnTo>
                    <a:pt x="1992" y="591"/>
                  </a:lnTo>
                  <a:lnTo>
                    <a:pt x="1993" y="639"/>
                  </a:lnTo>
                  <a:lnTo>
                    <a:pt x="1994" y="637"/>
                  </a:lnTo>
                  <a:lnTo>
                    <a:pt x="1994" y="637"/>
                  </a:lnTo>
                  <a:lnTo>
                    <a:pt x="1995" y="639"/>
                  </a:lnTo>
                  <a:lnTo>
                    <a:pt x="1995" y="529"/>
                  </a:lnTo>
                  <a:lnTo>
                    <a:pt x="1995" y="529"/>
                  </a:lnTo>
                  <a:lnTo>
                    <a:pt x="1997" y="378"/>
                  </a:lnTo>
                  <a:lnTo>
                    <a:pt x="1997" y="639"/>
                  </a:lnTo>
                  <a:lnTo>
                    <a:pt x="1998" y="619"/>
                  </a:lnTo>
                  <a:lnTo>
                    <a:pt x="1998" y="619"/>
                  </a:lnTo>
                  <a:lnTo>
                    <a:pt x="1998" y="614"/>
                  </a:lnTo>
                  <a:lnTo>
                    <a:pt x="1998" y="639"/>
                  </a:lnTo>
                  <a:lnTo>
                    <a:pt x="2000" y="637"/>
                  </a:lnTo>
                  <a:lnTo>
                    <a:pt x="2000" y="637"/>
                  </a:lnTo>
                  <a:lnTo>
                    <a:pt x="2001" y="624"/>
                  </a:lnTo>
                  <a:lnTo>
                    <a:pt x="2001" y="624"/>
                  </a:lnTo>
                  <a:lnTo>
                    <a:pt x="2003" y="615"/>
                  </a:lnTo>
                  <a:lnTo>
                    <a:pt x="2003" y="639"/>
                  </a:lnTo>
                  <a:lnTo>
                    <a:pt x="2004" y="637"/>
                  </a:lnTo>
                  <a:lnTo>
                    <a:pt x="2004" y="637"/>
                  </a:lnTo>
                  <a:lnTo>
                    <a:pt x="2006" y="524"/>
                  </a:lnTo>
                  <a:lnTo>
                    <a:pt x="2006" y="639"/>
                  </a:lnTo>
                  <a:lnTo>
                    <a:pt x="2006" y="638"/>
                  </a:lnTo>
                  <a:lnTo>
                    <a:pt x="2006" y="638"/>
                  </a:lnTo>
                  <a:lnTo>
                    <a:pt x="2007" y="639"/>
                  </a:lnTo>
                  <a:lnTo>
                    <a:pt x="2007" y="461"/>
                  </a:lnTo>
                  <a:lnTo>
                    <a:pt x="2007" y="609"/>
                  </a:lnTo>
                  <a:lnTo>
                    <a:pt x="2007" y="609"/>
                  </a:lnTo>
                  <a:lnTo>
                    <a:pt x="2009" y="521"/>
                  </a:lnTo>
                  <a:lnTo>
                    <a:pt x="2009" y="639"/>
                  </a:lnTo>
                  <a:lnTo>
                    <a:pt x="2010" y="625"/>
                  </a:lnTo>
                  <a:lnTo>
                    <a:pt x="2010" y="625"/>
                  </a:lnTo>
                  <a:lnTo>
                    <a:pt x="2010" y="639"/>
                  </a:lnTo>
                  <a:lnTo>
                    <a:pt x="2011" y="610"/>
                  </a:lnTo>
                  <a:lnTo>
                    <a:pt x="2012" y="615"/>
                  </a:lnTo>
                  <a:lnTo>
                    <a:pt x="2012" y="615"/>
                  </a:lnTo>
                  <a:lnTo>
                    <a:pt x="2013" y="543"/>
                  </a:lnTo>
                  <a:lnTo>
                    <a:pt x="2013" y="639"/>
                  </a:lnTo>
                  <a:lnTo>
                    <a:pt x="2013" y="598"/>
                  </a:lnTo>
                  <a:lnTo>
                    <a:pt x="2013" y="598"/>
                  </a:lnTo>
                  <a:lnTo>
                    <a:pt x="2015" y="457"/>
                  </a:lnTo>
                  <a:lnTo>
                    <a:pt x="2015" y="639"/>
                  </a:lnTo>
                  <a:lnTo>
                    <a:pt x="2016" y="615"/>
                  </a:lnTo>
                  <a:lnTo>
                    <a:pt x="2016" y="615"/>
                  </a:lnTo>
                  <a:lnTo>
                    <a:pt x="2016" y="593"/>
                  </a:lnTo>
                  <a:lnTo>
                    <a:pt x="2017" y="639"/>
                  </a:lnTo>
                  <a:lnTo>
                    <a:pt x="2018" y="609"/>
                  </a:lnTo>
                  <a:lnTo>
                    <a:pt x="2018" y="609"/>
                  </a:lnTo>
                  <a:lnTo>
                    <a:pt x="2019" y="583"/>
                  </a:lnTo>
                  <a:lnTo>
                    <a:pt x="2019" y="639"/>
                  </a:lnTo>
                  <a:lnTo>
                    <a:pt x="2019" y="626"/>
                  </a:lnTo>
                  <a:lnTo>
                    <a:pt x="2019" y="626"/>
                  </a:lnTo>
                  <a:lnTo>
                    <a:pt x="2021" y="639"/>
                  </a:lnTo>
                  <a:lnTo>
                    <a:pt x="2022" y="475"/>
                  </a:lnTo>
                  <a:lnTo>
                    <a:pt x="2022" y="475"/>
                  </a:lnTo>
                  <a:lnTo>
                    <a:pt x="2022" y="475"/>
                  </a:lnTo>
                  <a:lnTo>
                    <a:pt x="2022" y="639"/>
                  </a:lnTo>
                  <a:lnTo>
                    <a:pt x="2024" y="638"/>
                  </a:lnTo>
                  <a:lnTo>
                    <a:pt x="2024" y="638"/>
                  </a:lnTo>
                  <a:lnTo>
                    <a:pt x="2025" y="639"/>
                  </a:lnTo>
                  <a:lnTo>
                    <a:pt x="2025" y="562"/>
                  </a:lnTo>
                  <a:lnTo>
                    <a:pt x="2025" y="561"/>
                  </a:lnTo>
                  <a:lnTo>
                    <a:pt x="2027" y="412"/>
                  </a:lnTo>
                  <a:lnTo>
                    <a:pt x="2027" y="639"/>
                  </a:lnTo>
                  <a:lnTo>
                    <a:pt x="2028" y="626"/>
                  </a:lnTo>
                  <a:lnTo>
                    <a:pt x="2028" y="626"/>
                  </a:lnTo>
                  <a:lnTo>
                    <a:pt x="2028" y="576"/>
                  </a:lnTo>
                  <a:lnTo>
                    <a:pt x="2030" y="639"/>
                  </a:lnTo>
                  <a:lnTo>
                    <a:pt x="2030" y="639"/>
                  </a:lnTo>
                  <a:lnTo>
                    <a:pt x="2030" y="639"/>
                  </a:lnTo>
                  <a:lnTo>
                    <a:pt x="2031" y="639"/>
                  </a:lnTo>
                  <a:lnTo>
                    <a:pt x="2031" y="488"/>
                  </a:lnTo>
                  <a:lnTo>
                    <a:pt x="2031" y="639"/>
                  </a:lnTo>
                  <a:lnTo>
                    <a:pt x="2031" y="639"/>
                  </a:lnTo>
                  <a:lnTo>
                    <a:pt x="2033" y="639"/>
                  </a:lnTo>
                  <a:lnTo>
                    <a:pt x="2033" y="468"/>
                  </a:lnTo>
                  <a:lnTo>
                    <a:pt x="2034" y="606"/>
                  </a:lnTo>
                  <a:lnTo>
                    <a:pt x="2034" y="606"/>
                  </a:lnTo>
                  <a:lnTo>
                    <a:pt x="2034" y="559"/>
                  </a:lnTo>
                  <a:lnTo>
                    <a:pt x="2035" y="639"/>
                  </a:lnTo>
                  <a:lnTo>
                    <a:pt x="2036" y="632"/>
                  </a:lnTo>
                  <a:lnTo>
                    <a:pt x="2036" y="632"/>
                  </a:lnTo>
                  <a:lnTo>
                    <a:pt x="2037" y="639"/>
                  </a:lnTo>
                  <a:lnTo>
                    <a:pt x="2037" y="490"/>
                  </a:lnTo>
                  <a:lnTo>
                    <a:pt x="2037" y="639"/>
                  </a:lnTo>
                  <a:lnTo>
                    <a:pt x="2037" y="639"/>
                  </a:lnTo>
                  <a:lnTo>
                    <a:pt x="2039" y="438"/>
                  </a:lnTo>
                  <a:lnTo>
                    <a:pt x="2039" y="639"/>
                  </a:lnTo>
                  <a:lnTo>
                    <a:pt x="2040" y="639"/>
                  </a:lnTo>
                  <a:lnTo>
                    <a:pt x="2040" y="639"/>
                  </a:lnTo>
                  <a:lnTo>
                    <a:pt x="2041" y="544"/>
                  </a:lnTo>
                  <a:lnTo>
                    <a:pt x="2041" y="639"/>
                  </a:lnTo>
                  <a:lnTo>
                    <a:pt x="2042" y="639"/>
                  </a:lnTo>
                  <a:lnTo>
                    <a:pt x="2042" y="639"/>
                  </a:lnTo>
                  <a:lnTo>
                    <a:pt x="2043" y="513"/>
                  </a:lnTo>
                  <a:lnTo>
                    <a:pt x="2043" y="639"/>
                  </a:lnTo>
                  <a:lnTo>
                    <a:pt x="2044" y="575"/>
                  </a:lnTo>
                  <a:lnTo>
                    <a:pt x="2044" y="575"/>
                  </a:lnTo>
                  <a:lnTo>
                    <a:pt x="2044" y="426"/>
                  </a:lnTo>
                  <a:lnTo>
                    <a:pt x="2045" y="639"/>
                  </a:lnTo>
                  <a:lnTo>
                    <a:pt x="2046" y="597"/>
                  </a:lnTo>
                  <a:lnTo>
                    <a:pt x="2046" y="596"/>
                  </a:lnTo>
                  <a:lnTo>
                    <a:pt x="2046" y="558"/>
                  </a:lnTo>
                  <a:lnTo>
                    <a:pt x="2047" y="639"/>
                  </a:lnTo>
                  <a:lnTo>
                    <a:pt x="2048" y="613"/>
                  </a:lnTo>
                  <a:lnTo>
                    <a:pt x="2048" y="613"/>
                  </a:lnTo>
                  <a:lnTo>
                    <a:pt x="2048" y="639"/>
                  </a:lnTo>
                  <a:lnTo>
                    <a:pt x="2050" y="482"/>
                  </a:lnTo>
                  <a:lnTo>
                    <a:pt x="2050" y="639"/>
                  </a:lnTo>
                  <a:lnTo>
                    <a:pt x="2050" y="639"/>
                  </a:lnTo>
                  <a:lnTo>
                    <a:pt x="2051" y="501"/>
                  </a:lnTo>
                  <a:lnTo>
                    <a:pt x="2051" y="639"/>
                  </a:lnTo>
                  <a:lnTo>
                    <a:pt x="2052" y="629"/>
                  </a:lnTo>
                  <a:lnTo>
                    <a:pt x="2052" y="629"/>
                  </a:lnTo>
                  <a:lnTo>
                    <a:pt x="2053" y="556"/>
                  </a:lnTo>
                  <a:lnTo>
                    <a:pt x="2053" y="639"/>
                  </a:lnTo>
                  <a:lnTo>
                    <a:pt x="2054" y="639"/>
                  </a:lnTo>
                  <a:lnTo>
                    <a:pt x="2054" y="639"/>
                  </a:lnTo>
                  <a:lnTo>
                    <a:pt x="2054" y="639"/>
                  </a:lnTo>
                  <a:lnTo>
                    <a:pt x="2056" y="557"/>
                  </a:lnTo>
                  <a:lnTo>
                    <a:pt x="2056" y="638"/>
                  </a:lnTo>
                  <a:lnTo>
                    <a:pt x="2056" y="638"/>
                  </a:lnTo>
                  <a:lnTo>
                    <a:pt x="2056" y="639"/>
                  </a:lnTo>
                  <a:lnTo>
                    <a:pt x="2057" y="533"/>
                  </a:lnTo>
                  <a:lnTo>
                    <a:pt x="2058" y="616"/>
                  </a:lnTo>
                  <a:lnTo>
                    <a:pt x="2058" y="616"/>
                  </a:lnTo>
                  <a:lnTo>
                    <a:pt x="2058" y="454"/>
                  </a:lnTo>
                  <a:lnTo>
                    <a:pt x="2058" y="639"/>
                  </a:lnTo>
                  <a:lnTo>
                    <a:pt x="2060" y="595"/>
                  </a:lnTo>
                  <a:lnTo>
                    <a:pt x="2060" y="595"/>
                  </a:lnTo>
                  <a:lnTo>
                    <a:pt x="2060" y="593"/>
                  </a:lnTo>
                  <a:lnTo>
                    <a:pt x="2060" y="639"/>
                  </a:lnTo>
                  <a:lnTo>
                    <a:pt x="2062" y="598"/>
                  </a:lnTo>
                  <a:lnTo>
                    <a:pt x="2062" y="598"/>
                  </a:lnTo>
                  <a:lnTo>
                    <a:pt x="2062" y="639"/>
                  </a:lnTo>
                  <a:lnTo>
                    <a:pt x="2064" y="544"/>
                  </a:lnTo>
                  <a:lnTo>
                    <a:pt x="2064" y="544"/>
                  </a:lnTo>
                  <a:lnTo>
                    <a:pt x="2064" y="542"/>
                  </a:lnTo>
                  <a:lnTo>
                    <a:pt x="2066" y="639"/>
                  </a:lnTo>
                  <a:lnTo>
                    <a:pt x="2066" y="615"/>
                  </a:lnTo>
                  <a:lnTo>
                    <a:pt x="2066" y="613"/>
                  </a:lnTo>
                  <a:lnTo>
                    <a:pt x="2066" y="476"/>
                  </a:lnTo>
                  <a:lnTo>
                    <a:pt x="2066" y="639"/>
                  </a:lnTo>
                  <a:lnTo>
                    <a:pt x="2068" y="639"/>
                  </a:lnTo>
                  <a:lnTo>
                    <a:pt x="2068" y="639"/>
                  </a:lnTo>
                  <a:lnTo>
                    <a:pt x="2069" y="522"/>
                  </a:lnTo>
                  <a:lnTo>
                    <a:pt x="2069" y="639"/>
                  </a:lnTo>
                  <a:lnTo>
                    <a:pt x="2070" y="578"/>
                  </a:lnTo>
                  <a:lnTo>
                    <a:pt x="2070" y="577"/>
                  </a:lnTo>
                  <a:lnTo>
                    <a:pt x="2072" y="491"/>
                  </a:lnTo>
                  <a:lnTo>
                    <a:pt x="2072" y="639"/>
                  </a:lnTo>
                  <a:lnTo>
                    <a:pt x="2072" y="639"/>
                  </a:lnTo>
                  <a:lnTo>
                    <a:pt x="2072" y="639"/>
                  </a:lnTo>
                  <a:lnTo>
                    <a:pt x="2073" y="639"/>
                  </a:lnTo>
                  <a:lnTo>
                    <a:pt x="2074" y="608"/>
                  </a:lnTo>
                  <a:lnTo>
                    <a:pt x="2074" y="608"/>
                  </a:lnTo>
                  <a:lnTo>
                    <a:pt x="2074" y="639"/>
                  </a:lnTo>
                  <a:lnTo>
                    <a:pt x="2075" y="534"/>
                  </a:lnTo>
                  <a:lnTo>
                    <a:pt x="2076" y="638"/>
                  </a:lnTo>
                  <a:lnTo>
                    <a:pt x="2076" y="638"/>
                  </a:lnTo>
                  <a:lnTo>
                    <a:pt x="2077" y="451"/>
                  </a:lnTo>
                  <a:lnTo>
                    <a:pt x="2077" y="639"/>
                  </a:lnTo>
                  <a:lnTo>
                    <a:pt x="2078" y="601"/>
                  </a:lnTo>
                  <a:lnTo>
                    <a:pt x="2078" y="604"/>
                  </a:lnTo>
                  <a:lnTo>
                    <a:pt x="2078" y="639"/>
                  </a:lnTo>
                  <a:lnTo>
                    <a:pt x="2079" y="539"/>
                  </a:lnTo>
                  <a:lnTo>
                    <a:pt x="2080" y="633"/>
                  </a:lnTo>
                  <a:lnTo>
                    <a:pt x="2080" y="633"/>
                  </a:lnTo>
                  <a:lnTo>
                    <a:pt x="2081" y="557"/>
                  </a:lnTo>
                  <a:lnTo>
                    <a:pt x="2081" y="639"/>
                  </a:lnTo>
                  <a:lnTo>
                    <a:pt x="2082" y="566"/>
                  </a:lnTo>
                  <a:lnTo>
                    <a:pt x="2082" y="565"/>
                  </a:lnTo>
                  <a:lnTo>
                    <a:pt x="2083" y="430"/>
                  </a:lnTo>
                  <a:lnTo>
                    <a:pt x="2083" y="639"/>
                  </a:lnTo>
                  <a:lnTo>
                    <a:pt x="2084" y="598"/>
                  </a:lnTo>
                  <a:lnTo>
                    <a:pt x="2084" y="598"/>
                  </a:lnTo>
                  <a:lnTo>
                    <a:pt x="2084" y="585"/>
                  </a:lnTo>
                  <a:lnTo>
                    <a:pt x="2086" y="639"/>
                  </a:lnTo>
                  <a:lnTo>
                    <a:pt x="2086" y="639"/>
                  </a:lnTo>
                  <a:lnTo>
                    <a:pt x="2086" y="639"/>
                  </a:lnTo>
                  <a:lnTo>
                    <a:pt x="2087" y="639"/>
                  </a:lnTo>
                  <a:lnTo>
                    <a:pt x="2088" y="629"/>
                  </a:lnTo>
                  <a:lnTo>
                    <a:pt x="2088" y="629"/>
                  </a:lnTo>
                  <a:lnTo>
                    <a:pt x="2088" y="639"/>
                  </a:lnTo>
                  <a:lnTo>
                    <a:pt x="2090" y="562"/>
                  </a:lnTo>
                  <a:lnTo>
                    <a:pt x="2090" y="562"/>
                  </a:lnTo>
                  <a:lnTo>
                    <a:pt x="2090" y="530"/>
                  </a:lnTo>
                  <a:lnTo>
                    <a:pt x="2090" y="639"/>
                  </a:lnTo>
                  <a:lnTo>
                    <a:pt x="2092" y="530"/>
                  </a:lnTo>
                  <a:lnTo>
                    <a:pt x="2092" y="526"/>
                  </a:lnTo>
                  <a:lnTo>
                    <a:pt x="2092" y="452"/>
                  </a:lnTo>
                  <a:lnTo>
                    <a:pt x="2092" y="639"/>
                  </a:lnTo>
                  <a:lnTo>
                    <a:pt x="2094" y="639"/>
                  </a:lnTo>
                  <a:lnTo>
                    <a:pt x="2094" y="639"/>
                  </a:lnTo>
                  <a:lnTo>
                    <a:pt x="2095" y="639"/>
                  </a:lnTo>
                  <a:lnTo>
                    <a:pt x="2096" y="560"/>
                  </a:lnTo>
                  <a:lnTo>
                    <a:pt x="2096" y="627"/>
                  </a:lnTo>
                  <a:lnTo>
                    <a:pt x="2096" y="627"/>
                  </a:lnTo>
                  <a:lnTo>
                    <a:pt x="2096" y="639"/>
                  </a:lnTo>
                  <a:lnTo>
                    <a:pt x="2098" y="498"/>
                  </a:lnTo>
                  <a:lnTo>
                    <a:pt x="2098" y="498"/>
                  </a:lnTo>
                  <a:lnTo>
                    <a:pt x="2099" y="423"/>
                  </a:lnTo>
                  <a:lnTo>
                    <a:pt x="2099" y="639"/>
                  </a:lnTo>
                  <a:lnTo>
                    <a:pt x="2100" y="637"/>
                  </a:lnTo>
                  <a:lnTo>
                    <a:pt x="2100" y="637"/>
                  </a:lnTo>
                  <a:lnTo>
                    <a:pt x="2101" y="569"/>
                  </a:lnTo>
                  <a:lnTo>
                    <a:pt x="2101" y="639"/>
                  </a:lnTo>
                  <a:lnTo>
                    <a:pt x="2102" y="602"/>
                  </a:lnTo>
                  <a:lnTo>
                    <a:pt x="2102" y="602"/>
                  </a:lnTo>
                  <a:lnTo>
                    <a:pt x="2103" y="552"/>
                  </a:lnTo>
                  <a:lnTo>
                    <a:pt x="2103" y="639"/>
                  </a:lnTo>
                  <a:lnTo>
                    <a:pt x="2104" y="628"/>
                  </a:lnTo>
                  <a:lnTo>
                    <a:pt x="2104" y="627"/>
                  </a:lnTo>
                  <a:lnTo>
                    <a:pt x="2105" y="432"/>
                  </a:lnTo>
                  <a:lnTo>
                    <a:pt x="2106" y="639"/>
                  </a:lnTo>
                  <a:lnTo>
                    <a:pt x="2106" y="639"/>
                  </a:lnTo>
                  <a:lnTo>
                    <a:pt x="2106" y="639"/>
                  </a:lnTo>
                  <a:lnTo>
                    <a:pt x="2107" y="639"/>
                  </a:lnTo>
                  <a:lnTo>
                    <a:pt x="2107" y="596"/>
                  </a:lnTo>
                  <a:lnTo>
                    <a:pt x="2108" y="639"/>
                  </a:lnTo>
                  <a:lnTo>
                    <a:pt x="2108" y="639"/>
                  </a:lnTo>
                  <a:lnTo>
                    <a:pt x="2109" y="589"/>
                  </a:lnTo>
                  <a:lnTo>
                    <a:pt x="2109" y="639"/>
                  </a:lnTo>
                  <a:lnTo>
                    <a:pt x="2110" y="638"/>
                  </a:lnTo>
                  <a:lnTo>
                    <a:pt x="2110" y="638"/>
                  </a:lnTo>
                  <a:lnTo>
                    <a:pt x="2112" y="538"/>
                  </a:lnTo>
                  <a:lnTo>
                    <a:pt x="2112" y="538"/>
                  </a:lnTo>
                  <a:lnTo>
                    <a:pt x="2113" y="451"/>
                  </a:lnTo>
                  <a:lnTo>
                    <a:pt x="2113" y="639"/>
                  </a:lnTo>
                  <a:lnTo>
                    <a:pt x="2114" y="639"/>
                  </a:lnTo>
                  <a:lnTo>
                    <a:pt x="2114" y="639"/>
                  </a:lnTo>
                  <a:lnTo>
                    <a:pt x="2114" y="444"/>
                  </a:lnTo>
                  <a:lnTo>
                    <a:pt x="2114" y="639"/>
                  </a:lnTo>
                  <a:lnTo>
                    <a:pt x="2116" y="639"/>
                  </a:lnTo>
                  <a:lnTo>
                    <a:pt x="2116" y="639"/>
                  </a:lnTo>
                  <a:lnTo>
                    <a:pt x="2116" y="639"/>
                  </a:lnTo>
                  <a:lnTo>
                    <a:pt x="2118" y="592"/>
                  </a:lnTo>
                  <a:lnTo>
                    <a:pt x="2118" y="639"/>
                  </a:lnTo>
                  <a:lnTo>
                    <a:pt x="2118" y="639"/>
                  </a:lnTo>
                  <a:lnTo>
                    <a:pt x="2119" y="454"/>
                  </a:lnTo>
                  <a:lnTo>
                    <a:pt x="2120" y="639"/>
                  </a:lnTo>
                  <a:lnTo>
                    <a:pt x="2120" y="639"/>
                  </a:lnTo>
                  <a:lnTo>
                    <a:pt x="2120" y="639"/>
                  </a:lnTo>
                  <a:lnTo>
                    <a:pt x="2120" y="639"/>
                  </a:lnTo>
                  <a:lnTo>
                    <a:pt x="2120" y="472"/>
                  </a:lnTo>
                  <a:lnTo>
                    <a:pt x="2122" y="639"/>
                  </a:lnTo>
                  <a:lnTo>
                    <a:pt x="2122" y="639"/>
                  </a:lnTo>
                  <a:lnTo>
                    <a:pt x="2122" y="639"/>
                  </a:lnTo>
                  <a:lnTo>
                    <a:pt x="2123" y="581"/>
                  </a:lnTo>
                  <a:lnTo>
                    <a:pt x="2124" y="628"/>
                  </a:lnTo>
                  <a:lnTo>
                    <a:pt x="2124" y="628"/>
                  </a:lnTo>
                  <a:lnTo>
                    <a:pt x="2125" y="577"/>
                  </a:lnTo>
                  <a:lnTo>
                    <a:pt x="2125" y="639"/>
                  </a:lnTo>
                  <a:lnTo>
                    <a:pt x="2126" y="591"/>
                  </a:lnTo>
                  <a:lnTo>
                    <a:pt x="2126" y="591"/>
                  </a:lnTo>
                  <a:lnTo>
                    <a:pt x="2128" y="639"/>
                  </a:lnTo>
                  <a:lnTo>
                    <a:pt x="2128" y="485"/>
                  </a:lnTo>
                  <a:lnTo>
                    <a:pt x="2128" y="481"/>
                  </a:lnTo>
                  <a:lnTo>
                    <a:pt x="2128" y="432"/>
                  </a:lnTo>
                  <a:lnTo>
                    <a:pt x="2128" y="639"/>
                  </a:lnTo>
                  <a:lnTo>
                    <a:pt x="2130" y="590"/>
                  </a:lnTo>
                  <a:lnTo>
                    <a:pt x="2130" y="590"/>
                  </a:lnTo>
                  <a:lnTo>
                    <a:pt x="2131" y="579"/>
                  </a:lnTo>
                  <a:lnTo>
                    <a:pt x="2131" y="639"/>
                  </a:lnTo>
                  <a:lnTo>
                    <a:pt x="2132" y="591"/>
                  </a:lnTo>
                  <a:lnTo>
                    <a:pt x="2132" y="591"/>
                  </a:lnTo>
                  <a:lnTo>
                    <a:pt x="2132" y="639"/>
                  </a:lnTo>
                  <a:lnTo>
                    <a:pt x="2133" y="432"/>
                  </a:lnTo>
                  <a:lnTo>
                    <a:pt x="2134" y="464"/>
                  </a:lnTo>
                  <a:lnTo>
                    <a:pt x="2134" y="463"/>
                  </a:lnTo>
                  <a:lnTo>
                    <a:pt x="2134" y="433"/>
                  </a:lnTo>
                  <a:lnTo>
                    <a:pt x="2134" y="639"/>
                  </a:lnTo>
                  <a:lnTo>
                    <a:pt x="2136" y="635"/>
                  </a:lnTo>
                  <a:lnTo>
                    <a:pt x="2136" y="635"/>
                  </a:lnTo>
                  <a:lnTo>
                    <a:pt x="2136" y="609"/>
                  </a:lnTo>
                  <a:lnTo>
                    <a:pt x="2137" y="639"/>
                  </a:lnTo>
                  <a:lnTo>
                    <a:pt x="2138" y="639"/>
                  </a:lnTo>
                  <a:lnTo>
                    <a:pt x="2138" y="639"/>
                  </a:lnTo>
                  <a:lnTo>
                    <a:pt x="2139" y="597"/>
                  </a:lnTo>
                  <a:lnTo>
                    <a:pt x="2139" y="639"/>
                  </a:lnTo>
                  <a:lnTo>
                    <a:pt x="2140" y="639"/>
                  </a:lnTo>
                  <a:lnTo>
                    <a:pt x="2140" y="638"/>
                  </a:lnTo>
                  <a:lnTo>
                    <a:pt x="2140" y="639"/>
                  </a:lnTo>
                  <a:lnTo>
                    <a:pt x="2142" y="410"/>
                  </a:lnTo>
                  <a:lnTo>
                    <a:pt x="2142" y="605"/>
                  </a:lnTo>
                  <a:lnTo>
                    <a:pt x="2142" y="612"/>
                  </a:lnTo>
                  <a:lnTo>
                    <a:pt x="2142" y="639"/>
                  </a:lnTo>
                  <a:lnTo>
                    <a:pt x="2143" y="572"/>
                  </a:lnTo>
                  <a:lnTo>
                    <a:pt x="2144" y="639"/>
                  </a:lnTo>
                  <a:lnTo>
                    <a:pt x="2144" y="639"/>
                  </a:lnTo>
                  <a:lnTo>
                    <a:pt x="2145" y="639"/>
                  </a:lnTo>
                  <a:lnTo>
                    <a:pt x="2145" y="589"/>
                  </a:lnTo>
                  <a:lnTo>
                    <a:pt x="2146" y="624"/>
                  </a:lnTo>
                  <a:lnTo>
                    <a:pt x="2146" y="624"/>
                  </a:lnTo>
                  <a:lnTo>
                    <a:pt x="2147" y="515"/>
                  </a:lnTo>
                  <a:lnTo>
                    <a:pt x="2147" y="639"/>
                  </a:lnTo>
                  <a:lnTo>
                    <a:pt x="2148" y="632"/>
                  </a:lnTo>
                  <a:lnTo>
                    <a:pt x="2148" y="632"/>
                  </a:lnTo>
                  <a:lnTo>
                    <a:pt x="2148" y="639"/>
                  </a:lnTo>
                  <a:lnTo>
                    <a:pt x="2149" y="528"/>
                  </a:lnTo>
                  <a:lnTo>
                    <a:pt x="2150" y="586"/>
                  </a:lnTo>
                  <a:lnTo>
                    <a:pt x="2150" y="586"/>
                  </a:lnTo>
                  <a:lnTo>
                    <a:pt x="2150" y="639"/>
                  </a:lnTo>
                  <a:lnTo>
                    <a:pt x="2152" y="563"/>
                  </a:lnTo>
                  <a:lnTo>
                    <a:pt x="2152" y="632"/>
                  </a:lnTo>
                  <a:lnTo>
                    <a:pt x="2152" y="633"/>
                  </a:lnTo>
                  <a:lnTo>
                    <a:pt x="2153" y="639"/>
                  </a:lnTo>
                  <a:lnTo>
                    <a:pt x="2154" y="468"/>
                  </a:lnTo>
                  <a:lnTo>
                    <a:pt x="2154" y="638"/>
                  </a:lnTo>
                  <a:lnTo>
                    <a:pt x="2154" y="638"/>
                  </a:lnTo>
                  <a:lnTo>
                    <a:pt x="2155" y="463"/>
                  </a:lnTo>
                  <a:lnTo>
                    <a:pt x="2155" y="639"/>
                  </a:lnTo>
                  <a:lnTo>
                    <a:pt x="2156" y="565"/>
                  </a:lnTo>
                  <a:lnTo>
                    <a:pt x="2156" y="565"/>
                  </a:lnTo>
                  <a:lnTo>
                    <a:pt x="2156" y="557"/>
                  </a:lnTo>
                  <a:lnTo>
                    <a:pt x="2157" y="639"/>
                  </a:lnTo>
                  <a:lnTo>
                    <a:pt x="2158" y="594"/>
                  </a:lnTo>
                  <a:lnTo>
                    <a:pt x="2158" y="594"/>
                  </a:lnTo>
                  <a:lnTo>
                    <a:pt x="2160" y="414"/>
                  </a:lnTo>
                  <a:lnTo>
                    <a:pt x="2160" y="639"/>
                  </a:lnTo>
                  <a:lnTo>
                    <a:pt x="2160" y="622"/>
                  </a:lnTo>
                  <a:lnTo>
                    <a:pt x="2160" y="622"/>
                  </a:lnTo>
                  <a:lnTo>
                    <a:pt x="2161" y="601"/>
                  </a:lnTo>
                  <a:lnTo>
                    <a:pt x="2162" y="639"/>
                  </a:lnTo>
                  <a:lnTo>
                    <a:pt x="2162" y="619"/>
                  </a:lnTo>
                  <a:lnTo>
                    <a:pt x="2162" y="619"/>
                  </a:lnTo>
                  <a:lnTo>
                    <a:pt x="2162" y="560"/>
                  </a:lnTo>
                  <a:lnTo>
                    <a:pt x="2163" y="639"/>
                  </a:lnTo>
                  <a:lnTo>
                    <a:pt x="2164" y="563"/>
                  </a:lnTo>
                  <a:lnTo>
                    <a:pt x="2164" y="563"/>
                  </a:lnTo>
                  <a:lnTo>
                    <a:pt x="2165" y="639"/>
                  </a:lnTo>
                  <a:lnTo>
                    <a:pt x="2166" y="427"/>
                  </a:lnTo>
                  <a:lnTo>
                    <a:pt x="2166" y="639"/>
                  </a:lnTo>
                  <a:lnTo>
                    <a:pt x="2166" y="639"/>
                  </a:lnTo>
                  <a:lnTo>
                    <a:pt x="2166" y="639"/>
                  </a:lnTo>
                  <a:lnTo>
                    <a:pt x="2167" y="594"/>
                  </a:lnTo>
                  <a:lnTo>
                    <a:pt x="2168" y="634"/>
                  </a:lnTo>
                  <a:lnTo>
                    <a:pt x="2168" y="634"/>
                  </a:lnTo>
                  <a:lnTo>
                    <a:pt x="2169" y="639"/>
                  </a:lnTo>
                  <a:lnTo>
                    <a:pt x="2170" y="488"/>
                  </a:lnTo>
                  <a:lnTo>
                    <a:pt x="2170" y="488"/>
                  </a:lnTo>
                  <a:lnTo>
                    <a:pt x="2170" y="481"/>
                  </a:lnTo>
                  <a:lnTo>
                    <a:pt x="2171" y="639"/>
                  </a:lnTo>
                  <a:lnTo>
                    <a:pt x="2172" y="594"/>
                  </a:lnTo>
                  <a:lnTo>
                    <a:pt x="2172" y="594"/>
                  </a:lnTo>
                  <a:lnTo>
                    <a:pt x="2173" y="574"/>
                  </a:lnTo>
                  <a:lnTo>
                    <a:pt x="2173" y="639"/>
                  </a:lnTo>
                  <a:lnTo>
                    <a:pt x="2174" y="639"/>
                  </a:lnTo>
                  <a:lnTo>
                    <a:pt x="2174" y="639"/>
                  </a:lnTo>
                  <a:lnTo>
                    <a:pt x="2174" y="639"/>
                  </a:lnTo>
                  <a:lnTo>
                    <a:pt x="2176" y="573"/>
                  </a:lnTo>
                  <a:lnTo>
                    <a:pt x="2176" y="586"/>
                  </a:lnTo>
                  <a:lnTo>
                    <a:pt x="2176" y="589"/>
                  </a:lnTo>
                  <a:lnTo>
                    <a:pt x="2178" y="398"/>
                  </a:lnTo>
                  <a:lnTo>
                    <a:pt x="2178" y="639"/>
                  </a:lnTo>
                  <a:lnTo>
                    <a:pt x="2178" y="635"/>
                  </a:lnTo>
                  <a:lnTo>
                    <a:pt x="2178" y="635"/>
                  </a:lnTo>
                  <a:lnTo>
                    <a:pt x="2178" y="582"/>
                  </a:lnTo>
                  <a:lnTo>
                    <a:pt x="2179" y="639"/>
                  </a:lnTo>
                  <a:lnTo>
                    <a:pt x="2180" y="638"/>
                  </a:lnTo>
                  <a:lnTo>
                    <a:pt x="2180" y="638"/>
                  </a:lnTo>
                  <a:lnTo>
                    <a:pt x="2181" y="578"/>
                  </a:lnTo>
                  <a:lnTo>
                    <a:pt x="2181" y="639"/>
                  </a:lnTo>
                  <a:lnTo>
                    <a:pt x="2182" y="589"/>
                  </a:lnTo>
                  <a:lnTo>
                    <a:pt x="2182" y="589"/>
                  </a:lnTo>
                  <a:lnTo>
                    <a:pt x="2182" y="639"/>
                  </a:lnTo>
                  <a:lnTo>
                    <a:pt x="2184" y="503"/>
                  </a:lnTo>
                  <a:lnTo>
                    <a:pt x="2184" y="638"/>
                  </a:lnTo>
                  <a:lnTo>
                    <a:pt x="2184" y="638"/>
                  </a:lnTo>
                  <a:lnTo>
                    <a:pt x="2186" y="576"/>
                  </a:lnTo>
                  <a:lnTo>
                    <a:pt x="2186" y="639"/>
                  </a:lnTo>
                  <a:lnTo>
                    <a:pt x="2186" y="639"/>
                  </a:lnTo>
                  <a:lnTo>
                    <a:pt x="2186" y="639"/>
                  </a:lnTo>
                  <a:lnTo>
                    <a:pt x="2186" y="639"/>
                  </a:lnTo>
                  <a:lnTo>
                    <a:pt x="2188" y="574"/>
                  </a:lnTo>
                  <a:lnTo>
                    <a:pt x="2188" y="574"/>
                  </a:lnTo>
                  <a:lnTo>
                    <a:pt x="2189" y="639"/>
                  </a:lnTo>
                  <a:lnTo>
                    <a:pt x="2189" y="506"/>
                  </a:lnTo>
                  <a:lnTo>
                    <a:pt x="2190" y="639"/>
                  </a:lnTo>
                  <a:lnTo>
                    <a:pt x="2190" y="639"/>
                  </a:lnTo>
                  <a:lnTo>
                    <a:pt x="2190" y="442"/>
                  </a:lnTo>
                  <a:lnTo>
                    <a:pt x="2191" y="639"/>
                  </a:lnTo>
                  <a:lnTo>
                    <a:pt x="2192" y="609"/>
                  </a:lnTo>
                  <a:lnTo>
                    <a:pt x="2192" y="609"/>
                  </a:lnTo>
                  <a:lnTo>
                    <a:pt x="2192" y="584"/>
                  </a:lnTo>
                  <a:lnTo>
                    <a:pt x="2193" y="639"/>
                  </a:lnTo>
                  <a:lnTo>
                    <a:pt x="2194" y="609"/>
                  </a:lnTo>
                  <a:lnTo>
                    <a:pt x="2194" y="610"/>
                  </a:lnTo>
                  <a:lnTo>
                    <a:pt x="2194" y="639"/>
                  </a:lnTo>
                  <a:lnTo>
                    <a:pt x="2196" y="475"/>
                  </a:lnTo>
                  <a:lnTo>
                    <a:pt x="2196" y="474"/>
                  </a:lnTo>
                  <a:lnTo>
                    <a:pt x="2196" y="462"/>
                  </a:lnTo>
                  <a:lnTo>
                    <a:pt x="2197" y="639"/>
                  </a:lnTo>
                  <a:lnTo>
                    <a:pt x="2198" y="635"/>
                  </a:lnTo>
                  <a:lnTo>
                    <a:pt x="2198" y="635"/>
                  </a:lnTo>
                  <a:lnTo>
                    <a:pt x="2199" y="600"/>
                  </a:lnTo>
                  <a:lnTo>
                    <a:pt x="2199" y="639"/>
                  </a:lnTo>
                  <a:lnTo>
                    <a:pt x="2200" y="636"/>
                  </a:lnTo>
                  <a:lnTo>
                    <a:pt x="2200" y="636"/>
                  </a:lnTo>
                  <a:lnTo>
                    <a:pt x="2201" y="583"/>
                  </a:lnTo>
                  <a:lnTo>
                    <a:pt x="2201" y="639"/>
                  </a:lnTo>
                  <a:lnTo>
                    <a:pt x="2202" y="592"/>
                  </a:lnTo>
                  <a:lnTo>
                    <a:pt x="2202" y="592"/>
                  </a:lnTo>
                  <a:lnTo>
                    <a:pt x="2202" y="562"/>
                  </a:lnTo>
                  <a:lnTo>
                    <a:pt x="2203" y="639"/>
                  </a:lnTo>
                  <a:lnTo>
                    <a:pt x="2204" y="588"/>
                  </a:lnTo>
                  <a:lnTo>
                    <a:pt x="2204" y="588"/>
                  </a:lnTo>
                  <a:lnTo>
                    <a:pt x="2205" y="639"/>
                  </a:lnTo>
                  <a:lnTo>
                    <a:pt x="2205" y="435"/>
                  </a:lnTo>
                  <a:lnTo>
                    <a:pt x="2206" y="616"/>
                  </a:lnTo>
                  <a:lnTo>
                    <a:pt x="2206" y="616"/>
                  </a:lnTo>
                  <a:lnTo>
                    <a:pt x="2206" y="639"/>
                  </a:lnTo>
                  <a:lnTo>
                    <a:pt x="2207" y="568"/>
                  </a:lnTo>
                  <a:lnTo>
                    <a:pt x="2208" y="603"/>
                  </a:lnTo>
                  <a:lnTo>
                    <a:pt x="2208" y="603"/>
                  </a:lnTo>
                  <a:lnTo>
                    <a:pt x="2209" y="584"/>
                  </a:lnTo>
                  <a:lnTo>
                    <a:pt x="2209" y="639"/>
                  </a:lnTo>
                  <a:lnTo>
                    <a:pt x="2210" y="620"/>
                  </a:lnTo>
                  <a:lnTo>
                    <a:pt x="2210" y="619"/>
                  </a:lnTo>
                  <a:lnTo>
                    <a:pt x="2212" y="449"/>
                  </a:lnTo>
                  <a:lnTo>
                    <a:pt x="2212" y="639"/>
                  </a:lnTo>
                  <a:lnTo>
                    <a:pt x="2212" y="638"/>
                  </a:lnTo>
                  <a:lnTo>
                    <a:pt x="2212" y="638"/>
                  </a:lnTo>
                  <a:lnTo>
                    <a:pt x="2213" y="462"/>
                  </a:lnTo>
                  <a:lnTo>
                    <a:pt x="2213" y="639"/>
                  </a:lnTo>
                  <a:lnTo>
                    <a:pt x="2214" y="602"/>
                  </a:lnTo>
                  <a:lnTo>
                    <a:pt x="2214" y="602"/>
                  </a:lnTo>
                  <a:lnTo>
                    <a:pt x="2214" y="601"/>
                  </a:lnTo>
                  <a:lnTo>
                    <a:pt x="2216" y="639"/>
                  </a:lnTo>
                  <a:lnTo>
                    <a:pt x="2216" y="639"/>
                  </a:lnTo>
                  <a:lnTo>
                    <a:pt x="2216" y="639"/>
                  </a:lnTo>
                  <a:lnTo>
                    <a:pt x="2216" y="639"/>
                  </a:lnTo>
                  <a:lnTo>
                    <a:pt x="2217" y="562"/>
                  </a:lnTo>
                  <a:lnTo>
                    <a:pt x="2218" y="613"/>
                  </a:lnTo>
                  <a:lnTo>
                    <a:pt x="2218" y="613"/>
                  </a:lnTo>
                  <a:lnTo>
                    <a:pt x="2219" y="548"/>
                  </a:lnTo>
                  <a:lnTo>
                    <a:pt x="2219" y="639"/>
                  </a:lnTo>
                  <a:lnTo>
                    <a:pt x="2220" y="611"/>
                  </a:lnTo>
                  <a:lnTo>
                    <a:pt x="2220" y="611"/>
                  </a:lnTo>
                  <a:lnTo>
                    <a:pt x="2221" y="499"/>
                  </a:lnTo>
                  <a:lnTo>
                    <a:pt x="2222" y="639"/>
                  </a:lnTo>
                  <a:lnTo>
                    <a:pt x="2222" y="639"/>
                  </a:lnTo>
                  <a:lnTo>
                    <a:pt x="2222" y="639"/>
                  </a:lnTo>
                  <a:lnTo>
                    <a:pt x="2222" y="532"/>
                  </a:lnTo>
                  <a:lnTo>
                    <a:pt x="2222" y="639"/>
                  </a:lnTo>
                  <a:lnTo>
                    <a:pt x="2224" y="555"/>
                  </a:lnTo>
                  <a:lnTo>
                    <a:pt x="2224" y="555"/>
                  </a:lnTo>
                  <a:lnTo>
                    <a:pt x="2224" y="554"/>
                  </a:lnTo>
                  <a:lnTo>
                    <a:pt x="2225" y="639"/>
                  </a:lnTo>
                  <a:lnTo>
                    <a:pt x="2226" y="612"/>
                  </a:lnTo>
                  <a:lnTo>
                    <a:pt x="2226" y="611"/>
                  </a:lnTo>
                  <a:lnTo>
                    <a:pt x="2228" y="563"/>
                  </a:lnTo>
                  <a:lnTo>
                    <a:pt x="2228" y="639"/>
                  </a:lnTo>
                  <a:lnTo>
                    <a:pt x="2228" y="626"/>
                  </a:lnTo>
                  <a:lnTo>
                    <a:pt x="2228" y="625"/>
                  </a:lnTo>
                  <a:lnTo>
                    <a:pt x="2229" y="639"/>
                  </a:lnTo>
                  <a:lnTo>
                    <a:pt x="2230" y="420"/>
                  </a:lnTo>
                  <a:lnTo>
                    <a:pt x="2230" y="420"/>
                  </a:lnTo>
                  <a:lnTo>
                    <a:pt x="2230" y="404"/>
                  </a:lnTo>
                  <a:lnTo>
                    <a:pt x="2231" y="639"/>
                  </a:lnTo>
                  <a:lnTo>
                    <a:pt x="2232" y="616"/>
                  </a:lnTo>
                  <a:lnTo>
                    <a:pt x="2232" y="616"/>
                  </a:lnTo>
                  <a:lnTo>
                    <a:pt x="2232" y="639"/>
                  </a:lnTo>
                  <a:lnTo>
                    <a:pt x="2234" y="574"/>
                  </a:lnTo>
                  <a:lnTo>
                    <a:pt x="2234" y="574"/>
                  </a:lnTo>
                  <a:lnTo>
                    <a:pt x="2236" y="495"/>
                  </a:lnTo>
                  <a:lnTo>
                    <a:pt x="2236" y="639"/>
                  </a:lnTo>
                  <a:lnTo>
                    <a:pt x="2236" y="621"/>
                  </a:lnTo>
                  <a:lnTo>
                    <a:pt x="2236" y="621"/>
                  </a:lnTo>
                  <a:lnTo>
                    <a:pt x="2237" y="639"/>
                  </a:lnTo>
                  <a:lnTo>
                    <a:pt x="2237" y="532"/>
                  </a:lnTo>
                  <a:lnTo>
                    <a:pt x="2238" y="604"/>
                  </a:lnTo>
                  <a:lnTo>
                    <a:pt x="2238" y="604"/>
                  </a:lnTo>
                  <a:lnTo>
                    <a:pt x="2238" y="581"/>
                  </a:lnTo>
                  <a:lnTo>
                    <a:pt x="2240" y="639"/>
                  </a:lnTo>
                  <a:lnTo>
                    <a:pt x="2240" y="639"/>
                  </a:lnTo>
                  <a:lnTo>
                    <a:pt x="2240" y="639"/>
                  </a:lnTo>
                  <a:lnTo>
                    <a:pt x="2240" y="639"/>
                  </a:lnTo>
                  <a:lnTo>
                    <a:pt x="2242" y="556"/>
                  </a:lnTo>
                  <a:lnTo>
                    <a:pt x="2242" y="617"/>
                  </a:lnTo>
                  <a:lnTo>
                    <a:pt x="2242" y="616"/>
                  </a:lnTo>
                  <a:lnTo>
                    <a:pt x="2242" y="639"/>
                  </a:lnTo>
                  <a:lnTo>
                    <a:pt x="2244" y="463"/>
                  </a:lnTo>
                  <a:lnTo>
                    <a:pt x="2244" y="636"/>
                  </a:lnTo>
                  <a:lnTo>
                    <a:pt x="2244" y="636"/>
                  </a:lnTo>
                  <a:lnTo>
                    <a:pt x="2245" y="572"/>
                  </a:lnTo>
                  <a:lnTo>
                    <a:pt x="2246" y="639"/>
                  </a:lnTo>
                  <a:lnTo>
                    <a:pt x="2246" y="638"/>
                  </a:lnTo>
                  <a:lnTo>
                    <a:pt x="2246" y="638"/>
                  </a:lnTo>
                  <a:lnTo>
                    <a:pt x="2246" y="639"/>
                  </a:lnTo>
                  <a:lnTo>
                    <a:pt x="2248" y="533"/>
                  </a:lnTo>
                  <a:lnTo>
                    <a:pt x="2248" y="639"/>
                  </a:lnTo>
                  <a:lnTo>
                    <a:pt x="2248" y="639"/>
                  </a:lnTo>
                  <a:lnTo>
                    <a:pt x="2248" y="639"/>
                  </a:lnTo>
                  <a:lnTo>
                    <a:pt x="2249" y="465"/>
                  </a:lnTo>
                  <a:lnTo>
                    <a:pt x="2250" y="602"/>
                  </a:lnTo>
                  <a:lnTo>
                    <a:pt x="2250" y="602"/>
                  </a:lnTo>
                  <a:lnTo>
                    <a:pt x="2251" y="639"/>
                  </a:lnTo>
                  <a:lnTo>
                    <a:pt x="2252" y="591"/>
                  </a:lnTo>
                  <a:lnTo>
                    <a:pt x="2252" y="638"/>
                  </a:lnTo>
                  <a:lnTo>
                    <a:pt x="2252" y="638"/>
                  </a:lnTo>
                  <a:lnTo>
                    <a:pt x="2253" y="563"/>
                  </a:lnTo>
                  <a:lnTo>
                    <a:pt x="2253" y="639"/>
                  </a:lnTo>
                  <a:lnTo>
                    <a:pt x="2254" y="593"/>
                  </a:lnTo>
                  <a:lnTo>
                    <a:pt x="2254" y="592"/>
                  </a:lnTo>
                  <a:lnTo>
                    <a:pt x="2255" y="429"/>
                  </a:lnTo>
                  <a:lnTo>
                    <a:pt x="2256" y="639"/>
                  </a:lnTo>
                  <a:lnTo>
                    <a:pt x="2256" y="639"/>
                  </a:lnTo>
                  <a:lnTo>
                    <a:pt x="2256" y="639"/>
                  </a:lnTo>
                  <a:lnTo>
                    <a:pt x="2256" y="639"/>
                  </a:lnTo>
                  <a:lnTo>
                    <a:pt x="2258" y="590"/>
                  </a:lnTo>
                  <a:lnTo>
                    <a:pt x="2258" y="604"/>
                  </a:lnTo>
                  <a:lnTo>
                    <a:pt x="2258" y="606"/>
                  </a:lnTo>
                  <a:lnTo>
                    <a:pt x="2259" y="512"/>
                  </a:lnTo>
                  <a:lnTo>
                    <a:pt x="2260" y="639"/>
                  </a:lnTo>
                  <a:lnTo>
                    <a:pt x="2260" y="532"/>
                  </a:lnTo>
                  <a:lnTo>
                    <a:pt x="2260" y="536"/>
                  </a:lnTo>
                  <a:lnTo>
                    <a:pt x="2261" y="639"/>
                  </a:lnTo>
                  <a:lnTo>
                    <a:pt x="2262" y="592"/>
                  </a:lnTo>
                  <a:lnTo>
                    <a:pt x="2262" y="592"/>
                  </a:lnTo>
                  <a:lnTo>
                    <a:pt x="2263" y="639"/>
                  </a:lnTo>
                  <a:lnTo>
                    <a:pt x="2264" y="560"/>
                  </a:lnTo>
                  <a:lnTo>
                    <a:pt x="2264" y="604"/>
                  </a:lnTo>
                  <a:lnTo>
                    <a:pt x="2264" y="603"/>
                  </a:lnTo>
                  <a:lnTo>
                    <a:pt x="2266" y="415"/>
                  </a:lnTo>
                  <a:lnTo>
                    <a:pt x="2266" y="639"/>
                  </a:lnTo>
                  <a:lnTo>
                    <a:pt x="2266" y="639"/>
                  </a:lnTo>
                  <a:lnTo>
                    <a:pt x="2266" y="639"/>
                  </a:lnTo>
                  <a:lnTo>
                    <a:pt x="2268" y="555"/>
                  </a:lnTo>
                  <a:lnTo>
                    <a:pt x="2268" y="639"/>
                  </a:lnTo>
                  <a:lnTo>
                    <a:pt x="2268" y="639"/>
                  </a:lnTo>
                  <a:lnTo>
                    <a:pt x="2268" y="639"/>
                  </a:lnTo>
                  <a:lnTo>
                    <a:pt x="2270" y="523"/>
                  </a:lnTo>
                  <a:lnTo>
                    <a:pt x="2270" y="639"/>
                  </a:lnTo>
                  <a:lnTo>
                    <a:pt x="2270" y="639"/>
                  </a:lnTo>
                  <a:lnTo>
                    <a:pt x="2271" y="639"/>
                  </a:lnTo>
                  <a:lnTo>
                    <a:pt x="2272" y="439"/>
                  </a:lnTo>
                  <a:lnTo>
                    <a:pt x="2272" y="607"/>
                  </a:lnTo>
                  <a:lnTo>
                    <a:pt x="2272" y="608"/>
                  </a:lnTo>
                  <a:lnTo>
                    <a:pt x="2274" y="639"/>
                  </a:lnTo>
                  <a:lnTo>
                    <a:pt x="2274" y="638"/>
                  </a:lnTo>
                  <a:lnTo>
                    <a:pt x="2274" y="638"/>
                  </a:lnTo>
                  <a:lnTo>
                    <a:pt x="2276" y="639"/>
                  </a:lnTo>
                  <a:lnTo>
                    <a:pt x="2276" y="480"/>
                  </a:lnTo>
                  <a:lnTo>
                    <a:pt x="2276" y="479"/>
                  </a:lnTo>
                  <a:lnTo>
                    <a:pt x="2276" y="453"/>
                  </a:lnTo>
                  <a:lnTo>
                    <a:pt x="2277" y="639"/>
                  </a:lnTo>
                  <a:lnTo>
                    <a:pt x="2278" y="590"/>
                  </a:lnTo>
                  <a:lnTo>
                    <a:pt x="2278" y="590"/>
                  </a:lnTo>
                  <a:lnTo>
                    <a:pt x="2280" y="568"/>
                  </a:lnTo>
                  <a:lnTo>
                    <a:pt x="2280" y="639"/>
                  </a:lnTo>
                  <a:lnTo>
                    <a:pt x="2280" y="639"/>
                  </a:lnTo>
                  <a:lnTo>
                    <a:pt x="2280" y="639"/>
                  </a:lnTo>
                  <a:lnTo>
                    <a:pt x="2281" y="639"/>
                  </a:lnTo>
                  <a:lnTo>
                    <a:pt x="2282" y="592"/>
                  </a:lnTo>
                  <a:lnTo>
                    <a:pt x="2282" y="592"/>
                  </a:lnTo>
                  <a:lnTo>
                    <a:pt x="2284" y="435"/>
                  </a:lnTo>
                  <a:lnTo>
                    <a:pt x="2284" y="639"/>
                  </a:lnTo>
                  <a:lnTo>
                    <a:pt x="2284" y="632"/>
                  </a:lnTo>
                  <a:lnTo>
                    <a:pt x="2284" y="632"/>
                  </a:lnTo>
                  <a:lnTo>
                    <a:pt x="2285" y="439"/>
                  </a:lnTo>
                  <a:lnTo>
                    <a:pt x="2285" y="639"/>
                  </a:lnTo>
                  <a:lnTo>
                    <a:pt x="2286" y="606"/>
                  </a:lnTo>
                  <a:lnTo>
                    <a:pt x="2286" y="606"/>
                  </a:lnTo>
                  <a:lnTo>
                    <a:pt x="2287" y="580"/>
                  </a:lnTo>
                  <a:lnTo>
                    <a:pt x="2287" y="639"/>
                  </a:lnTo>
                  <a:lnTo>
                    <a:pt x="2288" y="635"/>
                  </a:lnTo>
                  <a:lnTo>
                    <a:pt x="2288" y="635"/>
                  </a:lnTo>
                  <a:lnTo>
                    <a:pt x="2289" y="542"/>
                  </a:lnTo>
                  <a:lnTo>
                    <a:pt x="2290" y="639"/>
                  </a:lnTo>
                  <a:lnTo>
                    <a:pt x="2290" y="621"/>
                  </a:lnTo>
                  <a:lnTo>
                    <a:pt x="2290" y="621"/>
                  </a:lnTo>
                  <a:lnTo>
                    <a:pt x="2291" y="484"/>
                  </a:lnTo>
                  <a:lnTo>
                    <a:pt x="2292" y="639"/>
                  </a:lnTo>
                  <a:lnTo>
                    <a:pt x="2292" y="639"/>
                  </a:lnTo>
                  <a:lnTo>
                    <a:pt x="2292" y="639"/>
                  </a:lnTo>
                  <a:lnTo>
                    <a:pt x="2293" y="444"/>
                  </a:lnTo>
                  <a:lnTo>
                    <a:pt x="2294" y="639"/>
                  </a:lnTo>
                  <a:lnTo>
                    <a:pt x="2294" y="639"/>
                  </a:lnTo>
                  <a:lnTo>
                    <a:pt x="2294" y="639"/>
                  </a:lnTo>
                  <a:lnTo>
                    <a:pt x="2294" y="639"/>
                  </a:lnTo>
                  <a:lnTo>
                    <a:pt x="2296" y="584"/>
                  </a:lnTo>
                  <a:lnTo>
                    <a:pt x="2296" y="598"/>
                  </a:lnTo>
                  <a:lnTo>
                    <a:pt x="2296" y="598"/>
                  </a:lnTo>
                  <a:lnTo>
                    <a:pt x="2297" y="560"/>
                  </a:lnTo>
                  <a:lnTo>
                    <a:pt x="2297" y="639"/>
                  </a:lnTo>
                  <a:lnTo>
                    <a:pt x="2298" y="612"/>
                  </a:lnTo>
                  <a:lnTo>
                    <a:pt x="2298" y="612"/>
                  </a:lnTo>
                  <a:lnTo>
                    <a:pt x="2300" y="639"/>
                  </a:lnTo>
                  <a:lnTo>
                    <a:pt x="2300" y="443"/>
                  </a:lnTo>
                  <a:lnTo>
                    <a:pt x="2300" y="442"/>
                  </a:lnTo>
                  <a:lnTo>
                    <a:pt x="2300" y="401"/>
                  </a:lnTo>
                  <a:lnTo>
                    <a:pt x="2302" y="639"/>
                  </a:lnTo>
                  <a:lnTo>
                    <a:pt x="2302" y="639"/>
                  </a:lnTo>
                  <a:lnTo>
                    <a:pt x="2302" y="639"/>
                  </a:lnTo>
                  <a:lnTo>
                    <a:pt x="2302" y="639"/>
                  </a:lnTo>
                  <a:lnTo>
                    <a:pt x="2304" y="507"/>
                  </a:lnTo>
                  <a:lnTo>
                    <a:pt x="2304" y="506"/>
                  </a:lnTo>
                  <a:lnTo>
                    <a:pt x="2304" y="436"/>
                  </a:lnTo>
                  <a:lnTo>
                    <a:pt x="2304" y="639"/>
                  </a:lnTo>
                  <a:lnTo>
                    <a:pt x="2306" y="639"/>
                  </a:lnTo>
                  <a:lnTo>
                    <a:pt x="2306" y="639"/>
                  </a:lnTo>
                  <a:lnTo>
                    <a:pt x="2306" y="639"/>
                  </a:lnTo>
                  <a:lnTo>
                    <a:pt x="2308" y="509"/>
                  </a:lnTo>
                  <a:lnTo>
                    <a:pt x="2308" y="633"/>
                  </a:lnTo>
                  <a:lnTo>
                    <a:pt x="2308" y="633"/>
                  </a:lnTo>
                  <a:lnTo>
                    <a:pt x="2309" y="498"/>
                  </a:lnTo>
                  <a:lnTo>
                    <a:pt x="2309" y="639"/>
                  </a:lnTo>
                  <a:lnTo>
                    <a:pt x="2310" y="628"/>
                  </a:lnTo>
                  <a:lnTo>
                    <a:pt x="2310" y="628"/>
                  </a:lnTo>
                  <a:lnTo>
                    <a:pt x="2311" y="479"/>
                  </a:lnTo>
                  <a:lnTo>
                    <a:pt x="2311" y="639"/>
                  </a:lnTo>
                  <a:lnTo>
                    <a:pt x="2312" y="639"/>
                  </a:lnTo>
                  <a:lnTo>
                    <a:pt x="2312" y="639"/>
                  </a:lnTo>
                  <a:lnTo>
                    <a:pt x="2312" y="639"/>
                  </a:lnTo>
                  <a:lnTo>
                    <a:pt x="2313" y="571"/>
                  </a:lnTo>
                  <a:lnTo>
                    <a:pt x="2314" y="639"/>
                  </a:lnTo>
                  <a:lnTo>
                    <a:pt x="2314" y="639"/>
                  </a:lnTo>
                  <a:lnTo>
                    <a:pt x="2314" y="639"/>
                  </a:lnTo>
                  <a:lnTo>
                    <a:pt x="2315" y="474"/>
                  </a:lnTo>
                  <a:lnTo>
                    <a:pt x="2316" y="599"/>
                  </a:lnTo>
                  <a:lnTo>
                    <a:pt x="2316" y="599"/>
                  </a:lnTo>
                  <a:lnTo>
                    <a:pt x="2317" y="458"/>
                  </a:lnTo>
                  <a:lnTo>
                    <a:pt x="2318" y="639"/>
                  </a:lnTo>
                  <a:lnTo>
                    <a:pt x="2318" y="636"/>
                  </a:lnTo>
                  <a:lnTo>
                    <a:pt x="2318" y="636"/>
                  </a:lnTo>
                  <a:lnTo>
                    <a:pt x="2319" y="639"/>
                  </a:lnTo>
                  <a:lnTo>
                    <a:pt x="2320" y="608"/>
                  </a:lnTo>
                  <a:lnTo>
                    <a:pt x="2320" y="608"/>
                  </a:lnTo>
                  <a:lnTo>
                    <a:pt x="2320" y="639"/>
                  </a:lnTo>
                  <a:lnTo>
                    <a:pt x="2322" y="538"/>
                  </a:lnTo>
                  <a:lnTo>
                    <a:pt x="2322" y="584"/>
                  </a:lnTo>
                  <a:lnTo>
                    <a:pt x="2322" y="584"/>
                  </a:lnTo>
                  <a:lnTo>
                    <a:pt x="2323" y="460"/>
                  </a:lnTo>
                  <a:lnTo>
                    <a:pt x="2323" y="639"/>
                  </a:lnTo>
                  <a:lnTo>
                    <a:pt x="2324" y="639"/>
                  </a:lnTo>
                  <a:lnTo>
                    <a:pt x="2324" y="639"/>
                  </a:lnTo>
                  <a:lnTo>
                    <a:pt x="2324" y="639"/>
                  </a:lnTo>
                  <a:lnTo>
                    <a:pt x="2326" y="592"/>
                  </a:lnTo>
                  <a:lnTo>
                    <a:pt x="2326" y="592"/>
                  </a:lnTo>
                  <a:lnTo>
                    <a:pt x="2326" y="639"/>
                  </a:lnTo>
                  <a:lnTo>
                    <a:pt x="2328" y="589"/>
                  </a:lnTo>
                  <a:lnTo>
                    <a:pt x="2328" y="639"/>
                  </a:lnTo>
                  <a:lnTo>
                    <a:pt x="2328" y="639"/>
                  </a:lnTo>
                  <a:lnTo>
                    <a:pt x="2330" y="557"/>
                  </a:lnTo>
                  <a:lnTo>
                    <a:pt x="2330" y="639"/>
                  </a:lnTo>
                  <a:lnTo>
                    <a:pt x="2330" y="598"/>
                  </a:lnTo>
                  <a:lnTo>
                    <a:pt x="2330" y="595"/>
                  </a:lnTo>
                  <a:lnTo>
                    <a:pt x="2330" y="496"/>
                  </a:lnTo>
                  <a:lnTo>
                    <a:pt x="2332" y="639"/>
                  </a:lnTo>
                  <a:lnTo>
                    <a:pt x="2332" y="638"/>
                  </a:lnTo>
                  <a:lnTo>
                    <a:pt x="2332" y="638"/>
                  </a:lnTo>
                  <a:lnTo>
                    <a:pt x="2334" y="613"/>
                  </a:lnTo>
                  <a:lnTo>
                    <a:pt x="2334" y="613"/>
                  </a:lnTo>
                  <a:lnTo>
                    <a:pt x="2336" y="590"/>
                  </a:lnTo>
                  <a:lnTo>
                    <a:pt x="2336" y="639"/>
                  </a:lnTo>
                  <a:lnTo>
                    <a:pt x="2336" y="638"/>
                  </a:lnTo>
                  <a:lnTo>
                    <a:pt x="2336" y="638"/>
                  </a:lnTo>
                  <a:lnTo>
                    <a:pt x="2336" y="639"/>
                  </a:lnTo>
                  <a:lnTo>
                    <a:pt x="2338" y="560"/>
                  </a:lnTo>
                  <a:lnTo>
                    <a:pt x="2338" y="639"/>
                  </a:lnTo>
                  <a:lnTo>
                    <a:pt x="2338" y="639"/>
                  </a:lnTo>
                  <a:lnTo>
                    <a:pt x="2339" y="510"/>
                  </a:lnTo>
                  <a:lnTo>
                    <a:pt x="2340" y="639"/>
                  </a:lnTo>
                  <a:lnTo>
                    <a:pt x="2340" y="639"/>
                  </a:lnTo>
                  <a:lnTo>
                    <a:pt x="2340" y="639"/>
                  </a:lnTo>
                  <a:lnTo>
                    <a:pt x="2340" y="513"/>
                  </a:lnTo>
                  <a:lnTo>
                    <a:pt x="2341" y="639"/>
                  </a:lnTo>
                  <a:lnTo>
                    <a:pt x="2342" y="562"/>
                  </a:lnTo>
                  <a:lnTo>
                    <a:pt x="2342" y="561"/>
                  </a:lnTo>
                  <a:lnTo>
                    <a:pt x="2343" y="0"/>
                  </a:lnTo>
                  <a:lnTo>
                    <a:pt x="2344" y="0"/>
                  </a:lnTo>
                  <a:lnTo>
                    <a:pt x="2344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8" y="0"/>
                  </a:lnTo>
                  <a:lnTo>
                    <a:pt x="2348" y="0"/>
                  </a:lnTo>
                  <a:lnTo>
                    <a:pt x="2350" y="639"/>
                  </a:lnTo>
                  <a:lnTo>
                    <a:pt x="2350" y="542"/>
                  </a:lnTo>
                  <a:lnTo>
                    <a:pt x="2350" y="542"/>
                  </a:lnTo>
                  <a:lnTo>
                    <a:pt x="2350" y="519"/>
                  </a:lnTo>
                  <a:lnTo>
                    <a:pt x="2352" y="639"/>
                  </a:lnTo>
                  <a:lnTo>
                    <a:pt x="2352" y="636"/>
                  </a:lnTo>
                  <a:lnTo>
                    <a:pt x="2352" y="636"/>
                  </a:lnTo>
                  <a:lnTo>
                    <a:pt x="2353" y="639"/>
                  </a:lnTo>
                  <a:lnTo>
                    <a:pt x="2354" y="568"/>
                  </a:lnTo>
                  <a:lnTo>
                    <a:pt x="2354" y="598"/>
                  </a:lnTo>
                  <a:lnTo>
                    <a:pt x="2354" y="598"/>
                  </a:lnTo>
                  <a:lnTo>
                    <a:pt x="2355" y="421"/>
                  </a:lnTo>
                  <a:lnTo>
                    <a:pt x="2355" y="639"/>
                  </a:lnTo>
                  <a:lnTo>
                    <a:pt x="2356" y="635"/>
                  </a:lnTo>
                  <a:lnTo>
                    <a:pt x="2356" y="635"/>
                  </a:lnTo>
                  <a:lnTo>
                    <a:pt x="2356" y="613"/>
                  </a:lnTo>
                  <a:lnTo>
                    <a:pt x="2358" y="639"/>
                  </a:lnTo>
                  <a:lnTo>
                    <a:pt x="2358" y="639"/>
                  </a:lnTo>
                  <a:lnTo>
                    <a:pt x="2358" y="639"/>
                  </a:lnTo>
                  <a:lnTo>
                    <a:pt x="2360" y="603"/>
                  </a:lnTo>
                  <a:lnTo>
                    <a:pt x="2360" y="639"/>
                  </a:lnTo>
                  <a:lnTo>
                    <a:pt x="2360" y="639"/>
                  </a:lnTo>
                  <a:lnTo>
                    <a:pt x="2360" y="639"/>
                  </a:lnTo>
                  <a:lnTo>
                    <a:pt x="2361" y="539"/>
                  </a:lnTo>
                  <a:lnTo>
                    <a:pt x="2361" y="639"/>
                  </a:lnTo>
                  <a:lnTo>
                    <a:pt x="2362" y="639"/>
                  </a:lnTo>
                  <a:lnTo>
                    <a:pt x="2362" y="639"/>
                  </a:lnTo>
                  <a:lnTo>
                    <a:pt x="2363" y="542"/>
                  </a:lnTo>
                  <a:lnTo>
                    <a:pt x="2363" y="639"/>
                  </a:lnTo>
                  <a:lnTo>
                    <a:pt x="2364" y="584"/>
                  </a:lnTo>
                  <a:lnTo>
                    <a:pt x="2364" y="584"/>
                  </a:lnTo>
                  <a:lnTo>
                    <a:pt x="2364" y="583"/>
                  </a:lnTo>
                  <a:lnTo>
                    <a:pt x="2365" y="639"/>
                  </a:lnTo>
                  <a:lnTo>
                    <a:pt x="2366" y="588"/>
                  </a:lnTo>
                  <a:lnTo>
                    <a:pt x="2366" y="588"/>
                  </a:lnTo>
                  <a:lnTo>
                    <a:pt x="2367" y="639"/>
                  </a:lnTo>
                  <a:lnTo>
                    <a:pt x="2368" y="480"/>
                  </a:lnTo>
                  <a:lnTo>
                    <a:pt x="2368" y="572"/>
                  </a:lnTo>
                  <a:lnTo>
                    <a:pt x="2368" y="577"/>
                  </a:lnTo>
                  <a:lnTo>
                    <a:pt x="2370" y="529"/>
                  </a:lnTo>
                  <a:lnTo>
                    <a:pt x="2370" y="639"/>
                  </a:lnTo>
                  <a:lnTo>
                    <a:pt x="2370" y="614"/>
                  </a:lnTo>
                  <a:lnTo>
                    <a:pt x="2370" y="614"/>
                  </a:lnTo>
                  <a:lnTo>
                    <a:pt x="2371" y="639"/>
                  </a:lnTo>
                  <a:lnTo>
                    <a:pt x="2372" y="588"/>
                  </a:lnTo>
                  <a:lnTo>
                    <a:pt x="2372" y="588"/>
                  </a:lnTo>
                  <a:lnTo>
                    <a:pt x="2373" y="526"/>
                  </a:lnTo>
                  <a:lnTo>
                    <a:pt x="2373" y="639"/>
                  </a:lnTo>
                  <a:lnTo>
                    <a:pt x="2374" y="630"/>
                  </a:lnTo>
                  <a:lnTo>
                    <a:pt x="2374" y="630"/>
                  </a:lnTo>
                  <a:lnTo>
                    <a:pt x="2375" y="639"/>
                  </a:lnTo>
                  <a:lnTo>
                    <a:pt x="2376" y="533"/>
                  </a:lnTo>
                  <a:lnTo>
                    <a:pt x="2376" y="609"/>
                  </a:lnTo>
                  <a:lnTo>
                    <a:pt x="2376" y="609"/>
                  </a:lnTo>
                  <a:lnTo>
                    <a:pt x="2377" y="592"/>
                  </a:lnTo>
                  <a:lnTo>
                    <a:pt x="2377" y="639"/>
                  </a:lnTo>
                  <a:lnTo>
                    <a:pt x="2378" y="633"/>
                  </a:lnTo>
                  <a:lnTo>
                    <a:pt x="2378" y="633"/>
                  </a:lnTo>
                  <a:lnTo>
                    <a:pt x="2379" y="605"/>
                  </a:lnTo>
                  <a:lnTo>
                    <a:pt x="2379" y="639"/>
                  </a:lnTo>
                  <a:lnTo>
                    <a:pt x="2380" y="639"/>
                  </a:lnTo>
                  <a:lnTo>
                    <a:pt x="2380" y="639"/>
                  </a:lnTo>
                  <a:lnTo>
                    <a:pt x="2381" y="639"/>
                  </a:lnTo>
                  <a:lnTo>
                    <a:pt x="2382" y="530"/>
                  </a:lnTo>
                  <a:lnTo>
                    <a:pt x="2382" y="529"/>
                  </a:lnTo>
                  <a:lnTo>
                    <a:pt x="2383" y="426"/>
                  </a:lnTo>
                  <a:lnTo>
                    <a:pt x="2383" y="639"/>
                  </a:lnTo>
                  <a:lnTo>
                    <a:pt x="2384" y="625"/>
                  </a:lnTo>
                  <a:lnTo>
                    <a:pt x="2384" y="625"/>
                  </a:lnTo>
                  <a:lnTo>
                    <a:pt x="2385" y="639"/>
                  </a:lnTo>
                  <a:lnTo>
                    <a:pt x="2386" y="566"/>
                  </a:lnTo>
                  <a:lnTo>
                    <a:pt x="2386" y="566"/>
                  </a:lnTo>
                  <a:lnTo>
                    <a:pt x="2387" y="639"/>
                  </a:lnTo>
                  <a:lnTo>
                    <a:pt x="2388" y="492"/>
                  </a:lnTo>
                  <a:lnTo>
                    <a:pt x="2388" y="639"/>
                  </a:lnTo>
                  <a:lnTo>
                    <a:pt x="2388" y="639"/>
                  </a:lnTo>
                  <a:lnTo>
                    <a:pt x="2389" y="605"/>
                  </a:lnTo>
                  <a:lnTo>
                    <a:pt x="2390" y="639"/>
                  </a:lnTo>
                  <a:lnTo>
                    <a:pt x="2390" y="639"/>
                  </a:lnTo>
                  <a:lnTo>
                    <a:pt x="2390" y="639"/>
                  </a:lnTo>
                  <a:lnTo>
                    <a:pt x="2391" y="639"/>
                  </a:lnTo>
                  <a:lnTo>
                    <a:pt x="2391" y="567"/>
                  </a:lnTo>
                  <a:lnTo>
                    <a:pt x="2392" y="600"/>
                  </a:lnTo>
                  <a:lnTo>
                    <a:pt x="2392" y="599"/>
                  </a:lnTo>
                  <a:lnTo>
                    <a:pt x="2393" y="638"/>
                  </a:lnTo>
                  <a:lnTo>
                    <a:pt x="2394" y="547"/>
                  </a:lnTo>
                  <a:lnTo>
                    <a:pt x="2394" y="547"/>
                  </a:lnTo>
                  <a:lnTo>
                    <a:pt x="2396" y="452"/>
                  </a:lnTo>
                  <a:lnTo>
                    <a:pt x="2396" y="639"/>
                  </a:lnTo>
                  <a:lnTo>
                    <a:pt x="2396" y="638"/>
                  </a:lnTo>
                  <a:lnTo>
                    <a:pt x="2396" y="638"/>
                  </a:lnTo>
                  <a:lnTo>
                    <a:pt x="2397" y="639"/>
                  </a:lnTo>
                  <a:lnTo>
                    <a:pt x="2398" y="550"/>
                  </a:lnTo>
                  <a:lnTo>
                    <a:pt x="2398" y="550"/>
                  </a:lnTo>
                  <a:lnTo>
                    <a:pt x="2399" y="639"/>
                  </a:lnTo>
                  <a:lnTo>
                    <a:pt x="2400" y="472"/>
                  </a:lnTo>
                  <a:lnTo>
                    <a:pt x="2400" y="631"/>
                  </a:lnTo>
                  <a:lnTo>
                    <a:pt x="2400" y="631"/>
                  </a:lnTo>
                  <a:lnTo>
                    <a:pt x="2401" y="465"/>
                  </a:lnTo>
                  <a:lnTo>
                    <a:pt x="2402" y="639"/>
                  </a:lnTo>
                  <a:lnTo>
                    <a:pt x="2402" y="600"/>
                  </a:lnTo>
                  <a:lnTo>
                    <a:pt x="2402" y="600"/>
                  </a:lnTo>
                  <a:lnTo>
                    <a:pt x="2403" y="639"/>
                  </a:lnTo>
                  <a:lnTo>
                    <a:pt x="2404" y="539"/>
                  </a:lnTo>
                  <a:lnTo>
                    <a:pt x="2404" y="539"/>
                  </a:lnTo>
                  <a:lnTo>
                    <a:pt x="2405" y="492"/>
                  </a:lnTo>
                  <a:lnTo>
                    <a:pt x="2406" y="639"/>
                  </a:lnTo>
                  <a:lnTo>
                    <a:pt x="2406" y="588"/>
                  </a:lnTo>
                  <a:lnTo>
                    <a:pt x="2406" y="591"/>
                  </a:lnTo>
                  <a:lnTo>
                    <a:pt x="2406" y="639"/>
                  </a:lnTo>
                  <a:lnTo>
                    <a:pt x="2408" y="639"/>
                  </a:lnTo>
                  <a:lnTo>
                    <a:pt x="2408" y="639"/>
                  </a:lnTo>
                  <a:lnTo>
                    <a:pt x="2409" y="639"/>
                  </a:lnTo>
                  <a:lnTo>
                    <a:pt x="2410" y="577"/>
                  </a:lnTo>
                  <a:lnTo>
                    <a:pt x="2410" y="639"/>
                  </a:lnTo>
                  <a:lnTo>
                    <a:pt x="2410" y="639"/>
                  </a:lnTo>
                  <a:lnTo>
                    <a:pt x="2412" y="451"/>
                  </a:lnTo>
                  <a:lnTo>
                    <a:pt x="2412" y="639"/>
                  </a:lnTo>
                  <a:lnTo>
                    <a:pt x="2412" y="609"/>
                  </a:lnTo>
                  <a:lnTo>
                    <a:pt x="2412" y="609"/>
                  </a:lnTo>
                  <a:lnTo>
                    <a:pt x="2413" y="564"/>
                  </a:lnTo>
                  <a:lnTo>
                    <a:pt x="2414" y="639"/>
                  </a:lnTo>
                  <a:lnTo>
                    <a:pt x="2414" y="633"/>
                  </a:lnTo>
                  <a:lnTo>
                    <a:pt x="2414" y="633"/>
                  </a:lnTo>
                  <a:lnTo>
                    <a:pt x="2416" y="639"/>
                  </a:lnTo>
                  <a:lnTo>
                    <a:pt x="2416" y="511"/>
                  </a:lnTo>
                  <a:lnTo>
                    <a:pt x="2416" y="636"/>
                  </a:lnTo>
                  <a:lnTo>
                    <a:pt x="2416" y="636"/>
                  </a:lnTo>
                  <a:lnTo>
                    <a:pt x="2417" y="639"/>
                  </a:lnTo>
                  <a:lnTo>
                    <a:pt x="2417" y="459"/>
                  </a:lnTo>
                  <a:lnTo>
                    <a:pt x="2418" y="639"/>
                  </a:lnTo>
                  <a:lnTo>
                    <a:pt x="2418" y="639"/>
                  </a:lnTo>
                  <a:lnTo>
                    <a:pt x="2419" y="639"/>
                  </a:lnTo>
                  <a:lnTo>
                    <a:pt x="2420" y="601"/>
                  </a:lnTo>
                  <a:lnTo>
                    <a:pt x="2420" y="601"/>
                  </a:lnTo>
                  <a:lnTo>
                    <a:pt x="2422" y="547"/>
                  </a:lnTo>
                  <a:lnTo>
                    <a:pt x="2422" y="639"/>
                  </a:lnTo>
                  <a:lnTo>
                    <a:pt x="2422" y="639"/>
                  </a:lnTo>
                  <a:lnTo>
                    <a:pt x="2422" y="639"/>
                  </a:lnTo>
                  <a:lnTo>
                    <a:pt x="2424" y="422"/>
                  </a:lnTo>
                  <a:lnTo>
                    <a:pt x="2424" y="639"/>
                  </a:lnTo>
                  <a:lnTo>
                    <a:pt x="2424" y="610"/>
                  </a:lnTo>
                  <a:lnTo>
                    <a:pt x="2424" y="610"/>
                  </a:lnTo>
                  <a:lnTo>
                    <a:pt x="2425" y="576"/>
                  </a:lnTo>
                  <a:lnTo>
                    <a:pt x="2425" y="639"/>
                  </a:lnTo>
                  <a:lnTo>
                    <a:pt x="2426" y="615"/>
                  </a:lnTo>
                  <a:lnTo>
                    <a:pt x="2426" y="615"/>
                  </a:lnTo>
                  <a:lnTo>
                    <a:pt x="2427" y="536"/>
                  </a:lnTo>
                  <a:lnTo>
                    <a:pt x="2427" y="639"/>
                  </a:lnTo>
                  <a:lnTo>
                    <a:pt x="2428" y="608"/>
                  </a:lnTo>
                  <a:lnTo>
                    <a:pt x="2428" y="605"/>
                  </a:lnTo>
                  <a:lnTo>
                    <a:pt x="2429" y="408"/>
                  </a:lnTo>
                  <a:lnTo>
                    <a:pt x="2429" y="639"/>
                  </a:lnTo>
                  <a:lnTo>
                    <a:pt x="2430" y="636"/>
                  </a:lnTo>
                  <a:lnTo>
                    <a:pt x="2430" y="636"/>
                  </a:lnTo>
                  <a:lnTo>
                    <a:pt x="2431" y="639"/>
                  </a:lnTo>
                  <a:lnTo>
                    <a:pt x="2432" y="611"/>
                  </a:lnTo>
                  <a:lnTo>
                    <a:pt x="2432" y="611"/>
                  </a:lnTo>
                  <a:lnTo>
                    <a:pt x="2433" y="639"/>
                  </a:lnTo>
                  <a:lnTo>
                    <a:pt x="2434" y="544"/>
                  </a:lnTo>
                  <a:lnTo>
                    <a:pt x="2434" y="637"/>
                  </a:lnTo>
                  <a:lnTo>
                    <a:pt x="2434" y="637"/>
                  </a:lnTo>
                  <a:lnTo>
                    <a:pt x="2436" y="570"/>
                  </a:lnTo>
                  <a:lnTo>
                    <a:pt x="2436" y="639"/>
                  </a:lnTo>
                  <a:lnTo>
                    <a:pt x="2436" y="633"/>
                  </a:lnTo>
                  <a:lnTo>
                    <a:pt x="2436" y="633"/>
                  </a:lnTo>
                  <a:lnTo>
                    <a:pt x="2438" y="469"/>
                  </a:lnTo>
                  <a:lnTo>
                    <a:pt x="2438" y="639"/>
                  </a:lnTo>
                  <a:lnTo>
                    <a:pt x="2438" y="623"/>
                  </a:lnTo>
                  <a:lnTo>
                    <a:pt x="2438" y="623"/>
                  </a:lnTo>
                  <a:lnTo>
                    <a:pt x="2439" y="583"/>
                  </a:lnTo>
                  <a:lnTo>
                    <a:pt x="2440" y="639"/>
                  </a:lnTo>
                  <a:lnTo>
                    <a:pt x="2440" y="639"/>
                  </a:lnTo>
                  <a:lnTo>
                    <a:pt x="2440" y="639"/>
                  </a:lnTo>
                  <a:lnTo>
                    <a:pt x="2442" y="524"/>
                  </a:lnTo>
                  <a:lnTo>
                    <a:pt x="2442" y="639"/>
                  </a:lnTo>
                  <a:lnTo>
                    <a:pt x="2442" y="639"/>
                  </a:lnTo>
                  <a:lnTo>
                    <a:pt x="2442" y="639"/>
                  </a:lnTo>
                  <a:lnTo>
                    <a:pt x="2444" y="333"/>
                  </a:lnTo>
                  <a:lnTo>
                    <a:pt x="2444" y="639"/>
                  </a:lnTo>
                  <a:lnTo>
                    <a:pt x="2444" y="639"/>
                  </a:lnTo>
                  <a:lnTo>
                    <a:pt x="2444" y="639"/>
                  </a:lnTo>
                  <a:lnTo>
                    <a:pt x="2445" y="560"/>
                  </a:lnTo>
                  <a:lnTo>
                    <a:pt x="2445" y="639"/>
                  </a:lnTo>
                  <a:lnTo>
                    <a:pt x="2446" y="625"/>
                  </a:lnTo>
                </a:path>
              </a:pathLst>
            </a:custGeom>
            <a:noFill/>
            <a:ln w="1270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AE7BDBE8-E36D-5412-96D1-AD5DB83AF805}"/>
                </a:ext>
              </a:extLst>
            </p:cNvPr>
            <p:cNvGrpSpPr/>
            <p:nvPr/>
          </p:nvGrpSpPr>
          <p:grpSpPr>
            <a:xfrm>
              <a:off x="2849817" y="2073275"/>
              <a:ext cx="2084133" cy="1325757"/>
              <a:chOff x="2849817" y="2224282"/>
              <a:chExt cx="2084133" cy="1174750"/>
            </a:xfrm>
          </p:grpSpPr>
          <p:sp>
            <p:nvSpPr>
              <p:cNvPr id="84" name="Freeform 82">
                <a:extLst>
                  <a:ext uri="{FF2B5EF4-FFF2-40B4-BE49-F238E27FC236}">
                    <a16:creationId xmlns:a16="http://schemas.microsoft.com/office/drawing/2014/main" id="{62F7F75D-728B-0A62-4A54-E9E98BCA47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9817" y="2249682"/>
                <a:ext cx="2084133" cy="1149350"/>
              </a:xfrm>
              <a:custGeom>
                <a:avLst/>
                <a:gdLst>
                  <a:gd name="T0" fmla="*/ 37 w 2374"/>
                  <a:gd name="T1" fmla="*/ 724 h 724"/>
                  <a:gd name="T2" fmla="*/ 74 w 2374"/>
                  <a:gd name="T3" fmla="*/ 724 h 724"/>
                  <a:gd name="T4" fmla="*/ 112 w 2374"/>
                  <a:gd name="T5" fmla="*/ 724 h 724"/>
                  <a:gd name="T6" fmla="*/ 150 w 2374"/>
                  <a:gd name="T7" fmla="*/ 723 h 724"/>
                  <a:gd name="T8" fmla="*/ 187 w 2374"/>
                  <a:gd name="T9" fmla="*/ 724 h 724"/>
                  <a:gd name="T10" fmla="*/ 225 w 2374"/>
                  <a:gd name="T11" fmla="*/ 724 h 724"/>
                  <a:gd name="T12" fmla="*/ 263 w 2374"/>
                  <a:gd name="T13" fmla="*/ 724 h 724"/>
                  <a:gd name="T14" fmla="*/ 300 w 2374"/>
                  <a:gd name="T15" fmla="*/ 718 h 724"/>
                  <a:gd name="T16" fmla="*/ 338 w 2374"/>
                  <a:gd name="T17" fmla="*/ 703 h 724"/>
                  <a:gd name="T18" fmla="*/ 376 w 2374"/>
                  <a:gd name="T19" fmla="*/ 693 h 724"/>
                  <a:gd name="T20" fmla="*/ 414 w 2374"/>
                  <a:gd name="T21" fmla="*/ 687 h 724"/>
                  <a:gd name="T22" fmla="*/ 451 w 2374"/>
                  <a:gd name="T23" fmla="*/ 681 h 724"/>
                  <a:gd name="T24" fmla="*/ 489 w 2374"/>
                  <a:gd name="T25" fmla="*/ 651 h 724"/>
                  <a:gd name="T26" fmla="*/ 527 w 2374"/>
                  <a:gd name="T27" fmla="*/ 613 h 724"/>
                  <a:gd name="T28" fmla="*/ 564 w 2374"/>
                  <a:gd name="T29" fmla="*/ 573 h 724"/>
                  <a:gd name="T30" fmla="*/ 602 w 2374"/>
                  <a:gd name="T31" fmla="*/ 724 h 724"/>
                  <a:gd name="T32" fmla="*/ 640 w 2374"/>
                  <a:gd name="T33" fmla="*/ 684 h 724"/>
                  <a:gd name="T34" fmla="*/ 677 w 2374"/>
                  <a:gd name="T35" fmla="*/ 549 h 724"/>
                  <a:gd name="T36" fmla="*/ 715 w 2374"/>
                  <a:gd name="T37" fmla="*/ 525 h 724"/>
                  <a:gd name="T38" fmla="*/ 753 w 2374"/>
                  <a:gd name="T39" fmla="*/ 509 h 724"/>
                  <a:gd name="T40" fmla="*/ 790 w 2374"/>
                  <a:gd name="T41" fmla="*/ 507 h 724"/>
                  <a:gd name="T42" fmla="*/ 828 w 2374"/>
                  <a:gd name="T43" fmla="*/ 724 h 724"/>
                  <a:gd name="T44" fmla="*/ 865 w 2374"/>
                  <a:gd name="T45" fmla="*/ 722 h 724"/>
                  <a:gd name="T46" fmla="*/ 903 w 2374"/>
                  <a:gd name="T47" fmla="*/ 716 h 724"/>
                  <a:gd name="T48" fmla="*/ 941 w 2374"/>
                  <a:gd name="T49" fmla="*/ 711 h 724"/>
                  <a:gd name="T50" fmla="*/ 979 w 2374"/>
                  <a:gd name="T51" fmla="*/ 707 h 724"/>
                  <a:gd name="T52" fmla="*/ 1017 w 2374"/>
                  <a:gd name="T53" fmla="*/ 699 h 724"/>
                  <a:gd name="T54" fmla="*/ 1054 w 2374"/>
                  <a:gd name="T55" fmla="*/ 664 h 724"/>
                  <a:gd name="T56" fmla="*/ 1092 w 2374"/>
                  <a:gd name="T57" fmla="*/ 631 h 724"/>
                  <a:gd name="T58" fmla="*/ 1130 w 2374"/>
                  <a:gd name="T59" fmla="*/ 601 h 724"/>
                  <a:gd name="T60" fmla="*/ 1167 w 2374"/>
                  <a:gd name="T61" fmla="*/ 595 h 724"/>
                  <a:gd name="T62" fmla="*/ 1205 w 2374"/>
                  <a:gd name="T63" fmla="*/ 580 h 724"/>
                  <a:gd name="T64" fmla="*/ 1242 w 2374"/>
                  <a:gd name="T65" fmla="*/ 565 h 724"/>
                  <a:gd name="T66" fmla="*/ 1280 w 2374"/>
                  <a:gd name="T67" fmla="*/ 520 h 724"/>
                  <a:gd name="T68" fmla="*/ 1318 w 2374"/>
                  <a:gd name="T69" fmla="*/ 494 h 724"/>
                  <a:gd name="T70" fmla="*/ 1355 w 2374"/>
                  <a:gd name="T71" fmla="*/ 481 h 724"/>
                  <a:gd name="T72" fmla="*/ 1393 w 2374"/>
                  <a:gd name="T73" fmla="*/ 446 h 724"/>
                  <a:gd name="T74" fmla="*/ 1431 w 2374"/>
                  <a:gd name="T75" fmla="*/ 436 h 724"/>
                  <a:gd name="T76" fmla="*/ 1468 w 2374"/>
                  <a:gd name="T77" fmla="*/ 432 h 724"/>
                  <a:gd name="T78" fmla="*/ 1506 w 2374"/>
                  <a:gd name="T79" fmla="*/ 428 h 724"/>
                  <a:gd name="T80" fmla="*/ 1544 w 2374"/>
                  <a:gd name="T81" fmla="*/ 422 h 724"/>
                  <a:gd name="T82" fmla="*/ 1582 w 2374"/>
                  <a:gd name="T83" fmla="*/ 417 h 724"/>
                  <a:gd name="T84" fmla="*/ 1619 w 2374"/>
                  <a:gd name="T85" fmla="*/ 411 h 724"/>
                  <a:gd name="T86" fmla="*/ 1657 w 2374"/>
                  <a:gd name="T87" fmla="*/ 406 h 724"/>
                  <a:gd name="T88" fmla="*/ 1695 w 2374"/>
                  <a:gd name="T89" fmla="*/ 392 h 724"/>
                  <a:gd name="T90" fmla="*/ 1732 w 2374"/>
                  <a:gd name="T91" fmla="*/ 384 h 724"/>
                  <a:gd name="T92" fmla="*/ 1770 w 2374"/>
                  <a:gd name="T93" fmla="*/ 372 h 724"/>
                  <a:gd name="T94" fmla="*/ 1808 w 2374"/>
                  <a:gd name="T95" fmla="*/ 360 h 724"/>
                  <a:gd name="T96" fmla="*/ 1845 w 2374"/>
                  <a:gd name="T97" fmla="*/ 348 h 724"/>
                  <a:gd name="T98" fmla="*/ 1883 w 2374"/>
                  <a:gd name="T99" fmla="*/ 341 h 724"/>
                  <a:gd name="T100" fmla="*/ 1921 w 2374"/>
                  <a:gd name="T101" fmla="*/ 331 h 724"/>
                  <a:gd name="T102" fmla="*/ 1958 w 2374"/>
                  <a:gd name="T103" fmla="*/ 323 h 724"/>
                  <a:gd name="T104" fmla="*/ 1996 w 2374"/>
                  <a:gd name="T105" fmla="*/ 314 h 724"/>
                  <a:gd name="T106" fmla="*/ 2034 w 2374"/>
                  <a:gd name="T107" fmla="*/ 150 h 724"/>
                  <a:gd name="T108" fmla="*/ 2071 w 2374"/>
                  <a:gd name="T109" fmla="*/ 127 h 724"/>
                  <a:gd name="T110" fmla="*/ 2109 w 2374"/>
                  <a:gd name="T111" fmla="*/ 98 h 724"/>
                  <a:gd name="T112" fmla="*/ 2147 w 2374"/>
                  <a:gd name="T113" fmla="*/ 79 h 724"/>
                  <a:gd name="T114" fmla="*/ 2185 w 2374"/>
                  <a:gd name="T115" fmla="*/ 58 h 724"/>
                  <a:gd name="T116" fmla="*/ 2222 w 2374"/>
                  <a:gd name="T117" fmla="*/ 45 h 724"/>
                  <a:gd name="T118" fmla="*/ 2260 w 2374"/>
                  <a:gd name="T119" fmla="*/ 27 h 724"/>
                  <a:gd name="T120" fmla="*/ 2298 w 2374"/>
                  <a:gd name="T121" fmla="*/ 13 h 724"/>
                  <a:gd name="T122" fmla="*/ 2335 w 2374"/>
                  <a:gd name="T123" fmla="*/ 4 h 724"/>
                  <a:gd name="T124" fmla="*/ 2373 w 2374"/>
                  <a:gd name="T125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74" h="724">
                    <a:moveTo>
                      <a:pt x="0" y="724"/>
                    </a:moveTo>
                    <a:lnTo>
                      <a:pt x="0" y="724"/>
                    </a:lnTo>
                    <a:lnTo>
                      <a:pt x="1" y="724"/>
                    </a:lnTo>
                    <a:lnTo>
                      <a:pt x="1" y="724"/>
                    </a:lnTo>
                    <a:lnTo>
                      <a:pt x="2" y="724"/>
                    </a:lnTo>
                    <a:lnTo>
                      <a:pt x="3" y="724"/>
                    </a:lnTo>
                    <a:lnTo>
                      <a:pt x="3" y="724"/>
                    </a:lnTo>
                    <a:lnTo>
                      <a:pt x="4" y="724"/>
                    </a:lnTo>
                    <a:lnTo>
                      <a:pt x="4" y="724"/>
                    </a:lnTo>
                    <a:lnTo>
                      <a:pt x="5" y="724"/>
                    </a:lnTo>
                    <a:lnTo>
                      <a:pt x="5" y="724"/>
                    </a:lnTo>
                    <a:lnTo>
                      <a:pt x="6" y="724"/>
                    </a:lnTo>
                    <a:lnTo>
                      <a:pt x="7" y="724"/>
                    </a:lnTo>
                    <a:lnTo>
                      <a:pt x="7" y="724"/>
                    </a:lnTo>
                    <a:lnTo>
                      <a:pt x="8" y="724"/>
                    </a:lnTo>
                    <a:lnTo>
                      <a:pt x="8" y="724"/>
                    </a:lnTo>
                    <a:lnTo>
                      <a:pt x="9" y="724"/>
                    </a:lnTo>
                    <a:lnTo>
                      <a:pt x="9" y="724"/>
                    </a:lnTo>
                    <a:lnTo>
                      <a:pt x="10" y="724"/>
                    </a:lnTo>
                    <a:lnTo>
                      <a:pt x="10" y="724"/>
                    </a:lnTo>
                    <a:lnTo>
                      <a:pt x="11" y="724"/>
                    </a:lnTo>
                    <a:lnTo>
                      <a:pt x="12" y="724"/>
                    </a:lnTo>
                    <a:lnTo>
                      <a:pt x="12" y="724"/>
                    </a:lnTo>
                    <a:lnTo>
                      <a:pt x="13" y="724"/>
                    </a:lnTo>
                    <a:lnTo>
                      <a:pt x="13" y="724"/>
                    </a:lnTo>
                    <a:lnTo>
                      <a:pt x="14" y="724"/>
                    </a:lnTo>
                    <a:lnTo>
                      <a:pt x="15" y="724"/>
                    </a:lnTo>
                    <a:lnTo>
                      <a:pt x="15" y="724"/>
                    </a:lnTo>
                    <a:lnTo>
                      <a:pt x="16" y="724"/>
                    </a:lnTo>
                    <a:lnTo>
                      <a:pt x="16" y="724"/>
                    </a:lnTo>
                    <a:lnTo>
                      <a:pt x="17" y="724"/>
                    </a:lnTo>
                    <a:lnTo>
                      <a:pt x="18" y="724"/>
                    </a:lnTo>
                    <a:lnTo>
                      <a:pt x="18" y="724"/>
                    </a:lnTo>
                    <a:lnTo>
                      <a:pt x="19" y="724"/>
                    </a:lnTo>
                    <a:lnTo>
                      <a:pt x="19" y="724"/>
                    </a:lnTo>
                    <a:lnTo>
                      <a:pt x="20" y="724"/>
                    </a:lnTo>
                    <a:lnTo>
                      <a:pt x="21" y="724"/>
                    </a:lnTo>
                    <a:lnTo>
                      <a:pt x="21" y="724"/>
                    </a:lnTo>
                    <a:lnTo>
                      <a:pt x="22" y="724"/>
                    </a:lnTo>
                    <a:lnTo>
                      <a:pt x="22" y="724"/>
                    </a:lnTo>
                    <a:lnTo>
                      <a:pt x="23" y="724"/>
                    </a:lnTo>
                    <a:lnTo>
                      <a:pt x="23" y="724"/>
                    </a:lnTo>
                    <a:lnTo>
                      <a:pt x="24" y="724"/>
                    </a:lnTo>
                    <a:lnTo>
                      <a:pt x="24" y="724"/>
                    </a:lnTo>
                    <a:lnTo>
                      <a:pt x="25" y="724"/>
                    </a:lnTo>
                    <a:lnTo>
                      <a:pt x="25" y="724"/>
                    </a:lnTo>
                    <a:lnTo>
                      <a:pt x="26" y="724"/>
                    </a:lnTo>
                    <a:lnTo>
                      <a:pt x="27" y="724"/>
                    </a:lnTo>
                    <a:lnTo>
                      <a:pt x="27" y="724"/>
                    </a:lnTo>
                    <a:lnTo>
                      <a:pt x="28" y="724"/>
                    </a:lnTo>
                    <a:lnTo>
                      <a:pt x="28" y="724"/>
                    </a:lnTo>
                    <a:lnTo>
                      <a:pt x="29" y="724"/>
                    </a:lnTo>
                    <a:lnTo>
                      <a:pt x="30" y="724"/>
                    </a:lnTo>
                    <a:lnTo>
                      <a:pt x="30" y="724"/>
                    </a:lnTo>
                    <a:lnTo>
                      <a:pt x="31" y="724"/>
                    </a:lnTo>
                    <a:lnTo>
                      <a:pt x="31" y="724"/>
                    </a:lnTo>
                    <a:lnTo>
                      <a:pt x="32" y="724"/>
                    </a:lnTo>
                    <a:lnTo>
                      <a:pt x="33" y="724"/>
                    </a:lnTo>
                    <a:lnTo>
                      <a:pt x="33" y="724"/>
                    </a:lnTo>
                    <a:lnTo>
                      <a:pt x="34" y="724"/>
                    </a:lnTo>
                    <a:lnTo>
                      <a:pt x="34" y="724"/>
                    </a:lnTo>
                    <a:lnTo>
                      <a:pt x="35" y="724"/>
                    </a:lnTo>
                    <a:lnTo>
                      <a:pt x="36" y="724"/>
                    </a:lnTo>
                    <a:lnTo>
                      <a:pt x="36" y="724"/>
                    </a:lnTo>
                    <a:lnTo>
                      <a:pt x="37" y="724"/>
                    </a:lnTo>
                    <a:lnTo>
                      <a:pt x="37" y="724"/>
                    </a:lnTo>
                    <a:lnTo>
                      <a:pt x="38" y="724"/>
                    </a:lnTo>
                    <a:lnTo>
                      <a:pt x="38" y="724"/>
                    </a:lnTo>
                    <a:lnTo>
                      <a:pt x="39" y="724"/>
                    </a:lnTo>
                    <a:lnTo>
                      <a:pt x="39" y="724"/>
                    </a:lnTo>
                    <a:lnTo>
                      <a:pt x="40" y="724"/>
                    </a:lnTo>
                    <a:lnTo>
                      <a:pt x="41" y="724"/>
                    </a:lnTo>
                    <a:lnTo>
                      <a:pt x="41" y="724"/>
                    </a:lnTo>
                    <a:lnTo>
                      <a:pt x="42" y="724"/>
                    </a:lnTo>
                    <a:lnTo>
                      <a:pt x="42" y="724"/>
                    </a:lnTo>
                    <a:lnTo>
                      <a:pt x="43" y="724"/>
                    </a:lnTo>
                    <a:lnTo>
                      <a:pt x="44" y="724"/>
                    </a:lnTo>
                    <a:lnTo>
                      <a:pt x="44" y="724"/>
                    </a:lnTo>
                    <a:lnTo>
                      <a:pt x="45" y="724"/>
                    </a:lnTo>
                    <a:lnTo>
                      <a:pt x="45" y="724"/>
                    </a:lnTo>
                    <a:lnTo>
                      <a:pt x="46" y="724"/>
                    </a:lnTo>
                    <a:lnTo>
                      <a:pt x="47" y="724"/>
                    </a:lnTo>
                    <a:lnTo>
                      <a:pt x="47" y="724"/>
                    </a:lnTo>
                    <a:lnTo>
                      <a:pt x="48" y="724"/>
                    </a:lnTo>
                    <a:lnTo>
                      <a:pt x="48" y="724"/>
                    </a:lnTo>
                    <a:lnTo>
                      <a:pt x="49" y="724"/>
                    </a:lnTo>
                    <a:lnTo>
                      <a:pt x="50" y="724"/>
                    </a:lnTo>
                    <a:lnTo>
                      <a:pt x="50" y="724"/>
                    </a:lnTo>
                    <a:lnTo>
                      <a:pt x="51" y="724"/>
                    </a:lnTo>
                    <a:lnTo>
                      <a:pt x="51" y="724"/>
                    </a:lnTo>
                    <a:lnTo>
                      <a:pt x="52" y="724"/>
                    </a:lnTo>
                    <a:lnTo>
                      <a:pt x="52" y="724"/>
                    </a:lnTo>
                    <a:lnTo>
                      <a:pt x="53" y="724"/>
                    </a:lnTo>
                    <a:lnTo>
                      <a:pt x="54" y="724"/>
                    </a:lnTo>
                    <a:lnTo>
                      <a:pt x="54" y="724"/>
                    </a:lnTo>
                    <a:lnTo>
                      <a:pt x="55" y="724"/>
                    </a:lnTo>
                    <a:lnTo>
                      <a:pt x="55" y="724"/>
                    </a:lnTo>
                    <a:lnTo>
                      <a:pt x="56" y="724"/>
                    </a:lnTo>
                    <a:lnTo>
                      <a:pt x="56" y="724"/>
                    </a:lnTo>
                    <a:lnTo>
                      <a:pt x="57" y="724"/>
                    </a:lnTo>
                    <a:lnTo>
                      <a:pt x="57" y="724"/>
                    </a:lnTo>
                    <a:lnTo>
                      <a:pt x="58" y="724"/>
                    </a:lnTo>
                    <a:lnTo>
                      <a:pt x="59" y="724"/>
                    </a:lnTo>
                    <a:lnTo>
                      <a:pt x="59" y="724"/>
                    </a:lnTo>
                    <a:lnTo>
                      <a:pt x="60" y="724"/>
                    </a:lnTo>
                    <a:lnTo>
                      <a:pt x="60" y="724"/>
                    </a:lnTo>
                    <a:lnTo>
                      <a:pt x="61" y="724"/>
                    </a:lnTo>
                    <a:lnTo>
                      <a:pt x="62" y="724"/>
                    </a:lnTo>
                    <a:lnTo>
                      <a:pt x="62" y="724"/>
                    </a:lnTo>
                    <a:lnTo>
                      <a:pt x="63" y="724"/>
                    </a:lnTo>
                    <a:lnTo>
                      <a:pt x="63" y="724"/>
                    </a:lnTo>
                    <a:lnTo>
                      <a:pt x="64" y="724"/>
                    </a:lnTo>
                    <a:lnTo>
                      <a:pt x="65" y="724"/>
                    </a:lnTo>
                    <a:lnTo>
                      <a:pt x="65" y="724"/>
                    </a:lnTo>
                    <a:lnTo>
                      <a:pt x="66" y="724"/>
                    </a:lnTo>
                    <a:lnTo>
                      <a:pt x="66" y="724"/>
                    </a:lnTo>
                    <a:lnTo>
                      <a:pt x="67" y="724"/>
                    </a:lnTo>
                    <a:lnTo>
                      <a:pt x="68" y="724"/>
                    </a:lnTo>
                    <a:lnTo>
                      <a:pt x="68" y="724"/>
                    </a:lnTo>
                    <a:lnTo>
                      <a:pt x="69" y="724"/>
                    </a:lnTo>
                    <a:lnTo>
                      <a:pt x="69" y="724"/>
                    </a:lnTo>
                    <a:lnTo>
                      <a:pt x="70" y="724"/>
                    </a:lnTo>
                    <a:lnTo>
                      <a:pt x="70" y="724"/>
                    </a:lnTo>
                    <a:lnTo>
                      <a:pt x="71" y="724"/>
                    </a:lnTo>
                    <a:lnTo>
                      <a:pt x="71" y="724"/>
                    </a:lnTo>
                    <a:lnTo>
                      <a:pt x="72" y="724"/>
                    </a:lnTo>
                    <a:lnTo>
                      <a:pt x="72" y="724"/>
                    </a:lnTo>
                    <a:lnTo>
                      <a:pt x="73" y="724"/>
                    </a:lnTo>
                    <a:lnTo>
                      <a:pt x="74" y="724"/>
                    </a:lnTo>
                    <a:lnTo>
                      <a:pt x="74" y="724"/>
                    </a:lnTo>
                    <a:lnTo>
                      <a:pt x="75" y="724"/>
                    </a:lnTo>
                    <a:lnTo>
                      <a:pt x="75" y="724"/>
                    </a:lnTo>
                    <a:lnTo>
                      <a:pt x="76" y="724"/>
                    </a:lnTo>
                    <a:lnTo>
                      <a:pt x="77" y="724"/>
                    </a:lnTo>
                    <a:lnTo>
                      <a:pt x="77" y="724"/>
                    </a:lnTo>
                    <a:lnTo>
                      <a:pt x="78" y="724"/>
                    </a:lnTo>
                    <a:lnTo>
                      <a:pt x="78" y="724"/>
                    </a:lnTo>
                    <a:lnTo>
                      <a:pt x="79" y="724"/>
                    </a:lnTo>
                    <a:lnTo>
                      <a:pt x="80" y="724"/>
                    </a:lnTo>
                    <a:lnTo>
                      <a:pt x="80" y="724"/>
                    </a:lnTo>
                    <a:lnTo>
                      <a:pt x="81" y="724"/>
                    </a:lnTo>
                    <a:lnTo>
                      <a:pt x="81" y="724"/>
                    </a:lnTo>
                    <a:lnTo>
                      <a:pt x="82" y="724"/>
                    </a:lnTo>
                    <a:lnTo>
                      <a:pt x="83" y="724"/>
                    </a:lnTo>
                    <a:lnTo>
                      <a:pt x="83" y="724"/>
                    </a:lnTo>
                    <a:lnTo>
                      <a:pt x="84" y="724"/>
                    </a:lnTo>
                    <a:lnTo>
                      <a:pt x="84" y="724"/>
                    </a:lnTo>
                    <a:lnTo>
                      <a:pt x="85" y="724"/>
                    </a:lnTo>
                    <a:lnTo>
                      <a:pt x="85" y="724"/>
                    </a:lnTo>
                    <a:lnTo>
                      <a:pt x="86" y="724"/>
                    </a:lnTo>
                    <a:lnTo>
                      <a:pt x="86" y="724"/>
                    </a:lnTo>
                    <a:lnTo>
                      <a:pt x="87" y="724"/>
                    </a:lnTo>
                    <a:lnTo>
                      <a:pt x="88" y="724"/>
                    </a:lnTo>
                    <a:lnTo>
                      <a:pt x="88" y="724"/>
                    </a:lnTo>
                    <a:lnTo>
                      <a:pt x="89" y="724"/>
                    </a:lnTo>
                    <a:lnTo>
                      <a:pt x="89" y="724"/>
                    </a:lnTo>
                    <a:lnTo>
                      <a:pt x="90" y="724"/>
                    </a:lnTo>
                    <a:lnTo>
                      <a:pt x="90" y="724"/>
                    </a:lnTo>
                    <a:lnTo>
                      <a:pt x="91" y="724"/>
                    </a:lnTo>
                    <a:lnTo>
                      <a:pt x="92" y="724"/>
                    </a:lnTo>
                    <a:lnTo>
                      <a:pt x="92" y="724"/>
                    </a:lnTo>
                    <a:lnTo>
                      <a:pt x="93" y="724"/>
                    </a:lnTo>
                    <a:lnTo>
                      <a:pt x="93" y="724"/>
                    </a:lnTo>
                    <a:lnTo>
                      <a:pt x="94" y="724"/>
                    </a:lnTo>
                    <a:lnTo>
                      <a:pt x="95" y="724"/>
                    </a:lnTo>
                    <a:lnTo>
                      <a:pt x="95" y="724"/>
                    </a:lnTo>
                    <a:lnTo>
                      <a:pt x="96" y="724"/>
                    </a:lnTo>
                    <a:lnTo>
                      <a:pt x="96" y="724"/>
                    </a:lnTo>
                    <a:lnTo>
                      <a:pt x="97" y="724"/>
                    </a:lnTo>
                    <a:lnTo>
                      <a:pt x="98" y="724"/>
                    </a:lnTo>
                    <a:lnTo>
                      <a:pt x="98" y="724"/>
                    </a:lnTo>
                    <a:lnTo>
                      <a:pt x="99" y="724"/>
                    </a:lnTo>
                    <a:lnTo>
                      <a:pt x="99" y="724"/>
                    </a:lnTo>
                    <a:lnTo>
                      <a:pt x="100" y="724"/>
                    </a:lnTo>
                    <a:lnTo>
                      <a:pt x="101" y="724"/>
                    </a:lnTo>
                    <a:lnTo>
                      <a:pt x="101" y="724"/>
                    </a:lnTo>
                    <a:lnTo>
                      <a:pt x="102" y="724"/>
                    </a:lnTo>
                    <a:lnTo>
                      <a:pt x="102" y="724"/>
                    </a:lnTo>
                    <a:lnTo>
                      <a:pt x="103" y="724"/>
                    </a:lnTo>
                    <a:lnTo>
                      <a:pt x="103" y="724"/>
                    </a:lnTo>
                    <a:lnTo>
                      <a:pt x="104" y="724"/>
                    </a:lnTo>
                    <a:lnTo>
                      <a:pt x="104" y="724"/>
                    </a:lnTo>
                    <a:lnTo>
                      <a:pt x="105" y="724"/>
                    </a:lnTo>
                    <a:lnTo>
                      <a:pt x="105" y="724"/>
                    </a:lnTo>
                    <a:lnTo>
                      <a:pt x="106" y="724"/>
                    </a:lnTo>
                    <a:lnTo>
                      <a:pt x="107" y="724"/>
                    </a:lnTo>
                    <a:lnTo>
                      <a:pt x="107" y="724"/>
                    </a:lnTo>
                    <a:lnTo>
                      <a:pt x="108" y="724"/>
                    </a:lnTo>
                    <a:lnTo>
                      <a:pt x="108" y="724"/>
                    </a:lnTo>
                    <a:lnTo>
                      <a:pt x="109" y="724"/>
                    </a:lnTo>
                    <a:lnTo>
                      <a:pt x="110" y="724"/>
                    </a:lnTo>
                    <a:lnTo>
                      <a:pt x="110" y="724"/>
                    </a:lnTo>
                    <a:lnTo>
                      <a:pt x="111" y="724"/>
                    </a:lnTo>
                    <a:lnTo>
                      <a:pt x="112" y="724"/>
                    </a:lnTo>
                    <a:lnTo>
                      <a:pt x="112" y="724"/>
                    </a:lnTo>
                    <a:lnTo>
                      <a:pt x="113" y="724"/>
                    </a:lnTo>
                    <a:lnTo>
                      <a:pt x="113" y="724"/>
                    </a:lnTo>
                    <a:lnTo>
                      <a:pt x="114" y="724"/>
                    </a:lnTo>
                    <a:lnTo>
                      <a:pt x="115" y="724"/>
                    </a:lnTo>
                    <a:lnTo>
                      <a:pt x="115" y="724"/>
                    </a:lnTo>
                    <a:lnTo>
                      <a:pt x="116" y="724"/>
                    </a:lnTo>
                    <a:lnTo>
                      <a:pt x="116" y="724"/>
                    </a:lnTo>
                    <a:lnTo>
                      <a:pt x="117" y="724"/>
                    </a:lnTo>
                    <a:lnTo>
                      <a:pt x="117" y="724"/>
                    </a:lnTo>
                    <a:lnTo>
                      <a:pt x="118" y="724"/>
                    </a:lnTo>
                    <a:lnTo>
                      <a:pt x="118" y="724"/>
                    </a:lnTo>
                    <a:lnTo>
                      <a:pt x="119" y="724"/>
                    </a:lnTo>
                    <a:lnTo>
                      <a:pt x="119" y="724"/>
                    </a:lnTo>
                    <a:lnTo>
                      <a:pt x="120" y="724"/>
                    </a:lnTo>
                    <a:lnTo>
                      <a:pt x="121" y="724"/>
                    </a:lnTo>
                    <a:lnTo>
                      <a:pt x="121" y="724"/>
                    </a:lnTo>
                    <a:lnTo>
                      <a:pt x="122" y="724"/>
                    </a:lnTo>
                    <a:lnTo>
                      <a:pt x="122" y="724"/>
                    </a:lnTo>
                    <a:lnTo>
                      <a:pt x="123" y="724"/>
                    </a:lnTo>
                    <a:lnTo>
                      <a:pt x="124" y="724"/>
                    </a:lnTo>
                    <a:lnTo>
                      <a:pt x="124" y="724"/>
                    </a:lnTo>
                    <a:lnTo>
                      <a:pt x="125" y="724"/>
                    </a:lnTo>
                    <a:lnTo>
                      <a:pt x="125" y="724"/>
                    </a:lnTo>
                    <a:lnTo>
                      <a:pt x="126" y="724"/>
                    </a:lnTo>
                    <a:lnTo>
                      <a:pt x="127" y="724"/>
                    </a:lnTo>
                    <a:lnTo>
                      <a:pt x="127" y="724"/>
                    </a:lnTo>
                    <a:lnTo>
                      <a:pt x="128" y="724"/>
                    </a:lnTo>
                    <a:lnTo>
                      <a:pt x="128" y="724"/>
                    </a:lnTo>
                    <a:lnTo>
                      <a:pt x="129" y="724"/>
                    </a:lnTo>
                    <a:lnTo>
                      <a:pt x="130" y="724"/>
                    </a:lnTo>
                    <a:lnTo>
                      <a:pt x="130" y="724"/>
                    </a:lnTo>
                    <a:lnTo>
                      <a:pt x="131" y="724"/>
                    </a:lnTo>
                    <a:lnTo>
                      <a:pt x="131" y="724"/>
                    </a:lnTo>
                    <a:lnTo>
                      <a:pt x="132" y="724"/>
                    </a:lnTo>
                    <a:lnTo>
                      <a:pt x="132" y="724"/>
                    </a:lnTo>
                    <a:lnTo>
                      <a:pt x="133" y="724"/>
                    </a:lnTo>
                    <a:lnTo>
                      <a:pt x="133" y="724"/>
                    </a:lnTo>
                    <a:lnTo>
                      <a:pt x="134" y="724"/>
                    </a:lnTo>
                    <a:lnTo>
                      <a:pt x="135" y="724"/>
                    </a:lnTo>
                    <a:lnTo>
                      <a:pt x="135" y="724"/>
                    </a:lnTo>
                    <a:lnTo>
                      <a:pt x="136" y="724"/>
                    </a:lnTo>
                    <a:lnTo>
                      <a:pt x="136" y="724"/>
                    </a:lnTo>
                    <a:lnTo>
                      <a:pt x="137" y="724"/>
                    </a:lnTo>
                    <a:lnTo>
                      <a:pt x="137" y="723"/>
                    </a:lnTo>
                    <a:lnTo>
                      <a:pt x="138" y="723"/>
                    </a:lnTo>
                    <a:lnTo>
                      <a:pt x="139" y="723"/>
                    </a:lnTo>
                    <a:lnTo>
                      <a:pt x="139" y="723"/>
                    </a:lnTo>
                    <a:lnTo>
                      <a:pt x="140" y="723"/>
                    </a:lnTo>
                    <a:lnTo>
                      <a:pt x="140" y="723"/>
                    </a:lnTo>
                    <a:lnTo>
                      <a:pt x="141" y="723"/>
                    </a:lnTo>
                    <a:lnTo>
                      <a:pt x="142" y="723"/>
                    </a:lnTo>
                    <a:lnTo>
                      <a:pt x="142" y="723"/>
                    </a:lnTo>
                    <a:lnTo>
                      <a:pt x="143" y="723"/>
                    </a:lnTo>
                    <a:lnTo>
                      <a:pt x="143" y="723"/>
                    </a:lnTo>
                    <a:lnTo>
                      <a:pt x="144" y="723"/>
                    </a:lnTo>
                    <a:lnTo>
                      <a:pt x="145" y="723"/>
                    </a:lnTo>
                    <a:lnTo>
                      <a:pt x="145" y="723"/>
                    </a:lnTo>
                    <a:lnTo>
                      <a:pt x="146" y="723"/>
                    </a:lnTo>
                    <a:lnTo>
                      <a:pt x="146" y="723"/>
                    </a:lnTo>
                    <a:lnTo>
                      <a:pt x="147" y="723"/>
                    </a:lnTo>
                    <a:lnTo>
                      <a:pt x="148" y="723"/>
                    </a:lnTo>
                    <a:lnTo>
                      <a:pt x="148" y="723"/>
                    </a:lnTo>
                    <a:lnTo>
                      <a:pt x="149" y="723"/>
                    </a:lnTo>
                    <a:lnTo>
                      <a:pt x="149" y="723"/>
                    </a:lnTo>
                    <a:lnTo>
                      <a:pt x="150" y="723"/>
                    </a:lnTo>
                    <a:lnTo>
                      <a:pt x="150" y="723"/>
                    </a:lnTo>
                    <a:lnTo>
                      <a:pt x="151" y="723"/>
                    </a:lnTo>
                    <a:lnTo>
                      <a:pt x="151" y="723"/>
                    </a:lnTo>
                    <a:lnTo>
                      <a:pt x="152" y="723"/>
                    </a:lnTo>
                    <a:lnTo>
                      <a:pt x="152" y="723"/>
                    </a:lnTo>
                    <a:lnTo>
                      <a:pt x="153" y="724"/>
                    </a:lnTo>
                    <a:lnTo>
                      <a:pt x="154" y="724"/>
                    </a:lnTo>
                    <a:lnTo>
                      <a:pt x="154" y="724"/>
                    </a:lnTo>
                    <a:lnTo>
                      <a:pt x="155" y="724"/>
                    </a:lnTo>
                    <a:lnTo>
                      <a:pt x="155" y="724"/>
                    </a:lnTo>
                    <a:lnTo>
                      <a:pt x="156" y="724"/>
                    </a:lnTo>
                    <a:lnTo>
                      <a:pt x="157" y="724"/>
                    </a:lnTo>
                    <a:lnTo>
                      <a:pt x="157" y="724"/>
                    </a:lnTo>
                    <a:lnTo>
                      <a:pt x="158" y="724"/>
                    </a:lnTo>
                    <a:lnTo>
                      <a:pt x="158" y="724"/>
                    </a:lnTo>
                    <a:lnTo>
                      <a:pt x="159" y="724"/>
                    </a:lnTo>
                    <a:lnTo>
                      <a:pt x="160" y="724"/>
                    </a:lnTo>
                    <a:lnTo>
                      <a:pt x="160" y="724"/>
                    </a:lnTo>
                    <a:lnTo>
                      <a:pt x="161" y="724"/>
                    </a:lnTo>
                    <a:lnTo>
                      <a:pt x="161" y="724"/>
                    </a:lnTo>
                    <a:lnTo>
                      <a:pt x="162" y="724"/>
                    </a:lnTo>
                    <a:lnTo>
                      <a:pt x="163" y="724"/>
                    </a:lnTo>
                    <a:lnTo>
                      <a:pt x="163" y="724"/>
                    </a:lnTo>
                    <a:lnTo>
                      <a:pt x="164" y="724"/>
                    </a:lnTo>
                    <a:lnTo>
                      <a:pt x="164" y="724"/>
                    </a:lnTo>
                    <a:lnTo>
                      <a:pt x="165" y="724"/>
                    </a:lnTo>
                    <a:lnTo>
                      <a:pt x="165" y="724"/>
                    </a:lnTo>
                    <a:lnTo>
                      <a:pt x="166" y="724"/>
                    </a:lnTo>
                    <a:lnTo>
                      <a:pt x="166" y="724"/>
                    </a:lnTo>
                    <a:lnTo>
                      <a:pt x="167" y="724"/>
                    </a:lnTo>
                    <a:lnTo>
                      <a:pt x="168" y="724"/>
                    </a:lnTo>
                    <a:lnTo>
                      <a:pt x="168" y="724"/>
                    </a:lnTo>
                    <a:lnTo>
                      <a:pt x="169" y="724"/>
                    </a:lnTo>
                    <a:lnTo>
                      <a:pt x="169" y="724"/>
                    </a:lnTo>
                    <a:lnTo>
                      <a:pt x="170" y="724"/>
                    </a:lnTo>
                    <a:lnTo>
                      <a:pt x="170" y="724"/>
                    </a:lnTo>
                    <a:lnTo>
                      <a:pt x="171" y="724"/>
                    </a:lnTo>
                    <a:lnTo>
                      <a:pt x="172" y="724"/>
                    </a:lnTo>
                    <a:lnTo>
                      <a:pt x="172" y="724"/>
                    </a:lnTo>
                    <a:lnTo>
                      <a:pt x="173" y="724"/>
                    </a:lnTo>
                    <a:lnTo>
                      <a:pt x="173" y="724"/>
                    </a:lnTo>
                    <a:lnTo>
                      <a:pt x="174" y="724"/>
                    </a:lnTo>
                    <a:lnTo>
                      <a:pt x="175" y="724"/>
                    </a:lnTo>
                    <a:lnTo>
                      <a:pt x="175" y="724"/>
                    </a:lnTo>
                    <a:lnTo>
                      <a:pt x="176" y="724"/>
                    </a:lnTo>
                    <a:lnTo>
                      <a:pt x="176" y="724"/>
                    </a:lnTo>
                    <a:lnTo>
                      <a:pt x="177" y="724"/>
                    </a:lnTo>
                    <a:lnTo>
                      <a:pt x="178" y="724"/>
                    </a:lnTo>
                    <a:lnTo>
                      <a:pt x="178" y="724"/>
                    </a:lnTo>
                    <a:lnTo>
                      <a:pt x="179" y="724"/>
                    </a:lnTo>
                    <a:lnTo>
                      <a:pt x="179" y="724"/>
                    </a:lnTo>
                    <a:lnTo>
                      <a:pt x="180" y="724"/>
                    </a:lnTo>
                    <a:lnTo>
                      <a:pt x="180" y="724"/>
                    </a:lnTo>
                    <a:lnTo>
                      <a:pt x="181" y="724"/>
                    </a:lnTo>
                    <a:lnTo>
                      <a:pt x="182" y="724"/>
                    </a:lnTo>
                    <a:lnTo>
                      <a:pt x="182" y="724"/>
                    </a:lnTo>
                    <a:lnTo>
                      <a:pt x="183" y="724"/>
                    </a:lnTo>
                    <a:lnTo>
                      <a:pt x="183" y="724"/>
                    </a:lnTo>
                    <a:lnTo>
                      <a:pt x="184" y="724"/>
                    </a:lnTo>
                    <a:lnTo>
                      <a:pt x="184" y="724"/>
                    </a:lnTo>
                    <a:lnTo>
                      <a:pt x="185" y="724"/>
                    </a:lnTo>
                    <a:lnTo>
                      <a:pt x="186" y="724"/>
                    </a:lnTo>
                    <a:lnTo>
                      <a:pt x="186" y="724"/>
                    </a:lnTo>
                    <a:lnTo>
                      <a:pt x="187" y="724"/>
                    </a:lnTo>
                    <a:lnTo>
                      <a:pt x="187" y="724"/>
                    </a:lnTo>
                    <a:lnTo>
                      <a:pt x="188" y="724"/>
                    </a:lnTo>
                    <a:lnTo>
                      <a:pt x="189" y="724"/>
                    </a:lnTo>
                    <a:lnTo>
                      <a:pt x="189" y="724"/>
                    </a:lnTo>
                    <a:lnTo>
                      <a:pt x="190" y="724"/>
                    </a:lnTo>
                    <a:lnTo>
                      <a:pt x="190" y="724"/>
                    </a:lnTo>
                    <a:lnTo>
                      <a:pt x="191" y="724"/>
                    </a:lnTo>
                    <a:lnTo>
                      <a:pt x="192" y="724"/>
                    </a:lnTo>
                    <a:lnTo>
                      <a:pt x="192" y="724"/>
                    </a:lnTo>
                    <a:lnTo>
                      <a:pt x="193" y="724"/>
                    </a:lnTo>
                    <a:lnTo>
                      <a:pt x="193" y="724"/>
                    </a:lnTo>
                    <a:lnTo>
                      <a:pt x="194" y="724"/>
                    </a:lnTo>
                    <a:lnTo>
                      <a:pt x="194" y="724"/>
                    </a:lnTo>
                    <a:lnTo>
                      <a:pt x="195" y="724"/>
                    </a:lnTo>
                    <a:lnTo>
                      <a:pt x="196" y="724"/>
                    </a:lnTo>
                    <a:lnTo>
                      <a:pt x="196" y="724"/>
                    </a:lnTo>
                    <a:lnTo>
                      <a:pt x="197" y="724"/>
                    </a:lnTo>
                    <a:lnTo>
                      <a:pt x="197" y="724"/>
                    </a:lnTo>
                    <a:lnTo>
                      <a:pt x="198" y="724"/>
                    </a:lnTo>
                    <a:lnTo>
                      <a:pt x="198" y="724"/>
                    </a:lnTo>
                    <a:lnTo>
                      <a:pt x="199" y="724"/>
                    </a:lnTo>
                    <a:lnTo>
                      <a:pt x="199" y="724"/>
                    </a:lnTo>
                    <a:lnTo>
                      <a:pt x="200" y="724"/>
                    </a:lnTo>
                    <a:lnTo>
                      <a:pt x="201" y="724"/>
                    </a:lnTo>
                    <a:lnTo>
                      <a:pt x="201" y="724"/>
                    </a:lnTo>
                    <a:lnTo>
                      <a:pt x="202" y="724"/>
                    </a:lnTo>
                    <a:lnTo>
                      <a:pt x="202" y="724"/>
                    </a:lnTo>
                    <a:lnTo>
                      <a:pt x="203" y="724"/>
                    </a:lnTo>
                    <a:lnTo>
                      <a:pt x="204" y="724"/>
                    </a:lnTo>
                    <a:lnTo>
                      <a:pt x="204" y="724"/>
                    </a:lnTo>
                    <a:lnTo>
                      <a:pt x="205" y="724"/>
                    </a:lnTo>
                    <a:lnTo>
                      <a:pt x="205" y="724"/>
                    </a:lnTo>
                    <a:lnTo>
                      <a:pt x="206" y="724"/>
                    </a:lnTo>
                    <a:lnTo>
                      <a:pt x="207" y="724"/>
                    </a:lnTo>
                    <a:lnTo>
                      <a:pt x="207" y="724"/>
                    </a:lnTo>
                    <a:lnTo>
                      <a:pt x="208" y="724"/>
                    </a:lnTo>
                    <a:lnTo>
                      <a:pt x="208" y="724"/>
                    </a:lnTo>
                    <a:lnTo>
                      <a:pt x="209" y="724"/>
                    </a:lnTo>
                    <a:lnTo>
                      <a:pt x="210" y="724"/>
                    </a:lnTo>
                    <a:lnTo>
                      <a:pt x="210" y="724"/>
                    </a:lnTo>
                    <a:lnTo>
                      <a:pt x="211" y="724"/>
                    </a:lnTo>
                    <a:lnTo>
                      <a:pt x="211" y="724"/>
                    </a:lnTo>
                    <a:lnTo>
                      <a:pt x="212" y="724"/>
                    </a:lnTo>
                    <a:lnTo>
                      <a:pt x="212" y="724"/>
                    </a:lnTo>
                    <a:lnTo>
                      <a:pt x="213" y="724"/>
                    </a:lnTo>
                    <a:lnTo>
                      <a:pt x="213" y="724"/>
                    </a:lnTo>
                    <a:lnTo>
                      <a:pt x="214" y="724"/>
                    </a:lnTo>
                    <a:lnTo>
                      <a:pt x="215" y="724"/>
                    </a:lnTo>
                    <a:lnTo>
                      <a:pt x="215" y="724"/>
                    </a:lnTo>
                    <a:lnTo>
                      <a:pt x="216" y="724"/>
                    </a:lnTo>
                    <a:lnTo>
                      <a:pt x="216" y="724"/>
                    </a:lnTo>
                    <a:lnTo>
                      <a:pt x="217" y="724"/>
                    </a:lnTo>
                    <a:lnTo>
                      <a:pt x="217" y="724"/>
                    </a:lnTo>
                    <a:lnTo>
                      <a:pt x="218" y="724"/>
                    </a:lnTo>
                    <a:lnTo>
                      <a:pt x="219" y="724"/>
                    </a:lnTo>
                    <a:lnTo>
                      <a:pt x="219" y="724"/>
                    </a:lnTo>
                    <a:lnTo>
                      <a:pt x="220" y="724"/>
                    </a:lnTo>
                    <a:lnTo>
                      <a:pt x="220" y="724"/>
                    </a:lnTo>
                    <a:lnTo>
                      <a:pt x="221" y="724"/>
                    </a:lnTo>
                    <a:lnTo>
                      <a:pt x="222" y="724"/>
                    </a:lnTo>
                    <a:lnTo>
                      <a:pt x="222" y="724"/>
                    </a:lnTo>
                    <a:lnTo>
                      <a:pt x="223" y="724"/>
                    </a:lnTo>
                    <a:lnTo>
                      <a:pt x="223" y="724"/>
                    </a:lnTo>
                    <a:lnTo>
                      <a:pt x="224" y="724"/>
                    </a:lnTo>
                    <a:lnTo>
                      <a:pt x="225" y="724"/>
                    </a:lnTo>
                    <a:lnTo>
                      <a:pt x="225" y="724"/>
                    </a:lnTo>
                    <a:lnTo>
                      <a:pt x="226" y="724"/>
                    </a:lnTo>
                    <a:lnTo>
                      <a:pt x="226" y="724"/>
                    </a:lnTo>
                    <a:lnTo>
                      <a:pt x="227" y="724"/>
                    </a:lnTo>
                    <a:lnTo>
                      <a:pt x="227" y="724"/>
                    </a:lnTo>
                    <a:lnTo>
                      <a:pt x="228" y="724"/>
                    </a:lnTo>
                    <a:lnTo>
                      <a:pt x="229" y="724"/>
                    </a:lnTo>
                    <a:lnTo>
                      <a:pt x="229" y="724"/>
                    </a:lnTo>
                    <a:lnTo>
                      <a:pt x="230" y="724"/>
                    </a:lnTo>
                    <a:lnTo>
                      <a:pt x="230" y="724"/>
                    </a:lnTo>
                    <a:lnTo>
                      <a:pt x="231" y="724"/>
                    </a:lnTo>
                    <a:lnTo>
                      <a:pt x="231" y="724"/>
                    </a:lnTo>
                    <a:lnTo>
                      <a:pt x="232" y="724"/>
                    </a:lnTo>
                    <a:lnTo>
                      <a:pt x="232" y="724"/>
                    </a:lnTo>
                    <a:lnTo>
                      <a:pt x="233" y="724"/>
                    </a:lnTo>
                    <a:lnTo>
                      <a:pt x="234" y="724"/>
                    </a:lnTo>
                    <a:lnTo>
                      <a:pt x="234" y="724"/>
                    </a:lnTo>
                    <a:lnTo>
                      <a:pt x="235" y="724"/>
                    </a:lnTo>
                    <a:lnTo>
                      <a:pt x="235" y="724"/>
                    </a:lnTo>
                    <a:lnTo>
                      <a:pt x="236" y="724"/>
                    </a:lnTo>
                    <a:lnTo>
                      <a:pt x="237" y="724"/>
                    </a:lnTo>
                    <a:lnTo>
                      <a:pt x="237" y="724"/>
                    </a:lnTo>
                    <a:lnTo>
                      <a:pt x="238" y="724"/>
                    </a:lnTo>
                    <a:lnTo>
                      <a:pt x="238" y="724"/>
                    </a:lnTo>
                    <a:lnTo>
                      <a:pt x="239" y="724"/>
                    </a:lnTo>
                    <a:lnTo>
                      <a:pt x="240" y="724"/>
                    </a:lnTo>
                    <a:lnTo>
                      <a:pt x="240" y="724"/>
                    </a:lnTo>
                    <a:lnTo>
                      <a:pt x="241" y="724"/>
                    </a:lnTo>
                    <a:lnTo>
                      <a:pt x="241" y="724"/>
                    </a:lnTo>
                    <a:lnTo>
                      <a:pt x="242" y="724"/>
                    </a:lnTo>
                    <a:lnTo>
                      <a:pt x="243" y="724"/>
                    </a:lnTo>
                    <a:lnTo>
                      <a:pt x="243" y="724"/>
                    </a:lnTo>
                    <a:lnTo>
                      <a:pt x="244" y="724"/>
                    </a:lnTo>
                    <a:lnTo>
                      <a:pt x="244" y="724"/>
                    </a:lnTo>
                    <a:lnTo>
                      <a:pt x="245" y="724"/>
                    </a:lnTo>
                    <a:lnTo>
                      <a:pt x="245" y="724"/>
                    </a:lnTo>
                    <a:lnTo>
                      <a:pt x="246" y="724"/>
                    </a:lnTo>
                    <a:lnTo>
                      <a:pt x="246" y="724"/>
                    </a:lnTo>
                    <a:lnTo>
                      <a:pt x="247" y="724"/>
                    </a:lnTo>
                    <a:lnTo>
                      <a:pt x="247" y="724"/>
                    </a:lnTo>
                    <a:lnTo>
                      <a:pt x="248" y="724"/>
                    </a:lnTo>
                    <a:lnTo>
                      <a:pt x="249" y="724"/>
                    </a:lnTo>
                    <a:lnTo>
                      <a:pt x="249" y="724"/>
                    </a:lnTo>
                    <a:lnTo>
                      <a:pt x="250" y="724"/>
                    </a:lnTo>
                    <a:lnTo>
                      <a:pt x="251" y="724"/>
                    </a:lnTo>
                    <a:lnTo>
                      <a:pt x="251" y="724"/>
                    </a:lnTo>
                    <a:lnTo>
                      <a:pt x="252" y="724"/>
                    </a:lnTo>
                    <a:lnTo>
                      <a:pt x="252" y="724"/>
                    </a:lnTo>
                    <a:lnTo>
                      <a:pt x="253" y="724"/>
                    </a:lnTo>
                    <a:lnTo>
                      <a:pt x="254" y="724"/>
                    </a:lnTo>
                    <a:lnTo>
                      <a:pt x="254" y="724"/>
                    </a:lnTo>
                    <a:lnTo>
                      <a:pt x="255" y="724"/>
                    </a:lnTo>
                    <a:lnTo>
                      <a:pt x="255" y="724"/>
                    </a:lnTo>
                    <a:lnTo>
                      <a:pt x="256" y="724"/>
                    </a:lnTo>
                    <a:lnTo>
                      <a:pt x="257" y="724"/>
                    </a:lnTo>
                    <a:lnTo>
                      <a:pt x="257" y="724"/>
                    </a:lnTo>
                    <a:lnTo>
                      <a:pt x="258" y="724"/>
                    </a:lnTo>
                    <a:lnTo>
                      <a:pt x="258" y="724"/>
                    </a:lnTo>
                    <a:lnTo>
                      <a:pt x="259" y="724"/>
                    </a:lnTo>
                    <a:lnTo>
                      <a:pt x="259" y="724"/>
                    </a:lnTo>
                    <a:lnTo>
                      <a:pt x="260" y="724"/>
                    </a:lnTo>
                    <a:lnTo>
                      <a:pt x="260" y="724"/>
                    </a:lnTo>
                    <a:lnTo>
                      <a:pt x="261" y="724"/>
                    </a:lnTo>
                    <a:lnTo>
                      <a:pt x="261" y="724"/>
                    </a:lnTo>
                    <a:lnTo>
                      <a:pt x="262" y="724"/>
                    </a:lnTo>
                    <a:lnTo>
                      <a:pt x="263" y="724"/>
                    </a:lnTo>
                    <a:lnTo>
                      <a:pt x="263" y="724"/>
                    </a:lnTo>
                    <a:lnTo>
                      <a:pt x="264" y="724"/>
                    </a:lnTo>
                    <a:lnTo>
                      <a:pt x="264" y="724"/>
                    </a:lnTo>
                    <a:lnTo>
                      <a:pt x="265" y="724"/>
                    </a:lnTo>
                    <a:lnTo>
                      <a:pt x="266" y="724"/>
                    </a:lnTo>
                    <a:lnTo>
                      <a:pt x="266" y="724"/>
                    </a:lnTo>
                    <a:lnTo>
                      <a:pt x="267" y="724"/>
                    </a:lnTo>
                    <a:lnTo>
                      <a:pt x="267" y="724"/>
                    </a:lnTo>
                    <a:lnTo>
                      <a:pt x="268" y="724"/>
                    </a:lnTo>
                    <a:lnTo>
                      <a:pt x="269" y="724"/>
                    </a:lnTo>
                    <a:lnTo>
                      <a:pt x="269" y="724"/>
                    </a:lnTo>
                    <a:lnTo>
                      <a:pt x="270" y="724"/>
                    </a:lnTo>
                    <a:lnTo>
                      <a:pt x="270" y="724"/>
                    </a:lnTo>
                    <a:lnTo>
                      <a:pt x="271" y="724"/>
                    </a:lnTo>
                    <a:lnTo>
                      <a:pt x="272" y="724"/>
                    </a:lnTo>
                    <a:lnTo>
                      <a:pt x="272" y="724"/>
                    </a:lnTo>
                    <a:lnTo>
                      <a:pt x="273" y="724"/>
                    </a:lnTo>
                    <a:lnTo>
                      <a:pt x="273" y="724"/>
                    </a:lnTo>
                    <a:lnTo>
                      <a:pt x="274" y="724"/>
                    </a:lnTo>
                    <a:lnTo>
                      <a:pt x="274" y="723"/>
                    </a:lnTo>
                    <a:lnTo>
                      <a:pt x="275" y="723"/>
                    </a:lnTo>
                    <a:lnTo>
                      <a:pt x="276" y="723"/>
                    </a:lnTo>
                    <a:lnTo>
                      <a:pt x="276" y="723"/>
                    </a:lnTo>
                    <a:lnTo>
                      <a:pt x="277" y="723"/>
                    </a:lnTo>
                    <a:lnTo>
                      <a:pt x="277" y="723"/>
                    </a:lnTo>
                    <a:lnTo>
                      <a:pt x="278" y="723"/>
                    </a:lnTo>
                    <a:lnTo>
                      <a:pt x="278" y="723"/>
                    </a:lnTo>
                    <a:lnTo>
                      <a:pt x="279" y="723"/>
                    </a:lnTo>
                    <a:lnTo>
                      <a:pt x="279" y="723"/>
                    </a:lnTo>
                    <a:lnTo>
                      <a:pt x="280" y="723"/>
                    </a:lnTo>
                    <a:lnTo>
                      <a:pt x="281" y="723"/>
                    </a:lnTo>
                    <a:lnTo>
                      <a:pt x="281" y="723"/>
                    </a:lnTo>
                    <a:lnTo>
                      <a:pt x="282" y="722"/>
                    </a:lnTo>
                    <a:lnTo>
                      <a:pt x="282" y="722"/>
                    </a:lnTo>
                    <a:lnTo>
                      <a:pt x="283" y="722"/>
                    </a:lnTo>
                    <a:lnTo>
                      <a:pt x="284" y="722"/>
                    </a:lnTo>
                    <a:lnTo>
                      <a:pt x="284" y="722"/>
                    </a:lnTo>
                    <a:lnTo>
                      <a:pt x="285" y="722"/>
                    </a:lnTo>
                    <a:lnTo>
                      <a:pt x="285" y="722"/>
                    </a:lnTo>
                    <a:lnTo>
                      <a:pt x="286" y="722"/>
                    </a:lnTo>
                    <a:lnTo>
                      <a:pt x="287" y="722"/>
                    </a:lnTo>
                    <a:lnTo>
                      <a:pt x="287" y="722"/>
                    </a:lnTo>
                    <a:lnTo>
                      <a:pt x="288" y="722"/>
                    </a:lnTo>
                    <a:lnTo>
                      <a:pt x="288" y="722"/>
                    </a:lnTo>
                    <a:lnTo>
                      <a:pt x="289" y="721"/>
                    </a:lnTo>
                    <a:lnTo>
                      <a:pt x="290" y="721"/>
                    </a:lnTo>
                    <a:lnTo>
                      <a:pt x="290" y="721"/>
                    </a:lnTo>
                    <a:lnTo>
                      <a:pt x="291" y="721"/>
                    </a:lnTo>
                    <a:lnTo>
                      <a:pt x="291" y="721"/>
                    </a:lnTo>
                    <a:lnTo>
                      <a:pt x="292" y="721"/>
                    </a:lnTo>
                    <a:lnTo>
                      <a:pt x="292" y="720"/>
                    </a:lnTo>
                    <a:lnTo>
                      <a:pt x="293" y="720"/>
                    </a:lnTo>
                    <a:lnTo>
                      <a:pt x="293" y="720"/>
                    </a:lnTo>
                    <a:lnTo>
                      <a:pt x="294" y="720"/>
                    </a:lnTo>
                    <a:lnTo>
                      <a:pt x="294" y="720"/>
                    </a:lnTo>
                    <a:lnTo>
                      <a:pt x="295" y="720"/>
                    </a:lnTo>
                    <a:lnTo>
                      <a:pt x="296" y="720"/>
                    </a:lnTo>
                    <a:lnTo>
                      <a:pt x="296" y="720"/>
                    </a:lnTo>
                    <a:lnTo>
                      <a:pt x="297" y="719"/>
                    </a:lnTo>
                    <a:lnTo>
                      <a:pt x="297" y="719"/>
                    </a:lnTo>
                    <a:lnTo>
                      <a:pt x="298" y="719"/>
                    </a:lnTo>
                    <a:lnTo>
                      <a:pt x="299" y="719"/>
                    </a:lnTo>
                    <a:lnTo>
                      <a:pt x="299" y="719"/>
                    </a:lnTo>
                    <a:lnTo>
                      <a:pt x="300" y="719"/>
                    </a:lnTo>
                    <a:lnTo>
                      <a:pt x="300" y="718"/>
                    </a:lnTo>
                    <a:lnTo>
                      <a:pt x="301" y="718"/>
                    </a:lnTo>
                    <a:lnTo>
                      <a:pt x="302" y="717"/>
                    </a:lnTo>
                    <a:lnTo>
                      <a:pt x="302" y="717"/>
                    </a:lnTo>
                    <a:lnTo>
                      <a:pt x="303" y="717"/>
                    </a:lnTo>
                    <a:lnTo>
                      <a:pt x="303" y="716"/>
                    </a:lnTo>
                    <a:lnTo>
                      <a:pt x="304" y="716"/>
                    </a:lnTo>
                    <a:lnTo>
                      <a:pt x="305" y="716"/>
                    </a:lnTo>
                    <a:lnTo>
                      <a:pt x="305" y="715"/>
                    </a:lnTo>
                    <a:lnTo>
                      <a:pt x="306" y="715"/>
                    </a:lnTo>
                    <a:lnTo>
                      <a:pt x="306" y="714"/>
                    </a:lnTo>
                    <a:lnTo>
                      <a:pt x="307" y="714"/>
                    </a:lnTo>
                    <a:lnTo>
                      <a:pt x="307" y="714"/>
                    </a:lnTo>
                    <a:lnTo>
                      <a:pt x="308" y="713"/>
                    </a:lnTo>
                    <a:lnTo>
                      <a:pt x="308" y="713"/>
                    </a:lnTo>
                    <a:lnTo>
                      <a:pt x="309" y="713"/>
                    </a:lnTo>
                    <a:lnTo>
                      <a:pt x="310" y="712"/>
                    </a:lnTo>
                    <a:lnTo>
                      <a:pt x="310" y="712"/>
                    </a:lnTo>
                    <a:lnTo>
                      <a:pt x="311" y="711"/>
                    </a:lnTo>
                    <a:lnTo>
                      <a:pt x="311" y="711"/>
                    </a:lnTo>
                    <a:lnTo>
                      <a:pt x="312" y="711"/>
                    </a:lnTo>
                    <a:lnTo>
                      <a:pt x="312" y="710"/>
                    </a:lnTo>
                    <a:lnTo>
                      <a:pt x="313" y="710"/>
                    </a:lnTo>
                    <a:lnTo>
                      <a:pt x="314" y="710"/>
                    </a:lnTo>
                    <a:lnTo>
                      <a:pt x="314" y="709"/>
                    </a:lnTo>
                    <a:lnTo>
                      <a:pt x="315" y="709"/>
                    </a:lnTo>
                    <a:lnTo>
                      <a:pt x="315" y="708"/>
                    </a:lnTo>
                    <a:lnTo>
                      <a:pt x="316" y="708"/>
                    </a:lnTo>
                    <a:lnTo>
                      <a:pt x="317" y="708"/>
                    </a:lnTo>
                    <a:lnTo>
                      <a:pt x="317" y="708"/>
                    </a:lnTo>
                    <a:lnTo>
                      <a:pt x="318" y="707"/>
                    </a:lnTo>
                    <a:lnTo>
                      <a:pt x="319" y="707"/>
                    </a:lnTo>
                    <a:lnTo>
                      <a:pt x="319" y="707"/>
                    </a:lnTo>
                    <a:lnTo>
                      <a:pt x="320" y="707"/>
                    </a:lnTo>
                    <a:lnTo>
                      <a:pt x="320" y="706"/>
                    </a:lnTo>
                    <a:lnTo>
                      <a:pt x="321" y="706"/>
                    </a:lnTo>
                    <a:lnTo>
                      <a:pt x="321" y="706"/>
                    </a:lnTo>
                    <a:lnTo>
                      <a:pt x="322" y="706"/>
                    </a:lnTo>
                    <a:lnTo>
                      <a:pt x="323" y="705"/>
                    </a:lnTo>
                    <a:lnTo>
                      <a:pt x="323" y="705"/>
                    </a:lnTo>
                    <a:lnTo>
                      <a:pt x="324" y="705"/>
                    </a:lnTo>
                    <a:lnTo>
                      <a:pt x="324" y="705"/>
                    </a:lnTo>
                    <a:lnTo>
                      <a:pt x="325" y="705"/>
                    </a:lnTo>
                    <a:lnTo>
                      <a:pt x="325" y="705"/>
                    </a:lnTo>
                    <a:lnTo>
                      <a:pt x="326" y="705"/>
                    </a:lnTo>
                    <a:lnTo>
                      <a:pt x="326" y="705"/>
                    </a:lnTo>
                    <a:lnTo>
                      <a:pt x="327" y="705"/>
                    </a:lnTo>
                    <a:lnTo>
                      <a:pt x="328" y="705"/>
                    </a:lnTo>
                    <a:lnTo>
                      <a:pt x="328" y="705"/>
                    </a:lnTo>
                    <a:lnTo>
                      <a:pt x="329" y="704"/>
                    </a:lnTo>
                    <a:lnTo>
                      <a:pt x="329" y="704"/>
                    </a:lnTo>
                    <a:lnTo>
                      <a:pt x="330" y="704"/>
                    </a:lnTo>
                    <a:lnTo>
                      <a:pt x="331" y="704"/>
                    </a:lnTo>
                    <a:lnTo>
                      <a:pt x="331" y="704"/>
                    </a:lnTo>
                    <a:lnTo>
                      <a:pt x="332" y="704"/>
                    </a:lnTo>
                    <a:lnTo>
                      <a:pt x="332" y="704"/>
                    </a:lnTo>
                    <a:lnTo>
                      <a:pt x="333" y="704"/>
                    </a:lnTo>
                    <a:lnTo>
                      <a:pt x="334" y="704"/>
                    </a:lnTo>
                    <a:lnTo>
                      <a:pt x="334" y="704"/>
                    </a:lnTo>
                    <a:lnTo>
                      <a:pt x="335" y="704"/>
                    </a:lnTo>
                    <a:lnTo>
                      <a:pt x="335" y="704"/>
                    </a:lnTo>
                    <a:lnTo>
                      <a:pt x="336" y="704"/>
                    </a:lnTo>
                    <a:lnTo>
                      <a:pt x="337" y="703"/>
                    </a:lnTo>
                    <a:lnTo>
                      <a:pt x="337" y="703"/>
                    </a:lnTo>
                    <a:lnTo>
                      <a:pt x="338" y="703"/>
                    </a:lnTo>
                    <a:lnTo>
                      <a:pt x="338" y="703"/>
                    </a:lnTo>
                    <a:lnTo>
                      <a:pt x="339" y="703"/>
                    </a:lnTo>
                    <a:lnTo>
                      <a:pt x="339" y="703"/>
                    </a:lnTo>
                    <a:lnTo>
                      <a:pt x="340" y="703"/>
                    </a:lnTo>
                    <a:lnTo>
                      <a:pt x="340" y="702"/>
                    </a:lnTo>
                    <a:lnTo>
                      <a:pt x="341" y="702"/>
                    </a:lnTo>
                    <a:lnTo>
                      <a:pt x="341" y="702"/>
                    </a:lnTo>
                    <a:lnTo>
                      <a:pt x="342" y="702"/>
                    </a:lnTo>
                    <a:lnTo>
                      <a:pt x="343" y="702"/>
                    </a:lnTo>
                    <a:lnTo>
                      <a:pt x="343" y="702"/>
                    </a:lnTo>
                    <a:lnTo>
                      <a:pt x="344" y="702"/>
                    </a:lnTo>
                    <a:lnTo>
                      <a:pt x="344" y="702"/>
                    </a:lnTo>
                    <a:lnTo>
                      <a:pt x="345" y="702"/>
                    </a:lnTo>
                    <a:lnTo>
                      <a:pt x="346" y="702"/>
                    </a:lnTo>
                    <a:lnTo>
                      <a:pt x="346" y="702"/>
                    </a:lnTo>
                    <a:lnTo>
                      <a:pt x="347" y="701"/>
                    </a:lnTo>
                    <a:lnTo>
                      <a:pt x="347" y="701"/>
                    </a:lnTo>
                    <a:lnTo>
                      <a:pt x="348" y="701"/>
                    </a:lnTo>
                    <a:lnTo>
                      <a:pt x="349" y="701"/>
                    </a:lnTo>
                    <a:lnTo>
                      <a:pt x="349" y="701"/>
                    </a:lnTo>
                    <a:lnTo>
                      <a:pt x="350" y="701"/>
                    </a:lnTo>
                    <a:lnTo>
                      <a:pt x="350" y="701"/>
                    </a:lnTo>
                    <a:lnTo>
                      <a:pt x="351" y="701"/>
                    </a:lnTo>
                    <a:lnTo>
                      <a:pt x="352" y="701"/>
                    </a:lnTo>
                    <a:lnTo>
                      <a:pt x="352" y="701"/>
                    </a:lnTo>
                    <a:lnTo>
                      <a:pt x="353" y="701"/>
                    </a:lnTo>
                    <a:lnTo>
                      <a:pt x="353" y="701"/>
                    </a:lnTo>
                    <a:lnTo>
                      <a:pt x="354" y="700"/>
                    </a:lnTo>
                    <a:lnTo>
                      <a:pt x="354" y="700"/>
                    </a:lnTo>
                    <a:lnTo>
                      <a:pt x="355" y="700"/>
                    </a:lnTo>
                    <a:lnTo>
                      <a:pt x="355" y="700"/>
                    </a:lnTo>
                    <a:lnTo>
                      <a:pt x="356" y="700"/>
                    </a:lnTo>
                    <a:lnTo>
                      <a:pt x="357" y="700"/>
                    </a:lnTo>
                    <a:lnTo>
                      <a:pt x="357" y="700"/>
                    </a:lnTo>
                    <a:lnTo>
                      <a:pt x="358" y="699"/>
                    </a:lnTo>
                    <a:lnTo>
                      <a:pt x="358" y="699"/>
                    </a:lnTo>
                    <a:lnTo>
                      <a:pt x="359" y="699"/>
                    </a:lnTo>
                    <a:lnTo>
                      <a:pt x="359" y="699"/>
                    </a:lnTo>
                    <a:lnTo>
                      <a:pt x="360" y="699"/>
                    </a:lnTo>
                    <a:lnTo>
                      <a:pt x="361" y="699"/>
                    </a:lnTo>
                    <a:lnTo>
                      <a:pt x="361" y="699"/>
                    </a:lnTo>
                    <a:lnTo>
                      <a:pt x="362" y="699"/>
                    </a:lnTo>
                    <a:lnTo>
                      <a:pt x="362" y="699"/>
                    </a:lnTo>
                    <a:lnTo>
                      <a:pt x="363" y="699"/>
                    </a:lnTo>
                    <a:lnTo>
                      <a:pt x="364" y="698"/>
                    </a:lnTo>
                    <a:lnTo>
                      <a:pt x="364" y="698"/>
                    </a:lnTo>
                    <a:lnTo>
                      <a:pt x="365" y="698"/>
                    </a:lnTo>
                    <a:lnTo>
                      <a:pt x="365" y="698"/>
                    </a:lnTo>
                    <a:lnTo>
                      <a:pt x="366" y="698"/>
                    </a:lnTo>
                    <a:lnTo>
                      <a:pt x="367" y="697"/>
                    </a:lnTo>
                    <a:lnTo>
                      <a:pt x="367" y="697"/>
                    </a:lnTo>
                    <a:lnTo>
                      <a:pt x="368" y="697"/>
                    </a:lnTo>
                    <a:lnTo>
                      <a:pt x="368" y="696"/>
                    </a:lnTo>
                    <a:lnTo>
                      <a:pt x="369" y="696"/>
                    </a:lnTo>
                    <a:lnTo>
                      <a:pt x="370" y="696"/>
                    </a:lnTo>
                    <a:lnTo>
                      <a:pt x="370" y="696"/>
                    </a:lnTo>
                    <a:lnTo>
                      <a:pt x="371" y="696"/>
                    </a:lnTo>
                    <a:lnTo>
                      <a:pt x="371" y="695"/>
                    </a:lnTo>
                    <a:lnTo>
                      <a:pt x="372" y="695"/>
                    </a:lnTo>
                    <a:lnTo>
                      <a:pt x="372" y="695"/>
                    </a:lnTo>
                    <a:lnTo>
                      <a:pt x="373" y="695"/>
                    </a:lnTo>
                    <a:lnTo>
                      <a:pt x="373" y="695"/>
                    </a:lnTo>
                    <a:lnTo>
                      <a:pt x="374" y="694"/>
                    </a:lnTo>
                    <a:lnTo>
                      <a:pt x="374" y="694"/>
                    </a:lnTo>
                    <a:lnTo>
                      <a:pt x="375" y="694"/>
                    </a:lnTo>
                    <a:lnTo>
                      <a:pt x="376" y="693"/>
                    </a:lnTo>
                    <a:lnTo>
                      <a:pt x="376" y="693"/>
                    </a:lnTo>
                    <a:lnTo>
                      <a:pt x="377" y="693"/>
                    </a:lnTo>
                    <a:lnTo>
                      <a:pt x="377" y="693"/>
                    </a:lnTo>
                    <a:lnTo>
                      <a:pt x="378" y="693"/>
                    </a:lnTo>
                    <a:lnTo>
                      <a:pt x="379" y="692"/>
                    </a:lnTo>
                    <a:lnTo>
                      <a:pt x="379" y="692"/>
                    </a:lnTo>
                    <a:lnTo>
                      <a:pt x="380" y="692"/>
                    </a:lnTo>
                    <a:lnTo>
                      <a:pt x="380" y="692"/>
                    </a:lnTo>
                    <a:lnTo>
                      <a:pt x="381" y="692"/>
                    </a:lnTo>
                    <a:lnTo>
                      <a:pt x="382" y="691"/>
                    </a:lnTo>
                    <a:lnTo>
                      <a:pt x="382" y="691"/>
                    </a:lnTo>
                    <a:lnTo>
                      <a:pt x="383" y="691"/>
                    </a:lnTo>
                    <a:lnTo>
                      <a:pt x="383" y="691"/>
                    </a:lnTo>
                    <a:lnTo>
                      <a:pt x="384" y="691"/>
                    </a:lnTo>
                    <a:lnTo>
                      <a:pt x="385" y="691"/>
                    </a:lnTo>
                    <a:lnTo>
                      <a:pt x="385" y="691"/>
                    </a:lnTo>
                    <a:lnTo>
                      <a:pt x="386" y="691"/>
                    </a:lnTo>
                    <a:lnTo>
                      <a:pt x="386" y="691"/>
                    </a:lnTo>
                    <a:lnTo>
                      <a:pt x="387" y="690"/>
                    </a:lnTo>
                    <a:lnTo>
                      <a:pt x="387" y="690"/>
                    </a:lnTo>
                    <a:lnTo>
                      <a:pt x="388" y="690"/>
                    </a:lnTo>
                    <a:lnTo>
                      <a:pt x="388" y="690"/>
                    </a:lnTo>
                    <a:lnTo>
                      <a:pt x="389" y="690"/>
                    </a:lnTo>
                    <a:lnTo>
                      <a:pt x="390" y="690"/>
                    </a:lnTo>
                    <a:lnTo>
                      <a:pt x="390" y="690"/>
                    </a:lnTo>
                    <a:lnTo>
                      <a:pt x="391" y="690"/>
                    </a:lnTo>
                    <a:lnTo>
                      <a:pt x="391" y="690"/>
                    </a:lnTo>
                    <a:lnTo>
                      <a:pt x="392" y="690"/>
                    </a:lnTo>
                    <a:lnTo>
                      <a:pt x="393" y="690"/>
                    </a:lnTo>
                    <a:lnTo>
                      <a:pt x="393" y="690"/>
                    </a:lnTo>
                    <a:lnTo>
                      <a:pt x="394" y="690"/>
                    </a:lnTo>
                    <a:lnTo>
                      <a:pt x="394" y="690"/>
                    </a:lnTo>
                    <a:lnTo>
                      <a:pt x="395" y="690"/>
                    </a:lnTo>
                    <a:lnTo>
                      <a:pt x="396" y="690"/>
                    </a:lnTo>
                    <a:lnTo>
                      <a:pt x="396" y="690"/>
                    </a:lnTo>
                    <a:lnTo>
                      <a:pt x="397" y="689"/>
                    </a:lnTo>
                    <a:lnTo>
                      <a:pt x="397" y="689"/>
                    </a:lnTo>
                    <a:lnTo>
                      <a:pt x="398" y="689"/>
                    </a:lnTo>
                    <a:lnTo>
                      <a:pt x="399" y="689"/>
                    </a:lnTo>
                    <a:lnTo>
                      <a:pt x="399" y="689"/>
                    </a:lnTo>
                    <a:lnTo>
                      <a:pt x="400" y="689"/>
                    </a:lnTo>
                    <a:lnTo>
                      <a:pt x="400" y="689"/>
                    </a:lnTo>
                    <a:lnTo>
                      <a:pt x="401" y="689"/>
                    </a:lnTo>
                    <a:lnTo>
                      <a:pt x="401" y="689"/>
                    </a:lnTo>
                    <a:lnTo>
                      <a:pt x="402" y="688"/>
                    </a:lnTo>
                    <a:lnTo>
                      <a:pt x="402" y="688"/>
                    </a:lnTo>
                    <a:lnTo>
                      <a:pt x="403" y="688"/>
                    </a:lnTo>
                    <a:lnTo>
                      <a:pt x="404" y="688"/>
                    </a:lnTo>
                    <a:lnTo>
                      <a:pt x="404" y="688"/>
                    </a:lnTo>
                    <a:lnTo>
                      <a:pt x="405" y="688"/>
                    </a:lnTo>
                    <a:lnTo>
                      <a:pt x="405" y="688"/>
                    </a:lnTo>
                    <a:lnTo>
                      <a:pt x="406" y="688"/>
                    </a:lnTo>
                    <a:lnTo>
                      <a:pt x="406" y="688"/>
                    </a:lnTo>
                    <a:lnTo>
                      <a:pt x="407" y="688"/>
                    </a:lnTo>
                    <a:lnTo>
                      <a:pt x="408" y="688"/>
                    </a:lnTo>
                    <a:lnTo>
                      <a:pt x="408" y="688"/>
                    </a:lnTo>
                    <a:lnTo>
                      <a:pt x="409" y="688"/>
                    </a:lnTo>
                    <a:lnTo>
                      <a:pt x="409" y="688"/>
                    </a:lnTo>
                    <a:lnTo>
                      <a:pt x="410" y="687"/>
                    </a:lnTo>
                    <a:lnTo>
                      <a:pt x="411" y="687"/>
                    </a:lnTo>
                    <a:lnTo>
                      <a:pt x="411" y="687"/>
                    </a:lnTo>
                    <a:lnTo>
                      <a:pt x="412" y="687"/>
                    </a:lnTo>
                    <a:lnTo>
                      <a:pt x="412" y="687"/>
                    </a:lnTo>
                    <a:lnTo>
                      <a:pt x="413" y="687"/>
                    </a:lnTo>
                    <a:lnTo>
                      <a:pt x="414" y="687"/>
                    </a:lnTo>
                    <a:lnTo>
                      <a:pt x="414" y="687"/>
                    </a:lnTo>
                    <a:lnTo>
                      <a:pt x="415" y="687"/>
                    </a:lnTo>
                    <a:lnTo>
                      <a:pt x="415" y="687"/>
                    </a:lnTo>
                    <a:lnTo>
                      <a:pt x="416" y="686"/>
                    </a:lnTo>
                    <a:lnTo>
                      <a:pt x="417" y="686"/>
                    </a:lnTo>
                    <a:lnTo>
                      <a:pt x="417" y="686"/>
                    </a:lnTo>
                    <a:lnTo>
                      <a:pt x="418" y="686"/>
                    </a:lnTo>
                    <a:lnTo>
                      <a:pt x="418" y="686"/>
                    </a:lnTo>
                    <a:lnTo>
                      <a:pt x="419" y="685"/>
                    </a:lnTo>
                    <a:lnTo>
                      <a:pt x="419" y="685"/>
                    </a:lnTo>
                    <a:lnTo>
                      <a:pt x="420" y="685"/>
                    </a:lnTo>
                    <a:lnTo>
                      <a:pt x="420" y="685"/>
                    </a:lnTo>
                    <a:lnTo>
                      <a:pt x="421" y="685"/>
                    </a:lnTo>
                    <a:lnTo>
                      <a:pt x="421" y="685"/>
                    </a:lnTo>
                    <a:lnTo>
                      <a:pt x="422" y="685"/>
                    </a:lnTo>
                    <a:lnTo>
                      <a:pt x="423" y="685"/>
                    </a:lnTo>
                    <a:lnTo>
                      <a:pt x="423" y="684"/>
                    </a:lnTo>
                    <a:lnTo>
                      <a:pt x="424" y="684"/>
                    </a:lnTo>
                    <a:lnTo>
                      <a:pt x="424" y="684"/>
                    </a:lnTo>
                    <a:lnTo>
                      <a:pt x="425" y="684"/>
                    </a:lnTo>
                    <a:lnTo>
                      <a:pt x="426" y="684"/>
                    </a:lnTo>
                    <a:lnTo>
                      <a:pt x="426" y="684"/>
                    </a:lnTo>
                    <a:lnTo>
                      <a:pt x="427" y="684"/>
                    </a:lnTo>
                    <a:lnTo>
                      <a:pt x="427" y="684"/>
                    </a:lnTo>
                    <a:lnTo>
                      <a:pt x="428" y="684"/>
                    </a:lnTo>
                    <a:lnTo>
                      <a:pt x="429" y="683"/>
                    </a:lnTo>
                    <a:lnTo>
                      <a:pt x="429" y="683"/>
                    </a:lnTo>
                    <a:lnTo>
                      <a:pt x="430" y="683"/>
                    </a:lnTo>
                    <a:lnTo>
                      <a:pt x="430" y="683"/>
                    </a:lnTo>
                    <a:lnTo>
                      <a:pt x="431" y="683"/>
                    </a:lnTo>
                    <a:lnTo>
                      <a:pt x="432" y="683"/>
                    </a:lnTo>
                    <a:lnTo>
                      <a:pt x="432" y="683"/>
                    </a:lnTo>
                    <a:lnTo>
                      <a:pt x="433" y="682"/>
                    </a:lnTo>
                    <a:lnTo>
                      <a:pt x="433" y="682"/>
                    </a:lnTo>
                    <a:lnTo>
                      <a:pt x="434" y="682"/>
                    </a:lnTo>
                    <a:lnTo>
                      <a:pt x="434" y="682"/>
                    </a:lnTo>
                    <a:lnTo>
                      <a:pt x="435" y="682"/>
                    </a:lnTo>
                    <a:lnTo>
                      <a:pt x="435" y="682"/>
                    </a:lnTo>
                    <a:lnTo>
                      <a:pt x="436" y="682"/>
                    </a:lnTo>
                    <a:lnTo>
                      <a:pt x="437" y="682"/>
                    </a:lnTo>
                    <a:lnTo>
                      <a:pt x="437" y="682"/>
                    </a:lnTo>
                    <a:lnTo>
                      <a:pt x="438" y="682"/>
                    </a:lnTo>
                    <a:lnTo>
                      <a:pt x="438" y="682"/>
                    </a:lnTo>
                    <a:lnTo>
                      <a:pt x="439" y="682"/>
                    </a:lnTo>
                    <a:lnTo>
                      <a:pt x="439" y="682"/>
                    </a:lnTo>
                    <a:lnTo>
                      <a:pt x="440" y="682"/>
                    </a:lnTo>
                    <a:lnTo>
                      <a:pt x="441" y="682"/>
                    </a:lnTo>
                    <a:lnTo>
                      <a:pt x="441" y="682"/>
                    </a:lnTo>
                    <a:lnTo>
                      <a:pt x="442" y="682"/>
                    </a:lnTo>
                    <a:lnTo>
                      <a:pt x="442" y="681"/>
                    </a:lnTo>
                    <a:lnTo>
                      <a:pt x="443" y="681"/>
                    </a:lnTo>
                    <a:lnTo>
                      <a:pt x="444" y="681"/>
                    </a:lnTo>
                    <a:lnTo>
                      <a:pt x="444" y="681"/>
                    </a:lnTo>
                    <a:lnTo>
                      <a:pt x="445" y="681"/>
                    </a:lnTo>
                    <a:lnTo>
                      <a:pt x="445" y="681"/>
                    </a:lnTo>
                    <a:lnTo>
                      <a:pt x="446" y="681"/>
                    </a:lnTo>
                    <a:lnTo>
                      <a:pt x="447" y="681"/>
                    </a:lnTo>
                    <a:lnTo>
                      <a:pt x="447" y="681"/>
                    </a:lnTo>
                    <a:lnTo>
                      <a:pt x="448" y="681"/>
                    </a:lnTo>
                    <a:lnTo>
                      <a:pt x="448" y="681"/>
                    </a:lnTo>
                    <a:lnTo>
                      <a:pt x="449" y="681"/>
                    </a:lnTo>
                    <a:lnTo>
                      <a:pt x="449" y="681"/>
                    </a:lnTo>
                    <a:lnTo>
                      <a:pt x="450" y="681"/>
                    </a:lnTo>
                    <a:lnTo>
                      <a:pt x="451" y="681"/>
                    </a:lnTo>
                    <a:lnTo>
                      <a:pt x="451" y="681"/>
                    </a:lnTo>
                    <a:lnTo>
                      <a:pt x="452" y="681"/>
                    </a:lnTo>
                    <a:lnTo>
                      <a:pt x="452" y="681"/>
                    </a:lnTo>
                    <a:lnTo>
                      <a:pt x="453" y="681"/>
                    </a:lnTo>
                    <a:lnTo>
                      <a:pt x="453" y="681"/>
                    </a:lnTo>
                    <a:lnTo>
                      <a:pt x="454" y="680"/>
                    </a:lnTo>
                    <a:lnTo>
                      <a:pt x="454" y="680"/>
                    </a:lnTo>
                    <a:lnTo>
                      <a:pt x="455" y="680"/>
                    </a:lnTo>
                    <a:lnTo>
                      <a:pt x="456" y="680"/>
                    </a:lnTo>
                    <a:lnTo>
                      <a:pt x="456" y="680"/>
                    </a:lnTo>
                    <a:lnTo>
                      <a:pt x="457" y="680"/>
                    </a:lnTo>
                    <a:lnTo>
                      <a:pt x="458" y="680"/>
                    </a:lnTo>
                    <a:lnTo>
                      <a:pt x="458" y="680"/>
                    </a:lnTo>
                    <a:lnTo>
                      <a:pt x="459" y="680"/>
                    </a:lnTo>
                    <a:lnTo>
                      <a:pt x="459" y="680"/>
                    </a:lnTo>
                    <a:lnTo>
                      <a:pt x="460" y="680"/>
                    </a:lnTo>
                    <a:lnTo>
                      <a:pt x="461" y="680"/>
                    </a:lnTo>
                    <a:lnTo>
                      <a:pt x="461" y="680"/>
                    </a:lnTo>
                    <a:lnTo>
                      <a:pt x="462" y="679"/>
                    </a:lnTo>
                    <a:lnTo>
                      <a:pt x="462" y="679"/>
                    </a:lnTo>
                    <a:lnTo>
                      <a:pt x="463" y="679"/>
                    </a:lnTo>
                    <a:lnTo>
                      <a:pt x="464" y="679"/>
                    </a:lnTo>
                    <a:lnTo>
                      <a:pt x="464" y="678"/>
                    </a:lnTo>
                    <a:lnTo>
                      <a:pt x="465" y="678"/>
                    </a:lnTo>
                    <a:lnTo>
                      <a:pt x="465" y="678"/>
                    </a:lnTo>
                    <a:lnTo>
                      <a:pt x="466" y="678"/>
                    </a:lnTo>
                    <a:lnTo>
                      <a:pt x="466" y="677"/>
                    </a:lnTo>
                    <a:lnTo>
                      <a:pt x="467" y="677"/>
                    </a:lnTo>
                    <a:lnTo>
                      <a:pt x="467" y="676"/>
                    </a:lnTo>
                    <a:lnTo>
                      <a:pt x="468" y="676"/>
                    </a:lnTo>
                    <a:lnTo>
                      <a:pt x="468" y="675"/>
                    </a:lnTo>
                    <a:lnTo>
                      <a:pt x="469" y="675"/>
                    </a:lnTo>
                    <a:lnTo>
                      <a:pt x="470" y="675"/>
                    </a:lnTo>
                    <a:lnTo>
                      <a:pt x="470" y="674"/>
                    </a:lnTo>
                    <a:lnTo>
                      <a:pt x="471" y="673"/>
                    </a:lnTo>
                    <a:lnTo>
                      <a:pt x="471" y="673"/>
                    </a:lnTo>
                    <a:lnTo>
                      <a:pt x="472" y="672"/>
                    </a:lnTo>
                    <a:lnTo>
                      <a:pt x="473" y="672"/>
                    </a:lnTo>
                    <a:lnTo>
                      <a:pt x="473" y="672"/>
                    </a:lnTo>
                    <a:lnTo>
                      <a:pt x="474" y="671"/>
                    </a:lnTo>
                    <a:lnTo>
                      <a:pt x="474" y="670"/>
                    </a:lnTo>
                    <a:lnTo>
                      <a:pt x="475" y="670"/>
                    </a:lnTo>
                    <a:lnTo>
                      <a:pt x="476" y="669"/>
                    </a:lnTo>
                    <a:lnTo>
                      <a:pt x="476" y="668"/>
                    </a:lnTo>
                    <a:lnTo>
                      <a:pt x="477" y="667"/>
                    </a:lnTo>
                    <a:lnTo>
                      <a:pt x="477" y="667"/>
                    </a:lnTo>
                    <a:lnTo>
                      <a:pt x="478" y="666"/>
                    </a:lnTo>
                    <a:lnTo>
                      <a:pt x="479" y="665"/>
                    </a:lnTo>
                    <a:lnTo>
                      <a:pt x="479" y="664"/>
                    </a:lnTo>
                    <a:lnTo>
                      <a:pt x="480" y="663"/>
                    </a:lnTo>
                    <a:lnTo>
                      <a:pt x="480" y="663"/>
                    </a:lnTo>
                    <a:lnTo>
                      <a:pt x="481" y="662"/>
                    </a:lnTo>
                    <a:lnTo>
                      <a:pt x="481" y="661"/>
                    </a:lnTo>
                    <a:lnTo>
                      <a:pt x="482" y="660"/>
                    </a:lnTo>
                    <a:lnTo>
                      <a:pt x="482" y="659"/>
                    </a:lnTo>
                    <a:lnTo>
                      <a:pt x="483" y="658"/>
                    </a:lnTo>
                    <a:lnTo>
                      <a:pt x="484" y="658"/>
                    </a:lnTo>
                    <a:lnTo>
                      <a:pt x="484" y="657"/>
                    </a:lnTo>
                    <a:lnTo>
                      <a:pt x="485" y="656"/>
                    </a:lnTo>
                    <a:lnTo>
                      <a:pt x="485" y="655"/>
                    </a:lnTo>
                    <a:lnTo>
                      <a:pt x="486" y="654"/>
                    </a:lnTo>
                    <a:lnTo>
                      <a:pt x="486" y="654"/>
                    </a:lnTo>
                    <a:lnTo>
                      <a:pt x="487" y="653"/>
                    </a:lnTo>
                    <a:lnTo>
                      <a:pt x="488" y="652"/>
                    </a:lnTo>
                    <a:lnTo>
                      <a:pt x="488" y="652"/>
                    </a:lnTo>
                    <a:lnTo>
                      <a:pt x="489" y="651"/>
                    </a:lnTo>
                    <a:lnTo>
                      <a:pt x="489" y="650"/>
                    </a:lnTo>
                    <a:lnTo>
                      <a:pt x="490" y="649"/>
                    </a:lnTo>
                    <a:lnTo>
                      <a:pt x="491" y="649"/>
                    </a:lnTo>
                    <a:lnTo>
                      <a:pt x="491" y="648"/>
                    </a:lnTo>
                    <a:lnTo>
                      <a:pt x="492" y="648"/>
                    </a:lnTo>
                    <a:lnTo>
                      <a:pt x="492" y="647"/>
                    </a:lnTo>
                    <a:lnTo>
                      <a:pt x="493" y="646"/>
                    </a:lnTo>
                    <a:lnTo>
                      <a:pt x="494" y="646"/>
                    </a:lnTo>
                    <a:lnTo>
                      <a:pt x="494" y="645"/>
                    </a:lnTo>
                    <a:lnTo>
                      <a:pt x="495" y="645"/>
                    </a:lnTo>
                    <a:lnTo>
                      <a:pt x="495" y="644"/>
                    </a:lnTo>
                    <a:lnTo>
                      <a:pt x="496" y="643"/>
                    </a:lnTo>
                    <a:lnTo>
                      <a:pt x="496" y="643"/>
                    </a:lnTo>
                    <a:lnTo>
                      <a:pt x="497" y="643"/>
                    </a:lnTo>
                    <a:lnTo>
                      <a:pt x="498" y="642"/>
                    </a:lnTo>
                    <a:lnTo>
                      <a:pt x="498" y="642"/>
                    </a:lnTo>
                    <a:lnTo>
                      <a:pt x="499" y="642"/>
                    </a:lnTo>
                    <a:lnTo>
                      <a:pt x="499" y="641"/>
                    </a:lnTo>
                    <a:lnTo>
                      <a:pt x="500" y="641"/>
                    </a:lnTo>
                    <a:lnTo>
                      <a:pt x="500" y="640"/>
                    </a:lnTo>
                    <a:lnTo>
                      <a:pt x="501" y="640"/>
                    </a:lnTo>
                    <a:lnTo>
                      <a:pt x="501" y="640"/>
                    </a:lnTo>
                    <a:lnTo>
                      <a:pt x="502" y="639"/>
                    </a:lnTo>
                    <a:lnTo>
                      <a:pt x="503" y="639"/>
                    </a:lnTo>
                    <a:lnTo>
                      <a:pt x="503" y="639"/>
                    </a:lnTo>
                    <a:lnTo>
                      <a:pt x="504" y="638"/>
                    </a:lnTo>
                    <a:lnTo>
                      <a:pt x="504" y="638"/>
                    </a:lnTo>
                    <a:lnTo>
                      <a:pt x="505" y="637"/>
                    </a:lnTo>
                    <a:lnTo>
                      <a:pt x="506" y="637"/>
                    </a:lnTo>
                    <a:lnTo>
                      <a:pt x="506" y="636"/>
                    </a:lnTo>
                    <a:lnTo>
                      <a:pt x="507" y="635"/>
                    </a:lnTo>
                    <a:lnTo>
                      <a:pt x="507" y="635"/>
                    </a:lnTo>
                    <a:lnTo>
                      <a:pt x="508" y="634"/>
                    </a:lnTo>
                    <a:lnTo>
                      <a:pt x="509" y="634"/>
                    </a:lnTo>
                    <a:lnTo>
                      <a:pt x="509" y="633"/>
                    </a:lnTo>
                    <a:lnTo>
                      <a:pt x="510" y="633"/>
                    </a:lnTo>
                    <a:lnTo>
                      <a:pt x="510" y="632"/>
                    </a:lnTo>
                    <a:lnTo>
                      <a:pt x="511" y="631"/>
                    </a:lnTo>
                    <a:lnTo>
                      <a:pt x="512" y="631"/>
                    </a:lnTo>
                    <a:lnTo>
                      <a:pt x="512" y="630"/>
                    </a:lnTo>
                    <a:lnTo>
                      <a:pt x="513" y="629"/>
                    </a:lnTo>
                    <a:lnTo>
                      <a:pt x="513" y="628"/>
                    </a:lnTo>
                    <a:lnTo>
                      <a:pt x="514" y="628"/>
                    </a:lnTo>
                    <a:lnTo>
                      <a:pt x="514" y="627"/>
                    </a:lnTo>
                    <a:lnTo>
                      <a:pt x="515" y="626"/>
                    </a:lnTo>
                    <a:lnTo>
                      <a:pt x="515" y="625"/>
                    </a:lnTo>
                    <a:lnTo>
                      <a:pt x="516" y="625"/>
                    </a:lnTo>
                    <a:lnTo>
                      <a:pt x="516" y="624"/>
                    </a:lnTo>
                    <a:lnTo>
                      <a:pt x="517" y="623"/>
                    </a:lnTo>
                    <a:lnTo>
                      <a:pt x="518" y="622"/>
                    </a:lnTo>
                    <a:lnTo>
                      <a:pt x="518" y="622"/>
                    </a:lnTo>
                    <a:lnTo>
                      <a:pt x="519" y="621"/>
                    </a:lnTo>
                    <a:lnTo>
                      <a:pt x="519" y="620"/>
                    </a:lnTo>
                    <a:lnTo>
                      <a:pt x="520" y="620"/>
                    </a:lnTo>
                    <a:lnTo>
                      <a:pt x="521" y="619"/>
                    </a:lnTo>
                    <a:lnTo>
                      <a:pt x="521" y="618"/>
                    </a:lnTo>
                    <a:lnTo>
                      <a:pt x="522" y="618"/>
                    </a:lnTo>
                    <a:lnTo>
                      <a:pt x="522" y="617"/>
                    </a:lnTo>
                    <a:lnTo>
                      <a:pt x="523" y="616"/>
                    </a:lnTo>
                    <a:lnTo>
                      <a:pt x="524" y="616"/>
                    </a:lnTo>
                    <a:lnTo>
                      <a:pt x="524" y="615"/>
                    </a:lnTo>
                    <a:lnTo>
                      <a:pt x="525" y="614"/>
                    </a:lnTo>
                    <a:lnTo>
                      <a:pt x="526" y="614"/>
                    </a:lnTo>
                    <a:lnTo>
                      <a:pt x="526" y="614"/>
                    </a:lnTo>
                    <a:lnTo>
                      <a:pt x="527" y="613"/>
                    </a:lnTo>
                    <a:lnTo>
                      <a:pt x="527" y="612"/>
                    </a:lnTo>
                    <a:lnTo>
                      <a:pt x="528" y="612"/>
                    </a:lnTo>
                    <a:lnTo>
                      <a:pt x="528" y="611"/>
                    </a:lnTo>
                    <a:lnTo>
                      <a:pt x="529" y="611"/>
                    </a:lnTo>
                    <a:lnTo>
                      <a:pt x="529" y="610"/>
                    </a:lnTo>
                    <a:lnTo>
                      <a:pt x="530" y="610"/>
                    </a:lnTo>
                    <a:lnTo>
                      <a:pt x="531" y="609"/>
                    </a:lnTo>
                    <a:lnTo>
                      <a:pt x="531" y="608"/>
                    </a:lnTo>
                    <a:lnTo>
                      <a:pt x="532" y="608"/>
                    </a:lnTo>
                    <a:lnTo>
                      <a:pt x="532" y="607"/>
                    </a:lnTo>
                    <a:lnTo>
                      <a:pt x="533" y="607"/>
                    </a:lnTo>
                    <a:lnTo>
                      <a:pt x="533" y="606"/>
                    </a:lnTo>
                    <a:lnTo>
                      <a:pt x="534" y="605"/>
                    </a:lnTo>
                    <a:lnTo>
                      <a:pt x="535" y="605"/>
                    </a:lnTo>
                    <a:lnTo>
                      <a:pt x="535" y="604"/>
                    </a:lnTo>
                    <a:lnTo>
                      <a:pt x="536" y="604"/>
                    </a:lnTo>
                    <a:lnTo>
                      <a:pt x="536" y="603"/>
                    </a:lnTo>
                    <a:lnTo>
                      <a:pt x="537" y="602"/>
                    </a:lnTo>
                    <a:lnTo>
                      <a:pt x="538" y="601"/>
                    </a:lnTo>
                    <a:lnTo>
                      <a:pt x="538" y="600"/>
                    </a:lnTo>
                    <a:lnTo>
                      <a:pt x="539" y="599"/>
                    </a:lnTo>
                    <a:lnTo>
                      <a:pt x="539" y="599"/>
                    </a:lnTo>
                    <a:lnTo>
                      <a:pt x="540" y="598"/>
                    </a:lnTo>
                    <a:lnTo>
                      <a:pt x="541" y="597"/>
                    </a:lnTo>
                    <a:lnTo>
                      <a:pt x="541" y="596"/>
                    </a:lnTo>
                    <a:lnTo>
                      <a:pt x="542" y="596"/>
                    </a:lnTo>
                    <a:lnTo>
                      <a:pt x="542" y="595"/>
                    </a:lnTo>
                    <a:lnTo>
                      <a:pt x="543" y="594"/>
                    </a:lnTo>
                    <a:lnTo>
                      <a:pt x="543" y="593"/>
                    </a:lnTo>
                    <a:lnTo>
                      <a:pt x="544" y="592"/>
                    </a:lnTo>
                    <a:lnTo>
                      <a:pt x="545" y="592"/>
                    </a:lnTo>
                    <a:lnTo>
                      <a:pt x="545" y="591"/>
                    </a:lnTo>
                    <a:lnTo>
                      <a:pt x="546" y="590"/>
                    </a:lnTo>
                    <a:lnTo>
                      <a:pt x="546" y="589"/>
                    </a:lnTo>
                    <a:lnTo>
                      <a:pt x="547" y="589"/>
                    </a:lnTo>
                    <a:lnTo>
                      <a:pt x="547" y="587"/>
                    </a:lnTo>
                    <a:lnTo>
                      <a:pt x="548" y="587"/>
                    </a:lnTo>
                    <a:lnTo>
                      <a:pt x="548" y="586"/>
                    </a:lnTo>
                    <a:lnTo>
                      <a:pt x="549" y="585"/>
                    </a:lnTo>
                    <a:lnTo>
                      <a:pt x="550" y="584"/>
                    </a:lnTo>
                    <a:lnTo>
                      <a:pt x="550" y="584"/>
                    </a:lnTo>
                    <a:lnTo>
                      <a:pt x="551" y="583"/>
                    </a:lnTo>
                    <a:lnTo>
                      <a:pt x="551" y="582"/>
                    </a:lnTo>
                    <a:lnTo>
                      <a:pt x="552" y="582"/>
                    </a:lnTo>
                    <a:lnTo>
                      <a:pt x="553" y="581"/>
                    </a:lnTo>
                    <a:lnTo>
                      <a:pt x="553" y="581"/>
                    </a:lnTo>
                    <a:lnTo>
                      <a:pt x="554" y="580"/>
                    </a:lnTo>
                    <a:lnTo>
                      <a:pt x="554" y="579"/>
                    </a:lnTo>
                    <a:lnTo>
                      <a:pt x="555" y="579"/>
                    </a:lnTo>
                    <a:lnTo>
                      <a:pt x="556" y="578"/>
                    </a:lnTo>
                    <a:lnTo>
                      <a:pt x="556" y="578"/>
                    </a:lnTo>
                    <a:lnTo>
                      <a:pt x="557" y="577"/>
                    </a:lnTo>
                    <a:lnTo>
                      <a:pt x="557" y="577"/>
                    </a:lnTo>
                    <a:lnTo>
                      <a:pt x="558" y="576"/>
                    </a:lnTo>
                    <a:lnTo>
                      <a:pt x="559" y="576"/>
                    </a:lnTo>
                    <a:lnTo>
                      <a:pt x="559" y="576"/>
                    </a:lnTo>
                    <a:lnTo>
                      <a:pt x="560" y="575"/>
                    </a:lnTo>
                    <a:lnTo>
                      <a:pt x="560" y="575"/>
                    </a:lnTo>
                    <a:lnTo>
                      <a:pt x="561" y="575"/>
                    </a:lnTo>
                    <a:lnTo>
                      <a:pt x="561" y="574"/>
                    </a:lnTo>
                    <a:lnTo>
                      <a:pt x="562" y="574"/>
                    </a:lnTo>
                    <a:lnTo>
                      <a:pt x="562" y="574"/>
                    </a:lnTo>
                    <a:lnTo>
                      <a:pt x="563" y="573"/>
                    </a:lnTo>
                    <a:lnTo>
                      <a:pt x="563" y="573"/>
                    </a:lnTo>
                    <a:lnTo>
                      <a:pt x="564" y="573"/>
                    </a:lnTo>
                    <a:lnTo>
                      <a:pt x="565" y="573"/>
                    </a:lnTo>
                    <a:lnTo>
                      <a:pt x="565" y="573"/>
                    </a:lnTo>
                    <a:lnTo>
                      <a:pt x="566" y="577"/>
                    </a:lnTo>
                    <a:lnTo>
                      <a:pt x="566" y="582"/>
                    </a:lnTo>
                    <a:lnTo>
                      <a:pt x="567" y="586"/>
                    </a:lnTo>
                    <a:lnTo>
                      <a:pt x="568" y="591"/>
                    </a:lnTo>
                    <a:lnTo>
                      <a:pt x="568" y="595"/>
                    </a:lnTo>
                    <a:lnTo>
                      <a:pt x="569" y="600"/>
                    </a:lnTo>
                    <a:lnTo>
                      <a:pt x="569" y="605"/>
                    </a:lnTo>
                    <a:lnTo>
                      <a:pt x="570" y="609"/>
                    </a:lnTo>
                    <a:lnTo>
                      <a:pt x="571" y="614"/>
                    </a:lnTo>
                    <a:lnTo>
                      <a:pt x="571" y="618"/>
                    </a:lnTo>
                    <a:lnTo>
                      <a:pt x="572" y="623"/>
                    </a:lnTo>
                    <a:lnTo>
                      <a:pt x="572" y="627"/>
                    </a:lnTo>
                    <a:lnTo>
                      <a:pt x="573" y="632"/>
                    </a:lnTo>
                    <a:lnTo>
                      <a:pt x="574" y="637"/>
                    </a:lnTo>
                    <a:lnTo>
                      <a:pt x="574" y="641"/>
                    </a:lnTo>
                    <a:lnTo>
                      <a:pt x="575" y="646"/>
                    </a:lnTo>
                    <a:lnTo>
                      <a:pt x="575" y="651"/>
                    </a:lnTo>
                    <a:lnTo>
                      <a:pt x="576" y="655"/>
                    </a:lnTo>
                    <a:lnTo>
                      <a:pt x="576" y="660"/>
                    </a:lnTo>
                    <a:lnTo>
                      <a:pt x="577" y="664"/>
                    </a:lnTo>
                    <a:lnTo>
                      <a:pt x="577" y="669"/>
                    </a:lnTo>
                    <a:lnTo>
                      <a:pt x="578" y="673"/>
                    </a:lnTo>
                    <a:lnTo>
                      <a:pt x="579" y="678"/>
                    </a:lnTo>
                    <a:lnTo>
                      <a:pt x="579" y="682"/>
                    </a:lnTo>
                    <a:lnTo>
                      <a:pt x="580" y="687"/>
                    </a:lnTo>
                    <a:lnTo>
                      <a:pt x="580" y="692"/>
                    </a:lnTo>
                    <a:lnTo>
                      <a:pt x="581" y="696"/>
                    </a:lnTo>
                    <a:lnTo>
                      <a:pt x="581" y="701"/>
                    </a:lnTo>
                    <a:lnTo>
                      <a:pt x="582" y="706"/>
                    </a:lnTo>
                    <a:lnTo>
                      <a:pt x="583" y="710"/>
                    </a:lnTo>
                    <a:lnTo>
                      <a:pt x="583" y="715"/>
                    </a:lnTo>
                    <a:lnTo>
                      <a:pt x="584" y="720"/>
                    </a:lnTo>
                    <a:lnTo>
                      <a:pt x="584" y="724"/>
                    </a:lnTo>
                    <a:lnTo>
                      <a:pt x="585" y="724"/>
                    </a:lnTo>
                    <a:lnTo>
                      <a:pt x="586" y="724"/>
                    </a:lnTo>
                    <a:lnTo>
                      <a:pt x="586" y="724"/>
                    </a:lnTo>
                    <a:lnTo>
                      <a:pt x="587" y="724"/>
                    </a:lnTo>
                    <a:lnTo>
                      <a:pt x="587" y="724"/>
                    </a:lnTo>
                    <a:lnTo>
                      <a:pt x="588" y="724"/>
                    </a:lnTo>
                    <a:lnTo>
                      <a:pt x="589" y="724"/>
                    </a:lnTo>
                    <a:lnTo>
                      <a:pt x="589" y="724"/>
                    </a:lnTo>
                    <a:lnTo>
                      <a:pt x="590" y="724"/>
                    </a:lnTo>
                    <a:lnTo>
                      <a:pt x="590" y="724"/>
                    </a:lnTo>
                    <a:lnTo>
                      <a:pt x="591" y="724"/>
                    </a:lnTo>
                    <a:lnTo>
                      <a:pt x="592" y="724"/>
                    </a:lnTo>
                    <a:lnTo>
                      <a:pt x="592" y="724"/>
                    </a:lnTo>
                    <a:lnTo>
                      <a:pt x="593" y="724"/>
                    </a:lnTo>
                    <a:lnTo>
                      <a:pt x="593" y="724"/>
                    </a:lnTo>
                    <a:lnTo>
                      <a:pt x="594" y="724"/>
                    </a:lnTo>
                    <a:lnTo>
                      <a:pt x="594" y="724"/>
                    </a:lnTo>
                    <a:lnTo>
                      <a:pt x="595" y="724"/>
                    </a:lnTo>
                    <a:lnTo>
                      <a:pt x="595" y="724"/>
                    </a:lnTo>
                    <a:lnTo>
                      <a:pt x="596" y="724"/>
                    </a:lnTo>
                    <a:lnTo>
                      <a:pt x="597" y="724"/>
                    </a:lnTo>
                    <a:lnTo>
                      <a:pt x="597" y="724"/>
                    </a:lnTo>
                    <a:lnTo>
                      <a:pt x="598" y="724"/>
                    </a:lnTo>
                    <a:lnTo>
                      <a:pt x="598" y="724"/>
                    </a:lnTo>
                    <a:lnTo>
                      <a:pt x="599" y="724"/>
                    </a:lnTo>
                    <a:lnTo>
                      <a:pt x="600" y="724"/>
                    </a:lnTo>
                    <a:lnTo>
                      <a:pt x="600" y="724"/>
                    </a:lnTo>
                    <a:lnTo>
                      <a:pt x="601" y="724"/>
                    </a:lnTo>
                    <a:lnTo>
                      <a:pt x="601" y="724"/>
                    </a:lnTo>
                    <a:lnTo>
                      <a:pt x="602" y="724"/>
                    </a:lnTo>
                    <a:lnTo>
                      <a:pt x="603" y="724"/>
                    </a:lnTo>
                    <a:lnTo>
                      <a:pt x="603" y="724"/>
                    </a:lnTo>
                    <a:lnTo>
                      <a:pt x="604" y="724"/>
                    </a:lnTo>
                    <a:lnTo>
                      <a:pt x="604" y="724"/>
                    </a:lnTo>
                    <a:lnTo>
                      <a:pt x="605" y="724"/>
                    </a:lnTo>
                    <a:lnTo>
                      <a:pt x="606" y="724"/>
                    </a:lnTo>
                    <a:lnTo>
                      <a:pt x="606" y="724"/>
                    </a:lnTo>
                    <a:lnTo>
                      <a:pt x="607" y="724"/>
                    </a:lnTo>
                    <a:lnTo>
                      <a:pt x="607" y="724"/>
                    </a:lnTo>
                    <a:lnTo>
                      <a:pt x="608" y="724"/>
                    </a:lnTo>
                    <a:lnTo>
                      <a:pt x="608" y="724"/>
                    </a:lnTo>
                    <a:lnTo>
                      <a:pt x="609" y="724"/>
                    </a:lnTo>
                    <a:lnTo>
                      <a:pt x="609" y="723"/>
                    </a:lnTo>
                    <a:lnTo>
                      <a:pt x="610" y="723"/>
                    </a:lnTo>
                    <a:lnTo>
                      <a:pt x="610" y="723"/>
                    </a:lnTo>
                    <a:lnTo>
                      <a:pt x="611" y="723"/>
                    </a:lnTo>
                    <a:lnTo>
                      <a:pt x="612" y="723"/>
                    </a:lnTo>
                    <a:lnTo>
                      <a:pt x="612" y="723"/>
                    </a:lnTo>
                    <a:lnTo>
                      <a:pt x="613" y="723"/>
                    </a:lnTo>
                    <a:lnTo>
                      <a:pt x="613" y="723"/>
                    </a:lnTo>
                    <a:lnTo>
                      <a:pt x="614" y="723"/>
                    </a:lnTo>
                    <a:lnTo>
                      <a:pt x="615" y="723"/>
                    </a:lnTo>
                    <a:lnTo>
                      <a:pt x="615" y="723"/>
                    </a:lnTo>
                    <a:lnTo>
                      <a:pt x="616" y="723"/>
                    </a:lnTo>
                    <a:lnTo>
                      <a:pt x="616" y="723"/>
                    </a:lnTo>
                    <a:lnTo>
                      <a:pt x="617" y="723"/>
                    </a:lnTo>
                    <a:lnTo>
                      <a:pt x="618" y="723"/>
                    </a:lnTo>
                    <a:lnTo>
                      <a:pt x="618" y="722"/>
                    </a:lnTo>
                    <a:lnTo>
                      <a:pt x="619" y="722"/>
                    </a:lnTo>
                    <a:lnTo>
                      <a:pt x="619" y="722"/>
                    </a:lnTo>
                    <a:lnTo>
                      <a:pt x="620" y="722"/>
                    </a:lnTo>
                    <a:lnTo>
                      <a:pt x="621" y="722"/>
                    </a:lnTo>
                    <a:lnTo>
                      <a:pt x="621" y="722"/>
                    </a:lnTo>
                    <a:lnTo>
                      <a:pt x="622" y="722"/>
                    </a:lnTo>
                    <a:lnTo>
                      <a:pt x="622" y="722"/>
                    </a:lnTo>
                    <a:lnTo>
                      <a:pt x="623" y="722"/>
                    </a:lnTo>
                    <a:lnTo>
                      <a:pt x="623" y="722"/>
                    </a:lnTo>
                    <a:lnTo>
                      <a:pt x="624" y="722"/>
                    </a:lnTo>
                    <a:lnTo>
                      <a:pt x="624" y="722"/>
                    </a:lnTo>
                    <a:lnTo>
                      <a:pt x="625" y="721"/>
                    </a:lnTo>
                    <a:lnTo>
                      <a:pt x="626" y="721"/>
                    </a:lnTo>
                    <a:lnTo>
                      <a:pt x="626" y="720"/>
                    </a:lnTo>
                    <a:lnTo>
                      <a:pt x="627" y="719"/>
                    </a:lnTo>
                    <a:lnTo>
                      <a:pt x="627" y="718"/>
                    </a:lnTo>
                    <a:lnTo>
                      <a:pt x="628" y="717"/>
                    </a:lnTo>
                    <a:lnTo>
                      <a:pt x="628" y="716"/>
                    </a:lnTo>
                    <a:lnTo>
                      <a:pt x="629" y="715"/>
                    </a:lnTo>
                    <a:lnTo>
                      <a:pt x="630" y="714"/>
                    </a:lnTo>
                    <a:lnTo>
                      <a:pt x="630" y="713"/>
                    </a:lnTo>
                    <a:lnTo>
                      <a:pt x="631" y="712"/>
                    </a:lnTo>
                    <a:lnTo>
                      <a:pt x="631" y="711"/>
                    </a:lnTo>
                    <a:lnTo>
                      <a:pt x="632" y="709"/>
                    </a:lnTo>
                    <a:lnTo>
                      <a:pt x="633" y="708"/>
                    </a:lnTo>
                    <a:lnTo>
                      <a:pt x="633" y="707"/>
                    </a:lnTo>
                    <a:lnTo>
                      <a:pt x="634" y="705"/>
                    </a:lnTo>
                    <a:lnTo>
                      <a:pt x="634" y="703"/>
                    </a:lnTo>
                    <a:lnTo>
                      <a:pt x="635" y="701"/>
                    </a:lnTo>
                    <a:lnTo>
                      <a:pt x="636" y="699"/>
                    </a:lnTo>
                    <a:lnTo>
                      <a:pt x="636" y="697"/>
                    </a:lnTo>
                    <a:lnTo>
                      <a:pt x="637" y="695"/>
                    </a:lnTo>
                    <a:lnTo>
                      <a:pt x="637" y="693"/>
                    </a:lnTo>
                    <a:lnTo>
                      <a:pt x="638" y="691"/>
                    </a:lnTo>
                    <a:lnTo>
                      <a:pt x="639" y="688"/>
                    </a:lnTo>
                    <a:lnTo>
                      <a:pt x="639" y="686"/>
                    </a:lnTo>
                    <a:lnTo>
                      <a:pt x="640" y="684"/>
                    </a:lnTo>
                    <a:lnTo>
                      <a:pt x="640" y="681"/>
                    </a:lnTo>
                    <a:lnTo>
                      <a:pt x="641" y="679"/>
                    </a:lnTo>
                    <a:lnTo>
                      <a:pt x="641" y="676"/>
                    </a:lnTo>
                    <a:lnTo>
                      <a:pt x="642" y="673"/>
                    </a:lnTo>
                    <a:lnTo>
                      <a:pt x="642" y="670"/>
                    </a:lnTo>
                    <a:lnTo>
                      <a:pt x="643" y="667"/>
                    </a:lnTo>
                    <a:lnTo>
                      <a:pt x="643" y="664"/>
                    </a:lnTo>
                    <a:lnTo>
                      <a:pt x="644" y="662"/>
                    </a:lnTo>
                    <a:lnTo>
                      <a:pt x="645" y="659"/>
                    </a:lnTo>
                    <a:lnTo>
                      <a:pt x="645" y="656"/>
                    </a:lnTo>
                    <a:lnTo>
                      <a:pt x="646" y="654"/>
                    </a:lnTo>
                    <a:lnTo>
                      <a:pt x="646" y="651"/>
                    </a:lnTo>
                    <a:lnTo>
                      <a:pt x="647" y="649"/>
                    </a:lnTo>
                    <a:lnTo>
                      <a:pt x="648" y="646"/>
                    </a:lnTo>
                    <a:lnTo>
                      <a:pt x="648" y="643"/>
                    </a:lnTo>
                    <a:lnTo>
                      <a:pt x="649" y="641"/>
                    </a:lnTo>
                    <a:lnTo>
                      <a:pt x="649" y="638"/>
                    </a:lnTo>
                    <a:lnTo>
                      <a:pt x="650" y="635"/>
                    </a:lnTo>
                    <a:lnTo>
                      <a:pt x="651" y="632"/>
                    </a:lnTo>
                    <a:lnTo>
                      <a:pt x="651" y="630"/>
                    </a:lnTo>
                    <a:lnTo>
                      <a:pt x="652" y="627"/>
                    </a:lnTo>
                    <a:lnTo>
                      <a:pt x="652" y="624"/>
                    </a:lnTo>
                    <a:lnTo>
                      <a:pt x="653" y="622"/>
                    </a:lnTo>
                    <a:lnTo>
                      <a:pt x="654" y="619"/>
                    </a:lnTo>
                    <a:lnTo>
                      <a:pt x="654" y="617"/>
                    </a:lnTo>
                    <a:lnTo>
                      <a:pt x="655" y="614"/>
                    </a:lnTo>
                    <a:lnTo>
                      <a:pt x="655" y="612"/>
                    </a:lnTo>
                    <a:lnTo>
                      <a:pt x="656" y="610"/>
                    </a:lnTo>
                    <a:lnTo>
                      <a:pt x="656" y="607"/>
                    </a:lnTo>
                    <a:lnTo>
                      <a:pt x="657" y="605"/>
                    </a:lnTo>
                    <a:lnTo>
                      <a:pt x="657" y="602"/>
                    </a:lnTo>
                    <a:lnTo>
                      <a:pt x="658" y="599"/>
                    </a:lnTo>
                    <a:lnTo>
                      <a:pt x="659" y="597"/>
                    </a:lnTo>
                    <a:lnTo>
                      <a:pt x="659" y="595"/>
                    </a:lnTo>
                    <a:lnTo>
                      <a:pt x="660" y="592"/>
                    </a:lnTo>
                    <a:lnTo>
                      <a:pt x="660" y="590"/>
                    </a:lnTo>
                    <a:lnTo>
                      <a:pt x="661" y="588"/>
                    </a:lnTo>
                    <a:lnTo>
                      <a:pt x="661" y="586"/>
                    </a:lnTo>
                    <a:lnTo>
                      <a:pt x="662" y="583"/>
                    </a:lnTo>
                    <a:lnTo>
                      <a:pt x="663" y="581"/>
                    </a:lnTo>
                    <a:lnTo>
                      <a:pt x="663" y="579"/>
                    </a:lnTo>
                    <a:lnTo>
                      <a:pt x="664" y="577"/>
                    </a:lnTo>
                    <a:lnTo>
                      <a:pt x="665" y="575"/>
                    </a:lnTo>
                    <a:lnTo>
                      <a:pt x="665" y="573"/>
                    </a:lnTo>
                    <a:lnTo>
                      <a:pt x="666" y="571"/>
                    </a:lnTo>
                    <a:lnTo>
                      <a:pt x="666" y="569"/>
                    </a:lnTo>
                    <a:lnTo>
                      <a:pt x="667" y="567"/>
                    </a:lnTo>
                    <a:lnTo>
                      <a:pt x="668" y="566"/>
                    </a:lnTo>
                    <a:lnTo>
                      <a:pt x="668" y="564"/>
                    </a:lnTo>
                    <a:lnTo>
                      <a:pt x="669" y="563"/>
                    </a:lnTo>
                    <a:lnTo>
                      <a:pt x="669" y="561"/>
                    </a:lnTo>
                    <a:lnTo>
                      <a:pt x="670" y="560"/>
                    </a:lnTo>
                    <a:lnTo>
                      <a:pt x="670" y="559"/>
                    </a:lnTo>
                    <a:lnTo>
                      <a:pt x="671" y="558"/>
                    </a:lnTo>
                    <a:lnTo>
                      <a:pt x="671" y="557"/>
                    </a:lnTo>
                    <a:lnTo>
                      <a:pt x="672" y="555"/>
                    </a:lnTo>
                    <a:lnTo>
                      <a:pt x="673" y="555"/>
                    </a:lnTo>
                    <a:lnTo>
                      <a:pt x="673" y="554"/>
                    </a:lnTo>
                    <a:lnTo>
                      <a:pt x="674" y="553"/>
                    </a:lnTo>
                    <a:lnTo>
                      <a:pt x="674" y="552"/>
                    </a:lnTo>
                    <a:lnTo>
                      <a:pt x="675" y="551"/>
                    </a:lnTo>
                    <a:lnTo>
                      <a:pt x="675" y="551"/>
                    </a:lnTo>
                    <a:lnTo>
                      <a:pt x="676" y="550"/>
                    </a:lnTo>
                    <a:lnTo>
                      <a:pt x="677" y="549"/>
                    </a:lnTo>
                    <a:lnTo>
                      <a:pt x="677" y="549"/>
                    </a:lnTo>
                    <a:lnTo>
                      <a:pt x="678" y="549"/>
                    </a:lnTo>
                    <a:lnTo>
                      <a:pt x="678" y="548"/>
                    </a:lnTo>
                    <a:lnTo>
                      <a:pt x="679" y="548"/>
                    </a:lnTo>
                    <a:lnTo>
                      <a:pt x="680" y="548"/>
                    </a:lnTo>
                    <a:lnTo>
                      <a:pt x="680" y="548"/>
                    </a:lnTo>
                    <a:lnTo>
                      <a:pt x="681" y="548"/>
                    </a:lnTo>
                    <a:lnTo>
                      <a:pt x="681" y="548"/>
                    </a:lnTo>
                    <a:lnTo>
                      <a:pt x="682" y="548"/>
                    </a:lnTo>
                    <a:lnTo>
                      <a:pt x="683" y="548"/>
                    </a:lnTo>
                    <a:lnTo>
                      <a:pt x="683" y="548"/>
                    </a:lnTo>
                    <a:lnTo>
                      <a:pt x="684" y="548"/>
                    </a:lnTo>
                    <a:lnTo>
                      <a:pt x="684" y="547"/>
                    </a:lnTo>
                    <a:lnTo>
                      <a:pt x="685" y="547"/>
                    </a:lnTo>
                    <a:lnTo>
                      <a:pt x="686" y="547"/>
                    </a:lnTo>
                    <a:lnTo>
                      <a:pt x="686" y="547"/>
                    </a:lnTo>
                    <a:lnTo>
                      <a:pt x="687" y="547"/>
                    </a:lnTo>
                    <a:lnTo>
                      <a:pt x="687" y="547"/>
                    </a:lnTo>
                    <a:lnTo>
                      <a:pt x="688" y="547"/>
                    </a:lnTo>
                    <a:lnTo>
                      <a:pt x="688" y="547"/>
                    </a:lnTo>
                    <a:lnTo>
                      <a:pt x="689" y="547"/>
                    </a:lnTo>
                    <a:lnTo>
                      <a:pt x="689" y="547"/>
                    </a:lnTo>
                    <a:lnTo>
                      <a:pt x="690" y="546"/>
                    </a:lnTo>
                    <a:lnTo>
                      <a:pt x="690" y="546"/>
                    </a:lnTo>
                    <a:lnTo>
                      <a:pt x="691" y="546"/>
                    </a:lnTo>
                    <a:lnTo>
                      <a:pt x="692" y="546"/>
                    </a:lnTo>
                    <a:lnTo>
                      <a:pt x="692" y="546"/>
                    </a:lnTo>
                    <a:lnTo>
                      <a:pt x="693" y="546"/>
                    </a:lnTo>
                    <a:lnTo>
                      <a:pt x="693" y="546"/>
                    </a:lnTo>
                    <a:lnTo>
                      <a:pt x="694" y="546"/>
                    </a:lnTo>
                    <a:lnTo>
                      <a:pt x="695" y="546"/>
                    </a:lnTo>
                    <a:lnTo>
                      <a:pt x="695" y="546"/>
                    </a:lnTo>
                    <a:lnTo>
                      <a:pt x="696" y="546"/>
                    </a:lnTo>
                    <a:lnTo>
                      <a:pt x="696" y="545"/>
                    </a:lnTo>
                    <a:lnTo>
                      <a:pt x="697" y="545"/>
                    </a:lnTo>
                    <a:lnTo>
                      <a:pt x="698" y="545"/>
                    </a:lnTo>
                    <a:lnTo>
                      <a:pt x="698" y="545"/>
                    </a:lnTo>
                    <a:lnTo>
                      <a:pt x="699" y="545"/>
                    </a:lnTo>
                    <a:lnTo>
                      <a:pt x="699" y="545"/>
                    </a:lnTo>
                    <a:lnTo>
                      <a:pt x="700" y="545"/>
                    </a:lnTo>
                    <a:lnTo>
                      <a:pt x="701" y="545"/>
                    </a:lnTo>
                    <a:lnTo>
                      <a:pt x="701" y="544"/>
                    </a:lnTo>
                    <a:lnTo>
                      <a:pt x="702" y="544"/>
                    </a:lnTo>
                    <a:lnTo>
                      <a:pt x="702" y="543"/>
                    </a:lnTo>
                    <a:lnTo>
                      <a:pt x="703" y="543"/>
                    </a:lnTo>
                    <a:lnTo>
                      <a:pt x="703" y="542"/>
                    </a:lnTo>
                    <a:lnTo>
                      <a:pt x="704" y="542"/>
                    </a:lnTo>
                    <a:lnTo>
                      <a:pt x="704" y="540"/>
                    </a:lnTo>
                    <a:lnTo>
                      <a:pt x="705" y="540"/>
                    </a:lnTo>
                    <a:lnTo>
                      <a:pt x="706" y="539"/>
                    </a:lnTo>
                    <a:lnTo>
                      <a:pt x="706" y="538"/>
                    </a:lnTo>
                    <a:lnTo>
                      <a:pt x="707" y="537"/>
                    </a:lnTo>
                    <a:lnTo>
                      <a:pt x="707" y="536"/>
                    </a:lnTo>
                    <a:lnTo>
                      <a:pt x="708" y="535"/>
                    </a:lnTo>
                    <a:lnTo>
                      <a:pt x="708" y="534"/>
                    </a:lnTo>
                    <a:lnTo>
                      <a:pt x="709" y="533"/>
                    </a:lnTo>
                    <a:lnTo>
                      <a:pt x="710" y="533"/>
                    </a:lnTo>
                    <a:lnTo>
                      <a:pt x="710" y="531"/>
                    </a:lnTo>
                    <a:lnTo>
                      <a:pt x="711" y="531"/>
                    </a:lnTo>
                    <a:lnTo>
                      <a:pt x="711" y="530"/>
                    </a:lnTo>
                    <a:lnTo>
                      <a:pt x="712" y="529"/>
                    </a:lnTo>
                    <a:lnTo>
                      <a:pt x="713" y="528"/>
                    </a:lnTo>
                    <a:lnTo>
                      <a:pt x="713" y="527"/>
                    </a:lnTo>
                    <a:lnTo>
                      <a:pt x="714" y="526"/>
                    </a:lnTo>
                    <a:lnTo>
                      <a:pt x="714" y="525"/>
                    </a:lnTo>
                    <a:lnTo>
                      <a:pt x="715" y="525"/>
                    </a:lnTo>
                    <a:lnTo>
                      <a:pt x="716" y="523"/>
                    </a:lnTo>
                    <a:lnTo>
                      <a:pt x="716" y="523"/>
                    </a:lnTo>
                    <a:lnTo>
                      <a:pt x="717" y="522"/>
                    </a:lnTo>
                    <a:lnTo>
                      <a:pt x="717" y="521"/>
                    </a:lnTo>
                    <a:lnTo>
                      <a:pt x="718" y="520"/>
                    </a:lnTo>
                    <a:lnTo>
                      <a:pt x="718" y="519"/>
                    </a:lnTo>
                    <a:lnTo>
                      <a:pt x="719" y="518"/>
                    </a:lnTo>
                    <a:lnTo>
                      <a:pt x="720" y="518"/>
                    </a:lnTo>
                    <a:lnTo>
                      <a:pt x="720" y="517"/>
                    </a:lnTo>
                    <a:lnTo>
                      <a:pt x="721" y="516"/>
                    </a:lnTo>
                    <a:lnTo>
                      <a:pt x="721" y="516"/>
                    </a:lnTo>
                    <a:lnTo>
                      <a:pt x="722" y="516"/>
                    </a:lnTo>
                    <a:lnTo>
                      <a:pt x="722" y="515"/>
                    </a:lnTo>
                    <a:lnTo>
                      <a:pt x="723" y="515"/>
                    </a:lnTo>
                    <a:lnTo>
                      <a:pt x="723" y="515"/>
                    </a:lnTo>
                    <a:lnTo>
                      <a:pt x="724" y="515"/>
                    </a:lnTo>
                    <a:lnTo>
                      <a:pt x="725" y="515"/>
                    </a:lnTo>
                    <a:lnTo>
                      <a:pt x="725" y="514"/>
                    </a:lnTo>
                    <a:lnTo>
                      <a:pt x="726" y="514"/>
                    </a:lnTo>
                    <a:lnTo>
                      <a:pt x="726" y="514"/>
                    </a:lnTo>
                    <a:lnTo>
                      <a:pt x="727" y="514"/>
                    </a:lnTo>
                    <a:lnTo>
                      <a:pt x="728" y="514"/>
                    </a:lnTo>
                    <a:lnTo>
                      <a:pt x="728" y="514"/>
                    </a:lnTo>
                    <a:lnTo>
                      <a:pt x="729" y="514"/>
                    </a:lnTo>
                    <a:lnTo>
                      <a:pt x="729" y="513"/>
                    </a:lnTo>
                    <a:lnTo>
                      <a:pt x="730" y="513"/>
                    </a:lnTo>
                    <a:lnTo>
                      <a:pt x="731" y="513"/>
                    </a:lnTo>
                    <a:lnTo>
                      <a:pt x="731" y="513"/>
                    </a:lnTo>
                    <a:lnTo>
                      <a:pt x="732" y="513"/>
                    </a:lnTo>
                    <a:lnTo>
                      <a:pt x="733" y="513"/>
                    </a:lnTo>
                    <a:lnTo>
                      <a:pt x="733" y="513"/>
                    </a:lnTo>
                    <a:lnTo>
                      <a:pt x="734" y="513"/>
                    </a:lnTo>
                    <a:lnTo>
                      <a:pt x="734" y="512"/>
                    </a:lnTo>
                    <a:lnTo>
                      <a:pt x="735" y="512"/>
                    </a:lnTo>
                    <a:lnTo>
                      <a:pt x="735" y="512"/>
                    </a:lnTo>
                    <a:lnTo>
                      <a:pt x="736" y="512"/>
                    </a:lnTo>
                    <a:lnTo>
                      <a:pt x="736" y="512"/>
                    </a:lnTo>
                    <a:lnTo>
                      <a:pt x="737" y="511"/>
                    </a:lnTo>
                    <a:lnTo>
                      <a:pt x="737" y="511"/>
                    </a:lnTo>
                    <a:lnTo>
                      <a:pt x="738" y="511"/>
                    </a:lnTo>
                    <a:lnTo>
                      <a:pt x="739" y="511"/>
                    </a:lnTo>
                    <a:lnTo>
                      <a:pt x="739" y="511"/>
                    </a:lnTo>
                    <a:lnTo>
                      <a:pt x="740" y="511"/>
                    </a:lnTo>
                    <a:lnTo>
                      <a:pt x="740" y="511"/>
                    </a:lnTo>
                    <a:lnTo>
                      <a:pt x="741" y="510"/>
                    </a:lnTo>
                    <a:lnTo>
                      <a:pt x="742" y="510"/>
                    </a:lnTo>
                    <a:lnTo>
                      <a:pt x="742" y="510"/>
                    </a:lnTo>
                    <a:lnTo>
                      <a:pt x="743" y="510"/>
                    </a:lnTo>
                    <a:lnTo>
                      <a:pt x="743" y="510"/>
                    </a:lnTo>
                    <a:lnTo>
                      <a:pt x="744" y="510"/>
                    </a:lnTo>
                    <a:lnTo>
                      <a:pt x="745" y="510"/>
                    </a:lnTo>
                    <a:lnTo>
                      <a:pt x="745" y="510"/>
                    </a:lnTo>
                    <a:lnTo>
                      <a:pt x="746" y="510"/>
                    </a:lnTo>
                    <a:lnTo>
                      <a:pt x="746" y="510"/>
                    </a:lnTo>
                    <a:lnTo>
                      <a:pt x="747" y="510"/>
                    </a:lnTo>
                    <a:lnTo>
                      <a:pt x="748" y="510"/>
                    </a:lnTo>
                    <a:lnTo>
                      <a:pt x="748" y="510"/>
                    </a:lnTo>
                    <a:lnTo>
                      <a:pt x="749" y="510"/>
                    </a:lnTo>
                    <a:lnTo>
                      <a:pt x="749" y="510"/>
                    </a:lnTo>
                    <a:lnTo>
                      <a:pt x="750" y="509"/>
                    </a:lnTo>
                    <a:lnTo>
                      <a:pt x="750" y="509"/>
                    </a:lnTo>
                    <a:lnTo>
                      <a:pt x="751" y="509"/>
                    </a:lnTo>
                    <a:lnTo>
                      <a:pt x="751" y="509"/>
                    </a:lnTo>
                    <a:lnTo>
                      <a:pt x="752" y="509"/>
                    </a:lnTo>
                    <a:lnTo>
                      <a:pt x="753" y="509"/>
                    </a:lnTo>
                    <a:lnTo>
                      <a:pt x="753" y="509"/>
                    </a:lnTo>
                    <a:lnTo>
                      <a:pt x="754" y="509"/>
                    </a:lnTo>
                    <a:lnTo>
                      <a:pt x="754" y="509"/>
                    </a:lnTo>
                    <a:lnTo>
                      <a:pt x="755" y="509"/>
                    </a:lnTo>
                    <a:lnTo>
                      <a:pt x="755" y="509"/>
                    </a:lnTo>
                    <a:lnTo>
                      <a:pt x="756" y="509"/>
                    </a:lnTo>
                    <a:lnTo>
                      <a:pt x="757" y="509"/>
                    </a:lnTo>
                    <a:lnTo>
                      <a:pt x="757" y="509"/>
                    </a:lnTo>
                    <a:lnTo>
                      <a:pt x="758" y="509"/>
                    </a:lnTo>
                    <a:lnTo>
                      <a:pt x="758" y="508"/>
                    </a:lnTo>
                    <a:lnTo>
                      <a:pt x="759" y="508"/>
                    </a:lnTo>
                    <a:lnTo>
                      <a:pt x="760" y="508"/>
                    </a:lnTo>
                    <a:lnTo>
                      <a:pt x="760" y="508"/>
                    </a:lnTo>
                    <a:lnTo>
                      <a:pt x="761" y="508"/>
                    </a:lnTo>
                    <a:lnTo>
                      <a:pt x="761" y="508"/>
                    </a:lnTo>
                    <a:lnTo>
                      <a:pt x="762" y="508"/>
                    </a:lnTo>
                    <a:lnTo>
                      <a:pt x="763" y="508"/>
                    </a:lnTo>
                    <a:lnTo>
                      <a:pt x="763" y="508"/>
                    </a:lnTo>
                    <a:lnTo>
                      <a:pt x="764" y="508"/>
                    </a:lnTo>
                    <a:lnTo>
                      <a:pt x="764" y="508"/>
                    </a:lnTo>
                    <a:lnTo>
                      <a:pt x="765" y="508"/>
                    </a:lnTo>
                    <a:lnTo>
                      <a:pt x="765" y="508"/>
                    </a:lnTo>
                    <a:lnTo>
                      <a:pt x="766" y="508"/>
                    </a:lnTo>
                    <a:lnTo>
                      <a:pt x="767" y="508"/>
                    </a:lnTo>
                    <a:lnTo>
                      <a:pt x="767" y="508"/>
                    </a:lnTo>
                    <a:lnTo>
                      <a:pt x="768" y="508"/>
                    </a:lnTo>
                    <a:lnTo>
                      <a:pt x="768" y="508"/>
                    </a:lnTo>
                    <a:lnTo>
                      <a:pt x="769" y="507"/>
                    </a:lnTo>
                    <a:lnTo>
                      <a:pt x="769" y="507"/>
                    </a:lnTo>
                    <a:lnTo>
                      <a:pt x="770" y="507"/>
                    </a:lnTo>
                    <a:lnTo>
                      <a:pt x="770" y="507"/>
                    </a:lnTo>
                    <a:lnTo>
                      <a:pt x="771" y="507"/>
                    </a:lnTo>
                    <a:lnTo>
                      <a:pt x="772" y="507"/>
                    </a:lnTo>
                    <a:lnTo>
                      <a:pt x="772" y="507"/>
                    </a:lnTo>
                    <a:lnTo>
                      <a:pt x="773" y="507"/>
                    </a:lnTo>
                    <a:lnTo>
                      <a:pt x="773" y="507"/>
                    </a:lnTo>
                    <a:lnTo>
                      <a:pt x="774" y="507"/>
                    </a:lnTo>
                    <a:lnTo>
                      <a:pt x="775" y="507"/>
                    </a:lnTo>
                    <a:lnTo>
                      <a:pt x="775" y="507"/>
                    </a:lnTo>
                    <a:lnTo>
                      <a:pt x="776" y="506"/>
                    </a:lnTo>
                    <a:lnTo>
                      <a:pt x="776" y="506"/>
                    </a:lnTo>
                    <a:lnTo>
                      <a:pt x="777" y="506"/>
                    </a:lnTo>
                    <a:lnTo>
                      <a:pt x="778" y="506"/>
                    </a:lnTo>
                    <a:lnTo>
                      <a:pt x="778" y="506"/>
                    </a:lnTo>
                    <a:lnTo>
                      <a:pt x="779" y="506"/>
                    </a:lnTo>
                    <a:lnTo>
                      <a:pt x="779" y="505"/>
                    </a:lnTo>
                    <a:lnTo>
                      <a:pt x="780" y="505"/>
                    </a:lnTo>
                    <a:lnTo>
                      <a:pt x="781" y="505"/>
                    </a:lnTo>
                    <a:lnTo>
                      <a:pt x="781" y="505"/>
                    </a:lnTo>
                    <a:lnTo>
                      <a:pt x="782" y="504"/>
                    </a:lnTo>
                    <a:lnTo>
                      <a:pt x="782" y="504"/>
                    </a:lnTo>
                    <a:lnTo>
                      <a:pt x="783" y="504"/>
                    </a:lnTo>
                    <a:lnTo>
                      <a:pt x="783" y="504"/>
                    </a:lnTo>
                    <a:lnTo>
                      <a:pt x="784" y="503"/>
                    </a:lnTo>
                    <a:lnTo>
                      <a:pt x="784" y="503"/>
                    </a:lnTo>
                    <a:lnTo>
                      <a:pt x="785" y="503"/>
                    </a:lnTo>
                    <a:lnTo>
                      <a:pt x="785" y="502"/>
                    </a:lnTo>
                    <a:lnTo>
                      <a:pt x="786" y="502"/>
                    </a:lnTo>
                    <a:lnTo>
                      <a:pt x="787" y="502"/>
                    </a:lnTo>
                    <a:lnTo>
                      <a:pt x="787" y="502"/>
                    </a:lnTo>
                    <a:lnTo>
                      <a:pt x="788" y="501"/>
                    </a:lnTo>
                    <a:lnTo>
                      <a:pt x="788" y="501"/>
                    </a:lnTo>
                    <a:lnTo>
                      <a:pt x="789" y="501"/>
                    </a:lnTo>
                    <a:lnTo>
                      <a:pt x="790" y="501"/>
                    </a:lnTo>
                    <a:lnTo>
                      <a:pt x="790" y="507"/>
                    </a:lnTo>
                    <a:lnTo>
                      <a:pt x="791" y="514"/>
                    </a:lnTo>
                    <a:lnTo>
                      <a:pt x="791" y="520"/>
                    </a:lnTo>
                    <a:lnTo>
                      <a:pt x="792" y="527"/>
                    </a:lnTo>
                    <a:lnTo>
                      <a:pt x="793" y="534"/>
                    </a:lnTo>
                    <a:lnTo>
                      <a:pt x="793" y="540"/>
                    </a:lnTo>
                    <a:lnTo>
                      <a:pt x="794" y="547"/>
                    </a:lnTo>
                    <a:lnTo>
                      <a:pt x="794" y="554"/>
                    </a:lnTo>
                    <a:lnTo>
                      <a:pt x="795" y="560"/>
                    </a:lnTo>
                    <a:lnTo>
                      <a:pt x="796" y="567"/>
                    </a:lnTo>
                    <a:lnTo>
                      <a:pt x="796" y="574"/>
                    </a:lnTo>
                    <a:lnTo>
                      <a:pt x="797" y="580"/>
                    </a:lnTo>
                    <a:lnTo>
                      <a:pt x="797" y="587"/>
                    </a:lnTo>
                    <a:lnTo>
                      <a:pt x="798" y="594"/>
                    </a:lnTo>
                    <a:lnTo>
                      <a:pt x="798" y="601"/>
                    </a:lnTo>
                    <a:lnTo>
                      <a:pt x="799" y="607"/>
                    </a:lnTo>
                    <a:lnTo>
                      <a:pt x="800" y="614"/>
                    </a:lnTo>
                    <a:lnTo>
                      <a:pt x="800" y="621"/>
                    </a:lnTo>
                    <a:lnTo>
                      <a:pt x="801" y="628"/>
                    </a:lnTo>
                    <a:lnTo>
                      <a:pt x="801" y="635"/>
                    </a:lnTo>
                    <a:lnTo>
                      <a:pt x="802" y="642"/>
                    </a:lnTo>
                    <a:lnTo>
                      <a:pt x="802" y="649"/>
                    </a:lnTo>
                    <a:lnTo>
                      <a:pt x="803" y="655"/>
                    </a:lnTo>
                    <a:lnTo>
                      <a:pt x="804" y="663"/>
                    </a:lnTo>
                    <a:lnTo>
                      <a:pt x="804" y="669"/>
                    </a:lnTo>
                    <a:lnTo>
                      <a:pt x="805" y="676"/>
                    </a:lnTo>
                    <a:lnTo>
                      <a:pt x="805" y="683"/>
                    </a:lnTo>
                    <a:lnTo>
                      <a:pt x="806" y="690"/>
                    </a:lnTo>
                    <a:lnTo>
                      <a:pt x="807" y="696"/>
                    </a:lnTo>
                    <a:lnTo>
                      <a:pt x="807" y="704"/>
                    </a:lnTo>
                    <a:lnTo>
                      <a:pt x="808" y="710"/>
                    </a:lnTo>
                    <a:lnTo>
                      <a:pt x="808" y="717"/>
                    </a:lnTo>
                    <a:lnTo>
                      <a:pt x="809" y="724"/>
                    </a:lnTo>
                    <a:lnTo>
                      <a:pt x="810" y="724"/>
                    </a:lnTo>
                    <a:lnTo>
                      <a:pt x="810" y="724"/>
                    </a:lnTo>
                    <a:lnTo>
                      <a:pt x="811" y="724"/>
                    </a:lnTo>
                    <a:lnTo>
                      <a:pt x="811" y="724"/>
                    </a:lnTo>
                    <a:lnTo>
                      <a:pt x="812" y="724"/>
                    </a:lnTo>
                    <a:lnTo>
                      <a:pt x="812" y="724"/>
                    </a:lnTo>
                    <a:lnTo>
                      <a:pt x="813" y="724"/>
                    </a:lnTo>
                    <a:lnTo>
                      <a:pt x="814" y="724"/>
                    </a:lnTo>
                    <a:lnTo>
                      <a:pt x="814" y="724"/>
                    </a:lnTo>
                    <a:lnTo>
                      <a:pt x="815" y="724"/>
                    </a:lnTo>
                    <a:lnTo>
                      <a:pt x="815" y="724"/>
                    </a:lnTo>
                    <a:lnTo>
                      <a:pt x="816" y="724"/>
                    </a:lnTo>
                    <a:lnTo>
                      <a:pt x="816" y="724"/>
                    </a:lnTo>
                    <a:lnTo>
                      <a:pt x="817" y="724"/>
                    </a:lnTo>
                    <a:lnTo>
                      <a:pt x="817" y="724"/>
                    </a:lnTo>
                    <a:lnTo>
                      <a:pt x="818" y="724"/>
                    </a:lnTo>
                    <a:lnTo>
                      <a:pt x="819" y="724"/>
                    </a:lnTo>
                    <a:lnTo>
                      <a:pt x="819" y="724"/>
                    </a:lnTo>
                    <a:lnTo>
                      <a:pt x="820" y="724"/>
                    </a:lnTo>
                    <a:lnTo>
                      <a:pt x="820" y="724"/>
                    </a:lnTo>
                    <a:lnTo>
                      <a:pt x="821" y="724"/>
                    </a:lnTo>
                    <a:lnTo>
                      <a:pt x="822" y="724"/>
                    </a:lnTo>
                    <a:lnTo>
                      <a:pt x="822" y="724"/>
                    </a:lnTo>
                    <a:lnTo>
                      <a:pt x="823" y="724"/>
                    </a:lnTo>
                    <a:lnTo>
                      <a:pt x="823" y="724"/>
                    </a:lnTo>
                    <a:lnTo>
                      <a:pt x="824" y="724"/>
                    </a:lnTo>
                    <a:lnTo>
                      <a:pt x="825" y="724"/>
                    </a:lnTo>
                    <a:lnTo>
                      <a:pt x="825" y="724"/>
                    </a:lnTo>
                    <a:lnTo>
                      <a:pt x="826" y="724"/>
                    </a:lnTo>
                    <a:lnTo>
                      <a:pt x="826" y="724"/>
                    </a:lnTo>
                    <a:lnTo>
                      <a:pt x="827" y="724"/>
                    </a:lnTo>
                    <a:lnTo>
                      <a:pt x="828" y="724"/>
                    </a:lnTo>
                    <a:lnTo>
                      <a:pt x="828" y="724"/>
                    </a:lnTo>
                    <a:lnTo>
                      <a:pt x="829" y="724"/>
                    </a:lnTo>
                    <a:lnTo>
                      <a:pt x="829" y="724"/>
                    </a:lnTo>
                    <a:lnTo>
                      <a:pt x="830" y="724"/>
                    </a:lnTo>
                    <a:lnTo>
                      <a:pt x="830" y="724"/>
                    </a:lnTo>
                    <a:lnTo>
                      <a:pt x="831" y="724"/>
                    </a:lnTo>
                    <a:lnTo>
                      <a:pt x="831" y="724"/>
                    </a:lnTo>
                    <a:lnTo>
                      <a:pt x="832" y="724"/>
                    </a:lnTo>
                    <a:lnTo>
                      <a:pt x="832" y="724"/>
                    </a:lnTo>
                    <a:lnTo>
                      <a:pt x="833" y="724"/>
                    </a:lnTo>
                    <a:lnTo>
                      <a:pt x="834" y="724"/>
                    </a:lnTo>
                    <a:lnTo>
                      <a:pt x="834" y="724"/>
                    </a:lnTo>
                    <a:lnTo>
                      <a:pt x="835" y="724"/>
                    </a:lnTo>
                    <a:lnTo>
                      <a:pt x="835" y="724"/>
                    </a:lnTo>
                    <a:lnTo>
                      <a:pt x="836" y="724"/>
                    </a:lnTo>
                    <a:lnTo>
                      <a:pt x="837" y="724"/>
                    </a:lnTo>
                    <a:lnTo>
                      <a:pt x="837" y="724"/>
                    </a:lnTo>
                    <a:lnTo>
                      <a:pt x="838" y="724"/>
                    </a:lnTo>
                    <a:lnTo>
                      <a:pt x="838" y="724"/>
                    </a:lnTo>
                    <a:lnTo>
                      <a:pt x="839" y="724"/>
                    </a:lnTo>
                    <a:lnTo>
                      <a:pt x="840" y="724"/>
                    </a:lnTo>
                    <a:lnTo>
                      <a:pt x="840" y="724"/>
                    </a:lnTo>
                    <a:lnTo>
                      <a:pt x="841" y="724"/>
                    </a:lnTo>
                    <a:lnTo>
                      <a:pt x="841" y="724"/>
                    </a:lnTo>
                    <a:lnTo>
                      <a:pt x="842" y="724"/>
                    </a:lnTo>
                    <a:lnTo>
                      <a:pt x="843" y="724"/>
                    </a:lnTo>
                    <a:lnTo>
                      <a:pt x="843" y="724"/>
                    </a:lnTo>
                    <a:lnTo>
                      <a:pt x="844" y="724"/>
                    </a:lnTo>
                    <a:lnTo>
                      <a:pt x="844" y="724"/>
                    </a:lnTo>
                    <a:lnTo>
                      <a:pt x="845" y="724"/>
                    </a:lnTo>
                    <a:lnTo>
                      <a:pt x="845" y="724"/>
                    </a:lnTo>
                    <a:lnTo>
                      <a:pt x="846" y="723"/>
                    </a:lnTo>
                    <a:lnTo>
                      <a:pt x="846" y="723"/>
                    </a:lnTo>
                    <a:lnTo>
                      <a:pt x="847" y="723"/>
                    </a:lnTo>
                    <a:lnTo>
                      <a:pt x="848" y="723"/>
                    </a:lnTo>
                    <a:lnTo>
                      <a:pt x="848" y="723"/>
                    </a:lnTo>
                    <a:lnTo>
                      <a:pt x="849" y="723"/>
                    </a:lnTo>
                    <a:lnTo>
                      <a:pt x="849" y="723"/>
                    </a:lnTo>
                    <a:lnTo>
                      <a:pt x="850" y="723"/>
                    </a:lnTo>
                    <a:lnTo>
                      <a:pt x="850" y="723"/>
                    </a:lnTo>
                    <a:lnTo>
                      <a:pt x="851" y="723"/>
                    </a:lnTo>
                    <a:lnTo>
                      <a:pt x="852" y="723"/>
                    </a:lnTo>
                    <a:lnTo>
                      <a:pt x="852" y="723"/>
                    </a:lnTo>
                    <a:lnTo>
                      <a:pt x="853" y="723"/>
                    </a:lnTo>
                    <a:lnTo>
                      <a:pt x="853" y="723"/>
                    </a:lnTo>
                    <a:lnTo>
                      <a:pt x="854" y="723"/>
                    </a:lnTo>
                    <a:lnTo>
                      <a:pt x="855" y="723"/>
                    </a:lnTo>
                    <a:lnTo>
                      <a:pt x="855" y="723"/>
                    </a:lnTo>
                    <a:lnTo>
                      <a:pt x="856" y="722"/>
                    </a:lnTo>
                    <a:lnTo>
                      <a:pt x="856" y="722"/>
                    </a:lnTo>
                    <a:lnTo>
                      <a:pt x="857" y="722"/>
                    </a:lnTo>
                    <a:lnTo>
                      <a:pt x="858" y="722"/>
                    </a:lnTo>
                    <a:lnTo>
                      <a:pt x="858" y="722"/>
                    </a:lnTo>
                    <a:lnTo>
                      <a:pt x="859" y="722"/>
                    </a:lnTo>
                    <a:lnTo>
                      <a:pt x="859" y="722"/>
                    </a:lnTo>
                    <a:lnTo>
                      <a:pt x="860" y="722"/>
                    </a:lnTo>
                    <a:lnTo>
                      <a:pt x="861" y="722"/>
                    </a:lnTo>
                    <a:lnTo>
                      <a:pt x="861" y="722"/>
                    </a:lnTo>
                    <a:lnTo>
                      <a:pt x="862" y="722"/>
                    </a:lnTo>
                    <a:lnTo>
                      <a:pt x="862" y="722"/>
                    </a:lnTo>
                    <a:lnTo>
                      <a:pt x="863" y="722"/>
                    </a:lnTo>
                    <a:lnTo>
                      <a:pt x="863" y="722"/>
                    </a:lnTo>
                    <a:lnTo>
                      <a:pt x="864" y="722"/>
                    </a:lnTo>
                    <a:lnTo>
                      <a:pt x="864" y="722"/>
                    </a:lnTo>
                    <a:lnTo>
                      <a:pt x="865" y="722"/>
                    </a:lnTo>
                    <a:lnTo>
                      <a:pt x="865" y="722"/>
                    </a:lnTo>
                    <a:lnTo>
                      <a:pt x="866" y="722"/>
                    </a:lnTo>
                    <a:lnTo>
                      <a:pt x="867" y="721"/>
                    </a:lnTo>
                    <a:lnTo>
                      <a:pt x="867" y="721"/>
                    </a:lnTo>
                    <a:lnTo>
                      <a:pt x="868" y="721"/>
                    </a:lnTo>
                    <a:lnTo>
                      <a:pt x="869" y="721"/>
                    </a:lnTo>
                    <a:lnTo>
                      <a:pt x="869" y="721"/>
                    </a:lnTo>
                    <a:lnTo>
                      <a:pt x="870" y="721"/>
                    </a:lnTo>
                    <a:lnTo>
                      <a:pt x="870" y="721"/>
                    </a:lnTo>
                    <a:lnTo>
                      <a:pt x="871" y="721"/>
                    </a:lnTo>
                    <a:lnTo>
                      <a:pt x="872" y="721"/>
                    </a:lnTo>
                    <a:lnTo>
                      <a:pt x="872" y="721"/>
                    </a:lnTo>
                    <a:lnTo>
                      <a:pt x="873" y="720"/>
                    </a:lnTo>
                    <a:lnTo>
                      <a:pt x="873" y="720"/>
                    </a:lnTo>
                    <a:lnTo>
                      <a:pt x="874" y="720"/>
                    </a:lnTo>
                    <a:lnTo>
                      <a:pt x="875" y="720"/>
                    </a:lnTo>
                    <a:lnTo>
                      <a:pt x="875" y="720"/>
                    </a:lnTo>
                    <a:lnTo>
                      <a:pt x="876" y="720"/>
                    </a:lnTo>
                    <a:lnTo>
                      <a:pt x="876" y="720"/>
                    </a:lnTo>
                    <a:lnTo>
                      <a:pt x="877" y="720"/>
                    </a:lnTo>
                    <a:lnTo>
                      <a:pt x="877" y="720"/>
                    </a:lnTo>
                    <a:lnTo>
                      <a:pt x="878" y="720"/>
                    </a:lnTo>
                    <a:lnTo>
                      <a:pt x="878" y="720"/>
                    </a:lnTo>
                    <a:lnTo>
                      <a:pt x="879" y="720"/>
                    </a:lnTo>
                    <a:lnTo>
                      <a:pt x="879" y="720"/>
                    </a:lnTo>
                    <a:lnTo>
                      <a:pt x="880" y="719"/>
                    </a:lnTo>
                    <a:lnTo>
                      <a:pt x="881" y="719"/>
                    </a:lnTo>
                    <a:lnTo>
                      <a:pt x="881" y="719"/>
                    </a:lnTo>
                    <a:lnTo>
                      <a:pt x="882" y="719"/>
                    </a:lnTo>
                    <a:lnTo>
                      <a:pt x="882" y="719"/>
                    </a:lnTo>
                    <a:lnTo>
                      <a:pt x="883" y="719"/>
                    </a:lnTo>
                    <a:lnTo>
                      <a:pt x="884" y="719"/>
                    </a:lnTo>
                    <a:lnTo>
                      <a:pt x="884" y="719"/>
                    </a:lnTo>
                    <a:lnTo>
                      <a:pt x="885" y="719"/>
                    </a:lnTo>
                    <a:lnTo>
                      <a:pt x="885" y="719"/>
                    </a:lnTo>
                    <a:lnTo>
                      <a:pt x="886" y="719"/>
                    </a:lnTo>
                    <a:lnTo>
                      <a:pt x="887" y="719"/>
                    </a:lnTo>
                    <a:lnTo>
                      <a:pt x="887" y="719"/>
                    </a:lnTo>
                    <a:lnTo>
                      <a:pt x="888" y="718"/>
                    </a:lnTo>
                    <a:lnTo>
                      <a:pt x="888" y="718"/>
                    </a:lnTo>
                    <a:lnTo>
                      <a:pt x="889" y="718"/>
                    </a:lnTo>
                    <a:lnTo>
                      <a:pt x="890" y="718"/>
                    </a:lnTo>
                    <a:lnTo>
                      <a:pt x="890" y="718"/>
                    </a:lnTo>
                    <a:lnTo>
                      <a:pt x="891" y="718"/>
                    </a:lnTo>
                    <a:lnTo>
                      <a:pt x="891" y="718"/>
                    </a:lnTo>
                    <a:lnTo>
                      <a:pt x="892" y="718"/>
                    </a:lnTo>
                    <a:lnTo>
                      <a:pt x="892" y="718"/>
                    </a:lnTo>
                    <a:lnTo>
                      <a:pt x="893" y="718"/>
                    </a:lnTo>
                    <a:lnTo>
                      <a:pt x="893" y="717"/>
                    </a:lnTo>
                    <a:lnTo>
                      <a:pt x="894" y="717"/>
                    </a:lnTo>
                    <a:lnTo>
                      <a:pt x="895" y="717"/>
                    </a:lnTo>
                    <a:lnTo>
                      <a:pt x="895" y="717"/>
                    </a:lnTo>
                    <a:lnTo>
                      <a:pt x="896" y="717"/>
                    </a:lnTo>
                    <a:lnTo>
                      <a:pt x="896" y="717"/>
                    </a:lnTo>
                    <a:lnTo>
                      <a:pt x="897" y="717"/>
                    </a:lnTo>
                    <a:lnTo>
                      <a:pt x="897" y="717"/>
                    </a:lnTo>
                    <a:lnTo>
                      <a:pt x="898" y="717"/>
                    </a:lnTo>
                    <a:lnTo>
                      <a:pt x="899" y="717"/>
                    </a:lnTo>
                    <a:lnTo>
                      <a:pt x="899" y="717"/>
                    </a:lnTo>
                    <a:lnTo>
                      <a:pt x="900" y="717"/>
                    </a:lnTo>
                    <a:lnTo>
                      <a:pt x="900" y="717"/>
                    </a:lnTo>
                    <a:lnTo>
                      <a:pt x="901" y="717"/>
                    </a:lnTo>
                    <a:lnTo>
                      <a:pt x="902" y="716"/>
                    </a:lnTo>
                    <a:lnTo>
                      <a:pt x="902" y="716"/>
                    </a:lnTo>
                    <a:lnTo>
                      <a:pt x="903" y="716"/>
                    </a:lnTo>
                    <a:lnTo>
                      <a:pt x="903" y="716"/>
                    </a:lnTo>
                    <a:lnTo>
                      <a:pt x="904" y="716"/>
                    </a:lnTo>
                    <a:lnTo>
                      <a:pt x="905" y="716"/>
                    </a:lnTo>
                    <a:lnTo>
                      <a:pt x="905" y="716"/>
                    </a:lnTo>
                    <a:lnTo>
                      <a:pt x="906" y="716"/>
                    </a:lnTo>
                    <a:lnTo>
                      <a:pt x="906" y="716"/>
                    </a:lnTo>
                    <a:lnTo>
                      <a:pt x="907" y="716"/>
                    </a:lnTo>
                    <a:lnTo>
                      <a:pt x="908" y="716"/>
                    </a:lnTo>
                    <a:lnTo>
                      <a:pt x="908" y="716"/>
                    </a:lnTo>
                    <a:lnTo>
                      <a:pt x="909" y="715"/>
                    </a:lnTo>
                    <a:lnTo>
                      <a:pt x="909" y="715"/>
                    </a:lnTo>
                    <a:lnTo>
                      <a:pt x="910" y="715"/>
                    </a:lnTo>
                    <a:lnTo>
                      <a:pt x="910" y="715"/>
                    </a:lnTo>
                    <a:lnTo>
                      <a:pt x="911" y="715"/>
                    </a:lnTo>
                    <a:lnTo>
                      <a:pt x="911" y="715"/>
                    </a:lnTo>
                    <a:lnTo>
                      <a:pt x="912" y="715"/>
                    </a:lnTo>
                    <a:lnTo>
                      <a:pt x="912" y="715"/>
                    </a:lnTo>
                    <a:lnTo>
                      <a:pt x="913" y="715"/>
                    </a:lnTo>
                    <a:lnTo>
                      <a:pt x="914" y="714"/>
                    </a:lnTo>
                    <a:lnTo>
                      <a:pt x="914" y="714"/>
                    </a:lnTo>
                    <a:lnTo>
                      <a:pt x="915" y="714"/>
                    </a:lnTo>
                    <a:lnTo>
                      <a:pt x="915" y="714"/>
                    </a:lnTo>
                    <a:lnTo>
                      <a:pt x="916" y="714"/>
                    </a:lnTo>
                    <a:lnTo>
                      <a:pt x="917" y="714"/>
                    </a:lnTo>
                    <a:lnTo>
                      <a:pt x="917" y="714"/>
                    </a:lnTo>
                    <a:lnTo>
                      <a:pt x="918" y="714"/>
                    </a:lnTo>
                    <a:lnTo>
                      <a:pt x="918" y="714"/>
                    </a:lnTo>
                    <a:lnTo>
                      <a:pt x="919" y="714"/>
                    </a:lnTo>
                    <a:lnTo>
                      <a:pt x="920" y="714"/>
                    </a:lnTo>
                    <a:lnTo>
                      <a:pt x="920" y="714"/>
                    </a:lnTo>
                    <a:lnTo>
                      <a:pt x="921" y="713"/>
                    </a:lnTo>
                    <a:lnTo>
                      <a:pt x="921" y="713"/>
                    </a:lnTo>
                    <a:lnTo>
                      <a:pt x="922" y="713"/>
                    </a:lnTo>
                    <a:lnTo>
                      <a:pt x="923" y="713"/>
                    </a:lnTo>
                    <a:lnTo>
                      <a:pt x="923" y="713"/>
                    </a:lnTo>
                    <a:lnTo>
                      <a:pt x="924" y="713"/>
                    </a:lnTo>
                    <a:lnTo>
                      <a:pt x="924" y="713"/>
                    </a:lnTo>
                    <a:lnTo>
                      <a:pt x="925" y="713"/>
                    </a:lnTo>
                    <a:lnTo>
                      <a:pt x="925" y="713"/>
                    </a:lnTo>
                    <a:lnTo>
                      <a:pt x="926" y="713"/>
                    </a:lnTo>
                    <a:lnTo>
                      <a:pt x="926" y="713"/>
                    </a:lnTo>
                    <a:lnTo>
                      <a:pt x="927" y="713"/>
                    </a:lnTo>
                    <a:lnTo>
                      <a:pt x="928" y="713"/>
                    </a:lnTo>
                    <a:lnTo>
                      <a:pt x="928" y="712"/>
                    </a:lnTo>
                    <a:lnTo>
                      <a:pt x="929" y="712"/>
                    </a:lnTo>
                    <a:lnTo>
                      <a:pt x="929" y="712"/>
                    </a:lnTo>
                    <a:lnTo>
                      <a:pt x="930" y="712"/>
                    </a:lnTo>
                    <a:lnTo>
                      <a:pt x="930" y="712"/>
                    </a:lnTo>
                    <a:lnTo>
                      <a:pt x="931" y="712"/>
                    </a:lnTo>
                    <a:lnTo>
                      <a:pt x="932" y="712"/>
                    </a:lnTo>
                    <a:lnTo>
                      <a:pt x="932" y="712"/>
                    </a:lnTo>
                    <a:lnTo>
                      <a:pt x="933" y="712"/>
                    </a:lnTo>
                    <a:lnTo>
                      <a:pt x="933" y="712"/>
                    </a:lnTo>
                    <a:lnTo>
                      <a:pt x="934" y="712"/>
                    </a:lnTo>
                    <a:lnTo>
                      <a:pt x="935" y="711"/>
                    </a:lnTo>
                    <a:lnTo>
                      <a:pt x="935" y="711"/>
                    </a:lnTo>
                    <a:lnTo>
                      <a:pt x="936" y="711"/>
                    </a:lnTo>
                    <a:lnTo>
                      <a:pt x="936" y="711"/>
                    </a:lnTo>
                    <a:lnTo>
                      <a:pt x="937" y="711"/>
                    </a:lnTo>
                    <a:lnTo>
                      <a:pt x="938" y="711"/>
                    </a:lnTo>
                    <a:lnTo>
                      <a:pt x="938" y="711"/>
                    </a:lnTo>
                    <a:lnTo>
                      <a:pt x="939" y="711"/>
                    </a:lnTo>
                    <a:lnTo>
                      <a:pt x="939" y="711"/>
                    </a:lnTo>
                    <a:lnTo>
                      <a:pt x="940" y="711"/>
                    </a:lnTo>
                    <a:lnTo>
                      <a:pt x="940" y="711"/>
                    </a:lnTo>
                    <a:lnTo>
                      <a:pt x="941" y="711"/>
                    </a:lnTo>
                    <a:lnTo>
                      <a:pt x="942" y="711"/>
                    </a:lnTo>
                    <a:lnTo>
                      <a:pt x="942" y="711"/>
                    </a:lnTo>
                    <a:lnTo>
                      <a:pt x="943" y="711"/>
                    </a:lnTo>
                    <a:lnTo>
                      <a:pt x="943" y="711"/>
                    </a:lnTo>
                    <a:lnTo>
                      <a:pt x="944" y="711"/>
                    </a:lnTo>
                    <a:lnTo>
                      <a:pt x="944" y="710"/>
                    </a:lnTo>
                    <a:lnTo>
                      <a:pt x="945" y="710"/>
                    </a:lnTo>
                    <a:lnTo>
                      <a:pt x="946" y="710"/>
                    </a:lnTo>
                    <a:lnTo>
                      <a:pt x="946" y="710"/>
                    </a:lnTo>
                    <a:lnTo>
                      <a:pt x="947" y="710"/>
                    </a:lnTo>
                    <a:lnTo>
                      <a:pt x="947" y="710"/>
                    </a:lnTo>
                    <a:lnTo>
                      <a:pt x="948" y="710"/>
                    </a:lnTo>
                    <a:lnTo>
                      <a:pt x="949" y="710"/>
                    </a:lnTo>
                    <a:lnTo>
                      <a:pt x="949" y="710"/>
                    </a:lnTo>
                    <a:lnTo>
                      <a:pt x="950" y="710"/>
                    </a:lnTo>
                    <a:lnTo>
                      <a:pt x="950" y="710"/>
                    </a:lnTo>
                    <a:lnTo>
                      <a:pt x="951" y="710"/>
                    </a:lnTo>
                    <a:lnTo>
                      <a:pt x="952" y="710"/>
                    </a:lnTo>
                    <a:lnTo>
                      <a:pt x="952" y="710"/>
                    </a:lnTo>
                    <a:lnTo>
                      <a:pt x="953" y="710"/>
                    </a:lnTo>
                    <a:lnTo>
                      <a:pt x="953" y="709"/>
                    </a:lnTo>
                    <a:lnTo>
                      <a:pt x="954" y="709"/>
                    </a:lnTo>
                    <a:lnTo>
                      <a:pt x="955" y="709"/>
                    </a:lnTo>
                    <a:lnTo>
                      <a:pt x="955" y="709"/>
                    </a:lnTo>
                    <a:lnTo>
                      <a:pt x="956" y="709"/>
                    </a:lnTo>
                    <a:lnTo>
                      <a:pt x="956" y="709"/>
                    </a:lnTo>
                    <a:lnTo>
                      <a:pt x="957" y="709"/>
                    </a:lnTo>
                    <a:lnTo>
                      <a:pt x="957" y="709"/>
                    </a:lnTo>
                    <a:lnTo>
                      <a:pt x="958" y="709"/>
                    </a:lnTo>
                    <a:lnTo>
                      <a:pt x="958" y="709"/>
                    </a:lnTo>
                    <a:lnTo>
                      <a:pt x="959" y="709"/>
                    </a:lnTo>
                    <a:lnTo>
                      <a:pt x="959" y="708"/>
                    </a:lnTo>
                    <a:lnTo>
                      <a:pt x="960" y="708"/>
                    </a:lnTo>
                    <a:lnTo>
                      <a:pt x="961" y="708"/>
                    </a:lnTo>
                    <a:lnTo>
                      <a:pt x="961" y="708"/>
                    </a:lnTo>
                    <a:lnTo>
                      <a:pt x="962" y="708"/>
                    </a:lnTo>
                    <a:lnTo>
                      <a:pt x="962" y="708"/>
                    </a:lnTo>
                    <a:lnTo>
                      <a:pt x="963" y="708"/>
                    </a:lnTo>
                    <a:lnTo>
                      <a:pt x="964" y="708"/>
                    </a:lnTo>
                    <a:lnTo>
                      <a:pt x="964" y="708"/>
                    </a:lnTo>
                    <a:lnTo>
                      <a:pt x="965" y="708"/>
                    </a:lnTo>
                    <a:lnTo>
                      <a:pt x="965" y="708"/>
                    </a:lnTo>
                    <a:lnTo>
                      <a:pt x="966" y="708"/>
                    </a:lnTo>
                    <a:lnTo>
                      <a:pt x="967" y="708"/>
                    </a:lnTo>
                    <a:lnTo>
                      <a:pt x="967" y="708"/>
                    </a:lnTo>
                    <a:lnTo>
                      <a:pt x="968" y="708"/>
                    </a:lnTo>
                    <a:lnTo>
                      <a:pt x="968" y="708"/>
                    </a:lnTo>
                    <a:lnTo>
                      <a:pt x="969" y="708"/>
                    </a:lnTo>
                    <a:lnTo>
                      <a:pt x="970" y="708"/>
                    </a:lnTo>
                    <a:lnTo>
                      <a:pt x="970" y="708"/>
                    </a:lnTo>
                    <a:lnTo>
                      <a:pt x="971" y="708"/>
                    </a:lnTo>
                    <a:lnTo>
                      <a:pt x="971" y="708"/>
                    </a:lnTo>
                    <a:lnTo>
                      <a:pt x="972" y="708"/>
                    </a:lnTo>
                    <a:lnTo>
                      <a:pt x="972" y="707"/>
                    </a:lnTo>
                    <a:lnTo>
                      <a:pt x="973" y="707"/>
                    </a:lnTo>
                    <a:lnTo>
                      <a:pt x="973" y="707"/>
                    </a:lnTo>
                    <a:lnTo>
                      <a:pt x="974" y="707"/>
                    </a:lnTo>
                    <a:lnTo>
                      <a:pt x="975" y="707"/>
                    </a:lnTo>
                    <a:lnTo>
                      <a:pt x="975" y="707"/>
                    </a:lnTo>
                    <a:lnTo>
                      <a:pt x="976" y="707"/>
                    </a:lnTo>
                    <a:lnTo>
                      <a:pt x="976" y="707"/>
                    </a:lnTo>
                    <a:lnTo>
                      <a:pt x="977" y="707"/>
                    </a:lnTo>
                    <a:lnTo>
                      <a:pt x="977" y="707"/>
                    </a:lnTo>
                    <a:lnTo>
                      <a:pt x="978" y="707"/>
                    </a:lnTo>
                    <a:lnTo>
                      <a:pt x="979" y="707"/>
                    </a:lnTo>
                    <a:lnTo>
                      <a:pt x="979" y="707"/>
                    </a:lnTo>
                    <a:lnTo>
                      <a:pt x="980" y="707"/>
                    </a:lnTo>
                    <a:lnTo>
                      <a:pt x="980" y="707"/>
                    </a:lnTo>
                    <a:lnTo>
                      <a:pt x="981" y="707"/>
                    </a:lnTo>
                    <a:lnTo>
                      <a:pt x="982" y="707"/>
                    </a:lnTo>
                    <a:lnTo>
                      <a:pt x="982" y="707"/>
                    </a:lnTo>
                    <a:lnTo>
                      <a:pt x="983" y="706"/>
                    </a:lnTo>
                    <a:lnTo>
                      <a:pt x="983" y="706"/>
                    </a:lnTo>
                    <a:lnTo>
                      <a:pt x="984" y="706"/>
                    </a:lnTo>
                    <a:lnTo>
                      <a:pt x="985" y="706"/>
                    </a:lnTo>
                    <a:lnTo>
                      <a:pt x="985" y="706"/>
                    </a:lnTo>
                    <a:lnTo>
                      <a:pt x="986" y="706"/>
                    </a:lnTo>
                    <a:lnTo>
                      <a:pt x="986" y="706"/>
                    </a:lnTo>
                    <a:lnTo>
                      <a:pt x="987" y="706"/>
                    </a:lnTo>
                    <a:lnTo>
                      <a:pt x="987" y="706"/>
                    </a:lnTo>
                    <a:lnTo>
                      <a:pt x="988" y="706"/>
                    </a:lnTo>
                    <a:lnTo>
                      <a:pt x="989" y="706"/>
                    </a:lnTo>
                    <a:lnTo>
                      <a:pt x="989" y="705"/>
                    </a:lnTo>
                    <a:lnTo>
                      <a:pt x="990" y="705"/>
                    </a:lnTo>
                    <a:lnTo>
                      <a:pt x="990" y="705"/>
                    </a:lnTo>
                    <a:lnTo>
                      <a:pt x="991" y="705"/>
                    </a:lnTo>
                    <a:lnTo>
                      <a:pt x="991" y="705"/>
                    </a:lnTo>
                    <a:lnTo>
                      <a:pt x="992" y="705"/>
                    </a:lnTo>
                    <a:lnTo>
                      <a:pt x="992" y="705"/>
                    </a:lnTo>
                    <a:lnTo>
                      <a:pt x="993" y="705"/>
                    </a:lnTo>
                    <a:lnTo>
                      <a:pt x="994" y="705"/>
                    </a:lnTo>
                    <a:lnTo>
                      <a:pt x="994" y="705"/>
                    </a:lnTo>
                    <a:lnTo>
                      <a:pt x="995" y="705"/>
                    </a:lnTo>
                    <a:lnTo>
                      <a:pt x="995" y="705"/>
                    </a:lnTo>
                    <a:lnTo>
                      <a:pt x="996" y="705"/>
                    </a:lnTo>
                    <a:lnTo>
                      <a:pt x="997" y="705"/>
                    </a:lnTo>
                    <a:lnTo>
                      <a:pt x="997" y="705"/>
                    </a:lnTo>
                    <a:lnTo>
                      <a:pt x="998" y="705"/>
                    </a:lnTo>
                    <a:lnTo>
                      <a:pt x="998" y="705"/>
                    </a:lnTo>
                    <a:lnTo>
                      <a:pt x="999" y="704"/>
                    </a:lnTo>
                    <a:lnTo>
                      <a:pt x="1000" y="704"/>
                    </a:lnTo>
                    <a:lnTo>
                      <a:pt x="1000" y="704"/>
                    </a:lnTo>
                    <a:lnTo>
                      <a:pt x="1001" y="704"/>
                    </a:lnTo>
                    <a:lnTo>
                      <a:pt x="1001" y="704"/>
                    </a:lnTo>
                    <a:lnTo>
                      <a:pt x="1002" y="704"/>
                    </a:lnTo>
                    <a:lnTo>
                      <a:pt x="1003" y="704"/>
                    </a:lnTo>
                    <a:lnTo>
                      <a:pt x="1003" y="704"/>
                    </a:lnTo>
                    <a:lnTo>
                      <a:pt x="1004" y="704"/>
                    </a:lnTo>
                    <a:lnTo>
                      <a:pt x="1004" y="704"/>
                    </a:lnTo>
                    <a:lnTo>
                      <a:pt x="1005" y="704"/>
                    </a:lnTo>
                    <a:lnTo>
                      <a:pt x="1005" y="704"/>
                    </a:lnTo>
                    <a:lnTo>
                      <a:pt x="1006" y="704"/>
                    </a:lnTo>
                    <a:lnTo>
                      <a:pt x="1006" y="704"/>
                    </a:lnTo>
                    <a:lnTo>
                      <a:pt x="1007" y="704"/>
                    </a:lnTo>
                    <a:lnTo>
                      <a:pt x="1008" y="704"/>
                    </a:lnTo>
                    <a:lnTo>
                      <a:pt x="1008" y="704"/>
                    </a:lnTo>
                    <a:lnTo>
                      <a:pt x="1009" y="704"/>
                    </a:lnTo>
                    <a:lnTo>
                      <a:pt x="1009" y="703"/>
                    </a:lnTo>
                    <a:lnTo>
                      <a:pt x="1010" y="703"/>
                    </a:lnTo>
                    <a:lnTo>
                      <a:pt x="1011" y="703"/>
                    </a:lnTo>
                    <a:lnTo>
                      <a:pt x="1011" y="702"/>
                    </a:lnTo>
                    <a:lnTo>
                      <a:pt x="1012" y="702"/>
                    </a:lnTo>
                    <a:lnTo>
                      <a:pt x="1012" y="702"/>
                    </a:lnTo>
                    <a:lnTo>
                      <a:pt x="1013" y="701"/>
                    </a:lnTo>
                    <a:lnTo>
                      <a:pt x="1014" y="701"/>
                    </a:lnTo>
                    <a:lnTo>
                      <a:pt x="1014" y="701"/>
                    </a:lnTo>
                    <a:lnTo>
                      <a:pt x="1015" y="700"/>
                    </a:lnTo>
                    <a:lnTo>
                      <a:pt x="1015" y="700"/>
                    </a:lnTo>
                    <a:lnTo>
                      <a:pt x="1016" y="700"/>
                    </a:lnTo>
                    <a:lnTo>
                      <a:pt x="1017" y="699"/>
                    </a:lnTo>
                    <a:lnTo>
                      <a:pt x="1017" y="699"/>
                    </a:lnTo>
                    <a:lnTo>
                      <a:pt x="1018" y="699"/>
                    </a:lnTo>
                    <a:lnTo>
                      <a:pt x="1018" y="698"/>
                    </a:lnTo>
                    <a:lnTo>
                      <a:pt x="1019" y="698"/>
                    </a:lnTo>
                    <a:lnTo>
                      <a:pt x="1019" y="698"/>
                    </a:lnTo>
                    <a:lnTo>
                      <a:pt x="1020" y="697"/>
                    </a:lnTo>
                    <a:lnTo>
                      <a:pt x="1020" y="697"/>
                    </a:lnTo>
                    <a:lnTo>
                      <a:pt x="1021" y="696"/>
                    </a:lnTo>
                    <a:lnTo>
                      <a:pt x="1022" y="696"/>
                    </a:lnTo>
                    <a:lnTo>
                      <a:pt x="1022" y="696"/>
                    </a:lnTo>
                    <a:lnTo>
                      <a:pt x="1023" y="696"/>
                    </a:lnTo>
                    <a:lnTo>
                      <a:pt x="1023" y="695"/>
                    </a:lnTo>
                    <a:lnTo>
                      <a:pt x="1024" y="695"/>
                    </a:lnTo>
                    <a:lnTo>
                      <a:pt x="1024" y="695"/>
                    </a:lnTo>
                    <a:lnTo>
                      <a:pt x="1025" y="694"/>
                    </a:lnTo>
                    <a:lnTo>
                      <a:pt x="1026" y="694"/>
                    </a:lnTo>
                    <a:lnTo>
                      <a:pt x="1026" y="693"/>
                    </a:lnTo>
                    <a:lnTo>
                      <a:pt x="1027" y="693"/>
                    </a:lnTo>
                    <a:lnTo>
                      <a:pt x="1027" y="692"/>
                    </a:lnTo>
                    <a:lnTo>
                      <a:pt x="1028" y="692"/>
                    </a:lnTo>
                    <a:lnTo>
                      <a:pt x="1029" y="691"/>
                    </a:lnTo>
                    <a:lnTo>
                      <a:pt x="1029" y="690"/>
                    </a:lnTo>
                    <a:lnTo>
                      <a:pt x="1030" y="690"/>
                    </a:lnTo>
                    <a:lnTo>
                      <a:pt x="1030" y="689"/>
                    </a:lnTo>
                    <a:lnTo>
                      <a:pt x="1031" y="688"/>
                    </a:lnTo>
                    <a:lnTo>
                      <a:pt x="1032" y="688"/>
                    </a:lnTo>
                    <a:lnTo>
                      <a:pt x="1032" y="687"/>
                    </a:lnTo>
                    <a:lnTo>
                      <a:pt x="1033" y="687"/>
                    </a:lnTo>
                    <a:lnTo>
                      <a:pt x="1033" y="686"/>
                    </a:lnTo>
                    <a:lnTo>
                      <a:pt x="1034" y="685"/>
                    </a:lnTo>
                    <a:lnTo>
                      <a:pt x="1034" y="685"/>
                    </a:lnTo>
                    <a:lnTo>
                      <a:pt x="1035" y="684"/>
                    </a:lnTo>
                    <a:lnTo>
                      <a:pt x="1036" y="684"/>
                    </a:lnTo>
                    <a:lnTo>
                      <a:pt x="1036" y="683"/>
                    </a:lnTo>
                    <a:lnTo>
                      <a:pt x="1037" y="682"/>
                    </a:lnTo>
                    <a:lnTo>
                      <a:pt x="1037" y="682"/>
                    </a:lnTo>
                    <a:lnTo>
                      <a:pt x="1038" y="681"/>
                    </a:lnTo>
                    <a:lnTo>
                      <a:pt x="1038" y="681"/>
                    </a:lnTo>
                    <a:lnTo>
                      <a:pt x="1039" y="680"/>
                    </a:lnTo>
                    <a:lnTo>
                      <a:pt x="1039" y="679"/>
                    </a:lnTo>
                    <a:lnTo>
                      <a:pt x="1040" y="678"/>
                    </a:lnTo>
                    <a:lnTo>
                      <a:pt x="1041" y="678"/>
                    </a:lnTo>
                    <a:lnTo>
                      <a:pt x="1041" y="677"/>
                    </a:lnTo>
                    <a:lnTo>
                      <a:pt x="1042" y="676"/>
                    </a:lnTo>
                    <a:lnTo>
                      <a:pt x="1042" y="675"/>
                    </a:lnTo>
                    <a:lnTo>
                      <a:pt x="1043" y="674"/>
                    </a:lnTo>
                    <a:lnTo>
                      <a:pt x="1044" y="673"/>
                    </a:lnTo>
                    <a:lnTo>
                      <a:pt x="1044" y="673"/>
                    </a:lnTo>
                    <a:lnTo>
                      <a:pt x="1045" y="672"/>
                    </a:lnTo>
                    <a:lnTo>
                      <a:pt x="1045" y="671"/>
                    </a:lnTo>
                    <a:lnTo>
                      <a:pt x="1046" y="670"/>
                    </a:lnTo>
                    <a:lnTo>
                      <a:pt x="1047" y="670"/>
                    </a:lnTo>
                    <a:lnTo>
                      <a:pt x="1047" y="669"/>
                    </a:lnTo>
                    <a:lnTo>
                      <a:pt x="1048" y="669"/>
                    </a:lnTo>
                    <a:lnTo>
                      <a:pt x="1048" y="668"/>
                    </a:lnTo>
                    <a:lnTo>
                      <a:pt x="1049" y="668"/>
                    </a:lnTo>
                    <a:lnTo>
                      <a:pt x="1050" y="667"/>
                    </a:lnTo>
                    <a:lnTo>
                      <a:pt x="1050" y="667"/>
                    </a:lnTo>
                    <a:lnTo>
                      <a:pt x="1051" y="667"/>
                    </a:lnTo>
                    <a:lnTo>
                      <a:pt x="1051" y="666"/>
                    </a:lnTo>
                    <a:lnTo>
                      <a:pt x="1052" y="666"/>
                    </a:lnTo>
                    <a:lnTo>
                      <a:pt x="1052" y="665"/>
                    </a:lnTo>
                    <a:lnTo>
                      <a:pt x="1053" y="665"/>
                    </a:lnTo>
                    <a:lnTo>
                      <a:pt x="1053" y="664"/>
                    </a:lnTo>
                    <a:lnTo>
                      <a:pt x="1054" y="664"/>
                    </a:lnTo>
                    <a:lnTo>
                      <a:pt x="1054" y="663"/>
                    </a:lnTo>
                    <a:lnTo>
                      <a:pt x="1055" y="663"/>
                    </a:lnTo>
                    <a:lnTo>
                      <a:pt x="1056" y="662"/>
                    </a:lnTo>
                    <a:lnTo>
                      <a:pt x="1056" y="661"/>
                    </a:lnTo>
                    <a:lnTo>
                      <a:pt x="1057" y="661"/>
                    </a:lnTo>
                    <a:lnTo>
                      <a:pt x="1057" y="660"/>
                    </a:lnTo>
                    <a:lnTo>
                      <a:pt x="1058" y="659"/>
                    </a:lnTo>
                    <a:lnTo>
                      <a:pt x="1059" y="659"/>
                    </a:lnTo>
                    <a:lnTo>
                      <a:pt x="1059" y="658"/>
                    </a:lnTo>
                    <a:lnTo>
                      <a:pt x="1060" y="658"/>
                    </a:lnTo>
                    <a:lnTo>
                      <a:pt x="1060" y="657"/>
                    </a:lnTo>
                    <a:lnTo>
                      <a:pt x="1061" y="656"/>
                    </a:lnTo>
                    <a:lnTo>
                      <a:pt x="1062" y="656"/>
                    </a:lnTo>
                    <a:lnTo>
                      <a:pt x="1062" y="655"/>
                    </a:lnTo>
                    <a:lnTo>
                      <a:pt x="1063" y="655"/>
                    </a:lnTo>
                    <a:lnTo>
                      <a:pt x="1063" y="654"/>
                    </a:lnTo>
                    <a:lnTo>
                      <a:pt x="1064" y="654"/>
                    </a:lnTo>
                    <a:lnTo>
                      <a:pt x="1065" y="653"/>
                    </a:lnTo>
                    <a:lnTo>
                      <a:pt x="1065" y="652"/>
                    </a:lnTo>
                    <a:lnTo>
                      <a:pt x="1066" y="652"/>
                    </a:lnTo>
                    <a:lnTo>
                      <a:pt x="1066" y="651"/>
                    </a:lnTo>
                    <a:lnTo>
                      <a:pt x="1067" y="651"/>
                    </a:lnTo>
                    <a:lnTo>
                      <a:pt x="1067" y="650"/>
                    </a:lnTo>
                    <a:lnTo>
                      <a:pt x="1068" y="649"/>
                    </a:lnTo>
                    <a:lnTo>
                      <a:pt x="1069" y="649"/>
                    </a:lnTo>
                    <a:lnTo>
                      <a:pt x="1069" y="648"/>
                    </a:lnTo>
                    <a:lnTo>
                      <a:pt x="1070" y="648"/>
                    </a:lnTo>
                    <a:lnTo>
                      <a:pt x="1070" y="648"/>
                    </a:lnTo>
                    <a:lnTo>
                      <a:pt x="1071" y="647"/>
                    </a:lnTo>
                    <a:lnTo>
                      <a:pt x="1071" y="646"/>
                    </a:lnTo>
                    <a:lnTo>
                      <a:pt x="1072" y="646"/>
                    </a:lnTo>
                    <a:lnTo>
                      <a:pt x="1072" y="645"/>
                    </a:lnTo>
                    <a:lnTo>
                      <a:pt x="1073" y="645"/>
                    </a:lnTo>
                    <a:lnTo>
                      <a:pt x="1074" y="645"/>
                    </a:lnTo>
                    <a:lnTo>
                      <a:pt x="1074" y="644"/>
                    </a:lnTo>
                    <a:lnTo>
                      <a:pt x="1075" y="644"/>
                    </a:lnTo>
                    <a:lnTo>
                      <a:pt x="1076" y="643"/>
                    </a:lnTo>
                    <a:lnTo>
                      <a:pt x="1076" y="643"/>
                    </a:lnTo>
                    <a:lnTo>
                      <a:pt x="1077" y="643"/>
                    </a:lnTo>
                    <a:lnTo>
                      <a:pt x="1077" y="643"/>
                    </a:lnTo>
                    <a:lnTo>
                      <a:pt x="1078" y="642"/>
                    </a:lnTo>
                    <a:lnTo>
                      <a:pt x="1079" y="642"/>
                    </a:lnTo>
                    <a:lnTo>
                      <a:pt x="1079" y="642"/>
                    </a:lnTo>
                    <a:lnTo>
                      <a:pt x="1080" y="641"/>
                    </a:lnTo>
                    <a:lnTo>
                      <a:pt x="1080" y="641"/>
                    </a:lnTo>
                    <a:lnTo>
                      <a:pt x="1081" y="641"/>
                    </a:lnTo>
                    <a:lnTo>
                      <a:pt x="1081" y="640"/>
                    </a:lnTo>
                    <a:lnTo>
                      <a:pt x="1082" y="640"/>
                    </a:lnTo>
                    <a:lnTo>
                      <a:pt x="1083" y="639"/>
                    </a:lnTo>
                    <a:lnTo>
                      <a:pt x="1083" y="639"/>
                    </a:lnTo>
                    <a:lnTo>
                      <a:pt x="1084" y="639"/>
                    </a:lnTo>
                    <a:lnTo>
                      <a:pt x="1084" y="638"/>
                    </a:lnTo>
                    <a:lnTo>
                      <a:pt x="1085" y="637"/>
                    </a:lnTo>
                    <a:lnTo>
                      <a:pt x="1085" y="637"/>
                    </a:lnTo>
                    <a:lnTo>
                      <a:pt x="1086" y="637"/>
                    </a:lnTo>
                    <a:lnTo>
                      <a:pt x="1086" y="636"/>
                    </a:lnTo>
                    <a:lnTo>
                      <a:pt x="1087" y="635"/>
                    </a:lnTo>
                    <a:lnTo>
                      <a:pt x="1088" y="635"/>
                    </a:lnTo>
                    <a:lnTo>
                      <a:pt x="1088" y="635"/>
                    </a:lnTo>
                    <a:lnTo>
                      <a:pt x="1089" y="634"/>
                    </a:lnTo>
                    <a:lnTo>
                      <a:pt x="1089" y="634"/>
                    </a:lnTo>
                    <a:lnTo>
                      <a:pt x="1090" y="633"/>
                    </a:lnTo>
                    <a:lnTo>
                      <a:pt x="1091" y="632"/>
                    </a:lnTo>
                    <a:lnTo>
                      <a:pt x="1091" y="632"/>
                    </a:lnTo>
                    <a:lnTo>
                      <a:pt x="1092" y="631"/>
                    </a:lnTo>
                    <a:lnTo>
                      <a:pt x="1092" y="631"/>
                    </a:lnTo>
                    <a:lnTo>
                      <a:pt x="1093" y="630"/>
                    </a:lnTo>
                    <a:lnTo>
                      <a:pt x="1094" y="629"/>
                    </a:lnTo>
                    <a:lnTo>
                      <a:pt x="1094" y="629"/>
                    </a:lnTo>
                    <a:lnTo>
                      <a:pt x="1095" y="628"/>
                    </a:lnTo>
                    <a:lnTo>
                      <a:pt x="1095" y="627"/>
                    </a:lnTo>
                    <a:lnTo>
                      <a:pt x="1096" y="627"/>
                    </a:lnTo>
                    <a:lnTo>
                      <a:pt x="1097" y="626"/>
                    </a:lnTo>
                    <a:lnTo>
                      <a:pt x="1097" y="625"/>
                    </a:lnTo>
                    <a:lnTo>
                      <a:pt x="1098" y="625"/>
                    </a:lnTo>
                    <a:lnTo>
                      <a:pt x="1098" y="624"/>
                    </a:lnTo>
                    <a:lnTo>
                      <a:pt x="1099" y="624"/>
                    </a:lnTo>
                    <a:lnTo>
                      <a:pt x="1099" y="623"/>
                    </a:lnTo>
                    <a:lnTo>
                      <a:pt x="1100" y="622"/>
                    </a:lnTo>
                    <a:lnTo>
                      <a:pt x="1100" y="622"/>
                    </a:lnTo>
                    <a:lnTo>
                      <a:pt x="1101" y="622"/>
                    </a:lnTo>
                    <a:lnTo>
                      <a:pt x="1101" y="621"/>
                    </a:lnTo>
                    <a:lnTo>
                      <a:pt x="1102" y="620"/>
                    </a:lnTo>
                    <a:lnTo>
                      <a:pt x="1103" y="620"/>
                    </a:lnTo>
                    <a:lnTo>
                      <a:pt x="1103" y="619"/>
                    </a:lnTo>
                    <a:lnTo>
                      <a:pt x="1104" y="619"/>
                    </a:lnTo>
                    <a:lnTo>
                      <a:pt x="1104" y="618"/>
                    </a:lnTo>
                    <a:lnTo>
                      <a:pt x="1105" y="617"/>
                    </a:lnTo>
                    <a:lnTo>
                      <a:pt x="1106" y="617"/>
                    </a:lnTo>
                    <a:lnTo>
                      <a:pt x="1106" y="616"/>
                    </a:lnTo>
                    <a:lnTo>
                      <a:pt x="1107" y="616"/>
                    </a:lnTo>
                    <a:lnTo>
                      <a:pt x="1107" y="615"/>
                    </a:lnTo>
                    <a:lnTo>
                      <a:pt x="1108" y="614"/>
                    </a:lnTo>
                    <a:lnTo>
                      <a:pt x="1109" y="614"/>
                    </a:lnTo>
                    <a:lnTo>
                      <a:pt x="1109" y="613"/>
                    </a:lnTo>
                    <a:lnTo>
                      <a:pt x="1110" y="613"/>
                    </a:lnTo>
                    <a:lnTo>
                      <a:pt x="1110" y="612"/>
                    </a:lnTo>
                    <a:lnTo>
                      <a:pt x="1111" y="611"/>
                    </a:lnTo>
                    <a:lnTo>
                      <a:pt x="1112" y="611"/>
                    </a:lnTo>
                    <a:lnTo>
                      <a:pt x="1112" y="611"/>
                    </a:lnTo>
                    <a:lnTo>
                      <a:pt x="1113" y="610"/>
                    </a:lnTo>
                    <a:lnTo>
                      <a:pt x="1113" y="610"/>
                    </a:lnTo>
                    <a:lnTo>
                      <a:pt x="1114" y="609"/>
                    </a:lnTo>
                    <a:lnTo>
                      <a:pt x="1114" y="608"/>
                    </a:lnTo>
                    <a:lnTo>
                      <a:pt x="1115" y="608"/>
                    </a:lnTo>
                    <a:lnTo>
                      <a:pt x="1116" y="608"/>
                    </a:lnTo>
                    <a:lnTo>
                      <a:pt x="1116" y="607"/>
                    </a:lnTo>
                    <a:lnTo>
                      <a:pt x="1117" y="607"/>
                    </a:lnTo>
                    <a:lnTo>
                      <a:pt x="1117" y="606"/>
                    </a:lnTo>
                    <a:lnTo>
                      <a:pt x="1118" y="605"/>
                    </a:lnTo>
                    <a:lnTo>
                      <a:pt x="1118" y="605"/>
                    </a:lnTo>
                    <a:lnTo>
                      <a:pt x="1119" y="605"/>
                    </a:lnTo>
                    <a:lnTo>
                      <a:pt x="1119" y="604"/>
                    </a:lnTo>
                    <a:lnTo>
                      <a:pt x="1120" y="604"/>
                    </a:lnTo>
                    <a:lnTo>
                      <a:pt x="1121" y="604"/>
                    </a:lnTo>
                    <a:lnTo>
                      <a:pt x="1121" y="603"/>
                    </a:lnTo>
                    <a:lnTo>
                      <a:pt x="1122" y="603"/>
                    </a:lnTo>
                    <a:lnTo>
                      <a:pt x="1122" y="602"/>
                    </a:lnTo>
                    <a:lnTo>
                      <a:pt x="1123" y="602"/>
                    </a:lnTo>
                    <a:lnTo>
                      <a:pt x="1124" y="602"/>
                    </a:lnTo>
                    <a:lnTo>
                      <a:pt x="1124" y="602"/>
                    </a:lnTo>
                    <a:lnTo>
                      <a:pt x="1125" y="601"/>
                    </a:lnTo>
                    <a:lnTo>
                      <a:pt x="1125" y="601"/>
                    </a:lnTo>
                    <a:lnTo>
                      <a:pt x="1126" y="601"/>
                    </a:lnTo>
                    <a:lnTo>
                      <a:pt x="1127" y="601"/>
                    </a:lnTo>
                    <a:lnTo>
                      <a:pt x="1127" y="601"/>
                    </a:lnTo>
                    <a:lnTo>
                      <a:pt x="1128" y="601"/>
                    </a:lnTo>
                    <a:lnTo>
                      <a:pt x="1128" y="601"/>
                    </a:lnTo>
                    <a:lnTo>
                      <a:pt x="1129" y="601"/>
                    </a:lnTo>
                    <a:lnTo>
                      <a:pt x="1130" y="601"/>
                    </a:lnTo>
                    <a:lnTo>
                      <a:pt x="1130" y="600"/>
                    </a:lnTo>
                    <a:lnTo>
                      <a:pt x="1131" y="600"/>
                    </a:lnTo>
                    <a:lnTo>
                      <a:pt x="1131" y="600"/>
                    </a:lnTo>
                    <a:lnTo>
                      <a:pt x="1132" y="600"/>
                    </a:lnTo>
                    <a:lnTo>
                      <a:pt x="1132" y="600"/>
                    </a:lnTo>
                    <a:lnTo>
                      <a:pt x="1133" y="600"/>
                    </a:lnTo>
                    <a:lnTo>
                      <a:pt x="1133" y="600"/>
                    </a:lnTo>
                    <a:lnTo>
                      <a:pt x="1134" y="600"/>
                    </a:lnTo>
                    <a:lnTo>
                      <a:pt x="1134" y="599"/>
                    </a:lnTo>
                    <a:lnTo>
                      <a:pt x="1135" y="599"/>
                    </a:lnTo>
                    <a:lnTo>
                      <a:pt x="1136" y="599"/>
                    </a:lnTo>
                    <a:lnTo>
                      <a:pt x="1136" y="599"/>
                    </a:lnTo>
                    <a:lnTo>
                      <a:pt x="1137" y="599"/>
                    </a:lnTo>
                    <a:lnTo>
                      <a:pt x="1137" y="599"/>
                    </a:lnTo>
                    <a:lnTo>
                      <a:pt x="1138" y="599"/>
                    </a:lnTo>
                    <a:lnTo>
                      <a:pt x="1139" y="599"/>
                    </a:lnTo>
                    <a:lnTo>
                      <a:pt x="1139" y="599"/>
                    </a:lnTo>
                    <a:lnTo>
                      <a:pt x="1140" y="599"/>
                    </a:lnTo>
                    <a:lnTo>
                      <a:pt x="1140" y="599"/>
                    </a:lnTo>
                    <a:lnTo>
                      <a:pt x="1141" y="599"/>
                    </a:lnTo>
                    <a:lnTo>
                      <a:pt x="1142" y="599"/>
                    </a:lnTo>
                    <a:lnTo>
                      <a:pt x="1142" y="599"/>
                    </a:lnTo>
                    <a:lnTo>
                      <a:pt x="1143" y="598"/>
                    </a:lnTo>
                    <a:lnTo>
                      <a:pt x="1143" y="598"/>
                    </a:lnTo>
                    <a:lnTo>
                      <a:pt x="1144" y="598"/>
                    </a:lnTo>
                    <a:lnTo>
                      <a:pt x="1145" y="598"/>
                    </a:lnTo>
                    <a:lnTo>
                      <a:pt x="1145" y="598"/>
                    </a:lnTo>
                    <a:lnTo>
                      <a:pt x="1146" y="598"/>
                    </a:lnTo>
                    <a:lnTo>
                      <a:pt x="1146" y="598"/>
                    </a:lnTo>
                    <a:lnTo>
                      <a:pt x="1147" y="598"/>
                    </a:lnTo>
                    <a:lnTo>
                      <a:pt x="1147" y="598"/>
                    </a:lnTo>
                    <a:lnTo>
                      <a:pt x="1148" y="598"/>
                    </a:lnTo>
                    <a:lnTo>
                      <a:pt x="1148" y="598"/>
                    </a:lnTo>
                    <a:lnTo>
                      <a:pt x="1149" y="598"/>
                    </a:lnTo>
                    <a:lnTo>
                      <a:pt x="1150" y="598"/>
                    </a:lnTo>
                    <a:lnTo>
                      <a:pt x="1150" y="598"/>
                    </a:lnTo>
                    <a:lnTo>
                      <a:pt x="1151" y="598"/>
                    </a:lnTo>
                    <a:lnTo>
                      <a:pt x="1151" y="598"/>
                    </a:lnTo>
                    <a:lnTo>
                      <a:pt x="1152" y="598"/>
                    </a:lnTo>
                    <a:lnTo>
                      <a:pt x="1153" y="598"/>
                    </a:lnTo>
                    <a:lnTo>
                      <a:pt x="1153" y="597"/>
                    </a:lnTo>
                    <a:lnTo>
                      <a:pt x="1154" y="597"/>
                    </a:lnTo>
                    <a:lnTo>
                      <a:pt x="1154" y="597"/>
                    </a:lnTo>
                    <a:lnTo>
                      <a:pt x="1155" y="597"/>
                    </a:lnTo>
                    <a:lnTo>
                      <a:pt x="1156" y="597"/>
                    </a:lnTo>
                    <a:lnTo>
                      <a:pt x="1156" y="597"/>
                    </a:lnTo>
                    <a:lnTo>
                      <a:pt x="1157" y="597"/>
                    </a:lnTo>
                    <a:lnTo>
                      <a:pt x="1157" y="597"/>
                    </a:lnTo>
                    <a:lnTo>
                      <a:pt x="1158" y="597"/>
                    </a:lnTo>
                    <a:lnTo>
                      <a:pt x="1159" y="597"/>
                    </a:lnTo>
                    <a:lnTo>
                      <a:pt x="1159" y="597"/>
                    </a:lnTo>
                    <a:lnTo>
                      <a:pt x="1160" y="597"/>
                    </a:lnTo>
                    <a:lnTo>
                      <a:pt x="1160" y="597"/>
                    </a:lnTo>
                    <a:lnTo>
                      <a:pt x="1161" y="597"/>
                    </a:lnTo>
                    <a:lnTo>
                      <a:pt x="1161" y="597"/>
                    </a:lnTo>
                    <a:lnTo>
                      <a:pt x="1162" y="597"/>
                    </a:lnTo>
                    <a:lnTo>
                      <a:pt x="1162" y="596"/>
                    </a:lnTo>
                    <a:lnTo>
                      <a:pt x="1163" y="596"/>
                    </a:lnTo>
                    <a:lnTo>
                      <a:pt x="1164" y="596"/>
                    </a:lnTo>
                    <a:lnTo>
                      <a:pt x="1164" y="596"/>
                    </a:lnTo>
                    <a:lnTo>
                      <a:pt x="1165" y="596"/>
                    </a:lnTo>
                    <a:lnTo>
                      <a:pt x="1165" y="596"/>
                    </a:lnTo>
                    <a:lnTo>
                      <a:pt x="1166" y="596"/>
                    </a:lnTo>
                    <a:lnTo>
                      <a:pt x="1166" y="595"/>
                    </a:lnTo>
                    <a:lnTo>
                      <a:pt x="1167" y="595"/>
                    </a:lnTo>
                    <a:lnTo>
                      <a:pt x="1168" y="595"/>
                    </a:lnTo>
                    <a:lnTo>
                      <a:pt x="1168" y="595"/>
                    </a:lnTo>
                    <a:lnTo>
                      <a:pt x="1169" y="595"/>
                    </a:lnTo>
                    <a:lnTo>
                      <a:pt x="1169" y="594"/>
                    </a:lnTo>
                    <a:lnTo>
                      <a:pt x="1170" y="594"/>
                    </a:lnTo>
                    <a:lnTo>
                      <a:pt x="1171" y="594"/>
                    </a:lnTo>
                    <a:lnTo>
                      <a:pt x="1171" y="593"/>
                    </a:lnTo>
                    <a:lnTo>
                      <a:pt x="1172" y="593"/>
                    </a:lnTo>
                    <a:lnTo>
                      <a:pt x="1172" y="593"/>
                    </a:lnTo>
                    <a:lnTo>
                      <a:pt x="1173" y="593"/>
                    </a:lnTo>
                    <a:lnTo>
                      <a:pt x="1174" y="593"/>
                    </a:lnTo>
                    <a:lnTo>
                      <a:pt x="1174" y="592"/>
                    </a:lnTo>
                    <a:lnTo>
                      <a:pt x="1175" y="592"/>
                    </a:lnTo>
                    <a:lnTo>
                      <a:pt x="1175" y="592"/>
                    </a:lnTo>
                    <a:lnTo>
                      <a:pt x="1176" y="592"/>
                    </a:lnTo>
                    <a:lnTo>
                      <a:pt x="1177" y="592"/>
                    </a:lnTo>
                    <a:lnTo>
                      <a:pt x="1177" y="591"/>
                    </a:lnTo>
                    <a:lnTo>
                      <a:pt x="1178" y="591"/>
                    </a:lnTo>
                    <a:lnTo>
                      <a:pt x="1178" y="591"/>
                    </a:lnTo>
                    <a:lnTo>
                      <a:pt x="1179" y="591"/>
                    </a:lnTo>
                    <a:lnTo>
                      <a:pt x="1179" y="590"/>
                    </a:lnTo>
                    <a:lnTo>
                      <a:pt x="1180" y="590"/>
                    </a:lnTo>
                    <a:lnTo>
                      <a:pt x="1180" y="590"/>
                    </a:lnTo>
                    <a:lnTo>
                      <a:pt x="1181" y="590"/>
                    </a:lnTo>
                    <a:lnTo>
                      <a:pt x="1181" y="590"/>
                    </a:lnTo>
                    <a:lnTo>
                      <a:pt x="1182" y="589"/>
                    </a:lnTo>
                    <a:lnTo>
                      <a:pt x="1183" y="589"/>
                    </a:lnTo>
                    <a:lnTo>
                      <a:pt x="1183" y="589"/>
                    </a:lnTo>
                    <a:lnTo>
                      <a:pt x="1184" y="589"/>
                    </a:lnTo>
                    <a:lnTo>
                      <a:pt x="1184" y="589"/>
                    </a:lnTo>
                    <a:lnTo>
                      <a:pt x="1185" y="589"/>
                    </a:lnTo>
                    <a:lnTo>
                      <a:pt x="1186" y="589"/>
                    </a:lnTo>
                    <a:lnTo>
                      <a:pt x="1186" y="589"/>
                    </a:lnTo>
                    <a:lnTo>
                      <a:pt x="1187" y="589"/>
                    </a:lnTo>
                    <a:lnTo>
                      <a:pt x="1187" y="589"/>
                    </a:lnTo>
                    <a:lnTo>
                      <a:pt x="1188" y="589"/>
                    </a:lnTo>
                    <a:lnTo>
                      <a:pt x="1189" y="589"/>
                    </a:lnTo>
                    <a:lnTo>
                      <a:pt x="1189" y="589"/>
                    </a:lnTo>
                    <a:lnTo>
                      <a:pt x="1190" y="588"/>
                    </a:lnTo>
                    <a:lnTo>
                      <a:pt x="1190" y="588"/>
                    </a:lnTo>
                    <a:lnTo>
                      <a:pt x="1191" y="588"/>
                    </a:lnTo>
                    <a:lnTo>
                      <a:pt x="1192" y="587"/>
                    </a:lnTo>
                    <a:lnTo>
                      <a:pt x="1192" y="587"/>
                    </a:lnTo>
                    <a:lnTo>
                      <a:pt x="1193" y="587"/>
                    </a:lnTo>
                    <a:lnTo>
                      <a:pt x="1193" y="587"/>
                    </a:lnTo>
                    <a:lnTo>
                      <a:pt x="1194" y="586"/>
                    </a:lnTo>
                    <a:lnTo>
                      <a:pt x="1194" y="586"/>
                    </a:lnTo>
                    <a:lnTo>
                      <a:pt x="1195" y="586"/>
                    </a:lnTo>
                    <a:lnTo>
                      <a:pt x="1195" y="585"/>
                    </a:lnTo>
                    <a:lnTo>
                      <a:pt x="1196" y="585"/>
                    </a:lnTo>
                    <a:lnTo>
                      <a:pt x="1197" y="585"/>
                    </a:lnTo>
                    <a:lnTo>
                      <a:pt x="1197" y="584"/>
                    </a:lnTo>
                    <a:lnTo>
                      <a:pt x="1198" y="584"/>
                    </a:lnTo>
                    <a:lnTo>
                      <a:pt x="1198" y="584"/>
                    </a:lnTo>
                    <a:lnTo>
                      <a:pt x="1199" y="583"/>
                    </a:lnTo>
                    <a:lnTo>
                      <a:pt x="1199" y="583"/>
                    </a:lnTo>
                    <a:lnTo>
                      <a:pt x="1200" y="582"/>
                    </a:lnTo>
                    <a:lnTo>
                      <a:pt x="1201" y="582"/>
                    </a:lnTo>
                    <a:lnTo>
                      <a:pt x="1201" y="582"/>
                    </a:lnTo>
                    <a:lnTo>
                      <a:pt x="1202" y="582"/>
                    </a:lnTo>
                    <a:lnTo>
                      <a:pt x="1202" y="581"/>
                    </a:lnTo>
                    <a:lnTo>
                      <a:pt x="1203" y="581"/>
                    </a:lnTo>
                    <a:lnTo>
                      <a:pt x="1204" y="581"/>
                    </a:lnTo>
                    <a:lnTo>
                      <a:pt x="1204" y="581"/>
                    </a:lnTo>
                    <a:lnTo>
                      <a:pt x="1205" y="580"/>
                    </a:lnTo>
                    <a:lnTo>
                      <a:pt x="1205" y="580"/>
                    </a:lnTo>
                    <a:lnTo>
                      <a:pt x="1206" y="579"/>
                    </a:lnTo>
                    <a:lnTo>
                      <a:pt x="1207" y="579"/>
                    </a:lnTo>
                    <a:lnTo>
                      <a:pt x="1207" y="579"/>
                    </a:lnTo>
                    <a:lnTo>
                      <a:pt x="1208" y="579"/>
                    </a:lnTo>
                    <a:lnTo>
                      <a:pt x="1208" y="578"/>
                    </a:lnTo>
                    <a:lnTo>
                      <a:pt x="1209" y="578"/>
                    </a:lnTo>
                    <a:lnTo>
                      <a:pt x="1209" y="578"/>
                    </a:lnTo>
                    <a:lnTo>
                      <a:pt x="1210" y="578"/>
                    </a:lnTo>
                    <a:lnTo>
                      <a:pt x="1211" y="578"/>
                    </a:lnTo>
                    <a:lnTo>
                      <a:pt x="1211" y="578"/>
                    </a:lnTo>
                    <a:lnTo>
                      <a:pt x="1212" y="578"/>
                    </a:lnTo>
                    <a:lnTo>
                      <a:pt x="1212" y="578"/>
                    </a:lnTo>
                    <a:lnTo>
                      <a:pt x="1213" y="578"/>
                    </a:lnTo>
                    <a:lnTo>
                      <a:pt x="1213" y="578"/>
                    </a:lnTo>
                    <a:lnTo>
                      <a:pt x="1214" y="578"/>
                    </a:lnTo>
                    <a:lnTo>
                      <a:pt x="1215" y="578"/>
                    </a:lnTo>
                    <a:lnTo>
                      <a:pt x="1215" y="578"/>
                    </a:lnTo>
                    <a:lnTo>
                      <a:pt x="1216" y="577"/>
                    </a:lnTo>
                    <a:lnTo>
                      <a:pt x="1216" y="577"/>
                    </a:lnTo>
                    <a:lnTo>
                      <a:pt x="1217" y="577"/>
                    </a:lnTo>
                    <a:lnTo>
                      <a:pt x="1218" y="577"/>
                    </a:lnTo>
                    <a:lnTo>
                      <a:pt x="1218" y="577"/>
                    </a:lnTo>
                    <a:lnTo>
                      <a:pt x="1219" y="577"/>
                    </a:lnTo>
                    <a:lnTo>
                      <a:pt x="1219" y="577"/>
                    </a:lnTo>
                    <a:lnTo>
                      <a:pt x="1220" y="577"/>
                    </a:lnTo>
                    <a:lnTo>
                      <a:pt x="1221" y="577"/>
                    </a:lnTo>
                    <a:lnTo>
                      <a:pt x="1221" y="577"/>
                    </a:lnTo>
                    <a:lnTo>
                      <a:pt x="1222" y="576"/>
                    </a:lnTo>
                    <a:lnTo>
                      <a:pt x="1222" y="576"/>
                    </a:lnTo>
                    <a:lnTo>
                      <a:pt x="1223" y="576"/>
                    </a:lnTo>
                    <a:lnTo>
                      <a:pt x="1224" y="576"/>
                    </a:lnTo>
                    <a:lnTo>
                      <a:pt x="1224" y="576"/>
                    </a:lnTo>
                    <a:lnTo>
                      <a:pt x="1225" y="576"/>
                    </a:lnTo>
                    <a:lnTo>
                      <a:pt x="1225" y="576"/>
                    </a:lnTo>
                    <a:lnTo>
                      <a:pt x="1226" y="576"/>
                    </a:lnTo>
                    <a:lnTo>
                      <a:pt x="1226" y="576"/>
                    </a:lnTo>
                    <a:lnTo>
                      <a:pt x="1227" y="576"/>
                    </a:lnTo>
                    <a:lnTo>
                      <a:pt x="1227" y="576"/>
                    </a:lnTo>
                    <a:lnTo>
                      <a:pt x="1228" y="575"/>
                    </a:lnTo>
                    <a:lnTo>
                      <a:pt x="1228" y="575"/>
                    </a:lnTo>
                    <a:lnTo>
                      <a:pt x="1229" y="575"/>
                    </a:lnTo>
                    <a:lnTo>
                      <a:pt x="1230" y="575"/>
                    </a:lnTo>
                    <a:lnTo>
                      <a:pt x="1230" y="575"/>
                    </a:lnTo>
                    <a:lnTo>
                      <a:pt x="1231" y="574"/>
                    </a:lnTo>
                    <a:lnTo>
                      <a:pt x="1231" y="574"/>
                    </a:lnTo>
                    <a:lnTo>
                      <a:pt x="1232" y="573"/>
                    </a:lnTo>
                    <a:lnTo>
                      <a:pt x="1233" y="573"/>
                    </a:lnTo>
                    <a:lnTo>
                      <a:pt x="1233" y="573"/>
                    </a:lnTo>
                    <a:lnTo>
                      <a:pt x="1234" y="572"/>
                    </a:lnTo>
                    <a:lnTo>
                      <a:pt x="1234" y="572"/>
                    </a:lnTo>
                    <a:lnTo>
                      <a:pt x="1235" y="572"/>
                    </a:lnTo>
                    <a:lnTo>
                      <a:pt x="1236" y="571"/>
                    </a:lnTo>
                    <a:lnTo>
                      <a:pt x="1236" y="571"/>
                    </a:lnTo>
                    <a:lnTo>
                      <a:pt x="1237" y="570"/>
                    </a:lnTo>
                    <a:lnTo>
                      <a:pt x="1237" y="570"/>
                    </a:lnTo>
                    <a:lnTo>
                      <a:pt x="1238" y="569"/>
                    </a:lnTo>
                    <a:lnTo>
                      <a:pt x="1239" y="569"/>
                    </a:lnTo>
                    <a:lnTo>
                      <a:pt x="1239" y="569"/>
                    </a:lnTo>
                    <a:lnTo>
                      <a:pt x="1240" y="568"/>
                    </a:lnTo>
                    <a:lnTo>
                      <a:pt x="1240" y="567"/>
                    </a:lnTo>
                    <a:lnTo>
                      <a:pt x="1241" y="567"/>
                    </a:lnTo>
                    <a:lnTo>
                      <a:pt x="1241" y="566"/>
                    </a:lnTo>
                    <a:lnTo>
                      <a:pt x="1242" y="566"/>
                    </a:lnTo>
                    <a:lnTo>
                      <a:pt x="1242" y="565"/>
                    </a:lnTo>
                    <a:lnTo>
                      <a:pt x="1243" y="565"/>
                    </a:lnTo>
                    <a:lnTo>
                      <a:pt x="1244" y="564"/>
                    </a:lnTo>
                    <a:lnTo>
                      <a:pt x="1244" y="563"/>
                    </a:lnTo>
                    <a:lnTo>
                      <a:pt x="1245" y="563"/>
                    </a:lnTo>
                    <a:lnTo>
                      <a:pt x="1245" y="562"/>
                    </a:lnTo>
                    <a:lnTo>
                      <a:pt x="1246" y="561"/>
                    </a:lnTo>
                    <a:lnTo>
                      <a:pt x="1246" y="560"/>
                    </a:lnTo>
                    <a:lnTo>
                      <a:pt x="1247" y="560"/>
                    </a:lnTo>
                    <a:lnTo>
                      <a:pt x="1248" y="559"/>
                    </a:lnTo>
                    <a:lnTo>
                      <a:pt x="1248" y="558"/>
                    </a:lnTo>
                    <a:lnTo>
                      <a:pt x="1249" y="557"/>
                    </a:lnTo>
                    <a:lnTo>
                      <a:pt x="1249" y="557"/>
                    </a:lnTo>
                    <a:lnTo>
                      <a:pt x="1250" y="556"/>
                    </a:lnTo>
                    <a:lnTo>
                      <a:pt x="1251" y="556"/>
                    </a:lnTo>
                    <a:lnTo>
                      <a:pt x="1251" y="555"/>
                    </a:lnTo>
                    <a:lnTo>
                      <a:pt x="1252" y="555"/>
                    </a:lnTo>
                    <a:lnTo>
                      <a:pt x="1252" y="554"/>
                    </a:lnTo>
                    <a:lnTo>
                      <a:pt x="1253" y="554"/>
                    </a:lnTo>
                    <a:lnTo>
                      <a:pt x="1254" y="553"/>
                    </a:lnTo>
                    <a:lnTo>
                      <a:pt x="1254" y="552"/>
                    </a:lnTo>
                    <a:lnTo>
                      <a:pt x="1255" y="552"/>
                    </a:lnTo>
                    <a:lnTo>
                      <a:pt x="1255" y="551"/>
                    </a:lnTo>
                    <a:lnTo>
                      <a:pt x="1256" y="551"/>
                    </a:lnTo>
                    <a:lnTo>
                      <a:pt x="1256" y="550"/>
                    </a:lnTo>
                    <a:lnTo>
                      <a:pt x="1257" y="549"/>
                    </a:lnTo>
                    <a:lnTo>
                      <a:pt x="1258" y="549"/>
                    </a:lnTo>
                    <a:lnTo>
                      <a:pt x="1258" y="549"/>
                    </a:lnTo>
                    <a:lnTo>
                      <a:pt x="1259" y="548"/>
                    </a:lnTo>
                    <a:lnTo>
                      <a:pt x="1259" y="548"/>
                    </a:lnTo>
                    <a:lnTo>
                      <a:pt x="1260" y="547"/>
                    </a:lnTo>
                    <a:lnTo>
                      <a:pt x="1260" y="546"/>
                    </a:lnTo>
                    <a:lnTo>
                      <a:pt x="1261" y="546"/>
                    </a:lnTo>
                    <a:lnTo>
                      <a:pt x="1261" y="545"/>
                    </a:lnTo>
                    <a:lnTo>
                      <a:pt x="1262" y="545"/>
                    </a:lnTo>
                    <a:lnTo>
                      <a:pt x="1263" y="544"/>
                    </a:lnTo>
                    <a:lnTo>
                      <a:pt x="1263" y="544"/>
                    </a:lnTo>
                    <a:lnTo>
                      <a:pt x="1264" y="543"/>
                    </a:lnTo>
                    <a:lnTo>
                      <a:pt x="1264" y="543"/>
                    </a:lnTo>
                    <a:lnTo>
                      <a:pt x="1265" y="542"/>
                    </a:lnTo>
                    <a:lnTo>
                      <a:pt x="1266" y="542"/>
                    </a:lnTo>
                    <a:lnTo>
                      <a:pt x="1266" y="541"/>
                    </a:lnTo>
                    <a:lnTo>
                      <a:pt x="1267" y="540"/>
                    </a:lnTo>
                    <a:lnTo>
                      <a:pt x="1267" y="539"/>
                    </a:lnTo>
                    <a:lnTo>
                      <a:pt x="1268" y="539"/>
                    </a:lnTo>
                    <a:lnTo>
                      <a:pt x="1269" y="538"/>
                    </a:lnTo>
                    <a:lnTo>
                      <a:pt x="1269" y="537"/>
                    </a:lnTo>
                    <a:lnTo>
                      <a:pt x="1270" y="536"/>
                    </a:lnTo>
                    <a:lnTo>
                      <a:pt x="1270" y="536"/>
                    </a:lnTo>
                    <a:lnTo>
                      <a:pt x="1271" y="534"/>
                    </a:lnTo>
                    <a:lnTo>
                      <a:pt x="1272" y="534"/>
                    </a:lnTo>
                    <a:lnTo>
                      <a:pt x="1272" y="533"/>
                    </a:lnTo>
                    <a:lnTo>
                      <a:pt x="1273" y="532"/>
                    </a:lnTo>
                    <a:lnTo>
                      <a:pt x="1273" y="531"/>
                    </a:lnTo>
                    <a:lnTo>
                      <a:pt x="1274" y="530"/>
                    </a:lnTo>
                    <a:lnTo>
                      <a:pt x="1274" y="530"/>
                    </a:lnTo>
                    <a:lnTo>
                      <a:pt x="1275" y="528"/>
                    </a:lnTo>
                    <a:lnTo>
                      <a:pt x="1275" y="528"/>
                    </a:lnTo>
                    <a:lnTo>
                      <a:pt x="1276" y="526"/>
                    </a:lnTo>
                    <a:lnTo>
                      <a:pt x="1276" y="526"/>
                    </a:lnTo>
                    <a:lnTo>
                      <a:pt x="1277" y="525"/>
                    </a:lnTo>
                    <a:lnTo>
                      <a:pt x="1278" y="524"/>
                    </a:lnTo>
                    <a:lnTo>
                      <a:pt x="1278" y="523"/>
                    </a:lnTo>
                    <a:lnTo>
                      <a:pt x="1279" y="522"/>
                    </a:lnTo>
                    <a:lnTo>
                      <a:pt x="1279" y="521"/>
                    </a:lnTo>
                    <a:lnTo>
                      <a:pt x="1280" y="520"/>
                    </a:lnTo>
                    <a:lnTo>
                      <a:pt x="1281" y="520"/>
                    </a:lnTo>
                    <a:lnTo>
                      <a:pt x="1281" y="519"/>
                    </a:lnTo>
                    <a:lnTo>
                      <a:pt x="1282" y="518"/>
                    </a:lnTo>
                    <a:lnTo>
                      <a:pt x="1283" y="517"/>
                    </a:lnTo>
                    <a:lnTo>
                      <a:pt x="1283" y="517"/>
                    </a:lnTo>
                    <a:lnTo>
                      <a:pt x="1284" y="516"/>
                    </a:lnTo>
                    <a:lnTo>
                      <a:pt x="1284" y="515"/>
                    </a:lnTo>
                    <a:lnTo>
                      <a:pt x="1285" y="515"/>
                    </a:lnTo>
                    <a:lnTo>
                      <a:pt x="1286" y="514"/>
                    </a:lnTo>
                    <a:lnTo>
                      <a:pt x="1286" y="514"/>
                    </a:lnTo>
                    <a:lnTo>
                      <a:pt x="1287" y="514"/>
                    </a:lnTo>
                    <a:lnTo>
                      <a:pt x="1287" y="513"/>
                    </a:lnTo>
                    <a:lnTo>
                      <a:pt x="1288" y="513"/>
                    </a:lnTo>
                    <a:lnTo>
                      <a:pt x="1288" y="512"/>
                    </a:lnTo>
                    <a:lnTo>
                      <a:pt x="1289" y="512"/>
                    </a:lnTo>
                    <a:lnTo>
                      <a:pt x="1289" y="511"/>
                    </a:lnTo>
                    <a:lnTo>
                      <a:pt x="1290" y="511"/>
                    </a:lnTo>
                    <a:lnTo>
                      <a:pt x="1291" y="510"/>
                    </a:lnTo>
                    <a:lnTo>
                      <a:pt x="1291" y="510"/>
                    </a:lnTo>
                    <a:lnTo>
                      <a:pt x="1292" y="510"/>
                    </a:lnTo>
                    <a:lnTo>
                      <a:pt x="1292" y="509"/>
                    </a:lnTo>
                    <a:lnTo>
                      <a:pt x="1293" y="509"/>
                    </a:lnTo>
                    <a:lnTo>
                      <a:pt x="1293" y="508"/>
                    </a:lnTo>
                    <a:lnTo>
                      <a:pt x="1294" y="508"/>
                    </a:lnTo>
                    <a:lnTo>
                      <a:pt x="1295" y="508"/>
                    </a:lnTo>
                    <a:lnTo>
                      <a:pt x="1295" y="507"/>
                    </a:lnTo>
                    <a:lnTo>
                      <a:pt x="1296" y="507"/>
                    </a:lnTo>
                    <a:lnTo>
                      <a:pt x="1296" y="506"/>
                    </a:lnTo>
                    <a:lnTo>
                      <a:pt x="1297" y="506"/>
                    </a:lnTo>
                    <a:lnTo>
                      <a:pt x="1298" y="505"/>
                    </a:lnTo>
                    <a:lnTo>
                      <a:pt x="1298" y="505"/>
                    </a:lnTo>
                    <a:lnTo>
                      <a:pt x="1299" y="504"/>
                    </a:lnTo>
                    <a:lnTo>
                      <a:pt x="1299" y="504"/>
                    </a:lnTo>
                    <a:lnTo>
                      <a:pt x="1300" y="504"/>
                    </a:lnTo>
                    <a:lnTo>
                      <a:pt x="1301" y="503"/>
                    </a:lnTo>
                    <a:lnTo>
                      <a:pt x="1301" y="503"/>
                    </a:lnTo>
                    <a:lnTo>
                      <a:pt x="1302" y="502"/>
                    </a:lnTo>
                    <a:lnTo>
                      <a:pt x="1302" y="502"/>
                    </a:lnTo>
                    <a:lnTo>
                      <a:pt x="1303" y="501"/>
                    </a:lnTo>
                    <a:lnTo>
                      <a:pt x="1303" y="501"/>
                    </a:lnTo>
                    <a:lnTo>
                      <a:pt x="1304" y="501"/>
                    </a:lnTo>
                    <a:lnTo>
                      <a:pt x="1305" y="500"/>
                    </a:lnTo>
                    <a:lnTo>
                      <a:pt x="1305" y="500"/>
                    </a:lnTo>
                    <a:lnTo>
                      <a:pt x="1306" y="499"/>
                    </a:lnTo>
                    <a:lnTo>
                      <a:pt x="1306" y="499"/>
                    </a:lnTo>
                    <a:lnTo>
                      <a:pt x="1307" y="498"/>
                    </a:lnTo>
                    <a:lnTo>
                      <a:pt x="1307" y="498"/>
                    </a:lnTo>
                    <a:lnTo>
                      <a:pt x="1308" y="498"/>
                    </a:lnTo>
                    <a:lnTo>
                      <a:pt x="1308" y="498"/>
                    </a:lnTo>
                    <a:lnTo>
                      <a:pt x="1309" y="497"/>
                    </a:lnTo>
                    <a:lnTo>
                      <a:pt x="1310" y="497"/>
                    </a:lnTo>
                    <a:lnTo>
                      <a:pt x="1310" y="496"/>
                    </a:lnTo>
                    <a:lnTo>
                      <a:pt x="1311" y="496"/>
                    </a:lnTo>
                    <a:lnTo>
                      <a:pt x="1311" y="496"/>
                    </a:lnTo>
                    <a:lnTo>
                      <a:pt x="1312" y="496"/>
                    </a:lnTo>
                    <a:lnTo>
                      <a:pt x="1313" y="496"/>
                    </a:lnTo>
                    <a:lnTo>
                      <a:pt x="1313" y="495"/>
                    </a:lnTo>
                    <a:lnTo>
                      <a:pt x="1314" y="495"/>
                    </a:lnTo>
                    <a:lnTo>
                      <a:pt x="1314" y="495"/>
                    </a:lnTo>
                    <a:lnTo>
                      <a:pt x="1315" y="495"/>
                    </a:lnTo>
                    <a:lnTo>
                      <a:pt x="1316" y="495"/>
                    </a:lnTo>
                    <a:lnTo>
                      <a:pt x="1316" y="495"/>
                    </a:lnTo>
                    <a:lnTo>
                      <a:pt x="1317" y="495"/>
                    </a:lnTo>
                    <a:lnTo>
                      <a:pt x="1317" y="495"/>
                    </a:lnTo>
                    <a:lnTo>
                      <a:pt x="1318" y="494"/>
                    </a:lnTo>
                    <a:lnTo>
                      <a:pt x="1319" y="494"/>
                    </a:lnTo>
                    <a:lnTo>
                      <a:pt x="1319" y="494"/>
                    </a:lnTo>
                    <a:lnTo>
                      <a:pt x="1320" y="494"/>
                    </a:lnTo>
                    <a:lnTo>
                      <a:pt x="1320" y="494"/>
                    </a:lnTo>
                    <a:lnTo>
                      <a:pt x="1321" y="493"/>
                    </a:lnTo>
                    <a:lnTo>
                      <a:pt x="1321" y="493"/>
                    </a:lnTo>
                    <a:lnTo>
                      <a:pt x="1322" y="493"/>
                    </a:lnTo>
                    <a:lnTo>
                      <a:pt x="1322" y="493"/>
                    </a:lnTo>
                    <a:lnTo>
                      <a:pt x="1323" y="493"/>
                    </a:lnTo>
                    <a:lnTo>
                      <a:pt x="1323" y="493"/>
                    </a:lnTo>
                    <a:lnTo>
                      <a:pt x="1324" y="492"/>
                    </a:lnTo>
                    <a:lnTo>
                      <a:pt x="1325" y="492"/>
                    </a:lnTo>
                    <a:lnTo>
                      <a:pt x="1325" y="492"/>
                    </a:lnTo>
                    <a:lnTo>
                      <a:pt x="1326" y="492"/>
                    </a:lnTo>
                    <a:lnTo>
                      <a:pt x="1326" y="492"/>
                    </a:lnTo>
                    <a:lnTo>
                      <a:pt x="1327" y="492"/>
                    </a:lnTo>
                    <a:lnTo>
                      <a:pt x="1328" y="491"/>
                    </a:lnTo>
                    <a:lnTo>
                      <a:pt x="1328" y="491"/>
                    </a:lnTo>
                    <a:lnTo>
                      <a:pt x="1329" y="491"/>
                    </a:lnTo>
                    <a:lnTo>
                      <a:pt x="1329" y="491"/>
                    </a:lnTo>
                    <a:lnTo>
                      <a:pt x="1330" y="490"/>
                    </a:lnTo>
                    <a:lnTo>
                      <a:pt x="1331" y="490"/>
                    </a:lnTo>
                    <a:lnTo>
                      <a:pt x="1331" y="490"/>
                    </a:lnTo>
                    <a:lnTo>
                      <a:pt x="1332" y="490"/>
                    </a:lnTo>
                    <a:lnTo>
                      <a:pt x="1332" y="489"/>
                    </a:lnTo>
                    <a:lnTo>
                      <a:pt x="1333" y="489"/>
                    </a:lnTo>
                    <a:lnTo>
                      <a:pt x="1334" y="489"/>
                    </a:lnTo>
                    <a:lnTo>
                      <a:pt x="1334" y="489"/>
                    </a:lnTo>
                    <a:lnTo>
                      <a:pt x="1335" y="489"/>
                    </a:lnTo>
                    <a:lnTo>
                      <a:pt x="1335" y="488"/>
                    </a:lnTo>
                    <a:lnTo>
                      <a:pt x="1336" y="488"/>
                    </a:lnTo>
                    <a:lnTo>
                      <a:pt x="1336" y="488"/>
                    </a:lnTo>
                    <a:lnTo>
                      <a:pt x="1337" y="487"/>
                    </a:lnTo>
                    <a:lnTo>
                      <a:pt x="1338" y="487"/>
                    </a:lnTo>
                    <a:lnTo>
                      <a:pt x="1338" y="487"/>
                    </a:lnTo>
                    <a:lnTo>
                      <a:pt x="1339" y="487"/>
                    </a:lnTo>
                    <a:lnTo>
                      <a:pt x="1339" y="487"/>
                    </a:lnTo>
                    <a:lnTo>
                      <a:pt x="1340" y="486"/>
                    </a:lnTo>
                    <a:lnTo>
                      <a:pt x="1340" y="486"/>
                    </a:lnTo>
                    <a:lnTo>
                      <a:pt x="1341" y="486"/>
                    </a:lnTo>
                    <a:lnTo>
                      <a:pt x="1341" y="486"/>
                    </a:lnTo>
                    <a:lnTo>
                      <a:pt x="1342" y="486"/>
                    </a:lnTo>
                    <a:lnTo>
                      <a:pt x="1343" y="486"/>
                    </a:lnTo>
                    <a:lnTo>
                      <a:pt x="1343" y="485"/>
                    </a:lnTo>
                    <a:lnTo>
                      <a:pt x="1344" y="485"/>
                    </a:lnTo>
                    <a:lnTo>
                      <a:pt x="1344" y="485"/>
                    </a:lnTo>
                    <a:lnTo>
                      <a:pt x="1345" y="485"/>
                    </a:lnTo>
                    <a:lnTo>
                      <a:pt x="1346" y="484"/>
                    </a:lnTo>
                    <a:lnTo>
                      <a:pt x="1346" y="484"/>
                    </a:lnTo>
                    <a:lnTo>
                      <a:pt x="1347" y="484"/>
                    </a:lnTo>
                    <a:lnTo>
                      <a:pt x="1347" y="484"/>
                    </a:lnTo>
                    <a:lnTo>
                      <a:pt x="1348" y="484"/>
                    </a:lnTo>
                    <a:lnTo>
                      <a:pt x="1349" y="484"/>
                    </a:lnTo>
                    <a:lnTo>
                      <a:pt x="1349" y="484"/>
                    </a:lnTo>
                    <a:lnTo>
                      <a:pt x="1350" y="483"/>
                    </a:lnTo>
                    <a:lnTo>
                      <a:pt x="1350" y="483"/>
                    </a:lnTo>
                    <a:lnTo>
                      <a:pt x="1351" y="483"/>
                    </a:lnTo>
                    <a:lnTo>
                      <a:pt x="1352" y="483"/>
                    </a:lnTo>
                    <a:lnTo>
                      <a:pt x="1352" y="483"/>
                    </a:lnTo>
                    <a:lnTo>
                      <a:pt x="1353" y="483"/>
                    </a:lnTo>
                    <a:lnTo>
                      <a:pt x="1353" y="483"/>
                    </a:lnTo>
                    <a:lnTo>
                      <a:pt x="1354" y="482"/>
                    </a:lnTo>
                    <a:lnTo>
                      <a:pt x="1354" y="482"/>
                    </a:lnTo>
                    <a:lnTo>
                      <a:pt x="1355" y="482"/>
                    </a:lnTo>
                    <a:lnTo>
                      <a:pt x="1355" y="481"/>
                    </a:lnTo>
                    <a:lnTo>
                      <a:pt x="1356" y="481"/>
                    </a:lnTo>
                    <a:lnTo>
                      <a:pt x="1357" y="480"/>
                    </a:lnTo>
                    <a:lnTo>
                      <a:pt x="1357" y="479"/>
                    </a:lnTo>
                    <a:lnTo>
                      <a:pt x="1358" y="478"/>
                    </a:lnTo>
                    <a:lnTo>
                      <a:pt x="1358" y="478"/>
                    </a:lnTo>
                    <a:lnTo>
                      <a:pt x="1359" y="477"/>
                    </a:lnTo>
                    <a:lnTo>
                      <a:pt x="1360" y="476"/>
                    </a:lnTo>
                    <a:lnTo>
                      <a:pt x="1360" y="476"/>
                    </a:lnTo>
                    <a:lnTo>
                      <a:pt x="1361" y="475"/>
                    </a:lnTo>
                    <a:lnTo>
                      <a:pt x="1361" y="474"/>
                    </a:lnTo>
                    <a:lnTo>
                      <a:pt x="1362" y="473"/>
                    </a:lnTo>
                    <a:lnTo>
                      <a:pt x="1363" y="472"/>
                    </a:lnTo>
                    <a:lnTo>
                      <a:pt x="1363" y="472"/>
                    </a:lnTo>
                    <a:lnTo>
                      <a:pt x="1364" y="471"/>
                    </a:lnTo>
                    <a:lnTo>
                      <a:pt x="1364" y="470"/>
                    </a:lnTo>
                    <a:lnTo>
                      <a:pt x="1365" y="469"/>
                    </a:lnTo>
                    <a:lnTo>
                      <a:pt x="1366" y="469"/>
                    </a:lnTo>
                    <a:lnTo>
                      <a:pt x="1366" y="468"/>
                    </a:lnTo>
                    <a:lnTo>
                      <a:pt x="1367" y="467"/>
                    </a:lnTo>
                    <a:lnTo>
                      <a:pt x="1367" y="466"/>
                    </a:lnTo>
                    <a:lnTo>
                      <a:pt x="1368" y="466"/>
                    </a:lnTo>
                    <a:lnTo>
                      <a:pt x="1368" y="465"/>
                    </a:lnTo>
                    <a:lnTo>
                      <a:pt x="1369" y="464"/>
                    </a:lnTo>
                    <a:lnTo>
                      <a:pt x="1369" y="463"/>
                    </a:lnTo>
                    <a:lnTo>
                      <a:pt x="1370" y="463"/>
                    </a:lnTo>
                    <a:lnTo>
                      <a:pt x="1370" y="462"/>
                    </a:lnTo>
                    <a:lnTo>
                      <a:pt x="1371" y="461"/>
                    </a:lnTo>
                    <a:lnTo>
                      <a:pt x="1372" y="460"/>
                    </a:lnTo>
                    <a:lnTo>
                      <a:pt x="1372" y="460"/>
                    </a:lnTo>
                    <a:lnTo>
                      <a:pt x="1373" y="459"/>
                    </a:lnTo>
                    <a:lnTo>
                      <a:pt x="1373" y="458"/>
                    </a:lnTo>
                    <a:lnTo>
                      <a:pt x="1374" y="458"/>
                    </a:lnTo>
                    <a:lnTo>
                      <a:pt x="1375" y="457"/>
                    </a:lnTo>
                    <a:lnTo>
                      <a:pt x="1375" y="457"/>
                    </a:lnTo>
                    <a:lnTo>
                      <a:pt x="1376" y="457"/>
                    </a:lnTo>
                    <a:lnTo>
                      <a:pt x="1376" y="456"/>
                    </a:lnTo>
                    <a:lnTo>
                      <a:pt x="1377" y="456"/>
                    </a:lnTo>
                    <a:lnTo>
                      <a:pt x="1378" y="456"/>
                    </a:lnTo>
                    <a:lnTo>
                      <a:pt x="1378" y="456"/>
                    </a:lnTo>
                    <a:lnTo>
                      <a:pt x="1379" y="455"/>
                    </a:lnTo>
                    <a:lnTo>
                      <a:pt x="1379" y="455"/>
                    </a:lnTo>
                    <a:lnTo>
                      <a:pt x="1380" y="455"/>
                    </a:lnTo>
                    <a:lnTo>
                      <a:pt x="1381" y="455"/>
                    </a:lnTo>
                    <a:lnTo>
                      <a:pt x="1381" y="455"/>
                    </a:lnTo>
                    <a:lnTo>
                      <a:pt x="1382" y="454"/>
                    </a:lnTo>
                    <a:lnTo>
                      <a:pt x="1382" y="454"/>
                    </a:lnTo>
                    <a:lnTo>
                      <a:pt x="1383" y="454"/>
                    </a:lnTo>
                    <a:lnTo>
                      <a:pt x="1383" y="453"/>
                    </a:lnTo>
                    <a:lnTo>
                      <a:pt x="1384" y="453"/>
                    </a:lnTo>
                    <a:lnTo>
                      <a:pt x="1385" y="452"/>
                    </a:lnTo>
                    <a:lnTo>
                      <a:pt x="1385" y="452"/>
                    </a:lnTo>
                    <a:lnTo>
                      <a:pt x="1386" y="452"/>
                    </a:lnTo>
                    <a:lnTo>
                      <a:pt x="1386" y="451"/>
                    </a:lnTo>
                    <a:lnTo>
                      <a:pt x="1387" y="451"/>
                    </a:lnTo>
                    <a:lnTo>
                      <a:pt x="1387" y="450"/>
                    </a:lnTo>
                    <a:lnTo>
                      <a:pt x="1388" y="450"/>
                    </a:lnTo>
                    <a:lnTo>
                      <a:pt x="1388" y="449"/>
                    </a:lnTo>
                    <a:lnTo>
                      <a:pt x="1389" y="449"/>
                    </a:lnTo>
                    <a:lnTo>
                      <a:pt x="1390" y="448"/>
                    </a:lnTo>
                    <a:lnTo>
                      <a:pt x="1390" y="448"/>
                    </a:lnTo>
                    <a:lnTo>
                      <a:pt x="1391" y="448"/>
                    </a:lnTo>
                    <a:lnTo>
                      <a:pt x="1391" y="447"/>
                    </a:lnTo>
                    <a:lnTo>
                      <a:pt x="1392" y="447"/>
                    </a:lnTo>
                    <a:lnTo>
                      <a:pt x="1393" y="446"/>
                    </a:lnTo>
                    <a:lnTo>
                      <a:pt x="1393" y="446"/>
                    </a:lnTo>
                    <a:lnTo>
                      <a:pt x="1394" y="445"/>
                    </a:lnTo>
                    <a:lnTo>
                      <a:pt x="1394" y="445"/>
                    </a:lnTo>
                    <a:lnTo>
                      <a:pt x="1395" y="445"/>
                    </a:lnTo>
                    <a:lnTo>
                      <a:pt x="1396" y="444"/>
                    </a:lnTo>
                    <a:lnTo>
                      <a:pt x="1396" y="444"/>
                    </a:lnTo>
                    <a:lnTo>
                      <a:pt x="1397" y="443"/>
                    </a:lnTo>
                    <a:lnTo>
                      <a:pt x="1397" y="443"/>
                    </a:lnTo>
                    <a:lnTo>
                      <a:pt x="1398" y="442"/>
                    </a:lnTo>
                    <a:lnTo>
                      <a:pt x="1399" y="442"/>
                    </a:lnTo>
                    <a:lnTo>
                      <a:pt x="1399" y="442"/>
                    </a:lnTo>
                    <a:lnTo>
                      <a:pt x="1400" y="442"/>
                    </a:lnTo>
                    <a:lnTo>
                      <a:pt x="1400" y="441"/>
                    </a:lnTo>
                    <a:lnTo>
                      <a:pt x="1401" y="441"/>
                    </a:lnTo>
                    <a:lnTo>
                      <a:pt x="1401" y="440"/>
                    </a:lnTo>
                    <a:lnTo>
                      <a:pt x="1402" y="440"/>
                    </a:lnTo>
                    <a:lnTo>
                      <a:pt x="1402" y="440"/>
                    </a:lnTo>
                    <a:lnTo>
                      <a:pt x="1403" y="440"/>
                    </a:lnTo>
                    <a:lnTo>
                      <a:pt x="1403" y="440"/>
                    </a:lnTo>
                    <a:lnTo>
                      <a:pt x="1404" y="440"/>
                    </a:lnTo>
                    <a:lnTo>
                      <a:pt x="1405" y="440"/>
                    </a:lnTo>
                    <a:lnTo>
                      <a:pt x="1405" y="440"/>
                    </a:lnTo>
                    <a:lnTo>
                      <a:pt x="1406" y="440"/>
                    </a:lnTo>
                    <a:lnTo>
                      <a:pt x="1406" y="440"/>
                    </a:lnTo>
                    <a:lnTo>
                      <a:pt x="1407" y="439"/>
                    </a:lnTo>
                    <a:lnTo>
                      <a:pt x="1408" y="439"/>
                    </a:lnTo>
                    <a:lnTo>
                      <a:pt x="1408" y="439"/>
                    </a:lnTo>
                    <a:lnTo>
                      <a:pt x="1409" y="439"/>
                    </a:lnTo>
                    <a:lnTo>
                      <a:pt x="1409" y="439"/>
                    </a:lnTo>
                    <a:lnTo>
                      <a:pt x="1410" y="439"/>
                    </a:lnTo>
                    <a:lnTo>
                      <a:pt x="1411" y="439"/>
                    </a:lnTo>
                    <a:lnTo>
                      <a:pt x="1411" y="439"/>
                    </a:lnTo>
                    <a:lnTo>
                      <a:pt x="1412" y="439"/>
                    </a:lnTo>
                    <a:lnTo>
                      <a:pt x="1412" y="439"/>
                    </a:lnTo>
                    <a:lnTo>
                      <a:pt x="1413" y="439"/>
                    </a:lnTo>
                    <a:lnTo>
                      <a:pt x="1414" y="439"/>
                    </a:lnTo>
                    <a:lnTo>
                      <a:pt x="1414" y="439"/>
                    </a:lnTo>
                    <a:lnTo>
                      <a:pt x="1415" y="439"/>
                    </a:lnTo>
                    <a:lnTo>
                      <a:pt x="1415" y="439"/>
                    </a:lnTo>
                    <a:lnTo>
                      <a:pt x="1416" y="439"/>
                    </a:lnTo>
                    <a:lnTo>
                      <a:pt x="1416" y="439"/>
                    </a:lnTo>
                    <a:lnTo>
                      <a:pt x="1417" y="439"/>
                    </a:lnTo>
                    <a:lnTo>
                      <a:pt x="1417" y="438"/>
                    </a:lnTo>
                    <a:lnTo>
                      <a:pt x="1418" y="438"/>
                    </a:lnTo>
                    <a:lnTo>
                      <a:pt x="1419" y="438"/>
                    </a:lnTo>
                    <a:lnTo>
                      <a:pt x="1419" y="438"/>
                    </a:lnTo>
                    <a:lnTo>
                      <a:pt x="1420" y="438"/>
                    </a:lnTo>
                    <a:lnTo>
                      <a:pt x="1420" y="438"/>
                    </a:lnTo>
                    <a:lnTo>
                      <a:pt x="1421" y="438"/>
                    </a:lnTo>
                    <a:lnTo>
                      <a:pt x="1422" y="438"/>
                    </a:lnTo>
                    <a:lnTo>
                      <a:pt x="1422" y="438"/>
                    </a:lnTo>
                    <a:lnTo>
                      <a:pt x="1423" y="438"/>
                    </a:lnTo>
                    <a:lnTo>
                      <a:pt x="1423" y="437"/>
                    </a:lnTo>
                    <a:lnTo>
                      <a:pt x="1424" y="437"/>
                    </a:lnTo>
                    <a:lnTo>
                      <a:pt x="1425" y="437"/>
                    </a:lnTo>
                    <a:lnTo>
                      <a:pt x="1425" y="437"/>
                    </a:lnTo>
                    <a:lnTo>
                      <a:pt x="1426" y="437"/>
                    </a:lnTo>
                    <a:lnTo>
                      <a:pt x="1426" y="437"/>
                    </a:lnTo>
                    <a:lnTo>
                      <a:pt x="1427" y="437"/>
                    </a:lnTo>
                    <a:lnTo>
                      <a:pt x="1428" y="437"/>
                    </a:lnTo>
                    <a:lnTo>
                      <a:pt x="1428" y="437"/>
                    </a:lnTo>
                    <a:lnTo>
                      <a:pt x="1429" y="437"/>
                    </a:lnTo>
                    <a:lnTo>
                      <a:pt x="1429" y="437"/>
                    </a:lnTo>
                    <a:lnTo>
                      <a:pt x="1430" y="436"/>
                    </a:lnTo>
                    <a:lnTo>
                      <a:pt x="1430" y="436"/>
                    </a:lnTo>
                    <a:lnTo>
                      <a:pt x="1431" y="436"/>
                    </a:lnTo>
                    <a:lnTo>
                      <a:pt x="1431" y="436"/>
                    </a:lnTo>
                    <a:lnTo>
                      <a:pt x="1432" y="436"/>
                    </a:lnTo>
                    <a:lnTo>
                      <a:pt x="1433" y="436"/>
                    </a:lnTo>
                    <a:lnTo>
                      <a:pt x="1433" y="436"/>
                    </a:lnTo>
                    <a:lnTo>
                      <a:pt x="1434" y="436"/>
                    </a:lnTo>
                    <a:lnTo>
                      <a:pt x="1434" y="436"/>
                    </a:lnTo>
                    <a:lnTo>
                      <a:pt x="1435" y="436"/>
                    </a:lnTo>
                    <a:lnTo>
                      <a:pt x="1435" y="436"/>
                    </a:lnTo>
                    <a:lnTo>
                      <a:pt x="1436" y="436"/>
                    </a:lnTo>
                    <a:lnTo>
                      <a:pt x="1437" y="435"/>
                    </a:lnTo>
                    <a:lnTo>
                      <a:pt x="1437" y="435"/>
                    </a:lnTo>
                    <a:lnTo>
                      <a:pt x="1438" y="435"/>
                    </a:lnTo>
                    <a:lnTo>
                      <a:pt x="1438" y="435"/>
                    </a:lnTo>
                    <a:lnTo>
                      <a:pt x="1439" y="435"/>
                    </a:lnTo>
                    <a:lnTo>
                      <a:pt x="1440" y="435"/>
                    </a:lnTo>
                    <a:lnTo>
                      <a:pt x="1440" y="435"/>
                    </a:lnTo>
                    <a:lnTo>
                      <a:pt x="1441" y="435"/>
                    </a:lnTo>
                    <a:lnTo>
                      <a:pt x="1441" y="435"/>
                    </a:lnTo>
                    <a:lnTo>
                      <a:pt x="1442" y="435"/>
                    </a:lnTo>
                    <a:lnTo>
                      <a:pt x="1443" y="434"/>
                    </a:lnTo>
                    <a:lnTo>
                      <a:pt x="1443" y="434"/>
                    </a:lnTo>
                    <a:lnTo>
                      <a:pt x="1444" y="434"/>
                    </a:lnTo>
                    <a:lnTo>
                      <a:pt x="1444" y="434"/>
                    </a:lnTo>
                    <a:lnTo>
                      <a:pt x="1445" y="434"/>
                    </a:lnTo>
                    <a:lnTo>
                      <a:pt x="1446" y="434"/>
                    </a:lnTo>
                    <a:lnTo>
                      <a:pt x="1446" y="434"/>
                    </a:lnTo>
                    <a:lnTo>
                      <a:pt x="1447" y="434"/>
                    </a:lnTo>
                    <a:lnTo>
                      <a:pt x="1447" y="434"/>
                    </a:lnTo>
                    <a:lnTo>
                      <a:pt x="1448" y="434"/>
                    </a:lnTo>
                    <a:lnTo>
                      <a:pt x="1448" y="434"/>
                    </a:lnTo>
                    <a:lnTo>
                      <a:pt x="1449" y="434"/>
                    </a:lnTo>
                    <a:lnTo>
                      <a:pt x="1449" y="434"/>
                    </a:lnTo>
                    <a:lnTo>
                      <a:pt x="1450" y="434"/>
                    </a:lnTo>
                    <a:lnTo>
                      <a:pt x="1450" y="434"/>
                    </a:lnTo>
                    <a:lnTo>
                      <a:pt x="1451" y="434"/>
                    </a:lnTo>
                    <a:lnTo>
                      <a:pt x="1452" y="434"/>
                    </a:lnTo>
                    <a:lnTo>
                      <a:pt x="1452" y="434"/>
                    </a:lnTo>
                    <a:lnTo>
                      <a:pt x="1453" y="434"/>
                    </a:lnTo>
                    <a:lnTo>
                      <a:pt x="1453" y="434"/>
                    </a:lnTo>
                    <a:lnTo>
                      <a:pt x="1454" y="434"/>
                    </a:lnTo>
                    <a:lnTo>
                      <a:pt x="1455" y="433"/>
                    </a:lnTo>
                    <a:lnTo>
                      <a:pt x="1455" y="433"/>
                    </a:lnTo>
                    <a:lnTo>
                      <a:pt x="1456" y="433"/>
                    </a:lnTo>
                    <a:lnTo>
                      <a:pt x="1456" y="433"/>
                    </a:lnTo>
                    <a:lnTo>
                      <a:pt x="1457" y="433"/>
                    </a:lnTo>
                    <a:lnTo>
                      <a:pt x="1458" y="433"/>
                    </a:lnTo>
                    <a:lnTo>
                      <a:pt x="1458" y="433"/>
                    </a:lnTo>
                    <a:lnTo>
                      <a:pt x="1459" y="433"/>
                    </a:lnTo>
                    <a:lnTo>
                      <a:pt x="1459" y="433"/>
                    </a:lnTo>
                    <a:lnTo>
                      <a:pt x="1460" y="433"/>
                    </a:lnTo>
                    <a:lnTo>
                      <a:pt x="1461" y="433"/>
                    </a:lnTo>
                    <a:lnTo>
                      <a:pt x="1461" y="433"/>
                    </a:lnTo>
                    <a:lnTo>
                      <a:pt x="1462" y="433"/>
                    </a:lnTo>
                    <a:lnTo>
                      <a:pt x="1462" y="433"/>
                    </a:lnTo>
                    <a:lnTo>
                      <a:pt x="1463" y="433"/>
                    </a:lnTo>
                    <a:lnTo>
                      <a:pt x="1463" y="433"/>
                    </a:lnTo>
                    <a:lnTo>
                      <a:pt x="1464" y="433"/>
                    </a:lnTo>
                    <a:lnTo>
                      <a:pt x="1464" y="433"/>
                    </a:lnTo>
                    <a:lnTo>
                      <a:pt x="1465" y="433"/>
                    </a:lnTo>
                    <a:lnTo>
                      <a:pt x="1466" y="433"/>
                    </a:lnTo>
                    <a:lnTo>
                      <a:pt x="1466" y="432"/>
                    </a:lnTo>
                    <a:lnTo>
                      <a:pt x="1467" y="432"/>
                    </a:lnTo>
                    <a:lnTo>
                      <a:pt x="1467" y="432"/>
                    </a:lnTo>
                    <a:lnTo>
                      <a:pt x="1468" y="432"/>
                    </a:lnTo>
                    <a:lnTo>
                      <a:pt x="1468" y="432"/>
                    </a:lnTo>
                    <a:lnTo>
                      <a:pt x="1469" y="432"/>
                    </a:lnTo>
                    <a:lnTo>
                      <a:pt x="1470" y="432"/>
                    </a:lnTo>
                    <a:lnTo>
                      <a:pt x="1470" y="432"/>
                    </a:lnTo>
                    <a:lnTo>
                      <a:pt x="1471" y="432"/>
                    </a:lnTo>
                    <a:lnTo>
                      <a:pt x="1471" y="432"/>
                    </a:lnTo>
                    <a:lnTo>
                      <a:pt x="1472" y="432"/>
                    </a:lnTo>
                    <a:lnTo>
                      <a:pt x="1473" y="432"/>
                    </a:lnTo>
                    <a:lnTo>
                      <a:pt x="1473" y="432"/>
                    </a:lnTo>
                    <a:lnTo>
                      <a:pt x="1474" y="431"/>
                    </a:lnTo>
                    <a:lnTo>
                      <a:pt x="1474" y="431"/>
                    </a:lnTo>
                    <a:lnTo>
                      <a:pt x="1475" y="431"/>
                    </a:lnTo>
                    <a:lnTo>
                      <a:pt x="1476" y="431"/>
                    </a:lnTo>
                    <a:lnTo>
                      <a:pt x="1476" y="431"/>
                    </a:lnTo>
                    <a:lnTo>
                      <a:pt x="1477" y="431"/>
                    </a:lnTo>
                    <a:lnTo>
                      <a:pt x="1477" y="431"/>
                    </a:lnTo>
                    <a:lnTo>
                      <a:pt x="1478" y="431"/>
                    </a:lnTo>
                    <a:lnTo>
                      <a:pt x="1478" y="431"/>
                    </a:lnTo>
                    <a:lnTo>
                      <a:pt x="1479" y="431"/>
                    </a:lnTo>
                    <a:lnTo>
                      <a:pt x="1480" y="431"/>
                    </a:lnTo>
                    <a:lnTo>
                      <a:pt x="1480" y="431"/>
                    </a:lnTo>
                    <a:lnTo>
                      <a:pt x="1481" y="431"/>
                    </a:lnTo>
                    <a:lnTo>
                      <a:pt x="1481" y="431"/>
                    </a:lnTo>
                    <a:lnTo>
                      <a:pt x="1482" y="431"/>
                    </a:lnTo>
                    <a:lnTo>
                      <a:pt x="1482" y="431"/>
                    </a:lnTo>
                    <a:lnTo>
                      <a:pt x="1483" y="431"/>
                    </a:lnTo>
                    <a:lnTo>
                      <a:pt x="1483" y="431"/>
                    </a:lnTo>
                    <a:lnTo>
                      <a:pt x="1484" y="430"/>
                    </a:lnTo>
                    <a:lnTo>
                      <a:pt x="1485" y="430"/>
                    </a:lnTo>
                    <a:lnTo>
                      <a:pt x="1485" y="430"/>
                    </a:lnTo>
                    <a:lnTo>
                      <a:pt x="1486" y="430"/>
                    </a:lnTo>
                    <a:lnTo>
                      <a:pt x="1486" y="430"/>
                    </a:lnTo>
                    <a:lnTo>
                      <a:pt x="1487" y="430"/>
                    </a:lnTo>
                    <a:lnTo>
                      <a:pt x="1488" y="430"/>
                    </a:lnTo>
                    <a:lnTo>
                      <a:pt x="1488" y="430"/>
                    </a:lnTo>
                    <a:lnTo>
                      <a:pt x="1489" y="430"/>
                    </a:lnTo>
                    <a:lnTo>
                      <a:pt x="1490" y="430"/>
                    </a:lnTo>
                    <a:lnTo>
                      <a:pt x="1490" y="430"/>
                    </a:lnTo>
                    <a:lnTo>
                      <a:pt x="1491" y="430"/>
                    </a:lnTo>
                    <a:lnTo>
                      <a:pt x="1491" y="430"/>
                    </a:lnTo>
                    <a:lnTo>
                      <a:pt x="1492" y="430"/>
                    </a:lnTo>
                    <a:lnTo>
                      <a:pt x="1493" y="430"/>
                    </a:lnTo>
                    <a:lnTo>
                      <a:pt x="1493" y="430"/>
                    </a:lnTo>
                    <a:lnTo>
                      <a:pt x="1494" y="430"/>
                    </a:lnTo>
                    <a:lnTo>
                      <a:pt x="1494" y="430"/>
                    </a:lnTo>
                    <a:lnTo>
                      <a:pt x="1495" y="429"/>
                    </a:lnTo>
                    <a:lnTo>
                      <a:pt x="1495" y="429"/>
                    </a:lnTo>
                    <a:lnTo>
                      <a:pt x="1496" y="429"/>
                    </a:lnTo>
                    <a:lnTo>
                      <a:pt x="1496" y="429"/>
                    </a:lnTo>
                    <a:lnTo>
                      <a:pt x="1497" y="429"/>
                    </a:lnTo>
                    <a:lnTo>
                      <a:pt x="1497" y="429"/>
                    </a:lnTo>
                    <a:lnTo>
                      <a:pt x="1498" y="429"/>
                    </a:lnTo>
                    <a:lnTo>
                      <a:pt x="1499" y="429"/>
                    </a:lnTo>
                    <a:lnTo>
                      <a:pt x="1499" y="429"/>
                    </a:lnTo>
                    <a:lnTo>
                      <a:pt x="1500" y="429"/>
                    </a:lnTo>
                    <a:lnTo>
                      <a:pt x="1500" y="429"/>
                    </a:lnTo>
                    <a:lnTo>
                      <a:pt x="1501" y="428"/>
                    </a:lnTo>
                    <a:lnTo>
                      <a:pt x="1502" y="428"/>
                    </a:lnTo>
                    <a:lnTo>
                      <a:pt x="1502" y="428"/>
                    </a:lnTo>
                    <a:lnTo>
                      <a:pt x="1503" y="428"/>
                    </a:lnTo>
                    <a:lnTo>
                      <a:pt x="1503" y="428"/>
                    </a:lnTo>
                    <a:lnTo>
                      <a:pt x="1504" y="428"/>
                    </a:lnTo>
                    <a:lnTo>
                      <a:pt x="1505" y="428"/>
                    </a:lnTo>
                    <a:lnTo>
                      <a:pt x="1505" y="428"/>
                    </a:lnTo>
                    <a:lnTo>
                      <a:pt x="1506" y="428"/>
                    </a:lnTo>
                    <a:lnTo>
                      <a:pt x="1506" y="428"/>
                    </a:lnTo>
                    <a:lnTo>
                      <a:pt x="1507" y="428"/>
                    </a:lnTo>
                    <a:lnTo>
                      <a:pt x="1508" y="428"/>
                    </a:lnTo>
                    <a:lnTo>
                      <a:pt x="1508" y="428"/>
                    </a:lnTo>
                    <a:lnTo>
                      <a:pt x="1509" y="428"/>
                    </a:lnTo>
                    <a:lnTo>
                      <a:pt x="1509" y="427"/>
                    </a:lnTo>
                    <a:lnTo>
                      <a:pt x="1510" y="427"/>
                    </a:lnTo>
                    <a:lnTo>
                      <a:pt x="1510" y="427"/>
                    </a:lnTo>
                    <a:lnTo>
                      <a:pt x="1511" y="427"/>
                    </a:lnTo>
                    <a:lnTo>
                      <a:pt x="1511" y="427"/>
                    </a:lnTo>
                    <a:lnTo>
                      <a:pt x="1512" y="427"/>
                    </a:lnTo>
                    <a:lnTo>
                      <a:pt x="1513" y="427"/>
                    </a:lnTo>
                    <a:lnTo>
                      <a:pt x="1513" y="427"/>
                    </a:lnTo>
                    <a:lnTo>
                      <a:pt x="1514" y="427"/>
                    </a:lnTo>
                    <a:lnTo>
                      <a:pt x="1514" y="427"/>
                    </a:lnTo>
                    <a:lnTo>
                      <a:pt x="1515" y="427"/>
                    </a:lnTo>
                    <a:lnTo>
                      <a:pt x="1515" y="426"/>
                    </a:lnTo>
                    <a:lnTo>
                      <a:pt x="1516" y="426"/>
                    </a:lnTo>
                    <a:lnTo>
                      <a:pt x="1517" y="426"/>
                    </a:lnTo>
                    <a:lnTo>
                      <a:pt x="1517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9" y="426"/>
                    </a:lnTo>
                    <a:lnTo>
                      <a:pt x="1520" y="426"/>
                    </a:lnTo>
                    <a:lnTo>
                      <a:pt x="1520" y="425"/>
                    </a:lnTo>
                    <a:lnTo>
                      <a:pt x="1521" y="425"/>
                    </a:lnTo>
                    <a:lnTo>
                      <a:pt x="1521" y="425"/>
                    </a:lnTo>
                    <a:lnTo>
                      <a:pt x="1522" y="425"/>
                    </a:lnTo>
                    <a:lnTo>
                      <a:pt x="1523" y="425"/>
                    </a:lnTo>
                    <a:lnTo>
                      <a:pt x="1523" y="425"/>
                    </a:lnTo>
                    <a:lnTo>
                      <a:pt x="1524" y="425"/>
                    </a:lnTo>
                    <a:lnTo>
                      <a:pt x="1524" y="425"/>
                    </a:lnTo>
                    <a:lnTo>
                      <a:pt x="1525" y="425"/>
                    </a:lnTo>
                    <a:lnTo>
                      <a:pt x="1525" y="425"/>
                    </a:lnTo>
                    <a:lnTo>
                      <a:pt x="1526" y="424"/>
                    </a:lnTo>
                    <a:lnTo>
                      <a:pt x="1527" y="424"/>
                    </a:lnTo>
                    <a:lnTo>
                      <a:pt x="1527" y="424"/>
                    </a:lnTo>
                    <a:lnTo>
                      <a:pt x="1528" y="424"/>
                    </a:lnTo>
                    <a:lnTo>
                      <a:pt x="1528" y="424"/>
                    </a:lnTo>
                    <a:lnTo>
                      <a:pt x="1529" y="424"/>
                    </a:lnTo>
                    <a:lnTo>
                      <a:pt x="1529" y="424"/>
                    </a:lnTo>
                    <a:lnTo>
                      <a:pt x="1530" y="424"/>
                    </a:lnTo>
                    <a:lnTo>
                      <a:pt x="1530" y="424"/>
                    </a:lnTo>
                    <a:lnTo>
                      <a:pt x="1531" y="424"/>
                    </a:lnTo>
                    <a:lnTo>
                      <a:pt x="1532" y="424"/>
                    </a:lnTo>
                    <a:lnTo>
                      <a:pt x="1532" y="424"/>
                    </a:lnTo>
                    <a:lnTo>
                      <a:pt x="1533" y="424"/>
                    </a:lnTo>
                    <a:lnTo>
                      <a:pt x="1533" y="423"/>
                    </a:lnTo>
                    <a:lnTo>
                      <a:pt x="1534" y="423"/>
                    </a:lnTo>
                    <a:lnTo>
                      <a:pt x="1535" y="423"/>
                    </a:lnTo>
                    <a:lnTo>
                      <a:pt x="1535" y="423"/>
                    </a:lnTo>
                    <a:lnTo>
                      <a:pt x="1536" y="423"/>
                    </a:lnTo>
                    <a:lnTo>
                      <a:pt x="1536" y="423"/>
                    </a:lnTo>
                    <a:lnTo>
                      <a:pt x="1537" y="423"/>
                    </a:lnTo>
                    <a:lnTo>
                      <a:pt x="1538" y="423"/>
                    </a:lnTo>
                    <a:lnTo>
                      <a:pt x="1538" y="422"/>
                    </a:lnTo>
                    <a:lnTo>
                      <a:pt x="1539" y="422"/>
                    </a:lnTo>
                    <a:lnTo>
                      <a:pt x="1539" y="422"/>
                    </a:lnTo>
                    <a:lnTo>
                      <a:pt x="1540" y="422"/>
                    </a:lnTo>
                    <a:lnTo>
                      <a:pt x="1541" y="422"/>
                    </a:lnTo>
                    <a:lnTo>
                      <a:pt x="1541" y="422"/>
                    </a:lnTo>
                    <a:lnTo>
                      <a:pt x="1542" y="422"/>
                    </a:lnTo>
                    <a:lnTo>
                      <a:pt x="1542" y="422"/>
                    </a:lnTo>
                    <a:lnTo>
                      <a:pt x="1543" y="422"/>
                    </a:lnTo>
                    <a:lnTo>
                      <a:pt x="1543" y="422"/>
                    </a:lnTo>
                    <a:lnTo>
                      <a:pt x="1544" y="422"/>
                    </a:lnTo>
                    <a:lnTo>
                      <a:pt x="1544" y="422"/>
                    </a:lnTo>
                    <a:lnTo>
                      <a:pt x="1545" y="422"/>
                    </a:lnTo>
                    <a:lnTo>
                      <a:pt x="1545" y="422"/>
                    </a:lnTo>
                    <a:lnTo>
                      <a:pt x="1546" y="421"/>
                    </a:lnTo>
                    <a:lnTo>
                      <a:pt x="1547" y="421"/>
                    </a:lnTo>
                    <a:lnTo>
                      <a:pt x="1547" y="421"/>
                    </a:lnTo>
                    <a:lnTo>
                      <a:pt x="1548" y="421"/>
                    </a:lnTo>
                    <a:lnTo>
                      <a:pt x="1548" y="421"/>
                    </a:lnTo>
                    <a:lnTo>
                      <a:pt x="1549" y="421"/>
                    </a:lnTo>
                    <a:lnTo>
                      <a:pt x="1550" y="421"/>
                    </a:lnTo>
                    <a:lnTo>
                      <a:pt x="1550" y="421"/>
                    </a:lnTo>
                    <a:lnTo>
                      <a:pt x="1551" y="421"/>
                    </a:lnTo>
                    <a:lnTo>
                      <a:pt x="1551" y="421"/>
                    </a:lnTo>
                    <a:lnTo>
                      <a:pt x="1552" y="421"/>
                    </a:lnTo>
                    <a:lnTo>
                      <a:pt x="1553" y="420"/>
                    </a:lnTo>
                    <a:lnTo>
                      <a:pt x="1553" y="420"/>
                    </a:lnTo>
                    <a:lnTo>
                      <a:pt x="1554" y="420"/>
                    </a:lnTo>
                    <a:lnTo>
                      <a:pt x="1554" y="420"/>
                    </a:lnTo>
                    <a:lnTo>
                      <a:pt x="1555" y="420"/>
                    </a:lnTo>
                    <a:lnTo>
                      <a:pt x="1556" y="420"/>
                    </a:lnTo>
                    <a:lnTo>
                      <a:pt x="1556" y="420"/>
                    </a:lnTo>
                    <a:lnTo>
                      <a:pt x="1557" y="420"/>
                    </a:lnTo>
                    <a:lnTo>
                      <a:pt x="1557" y="420"/>
                    </a:lnTo>
                    <a:lnTo>
                      <a:pt x="1558" y="420"/>
                    </a:lnTo>
                    <a:lnTo>
                      <a:pt x="1558" y="420"/>
                    </a:lnTo>
                    <a:lnTo>
                      <a:pt x="1559" y="420"/>
                    </a:lnTo>
                    <a:lnTo>
                      <a:pt x="1560" y="420"/>
                    </a:lnTo>
                    <a:lnTo>
                      <a:pt x="1560" y="420"/>
                    </a:lnTo>
                    <a:lnTo>
                      <a:pt x="1561" y="420"/>
                    </a:lnTo>
                    <a:lnTo>
                      <a:pt x="1561" y="420"/>
                    </a:lnTo>
                    <a:lnTo>
                      <a:pt x="1562" y="419"/>
                    </a:lnTo>
                    <a:lnTo>
                      <a:pt x="1562" y="419"/>
                    </a:lnTo>
                    <a:lnTo>
                      <a:pt x="1563" y="419"/>
                    </a:lnTo>
                    <a:lnTo>
                      <a:pt x="1564" y="419"/>
                    </a:lnTo>
                    <a:lnTo>
                      <a:pt x="1564" y="419"/>
                    </a:lnTo>
                    <a:lnTo>
                      <a:pt x="1565" y="419"/>
                    </a:lnTo>
                    <a:lnTo>
                      <a:pt x="1565" y="419"/>
                    </a:lnTo>
                    <a:lnTo>
                      <a:pt x="1566" y="419"/>
                    </a:lnTo>
                    <a:lnTo>
                      <a:pt x="1567" y="419"/>
                    </a:lnTo>
                    <a:lnTo>
                      <a:pt x="1567" y="419"/>
                    </a:lnTo>
                    <a:lnTo>
                      <a:pt x="1568" y="419"/>
                    </a:lnTo>
                    <a:lnTo>
                      <a:pt x="1568" y="419"/>
                    </a:lnTo>
                    <a:lnTo>
                      <a:pt x="1569" y="419"/>
                    </a:lnTo>
                    <a:lnTo>
                      <a:pt x="1570" y="419"/>
                    </a:lnTo>
                    <a:lnTo>
                      <a:pt x="1570" y="419"/>
                    </a:lnTo>
                    <a:lnTo>
                      <a:pt x="1571" y="419"/>
                    </a:lnTo>
                    <a:lnTo>
                      <a:pt x="1571" y="418"/>
                    </a:lnTo>
                    <a:lnTo>
                      <a:pt x="1572" y="418"/>
                    </a:lnTo>
                    <a:lnTo>
                      <a:pt x="1572" y="418"/>
                    </a:lnTo>
                    <a:lnTo>
                      <a:pt x="1573" y="418"/>
                    </a:lnTo>
                    <a:lnTo>
                      <a:pt x="1574" y="418"/>
                    </a:lnTo>
                    <a:lnTo>
                      <a:pt x="1574" y="418"/>
                    </a:lnTo>
                    <a:lnTo>
                      <a:pt x="1575" y="418"/>
                    </a:lnTo>
                    <a:lnTo>
                      <a:pt x="1575" y="418"/>
                    </a:lnTo>
                    <a:lnTo>
                      <a:pt x="1576" y="418"/>
                    </a:lnTo>
                    <a:lnTo>
                      <a:pt x="1576" y="418"/>
                    </a:lnTo>
                    <a:lnTo>
                      <a:pt x="1577" y="417"/>
                    </a:lnTo>
                    <a:lnTo>
                      <a:pt x="1577" y="417"/>
                    </a:lnTo>
                    <a:lnTo>
                      <a:pt x="1578" y="417"/>
                    </a:lnTo>
                    <a:lnTo>
                      <a:pt x="1579" y="417"/>
                    </a:lnTo>
                    <a:lnTo>
                      <a:pt x="1579" y="417"/>
                    </a:lnTo>
                    <a:lnTo>
                      <a:pt x="1580" y="417"/>
                    </a:lnTo>
                    <a:lnTo>
                      <a:pt x="1580" y="417"/>
                    </a:lnTo>
                    <a:lnTo>
                      <a:pt x="1581" y="417"/>
                    </a:lnTo>
                    <a:lnTo>
                      <a:pt x="1582" y="417"/>
                    </a:lnTo>
                    <a:lnTo>
                      <a:pt x="1582" y="417"/>
                    </a:lnTo>
                    <a:lnTo>
                      <a:pt x="1583" y="417"/>
                    </a:lnTo>
                    <a:lnTo>
                      <a:pt x="1583" y="417"/>
                    </a:lnTo>
                    <a:lnTo>
                      <a:pt x="1584" y="417"/>
                    </a:lnTo>
                    <a:lnTo>
                      <a:pt x="1585" y="417"/>
                    </a:lnTo>
                    <a:lnTo>
                      <a:pt x="1585" y="417"/>
                    </a:lnTo>
                    <a:lnTo>
                      <a:pt x="1586" y="416"/>
                    </a:lnTo>
                    <a:lnTo>
                      <a:pt x="1586" y="416"/>
                    </a:lnTo>
                    <a:lnTo>
                      <a:pt x="1587" y="416"/>
                    </a:lnTo>
                    <a:lnTo>
                      <a:pt x="1588" y="416"/>
                    </a:lnTo>
                    <a:lnTo>
                      <a:pt x="1588" y="416"/>
                    </a:lnTo>
                    <a:lnTo>
                      <a:pt x="1589" y="416"/>
                    </a:lnTo>
                    <a:lnTo>
                      <a:pt x="1589" y="416"/>
                    </a:lnTo>
                    <a:lnTo>
                      <a:pt x="1590" y="416"/>
                    </a:lnTo>
                    <a:lnTo>
                      <a:pt x="1590" y="416"/>
                    </a:lnTo>
                    <a:lnTo>
                      <a:pt x="1591" y="416"/>
                    </a:lnTo>
                    <a:lnTo>
                      <a:pt x="1591" y="416"/>
                    </a:lnTo>
                    <a:lnTo>
                      <a:pt x="1592" y="416"/>
                    </a:lnTo>
                    <a:lnTo>
                      <a:pt x="1592" y="416"/>
                    </a:lnTo>
                    <a:lnTo>
                      <a:pt x="1593" y="415"/>
                    </a:lnTo>
                    <a:lnTo>
                      <a:pt x="1594" y="415"/>
                    </a:lnTo>
                    <a:lnTo>
                      <a:pt x="1594" y="415"/>
                    </a:lnTo>
                    <a:lnTo>
                      <a:pt x="1595" y="415"/>
                    </a:lnTo>
                    <a:lnTo>
                      <a:pt x="1595" y="415"/>
                    </a:lnTo>
                    <a:lnTo>
                      <a:pt x="1596" y="415"/>
                    </a:lnTo>
                    <a:lnTo>
                      <a:pt x="1597" y="415"/>
                    </a:lnTo>
                    <a:lnTo>
                      <a:pt x="1597" y="415"/>
                    </a:lnTo>
                    <a:lnTo>
                      <a:pt x="1598" y="415"/>
                    </a:lnTo>
                    <a:lnTo>
                      <a:pt x="1598" y="414"/>
                    </a:lnTo>
                    <a:lnTo>
                      <a:pt x="1599" y="414"/>
                    </a:lnTo>
                    <a:lnTo>
                      <a:pt x="1600" y="414"/>
                    </a:lnTo>
                    <a:lnTo>
                      <a:pt x="1600" y="414"/>
                    </a:lnTo>
                    <a:lnTo>
                      <a:pt x="1601" y="414"/>
                    </a:lnTo>
                    <a:lnTo>
                      <a:pt x="1601" y="414"/>
                    </a:lnTo>
                    <a:lnTo>
                      <a:pt x="1602" y="414"/>
                    </a:lnTo>
                    <a:lnTo>
                      <a:pt x="1603" y="414"/>
                    </a:lnTo>
                    <a:lnTo>
                      <a:pt x="1603" y="414"/>
                    </a:lnTo>
                    <a:lnTo>
                      <a:pt x="1604" y="414"/>
                    </a:lnTo>
                    <a:lnTo>
                      <a:pt x="1604" y="414"/>
                    </a:lnTo>
                    <a:lnTo>
                      <a:pt x="1605" y="414"/>
                    </a:lnTo>
                    <a:lnTo>
                      <a:pt x="1605" y="413"/>
                    </a:lnTo>
                    <a:lnTo>
                      <a:pt x="1606" y="413"/>
                    </a:lnTo>
                    <a:lnTo>
                      <a:pt x="1607" y="413"/>
                    </a:lnTo>
                    <a:lnTo>
                      <a:pt x="1607" y="413"/>
                    </a:lnTo>
                    <a:lnTo>
                      <a:pt x="1608" y="413"/>
                    </a:lnTo>
                    <a:lnTo>
                      <a:pt x="1608" y="413"/>
                    </a:lnTo>
                    <a:lnTo>
                      <a:pt x="1609" y="413"/>
                    </a:lnTo>
                    <a:lnTo>
                      <a:pt x="1609" y="413"/>
                    </a:lnTo>
                    <a:lnTo>
                      <a:pt x="1610" y="413"/>
                    </a:lnTo>
                    <a:lnTo>
                      <a:pt x="1610" y="413"/>
                    </a:lnTo>
                    <a:lnTo>
                      <a:pt x="1611" y="413"/>
                    </a:lnTo>
                    <a:lnTo>
                      <a:pt x="1612" y="413"/>
                    </a:lnTo>
                    <a:lnTo>
                      <a:pt x="1612" y="413"/>
                    </a:lnTo>
                    <a:lnTo>
                      <a:pt x="1613" y="412"/>
                    </a:lnTo>
                    <a:lnTo>
                      <a:pt x="1613" y="412"/>
                    </a:lnTo>
                    <a:lnTo>
                      <a:pt x="1614" y="412"/>
                    </a:lnTo>
                    <a:lnTo>
                      <a:pt x="1615" y="412"/>
                    </a:lnTo>
                    <a:lnTo>
                      <a:pt x="1615" y="412"/>
                    </a:lnTo>
                    <a:lnTo>
                      <a:pt x="1616" y="412"/>
                    </a:lnTo>
                    <a:lnTo>
                      <a:pt x="1616" y="412"/>
                    </a:lnTo>
                    <a:lnTo>
                      <a:pt x="1617" y="412"/>
                    </a:lnTo>
                    <a:lnTo>
                      <a:pt x="1618" y="412"/>
                    </a:lnTo>
                    <a:lnTo>
                      <a:pt x="1618" y="412"/>
                    </a:lnTo>
                    <a:lnTo>
                      <a:pt x="1619" y="411"/>
                    </a:lnTo>
                    <a:lnTo>
                      <a:pt x="1619" y="411"/>
                    </a:lnTo>
                    <a:lnTo>
                      <a:pt x="1620" y="411"/>
                    </a:lnTo>
                    <a:lnTo>
                      <a:pt x="1621" y="411"/>
                    </a:lnTo>
                    <a:lnTo>
                      <a:pt x="1621" y="411"/>
                    </a:lnTo>
                    <a:lnTo>
                      <a:pt x="1622" y="411"/>
                    </a:lnTo>
                    <a:lnTo>
                      <a:pt x="1622" y="411"/>
                    </a:lnTo>
                    <a:lnTo>
                      <a:pt x="1623" y="411"/>
                    </a:lnTo>
                    <a:lnTo>
                      <a:pt x="1623" y="411"/>
                    </a:lnTo>
                    <a:lnTo>
                      <a:pt x="1624" y="411"/>
                    </a:lnTo>
                    <a:lnTo>
                      <a:pt x="1624" y="411"/>
                    </a:lnTo>
                    <a:lnTo>
                      <a:pt x="1625" y="411"/>
                    </a:lnTo>
                    <a:lnTo>
                      <a:pt x="1625" y="411"/>
                    </a:lnTo>
                    <a:lnTo>
                      <a:pt x="1626" y="411"/>
                    </a:lnTo>
                    <a:lnTo>
                      <a:pt x="1627" y="410"/>
                    </a:lnTo>
                    <a:lnTo>
                      <a:pt x="1627" y="410"/>
                    </a:lnTo>
                    <a:lnTo>
                      <a:pt x="1628" y="410"/>
                    </a:lnTo>
                    <a:lnTo>
                      <a:pt x="1629" y="410"/>
                    </a:lnTo>
                    <a:lnTo>
                      <a:pt x="1629" y="410"/>
                    </a:lnTo>
                    <a:lnTo>
                      <a:pt x="1630" y="410"/>
                    </a:lnTo>
                    <a:lnTo>
                      <a:pt x="1630" y="410"/>
                    </a:lnTo>
                    <a:lnTo>
                      <a:pt x="1631" y="410"/>
                    </a:lnTo>
                    <a:lnTo>
                      <a:pt x="1632" y="410"/>
                    </a:lnTo>
                    <a:lnTo>
                      <a:pt x="1632" y="410"/>
                    </a:lnTo>
                    <a:lnTo>
                      <a:pt x="1633" y="410"/>
                    </a:lnTo>
                    <a:lnTo>
                      <a:pt x="1633" y="410"/>
                    </a:lnTo>
                    <a:lnTo>
                      <a:pt x="1634" y="410"/>
                    </a:lnTo>
                    <a:lnTo>
                      <a:pt x="1635" y="409"/>
                    </a:lnTo>
                    <a:lnTo>
                      <a:pt x="1635" y="409"/>
                    </a:lnTo>
                    <a:lnTo>
                      <a:pt x="1636" y="409"/>
                    </a:lnTo>
                    <a:lnTo>
                      <a:pt x="1636" y="409"/>
                    </a:lnTo>
                    <a:lnTo>
                      <a:pt x="1637" y="409"/>
                    </a:lnTo>
                    <a:lnTo>
                      <a:pt x="1637" y="409"/>
                    </a:lnTo>
                    <a:lnTo>
                      <a:pt x="1638" y="409"/>
                    </a:lnTo>
                    <a:lnTo>
                      <a:pt x="1638" y="409"/>
                    </a:lnTo>
                    <a:lnTo>
                      <a:pt x="1639" y="409"/>
                    </a:lnTo>
                    <a:lnTo>
                      <a:pt x="1639" y="408"/>
                    </a:lnTo>
                    <a:lnTo>
                      <a:pt x="1640" y="408"/>
                    </a:lnTo>
                    <a:lnTo>
                      <a:pt x="1641" y="408"/>
                    </a:lnTo>
                    <a:lnTo>
                      <a:pt x="1641" y="408"/>
                    </a:lnTo>
                    <a:lnTo>
                      <a:pt x="1642" y="408"/>
                    </a:lnTo>
                    <a:lnTo>
                      <a:pt x="1642" y="408"/>
                    </a:lnTo>
                    <a:lnTo>
                      <a:pt x="1643" y="408"/>
                    </a:lnTo>
                    <a:lnTo>
                      <a:pt x="1644" y="408"/>
                    </a:lnTo>
                    <a:lnTo>
                      <a:pt x="1644" y="408"/>
                    </a:lnTo>
                    <a:lnTo>
                      <a:pt x="1645" y="408"/>
                    </a:lnTo>
                    <a:lnTo>
                      <a:pt x="1645" y="408"/>
                    </a:lnTo>
                    <a:lnTo>
                      <a:pt x="1646" y="408"/>
                    </a:lnTo>
                    <a:lnTo>
                      <a:pt x="1647" y="408"/>
                    </a:lnTo>
                    <a:lnTo>
                      <a:pt x="1647" y="408"/>
                    </a:lnTo>
                    <a:lnTo>
                      <a:pt x="1648" y="408"/>
                    </a:lnTo>
                    <a:lnTo>
                      <a:pt x="1648" y="408"/>
                    </a:lnTo>
                    <a:lnTo>
                      <a:pt x="1649" y="407"/>
                    </a:lnTo>
                    <a:lnTo>
                      <a:pt x="1650" y="407"/>
                    </a:lnTo>
                    <a:lnTo>
                      <a:pt x="1650" y="407"/>
                    </a:lnTo>
                    <a:lnTo>
                      <a:pt x="1651" y="407"/>
                    </a:lnTo>
                    <a:lnTo>
                      <a:pt x="1651" y="407"/>
                    </a:lnTo>
                    <a:lnTo>
                      <a:pt x="1652" y="407"/>
                    </a:lnTo>
                    <a:lnTo>
                      <a:pt x="1652" y="407"/>
                    </a:lnTo>
                    <a:lnTo>
                      <a:pt x="1653" y="407"/>
                    </a:lnTo>
                    <a:lnTo>
                      <a:pt x="1654" y="407"/>
                    </a:lnTo>
                    <a:lnTo>
                      <a:pt x="1654" y="407"/>
                    </a:lnTo>
                    <a:lnTo>
                      <a:pt x="1655" y="407"/>
                    </a:lnTo>
                    <a:lnTo>
                      <a:pt x="1655" y="407"/>
                    </a:lnTo>
                    <a:lnTo>
                      <a:pt x="1656" y="407"/>
                    </a:lnTo>
                    <a:lnTo>
                      <a:pt x="1656" y="406"/>
                    </a:lnTo>
                    <a:lnTo>
                      <a:pt x="1657" y="406"/>
                    </a:lnTo>
                    <a:lnTo>
                      <a:pt x="1657" y="406"/>
                    </a:lnTo>
                    <a:lnTo>
                      <a:pt x="1658" y="406"/>
                    </a:lnTo>
                    <a:lnTo>
                      <a:pt x="1659" y="406"/>
                    </a:lnTo>
                    <a:lnTo>
                      <a:pt x="1659" y="405"/>
                    </a:lnTo>
                    <a:lnTo>
                      <a:pt x="1660" y="405"/>
                    </a:lnTo>
                    <a:lnTo>
                      <a:pt x="1660" y="405"/>
                    </a:lnTo>
                    <a:lnTo>
                      <a:pt x="1661" y="405"/>
                    </a:lnTo>
                    <a:lnTo>
                      <a:pt x="1662" y="405"/>
                    </a:lnTo>
                    <a:lnTo>
                      <a:pt x="1662" y="405"/>
                    </a:lnTo>
                    <a:lnTo>
                      <a:pt x="1663" y="405"/>
                    </a:lnTo>
                    <a:lnTo>
                      <a:pt x="1663" y="405"/>
                    </a:lnTo>
                    <a:lnTo>
                      <a:pt x="1664" y="404"/>
                    </a:lnTo>
                    <a:lnTo>
                      <a:pt x="1665" y="404"/>
                    </a:lnTo>
                    <a:lnTo>
                      <a:pt x="1665" y="404"/>
                    </a:lnTo>
                    <a:lnTo>
                      <a:pt x="1666" y="404"/>
                    </a:lnTo>
                    <a:lnTo>
                      <a:pt x="1666" y="404"/>
                    </a:lnTo>
                    <a:lnTo>
                      <a:pt x="1667" y="404"/>
                    </a:lnTo>
                    <a:lnTo>
                      <a:pt x="1668" y="404"/>
                    </a:lnTo>
                    <a:lnTo>
                      <a:pt x="1668" y="404"/>
                    </a:lnTo>
                    <a:lnTo>
                      <a:pt x="1669" y="403"/>
                    </a:lnTo>
                    <a:lnTo>
                      <a:pt x="1669" y="403"/>
                    </a:lnTo>
                    <a:lnTo>
                      <a:pt x="1670" y="403"/>
                    </a:lnTo>
                    <a:lnTo>
                      <a:pt x="1670" y="403"/>
                    </a:lnTo>
                    <a:lnTo>
                      <a:pt x="1671" y="403"/>
                    </a:lnTo>
                    <a:lnTo>
                      <a:pt x="1671" y="402"/>
                    </a:lnTo>
                    <a:lnTo>
                      <a:pt x="1672" y="402"/>
                    </a:lnTo>
                    <a:lnTo>
                      <a:pt x="1672" y="402"/>
                    </a:lnTo>
                    <a:lnTo>
                      <a:pt x="1673" y="402"/>
                    </a:lnTo>
                    <a:lnTo>
                      <a:pt x="1674" y="402"/>
                    </a:lnTo>
                    <a:lnTo>
                      <a:pt x="1674" y="402"/>
                    </a:lnTo>
                    <a:lnTo>
                      <a:pt x="1675" y="402"/>
                    </a:lnTo>
                    <a:lnTo>
                      <a:pt x="1675" y="401"/>
                    </a:lnTo>
                    <a:lnTo>
                      <a:pt x="1676" y="401"/>
                    </a:lnTo>
                    <a:lnTo>
                      <a:pt x="1677" y="401"/>
                    </a:lnTo>
                    <a:lnTo>
                      <a:pt x="1677" y="401"/>
                    </a:lnTo>
                    <a:lnTo>
                      <a:pt x="1678" y="400"/>
                    </a:lnTo>
                    <a:lnTo>
                      <a:pt x="1678" y="400"/>
                    </a:lnTo>
                    <a:lnTo>
                      <a:pt x="1679" y="400"/>
                    </a:lnTo>
                    <a:lnTo>
                      <a:pt x="1680" y="399"/>
                    </a:lnTo>
                    <a:lnTo>
                      <a:pt x="1680" y="399"/>
                    </a:lnTo>
                    <a:lnTo>
                      <a:pt x="1681" y="399"/>
                    </a:lnTo>
                    <a:lnTo>
                      <a:pt x="1681" y="399"/>
                    </a:lnTo>
                    <a:lnTo>
                      <a:pt x="1682" y="398"/>
                    </a:lnTo>
                    <a:lnTo>
                      <a:pt x="1683" y="398"/>
                    </a:lnTo>
                    <a:lnTo>
                      <a:pt x="1683" y="398"/>
                    </a:lnTo>
                    <a:lnTo>
                      <a:pt x="1684" y="398"/>
                    </a:lnTo>
                    <a:lnTo>
                      <a:pt x="1684" y="397"/>
                    </a:lnTo>
                    <a:lnTo>
                      <a:pt x="1685" y="397"/>
                    </a:lnTo>
                    <a:lnTo>
                      <a:pt x="1685" y="397"/>
                    </a:lnTo>
                    <a:lnTo>
                      <a:pt x="1686" y="396"/>
                    </a:lnTo>
                    <a:lnTo>
                      <a:pt x="1686" y="396"/>
                    </a:lnTo>
                    <a:lnTo>
                      <a:pt x="1687" y="396"/>
                    </a:lnTo>
                    <a:lnTo>
                      <a:pt x="1688" y="396"/>
                    </a:lnTo>
                    <a:lnTo>
                      <a:pt x="1688" y="395"/>
                    </a:lnTo>
                    <a:lnTo>
                      <a:pt x="1689" y="395"/>
                    </a:lnTo>
                    <a:lnTo>
                      <a:pt x="1689" y="395"/>
                    </a:lnTo>
                    <a:lnTo>
                      <a:pt x="1690" y="395"/>
                    </a:lnTo>
                    <a:lnTo>
                      <a:pt x="1690" y="394"/>
                    </a:lnTo>
                    <a:lnTo>
                      <a:pt x="1691" y="394"/>
                    </a:lnTo>
                    <a:lnTo>
                      <a:pt x="1692" y="393"/>
                    </a:lnTo>
                    <a:lnTo>
                      <a:pt x="1692" y="393"/>
                    </a:lnTo>
                    <a:lnTo>
                      <a:pt x="1693" y="393"/>
                    </a:lnTo>
                    <a:lnTo>
                      <a:pt x="1693" y="393"/>
                    </a:lnTo>
                    <a:lnTo>
                      <a:pt x="1694" y="392"/>
                    </a:lnTo>
                    <a:lnTo>
                      <a:pt x="1695" y="392"/>
                    </a:lnTo>
                    <a:lnTo>
                      <a:pt x="1695" y="392"/>
                    </a:lnTo>
                    <a:lnTo>
                      <a:pt x="1696" y="392"/>
                    </a:lnTo>
                    <a:lnTo>
                      <a:pt x="1697" y="392"/>
                    </a:lnTo>
                    <a:lnTo>
                      <a:pt x="1697" y="392"/>
                    </a:lnTo>
                    <a:lnTo>
                      <a:pt x="1698" y="392"/>
                    </a:lnTo>
                    <a:lnTo>
                      <a:pt x="1698" y="392"/>
                    </a:lnTo>
                    <a:lnTo>
                      <a:pt x="1699" y="392"/>
                    </a:lnTo>
                    <a:lnTo>
                      <a:pt x="1699" y="391"/>
                    </a:lnTo>
                    <a:lnTo>
                      <a:pt x="1700" y="391"/>
                    </a:lnTo>
                    <a:lnTo>
                      <a:pt x="1701" y="391"/>
                    </a:lnTo>
                    <a:lnTo>
                      <a:pt x="1701" y="391"/>
                    </a:lnTo>
                    <a:lnTo>
                      <a:pt x="1702" y="391"/>
                    </a:lnTo>
                    <a:lnTo>
                      <a:pt x="1702" y="391"/>
                    </a:lnTo>
                    <a:lnTo>
                      <a:pt x="1703" y="391"/>
                    </a:lnTo>
                    <a:lnTo>
                      <a:pt x="1703" y="390"/>
                    </a:lnTo>
                    <a:lnTo>
                      <a:pt x="1704" y="390"/>
                    </a:lnTo>
                    <a:lnTo>
                      <a:pt x="1704" y="390"/>
                    </a:lnTo>
                    <a:lnTo>
                      <a:pt x="1705" y="390"/>
                    </a:lnTo>
                    <a:lnTo>
                      <a:pt x="1706" y="390"/>
                    </a:lnTo>
                    <a:lnTo>
                      <a:pt x="1706" y="390"/>
                    </a:lnTo>
                    <a:lnTo>
                      <a:pt x="1707" y="390"/>
                    </a:lnTo>
                    <a:lnTo>
                      <a:pt x="1707" y="390"/>
                    </a:lnTo>
                    <a:lnTo>
                      <a:pt x="1708" y="390"/>
                    </a:lnTo>
                    <a:lnTo>
                      <a:pt x="1709" y="389"/>
                    </a:lnTo>
                    <a:lnTo>
                      <a:pt x="1709" y="389"/>
                    </a:lnTo>
                    <a:lnTo>
                      <a:pt x="1710" y="389"/>
                    </a:lnTo>
                    <a:lnTo>
                      <a:pt x="1710" y="389"/>
                    </a:lnTo>
                    <a:lnTo>
                      <a:pt x="1711" y="389"/>
                    </a:lnTo>
                    <a:lnTo>
                      <a:pt x="1712" y="389"/>
                    </a:lnTo>
                    <a:lnTo>
                      <a:pt x="1712" y="389"/>
                    </a:lnTo>
                    <a:lnTo>
                      <a:pt x="1713" y="389"/>
                    </a:lnTo>
                    <a:lnTo>
                      <a:pt x="1713" y="388"/>
                    </a:lnTo>
                    <a:lnTo>
                      <a:pt x="1714" y="388"/>
                    </a:lnTo>
                    <a:lnTo>
                      <a:pt x="1715" y="388"/>
                    </a:lnTo>
                    <a:lnTo>
                      <a:pt x="1715" y="388"/>
                    </a:lnTo>
                    <a:lnTo>
                      <a:pt x="1716" y="388"/>
                    </a:lnTo>
                    <a:lnTo>
                      <a:pt x="1716" y="387"/>
                    </a:lnTo>
                    <a:lnTo>
                      <a:pt x="1717" y="387"/>
                    </a:lnTo>
                    <a:lnTo>
                      <a:pt x="1717" y="387"/>
                    </a:lnTo>
                    <a:lnTo>
                      <a:pt x="1718" y="387"/>
                    </a:lnTo>
                    <a:lnTo>
                      <a:pt x="1718" y="387"/>
                    </a:lnTo>
                    <a:lnTo>
                      <a:pt x="1719" y="387"/>
                    </a:lnTo>
                    <a:lnTo>
                      <a:pt x="1719" y="387"/>
                    </a:lnTo>
                    <a:lnTo>
                      <a:pt x="1720" y="387"/>
                    </a:lnTo>
                    <a:lnTo>
                      <a:pt x="1721" y="386"/>
                    </a:lnTo>
                    <a:lnTo>
                      <a:pt x="1721" y="386"/>
                    </a:lnTo>
                    <a:lnTo>
                      <a:pt x="1722" y="386"/>
                    </a:lnTo>
                    <a:lnTo>
                      <a:pt x="1722" y="386"/>
                    </a:lnTo>
                    <a:lnTo>
                      <a:pt x="1723" y="386"/>
                    </a:lnTo>
                    <a:lnTo>
                      <a:pt x="1724" y="386"/>
                    </a:lnTo>
                    <a:lnTo>
                      <a:pt x="1724" y="386"/>
                    </a:lnTo>
                    <a:lnTo>
                      <a:pt x="1725" y="385"/>
                    </a:lnTo>
                    <a:lnTo>
                      <a:pt x="1725" y="385"/>
                    </a:lnTo>
                    <a:lnTo>
                      <a:pt x="1726" y="385"/>
                    </a:lnTo>
                    <a:lnTo>
                      <a:pt x="1727" y="385"/>
                    </a:lnTo>
                    <a:lnTo>
                      <a:pt x="1727" y="385"/>
                    </a:lnTo>
                    <a:lnTo>
                      <a:pt x="1728" y="384"/>
                    </a:lnTo>
                    <a:lnTo>
                      <a:pt x="1728" y="384"/>
                    </a:lnTo>
                    <a:lnTo>
                      <a:pt x="1729" y="384"/>
                    </a:lnTo>
                    <a:lnTo>
                      <a:pt x="1730" y="384"/>
                    </a:lnTo>
                    <a:lnTo>
                      <a:pt x="1730" y="384"/>
                    </a:lnTo>
                    <a:lnTo>
                      <a:pt x="1731" y="384"/>
                    </a:lnTo>
                    <a:lnTo>
                      <a:pt x="1731" y="384"/>
                    </a:lnTo>
                    <a:lnTo>
                      <a:pt x="1732" y="384"/>
                    </a:lnTo>
                    <a:lnTo>
                      <a:pt x="1732" y="384"/>
                    </a:lnTo>
                    <a:lnTo>
                      <a:pt x="1733" y="383"/>
                    </a:lnTo>
                    <a:lnTo>
                      <a:pt x="1733" y="383"/>
                    </a:lnTo>
                    <a:lnTo>
                      <a:pt x="1734" y="383"/>
                    </a:lnTo>
                    <a:lnTo>
                      <a:pt x="1735" y="383"/>
                    </a:lnTo>
                    <a:lnTo>
                      <a:pt x="1735" y="383"/>
                    </a:lnTo>
                    <a:lnTo>
                      <a:pt x="1736" y="383"/>
                    </a:lnTo>
                    <a:lnTo>
                      <a:pt x="1736" y="382"/>
                    </a:lnTo>
                    <a:lnTo>
                      <a:pt x="1737" y="382"/>
                    </a:lnTo>
                    <a:lnTo>
                      <a:pt x="1737" y="382"/>
                    </a:lnTo>
                    <a:lnTo>
                      <a:pt x="1738" y="381"/>
                    </a:lnTo>
                    <a:lnTo>
                      <a:pt x="1739" y="381"/>
                    </a:lnTo>
                    <a:lnTo>
                      <a:pt x="1739" y="381"/>
                    </a:lnTo>
                    <a:lnTo>
                      <a:pt x="1740" y="381"/>
                    </a:lnTo>
                    <a:lnTo>
                      <a:pt x="1740" y="381"/>
                    </a:lnTo>
                    <a:lnTo>
                      <a:pt x="1741" y="380"/>
                    </a:lnTo>
                    <a:lnTo>
                      <a:pt x="1742" y="380"/>
                    </a:lnTo>
                    <a:lnTo>
                      <a:pt x="1742" y="380"/>
                    </a:lnTo>
                    <a:lnTo>
                      <a:pt x="1743" y="380"/>
                    </a:lnTo>
                    <a:lnTo>
                      <a:pt x="1743" y="380"/>
                    </a:lnTo>
                    <a:lnTo>
                      <a:pt x="1744" y="380"/>
                    </a:lnTo>
                    <a:lnTo>
                      <a:pt x="1745" y="379"/>
                    </a:lnTo>
                    <a:lnTo>
                      <a:pt x="1745" y="379"/>
                    </a:lnTo>
                    <a:lnTo>
                      <a:pt x="1746" y="379"/>
                    </a:lnTo>
                    <a:lnTo>
                      <a:pt x="1746" y="379"/>
                    </a:lnTo>
                    <a:lnTo>
                      <a:pt x="1747" y="378"/>
                    </a:lnTo>
                    <a:lnTo>
                      <a:pt x="1747" y="378"/>
                    </a:lnTo>
                    <a:lnTo>
                      <a:pt x="1748" y="378"/>
                    </a:lnTo>
                    <a:lnTo>
                      <a:pt x="1749" y="378"/>
                    </a:lnTo>
                    <a:lnTo>
                      <a:pt x="1749" y="378"/>
                    </a:lnTo>
                    <a:lnTo>
                      <a:pt x="1750" y="377"/>
                    </a:lnTo>
                    <a:lnTo>
                      <a:pt x="1750" y="377"/>
                    </a:lnTo>
                    <a:lnTo>
                      <a:pt x="1751" y="377"/>
                    </a:lnTo>
                    <a:lnTo>
                      <a:pt x="1751" y="377"/>
                    </a:lnTo>
                    <a:lnTo>
                      <a:pt x="1752" y="377"/>
                    </a:lnTo>
                    <a:lnTo>
                      <a:pt x="1752" y="376"/>
                    </a:lnTo>
                    <a:lnTo>
                      <a:pt x="1753" y="376"/>
                    </a:lnTo>
                    <a:lnTo>
                      <a:pt x="1754" y="376"/>
                    </a:lnTo>
                    <a:lnTo>
                      <a:pt x="1754" y="376"/>
                    </a:lnTo>
                    <a:lnTo>
                      <a:pt x="1755" y="375"/>
                    </a:lnTo>
                    <a:lnTo>
                      <a:pt x="1755" y="375"/>
                    </a:lnTo>
                    <a:lnTo>
                      <a:pt x="1756" y="375"/>
                    </a:lnTo>
                    <a:lnTo>
                      <a:pt x="1757" y="375"/>
                    </a:lnTo>
                    <a:lnTo>
                      <a:pt x="1757" y="375"/>
                    </a:lnTo>
                    <a:lnTo>
                      <a:pt x="1758" y="375"/>
                    </a:lnTo>
                    <a:lnTo>
                      <a:pt x="1758" y="375"/>
                    </a:lnTo>
                    <a:lnTo>
                      <a:pt x="1759" y="375"/>
                    </a:lnTo>
                    <a:lnTo>
                      <a:pt x="1760" y="374"/>
                    </a:lnTo>
                    <a:lnTo>
                      <a:pt x="1760" y="374"/>
                    </a:lnTo>
                    <a:lnTo>
                      <a:pt x="1761" y="374"/>
                    </a:lnTo>
                    <a:lnTo>
                      <a:pt x="1761" y="374"/>
                    </a:lnTo>
                    <a:lnTo>
                      <a:pt x="1762" y="374"/>
                    </a:lnTo>
                    <a:lnTo>
                      <a:pt x="1763" y="374"/>
                    </a:lnTo>
                    <a:lnTo>
                      <a:pt x="1763" y="374"/>
                    </a:lnTo>
                    <a:lnTo>
                      <a:pt x="1764" y="374"/>
                    </a:lnTo>
                    <a:lnTo>
                      <a:pt x="1764" y="374"/>
                    </a:lnTo>
                    <a:lnTo>
                      <a:pt x="1765" y="373"/>
                    </a:lnTo>
                    <a:lnTo>
                      <a:pt x="1765" y="373"/>
                    </a:lnTo>
                    <a:lnTo>
                      <a:pt x="1766" y="373"/>
                    </a:lnTo>
                    <a:lnTo>
                      <a:pt x="1766" y="373"/>
                    </a:lnTo>
                    <a:lnTo>
                      <a:pt x="1767" y="373"/>
                    </a:lnTo>
                    <a:lnTo>
                      <a:pt x="1768" y="372"/>
                    </a:lnTo>
                    <a:lnTo>
                      <a:pt x="1768" y="372"/>
                    </a:lnTo>
                    <a:lnTo>
                      <a:pt x="1769" y="372"/>
                    </a:lnTo>
                    <a:lnTo>
                      <a:pt x="1769" y="372"/>
                    </a:lnTo>
                    <a:lnTo>
                      <a:pt x="1770" y="372"/>
                    </a:lnTo>
                    <a:lnTo>
                      <a:pt x="1771" y="372"/>
                    </a:lnTo>
                    <a:lnTo>
                      <a:pt x="1771" y="372"/>
                    </a:lnTo>
                    <a:lnTo>
                      <a:pt x="1772" y="372"/>
                    </a:lnTo>
                    <a:lnTo>
                      <a:pt x="1772" y="372"/>
                    </a:lnTo>
                    <a:lnTo>
                      <a:pt x="1773" y="371"/>
                    </a:lnTo>
                    <a:lnTo>
                      <a:pt x="1774" y="371"/>
                    </a:lnTo>
                    <a:lnTo>
                      <a:pt x="1774" y="371"/>
                    </a:lnTo>
                    <a:lnTo>
                      <a:pt x="1775" y="371"/>
                    </a:lnTo>
                    <a:lnTo>
                      <a:pt x="1775" y="371"/>
                    </a:lnTo>
                    <a:lnTo>
                      <a:pt x="1776" y="371"/>
                    </a:lnTo>
                    <a:lnTo>
                      <a:pt x="1777" y="371"/>
                    </a:lnTo>
                    <a:lnTo>
                      <a:pt x="1777" y="370"/>
                    </a:lnTo>
                    <a:lnTo>
                      <a:pt x="1778" y="370"/>
                    </a:lnTo>
                    <a:lnTo>
                      <a:pt x="1778" y="370"/>
                    </a:lnTo>
                    <a:lnTo>
                      <a:pt x="1779" y="370"/>
                    </a:lnTo>
                    <a:lnTo>
                      <a:pt x="1779" y="370"/>
                    </a:lnTo>
                    <a:lnTo>
                      <a:pt x="1780" y="369"/>
                    </a:lnTo>
                    <a:lnTo>
                      <a:pt x="1780" y="369"/>
                    </a:lnTo>
                    <a:lnTo>
                      <a:pt x="1781" y="369"/>
                    </a:lnTo>
                    <a:lnTo>
                      <a:pt x="1782" y="369"/>
                    </a:lnTo>
                    <a:lnTo>
                      <a:pt x="1782" y="369"/>
                    </a:lnTo>
                    <a:lnTo>
                      <a:pt x="1783" y="369"/>
                    </a:lnTo>
                    <a:lnTo>
                      <a:pt x="1783" y="369"/>
                    </a:lnTo>
                    <a:lnTo>
                      <a:pt x="1784" y="368"/>
                    </a:lnTo>
                    <a:lnTo>
                      <a:pt x="1784" y="368"/>
                    </a:lnTo>
                    <a:lnTo>
                      <a:pt x="1785" y="368"/>
                    </a:lnTo>
                    <a:lnTo>
                      <a:pt x="1786" y="368"/>
                    </a:lnTo>
                    <a:lnTo>
                      <a:pt x="1786" y="368"/>
                    </a:lnTo>
                    <a:lnTo>
                      <a:pt x="1787" y="368"/>
                    </a:lnTo>
                    <a:lnTo>
                      <a:pt x="1787" y="367"/>
                    </a:lnTo>
                    <a:lnTo>
                      <a:pt x="1788" y="367"/>
                    </a:lnTo>
                    <a:lnTo>
                      <a:pt x="1789" y="367"/>
                    </a:lnTo>
                    <a:lnTo>
                      <a:pt x="1789" y="367"/>
                    </a:lnTo>
                    <a:lnTo>
                      <a:pt x="1790" y="367"/>
                    </a:lnTo>
                    <a:lnTo>
                      <a:pt x="1790" y="367"/>
                    </a:lnTo>
                    <a:lnTo>
                      <a:pt x="1791" y="367"/>
                    </a:lnTo>
                    <a:lnTo>
                      <a:pt x="1792" y="367"/>
                    </a:lnTo>
                    <a:lnTo>
                      <a:pt x="1792" y="366"/>
                    </a:lnTo>
                    <a:lnTo>
                      <a:pt x="1793" y="366"/>
                    </a:lnTo>
                    <a:lnTo>
                      <a:pt x="1793" y="366"/>
                    </a:lnTo>
                    <a:lnTo>
                      <a:pt x="1794" y="366"/>
                    </a:lnTo>
                    <a:lnTo>
                      <a:pt x="1794" y="366"/>
                    </a:lnTo>
                    <a:lnTo>
                      <a:pt x="1795" y="366"/>
                    </a:lnTo>
                    <a:lnTo>
                      <a:pt x="1796" y="366"/>
                    </a:lnTo>
                    <a:lnTo>
                      <a:pt x="1796" y="365"/>
                    </a:lnTo>
                    <a:lnTo>
                      <a:pt x="1797" y="365"/>
                    </a:lnTo>
                    <a:lnTo>
                      <a:pt x="1797" y="365"/>
                    </a:lnTo>
                    <a:lnTo>
                      <a:pt x="1798" y="365"/>
                    </a:lnTo>
                    <a:lnTo>
                      <a:pt x="1798" y="364"/>
                    </a:lnTo>
                    <a:lnTo>
                      <a:pt x="1799" y="364"/>
                    </a:lnTo>
                    <a:lnTo>
                      <a:pt x="1799" y="364"/>
                    </a:lnTo>
                    <a:lnTo>
                      <a:pt x="1800" y="364"/>
                    </a:lnTo>
                    <a:lnTo>
                      <a:pt x="1801" y="363"/>
                    </a:lnTo>
                    <a:lnTo>
                      <a:pt x="1801" y="363"/>
                    </a:lnTo>
                    <a:lnTo>
                      <a:pt x="1802" y="363"/>
                    </a:lnTo>
                    <a:lnTo>
                      <a:pt x="1802" y="362"/>
                    </a:lnTo>
                    <a:lnTo>
                      <a:pt x="1803" y="362"/>
                    </a:lnTo>
                    <a:lnTo>
                      <a:pt x="1804" y="362"/>
                    </a:lnTo>
                    <a:lnTo>
                      <a:pt x="1804" y="361"/>
                    </a:lnTo>
                    <a:lnTo>
                      <a:pt x="1805" y="361"/>
                    </a:lnTo>
                    <a:lnTo>
                      <a:pt x="1805" y="361"/>
                    </a:lnTo>
                    <a:lnTo>
                      <a:pt x="1806" y="360"/>
                    </a:lnTo>
                    <a:lnTo>
                      <a:pt x="1807" y="360"/>
                    </a:lnTo>
                    <a:lnTo>
                      <a:pt x="1807" y="360"/>
                    </a:lnTo>
                    <a:lnTo>
                      <a:pt x="1808" y="360"/>
                    </a:lnTo>
                    <a:lnTo>
                      <a:pt x="1808" y="359"/>
                    </a:lnTo>
                    <a:lnTo>
                      <a:pt x="1809" y="359"/>
                    </a:lnTo>
                    <a:lnTo>
                      <a:pt x="1810" y="359"/>
                    </a:lnTo>
                    <a:lnTo>
                      <a:pt x="1810" y="358"/>
                    </a:lnTo>
                    <a:lnTo>
                      <a:pt x="1811" y="358"/>
                    </a:lnTo>
                    <a:lnTo>
                      <a:pt x="1811" y="358"/>
                    </a:lnTo>
                    <a:lnTo>
                      <a:pt x="1812" y="358"/>
                    </a:lnTo>
                    <a:lnTo>
                      <a:pt x="1812" y="357"/>
                    </a:lnTo>
                    <a:lnTo>
                      <a:pt x="1813" y="357"/>
                    </a:lnTo>
                    <a:lnTo>
                      <a:pt x="1813" y="357"/>
                    </a:lnTo>
                    <a:lnTo>
                      <a:pt x="1814" y="357"/>
                    </a:lnTo>
                    <a:lnTo>
                      <a:pt x="1814" y="357"/>
                    </a:lnTo>
                    <a:lnTo>
                      <a:pt x="1815" y="356"/>
                    </a:lnTo>
                    <a:lnTo>
                      <a:pt x="1816" y="356"/>
                    </a:lnTo>
                    <a:lnTo>
                      <a:pt x="1816" y="356"/>
                    </a:lnTo>
                    <a:lnTo>
                      <a:pt x="1817" y="355"/>
                    </a:lnTo>
                    <a:lnTo>
                      <a:pt x="1817" y="355"/>
                    </a:lnTo>
                    <a:lnTo>
                      <a:pt x="1818" y="355"/>
                    </a:lnTo>
                    <a:lnTo>
                      <a:pt x="1819" y="355"/>
                    </a:lnTo>
                    <a:lnTo>
                      <a:pt x="1819" y="355"/>
                    </a:lnTo>
                    <a:lnTo>
                      <a:pt x="1820" y="355"/>
                    </a:lnTo>
                    <a:lnTo>
                      <a:pt x="1820" y="355"/>
                    </a:lnTo>
                    <a:lnTo>
                      <a:pt x="1821" y="355"/>
                    </a:lnTo>
                    <a:lnTo>
                      <a:pt x="1822" y="354"/>
                    </a:lnTo>
                    <a:lnTo>
                      <a:pt x="1822" y="354"/>
                    </a:lnTo>
                    <a:lnTo>
                      <a:pt x="1823" y="354"/>
                    </a:lnTo>
                    <a:lnTo>
                      <a:pt x="1823" y="354"/>
                    </a:lnTo>
                    <a:lnTo>
                      <a:pt x="1824" y="354"/>
                    </a:lnTo>
                    <a:lnTo>
                      <a:pt x="1825" y="354"/>
                    </a:lnTo>
                    <a:lnTo>
                      <a:pt x="1825" y="354"/>
                    </a:lnTo>
                    <a:lnTo>
                      <a:pt x="1826" y="354"/>
                    </a:lnTo>
                    <a:lnTo>
                      <a:pt x="1826" y="354"/>
                    </a:lnTo>
                    <a:lnTo>
                      <a:pt x="1827" y="353"/>
                    </a:lnTo>
                    <a:lnTo>
                      <a:pt x="1827" y="353"/>
                    </a:lnTo>
                    <a:lnTo>
                      <a:pt x="1828" y="353"/>
                    </a:lnTo>
                    <a:lnTo>
                      <a:pt x="1829" y="353"/>
                    </a:lnTo>
                    <a:lnTo>
                      <a:pt x="1829" y="353"/>
                    </a:lnTo>
                    <a:lnTo>
                      <a:pt x="1830" y="352"/>
                    </a:lnTo>
                    <a:lnTo>
                      <a:pt x="1830" y="352"/>
                    </a:lnTo>
                    <a:lnTo>
                      <a:pt x="1831" y="352"/>
                    </a:lnTo>
                    <a:lnTo>
                      <a:pt x="1831" y="352"/>
                    </a:lnTo>
                    <a:lnTo>
                      <a:pt x="1832" y="352"/>
                    </a:lnTo>
                    <a:lnTo>
                      <a:pt x="1832" y="352"/>
                    </a:lnTo>
                    <a:lnTo>
                      <a:pt x="1833" y="352"/>
                    </a:lnTo>
                    <a:lnTo>
                      <a:pt x="1834" y="351"/>
                    </a:lnTo>
                    <a:lnTo>
                      <a:pt x="1834" y="351"/>
                    </a:lnTo>
                    <a:lnTo>
                      <a:pt x="1835" y="351"/>
                    </a:lnTo>
                    <a:lnTo>
                      <a:pt x="1836" y="351"/>
                    </a:lnTo>
                    <a:lnTo>
                      <a:pt x="1836" y="351"/>
                    </a:lnTo>
                    <a:lnTo>
                      <a:pt x="1837" y="351"/>
                    </a:lnTo>
                    <a:lnTo>
                      <a:pt x="1837" y="351"/>
                    </a:lnTo>
                    <a:lnTo>
                      <a:pt x="1838" y="350"/>
                    </a:lnTo>
                    <a:lnTo>
                      <a:pt x="1839" y="350"/>
                    </a:lnTo>
                    <a:lnTo>
                      <a:pt x="1839" y="350"/>
                    </a:lnTo>
                    <a:lnTo>
                      <a:pt x="1840" y="350"/>
                    </a:lnTo>
                    <a:lnTo>
                      <a:pt x="1840" y="349"/>
                    </a:lnTo>
                    <a:lnTo>
                      <a:pt x="1841" y="349"/>
                    </a:lnTo>
                    <a:lnTo>
                      <a:pt x="1841" y="349"/>
                    </a:lnTo>
                    <a:lnTo>
                      <a:pt x="1842" y="349"/>
                    </a:lnTo>
                    <a:lnTo>
                      <a:pt x="1843" y="349"/>
                    </a:lnTo>
                    <a:lnTo>
                      <a:pt x="1843" y="349"/>
                    </a:lnTo>
                    <a:lnTo>
                      <a:pt x="1844" y="348"/>
                    </a:lnTo>
                    <a:lnTo>
                      <a:pt x="1844" y="348"/>
                    </a:lnTo>
                    <a:lnTo>
                      <a:pt x="1845" y="348"/>
                    </a:lnTo>
                    <a:lnTo>
                      <a:pt x="1845" y="348"/>
                    </a:lnTo>
                    <a:lnTo>
                      <a:pt x="1846" y="348"/>
                    </a:lnTo>
                    <a:lnTo>
                      <a:pt x="1846" y="348"/>
                    </a:lnTo>
                    <a:lnTo>
                      <a:pt x="1847" y="348"/>
                    </a:lnTo>
                    <a:lnTo>
                      <a:pt x="1848" y="347"/>
                    </a:lnTo>
                    <a:lnTo>
                      <a:pt x="1848" y="347"/>
                    </a:lnTo>
                    <a:lnTo>
                      <a:pt x="1849" y="347"/>
                    </a:lnTo>
                    <a:lnTo>
                      <a:pt x="1849" y="347"/>
                    </a:lnTo>
                    <a:lnTo>
                      <a:pt x="1850" y="347"/>
                    </a:lnTo>
                    <a:lnTo>
                      <a:pt x="1851" y="347"/>
                    </a:lnTo>
                    <a:lnTo>
                      <a:pt x="1851" y="346"/>
                    </a:lnTo>
                    <a:lnTo>
                      <a:pt x="1852" y="346"/>
                    </a:lnTo>
                    <a:lnTo>
                      <a:pt x="1852" y="346"/>
                    </a:lnTo>
                    <a:lnTo>
                      <a:pt x="1853" y="346"/>
                    </a:lnTo>
                    <a:lnTo>
                      <a:pt x="1854" y="346"/>
                    </a:lnTo>
                    <a:lnTo>
                      <a:pt x="1854" y="346"/>
                    </a:lnTo>
                    <a:lnTo>
                      <a:pt x="1855" y="346"/>
                    </a:lnTo>
                    <a:lnTo>
                      <a:pt x="1855" y="346"/>
                    </a:lnTo>
                    <a:lnTo>
                      <a:pt x="1856" y="346"/>
                    </a:lnTo>
                    <a:lnTo>
                      <a:pt x="1857" y="346"/>
                    </a:lnTo>
                    <a:lnTo>
                      <a:pt x="1857" y="346"/>
                    </a:lnTo>
                    <a:lnTo>
                      <a:pt x="1858" y="345"/>
                    </a:lnTo>
                    <a:lnTo>
                      <a:pt x="1858" y="345"/>
                    </a:lnTo>
                    <a:lnTo>
                      <a:pt x="1859" y="345"/>
                    </a:lnTo>
                    <a:lnTo>
                      <a:pt x="1859" y="345"/>
                    </a:lnTo>
                    <a:lnTo>
                      <a:pt x="1860" y="345"/>
                    </a:lnTo>
                    <a:lnTo>
                      <a:pt x="1860" y="345"/>
                    </a:lnTo>
                    <a:lnTo>
                      <a:pt x="1861" y="345"/>
                    </a:lnTo>
                    <a:lnTo>
                      <a:pt x="1861" y="345"/>
                    </a:lnTo>
                    <a:lnTo>
                      <a:pt x="1862" y="345"/>
                    </a:lnTo>
                    <a:lnTo>
                      <a:pt x="1863" y="345"/>
                    </a:lnTo>
                    <a:lnTo>
                      <a:pt x="1863" y="345"/>
                    </a:lnTo>
                    <a:lnTo>
                      <a:pt x="1864" y="345"/>
                    </a:lnTo>
                    <a:lnTo>
                      <a:pt x="1864" y="344"/>
                    </a:lnTo>
                    <a:lnTo>
                      <a:pt x="1865" y="344"/>
                    </a:lnTo>
                    <a:lnTo>
                      <a:pt x="1866" y="344"/>
                    </a:lnTo>
                    <a:lnTo>
                      <a:pt x="1866" y="344"/>
                    </a:lnTo>
                    <a:lnTo>
                      <a:pt x="1867" y="344"/>
                    </a:lnTo>
                    <a:lnTo>
                      <a:pt x="1867" y="344"/>
                    </a:lnTo>
                    <a:lnTo>
                      <a:pt x="1868" y="344"/>
                    </a:lnTo>
                    <a:lnTo>
                      <a:pt x="1869" y="344"/>
                    </a:lnTo>
                    <a:lnTo>
                      <a:pt x="1869" y="343"/>
                    </a:lnTo>
                    <a:lnTo>
                      <a:pt x="1870" y="343"/>
                    </a:lnTo>
                    <a:lnTo>
                      <a:pt x="1870" y="343"/>
                    </a:lnTo>
                    <a:lnTo>
                      <a:pt x="1871" y="343"/>
                    </a:lnTo>
                    <a:lnTo>
                      <a:pt x="1872" y="343"/>
                    </a:lnTo>
                    <a:lnTo>
                      <a:pt x="1872" y="343"/>
                    </a:lnTo>
                    <a:lnTo>
                      <a:pt x="1873" y="343"/>
                    </a:lnTo>
                    <a:lnTo>
                      <a:pt x="1873" y="343"/>
                    </a:lnTo>
                    <a:lnTo>
                      <a:pt x="1874" y="343"/>
                    </a:lnTo>
                    <a:lnTo>
                      <a:pt x="1874" y="343"/>
                    </a:lnTo>
                    <a:lnTo>
                      <a:pt x="1875" y="343"/>
                    </a:lnTo>
                    <a:lnTo>
                      <a:pt x="1876" y="343"/>
                    </a:lnTo>
                    <a:lnTo>
                      <a:pt x="1876" y="342"/>
                    </a:lnTo>
                    <a:lnTo>
                      <a:pt x="1877" y="342"/>
                    </a:lnTo>
                    <a:lnTo>
                      <a:pt x="1877" y="342"/>
                    </a:lnTo>
                    <a:lnTo>
                      <a:pt x="1878" y="342"/>
                    </a:lnTo>
                    <a:lnTo>
                      <a:pt x="1878" y="342"/>
                    </a:lnTo>
                    <a:lnTo>
                      <a:pt x="1879" y="342"/>
                    </a:lnTo>
                    <a:lnTo>
                      <a:pt x="1879" y="342"/>
                    </a:lnTo>
                    <a:lnTo>
                      <a:pt x="1880" y="342"/>
                    </a:lnTo>
                    <a:lnTo>
                      <a:pt x="1881" y="342"/>
                    </a:lnTo>
                    <a:lnTo>
                      <a:pt x="1881" y="342"/>
                    </a:lnTo>
                    <a:lnTo>
                      <a:pt x="1882" y="341"/>
                    </a:lnTo>
                    <a:lnTo>
                      <a:pt x="1882" y="341"/>
                    </a:lnTo>
                    <a:lnTo>
                      <a:pt x="1883" y="341"/>
                    </a:lnTo>
                    <a:lnTo>
                      <a:pt x="1884" y="341"/>
                    </a:lnTo>
                    <a:lnTo>
                      <a:pt x="1884" y="341"/>
                    </a:lnTo>
                    <a:lnTo>
                      <a:pt x="1885" y="340"/>
                    </a:lnTo>
                    <a:lnTo>
                      <a:pt x="1885" y="340"/>
                    </a:lnTo>
                    <a:lnTo>
                      <a:pt x="1886" y="340"/>
                    </a:lnTo>
                    <a:lnTo>
                      <a:pt x="1887" y="340"/>
                    </a:lnTo>
                    <a:lnTo>
                      <a:pt x="1887" y="340"/>
                    </a:lnTo>
                    <a:lnTo>
                      <a:pt x="1888" y="340"/>
                    </a:lnTo>
                    <a:lnTo>
                      <a:pt x="1888" y="340"/>
                    </a:lnTo>
                    <a:lnTo>
                      <a:pt x="1889" y="340"/>
                    </a:lnTo>
                    <a:lnTo>
                      <a:pt x="1890" y="340"/>
                    </a:lnTo>
                    <a:lnTo>
                      <a:pt x="1890" y="339"/>
                    </a:lnTo>
                    <a:lnTo>
                      <a:pt x="1891" y="339"/>
                    </a:lnTo>
                    <a:lnTo>
                      <a:pt x="1891" y="339"/>
                    </a:lnTo>
                    <a:lnTo>
                      <a:pt x="1892" y="339"/>
                    </a:lnTo>
                    <a:lnTo>
                      <a:pt x="1892" y="339"/>
                    </a:lnTo>
                    <a:lnTo>
                      <a:pt x="1893" y="339"/>
                    </a:lnTo>
                    <a:lnTo>
                      <a:pt x="1893" y="339"/>
                    </a:lnTo>
                    <a:lnTo>
                      <a:pt x="1894" y="338"/>
                    </a:lnTo>
                    <a:lnTo>
                      <a:pt x="1894" y="338"/>
                    </a:lnTo>
                    <a:lnTo>
                      <a:pt x="1895" y="338"/>
                    </a:lnTo>
                    <a:lnTo>
                      <a:pt x="1896" y="338"/>
                    </a:lnTo>
                    <a:lnTo>
                      <a:pt x="1896" y="337"/>
                    </a:lnTo>
                    <a:lnTo>
                      <a:pt x="1897" y="337"/>
                    </a:lnTo>
                    <a:lnTo>
                      <a:pt x="1897" y="337"/>
                    </a:lnTo>
                    <a:lnTo>
                      <a:pt x="1898" y="337"/>
                    </a:lnTo>
                    <a:lnTo>
                      <a:pt x="1899" y="337"/>
                    </a:lnTo>
                    <a:lnTo>
                      <a:pt x="1899" y="337"/>
                    </a:lnTo>
                    <a:lnTo>
                      <a:pt x="1900" y="337"/>
                    </a:lnTo>
                    <a:lnTo>
                      <a:pt x="1900" y="337"/>
                    </a:lnTo>
                    <a:lnTo>
                      <a:pt x="1901" y="336"/>
                    </a:lnTo>
                    <a:lnTo>
                      <a:pt x="1902" y="336"/>
                    </a:lnTo>
                    <a:lnTo>
                      <a:pt x="1902" y="336"/>
                    </a:lnTo>
                    <a:lnTo>
                      <a:pt x="1903" y="336"/>
                    </a:lnTo>
                    <a:lnTo>
                      <a:pt x="1904" y="336"/>
                    </a:lnTo>
                    <a:lnTo>
                      <a:pt x="1904" y="336"/>
                    </a:lnTo>
                    <a:lnTo>
                      <a:pt x="1905" y="336"/>
                    </a:lnTo>
                    <a:lnTo>
                      <a:pt x="1905" y="336"/>
                    </a:lnTo>
                    <a:lnTo>
                      <a:pt x="1906" y="336"/>
                    </a:lnTo>
                    <a:lnTo>
                      <a:pt x="1906" y="335"/>
                    </a:lnTo>
                    <a:lnTo>
                      <a:pt x="1907" y="335"/>
                    </a:lnTo>
                    <a:lnTo>
                      <a:pt x="1907" y="335"/>
                    </a:lnTo>
                    <a:lnTo>
                      <a:pt x="1908" y="335"/>
                    </a:lnTo>
                    <a:lnTo>
                      <a:pt x="1908" y="335"/>
                    </a:lnTo>
                    <a:lnTo>
                      <a:pt x="1909" y="335"/>
                    </a:lnTo>
                    <a:lnTo>
                      <a:pt x="1910" y="335"/>
                    </a:lnTo>
                    <a:lnTo>
                      <a:pt x="1910" y="334"/>
                    </a:lnTo>
                    <a:lnTo>
                      <a:pt x="1911" y="334"/>
                    </a:lnTo>
                    <a:lnTo>
                      <a:pt x="1911" y="334"/>
                    </a:lnTo>
                    <a:lnTo>
                      <a:pt x="1912" y="334"/>
                    </a:lnTo>
                    <a:lnTo>
                      <a:pt x="1913" y="334"/>
                    </a:lnTo>
                    <a:lnTo>
                      <a:pt x="1913" y="334"/>
                    </a:lnTo>
                    <a:lnTo>
                      <a:pt x="1914" y="333"/>
                    </a:lnTo>
                    <a:lnTo>
                      <a:pt x="1914" y="333"/>
                    </a:lnTo>
                    <a:lnTo>
                      <a:pt x="1915" y="333"/>
                    </a:lnTo>
                    <a:lnTo>
                      <a:pt x="1916" y="333"/>
                    </a:lnTo>
                    <a:lnTo>
                      <a:pt x="1916" y="333"/>
                    </a:lnTo>
                    <a:lnTo>
                      <a:pt x="1917" y="333"/>
                    </a:lnTo>
                    <a:lnTo>
                      <a:pt x="1917" y="332"/>
                    </a:lnTo>
                    <a:lnTo>
                      <a:pt x="1918" y="332"/>
                    </a:lnTo>
                    <a:lnTo>
                      <a:pt x="1919" y="332"/>
                    </a:lnTo>
                    <a:lnTo>
                      <a:pt x="1919" y="331"/>
                    </a:lnTo>
                    <a:lnTo>
                      <a:pt x="1920" y="331"/>
                    </a:lnTo>
                    <a:lnTo>
                      <a:pt x="1920" y="331"/>
                    </a:lnTo>
                    <a:lnTo>
                      <a:pt x="1921" y="331"/>
                    </a:lnTo>
                    <a:lnTo>
                      <a:pt x="1921" y="331"/>
                    </a:lnTo>
                    <a:lnTo>
                      <a:pt x="1922" y="331"/>
                    </a:lnTo>
                    <a:lnTo>
                      <a:pt x="1923" y="330"/>
                    </a:lnTo>
                    <a:lnTo>
                      <a:pt x="1923" y="330"/>
                    </a:lnTo>
                    <a:lnTo>
                      <a:pt x="1924" y="330"/>
                    </a:lnTo>
                    <a:lnTo>
                      <a:pt x="1924" y="330"/>
                    </a:lnTo>
                    <a:lnTo>
                      <a:pt x="1925" y="330"/>
                    </a:lnTo>
                    <a:lnTo>
                      <a:pt x="1925" y="330"/>
                    </a:lnTo>
                    <a:lnTo>
                      <a:pt x="1926" y="330"/>
                    </a:lnTo>
                    <a:lnTo>
                      <a:pt x="1926" y="329"/>
                    </a:lnTo>
                    <a:lnTo>
                      <a:pt x="1927" y="329"/>
                    </a:lnTo>
                    <a:lnTo>
                      <a:pt x="1928" y="329"/>
                    </a:lnTo>
                    <a:lnTo>
                      <a:pt x="1928" y="329"/>
                    </a:lnTo>
                    <a:lnTo>
                      <a:pt x="1929" y="329"/>
                    </a:lnTo>
                    <a:lnTo>
                      <a:pt x="1929" y="328"/>
                    </a:lnTo>
                    <a:lnTo>
                      <a:pt x="1930" y="328"/>
                    </a:lnTo>
                    <a:lnTo>
                      <a:pt x="1931" y="328"/>
                    </a:lnTo>
                    <a:lnTo>
                      <a:pt x="1931" y="328"/>
                    </a:lnTo>
                    <a:lnTo>
                      <a:pt x="1932" y="328"/>
                    </a:lnTo>
                    <a:lnTo>
                      <a:pt x="1932" y="328"/>
                    </a:lnTo>
                    <a:lnTo>
                      <a:pt x="1933" y="328"/>
                    </a:lnTo>
                    <a:lnTo>
                      <a:pt x="1934" y="328"/>
                    </a:lnTo>
                    <a:lnTo>
                      <a:pt x="1934" y="328"/>
                    </a:lnTo>
                    <a:lnTo>
                      <a:pt x="1935" y="328"/>
                    </a:lnTo>
                    <a:lnTo>
                      <a:pt x="1935" y="328"/>
                    </a:lnTo>
                    <a:lnTo>
                      <a:pt x="1936" y="328"/>
                    </a:lnTo>
                    <a:lnTo>
                      <a:pt x="1937" y="328"/>
                    </a:lnTo>
                    <a:lnTo>
                      <a:pt x="1937" y="328"/>
                    </a:lnTo>
                    <a:lnTo>
                      <a:pt x="1938" y="327"/>
                    </a:lnTo>
                    <a:lnTo>
                      <a:pt x="1938" y="327"/>
                    </a:lnTo>
                    <a:lnTo>
                      <a:pt x="1939" y="327"/>
                    </a:lnTo>
                    <a:lnTo>
                      <a:pt x="1939" y="327"/>
                    </a:lnTo>
                    <a:lnTo>
                      <a:pt x="1940" y="327"/>
                    </a:lnTo>
                    <a:lnTo>
                      <a:pt x="1940" y="327"/>
                    </a:lnTo>
                    <a:lnTo>
                      <a:pt x="1941" y="327"/>
                    </a:lnTo>
                    <a:lnTo>
                      <a:pt x="1941" y="327"/>
                    </a:lnTo>
                    <a:lnTo>
                      <a:pt x="1942" y="327"/>
                    </a:lnTo>
                    <a:lnTo>
                      <a:pt x="1943" y="327"/>
                    </a:lnTo>
                    <a:lnTo>
                      <a:pt x="1943" y="327"/>
                    </a:lnTo>
                    <a:lnTo>
                      <a:pt x="1944" y="327"/>
                    </a:lnTo>
                    <a:lnTo>
                      <a:pt x="1944" y="326"/>
                    </a:lnTo>
                    <a:lnTo>
                      <a:pt x="1945" y="326"/>
                    </a:lnTo>
                    <a:lnTo>
                      <a:pt x="1946" y="326"/>
                    </a:lnTo>
                    <a:lnTo>
                      <a:pt x="1946" y="326"/>
                    </a:lnTo>
                    <a:lnTo>
                      <a:pt x="1947" y="326"/>
                    </a:lnTo>
                    <a:lnTo>
                      <a:pt x="1947" y="326"/>
                    </a:lnTo>
                    <a:lnTo>
                      <a:pt x="1948" y="325"/>
                    </a:lnTo>
                    <a:lnTo>
                      <a:pt x="1949" y="325"/>
                    </a:lnTo>
                    <a:lnTo>
                      <a:pt x="1949" y="325"/>
                    </a:lnTo>
                    <a:lnTo>
                      <a:pt x="1950" y="325"/>
                    </a:lnTo>
                    <a:lnTo>
                      <a:pt x="1950" y="325"/>
                    </a:lnTo>
                    <a:lnTo>
                      <a:pt x="1951" y="325"/>
                    </a:lnTo>
                    <a:lnTo>
                      <a:pt x="1952" y="325"/>
                    </a:lnTo>
                    <a:lnTo>
                      <a:pt x="1952" y="325"/>
                    </a:lnTo>
                    <a:lnTo>
                      <a:pt x="1953" y="325"/>
                    </a:lnTo>
                    <a:lnTo>
                      <a:pt x="1953" y="324"/>
                    </a:lnTo>
                    <a:lnTo>
                      <a:pt x="1954" y="324"/>
                    </a:lnTo>
                    <a:lnTo>
                      <a:pt x="1954" y="324"/>
                    </a:lnTo>
                    <a:lnTo>
                      <a:pt x="1955" y="324"/>
                    </a:lnTo>
                    <a:lnTo>
                      <a:pt x="1955" y="324"/>
                    </a:lnTo>
                    <a:lnTo>
                      <a:pt x="1956" y="324"/>
                    </a:lnTo>
                    <a:lnTo>
                      <a:pt x="1957" y="324"/>
                    </a:lnTo>
                    <a:lnTo>
                      <a:pt x="1957" y="324"/>
                    </a:lnTo>
                    <a:lnTo>
                      <a:pt x="1958" y="324"/>
                    </a:lnTo>
                    <a:lnTo>
                      <a:pt x="1958" y="323"/>
                    </a:lnTo>
                    <a:lnTo>
                      <a:pt x="1959" y="323"/>
                    </a:lnTo>
                    <a:lnTo>
                      <a:pt x="1959" y="323"/>
                    </a:lnTo>
                    <a:lnTo>
                      <a:pt x="1960" y="323"/>
                    </a:lnTo>
                    <a:lnTo>
                      <a:pt x="1961" y="323"/>
                    </a:lnTo>
                    <a:lnTo>
                      <a:pt x="1961" y="323"/>
                    </a:lnTo>
                    <a:lnTo>
                      <a:pt x="1962" y="322"/>
                    </a:lnTo>
                    <a:lnTo>
                      <a:pt x="1962" y="322"/>
                    </a:lnTo>
                    <a:lnTo>
                      <a:pt x="1963" y="322"/>
                    </a:lnTo>
                    <a:lnTo>
                      <a:pt x="1964" y="322"/>
                    </a:lnTo>
                    <a:lnTo>
                      <a:pt x="1964" y="322"/>
                    </a:lnTo>
                    <a:lnTo>
                      <a:pt x="1965" y="322"/>
                    </a:lnTo>
                    <a:lnTo>
                      <a:pt x="1965" y="322"/>
                    </a:lnTo>
                    <a:lnTo>
                      <a:pt x="1966" y="322"/>
                    </a:lnTo>
                    <a:lnTo>
                      <a:pt x="1967" y="322"/>
                    </a:lnTo>
                    <a:lnTo>
                      <a:pt x="1967" y="322"/>
                    </a:lnTo>
                    <a:lnTo>
                      <a:pt x="1968" y="322"/>
                    </a:lnTo>
                    <a:lnTo>
                      <a:pt x="1968" y="322"/>
                    </a:lnTo>
                    <a:lnTo>
                      <a:pt x="1969" y="321"/>
                    </a:lnTo>
                    <a:lnTo>
                      <a:pt x="1970" y="321"/>
                    </a:lnTo>
                    <a:lnTo>
                      <a:pt x="1970" y="321"/>
                    </a:lnTo>
                    <a:lnTo>
                      <a:pt x="1971" y="321"/>
                    </a:lnTo>
                    <a:lnTo>
                      <a:pt x="1971" y="321"/>
                    </a:lnTo>
                    <a:lnTo>
                      <a:pt x="1972" y="321"/>
                    </a:lnTo>
                    <a:lnTo>
                      <a:pt x="1972" y="321"/>
                    </a:lnTo>
                    <a:lnTo>
                      <a:pt x="1973" y="321"/>
                    </a:lnTo>
                    <a:lnTo>
                      <a:pt x="1973" y="320"/>
                    </a:lnTo>
                    <a:lnTo>
                      <a:pt x="1974" y="320"/>
                    </a:lnTo>
                    <a:lnTo>
                      <a:pt x="1975" y="320"/>
                    </a:lnTo>
                    <a:lnTo>
                      <a:pt x="1975" y="320"/>
                    </a:lnTo>
                    <a:lnTo>
                      <a:pt x="1976" y="320"/>
                    </a:lnTo>
                    <a:lnTo>
                      <a:pt x="1976" y="319"/>
                    </a:lnTo>
                    <a:lnTo>
                      <a:pt x="1977" y="319"/>
                    </a:lnTo>
                    <a:lnTo>
                      <a:pt x="1978" y="319"/>
                    </a:lnTo>
                    <a:lnTo>
                      <a:pt x="1978" y="319"/>
                    </a:lnTo>
                    <a:lnTo>
                      <a:pt x="1979" y="319"/>
                    </a:lnTo>
                    <a:lnTo>
                      <a:pt x="1979" y="319"/>
                    </a:lnTo>
                    <a:lnTo>
                      <a:pt x="1980" y="319"/>
                    </a:lnTo>
                    <a:lnTo>
                      <a:pt x="1981" y="318"/>
                    </a:lnTo>
                    <a:lnTo>
                      <a:pt x="1981" y="318"/>
                    </a:lnTo>
                    <a:lnTo>
                      <a:pt x="1982" y="318"/>
                    </a:lnTo>
                    <a:lnTo>
                      <a:pt x="1982" y="318"/>
                    </a:lnTo>
                    <a:lnTo>
                      <a:pt x="1983" y="318"/>
                    </a:lnTo>
                    <a:lnTo>
                      <a:pt x="1984" y="318"/>
                    </a:lnTo>
                    <a:lnTo>
                      <a:pt x="1984" y="318"/>
                    </a:lnTo>
                    <a:lnTo>
                      <a:pt x="1985" y="317"/>
                    </a:lnTo>
                    <a:lnTo>
                      <a:pt x="1985" y="317"/>
                    </a:lnTo>
                    <a:lnTo>
                      <a:pt x="1986" y="317"/>
                    </a:lnTo>
                    <a:lnTo>
                      <a:pt x="1986" y="317"/>
                    </a:lnTo>
                    <a:lnTo>
                      <a:pt x="1987" y="317"/>
                    </a:lnTo>
                    <a:lnTo>
                      <a:pt x="1987" y="316"/>
                    </a:lnTo>
                    <a:lnTo>
                      <a:pt x="1988" y="316"/>
                    </a:lnTo>
                    <a:lnTo>
                      <a:pt x="1988" y="316"/>
                    </a:lnTo>
                    <a:lnTo>
                      <a:pt x="1989" y="316"/>
                    </a:lnTo>
                    <a:lnTo>
                      <a:pt x="1990" y="316"/>
                    </a:lnTo>
                    <a:lnTo>
                      <a:pt x="1990" y="316"/>
                    </a:lnTo>
                    <a:lnTo>
                      <a:pt x="1991" y="316"/>
                    </a:lnTo>
                    <a:lnTo>
                      <a:pt x="1991" y="315"/>
                    </a:lnTo>
                    <a:lnTo>
                      <a:pt x="1992" y="315"/>
                    </a:lnTo>
                    <a:lnTo>
                      <a:pt x="1993" y="315"/>
                    </a:lnTo>
                    <a:lnTo>
                      <a:pt x="1993" y="315"/>
                    </a:lnTo>
                    <a:lnTo>
                      <a:pt x="1994" y="315"/>
                    </a:lnTo>
                    <a:lnTo>
                      <a:pt x="1994" y="314"/>
                    </a:lnTo>
                    <a:lnTo>
                      <a:pt x="1995" y="314"/>
                    </a:lnTo>
                    <a:lnTo>
                      <a:pt x="1996" y="314"/>
                    </a:lnTo>
                    <a:lnTo>
                      <a:pt x="1996" y="314"/>
                    </a:lnTo>
                    <a:lnTo>
                      <a:pt x="1997" y="314"/>
                    </a:lnTo>
                    <a:lnTo>
                      <a:pt x="1997" y="314"/>
                    </a:lnTo>
                    <a:lnTo>
                      <a:pt x="1998" y="314"/>
                    </a:lnTo>
                    <a:lnTo>
                      <a:pt x="1999" y="313"/>
                    </a:lnTo>
                    <a:lnTo>
                      <a:pt x="1999" y="313"/>
                    </a:lnTo>
                    <a:lnTo>
                      <a:pt x="2000" y="313"/>
                    </a:lnTo>
                    <a:lnTo>
                      <a:pt x="2000" y="313"/>
                    </a:lnTo>
                    <a:lnTo>
                      <a:pt x="2001" y="313"/>
                    </a:lnTo>
                    <a:lnTo>
                      <a:pt x="2001" y="313"/>
                    </a:lnTo>
                    <a:lnTo>
                      <a:pt x="2002" y="313"/>
                    </a:lnTo>
                    <a:lnTo>
                      <a:pt x="2002" y="312"/>
                    </a:lnTo>
                    <a:lnTo>
                      <a:pt x="2003" y="312"/>
                    </a:lnTo>
                    <a:lnTo>
                      <a:pt x="2004" y="312"/>
                    </a:lnTo>
                    <a:lnTo>
                      <a:pt x="2004" y="312"/>
                    </a:lnTo>
                    <a:lnTo>
                      <a:pt x="2005" y="311"/>
                    </a:lnTo>
                    <a:lnTo>
                      <a:pt x="2005" y="310"/>
                    </a:lnTo>
                    <a:lnTo>
                      <a:pt x="2006" y="310"/>
                    </a:lnTo>
                    <a:lnTo>
                      <a:pt x="2006" y="308"/>
                    </a:lnTo>
                    <a:lnTo>
                      <a:pt x="2007" y="307"/>
                    </a:lnTo>
                    <a:lnTo>
                      <a:pt x="2008" y="305"/>
                    </a:lnTo>
                    <a:lnTo>
                      <a:pt x="2008" y="303"/>
                    </a:lnTo>
                    <a:lnTo>
                      <a:pt x="2009" y="301"/>
                    </a:lnTo>
                    <a:lnTo>
                      <a:pt x="2009" y="299"/>
                    </a:lnTo>
                    <a:lnTo>
                      <a:pt x="2010" y="297"/>
                    </a:lnTo>
                    <a:lnTo>
                      <a:pt x="2011" y="295"/>
                    </a:lnTo>
                    <a:lnTo>
                      <a:pt x="2011" y="293"/>
                    </a:lnTo>
                    <a:lnTo>
                      <a:pt x="2012" y="290"/>
                    </a:lnTo>
                    <a:lnTo>
                      <a:pt x="2012" y="287"/>
                    </a:lnTo>
                    <a:lnTo>
                      <a:pt x="2013" y="284"/>
                    </a:lnTo>
                    <a:lnTo>
                      <a:pt x="2014" y="282"/>
                    </a:lnTo>
                    <a:lnTo>
                      <a:pt x="2014" y="279"/>
                    </a:lnTo>
                    <a:lnTo>
                      <a:pt x="2015" y="276"/>
                    </a:lnTo>
                    <a:lnTo>
                      <a:pt x="2015" y="273"/>
                    </a:lnTo>
                    <a:lnTo>
                      <a:pt x="2016" y="269"/>
                    </a:lnTo>
                    <a:lnTo>
                      <a:pt x="2016" y="265"/>
                    </a:lnTo>
                    <a:lnTo>
                      <a:pt x="2017" y="261"/>
                    </a:lnTo>
                    <a:lnTo>
                      <a:pt x="2018" y="257"/>
                    </a:lnTo>
                    <a:lnTo>
                      <a:pt x="2018" y="253"/>
                    </a:lnTo>
                    <a:lnTo>
                      <a:pt x="2019" y="249"/>
                    </a:lnTo>
                    <a:lnTo>
                      <a:pt x="2019" y="245"/>
                    </a:lnTo>
                    <a:lnTo>
                      <a:pt x="2020" y="240"/>
                    </a:lnTo>
                    <a:lnTo>
                      <a:pt x="2020" y="236"/>
                    </a:lnTo>
                    <a:lnTo>
                      <a:pt x="2021" y="231"/>
                    </a:lnTo>
                    <a:lnTo>
                      <a:pt x="2021" y="226"/>
                    </a:lnTo>
                    <a:lnTo>
                      <a:pt x="2022" y="221"/>
                    </a:lnTo>
                    <a:lnTo>
                      <a:pt x="2023" y="215"/>
                    </a:lnTo>
                    <a:lnTo>
                      <a:pt x="2023" y="210"/>
                    </a:lnTo>
                    <a:lnTo>
                      <a:pt x="2024" y="205"/>
                    </a:lnTo>
                    <a:lnTo>
                      <a:pt x="2024" y="201"/>
                    </a:lnTo>
                    <a:lnTo>
                      <a:pt x="2025" y="196"/>
                    </a:lnTo>
                    <a:lnTo>
                      <a:pt x="2026" y="192"/>
                    </a:lnTo>
                    <a:lnTo>
                      <a:pt x="2026" y="188"/>
                    </a:lnTo>
                    <a:lnTo>
                      <a:pt x="2027" y="185"/>
                    </a:lnTo>
                    <a:lnTo>
                      <a:pt x="2027" y="181"/>
                    </a:lnTo>
                    <a:lnTo>
                      <a:pt x="2028" y="178"/>
                    </a:lnTo>
                    <a:lnTo>
                      <a:pt x="2029" y="175"/>
                    </a:lnTo>
                    <a:lnTo>
                      <a:pt x="2029" y="171"/>
                    </a:lnTo>
                    <a:lnTo>
                      <a:pt x="2030" y="168"/>
                    </a:lnTo>
                    <a:lnTo>
                      <a:pt x="2030" y="165"/>
                    </a:lnTo>
                    <a:lnTo>
                      <a:pt x="2031" y="163"/>
                    </a:lnTo>
                    <a:lnTo>
                      <a:pt x="2032" y="160"/>
                    </a:lnTo>
                    <a:lnTo>
                      <a:pt x="2032" y="158"/>
                    </a:lnTo>
                    <a:lnTo>
                      <a:pt x="2033" y="155"/>
                    </a:lnTo>
                    <a:lnTo>
                      <a:pt x="2033" y="152"/>
                    </a:lnTo>
                    <a:lnTo>
                      <a:pt x="2034" y="150"/>
                    </a:lnTo>
                    <a:lnTo>
                      <a:pt x="2034" y="148"/>
                    </a:lnTo>
                    <a:lnTo>
                      <a:pt x="2035" y="147"/>
                    </a:lnTo>
                    <a:lnTo>
                      <a:pt x="2035" y="145"/>
                    </a:lnTo>
                    <a:lnTo>
                      <a:pt x="2036" y="144"/>
                    </a:lnTo>
                    <a:lnTo>
                      <a:pt x="2037" y="143"/>
                    </a:lnTo>
                    <a:lnTo>
                      <a:pt x="2037" y="141"/>
                    </a:lnTo>
                    <a:lnTo>
                      <a:pt x="2038" y="140"/>
                    </a:lnTo>
                    <a:lnTo>
                      <a:pt x="2038" y="139"/>
                    </a:lnTo>
                    <a:lnTo>
                      <a:pt x="2039" y="138"/>
                    </a:lnTo>
                    <a:lnTo>
                      <a:pt x="2040" y="137"/>
                    </a:lnTo>
                    <a:lnTo>
                      <a:pt x="2040" y="137"/>
                    </a:lnTo>
                    <a:lnTo>
                      <a:pt x="2041" y="137"/>
                    </a:lnTo>
                    <a:lnTo>
                      <a:pt x="2041" y="137"/>
                    </a:lnTo>
                    <a:lnTo>
                      <a:pt x="2042" y="137"/>
                    </a:lnTo>
                    <a:lnTo>
                      <a:pt x="2043" y="137"/>
                    </a:lnTo>
                    <a:lnTo>
                      <a:pt x="2043" y="136"/>
                    </a:lnTo>
                    <a:lnTo>
                      <a:pt x="2044" y="136"/>
                    </a:lnTo>
                    <a:lnTo>
                      <a:pt x="2044" y="136"/>
                    </a:lnTo>
                    <a:lnTo>
                      <a:pt x="2045" y="136"/>
                    </a:lnTo>
                    <a:lnTo>
                      <a:pt x="2046" y="136"/>
                    </a:lnTo>
                    <a:lnTo>
                      <a:pt x="2046" y="136"/>
                    </a:lnTo>
                    <a:lnTo>
                      <a:pt x="2047" y="136"/>
                    </a:lnTo>
                    <a:lnTo>
                      <a:pt x="2047" y="136"/>
                    </a:lnTo>
                    <a:lnTo>
                      <a:pt x="2048" y="136"/>
                    </a:lnTo>
                    <a:lnTo>
                      <a:pt x="2048" y="136"/>
                    </a:lnTo>
                    <a:lnTo>
                      <a:pt x="2049" y="136"/>
                    </a:lnTo>
                    <a:lnTo>
                      <a:pt x="2049" y="136"/>
                    </a:lnTo>
                    <a:lnTo>
                      <a:pt x="2050" y="136"/>
                    </a:lnTo>
                    <a:lnTo>
                      <a:pt x="2051" y="136"/>
                    </a:lnTo>
                    <a:lnTo>
                      <a:pt x="2051" y="135"/>
                    </a:lnTo>
                    <a:lnTo>
                      <a:pt x="2052" y="135"/>
                    </a:lnTo>
                    <a:lnTo>
                      <a:pt x="2052" y="135"/>
                    </a:lnTo>
                    <a:lnTo>
                      <a:pt x="2053" y="135"/>
                    </a:lnTo>
                    <a:lnTo>
                      <a:pt x="2053" y="135"/>
                    </a:lnTo>
                    <a:lnTo>
                      <a:pt x="2054" y="135"/>
                    </a:lnTo>
                    <a:lnTo>
                      <a:pt x="2055" y="135"/>
                    </a:lnTo>
                    <a:lnTo>
                      <a:pt x="2055" y="135"/>
                    </a:lnTo>
                    <a:lnTo>
                      <a:pt x="2056" y="134"/>
                    </a:lnTo>
                    <a:lnTo>
                      <a:pt x="2056" y="134"/>
                    </a:lnTo>
                    <a:lnTo>
                      <a:pt x="2057" y="134"/>
                    </a:lnTo>
                    <a:lnTo>
                      <a:pt x="2058" y="134"/>
                    </a:lnTo>
                    <a:lnTo>
                      <a:pt x="2058" y="134"/>
                    </a:lnTo>
                    <a:lnTo>
                      <a:pt x="2059" y="134"/>
                    </a:lnTo>
                    <a:lnTo>
                      <a:pt x="2059" y="134"/>
                    </a:lnTo>
                    <a:lnTo>
                      <a:pt x="2060" y="133"/>
                    </a:lnTo>
                    <a:lnTo>
                      <a:pt x="2061" y="133"/>
                    </a:lnTo>
                    <a:lnTo>
                      <a:pt x="2061" y="133"/>
                    </a:lnTo>
                    <a:lnTo>
                      <a:pt x="2062" y="133"/>
                    </a:lnTo>
                    <a:lnTo>
                      <a:pt x="2062" y="133"/>
                    </a:lnTo>
                    <a:lnTo>
                      <a:pt x="2063" y="132"/>
                    </a:lnTo>
                    <a:lnTo>
                      <a:pt x="2063" y="132"/>
                    </a:lnTo>
                    <a:lnTo>
                      <a:pt x="2064" y="132"/>
                    </a:lnTo>
                    <a:lnTo>
                      <a:pt x="2065" y="131"/>
                    </a:lnTo>
                    <a:lnTo>
                      <a:pt x="2065" y="131"/>
                    </a:lnTo>
                    <a:lnTo>
                      <a:pt x="2066" y="131"/>
                    </a:lnTo>
                    <a:lnTo>
                      <a:pt x="2066" y="131"/>
                    </a:lnTo>
                    <a:lnTo>
                      <a:pt x="2067" y="130"/>
                    </a:lnTo>
                    <a:lnTo>
                      <a:pt x="2067" y="130"/>
                    </a:lnTo>
                    <a:lnTo>
                      <a:pt x="2068" y="130"/>
                    </a:lnTo>
                    <a:lnTo>
                      <a:pt x="2068" y="129"/>
                    </a:lnTo>
                    <a:lnTo>
                      <a:pt x="2069" y="129"/>
                    </a:lnTo>
                    <a:lnTo>
                      <a:pt x="2070" y="128"/>
                    </a:lnTo>
                    <a:lnTo>
                      <a:pt x="2070" y="128"/>
                    </a:lnTo>
                    <a:lnTo>
                      <a:pt x="2071" y="128"/>
                    </a:lnTo>
                    <a:lnTo>
                      <a:pt x="2071" y="127"/>
                    </a:lnTo>
                    <a:lnTo>
                      <a:pt x="2072" y="127"/>
                    </a:lnTo>
                    <a:lnTo>
                      <a:pt x="2073" y="127"/>
                    </a:lnTo>
                    <a:lnTo>
                      <a:pt x="2073" y="126"/>
                    </a:lnTo>
                    <a:lnTo>
                      <a:pt x="2074" y="125"/>
                    </a:lnTo>
                    <a:lnTo>
                      <a:pt x="2074" y="125"/>
                    </a:lnTo>
                    <a:lnTo>
                      <a:pt x="2075" y="124"/>
                    </a:lnTo>
                    <a:lnTo>
                      <a:pt x="2076" y="124"/>
                    </a:lnTo>
                    <a:lnTo>
                      <a:pt x="2076" y="123"/>
                    </a:lnTo>
                    <a:lnTo>
                      <a:pt x="2077" y="122"/>
                    </a:lnTo>
                    <a:lnTo>
                      <a:pt x="2077" y="122"/>
                    </a:lnTo>
                    <a:lnTo>
                      <a:pt x="2078" y="121"/>
                    </a:lnTo>
                    <a:lnTo>
                      <a:pt x="2079" y="121"/>
                    </a:lnTo>
                    <a:lnTo>
                      <a:pt x="2079" y="120"/>
                    </a:lnTo>
                    <a:lnTo>
                      <a:pt x="2080" y="119"/>
                    </a:lnTo>
                    <a:lnTo>
                      <a:pt x="2080" y="119"/>
                    </a:lnTo>
                    <a:lnTo>
                      <a:pt x="2081" y="118"/>
                    </a:lnTo>
                    <a:lnTo>
                      <a:pt x="2081" y="118"/>
                    </a:lnTo>
                    <a:lnTo>
                      <a:pt x="2082" y="117"/>
                    </a:lnTo>
                    <a:lnTo>
                      <a:pt x="2082" y="116"/>
                    </a:lnTo>
                    <a:lnTo>
                      <a:pt x="2083" y="116"/>
                    </a:lnTo>
                    <a:lnTo>
                      <a:pt x="2083" y="115"/>
                    </a:lnTo>
                    <a:lnTo>
                      <a:pt x="2084" y="114"/>
                    </a:lnTo>
                    <a:lnTo>
                      <a:pt x="2085" y="113"/>
                    </a:lnTo>
                    <a:lnTo>
                      <a:pt x="2085" y="113"/>
                    </a:lnTo>
                    <a:lnTo>
                      <a:pt x="2086" y="112"/>
                    </a:lnTo>
                    <a:lnTo>
                      <a:pt x="2086" y="112"/>
                    </a:lnTo>
                    <a:lnTo>
                      <a:pt x="2087" y="111"/>
                    </a:lnTo>
                    <a:lnTo>
                      <a:pt x="2088" y="110"/>
                    </a:lnTo>
                    <a:lnTo>
                      <a:pt x="2088" y="110"/>
                    </a:lnTo>
                    <a:lnTo>
                      <a:pt x="2089" y="109"/>
                    </a:lnTo>
                    <a:lnTo>
                      <a:pt x="2089" y="109"/>
                    </a:lnTo>
                    <a:lnTo>
                      <a:pt x="2090" y="108"/>
                    </a:lnTo>
                    <a:lnTo>
                      <a:pt x="2091" y="108"/>
                    </a:lnTo>
                    <a:lnTo>
                      <a:pt x="2091" y="107"/>
                    </a:lnTo>
                    <a:lnTo>
                      <a:pt x="2092" y="107"/>
                    </a:lnTo>
                    <a:lnTo>
                      <a:pt x="2092" y="106"/>
                    </a:lnTo>
                    <a:lnTo>
                      <a:pt x="2093" y="106"/>
                    </a:lnTo>
                    <a:lnTo>
                      <a:pt x="2094" y="106"/>
                    </a:lnTo>
                    <a:lnTo>
                      <a:pt x="2094" y="105"/>
                    </a:lnTo>
                    <a:lnTo>
                      <a:pt x="2095" y="105"/>
                    </a:lnTo>
                    <a:lnTo>
                      <a:pt x="2095" y="105"/>
                    </a:lnTo>
                    <a:lnTo>
                      <a:pt x="2096" y="104"/>
                    </a:lnTo>
                    <a:lnTo>
                      <a:pt x="2096" y="104"/>
                    </a:lnTo>
                    <a:lnTo>
                      <a:pt x="2097" y="104"/>
                    </a:lnTo>
                    <a:lnTo>
                      <a:pt x="2098" y="103"/>
                    </a:lnTo>
                    <a:lnTo>
                      <a:pt x="2098" y="103"/>
                    </a:lnTo>
                    <a:lnTo>
                      <a:pt x="2099" y="103"/>
                    </a:lnTo>
                    <a:lnTo>
                      <a:pt x="2099" y="102"/>
                    </a:lnTo>
                    <a:lnTo>
                      <a:pt x="2100" y="102"/>
                    </a:lnTo>
                    <a:lnTo>
                      <a:pt x="2100" y="102"/>
                    </a:lnTo>
                    <a:lnTo>
                      <a:pt x="2101" y="101"/>
                    </a:lnTo>
                    <a:lnTo>
                      <a:pt x="2101" y="101"/>
                    </a:lnTo>
                    <a:lnTo>
                      <a:pt x="2102" y="101"/>
                    </a:lnTo>
                    <a:lnTo>
                      <a:pt x="2103" y="101"/>
                    </a:lnTo>
                    <a:lnTo>
                      <a:pt x="2103" y="101"/>
                    </a:lnTo>
                    <a:lnTo>
                      <a:pt x="2104" y="100"/>
                    </a:lnTo>
                    <a:lnTo>
                      <a:pt x="2104" y="100"/>
                    </a:lnTo>
                    <a:lnTo>
                      <a:pt x="2105" y="100"/>
                    </a:lnTo>
                    <a:lnTo>
                      <a:pt x="2106" y="99"/>
                    </a:lnTo>
                    <a:lnTo>
                      <a:pt x="2106" y="99"/>
                    </a:lnTo>
                    <a:lnTo>
                      <a:pt x="2107" y="99"/>
                    </a:lnTo>
                    <a:lnTo>
                      <a:pt x="2107" y="99"/>
                    </a:lnTo>
                    <a:lnTo>
                      <a:pt x="2108" y="99"/>
                    </a:lnTo>
                    <a:lnTo>
                      <a:pt x="2109" y="98"/>
                    </a:lnTo>
                    <a:lnTo>
                      <a:pt x="2109" y="98"/>
                    </a:lnTo>
                    <a:lnTo>
                      <a:pt x="2110" y="98"/>
                    </a:lnTo>
                    <a:lnTo>
                      <a:pt x="2110" y="98"/>
                    </a:lnTo>
                    <a:lnTo>
                      <a:pt x="2111" y="98"/>
                    </a:lnTo>
                    <a:lnTo>
                      <a:pt x="2112" y="97"/>
                    </a:lnTo>
                    <a:lnTo>
                      <a:pt x="2112" y="97"/>
                    </a:lnTo>
                    <a:lnTo>
                      <a:pt x="2113" y="97"/>
                    </a:lnTo>
                    <a:lnTo>
                      <a:pt x="2113" y="96"/>
                    </a:lnTo>
                    <a:lnTo>
                      <a:pt x="2114" y="96"/>
                    </a:lnTo>
                    <a:lnTo>
                      <a:pt x="2114" y="96"/>
                    </a:lnTo>
                    <a:lnTo>
                      <a:pt x="2115" y="96"/>
                    </a:lnTo>
                    <a:lnTo>
                      <a:pt x="2115" y="95"/>
                    </a:lnTo>
                    <a:lnTo>
                      <a:pt x="2116" y="95"/>
                    </a:lnTo>
                    <a:lnTo>
                      <a:pt x="2117" y="95"/>
                    </a:lnTo>
                    <a:lnTo>
                      <a:pt x="2117" y="95"/>
                    </a:lnTo>
                    <a:lnTo>
                      <a:pt x="2118" y="95"/>
                    </a:lnTo>
                    <a:lnTo>
                      <a:pt x="2118" y="94"/>
                    </a:lnTo>
                    <a:lnTo>
                      <a:pt x="2119" y="94"/>
                    </a:lnTo>
                    <a:lnTo>
                      <a:pt x="2120" y="94"/>
                    </a:lnTo>
                    <a:lnTo>
                      <a:pt x="2120" y="94"/>
                    </a:lnTo>
                    <a:lnTo>
                      <a:pt x="2121" y="93"/>
                    </a:lnTo>
                    <a:lnTo>
                      <a:pt x="2121" y="93"/>
                    </a:lnTo>
                    <a:lnTo>
                      <a:pt x="2122" y="93"/>
                    </a:lnTo>
                    <a:lnTo>
                      <a:pt x="2123" y="93"/>
                    </a:lnTo>
                    <a:lnTo>
                      <a:pt x="2123" y="93"/>
                    </a:lnTo>
                    <a:lnTo>
                      <a:pt x="2124" y="92"/>
                    </a:lnTo>
                    <a:lnTo>
                      <a:pt x="2124" y="92"/>
                    </a:lnTo>
                    <a:lnTo>
                      <a:pt x="2125" y="92"/>
                    </a:lnTo>
                    <a:lnTo>
                      <a:pt x="2126" y="92"/>
                    </a:lnTo>
                    <a:lnTo>
                      <a:pt x="2126" y="92"/>
                    </a:lnTo>
                    <a:lnTo>
                      <a:pt x="2127" y="91"/>
                    </a:lnTo>
                    <a:lnTo>
                      <a:pt x="2127" y="91"/>
                    </a:lnTo>
                    <a:lnTo>
                      <a:pt x="2128" y="91"/>
                    </a:lnTo>
                    <a:lnTo>
                      <a:pt x="2128" y="90"/>
                    </a:lnTo>
                    <a:lnTo>
                      <a:pt x="2129" y="90"/>
                    </a:lnTo>
                    <a:lnTo>
                      <a:pt x="2129" y="90"/>
                    </a:lnTo>
                    <a:lnTo>
                      <a:pt x="2130" y="90"/>
                    </a:lnTo>
                    <a:lnTo>
                      <a:pt x="2130" y="90"/>
                    </a:lnTo>
                    <a:lnTo>
                      <a:pt x="2131" y="89"/>
                    </a:lnTo>
                    <a:lnTo>
                      <a:pt x="2132" y="89"/>
                    </a:lnTo>
                    <a:lnTo>
                      <a:pt x="2132" y="89"/>
                    </a:lnTo>
                    <a:lnTo>
                      <a:pt x="2133" y="89"/>
                    </a:lnTo>
                    <a:lnTo>
                      <a:pt x="2133" y="89"/>
                    </a:lnTo>
                    <a:lnTo>
                      <a:pt x="2134" y="88"/>
                    </a:lnTo>
                    <a:lnTo>
                      <a:pt x="2135" y="88"/>
                    </a:lnTo>
                    <a:lnTo>
                      <a:pt x="2135" y="87"/>
                    </a:lnTo>
                    <a:lnTo>
                      <a:pt x="2136" y="87"/>
                    </a:lnTo>
                    <a:lnTo>
                      <a:pt x="2136" y="87"/>
                    </a:lnTo>
                    <a:lnTo>
                      <a:pt x="2137" y="87"/>
                    </a:lnTo>
                    <a:lnTo>
                      <a:pt x="2138" y="86"/>
                    </a:lnTo>
                    <a:lnTo>
                      <a:pt x="2138" y="86"/>
                    </a:lnTo>
                    <a:lnTo>
                      <a:pt x="2139" y="86"/>
                    </a:lnTo>
                    <a:lnTo>
                      <a:pt x="2139" y="85"/>
                    </a:lnTo>
                    <a:lnTo>
                      <a:pt x="2140" y="85"/>
                    </a:lnTo>
                    <a:lnTo>
                      <a:pt x="2141" y="84"/>
                    </a:lnTo>
                    <a:lnTo>
                      <a:pt x="2141" y="84"/>
                    </a:lnTo>
                    <a:lnTo>
                      <a:pt x="2142" y="83"/>
                    </a:lnTo>
                    <a:lnTo>
                      <a:pt x="2142" y="83"/>
                    </a:lnTo>
                    <a:lnTo>
                      <a:pt x="2143" y="82"/>
                    </a:lnTo>
                    <a:lnTo>
                      <a:pt x="2143" y="82"/>
                    </a:lnTo>
                    <a:lnTo>
                      <a:pt x="2144" y="81"/>
                    </a:lnTo>
                    <a:lnTo>
                      <a:pt x="2145" y="81"/>
                    </a:lnTo>
                    <a:lnTo>
                      <a:pt x="2145" y="81"/>
                    </a:lnTo>
                    <a:lnTo>
                      <a:pt x="2146" y="80"/>
                    </a:lnTo>
                    <a:lnTo>
                      <a:pt x="2146" y="80"/>
                    </a:lnTo>
                    <a:lnTo>
                      <a:pt x="2147" y="79"/>
                    </a:lnTo>
                    <a:lnTo>
                      <a:pt x="2147" y="79"/>
                    </a:lnTo>
                    <a:lnTo>
                      <a:pt x="2148" y="78"/>
                    </a:lnTo>
                    <a:lnTo>
                      <a:pt x="2148" y="78"/>
                    </a:lnTo>
                    <a:lnTo>
                      <a:pt x="2149" y="77"/>
                    </a:lnTo>
                    <a:lnTo>
                      <a:pt x="2150" y="77"/>
                    </a:lnTo>
                    <a:lnTo>
                      <a:pt x="2150" y="77"/>
                    </a:lnTo>
                    <a:lnTo>
                      <a:pt x="2151" y="76"/>
                    </a:lnTo>
                    <a:lnTo>
                      <a:pt x="2151" y="76"/>
                    </a:lnTo>
                    <a:lnTo>
                      <a:pt x="2152" y="75"/>
                    </a:lnTo>
                    <a:lnTo>
                      <a:pt x="2153" y="75"/>
                    </a:lnTo>
                    <a:lnTo>
                      <a:pt x="2153" y="74"/>
                    </a:lnTo>
                    <a:lnTo>
                      <a:pt x="2154" y="74"/>
                    </a:lnTo>
                    <a:lnTo>
                      <a:pt x="2154" y="74"/>
                    </a:lnTo>
                    <a:lnTo>
                      <a:pt x="2155" y="73"/>
                    </a:lnTo>
                    <a:lnTo>
                      <a:pt x="2156" y="73"/>
                    </a:lnTo>
                    <a:lnTo>
                      <a:pt x="2156" y="73"/>
                    </a:lnTo>
                    <a:lnTo>
                      <a:pt x="2157" y="72"/>
                    </a:lnTo>
                    <a:lnTo>
                      <a:pt x="2157" y="72"/>
                    </a:lnTo>
                    <a:lnTo>
                      <a:pt x="2158" y="72"/>
                    </a:lnTo>
                    <a:lnTo>
                      <a:pt x="2159" y="72"/>
                    </a:lnTo>
                    <a:lnTo>
                      <a:pt x="2159" y="71"/>
                    </a:lnTo>
                    <a:lnTo>
                      <a:pt x="2160" y="71"/>
                    </a:lnTo>
                    <a:lnTo>
                      <a:pt x="2160" y="71"/>
                    </a:lnTo>
                    <a:lnTo>
                      <a:pt x="2161" y="71"/>
                    </a:lnTo>
                    <a:lnTo>
                      <a:pt x="2161" y="71"/>
                    </a:lnTo>
                    <a:lnTo>
                      <a:pt x="2162" y="71"/>
                    </a:lnTo>
                    <a:lnTo>
                      <a:pt x="2162" y="70"/>
                    </a:lnTo>
                    <a:lnTo>
                      <a:pt x="2163" y="70"/>
                    </a:lnTo>
                    <a:lnTo>
                      <a:pt x="2163" y="70"/>
                    </a:lnTo>
                    <a:lnTo>
                      <a:pt x="2164" y="70"/>
                    </a:lnTo>
                    <a:lnTo>
                      <a:pt x="2165" y="69"/>
                    </a:lnTo>
                    <a:lnTo>
                      <a:pt x="2165" y="69"/>
                    </a:lnTo>
                    <a:lnTo>
                      <a:pt x="2166" y="69"/>
                    </a:lnTo>
                    <a:lnTo>
                      <a:pt x="2166" y="69"/>
                    </a:lnTo>
                    <a:lnTo>
                      <a:pt x="2167" y="69"/>
                    </a:lnTo>
                    <a:lnTo>
                      <a:pt x="2168" y="69"/>
                    </a:lnTo>
                    <a:lnTo>
                      <a:pt x="2168" y="68"/>
                    </a:lnTo>
                    <a:lnTo>
                      <a:pt x="2169" y="68"/>
                    </a:lnTo>
                    <a:lnTo>
                      <a:pt x="2169" y="68"/>
                    </a:lnTo>
                    <a:lnTo>
                      <a:pt x="2170" y="68"/>
                    </a:lnTo>
                    <a:lnTo>
                      <a:pt x="2171" y="68"/>
                    </a:lnTo>
                    <a:lnTo>
                      <a:pt x="2171" y="68"/>
                    </a:lnTo>
                    <a:lnTo>
                      <a:pt x="2172" y="67"/>
                    </a:lnTo>
                    <a:lnTo>
                      <a:pt x="2172" y="67"/>
                    </a:lnTo>
                    <a:lnTo>
                      <a:pt x="2173" y="66"/>
                    </a:lnTo>
                    <a:lnTo>
                      <a:pt x="2174" y="66"/>
                    </a:lnTo>
                    <a:lnTo>
                      <a:pt x="2174" y="66"/>
                    </a:lnTo>
                    <a:lnTo>
                      <a:pt x="2175" y="65"/>
                    </a:lnTo>
                    <a:lnTo>
                      <a:pt x="2175" y="65"/>
                    </a:lnTo>
                    <a:lnTo>
                      <a:pt x="2176" y="65"/>
                    </a:lnTo>
                    <a:lnTo>
                      <a:pt x="2176" y="64"/>
                    </a:lnTo>
                    <a:lnTo>
                      <a:pt x="2177" y="63"/>
                    </a:lnTo>
                    <a:lnTo>
                      <a:pt x="2177" y="63"/>
                    </a:lnTo>
                    <a:lnTo>
                      <a:pt x="2178" y="63"/>
                    </a:lnTo>
                    <a:lnTo>
                      <a:pt x="2179" y="62"/>
                    </a:lnTo>
                    <a:lnTo>
                      <a:pt x="2179" y="62"/>
                    </a:lnTo>
                    <a:lnTo>
                      <a:pt x="2180" y="61"/>
                    </a:lnTo>
                    <a:lnTo>
                      <a:pt x="2180" y="61"/>
                    </a:lnTo>
                    <a:lnTo>
                      <a:pt x="2181" y="60"/>
                    </a:lnTo>
                    <a:lnTo>
                      <a:pt x="2182" y="60"/>
                    </a:lnTo>
                    <a:lnTo>
                      <a:pt x="2182" y="60"/>
                    </a:lnTo>
                    <a:lnTo>
                      <a:pt x="2183" y="59"/>
                    </a:lnTo>
                    <a:lnTo>
                      <a:pt x="2183" y="59"/>
                    </a:lnTo>
                    <a:lnTo>
                      <a:pt x="2184" y="58"/>
                    </a:lnTo>
                    <a:lnTo>
                      <a:pt x="2185" y="58"/>
                    </a:lnTo>
                    <a:lnTo>
                      <a:pt x="2185" y="57"/>
                    </a:lnTo>
                    <a:lnTo>
                      <a:pt x="2186" y="57"/>
                    </a:lnTo>
                    <a:lnTo>
                      <a:pt x="2186" y="57"/>
                    </a:lnTo>
                    <a:lnTo>
                      <a:pt x="2187" y="56"/>
                    </a:lnTo>
                    <a:lnTo>
                      <a:pt x="2188" y="56"/>
                    </a:lnTo>
                    <a:lnTo>
                      <a:pt x="2188" y="55"/>
                    </a:lnTo>
                    <a:lnTo>
                      <a:pt x="2189" y="55"/>
                    </a:lnTo>
                    <a:lnTo>
                      <a:pt x="2189" y="54"/>
                    </a:lnTo>
                    <a:lnTo>
                      <a:pt x="2190" y="54"/>
                    </a:lnTo>
                    <a:lnTo>
                      <a:pt x="2190" y="54"/>
                    </a:lnTo>
                    <a:lnTo>
                      <a:pt x="2191" y="53"/>
                    </a:lnTo>
                    <a:lnTo>
                      <a:pt x="2192" y="53"/>
                    </a:lnTo>
                    <a:lnTo>
                      <a:pt x="2192" y="53"/>
                    </a:lnTo>
                    <a:lnTo>
                      <a:pt x="2193" y="53"/>
                    </a:lnTo>
                    <a:lnTo>
                      <a:pt x="2193" y="53"/>
                    </a:lnTo>
                    <a:lnTo>
                      <a:pt x="2194" y="53"/>
                    </a:lnTo>
                    <a:lnTo>
                      <a:pt x="2194" y="52"/>
                    </a:lnTo>
                    <a:lnTo>
                      <a:pt x="2195" y="52"/>
                    </a:lnTo>
                    <a:lnTo>
                      <a:pt x="2195" y="52"/>
                    </a:lnTo>
                    <a:lnTo>
                      <a:pt x="2196" y="52"/>
                    </a:lnTo>
                    <a:lnTo>
                      <a:pt x="2197" y="52"/>
                    </a:lnTo>
                    <a:lnTo>
                      <a:pt x="2197" y="52"/>
                    </a:lnTo>
                    <a:lnTo>
                      <a:pt x="2198" y="51"/>
                    </a:lnTo>
                    <a:lnTo>
                      <a:pt x="2198" y="51"/>
                    </a:lnTo>
                    <a:lnTo>
                      <a:pt x="2199" y="51"/>
                    </a:lnTo>
                    <a:lnTo>
                      <a:pt x="2200" y="51"/>
                    </a:lnTo>
                    <a:lnTo>
                      <a:pt x="2200" y="51"/>
                    </a:lnTo>
                    <a:lnTo>
                      <a:pt x="2201" y="51"/>
                    </a:lnTo>
                    <a:lnTo>
                      <a:pt x="2201" y="50"/>
                    </a:lnTo>
                    <a:lnTo>
                      <a:pt x="2202" y="50"/>
                    </a:lnTo>
                    <a:lnTo>
                      <a:pt x="2203" y="50"/>
                    </a:lnTo>
                    <a:lnTo>
                      <a:pt x="2203" y="50"/>
                    </a:lnTo>
                    <a:lnTo>
                      <a:pt x="2204" y="50"/>
                    </a:lnTo>
                    <a:lnTo>
                      <a:pt x="2204" y="50"/>
                    </a:lnTo>
                    <a:lnTo>
                      <a:pt x="2205" y="50"/>
                    </a:lnTo>
                    <a:lnTo>
                      <a:pt x="2206" y="49"/>
                    </a:lnTo>
                    <a:lnTo>
                      <a:pt x="2206" y="49"/>
                    </a:lnTo>
                    <a:lnTo>
                      <a:pt x="2207" y="49"/>
                    </a:lnTo>
                    <a:lnTo>
                      <a:pt x="2207" y="49"/>
                    </a:lnTo>
                    <a:lnTo>
                      <a:pt x="2208" y="49"/>
                    </a:lnTo>
                    <a:lnTo>
                      <a:pt x="2208" y="48"/>
                    </a:lnTo>
                    <a:lnTo>
                      <a:pt x="2209" y="48"/>
                    </a:lnTo>
                    <a:lnTo>
                      <a:pt x="2209" y="48"/>
                    </a:lnTo>
                    <a:lnTo>
                      <a:pt x="2210" y="48"/>
                    </a:lnTo>
                    <a:lnTo>
                      <a:pt x="2210" y="48"/>
                    </a:lnTo>
                    <a:lnTo>
                      <a:pt x="2211" y="48"/>
                    </a:lnTo>
                    <a:lnTo>
                      <a:pt x="2212" y="48"/>
                    </a:lnTo>
                    <a:lnTo>
                      <a:pt x="2212" y="47"/>
                    </a:lnTo>
                    <a:lnTo>
                      <a:pt x="2213" y="47"/>
                    </a:lnTo>
                    <a:lnTo>
                      <a:pt x="2213" y="47"/>
                    </a:lnTo>
                    <a:lnTo>
                      <a:pt x="2214" y="47"/>
                    </a:lnTo>
                    <a:lnTo>
                      <a:pt x="2215" y="46"/>
                    </a:lnTo>
                    <a:lnTo>
                      <a:pt x="2215" y="46"/>
                    </a:lnTo>
                    <a:lnTo>
                      <a:pt x="2216" y="46"/>
                    </a:lnTo>
                    <a:lnTo>
                      <a:pt x="2216" y="46"/>
                    </a:lnTo>
                    <a:lnTo>
                      <a:pt x="2217" y="46"/>
                    </a:lnTo>
                    <a:lnTo>
                      <a:pt x="2218" y="46"/>
                    </a:lnTo>
                    <a:lnTo>
                      <a:pt x="2218" y="46"/>
                    </a:lnTo>
                    <a:lnTo>
                      <a:pt x="2219" y="46"/>
                    </a:lnTo>
                    <a:lnTo>
                      <a:pt x="2219" y="46"/>
                    </a:lnTo>
                    <a:lnTo>
                      <a:pt x="2220" y="46"/>
                    </a:lnTo>
                    <a:lnTo>
                      <a:pt x="2221" y="45"/>
                    </a:lnTo>
                    <a:lnTo>
                      <a:pt x="2221" y="45"/>
                    </a:lnTo>
                    <a:lnTo>
                      <a:pt x="2222" y="45"/>
                    </a:lnTo>
                    <a:lnTo>
                      <a:pt x="2222" y="45"/>
                    </a:lnTo>
                    <a:lnTo>
                      <a:pt x="2223" y="45"/>
                    </a:lnTo>
                    <a:lnTo>
                      <a:pt x="2223" y="45"/>
                    </a:lnTo>
                    <a:lnTo>
                      <a:pt x="2224" y="45"/>
                    </a:lnTo>
                    <a:lnTo>
                      <a:pt x="2224" y="45"/>
                    </a:lnTo>
                    <a:lnTo>
                      <a:pt x="2225" y="45"/>
                    </a:lnTo>
                    <a:lnTo>
                      <a:pt x="2226" y="45"/>
                    </a:lnTo>
                    <a:lnTo>
                      <a:pt x="2226" y="45"/>
                    </a:lnTo>
                    <a:lnTo>
                      <a:pt x="2227" y="45"/>
                    </a:lnTo>
                    <a:lnTo>
                      <a:pt x="2227" y="44"/>
                    </a:lnTo>
                    <a:lnTo>
                      <a:pt x="2228" y="44"/>
                    </a:lnTo>
                    <a:lnTo>
                      <a:pt x="2228" y="44"/>
                    </a:lnTo>
                    <a:lnTo>
                      <a:pt x="2229" y="44"/>
                    </a:lnTo>
                    <a:lnTo>
                      <a:pt x="2230" y="44"/>
                    </a:lnTo>
                    <a:lnTo>
                      <a:pt x="2230" y="44"/>
                    </a:lnTo>
                    <a:lnTo>
                      <a:pt x="2231" y="44"/>
                    </a:lnTo>
                    <a:lnTo>
                      <a:pt x="2231" y="44"/>
                    </a:lnTo>
                    <a:lnTo>
                      <a:pt x="2232" y="43"/>
                    </a:lnTo>
                    <a:lnTo>
                      <a:pt x="2233" y="43"/>
                    </a:lnTo>
                    <a:lnTo>
                      <a:pt x="2233" y="43"/>
                    </a:lnTo>
                    <a:lnTo>
                      <a:pt x="2234" y="43"/>
                    </a:lnTo>
                    <a:lnTo>
                      <a:pt x="2234" y="43"/>
                    </a:lnTo>
                    <a:lnTo>
                      <a:pt x="2235" y="43"/>
                    </a:lnTo>
                    <a:lnTo>
                      <a:pt x="2236" y="42"/>
                    </a:lnTo>
                    <a:lnTo>
                      <a:pt x="2236" y="42"/>
                    </a:lnTo>
                    <a:lnTo>
                      <a:pt x="2237" y="41"/>
                    </a:lnTo>
                    <a:lnTo>
                      <a:pt x="2237" y="41"/>
                    </a:lnTo>
                    <a:lnTo>
                      <a:pt x="2238" y="40"/>
                    </a:lnTo>
                    <a:lnTo>
                      <a:pt x="2239" y="40"/>
                    </a:lnTo>
                    <a:lnTo>
                      <a:pt x="2239" y="40"/>
                    </a:lnTo>
                    <a:lnTo>
                      <a:pt x="2240" y="39"/>
                    </a:lnTo>
                    <a:lnTo>
                      <a:pt x="2240" y="39"/>
                    </a:lnTo>
                    <a:lnTo>
                      <a:pt x="2241" y="38"/>
                    </a:lnTo>
                    <a:lnTo>
                      <a:pt x="2241" y="38"/>
                    </a:lnTo>
                    <a:lnTo>
                      <a:pt x="2242" y="37"/>
                    </a:lnTo>
                    <a:lnTo>
                      <a:pt x="2242" y="37"/>
                    </a:lnTo>
                    <a:lnTo>
                      <a:pt x="2243" y="37"/>
                    </a:lnTo>
                    <a:lnTo>
                      <a:pt x="2243" y="36"/>
                    </a:lnTo>
                    <a:lnTo>
                      <a:pt x="2244" y="36"/>
                    </a:lnTo>
                    <a:lnTo>
                      <a:pt x="2245" y="35"/>
                    </a:lnTo>
                    <a:lnTo>
                      <a:pt x="2245" y="35"/>
                    </a:lnTo>
                    <a:lnTo>
                      <a:pt x="2246" y="34"/>
                    </a:lnTo>
                    <a:lnTo>
                      <a:pt x="2247" y="34"/>
                    </a:lnTo>
                    <a:lnTo>
                      <a:pt x="2247" y="33"/>
                    </a:lnTo>
                    <a:lnTo>
                      <a:pt x="2248" y="33"/>
                    </a:lnTo>
                    <a:lnTo>
                      <a:pt x="2248" y="33"/>
                    </a:lnTo>
                    <a:lnTo>
                      <a:pt x="2249" y="32"/>
                    </a:lnTo>
                    <a:lnTo>
                      <a:pt x="2250" y="31"/>
                    </a:lnTo>
                    <a:lnTo>
                      <a:pt x="2250" y="31"/>
                    </a:lnTo>
                    <a:lnTo>
                      <a:pt x="2251" y="31"/>
                    </a:lnTo>
                    <a:lnTo>
                      <a:pt x="2251" y="30"/>
                    </a:lnTo>
                    <a:lnTo>
                      <a:pt x="2252" y="30"/>
                    </a:lnTo>
                    <a:lnTo>
                      <a:pt x="2253" y="30"/>
                    </a:lnTo>
                    <a:lnTo>
                      <a:pt x="2253" y="29"/>
                    </a:lnTo>
                    <a:lnTo>
                      <a:pt x="2254" y="29"/>
                    </a:lnTo>
                    <a:lnTo>
                      <a:pt x="2254" y="28"/>
                    </a:lnTo>
                    <a:lnTo>
                      <a:pt x="2255" y="28"/>
                    </a:lnTo>
                    <a:lnTo>
                      <a:pt x="2255" y="28"/>
                    </a:lnTo>
                    <a:lnTo>
                      <a:pt x="2256" y="28"/>
                    </a:lnTo>
                    <a:lnTo>
                      <a:pt x="2256" y="28"/>
                    </a:lnTo>
                    <a:lnTo>
                      <a:pt x="2257" y="28"/>
                    </a:lnTo>
                    <a:lnTo>
                      <a:pt x="2257" y="28"/>
                    </a:lnTo>
                    <a:lnTo>
                      <a:pt x="2258" y="28"/>
                    </a:lnTo>
                    <a:lnTo>
                      <a:pt x="2259" y="27"/>
                    </a:lnTo>
                    <a:lnTo>
                      <a:pt x="2259" y="27"/>
                    </a:lnTo>
                    <a:lnTo>
                      <a:pt x="2260" y="27"/>
                    </a:lnTo>
                    <a:lnTo>
                      <a:pt x="2260" y="27"/>
                    </a:lnTo>
                    <a:lnTo>
                      <a:pt x="2261" y="27"/>
                    </a:lnTo>
                    <a:lnTo>
                      <a:pt x="2262" y="27"/>
                    </a:lnTo>
                    <a:lnTo>
                      <a:pt x="2262" y="26"/>
                    </a:lnTo>
                    <a:lnTo>
                      <a:pt x="2263" y="26"/>
                    </a:lnTo>
                    <a:lnTo>
                      <a:pt x="2263" y="26"/>
                    </a:lnTo>
                    <a:lnTo>
                      <a:pt x="2264" y="25"/>
                    </a:lnTo>
                    <a:lnTo>
                      <a:pt x="2265" y="25"/>
                    </a:lnTo>
                    <a:lnTo>
                      <a:pt x="2265" y="25"/>
                    </a:lnTo>
                    <a:lnTo>
                      <a:pt x="2266" y="25"/>
                    </a:lnTo>
                    <a:lnTo>
                      <a:pt x="2266" y="25"/>
                    </a:lnTo>
                    <a:lnTo>
                      <a:pt x="2267" y="24"/>
                    </a:lnTo>
                    <a:lnTo>
                      <a:pt x="2268" y="24"/>
                    </a:lnTo>
                    <a:lnTo>
                      <a:pt x="2268" y="24"/>
                    </a:lnTo>
                    <a:lnTo>
                      <a:pt x="2269" y="24"/>
                    </a:lnTo>
                    <a:lnTo>
                      <a:pt x="2269" y="24"/>
                    </a:lnTo>
                    <a:lnTo>
                      <a:pt x="2270" y="24"/>
                    </a:lnTo>
                    <a:lnTo>
                      <a:pt x="2270" y="23"/>
                    </a:lnTo>
                    <a:lnTo>
                      <a:pt x="2271" y="23"/>
                    </a:lnTo>
                    <a:lnTo>
                      <a:pt x="2271" y="23"/>
                    </a:lnTo>
                    <a:lnTo>
                      <a:pt x="2272" y="22"/>
                    </a:lnTo>
                    <a:lnTo>
                      <a:pt x="2273" y="22"/>
                    </a:lnTo>
                    <a:lnTo>
                      <a:pt x="2273" y="22"/>
                    </a:lnTo>
                    <a:lnTo>
                      <a:pt x="2274" y="22"/>
                    </a:lnTo>
                    <a:lnTo>
                      <a:pt x="2274" y="21"/>
                    </a:lnTo>
                    <a:lnTo>
                      <a:pt x="2275" y="21"/>
                    </a:lnTo>
                    <a:lnTo>
                      <a:pt x="2275" y="21"/>
                    </a:lnTo>
                    <a:lnTo>
                      <a:pt x="2276" y="21"/>
                    </a:lnTo>
                    <a:lnTo>
                      <a:pt x="2277" y="21"/>
                    </a:lnTo>
                    <a:lnTo>
                      <a:pt x="2277" y="20"/>
                    </a:lnTo>
                    <a:lnTo>
                      <a:pt x="2278" y="20"/>
                    </a:lnTo>
                    <a:lnTo>
                      <a:pt x="2278" y="20"/>
                    </a:lnTo>
                    <a:lnTo>
                      <a:pt x="2279" y="20"/>
                    </a:lnTo>
                    <a:lnTo>
                      <a:pt x="2280" y="19"/>
                    </a:lnTo>
                    <a:lnTo>
                      <a:pt x="2280" y="19"/>
                    </a:lnTo>
                    <a:lnTo>
                      <a:pt x="2281" y="19"/>
                    </a:lnTo>
                    <a:lnTo>
                      <a:pt x="2281" y="19"/>
                    </a:lnTo>
                    <a:lnTo>
                      <a:pt x="2282" y="19"/>
                    </a:lnTo>
                    <a:lnTo>
                      <a:pt x="2283" y="19"/>
                    </a:lnTo>
                    <a:lnTo>
                      <a:pt x="2283" y="18"/>
                    </a:lnTo>
                    <a:lnTo>
                      <a:pt x="2284" y="18"/>
                    </a:lnTo>
                    <a:lnTo>
                      <a:pt x="2284" y="18"/>
                    </a:lnTo>
                    <a:lnTo>
                      <a:pt x="2285" y="18"/>
                    </a:lnTo>
                    <a:lnTo>
                      <a:pt x="2285" y="18"/>
                    </a:lnTo>
                    <a:lnTo>
                      <a:pt x="2286" y="17"/>
                    </a:lnTo>
                    <a:lnTo>
                      <a:pt x="2287" y="17"/>
                    </a:lnTo>
                    <a:lnTo>
                      <a:pt x="2287" y="17"/>
                    </a:lnTo>
                    <a:lnTo>
                      <a:pt x="2288" y="16"/>
                    </a:lnTo>
                    <a:lnTo>
                      <a:pt x="2288" y="16"/>
                    </a:lnTo>
                    <a:lnTo>
                      <a:pt x="2289" y="16"/>
                    </a:lnTo>
                    <a:lnTo>
                      <a:pt x="2289" y="16"/>
                    </a:lnTo>
                    <a:lnTo>
                      <a:pt x="2290" y="16"/>
                    </a:lnTo>
                    <a:lnTo>
                      <a:pt x="2290" y="15"/>
                    </a:lnTo>
                    <a:lnTo>
                      <a:pt x="2291" y="15"/>
                    </a:lnTo>
                    <a:lnTo>
                      <a:pt x="2292" y="15"/>
                    </a:lnTo>
                    <a:lnTo>
                      <a:pt x="2292" y="15"/>
                    </a:lnTo>
                    <a:lnTo>
                      <a:pt x="2293" y="15"/>
                    </a:lnTo>
                    <a:lnTo>
                      <a:pt x="2293" y="14"/>
                    </a:lnTo>
                    <a:lnTo>
                      <a:pt x="2294" y="14"/>
                    </a:lnTo>
                    <a:lnTo>
                      <a:pt x="2295" y="14"/>
                    </a:lnTo>
                    <a:lnTo>
                      <a:pt x="2295" y="14"/>
                    </a:lnTo>
                    <a:lnTo>
                      <a:pt x="2296" y="13"/>
                    </a:lnTo>
                    <a:lnTo>
                      <a:pt x="2296" y="13"/>
                    </a:lnTo>
                    <a:lnTo>
                      <a:pt x="2297" y="13"/>
                    </a:lnTo>
                    <a:lnTo>
                      <a:pt x="2298" y="13"/>
                    </a:lnTo>
                    <a:lnTo>
                      <a:pt x="2298" y="13"/>
                    </a:lnTo>
                    <a:lnTo>
                      <a:pt x="2299" y="12"/>
                    </a:lnTo>
                    <a:lnTo>
                      <a:pt x="2299" y="12"/>
                    </a:lnTo>
                    <a:lnTo>
                      <a:pt x="2300" y="12"/>
                    </a:lnTo>
                    <a:lnTo>
                      <a:pt x="2301" y="12"/>
                    </a:lnTo>
                    <a:lnTo>
                      <a:pt x="2301" y="12"/>
                    </a:lnTo>
                    <a:lnTo>
                      <a:pt x="2302" y="12"/>
                    </a:lnTo>
                    <a:lnTo>
                      <a:pt x="2302" y="12"/>
                    </a:lnTo>
                    <a:lnTo>
                      <a:pt x="2303" y="11"/>
                    </a:lnTo>
                    <a:lnTo>
                      <a:pt x="2303" y="11"/>
                    </a:lnTo>
                    <a:lnTo>
                      <a:pt x="2304" y="11"/>
                    </a:lnTo>
                    <a:lnTo>
                      <a:pt x="2304" y="11"/>
                    </a:lnTo>
                    <a:lnTo>
                      <a:pt x="2305" y="11"/>
                    </a:lnTo>
                    <a:lnTo>
                      <a:pt x="2306" y="10"/>
                    </a:lnTo>
                    <a:lnTo>
                      <a:pt x="2306" y="10"/>
                    </a:lnTo>
                    <a:lnTo>
                      <a:pt x="2307" y="10"/>
                    </a:lnTo>
                    <a:lnTo>
                      <a:pt x="2307" y="10"/>
                    </a:lnTo>
                    <a:lnTo>
                      <a:pt x="2308" y="10"/>
                    </a:lnTo>
                    <a:lnTo>
                      <a:pt x="2308" y="10"/>
                    </a:lnTo>
                    <a:lnTo>
                      <a:pt x="2309" y="10"/>
                    </a:lnTo>
                    <a:lnTo>
                      <a:pt x="2310" y="10"/>
                    </a:lnTo>
                    <a:lnTo>
                      <a:pt x="2310" y="10"/>
                    </a:lnTo>
                    <a:lnTo>
                      <a:pt x="2311" y="9"/>
                    </a:lnTo>
                    <a:lnTo>
                      <a:pt x="2311" y="9"/>
                    </a:lnTo>
                    <a:lnTo>
                      <a:pt x="2312" y="9"/>
                    </a:lnTo>
                    <a:lnTo>
                      <a:pt x="2313" y="9"/>
                    </a:lnTo>
                    <a:lnTo>
                      <a:pt x="2313" y="9"/>
                    </a:lnTo>
                    <a:lnTo>
                      <a:pt x="2314" y="9"/>
                    </a:lnTo>
                    <a:lnTo>
                      <a:pt x="2314" y="9"/>
                    </a:lnTo>
                    <a:lnTo>
                      <a:pt x="2315" y="9"/>
                    </a:lnTo>
                    <a:lnTo>
                      <a:pt x="2316" y="9"/>
                    </a:lnTo>
                    <a:lnTo>
                      <a:pt x="2316" y="8"/>
                    </a:lnTo>
                    <a:lnTo>
                      <a:pt x="2317" y="8"/>
                    </a:lnTo>
                    <a:lnTo>
                      <a:pt x="2317" y="8"/>
                    </a:lnTo>
                    <a:lnTo>
                      <a:pt x="2318" y="8"/>
                    </a:lnTo>
                    <a:lnTo>
                      <a:pt x="2318" y="8"/>
                    </a:lnTo>
                    <a:lnTo>
                      <a:pt x="2319" y="7"/>
                    </a:lnTo>
                    <a:lnTo>
                      <a:pt x="2320" y="7"/>
                    </a:lnTo>
                    <a:lnTo>
                      <a:pt x="2320" y="7"/>
                    </a:lnTo>
                    <a:lnTo>
                      <a:pt x="2321" y="7"/>
                    </a:lnTo>
                    <a:lnTo>
                      <a:pt x="2321" y="7"/>
                    </a:lnTo>
                    <a:lnTo>
                      <a:pt x="2322" y="7"/>
                    </a:lnTo>
                    <a:lnTo>
                      <a:pt x="2322" y="7"/>
                    </a:lnTo>
                    <a:lnTo>
                      <a:pt x="2323" y="7"/>
                    </a:lnTo>
                    <a:lnTo>
                      <a:pt x="2324" y="6"/>
                    </a:lnTo>
                    <a:lnTo>
                      <a:pt x="2324" y="6"/>
                    </a:lnTo>
                    <a:lnTo>
                      <a:pt x="2325" y="6"/>
                    </a:lnTo>
                    <a:lnTo>
                      <a:pt x="2325" y="6"/>
                    </a:lnTo>
                    <a:lnTo>
                      <a:pt x="2326" y="6"/>
                    </a:lnTo>
                    <a:lnTo>
                      <a:pt x="2327" y="6"/>
                    </a:lnTo>
                    <a:lnTo>
                      <a:pt x="2327" y="6"/>
                    </a:lnTo>
                    <a:lnTo>
                      <a:pt x="2328" y="6"/>
                    </a:lnTo>
                    <a:lnTo>
                      <a:pt x="2328" y="6"/>
                    </a:lnTo>
                    <a:lnTo>
                      <a:pt x="2329" y="6"/>
                    </a:lnTo>
                    <a:lnTo>
                      <a:pt x="2330" y="6"/>
                    </a:lnTo>
                    <a:lnTo>
                      <a:pt x="2330" y="5"/>
                    </a:lnTo>
                    <a:lnTo>
                      <a:pt x="2331" y="5"/>
                    </a:lnTo>
                    <a:lnTo>
                      <a:pt x="2331" y="5"/>
                    </a:lnTo>
                    <a:lnTo>
                      <a:pt x="2332" y="5"/>
                    </a:lnTo>
                    <a:lnTo>
                      <a:pt x="2332" y="5"/>
                    </a:lnTo>
                    <a:lnTo>
                      <a:pt x="2333" y="5"/>
                    </a:lnTo>
                    <a:lnTo>
                      <a:pt x="2334" y="5"/>
                    </a:lnTo>
                    <a:lnTo>
                      <a:pt x="2334" y="5"/>
                    </a:lnTo>
                    <a:lnTo>
                      <a:pt x="2335" y="5"/>
                    </a:lnTo>
                    <a:lnTo>
                      <a:pt x="2335" y="4"/>
                    </a:lnTo>
                    <a:lnTo>
                      <a:pt x="2336" y="4"/>
                    </a:lnTo>
                    <a:lnTo>
                      <a:pt x="2336" y="4"/>
                    </a:lnTo>
                    <a:lnTo>
                      <a:pt x="2337" y="4"/>
                    </a:lnTo>
                    <a:lnTo>
                      <a:pt x="2337" y="4"/>
                    </a:lnTo>
                    <a:lnTo>
                      <a:pt x="2338" y="4"/>
                    </a:lnTo>
                    <a:lnTo>
                      <a:pt x="2339" y="4"/>
                    </a:lnTo>
                    <a:lnTo>
                      <a:pt x="2339" y="4"/>
                    </a:lnTo>
                    <a:lnTo>
                      <a:pt x="2340" y="4"/>
                    </a:lnTo>
                    <a:lnTo>
                      <a:pt x="2340" y="4"/>
                    </a:lnTo>
                    <a:lnTo>
                      <a:pt x="2341" y="4"/>
                    </a:lnTo>
                    <a:lnTo>
                      <a:pt x="2342" y="4"/>
                    </a:lnTo>
                    <a:lnTo>
                      <a:pt x="2342" y="4"/>
                    </a:lnTo>
                    <a:lnTo>
                      <a:pt x="2343" y="4"/>
                    </a:lnTo>
                    <a:lnTo>
                      <a:pt x="2343" y="4"/>
                    </a:lnTo>
                    <a:lnTo>
                      <a:pt x="2344" y="4"/>
                    </a:lnTo>
                    <a:lnTo>
                      <a:pt x="2345" y="4"/>
                    </a:lnTo>
                    <a:lnTo>
                      <a:pt x="2345" y="4"/>
                    </a:lnTo>
                    <a:lnTo>
                      <a:pt x="2346" y="4"/>
                    </a:lnTo>
                    <a:lnTo>
                      <a:pt x="2346" y="4"/>
                    </a:lnTo>
                    <a:lnTo>
                      <a:pt x="2347" y="3"/>
                    </a:lnTo>
                    <a:lnTo>
                      <a:pt x="2348" y="3"/>
                    </a:lnTo>
                    <a:lnTo>
                      <a:pt x="2348" y="3"/>
                    </a:lnTo>
                    <a:lnTo>
                      <a:pt x="2349" y="3"/>
                    </a:lnTo>
                    <a:lnTo>
                      <a:pt x="2349" y="3"/>
                    </a:lnTo>
                    <a:lnTo>
                      <a:pt x="2350" y="3"/>
                    </a:lnTo>
                    <a:lnTo>
                      <a:pt x="2350" y="3"/>
                    </a:lnTo>
                    <a:lnTo>
                      <a:pt x="2351" y="3"/>
                    </a:lnTo>
                    <a:lnTo>
                      <a:pt x="2351" y="3"/>
                    </a:lnTo>
                    <a:lnTo>
                      <a:pt x="2352" y="3"/>
                    </a:lnTo>
                    <a:lnTo>
                      <a:pt x="2353" y="3"/>
                    </a:lnTo>
                    <a:lnTo>
                      <a:pt x="2353" y="3"/>
                    </a:lnTo>
                    <a:lnTo>
                      <a:pt x="2354" y="3"/>
                    </a:lnTo>
                    <a:lnTo>
                      <a:pt x="2354" y="3"/>
                    </a:lnTo>
                    <a:lnTo>
                      <a:pt x="2355" y="3"/>
                    </a:lnTo>
                    <a:lnTo>
                      <a:pt x="2355" y="3"/>
                    </a:lnTo>
                    <a:lnTo>
                      <a:pt x="2356" y="3"/>
                    </a:lnTo>
                    <a:lnTo>
                      <a:pt x="2357" y="3"/>
                    </a:lnTo>
                    <a:lnTo>
                      <a:pt x="2357" y="3"/>
                    </a:lnTo>
                    <a:lnTo>
                      <a:pt x="2358" y="3"/>
                    </a:lnTo>
                    <a:lnTo>
                      <a:pt x="2358" y="2"/>
                    </a:lnTo>
                    <a:lnTo>
                      <a:pt x="2359" y="2"/>
                    </a:lnTo>
                    <a:lnTo>
                      <a:pt x="2360" y="2"/>
                    </a:lnTo>
                    <a:lnTo>
                      <a:pt x="2360" y="2"/>
                    </a:lnTo>
                    <a:lnTo>
                      <a:pt x="2361" y="2"/>
                    </a:lnTo>
                    <a:lnTo>
                      <a:pt x="2361" y="2"/>
                    </a:lnTo>
                    <a:lnTo>
                      <a:pt x="2362" y="2"/>
                    </a:lnTo>
                    <a:lnTo>
                      <a:pt x="2363" y="2"/>
                    </a:lnTo>
                    <a:lnTo>
                      <a:pt x="2363" y="2"/>
                    </a:lnTo>
                    <a:lnTo>
                      <a:pt x="2364" y="2"/>
                    </a:lnTo>
                    <a:lnTo>
                      <a:pt x="2364" y="2"/>
                    </a:lnTo>
                    <a:lnTo>
                      <a:pt x="2365" y="2"/>
                    </a:lnTo>
                    <a:lnTo>
                      <a:pt x="2365" y="2"/>
                    </a:lnTo>
                    <a:lnTo>
                      <a:pt x="2366" y="1"/>
                    </a:lnTo>
                    <a:lnTo>
                      <a:pt x="2367" y="1"/>
                    </a:lnTo>
                    <a:lnTo>
                      <a:pt x="2367" y="1"/>
                    </a:lnTo>
                    <a:lnTo>
                      <a:pt x="2368" y="1"/>
                    </a:lnTo>
                    <a:lnTo>
                      <a:pt x="2368" y="1"/>
                    </a:lnTo>
                    <a:lnTo>
                      <a:pt x="2369" y="1"/>
                    </a:lnTo>
                    <a:lnTo>
                      <a:pt x="2369" y="1"/>
                    </a:lnTo>
                    <a:lnTo>
                      <a:pt x="2370" y="1"/>
                    </a:lnTo>
                    <a:lnTo>
                      <a:pt x="2370" y="1"/>
                    </a:lnTo>
                    <a:lnTo>
                      <a:pt x="2371" y="1"/>
                    </a:lnTo>
                    <a:lnTo>
                      <a:pt x="2372" y="1"/>
                    </a:lnTo>
                    <a:lnTo>
                      <a:pt x="2372" y="1"/>
                    </a:lnTo>
                    <a:lnTo>
                      <a:pt x="2373" y="0"/>
                    </a:lnTo>
                    <a:lnTo>
                      <a:pt x="2373" y="0"/>
                    </a:lnTo>
                    <a:lnTo>
                      <a:pt x="2374" y="0"/>
                    </a:lnTo>
                  </a:path>
                </a:pathLst>
              </a:custGeom>
              <a:noFill/>
              <a:ln w="12700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85" name="Freeform 83">
                <a:extLst>
                  <a:ext uri="{FF2B5EF4-FFF2-40B4-BE49-F238E27FC236}">
                    <a16:creationId xmlns:a16="http://schemas.microsoft.com/office/drawing/2014/main" id="{E462DF79-3E36-DC80-2C66-1745C196D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9817" y="2224282"/>
                <a:ext cx="2084133" cy="1166813"/>
              </a:xfrm>
              <a:custGeom>
                <a:avLst/>
                <a:gdLst>
                  <a:gd name="T0" fmla="*/ 37 w 2374"/>
                  <a:gd name="T1" fmla="*/ 735 h 735"/>
                  <a:gd name="T2" fmla="*/ 74 w 2374"/>
                  <a:gd name="T3" fmla="*/ 735 h 735"/>
                  <a:gd name="T4" fmla="*/ 112 w 2374"/>
                  <a:gd name="T5" fmla="*/ 735 h 735"/>
                  <a:gd name="T6" fmla="*/ 150 w 2374"/>
                  <a:gd name="T7" fmla="*/ 735 h 735"/>
                  <a:gd name="T8" fmla="*/ 187 w 2374"/>
                  <a:gd name="T9" fmla="*/ 735 h 735"/>
                  <a:gd name="T10" fmla="*/ 225 w 2374"/>
                  <a:gd name="T11" fmla="*/ 735 h 735"/>
                  <a:gd name="T12" fmla="*/ 263 w 2374"/>
                  <a:gd name="T13" fmla="*/ 735 h 735"/>
                  <a:gd name="T14" fmla="*/ 300 w 2374"/>
                  <a:gd name="T15" fmla="*/ 731 h 735"/>
                  <a:gd name="T16" fmla="*/ 338 w 2374"/>
                  <a:gd name="T17" fmla="*/ 723 h 735"/>
                  <a:gd name="T18" fmla="*/ 376 w 2374"/>
                  <a:gd name="T19" fmla="*/ 707 h 735"/>
                  <a:gd name="T20" fmla="*/ 414 w 2374"/>
                  <a:gd name="T21" fmla="*/ 694 h 735"/>
                  <a:gd name="T22" fmla="*/ 451 w 2374"/>
                  <a:gd name="T23" fmla="*/ 688 h 735"/>
                  <a:gd name="T24" fmla="*/ 489 w 2374"/>
                  <a:gd name="T25" fmla="*/ 636 h 735"/>
                  <a:gd name="T26" fmla="*/ 527 w 2374"/>
                  <a:gd name="T27" fmla="*/ 590 h 735"/>
                  <a:gd name="T28" fmla="*/ 564 w 2374"/>
                  <a:gd name="T29" fmla="*/ 581 h 735"/>
                  <a:gd name="T30" fmla="*/ 602 w 2374"/>
                  <a:gd name="T31" fmla="*/ 735 h 735"/>
                  <a:gd name="T32" fmla="*/ 640 w 2374"/>
                  <a:gd name="T33" fmla="*/ 722 h 735"/>
                  <a:gd name="T34" fmla="*/ 677 w 2374"/>
                  <a:gd name="T35" fmla="*/ 719 h 735"/>
                  <a:gd name="T36" fmla="*/ 715 w 2374"/>
                  <a:gd name="T37" fmla="*/ 700 h 735"/>
                  <a:gd name="T38" fmla="*/ 753 w 2374"/>
                  <a:gd name="T39" fmla="*/ 688 h 735"/>
                  <a:gd name="T40" fmla="*/ 790 w 2374"/>
                  <a:gd name="T41" fmla="*/ 686 h 735"/>
                  <a:gd name="T42" fmla="*/ 828 w 2374"/>
                  <a:gd name="T43" fmla="*/ 671 h 735"/>
                  <a:gd name="T44" fmla="*/ 865 w 2374"/>
                  <a:gd name="T45" fmla="*/ 669 h 735"/>
                  <a:gd name="T46" fmla="*/ 903 w 2374"/>
                  <a:gd name="T47" fmla="*/ 731 h 735"/>
                  <a:gd name="T48" fmla="*/ 941 w 2374"/>
                  <a:gd name="T49" fmla="*/ 729 h 735"/>
                  <a:gd name="T50" fmla="*/ 979 w 2374"/>
                  <a:gd name="T51" fmla="*/ 725 h 735"/>
                  <a:gd name="T52" fmla="*/ 1017 w 2374"/>
                  <a:gd name="T53" fmla="*/ 712 h 735"/>
                  <a:gd name="T54" fmla="*/ 1054 w 2374"/>
                  <a:gd name="T55" fmla="*/ 689 h 735"/>
                  <a:gd name="T56" fmla="*/ 1092 w 2374"/>
                  <a:gd name="T57" fmla="*/ 609 h 735"/>
                  <a:gd name="T58" fmla="*/ 1130 w 2374"/>
                  <a:gd name="T59" fmla="*/ 583 h 735"/>
                  <a:gd name="T60" fmla="*/ 1167 w 2374"/>
                  <a:gd name="T61" fmla="*/ 566 h 735"/>
                  <a:gd name="T62" fmla="*/ 1205 w 2374"/>
                  <a:gd name="T63" fmla="*/ 549 h 735"/>
                  <a:gd name="T64" fmla="*/ 1242 w 2374"/>
                  <a:gd name="T65" fmla="*/ 535 h 735"/>
                  <a:gd name="T66" fmla="*/ 1280 w 2374"/>
                  <a:gd name="T67" fmla="*/ 517 h 735"/>
                  <a:gd name="T68" fmla="*/ 1318 w 2374"/>
                  <a:gd name="T69" fmla="*/ 458 h 735"/>
                  <a:gd name="T70" fmla="*/ 1355 w 2374"/>
                  <a:gd name="T71" fmla="*/ 452 h 735"/>
                  <a:gd name="T72" fmla="*/ 1393 w 2374"/>
                  <a:gd name="T73" fmla="*/ 450 h 735"/>
                  <a:gd name="T74" fmla="*/ 1431 w 2374"/>
                  <a:gd name="T75" fmla="*/ 448 h 735"/>
                  <a:gd name="T76" fmla="*/ 1468 w 2374"/>
                  <a:gd name="T77" fmla="*/ 445 h 735"/>
                  <a:gd name="T78" fmla="*/ 1506 w 2374"/>
                  <a:gd name="T79" fmla="*/ 442 h 735"/>
                  <a:gd name="T80" fmla="*/ 1544 w 2374"/>
                  <a:gd name="T81" fmla="*/ 438 h 735"/>
                  <a:gd name="T82" fmla="*/ 1582 w 2374"/>
                  <a:gd name="T83" fmla="*/ 436 h 735"/>
                  <a:gd name="T84" fmla="*/ 1619 w 2374"/>
                  <a:gd name="T85" fmla="*/ 433 h 735"/>
                  <a:gd name="T86" fmla="*/ 1657 w 2374"/>
                  <a:gd name="T87" fmla="*/ 431 h 735"/>
                  <a:gd name="T88" fmla="*/ 1695 w 2374"/>
                  <a:gd name="T89" fmla="*/ 426 h 735"/>
                  <a:gd name="T90" fmla="*/ 1732 w 2374"/>
                  <a:gd name="T91" fmla="*/ 421 h 735"/>
                  <a:gd name="T92" fmla="*/ 1770 w 2374"/>
                  <a:gd name="T93" fmla="*/ 378 h 735"/>
                  <a:gd name="T94" fmla="*/ 1808 w 2374"/>
                  <a:gd name="T95" fmla="*/ 358 h 735"/>
                  <a:gd name="T96" fmla="*/ 1845 w 2374"/>
                  <a:gd name="T97" fmla="*/ 335 h 735"/>
                  <a:gd name="T98" fmla="*/ 1883 w 2374"/>
                  <a:gd name="T99" fmla="*/ 318 h 735"/>
                  <a:gd name="T100" fmla="*/ 1921 w 2374"/>
                  <a:gd name="T101" fmla="*/ 313 h 735"/>
                  <a:gd name="T102" fmla="*/ 1958 w 2374"/>
                  <a:gd name="T103" fmla="*/ 311 h 735"/>
                  <a:gd name="T104" fmla="*/ 1996 w 2374"/>
                  <a:gd name="T105" fmla="*/ 289 h 735"/>
                  <a:gd name="T106" fmla="*/ 2034 w 2374"/>
                  <a:gd name="T107" fmla="*/ 286 h 735"/>
                  <a:gd name="T108" fmla="*/ 2071 w 2374"/>
                  <a:gd name="T109" fmla="*/ 178 h 735"/>
                  <a:gd name="T110" fmla="*/ 2109 w 2374"/>
                  <a:gd name="T111" fmla="*/ 150 h 735"/>
                  <a:gd name="T112" fmla="*/ 2147 w 2374"/>
                  <a:gd name="T113" fmla="*/ 115 h 735"/>
                  <a:gd name="T114" fmla="*/ 2185 w 2374"/>
                  <a:gd name="T115" fmla="*/ 88 h 735"/>
                  <a:gd name="T116" fmla="*/ 2222 w 2374"/>
                  <a:gd name="T117" fmla="*/ 63 h 735"/>
                  <a:gd name="T118" fmla="*/ 2260 w 2374"/>
                  <a:gd name="T119" fmla="*/ 16 h 735"/>
                  <a:gd name="T120" fmla="*/ 2298 w 2374"/>
                  <a:gd name="T121" fmla="*/ 7 h 735"/>
                  <a:gd name="T122" fmla="*/ 2335 w 2374"/>
                  <a:gd name="T123" fmla="*/ 2 h 735"/>
                  <a:gd name="T124" fmla="*/ 2373 w 2374"/>
                  <a:gd name="T125" fmla="*/ 67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74" h="735">
                    <a:moveTo>
                      <a:pt x="0" y="730"/>
                    </a:moveTo>
                    <a:lnTo>
                      <a:pt x="0" y="730"/>
                    </a:lnTo>
                    <a:lnTo>
                      <a:pt x="1" y="730"/>
                    </a:lnTo>
                    <a:lnTo>
                      <a:pt x="1" y="730"/>
                    </a:lnTo>
                    <a:lnTo>
                      <a:pt x="2" y="730"/>
                    </a:lnTo>
                    <a:lnTo>
                      <a:pt x="3" y="730"/>
                    </a:lnTo>
                    <a:lnTo>
                      <a:pt x="3" y="730"/>
                    </a:lnTo>
                    <a:lnTo>
                      <a:pt x="4" y="730"/>
                    </a:lnTo>
                    <a:lnTo>
                      <a:pt x="4" y="730"/>
                    </a:lnTo>
                    <a:lnTo>
                      <a:pt x="5" y="730"/>
                    </a:lnTo>
                    <a:lnTo>
                      <a:pt x="5" y="730"/>
                    </a:lnTo>
                    <a:lnTo>
                      <a:pt x="6" y="730"/>
                    </a:lnTo>
                    <a:lnTo>
                      <a:pt x="7" y="730"/>
                    </a:lnTo>
                    <a:lnTo>
                      <a:pt x="7" y="730"/>
                    </a:lnTo>
                    <a:lnTo>
                      <a:pt x="8" y="730"/>
                    </a:lnTo>
                    <a:lnTo>
                      <a:pt x="8" y="730"/>
                    </a:lnTo>
                    <a:lnTo>
                      <a:pt x="9" y="729"/>
                    </a:lnTo>
                    <a:lnTo>
                      <a:pt x="9" y="729"/>
                    </a:lnTo>
                    <a:lnTo>
                      <a:pt x="10" y="729"/>
                    </a:lnTo>
                    <a:lnTo>
                      <a:pt x="10" y="729"/>
                    </a:lnTo>
                    <a:lnTo>
                      <a:pt x="11" y="729"/>
                    </a:lnTo>
                    <a:lnTo>
                      <a:pt x="12" y="729"/>
                    </a:lnTo>
                    <a:lnTo>
                      <a:pt x="12" y="729"/>
                    </a:lnTo>
                    <a:lnTo>
                      <a:pt x="13" y="729"/>
                    </a:lnTo>
                    <a:lnTo>
                      <a:pt x="13" y="729"/>
                    </a:lnTo>
                    <a:lnTo>
                      <a:pt x="14" y="729"/>
                    </a:lnTo>
                    <a:lnTo>
                      <a:pt x="15" y="729"/>
                    </a:lnTo>
                    <a:lnTo>
                      <a:pt x="15" y="729"/>
                    </a:lnTo>
                    <a:lnTo>
                      <a:pt x="16" y="728"/>
                    </a:lnTo>
                    <a:lnTo>
                      <a:pt x="16" y="728"/>
                    </a:lnTo>
                    <a:lnTo>
                      <a:pt x="17" y="728"/>
                    </a:lnTo>
                    <a:lnTo>
                      <a:pt x="18" y="728"/>
                    </a:lnTo>
                    <a:lnTo>
                      <a:pt x="18" y="728"/>
                    </a:lnTo>
                    <a:lnTo>
                      <a:pt x="19" y="728"/>
                    </a:lnTo>
                    <a:lnTo>
                      <a:pt x="19" y="728"/>
                    </a:lnTo>
                    <a:lnTo>
                      <a:pt x="20" y="728"/>
                    </a:lnTo>
                    <a:lnTo>
                      <a:pt x="21" y="728"/>
                    </a:lnTo>
                    <a:lnTo>
                      <a:pt x="21" y="729"/>
                    </a:lnTo>
                    <a:lnTo>
                      <a:pt x="22" y="729"/>
                    </a:lnTo>
                    <a:lnTo>
                      <a:pt x="22" y="729"/>
                    </a:lnTo>
                    <a:lnTo>
                      <a:pt x="23" y="729"/>
                    </a:lnTo>
                    <a:lnTo>
                      <a:pt x="23" y="729"/>
                    </a:lnTo>
                    <a:lnTo>
                      <a:pt x="24" y="729"/>
                    </a:lnTo>
                    <a:lnTo>
                      <a:pt x="24" y="730"/>
                    </a:lnTo>
                    <a:lnTo>
                      <a:pt x="25" y="730"/>
                    </a:lnTo>
                    <a:lnTo>
                      <a:pt x="25" y="730"/>
                    </a:lnTo>
                    <a:lnTo>
                      <a:pt x="26" y="730"/>
                    </a:lnTo>
                    <a:lnTo>
                      <a:pt x="27" y="731"/>
                    </a:lnTo>
                    <a:lnTo>
                      <a:pt x="27" y="731"/>
                    </a:lnTo>
                    <a:lnTo>
                      <a:pt x="28" y="731"/>
                    </a:lnTo>
                    <a:lnTo>
                      <a:pt x="28" y="731"/>
                    </a:lnTo>
                    <a:lnTo>
                      <a:pt x="29" y="732"/>
                    </a:lnTo>
                    <a:lnTo>
                      <a:pt x="30" y="732"/>
                    </a:lnTo>
                    <a:lnTo>
                      <a:pt x="30" y="732"/>
                    </a:lnTo>
                    <a:lnTo>
                      <a:pt x="31" y="732"/>
                    </a:lnTo>
                    <a:lnTo>
                      <a:pt x="31" y="733"/>
                    </a:lnTo>
                    <a:lnTo>
                      <a:pt x="32" y="733"/>
                    </a:lnTo>
                    <a:lnTo>
                      <a:pt x="33" y="733"/>
                    </a:lnTo>
                    <a:lnTo>
                      <a:pt x="33" y="733"/>
                    </a:lnTo>
                    <a:lnTo>
                      <a:pt x="34" y="733"/>
                    </a:lnTo>
                    <a:lnTo>
                      <a:pt x="34" y="734"/>
                    </a:lnTo>
                    <a:lnTo>
                      <a:pt x="35" y="734"/>
                    </a:lnTo>
                    <a:lnTo>
                      <a:pt x="36" y="735"/>
                    </a:lnTo>
                    <a:lnTo>
                      <a:pt x="36" y="735"/>
                    </a:lnTo>
                    <a:lnTo>
                      <a:pt x="37" y="735"/>
                    </a:lnTo>
                    <a:lnTo>
                      <a:pt x="37" y="735"/>
                    </a:lnTo>
                    <a:lnTo>
                      <a:pt x="38" y="735"/>
                    </a:lnTo>
                    <a:lnTo>
                      <a:pt x="38" y="735"/>
                    </a:lnTo>
                    <a:lnTo>
                      <a:pt x="39" y="735"/>
                    </a:lnTo>
                    <a:lnTo>
                      <a:pt x="39" y="735"/>
                    </a:lnTo>
                    <a:lnTo>
                      <a:pt x="40" y="735"/>
                    </a:lnTo>
                    <a:lnTo>
                      <a:pt x="41" y="735"/>
                    </a:lnTo>
                    <a:lnTo>
                      <a:pt x="41" y="735"/>
                    </a:lnTo>
                    <a:lnTo>
                      <a:pt x="42" y="735"/>
                    </a:lnTo>
                    <a:lnTo>
                      <a:pt x="42" y="735"/>
                    </a:lnTo>
                    <a:lnTo>
                      <a:pt x="43" y="735"/>
                    </a:lnTo>
                    <a:lnTo>
                      <a:pt x="44" y="735"/>
                    </a:lnTo>
                    <a:lnTo>
                      <a:pt x="44" y="735"/>
                    </a:lnTo>
                    <a:lnTo>
                      <a:pt x="45" y="735"/>
                    </a:lnTo>
                    <a:lnTo>
                      <a:pt x="45" y="735"/>
                    </a:lnTo>
                    <a:lnTo>
                      <a:pt x="46" y="735"/>
                    </a:lnTo>
                    <a:lnTo>
                      <a:pt x="47" y="735"/>
                    </a:lnTo>
                    <a:lnTo>
                      <a:pt x="47" y="735"/>
                    </a:lnTo>
                    <a:lnTo>
                      <a:pt x="48" y="735"/>
                    </a:lnTo>
                    <a:lnTo>
                      <a:pt x="48" y="735"/>
                    </a:lnTo>
                    <a:lnTo>
                      <a:pt x="49" y="735"/>
                    </a:lnTo>
                    <a:lnTo>
                      <a:pt x="50" y="735"/>
                    </a:lnTo>
                    <a:lnTo>
                      <a:pt x="50" y="735"/>
                    </a:lnTo>
                    <a:lnTo>
                      <a:pt x="51" y="735"/>
                    </a:lnTo>
                    <a:lnTo>
                      <a:pt x="51" y="735"/>
                    </a:lnTo>
                    <a:lnTo>
                      <a:pt x="52" y="735"/>
                    </a:lnTo>
                    <a:lnTo>
                      <a:pt x="52" y="735"/>
                    </a:lnTo>
                    <a:lnTo>
                      <a:pt x="53" y="735"/>
                    </a:lnTo>
                    <a:lnTo>
                      <a:pt x="54" y="735"/>
                    </a:lnTo>
                    <a:lnTo>
                      <a:pt x="54" y="735"/>
                    </a:lnTo>
                    <a:lnTo>
                      <a:pt x="55" y="735"/>
                    </a:lnTo>
                    <a:lnTo>
                      <a:pt x="55" y="735"/>
                    </a:lnTo>
                    <a:lnTo>
                      <a:pt x="56" y="735"/>
                    </a:lnTo>
                    <a:lnTo>
                      <a:pt x="56" y="735"/>
                    </a:lnTo>
                    <a:lnTo>
                      <a:pt x="57" y="735"/>
                    </a:lnTo>
                    <a:lnTo>
                      <a:pt x="57" y="735"/>
                    </a:lnTo>
                    <a:lnTo>
                      <a:pt x="58" y="735"/>
                    </a:lnTo>
                    <a:lnTo>
                      <a:pt x="59" y="735"/>
                    </a:lnTo>
                    <a:lnTo>
                      <a:pt x="59" y="735"/>
                    </a:lnTo>
                    <a:lnTo>
                      <a:pt x="60" y="735"/>
                    </a:lnTo>
                    <a:lnTo>
                      <a:pt x="60" y="735"/>
                    </a:lnTo>
                    <a:lnTo>
                      <a:pt x="61" y="735"/>
                    </a:lnTo>
                    <a:lnTo>
                      <a:pt x="62" y="735"/>
                    </a:lnTo>
                    <a:lnTo>
                      <a:pt x="62" y="735"/>
                    </a:lnTo>
                    <a:lnTo>
                      <a:pt x="63" y="735"/>
                    </a:lnTo>
                    <a:lnTo>
                      <a:pt x="63" y="735"/>
                    </a:lnTo>
                    <a:lnTo>
                      <a:pt x="64" y="735"/>
                    </a:lnTo>
                    <a:lnTo>
                      <a:pt x="65" y="735"/>
                    </a:lnTo>
                    <a:lnTo>
                      <a:pt x="65" y="735"/>
                    </a:lnTo>
                    <a:lnTo>
                      <a:pt x="66" y="735"/>
                    </a:lnTo>
                    <a:lnTo>
                      <a:pt x="66" y="735"/>
                    </a:lnTo>
                    <a:lnTo>
                      <a:pt x="67" y="735"/>
                    </a:lnTo>
                    <a:lnTo>
                      <a:pt x="68" y="735"/>
                    </a:lnTo>
                    <a:lnTo>
                      <a:pt x="68" y="735"/>
                    </a:lnTo>
                    <a:lnTo>
                      <a:pt x="69" y="735"/>
                    </a:lnTo>
                    <a:lnTo>
                      <a:pt x="69" y="735"/>
                    </a:lnTo>
                    <a:lnTo>
                      <a:pt x="70" y="735"/>
                    </a:lnTo>
                    <a:lnTo>
                      <a:pt x="70" y="735"/>
                    </a:lnTo>
                    <a:lnTo>
                      <a:pt x="71" y="735"/>
                    </a:lnTo>
                    <a:lnTo>
                      <a:pt x="71" y="735"/>
                    </a:lnTo>
                    <a:lnTo>
                      <a:pt x="72" y="735"/>
                    </a:lnTo>
                    <a:lnTo>
                      <a:pt x="72" y="735"/>
                    </a:lnTo>
                    <a:lnTo>
                      <a:pt x="73" y="735"/>
                    </a:lnTo>
                    <a:lnTo>
                      <a:pt x="74" y="735"/>
                    </a:lnTo>
                    <a:lnTo>
                      <a:pt x="74" y="735"/>
                    </a:lnTo>
                    <a:lnTo>
                      <a:pt x="75" y="735"/>
                    </a:lnTo>
                    <a:lnTo>
                      <a:pt x="75" y="735"/>
                    </a:lnTo>
                    <a:lnTo>
                      <a:pt x="76" y="735"/>
                    </a:lnTo>
                    <a:lnTo>
                      <a:pt x="77" y="735"/>
                    </a:lnTo>
                    <a:lnTo>
                      <a:pt x="77" y="735"/>
                    </a:lnTo>
                    <a:lnTo>
                      <a:pt x="78" y="735"/>
                    </a:lnTo>
                    <a:lnTo>
                      <a:pt x="78" y="735"/>
                    </a:lnTo>
                    <a:lnTo>
                      <a:pt x="79" y="735"/>
                    </a:lnTo>
                    <a:lnTo>
                      <a:pt x="80" y="735"/>
                    </a:lnTo>
                    <a:lnTo>
                      <a:pt x="80" y="735"/>
                    </a:lnTo>
                    <a:lnTo>
                      <a:pt x="81" y="735"/>
                    </a:lnTo>
                    <a:lnTo>
                      <a:pt x="81" y="735"/>
                    </a:lnTo>
                    <a:lnTo>
                      <a:pt x="82" y="735"/>
                    </a:lnTo>
                    <a:lnTo>
                      <a:pt x="83" y="735"/>
                    </a:lnTo>
                    <a:lnTo>
                      <a:pt x="83" y="735"/>
                    </a:lnTo>
                    <a:lnTo>
                      <a:pt x="84" y="735"/>
                    </a:lnTo>
                    <a:lnTo>
                      <a:pt x="84" y="735"/>
                    </a:lnTo>
                    <a:lnTo>
                      <a:pt x="85" y="735"/>
                    </a:lnTo>
                    <a:lnTo>
                      <a:pt x="85" y="735"/>
                    </a:lnTo>
                    <a:lnTo>
                      <a:pt x="86" y="735"/>
                    </a:lnTo>
                    <a:lnTo>
                      <a:pt x="86" y="735"/>
                    </a:lnTo>
                    <a:lnTo>
                      <a:pt x="87" y="735"/>
                    </a:lnTo>
                    <a:lnTo>
                      <a:pt x="88" y="735"/>
                    </a:lnTo>
                    <a:lnTo>
                      <a:pt x="88" y="735"/>
                    </a:lnTo>
                    <a:lnTo>
                      <a:pt x="89" y="735"/>
                    </a:lnTo>
                    <a:lnTo>
                      <a:pt x="89" y="735"/>
                    </a:lnTo>
                    <a:lnTo>
                      <a:pt x="90" y="735"/>
                    </a:lnTo>
                    <a:lnTo>
                      <a:pt x="90" y="735"/>
                    </a:lnTo>
                    <a:lnTo>
                      <a:pt x="91" y="735"/>
                    </a:lnTo>
                    <a:lnTo>
                      <a:pt x="92" y="735"/>
                    </a:lnTo>
                    <a:lnTo>
                      <a:pt x="92" y="735"/>
                    </a:lnTo>
                    <a:lnTo>
                      <a:pt x="93" y="735"/>
                    </a:lnTo>
                    <a:lnTo>
                      <a:pt x="93" y="735"/>
                    </a:lnTo>
                    <a:lnTo>
                      <a:pt x="94" y="735"/>
                    </a:lnTo>
                    <a:lnTo>
                      <a:pt x="95" y="735"/>
                    </a:lnTo>
                    <a:lnTo>
                      <a:pt x="95" y="735"/>
                    </a:lnTo>
                    <a:lnTo>
                      <a:pt x="96" y="735"/>
                    </a:lnTo>
                    <a:lnTo>
                      <a:pt x="96" y="735"/>
                    </a:lnTo>
                    <a:lnTo>
                      <a:pt x="97" y="735"/>
                    </a:lnTo>
                    <a:lnTo>
                      <a:pt x="98" y="735"/>
                    </a:lnTo>
                    <a:lnTo>
                      <a:pt x="98" y="735"/>
                    </a:lnTo>
                    <a:lnTo>
                      <a:pt x="99" y="735"/>
                    </a:lnTo>
                    <a:lnTo>
                      <a:pt x="99" y="735"/>
                    </a:lnTo>
                    <a:lnTo>
                      <a:pt x="100" y="735"/>
                    </a:lnTo>
                    <a:lnTo>
                      <a:pt x="101" y="735"/>
                    </a:lnTo>
                    <a:lnTo>
                      <a:pt x="101" y="735"/>
                    </a:lnTo>
                    <a:lnTo>
                      <a:pt x="102" y="735"/>
                    </a:lnTo>
                    <a:lnTo>
                      <a:pt x="102" y="735"/>
                    </a:lnTo>
                    <a:lnTo>
                      <a:pt x="103" y="735"/>
                    </a:lnTo>
                    <a:lnTo>
                      <a:pt x="103" y="735"/>
                    </a:lnTo>
                    <a:lnTo>
                      <a:pt x="104" y="735"/>
                    </a:lnTo>
                    <a:lnTo>
                      <a:pt x="104" y="735"/>
                    </a:lnTo>
                    <a:lnTo>
                      <a:pt x="105" y="735"/>
                    </a:lnTo>
                    <a:lnTo>
                      <a:pt x="105" y="735"/>
                    </a:lnTo>
                    <a:lnTo>
                      <a:pt x="106" y="735"/>
                    </a:lnTo>
                    <a:lnTo>
                      <a:pt x="107" y="735"/>
                    </a:lnTo>
                    <a:lnTo>
                      <a:pt x="107" y="735"/>
                    </a:lnTo>
                    <a:lnTo>
                      <a:pt x="108" y="735"/>
                    </a:lnTo>
                    <a:lnTo>
                      <a:pt x="108" y="735"/>
                    </a:lnTo>
                    <a:lnTo>
                      <a:pt x="109" y="735"/>
                    </a:lnTo>
                    <a:lnTo>
                      <a:pt x="110" y="735"/>
                    </a:lnTo>
                    <a:lnTo>
                      <a:pt x="110" y="735"/>
                    </a:lnTo>
                    <a:lnTo>
                      <a:pt x="111" y="735"/>
                    </a:lnTo>
                    <a:lnTo>
                      <a:pt x="112" y="735"/>
                    </a:lnTo>
                    <a:lnTo>
                      <a:pt x="112" y="735"/>
                    </a:lnTo>
                    <a:lnTo>
                      <a:pt x="113" y="735"/>
                    </a:lnTo>
                    <a:lnTo>
                      <a:pt x="113" y="735"/>
                    </a:lnTo>
                    <a:lnTo>
                      <a:pt x="114" y="735"/>
                    </a:lnTo>
                    <a:lnTo>
                      <a:pt x="115" y="735"/>
                    </a:lnTo>
                    <a:lnTo>
                      <a:pt x="115" y="735"/>
                    </a:lnTo>
                    <a:lnTo>
                      <a:pt x="116" y="735"/>
                    </a:lnTo>
                    <a:lnTo>
                      <a:pt x="116" y="735"/>
                    </a:lnTo>
                    <a:lnTo>
                      <a:pt x="117" y="735"/>
                    </a:lnTo>
                    <a:lnTo>
                      <a:pt x="117" y="735"/>
                    </a:lnTo>
                    <a:lnTo>
                      <a:pt x="118" y="735"/>
                    </a:lnTo>
                    <a:lnTo>
                      <a:pt x="118" y="735"/>
                    </a:lnTo>
                    <a:lnTo>
                      <a:pt x="119" y="735"/>
                    </a:lnTo>
                    <a:lnTo>
                      <a:pt x="119" y="735"/>
                    </a:lnTo>
                    <a:lnTo>
                      <a:pt x="120" y="735"/>
                    </a:lnTo>
                    <a:lnTo>
                      <a:pt x="121" y="735"/>
                    </a:lnTo>
                    <a:lnTo>
                      <a:pt x="121" y="735"/>
                    </a:lnTo>
                    <a:lnTo>
                      <a:pt x="122" y="735"/>
                    </a:lnTo>
                    <a:lnTo>
                      <a:pt x="122" y="735"/>
                    </a:lnTo>
                    <a:lnTo>
                      <a:pt x="123" y="735"/>
                    </a:lnTo>
                    <a:lnTo>
                      <a:pt x="124" y="735"/>
                    </a:lnTo>
                    <a:lnTo>
                      <a:pt x="124" y="735"/>
                    </a:lnTo>
                    <a:lnTo>
                      <a:pt x="125" y="735"/>
                    </a:lnTo>
                    <a:lnTo>
                      <a:pt x="125" y="735"/>
                    </a:lnTo>
                    <a:lnTo>
                      <a:pt x="126" y="735"/>
                    </a:lnTo>
                    <a:lnTo>
                      <a:pt x="127" y="735"/>
                    </a:lnTo>
                    <a:lnTo>
                      <a:pt x="127" y="735"/>
                    </a:lnTo>
                    <a:lnTo>
                      <a:pt x="128" y="735"/>
                    </a:lnTo>
                    <a:lnTo>
                      <a:pt x="128" y="735"/>
                    </a:lnTo>
                    <a:lnTo>
                      <a:pt x="129" y="735"/>
                    </a:lnTo>
                    <a:lnTo>
                      <a:pt x="130" y="735"/>
                    </a:lnTo>
                    <a:lnTo>
                      <a:pt x="130" y="735"/>
                    </a:lnTo>
                    <a:lnTo>
                      <a:pt x="131" y="735"/>
                    </a:lnTo>
                    <a:lnTo>
                      <a:pt x="131" y="735"/>
                    </a:lnTo>
                    <a:lnTo>
                      <a:pt x="132" y="735"/>
                    </a:lnTo>
                    <a:lnTo>
                      <a:pt x="132" y="735"/>
                    </a:lnTo>
                    <a:lnTo>
                      <a:pt x="133" y="735"/>
                    </a:lnTo>
                    <a:lnTo>
                      <a:pt x="133" y="735"/>
                    </a:lnTo>
                    <a:lnTo>
                      <a:pt x="134" y="735"/>
                    </a:lnTo>
                    <a:lnTo>
                      <a:pt x="135" y="735"/>
                    </a:lnTo>
                    <a:lnTo>
                      <a:pt x="135" y="735"/>
                    </a:lnTo>
                    <a:lnTo>
                      <a:pt x="136" y="735"/>
                    </a:lnTo>
                    <a:lnTo>
                      <a:pt x="136" y="735"/>
                    </a:lnTo>
                    <a:lnTo>
                      <a:pt x="137" y="735"/>
                    </a:lnTo>
                    <a:lnTo>
                      <a:pt x="137" y="735"/>
                    </a:lnTo>
                    <a:lnTo>
                      <a:pt x="138" y="735"/>
                    </a:lnTo>
                    <a:lnTo>
                      <a:pt x="139" y="735"/>
                    </a:lnTo>
                    <a:lnTo>
                      <a:pt x="139" y="735"/>
                    </a:lnTo>
                    <a:lnTo>
                      <a:pt x="140" y="735"/>
                    </a:lnTo>
                    <a:lnTo>
                      <a:pt x="140" y="735"/>
                    </a:lnTo>
                    <a:lnTo>
                      <a:pt x="141" y="735"/>
                    </a:lnTo>
                    <a:lnTo>
                      <a:pt x="142" y="735"/>
                    </a:lnTo>
                    <a:lnTo>
                      <a:pt x="142" y="735"/>
                    </a:lnTo>
                    <a:lnTo>
                      <a:pt x="143" y="735"/>
                    </a:lnTo>
                    <a:lnTo>
                      <a:pt x="143" y="735"/>
                    </a:lnTo>
                    <a:lnTo>
                      <a:pt x="144" y="735"/>
                    </a:lnTo>
                    <a:lnTo>
                      <a:pt x="145" y="735"/>
                    </a:lnTo>
                    <a:lnTo>
                      <a:pt x="145" y="735"/>
                    </a:lnTo>
                    <a:lnTo>
                      <a:pt x="146" y="735"/>
                    </a:lnTo>
                    <a:lnTo>
                      <a:pt x="146" y="735"/>
                    </a:lnTo>
                    <a:lnTo>
                      <a:pt x="147" y="735"/>
                    </a:lnTo>
                    <a:lnTo>
                      <a:pt x="148" y="735"/>
                    </a:lnTo>
                    <a:lnTo>
                      <a:pt x="148" y="735"/>
                    </a:lnTo>
                    <a:lnTo>
                      <a:pt x="149" y="735"/>
                    </a:lnTo>
                    <a:lnTo>
                      <a:pt x="149" y="735"/>
                    </a:lnTo>
                    <a:lnTo>
                      <a:pt x="150" y="735"/>
                    </a:lnTo>
                    <a:lnTo>
                      <a:pt x="150" y="735"/>
                    </a:lnTo>
                    <a:lnTo>
                      <a:pt x="151" y="735"/>
                    </a:lnTo>
                    <a:lnTo>
                      <a:pt x="151" y="735"/>
                    </a:lnTo>
                    <a:lnTo>
                      <a:pt x="152" y="735"/>
                    </a:lnTo>
                    <a:lnTo>
                      <a:pt x="152" y="735"/>
                    </a:lnTo>
                    <a:lnTo>
                      <a:pt x="153" y="735"/>
                    </a:lnTo>
                    <a:lnTo>
                      <a:pt x="154" y="735"/>
                    </a:lnTo>
                    <a:lnTo>
                      <a:pt x="154" y="735"/>
                    </a:lnTo>
                    <a:lnTo>
                      <a:pt x="155" y="735"/>
                    </a:lnTo>
                    <a:lnTo>
                      <a:pt x="155" y="735"/>
                    </a:lnTo>
                    <a:lnTo>
                      <a:pt x="156" y="735"/>
                    </a:lnTo>
                    <a:lnTo>
                      <a:pt x="157" y="735"/>
                    </a:lnTo>
                    <a:lnTo>
                      <a:pt x="157" y="735"/>
                    </a:lnTo>
                    <a:lnTo>
                      <a:pt x="158" y="735"/>
                    </a:lnTo>
                    <a:lnTo>
                      <a:pt x="158" y="735"/>
                    </a:lnTo>
                    <a:lnTo>
                      <a:pt x="159" y="735"/>
                    </a:lnTo>
                    <a:lnTo>
                      <a:pt x="160" y="735"/>
                    </a:lnTo>
                    <a:lnTo>
                      <a:pt x="160" y="735"/>
                    </a:lnTo>
                    <a:lnTo>
                      <a:pt x="161" y="735"/>
                    </a:lnTo>
                    <a:lnTo>
                      <a:pt x="161" y="735"/>
                    </a:lnTo>
                    <a:lnTo>
                      <a:pt x="162" y="735"/>
                    </a:lnTo>
                    <a:lnTo>
                      <a:pt x="163" y="735"/>
                    </a:lnTo>
                    <a:lnTo>
                      <a:pt x="163" y="735"/>
                    </a:lnTo>
                    <a:lnTo>
                      <a:pt x="164" y="735"/>
                    </a:lnTo>
                    <a:lnTo>
                      <a:pt x="164" y="735"/>
                    </a:lnTo>
                    <a:lnTo>
                      <a:pt x="165" y="735"/>
                    </a:lnTo>
                    <a:lnTo>
                      <a:pt x="165" y="735"/>
                    </a:lnTo>
                    <a:lnTo>
                      <a:pt x="166" y="735"/>
                    </a:lnTo>
                    <a:lnTo>
                      <a:pt x="166" y="735"/>
                    </a:lnTo>
                    <a:lnTo>
                      <a:pt x="167" y="735"/>
                    </a:lnTo>
                    <a:lnTo>
                      <a:pt x="168" y="735"/>
                    </a:lnTo>
                    <a:lnTo>
                      <a:pt x="168" y="735"/>
                    </a:lnTo>
                    <a:lnTo>
                      <a:pt x="169" y="735"/>
                    </a:lnTo>
                    <a:lnTo>
                      <a:pt x="169" y="735"/>
                    </a:lnTo>
                    <a:lnTo>
                      <a:pt x="170" y="735"/>
                    </a:lnTo>
                    <a:lnTo>
                      <a:pt x="170" y="735"/>
                    </a:lnTo>
                    <a:lnTo>
                      <a:pt x="171" y="735"/>
                    </a:lnTo>
                    <a:lnTo>
                      <a:pt x="172" y="735"/>
                    </a:lnTo>
                    <a:lnTo>
                      <a:pt x="172" y="735"/>
                    </a:lnTo>
                    <a:lnTo>
                      <a:pt x="173" y="735"/>
                    </a:lnTo>
                    <a:lnTo>
                      <a:pt x="173" y="735"/>
                    </a:lnTo>
                    <a:lnTo>
                      <a:pt x="174" y="735"/>
                    </a:lnTo>
                    <a:lnTo>
                      <a:pt x="175" y="735"/>
                    </a:lnTo>
                    <a:lnTo>
                      <a:pt x="175" y="735"/>
                    </a:lnTo>
                    <a:lnTo>
                      <a:pt x="176" y="735"/>
                    </a:lnTo>
                    <a:lnTo>
                      <a:pt x="176" y="735"/>
                    </a:lnTo>
                    <a:lnTo>
                      <a:pt x="177" y="735"/>
                    </a:lnTo>
                    <a:lnTo>
                      <a:pt x="178" y="735"/>
                    </a:lnTo>
                    <a:lnTo>
                      <a:pt x="178" y="735"/>
                    </a:lnTo>
                    <a:lnTo>
                      <a:pt x="179" y="735"/>
                    </a:lnTo>
                    <a:lnTo>
                      <a:pt x="179" y="735"/>
                    </a:lnTo>
                    <a:lnTo>
                      <a:pt x="180" y="735"/>
                    </a:lnTo>
                    <a:lnTo>
                      <a:pt x="180" y="735"/>
                    </a:lnTo>
                    <a:lnTo>
                      <a:pt x="181" y="735"/>
                    </a:lnTo>
                    <a:lnTo>
                      <a:pt x="182" y="735"/>
                    </a:lnTo>
                    <a:lnTo>
                      <a:pt x="182" y="735"/>
                    </a:lnTo>
                    <a:lnTo>
                      <a:pt x="183" y="735"/>
                    </a:lnTo>
                    <a:lnTo>
                      <a:pt x="183" y="735"/>
                    </a:lnTo>
                    <a:lnTo>
                      <a:pt x="184" y="735"/>
                    </a:lnTo>
                    <a:lnTo>
                      <a:pt x="184" y="735"/>
                    </a:lnTo>
                    <a:lnTo>
                      <a:pt x="185" y="735"/>
                    </a:lnTo>
                    <a:lnTo>
                      <a:pt x="186" y="735"/>
                    </a:lnTo>
                    <a:lnTo>
                      <a:pt x="186" y="735"/>
                    </a:lnTo>
                    <a:lnTo>
                      <a:pt x="187" y="735"/>
                    </a:lnTo>
                    <a:lnTo>
                      <a:pt x="187" y="735"/>
                    </a:lnTo>
                    <a:lnTo>
                      <a:pt x="188" y="735"/>
                    </a:lnTo>
                    <a:lnTo>
                      <a:pt x="189" y="735"/>
                    </a:lnTo>
                    <a:lnTo>
                      <a:pt x="189" y="735"/>
                    </a:lnTo>
                    <a:lnTo>
                      <a:pt x="190" y="735"/>
                    </a:lnTo>
                    <a:lnTo>
                      <a:pt x="190" y="735"/>
                    </a:lnTo>
                    <a:lnTo>
                      <a:pt x="191" y="735"/>
                    </a:lnTo>
                    <a:lnTo>
                      <a:pt x="192" y="735"/>
                    </a:lnTo>
                    <a:lnTo>
                      <a:pt x="192" y="735"/>
                    </a:lnTo>
                    <a:lnTo>
                      <a:pt x="193" y="735"/>
                    </a:lnTo>
                    <a:lnTo>
                      <a:pt x="193" y="735"/>
                    </a:lnTo>
                    <a:lnTo>
                      <a:pt x="194" y="735"/>
                    </a:lnTo>
                    <a:lnTo>
                      <a:pt x="194" y="735"/>
                    </a:lnTo>
                    <a:lnTo>
                      <a:pt x="195" y="735"/>
                    </a:lnTo>
                    <a:lnTo>
                      <a:pt x="196" y="735"/>
                    </a:lnTo>
                    <a:lnTo>
                      <a:pt x="196" y="735"/>
                    </a:lnTo>
                    <a:lnTo>
                      <a:pt x="197" y="735"/>
                    </a:lnTo>
                    <a:lnTo>
                      <a:pt x="197" y="735"/>
                    </a:lnTo>
                    <a:lnTo>
                      <a:pt x="198" y="735"/>
                    </a:lnTo>
                    <a:lnTo>
                      <a:pt x="198" y="735"/>
                    </a:lnTo>
                    <a:lnTo>
                      <a:pt x="199" y="735"/>
                    </a:lnTo>
                    <a:lnTo>
                      <a:pt x="199" y="735"/>
                    </a:lnTo>
                    <a:lnTo>
                      <a:pt x="200" y="735"/>
                    </a:lnTo>
                    <a:lnTo>
                      <a:pt x="201" y="735"/>
                    </a:lnTo>
                    <a:lnTo>
                      <a:pt x="201" y="735"/>
                    </a:lnTo>
                    <a:lnTo>
                      <a:pt x="202" y="735"/>
                    </a:lnTo>
                    <a:lnTo>
                      <a:pt x="202" y="735"/>
                    </a:lnTo>
                    <a:lnTo>
                      <a:pt x="203" y="735"/>
                    </a:lnTo>
                    <a:lnTo>
                      <a:pt x="204" y="735"/>
                    </a:lnTo>
                    <a:lnTo>
                      <a:pt x="204" y="735"/>
                    </a:lnTo>
                    <a:lnTo>
                      <a:pt x="205" y="735"/>
                    </a:lnTo>
                    <a:lnTo>
                      <a:pt x="205" y="735"/>
                    </a:lnTo>
                    <a:lnTo>
                      <a:pt x="206" y="735"/>
                    </a:lnTo>
                    <a:lnTo>
                      <a:pt x="207" y="735"/>
                    </a:lnTo>
                    <a:lnTo>
                      <a:pt x="207" y="735"/>
                    </a:lnTo>
                    <a:lnTo>
                      <a:pt x="208" y="735"/>
                    </a:lnTo>
                    <a:lnTo>
                      <a:pt x="208" y="735"/>
                    </a:lnTo>
                    <a:lnTo>
                      <a:pt x="209" y="735"/>
                    </a:lnTo>
                    <a:lnTo>
                      <a:pt x="210" y="735"/>
                    </a:lnTo>
                    <a:lnTo>
                      <a:pt x="210" y="735"/>
                    </a:lnTo>
                    <a:lnTo>
                      <a:pt x="211" y="735"/>
                    </a:lnTo>
                    <a:lnTo>
                      <a:pt x="211" y="735"/>
                    </a:lnTo>
                    <a:lnTo>
                      <a:pt x="212" y="735"/>
                    </a:lnTo>
                    <a:lnTo>
                      <a:pt x="212" y="735"/>
                    </a:lnTo>
                    <a:lnTo>
                      <a:pt x="213" y="735"/>
                    </a:lnTo>
                    <a:lnTo>
                      <a:pt x="213" y="735"/>
                    </a:lnTo>
                    <a:lnTo>
                      <a:pt x="214" y="735"/>
                    </a:lnTo>
                    <a:lnTo>
                      <a:pt x="215" y="735"/>
                    </a:lnTo>
                    <a:lnTo>
                      <a:pt x="215" y="735"/>
                    </a:lnTo>
                    <a:lnTo>
                      <a:pt x="216" y="735"/>
                    </a:lnTo>
                    <a:lnTo>
                      <a:pt x="216" y="735"/>
                    </a:lnTo>
                    <a:lnTo>
                      <a:pt x="217" y="735"/>
                    </a:lnTo>
                    <a:lnTo>
                      <a:pt x="217" y="735"/>
                    </a:lnTo>
                    <a:lnTo>
                      <a:pt x="218" y="735"/>
                    </a:lnTo>
                    <a:lnTo>
                      <a:pt x="219" y="735"/>
                    </a:lnTo>
                    <a:lnTo>
                      <a:pt x="219" y="735"/>
                    </a:lnTo>
                    <a:lnTo>
                      <a:pt x="220" y="735"/>
                    </a:lnTo>
                    <a:lnTo>
                      <a:pt x="220" y="735"/>
                    </a:lnTo>
                    <a:lnTo>
                      <a:pt x="221" y="735"/>
                    </a:lnTo>
                    <a:lnTo>
                      <a:pt x="222" y="735"/>
                    </a:lnTo>
                    <a:lnTo>
                      <a:pt x="222" y="735"/>
                    </a:lnTo>
                    <a:lnTo>
                      <a:pt x="223" y="735"/>
                    </a:lnTo>
                    <a:lnTo>
                      <a:pt x="223" y="735"/>
                    </a:lnTo>
                    <a:lnTo>
                      <a:pt x="224" y="735"/>
                    </a:lnTo>
                    <a:lnTo>
                      <a:pt x="225" y="735"/>
                    </a:lnTo>
                    <a:lnTo>
                      <a:pt x="225" y="735"/>
                    </a:lnTo>
                    <a:lnTo>
                      <a:pt x="226" y="735"/>
                    </a:lnTo>
                    <a:lnTo>
                      <a:pt x="226" y="735"/>
                    </a:lnTo>
                    <a:lnTo>
                      <a:pt x="227" y="735"/>
                    </a:lnTo>
                    <a:lnTo>
                      <a:pt x="227" y="735"/>
                    </a:lnTo>
                    <a:lnTo>
                      <a:pt x="228" y="735"/>
                    </a:lnTo>
                    <a:lnTo>
                      <a:pt x="229" y="735"/>
                    </a:lnTo>
                    <a:lnTo>
                      <a:pt x="229" y="735"/>
                    </a:lnTo>
                    <a:lnTo>
                      <a:pt x="230" y="735"/>
                    </a:lnTo>
                    <a:lnTo>
                      <a:pt x="230" y="735"/>
                    </a:lnTo>
                    <a:lnTo>
                      <a:pt x="231" y="735"/>
                    </a:lnTo>
                    <a:lnTo>
                      <a:pt x="231" y="735"/>
                    </a:lnTo>
                    <a:lnTo>
                      <a:pt x="232" y="735"/>
                    </a:lnTo>
                    <a:lnTo>
                      <a:pt x="232" y="735"/>
                    </a:lnTo>
                    <a:lnTo>
                      <a:pt x="233" y="735"/>
                    </a:lnTo>
                    <a:lnTo>
                      <a:pt x="234" y="735"/>
                    </a:lnTo>
                    <a:lnTo>
                      <a:pt x="234" y="735"/>
                    </a:lnTo>
                    <a:lnTo>
                      <a:pt x="235" y="735"/>
                    </a:lnTo>
                    <a:lnTo>
                      <a:pt x="235" y="735"/>
                    </a:lnTo>
                    <a:lnTo>
                      <a:pt x="236" y="735"/>
                    </a:lnTo>
                    <a:lnTo>
                      <a:pt x="237" y="735"/>
                    </a:lnTo>
                    <a:lnTo>
                      <a:pt x="237" y="735"/>
                    </a:lnTo>
                    <a:lnTo>
                      <a:pt x="238" y="735"/>
                    </a:lnTo>
                    <a:lnTo>
                      <a:pt x="238" y="735"/>
                    </a:lnTo>
                    <a:lnTo>
                      <a:pt x="239" y="735"/>
                    </a:lnTo>
                    <a:lnTo>
                      <a:pt x="240" y="735"/>
                    </a:lnTo>
                    <a:lnTo>
                      <a:pt x="240" y="735"/>
                    </a:lnTo>
                    <a:lnTo>
                      <a:pt x="241" y="735"/>
                    </a:lnTo>
                    <a:lnTo>
                      <a:pt x="241" y="735"/>
                    </a:lnTo>
                    <a:lnTo>
                      <a:pt x="242" y="735"/>
                    </a:lnTo>
                    <a:lnTo>
                      <a:pt x="243" y="735"/>
                    </a:lnTo>
                    <a:lnTo>
                      <a:pt x="243" y="735"/>
                    </a:lnTo>
                    <a:lnTo>
                      <a:pt x="244" y="735"/>
                    </a:lnTo>
                    <a:lnTo>
                      <a:pt x="244" y="735"/>
                    </a:lnTo>
                    <a:lnTo>
                      <a:pt x="245" y="735"/>
                    </a:lnTo>
                    <a:lnTo>
                      <a:pt x="245" y="735"/>
                    </a:lnTo>
                    <a:lnTo>
                      <a:pt x="246" y="735"/>
                    </a:lnTo>
                    <a:lnTo>
                      <a:pt x="246" y="735"/>
                    </a:lnTo>
                    <a:lnTo>
                      <a:pt x="247" y="735"/>
                    </a:lnTo>
                    <a:lnTo>
                      <a:pt x="247" y="735"/>
                    </a:lnTo>
                    <a:lnTo>
                      <a:pt x="248" y="735"/>
                    </a:lnTo>
                    <a:lnTo>
                      <a:pt x="249" y="735"/>
                    </a:lnTo>
                    <a:lnTo>
                      <a:pt x="249" y="735"/>
                    </a:lnTo>
                    <a:lnTo>
                      <a:pt x="250" y="735"/>
                    </a:lnTo>
                    <a:lnTo>
                      <a:pt x="251" y="735"/>
                    </a:lnTo>
                    <a:lnTo>
                      <a:pt x="251" y="735"/>
                    </a:lnTo>
                    <a:lnTo>
                      <a:pt x="252" y="735"/>
                    </a:lnTo>
                    <a:lnTo>
                      <a:pt x="252" y="735"/>
                    </a:lnTo>
                    <a:lnTo>
                      <a:pt x="253" y="735"/>
                    </a:lnTo>
                    <a:lnTo>
                      <a:pt x="254" y="735"/>
                    </a:lnTo>
                    <a:lnTo>
                      <a:pt x="254" y="735"/>
                    </a:lnTo>
                    <a:lnTo>
                      <a:pt x="255" y="735"/>
                    </a:lnTo>
                    <a:lnTo>
                      <a:pt x="255" y="735"/>
                    </a:lnTo>
                    <a:lnTo>
                      <a:pt x="256" y="735"/>
                    </a:lnTo>
                    <a:lnTo>
                      <a:pt x="257" y="735"/>
                    </a:lnTo>
                    <a:lnTo>
                      <a:pt x="257" y="735"/>
                    </a:lnTo>
                    <a:lnTo>
                      <a:pt x="258" y="735"/>
                    </a:lnTo>
                    <a:lnTo>
                      <a:pt x="258" y="735"/>
                    </a:lnTo>
                    <a:lnTo>
                      <a:pt x="259" y="735"/>
                    </a:lnTo>
                    <a:lnTo>
                      <a:pt x="259" y="735"/>
                    </a:lnTo>
                    <a:lnTo>
                      <a:pt x="260" y="735"/>
                    </a:lnTo>
                    <a:lnTo>
                      <a:pt x="260" y="735"/>
                    </a:lnTo>
                    <a:lnTo>
                      <a:pt x="261" y="735"/>
                    </a:lnTo>
                    <a:lnTo>
                      <a:pt x="261" y="735"/>
                    </a:lnTo>
                    <a:lnTo>
                      <a:pt x="262" y="735"/>
                    </a:lnTo>
                    <a:lnTo>
                      <a:pt x="263" y="735"/>
                    </a:lnTo>
                    <a:lnTo>
                      <a:pt x="263" y="735"/>
                    </a:lnTo>
                    <a:lnTo>
                      <a:pt x="264" y="734"/>
                    </a:lnTo>
                    <a:lnTo>
                      <a:pt x="264" y="734"/>
                    </a:lnTo>
                    <a:lnTo>
                      <a:pt x="265" y="734"/>
                    </a:lnTo>
                    <a:lnTo>
                      <a:pt x="266" y="734"/>
                    </a:lnTo>
                    <a:lnTo>
                      <a:pt x="266" y="734"/>
                    </a:lnTo>
                    <a:lnTo>
                      <a:pt x="267" y="734"/>
                    </a:lnTo>
                    <a:lnTo>
                      <a:pt x="267" y="734"/>
                    </a:lnTo>
                    <a:lnTo>
                      <a:pt x="268" y="734"/>
                    </a:lnTo>
                    <a:lnTo>
                      <a:pt x="269" y="734"/>
                    </a:lnTo>
                    <a:lnTo>
                      <a:pt x="269" y="734"/>
                    </a:lnTo>
                    <a:lnTo>
                      <a:pt x="270" y="734"/>
                    </a:lnTo>
                    <a:lnTo>
                      <a:pt x="270" y="733"/>
                    </a:lnTo>
                    <a:lnTo>
                      <a:pt x="271" y="733"/>
                    </a:lnTo>
                    <a:lnTo>
                      <a:pt x="272" y="733"/>
                    </a:lnTo>
                    <a:lnTo>
                      <a:pt x="272" y="733"/>
                    </a:lnTo>
                    <a:lnTo>
                      <a:pt x="273" y="733"/>
                    </a:lnTo>
                    <a:lnTo>
                      <a:pt x="273" y="733"/>
                    </a:lnTo>
                    <a:lnTo>
                      <a:pt x="274" y="733"/>
                    </a:lnTo>
                    <a:lnTo>
                      <a:pt x="274" y="733"/>
                    </a:lnTo>
                    <a:lnTo>
                      <a:pt x="275" y="733"/>
                    </a:lnTo>
                    <a:lnTo>
                      <a:pt x="276" y="733"/>
                    </a:lnTo>
                    <a:lnTo>
                      <a:pt x="276" y="733"/>
                    </a:lnTo>
                    <a:lnTo>
                      <a:pt x="277" y="733"/>
                    </a:lnTo>
                    <a:lnTo>
                      <a:pt x="277" y="733"/>
                    </a:lnTo>
                    <a:lnTo>
                      <a:pt x="278" y="733"/>
                    </a:lnTo>
                    <a:lnTo>
                      <a:pt x="278" y="733"/>
                    </a:lnTo>
                    <a:lnTo>
                      <a:pt x="279" y="733"/>
                    </a:lnTo>
                    <a:lnTo>
                      <a:pt x="279" y="733"/>
                    </a:lnTo>
                    <a:lnTo>
                      <a:pt x="280" y="732"/>
                    </a:lnTo>
                    <a:lnTo>
                      <a:pt x="281" y="732"/>
                    </a:lnTo>
                    <a:lnTo>
                      <a:pt x="281" y="732"/>
                    </a:lnTo>
                    <a:lnTo>
                      <a:pt x="282" y="732"/>
                    </a:lnTo>
                    <a:lnTo>
                      <a:pt x="282" y="732"/>
                    </a:lnTo>
                    <a:lnTo>
                      <a:pt x="283" y="732"/>
                    </a:lnTo>
                    <a:lnTo>
                      <a:pt x="284" y="732"/>
                    </a:lnTo>
                    <a:lnTo>
                      <a:pt x="284" y="732"/>
                    </a:lnTo>
                    <a:lnTo>
                      <a:pt x="285" y="732"/>
                    </a:lnTo>
                    <a:lnTo>
                      <a:pt x="285" y="732"/>
                    </a:lnTo>
                    <a:lnTo>
                      <a:pt x="286" y="732"/>
                    </a:lnTo>
                    <a:lnTo>
                      <a:pt x="287" y="732"/>
                    </a:lnTo>
                    <a:lnTo>
                      <a:pt x="287" y="732"/>
                    </a:lnTo>
                    <a:lnTo>
                      <a:pt x="288" y="732"/>
                    </a:lnTo>
                    <a:lnTo>
                      <a:pt x="288" y="732"/>
                    </a:lnTo>
                    <a:lnTo>
                      <a:pt x="289" y="732"/>
                    </a:lnTo>
                    <a:lnTo>
                      <a:pt x="290" y="732"/>
                    </a:lnTo>
                    <a:lnTo>
                      <a:pt x="290" y="732"/>
                    </a:lnTo>
                    <a:lnTo>
                      <a:pt x="291" y="732"/>
                    </a:lnTo>
                    <a:lnTo>
                      <a:pt x="291" y="732"/>
                    </a:lnTo>
                    <a:lnTo>
                      <a:pt x="292" y="731"/>
                    </a:lnTo>
                    <a:lnTo>
                      <a:pt x="292" y="731"/>
                    </a:lnTo>
                    <a:lnTo>
                      <a:pt x="293" y="731"/>
                    </a:lnTo>
                    <a:lnTo>
                      <a:pt x="293" y="731"/>
                    </a:lnTo>
                    <a:lnTo>
                      <a:pt x="294" y="731"/>
                    </a:lnTo>
                    <a:lnTo>
                      <a:pt x="294" y="731"/>
                    </a:lnTo>
                    <a:lnTo>
                      <a:pt x="295" y="731"/>
                    </a:lnTo>
                    <a:lnTo>
                      <a:pt x="296" y="731"/>
                    </a:lnTo>
                    <a:lnTo>
                      <a:pt x="296" y="731"/>
                    </a:lnTo>
                    <a:lnTo>
                      <a:pt x="297" y="731"/>
                    </a:lnTo>
                    <a:lnTo>
                      <a:pt x="297" y="731"/>
                    </a:lnTo>
                    <a:lnTo>
                      <a:pt x="298" y="731"/>
                    </a:lnTo>
                    <a:lnTo>
                      <a:pt x="299" y="731"/>
                    </a:lnTo>
                    <a:lnTo>
                      <a:pt x="299" y="731"/>
                    </a:lnTo>
                    <a:lnTo>
                      <a:pt x="300" y="731"/>
                    </a:lnTo>
                    <a:lnTo>
                      <a:pt x="300" y="731"/>
                    </a:lnTo>
                    <a:lnTo>
                      <a:pt x="301" y="731"/>
                    </a:lnTo>
                    <a:lnTo>
                      <a:pt x="302" y="731"/>
                    </a:lnTo>
                    <a:lnTo>
                      <a:pt x="302" y="731"/>
                    </a:lnTo>
                    <a:lnTo>
                      <a:pt x="303" y="731"/>
                    </a:lnTo>
                    <a:lnTo>
                      <a:pt x="303" y="731"/>
                    </a:lnTo>
                    <a:lnTo>
                      <a:pt x="304" y="731"/>
                    </a:lnTo>
                    <a:lnTo>
                      <a:pt x="305" y="731"/>
                    </a:lnTo>
                    <a:lnTo>
                      <a:pt x="305" y="730"/>
                    </a:lnTo>
                    <a:lnTo>
                      <a:pt x="306" y="730"/>
                    </a:lnTo>
                    <a:lnTo>
                      <a:pt x="306" y="730"/>
                    </a:lnTo>
                    <a:lnTo>
                      <a:pt x="307" y="730"/>
                    </a:lnTo>
                    <a:lnTo>
                      <a:pt x="307" y="730"/>
                    </a:lnTo>
                    <a:lnTo>
                      <a:pt x="308" y="730"/>
                    </a:lnTo>
                    <a:lnTo>
                      <a:pt x="308" y="730"/>
                    </a:lnTo>
                    <a:lnTo>
                      <a:pt x="309" y="730"/>
                    </a:lnTo>
                    <a:lnTo>
                      <a:pt x="310" y="730"/>
                    </a:lnTo>
                    <a:lnTo>
                      <a:pt x="310" y="730"/>
                    </a:lnTo>
                    <a:lnTo>
                      <a:pt x="311" y="730"/>
                    </a:lnTo>
                    <a:lnTo>
                      <a:pt x="311" y="730"/>
                    </a:lnTo>
                    <a:lnTo>
                      <a:pt x="312" y="730"/>
                    </a:lnTo>
                    <a:lnTo>
                      <a:pt x="312" y="730"/>
                    </a:lnTo>
                    <a:lnTo>
                      <a:pt x="313" y="730"/>
                    </a:lnTo>
                    <a:lnTo>
                      <a:pt x="314" y="730"/>
                    </a:lnTo>
                    <a:lnTo>
                      <a:pt x="314" y="730"/>
                    </a:lnTo>
                    <a:lnTo>
                      <a:pt x="315" y="730"/>
                    </a:lnTo>
                    <a:lnTo>
                      <a:pt x="315" y="730"/>
                    </a:lnTo>
                    <a:lnTo>
                      <a:pt x="316" y="730"/>
                    </a:lnTo>
                    <a:lnTo>
                      <a:pt x="317" y="730"/>
                    </a:lnTo>
                    <a:lnTo>
                      <a:pt x="317" y="730"/>
                    </a:lnTo>
                    <a:lnTo>
                      <a:pt x="318" y="730"/>
                    </a:lnTo>
                    <a:lnTo>
                      <a:pt x="319" y="730"/>
                    </a:lnTo>
                    <a:lnTo>
                      <a:pt x="319" y="730"/>
                    </a:lnTo>
                    <a:lnTo>
                      <a:pt x="320" y="730"/>
                    </a:lnTo>
                    <a:lnTo>
                      <a:pt x="320" y="730"/>
                    </a:lnTo>
                    <a:lnTo>
                      <a:pt x="321" y="730"/>
                    </a:lnTo>
                    <a:lnTo>
                      <a:pt x="321" y="730"/>
                    </a:lnTo>
                    <a:lnTo>
                      <a:pt x="322" y="730"/>
                    </a:lnTo>
                    <a:lnTo>
                      <a:pt x="323" y="729"/>
                    </a:lnTo>
                    <a:lnTo>
                      <a:pt x="323" y="729"/>
                    </a:lnTo>
                    <a:lnTo>
                      <a:pt x="324" y="729"/>
                    </a:lnTo>
                    <a:lnTo>
                      <a:pt x="324" y="729"/>
                    </a:lnTo>
                    <a:lnTo>
                      <a:pt x="325" y="729"/>
                    </a:lnTo>
                    <a:lnTo>
                      <a:pt x="325" y="729"/>
                    </a:lnTo>
                    <a:lnTo>
                      <a:pt x="326" y="729"/>
                    </a:lnTo>
                    <a:lnTo>
                      <a:pt x="326" y="729"/>
                    </a:lnTo>
                    <a:lnTo>
                      <a:pt x="327" y="728"/>
                    </a:lnTo>
                    <a:lnTo>
                      <a:pt x="328" y="728"/>
                    </a:lnTo>
                    <a:lnTo>
                      <a:pt x="328" y="728"/>
                    </a:lnTo>
                    <a:lnTo>
                      <a:pt x="329" y="727"/>
                    </a:lnTo>
                    <a:lnTo>
                      <a:pt x="329" y="727"/>
                    </a:lnTo>
                    <a:lnTo>
                      <a:pt x="330" y="727"/>
                    </a:lnTo>
                    <a:lnTo>
                      <a:pt x="331" y="727"/>
                    </a:lnTo>
                    <a:lnTo>
                      <a:pt x="331" y="726"/>
                    </a:lnTo>
                    <a:lnTo>
                      <a:pt x="332" y="726"/>
                    </a:lnTo>
                    <a:lnTo>
                      <a:pt x="332" y="726"/>
                    </a:lnTo>
                    <a:lnTo>
                      <a:pt x="333" y="726"/>
                    </a:lnTo>
                    <a:lnTo>
                      <a:pt x="334" y="725"/>
                    </a:lnTo>
                    <a:lnTo>
                      <a:pt x="334" y="725"/>
                    </a:lnTo>
                    <a:lnTo>
                      <a:pt x="335" y="724"/>
                    </a:lnTo>
                    <a:lnTo>
                      <a:pt x="335" y="724"/>
                    </a:lnTo>
                    <a:lnTo>
                      <a:pt x="336" y="724"/>
                    </a:lnTo>
                    <a:lnTo>
                      <a:pt x="337" y="724"/>
                    </a:lnTo>
                    <a:lnTo>
                      <a:pt x="337" y="723"/>
                    </a:lnTo>
                    <a:lnTo>
                      <a:pt x="338" y="723"/>
                    </a:lnTo>
                    <a:lnTo>
                      <a:pt x="338" y="723"/>
                    </a:lnTo>
                    <a:lnTo>
                      <a:pt x="339" y="722"/>
                    </a:lnTo>
                    <a:lnTo>
                      <a:pt x="339" y="722"/>
                    </a:lnTo>
                    <a:lnTo>
                      <a:pt x="340" y="721"/>
                    </a:lnTo>
                    <a:lnTo>
                      <a:pt x="340" y="721"/>
                    </a:lnTo>
                    <a:lnTo>
                      <a:pt x="341" y="721"/>
                    </a:lnTo>
                    <a:lnTo>
                      <a:pt x="341" y="720"/>
                    </a:lnTo>
                    <a:lnTo>
                      <a:pt x="342" y="720"/>
                    </a:lnTo>
                    <a:lnTo>
                      <a:pt x="343" y="720"/>
                    </a:lnTo>
                    <a:lnTo>
                      <a:pt x="343" y="719"/>
                    </a:lnTo>
                    <a:lnTo>
                      <a:pt x="344" y="718"/>
                    </a:lnTo>
                    <a:lnTo>
                      <a:pt x="344" y="718"/>
                    </a:lnTo>
                    <a:lnTo>
                      <a:pt x="345" y="718"/>
                    </a:lnTo>
                    <a:lnTo>
                      <a:pt x="346" y="718"/>
                    </a:lnTo>
                    <a:lnTo>
                      <a:pt x="346" y="718"/>
                    </a:lnTo>
                    <a:lnTo>
                      <a:pt x="347" y="717"/>
                    </a:lnTo>
                    <a:lnTo>
                      <a:pt x="347" y="717"/>
                    </a:lnTo>
                    <a:lnTo>
                      <a:pt x="348" y="717"/>
                    </a:lnTo>
                    <a:lnTo>
                      <a:pt x="349" y="717"/>
                    </a:lnTo>
                    <a:lnTo>
                      <a:pt x="349" y="717"/>
                    </a:lnTo>
                    <a:lnTo>
                      <a:pt x="350" y="716"/>
                    </a:lnTo>
                    <a:lnTo>
                      <a:pt x="350" y="716"/>
                    </a:lnTo>
                    <a:lnTo>
                      <a:pt x="351" y="716"/>
                    </a:lnTo>
                    <a:lnTo>
                      <a:pt x="352" y="715"/>
                    </a:lnTo>
                    <a:lnTo>
                      <a:pt x="352" y="715"/>
                    </a:lnTo>
                    <a:lnTo>
                      <a:pt x="353" y="715"/>
                    </a:lnTo>
                    <a:lnTo>
                      <a:pt x="353" y="715"/>
                    </a:lnTo>
                    <a:lnTo>
                      <a:pt x="354" y="715"/>
                    </a:lnTo>
                    <a:lnTo>
                      <a:pt x="354" y="715"/>
                    </a:lnTo>
                    <a:lnTo>
                      <a:pt x="355" y="715"/>
                    </a:lnTo>
                    <a:lnTo>
                      <a:pt x="355" y="714"/>
                    </a:lnTo>
                    <a:lnTo>
                      <a:pt x="356" y="714"/>
                    </a:lnTo>
                    <a:lnTo>
                      <a:pt x="357" y="714"/>
                    </a:lnTo>
                    <a:lnTo>
                      <a:pt x="357" y="714"/>
                    </a:lnTo>
                    <a:lnTo>
                      <a:pt x="358" y="714"/>
                    </a:lnTo>
                    <a:lnTo>
                      <a:pt x="358" y="714"/>
                    </a:lnTo>
                    <a:lnTo>
                      <a:pt x="359" y="713"/>
                    </a:lnTo>
                    <a:lnTo>
                      <a:pt x="359" y="713"/>
                    </a:lnTo>
                    <a:lnTo>
                      <a:pt x="360" y="713"/>
                    </a:lnTo>
                    <a:lnTo>
                      <a:pt x="361" y="713"/>
                    </a:lnTo>
                    <a:lnTo>
                      <a:pt x="361" y="713"/>
                    </a:lnTo>
                    <a:lnTo>
                      <a:pt x="362" y="712"/>
                    </a:lnTo>
                    <a:lnTo>
                      <a:pt x="362" y="712"/>
                    </a:lnTo>
                    <a:lnTo>
                      <a:pt x="363" y="712"/>
                    </a:lnTo>
                    <a:lnTo>
                      <a:pt x="364" y="712"/>
                    </a:lnTo>
                    <a:lnTo>
                      <a:pt x="364" y="712"/>
                    </a:lnTo>
                    <a:lnTo>
                      <a:pt x="365" y="712"/>
                    </a:lnTo>
                    <a:lnTo>
                      <a:pt x="365" y="711"/>
                    </a:lnTo>
                    <a:lnTo>
                      <a:pt x="366" y="711"/>
                    </a:lnTo>
                    <a:lnTo>
                      <a:pt x="367" y="711"/>
                    </a:lnTo>
                    <a:lnTo>
                      <a:pt x="367" y="711"/>
                    </a:lnTo>
                    <a:lnTo>
                      <a:pt x="368" y="711"/>
                    </a:lnTo>
                    <a:lnTo>
                      <a:pt x="368" y="711"/>
                    </a:lnTo>
                    <a:lnTo>
                      <a:pt x="369" y="710"/>
                    </a:lnTo>
                    <a:lnTo>
                      <a:pt x="370" y="710"/>
                    </a:lnTo>
                    <a:lnTo>
                      <a:pt x="370" y="710"/>
                    </a:lnTo>
                    <a:lnTo>
                      <a:pt x="371" y="709"/>
                    </a:lnTo>
                    <a:lnTo>
                      <a:pt x="371" y="709"/>
                    </a:lnTo>
                    <a:lnTo>
                      <a:pt x="372" y="709"/>
                    </a:lnTo>
                    <a:lnTo>
                      <a:pt x="372" y="709"/>
                    </a:lnTo>
                    <a:lnTo>
                      <a:pt x="373" y="708"/>
                    </a:lnTo>
                    <a:lnTo>
                      <a:pt x="373" y="708"/>
                    </a:lnTo>
                    <a:lnTo>
                      <a:pt x="374" y="708"/>
                    </a:lnTo>
                    <a:lnTo>
                      <a:pt x="374" y="708"/>
                    </a:lnTo>
                    <a:lnTo>
                      <a:pt x="375" y="708"/>
                    </a:lnTo>
                    <a:lnTo>
                      <a:pt x="376" y="707"/>
                    </a:lnTo>
                    <a:lnTo>
                      <a:pt x="376" y="707"/>
                    </a:lnTo>
                    <a:lnTo>
                      <a:pt x="377" y="707"/>
                    </a:lnTo>
                    <a:lnTo>
                      <a:pt x="377" y="706"/>
                    </a:lnTo>
                    <a:lnTo>
                      <a:pt x="378" y="706"/>
                    </a:lnTo>
                    <a:lnTo>
                      <a:pt x="379" y="706"/>
                    </a:lnTo>
                    <a:lnTo>
                      <a:pt x="379" y="706"/>
                    </a:lnTo>
                    <a:lnTo>
                      <a:pt x="380" y="705"/>
                    </a:lnTo>
                    <a:lnTo>
                      <a:pt x="380" y="705"/>
                    </a:lnTo>
                    <a:lnTo>
                      <a:pt x="381" y="705"/>
                    </a:lnTo>
                    <a:lnTo>
                      <a:pt x="382" y="704"/>
                    </a:lnTo>
                    <a:lnTo>
                      <a:pt x="382" y="704"/>
                    </a:lnTo>
                    <a:lnTo>
                      <a:pt x="383" y="704"/>
                    </a:lnTo>
                    <a:lnTo>
                      <a:pt x="383" y="704"/>
                    </a:lnTo>
                    <a:lnTo>
                      <a:pt x="384" y="703"/>
                    </a:lnTo>
                    <a:lnTo>
                      <a:pt x="385" y="703"/>
                    </a:lnTo>
                    <a:lnTo>
                      <a:pt x="385" y="703"/>
                    </a:lnTo>
                    <a:lnTo>
                      <a:pt x="386" y="703"/>
                    </a:lnTo>
                    <a:lnTo>
                      <a:pt x="386" y="702"/>
                    </a:lnTo>
                    <a:lnTo>
                      <a:pt x="387" y="702"/>
                    </a:lnTo>
                    <a:lnTo>
                      <a:pt x="387" y="702"/>
                    </a:lnTo>
                    <a:lnTo>
                      <a:pt x="388" y="702"/>
                    </a:lnTo>
                    <a:lnTo>
                      <a:pt x="388" y="701"/>
                    </a:lnTo>
                    <a:lnTo>
                      <a:pt x="389" y="701"/>
                    </a:lnTo>
                    <a:lnTo>
                      <a:pt x="390" y="701"/>
                    </a:lnTo>
                    <a:lnTo>
                      <a:pt x="390" y="701"/>
                    </a:lnTo>
                    <a:lnTo>
                      <a:pt x="391" y="701"/>
                    </a:lnTo>
                    <a:lnTo>
                      <a:pt x="391" y="700"/>
                    </a:lnTo>
                    <a:lnTo>
                      <a:pt x="392" y="700"/>
                    </a:lnTo>
                    <a:lnTo>
                      <a:pt x="393" y="700"/>
                    </a:lnTo>
                    <a:lnTo>
                      <a:pt x="393" y="700"/>
                    </a:lnTo>
                    <a:lnTo>
                      <a:pt x="394" y="700"/>
                    </a:lnTo>
                    <a:lnTo>
                      <a:pt x="394" y="699"/>
                    </a:lnTo>
                    <a:lnTo>
                      <a:pt x="395" y="699"/>
                    </a:lnTo>
                    <a:lnTo>
                      <a:pt x="396" y="699"/>
                    </a:lnTo>
                    <a:lnTo>
                      <a:pt x="396" y="698"/>
                    </a:lnTo>
                    <a:lnTo>
                      <a:pt x="397" y="698"/>
                    </a:lnTo>
                    <a:lnTo>
                      <a:pt x="397" y="698"/>
                    </a:lnTo>
                    <a:lnTo>
                      <a:pt x="398" y="698"/>
                    </a:lnTo>
                    <a:lnTo>
                      <a:pt x="399" y="698"/>
                    </a:lnTo>
                    <a:lnTo>
                      <a:pt x="399" y="698"/>
                    </a:lnTo>
                    <a:lnTo>
                      <a:pt x="400" y="697"/>
                    </a:lnTo>
                    <a:lnTo>
                      <a:pt x="400" y="697"/>
                    </a:lnTo>
                    <a:lnTo>
                      <a:pt x="401" y="697"/>
                    </a:lnTo>
                    <a:lnTo>
                      <a:pt x="401" y="697"/>
                    </a:lnTo>
                    <a:lnTo>
                      <a:pt x="402" y="697"/>
                    </a:lnTo>
                    <a:lnTo>
                      <a:pt x="402" y="697"/>
                    </a:lnTo>
                    <a:lnTo>
                      <a:pt x="403" y="697"/>
                    </a:lnTo>
                    <a:lnTo>
                      <a:pt x="404" y="696"/>
                    </a:lnTo>
                    <a:lnTo>
                      <a:pt x="404" y="696"/>
                    </a:lnTo>
                    <a:lnTo>
                      <a:pt x="405" y="696"/>
                    </a:lnTo>
                    <a:lnTo>
                      <a:pt x="405" y="696"/>
                    </a:lnTo>
                    <a:lnTo>
                      <a:pt x="406" y="695"/>
                    </a:lnTo>
                    <a:lnTo>
                      <a:pt x="406" y="695"/>
                    </a:lnTo>
                    <a:lnTo>
                      <a:pt x="407" y="695"/>
                    </a:lnTo>
                    <a:lnTo>
                      <a:pt x="408" y="695"/>
                    </a:lnTo>
                    <a:lnTo>
                      <a:pt x="408" y="695"/>
                    </a:lnTo>
                    <a:lnTo>
                      <a:pt x="409" y="695"/>
                    </a:lnTo>
                    <a:lnTo>
                      <a:pt x="409" y="695"/>
                    </a:lnTo>
                    <a:lnTo>
                      <a:pt x="410" y="695"/>
                    </a:lnTo>
                    <a:lnTo>
                      <a:pt x="411" y="694"/>
                    </a:lnTo>
                    <a:lnTo>
                      <a:pt x="411" y="694"/>
                    </a:lnTo>
                    <a:lnTo>
                      <a:pt x="412" y="694"/>
                    </a:lnTo>
                    <a:lnTo>
                      <a:pt x="412" y="694"/>
                    </a:lnTo>
                    <a:lnTo>
                      <a:pt x="413" y="694"/>
                    </a:lnTo>
                    <a:lnTo>
                      <a:pt x="414" y="694"/>
                    </a:lnTo>
                    <a:lnTo>
                      <a:pt x="414" y="694"/>
                    </a:lnTo>
                    <a:lnTo>
                      <a:pt x="415" y="694"/>
                    </a:lnTo>
                    <a:lnTo>
                      <a:pt x="415" y="694"/>
                    </a:lnTo>
                    <a:lnTo>
                      <a:pt x="416" y="694"/>
                    </a:lnTo>
                    <a:lnTo>
                      <a:pt x="417" y="694"/>
                    </a:lnTo>
                    <a:lnTo>
                      <a:pt x="417" y="694"/>
                    </a:lnTo>
                    <a:lnTo>
                      <a:pt x="418" y="694"/>
                    </a:lnTo>
                    <a:lnTo>
                      <a:pt x="418" y="694"/>
                    </a:lnTo>
                    <a:lnTo>
                      <a:pt x="419" y="694"/>
                    </a:lnTo>
                    <a:lnTo>
                      <a:pt x="419" y="694"/>
                    </a:lnTo>
                    <a:lnTo>
                      <a:pt x="420" y="694"/>
                    </a:lnTo>
                    <a:lnTo>
                      <a:pt x="420" y="694"/>
                    </a:lnTo>
                    <a:lnTo>
                      <a:pt x="421" y="694"/>
                    </a:lnTo>
                    <a:lnTo>
                      <a:pt x="421" y="694"/>
                    </a:lnTo>
                    <a:lnTo>
                      <a:pt x="422" y="694"/>
                    </a:lnTo>
                    <a:lnTo>
                      <a:pt x="423" y="694"/>
                    </a:lnTo>
                    <a:lnTo>
                      <a:pt x="423" y="694"/>
                    </a:lnTo>
                    <a:lnTo>
                      <a:pt x="424" y="694"/>
                    </a:lnTo>
                    <a:lnTo>
                      <a:pt x="424" y="694"/>
                    </a:lnTo>
                    <a:lnTo>
                      <a:pt x="425" y="693"/>
                    </a:lnTo>
                    <a:lnTo>
                      <a:pt x="426" y="693"/>
                    </a:lnTo>
                    <a:lnTo>
                      <a:pt x="426" y="693"/>
                    </a:lnTo>
                    <a:lnTo>
                      <a:pt x="427" y="693"/>
                    </a:lnTo>
                    <a:lnTo>
                      <a:pt x="427" y="693"/>
                    </a:lnTo>
                    <a:lnTo>
                      <a:pt x="428" y="693"/>
                    </a:lnTo>
                    <a:lnTo>
                      <a:pt x="429" y="693"/>
                    </a:lnTo>
                    <a:lnTo>
                      <a:pt x="429" y="693"/>
                    </a:lnTo>
                    <a:lnTo>
                      <a:pt x="430" y="693"/>
                    </a:lnTo>
                    <a:lnTo>
                      <a:pt x="430" y="693"/>
                    </a:lnTo>
                    <a:lnTo>
                      <a:pt x="431" y="693"/>
                    </a:lnTo>
                    <a:lnTo>
                      <a:pt x="432" y="693"/>
                    </a:lnTo>
                    <a:lnTo>
                      <a:pt x="432" y="693"/>
                    </a:lnTo>
                    <a:lnTo>
                      <a:pt x="433" y="693"/>
                    </a:lnTo>
                    <a:lnTo>
                      <a:pt x="433" y="693"/>
                    </a:lnTo>
                    <a:lnTo>
                      <a:pt x="434" y="693"/>
                    </a:lnTo>
                    <a:lnTo>
                      <a:pt x="434" y="693"/>
                    </a:lnTo>
                    <a:lnTo>
                      <a:pt x="435" y="693"/>
                    </a:lnTo>
                    <a:lnTo>
                      <a:pt x="435" y="693"/>
                    </a:lnTo>
                    <a:lnTo>
                      <a:pt x="436" y="693"/>
                    </a:lnTo>
                    <a:lnTo>
                      <a:pt x="437" y="692"/>
                    </a:lnTo>
                    <a:lnTo>
                      <a:pt x="437" y="692"/>
                    </a:lnTo>
                    <a:lnTo>
                      <a:pt x="438" y="692"/>
                    </a:lnTo>
                    <a:lnTo>
                      <a:pt x="438" y="692"/>
                    </a:lnTo>
                    <a:lnTo>
                      <a:pt x="439" y="692"/>
                    </a:lnTo>
                    <a:lnTo>
                      <a:pt x="439" y="692"/>
                    </a:lnTo>
                    <a:lnTo>
                      <a:pt x="440" y="692"/>
                    </a:lnTo>
                    <a:lnTo>
                      <a:pt x="441" y="692"/>
                    </a:lnTo>
                    <a:lnTo>
                      <a:pt x="441" y="692"/>
                    </a:lnTo>
                    <a:lnTo>
                      <a:pt x="442" y="692"/>
                    </a:lnTo>
                    <a:lnTo>
                      <a:pt x="442" y="692"/>
                    </a:lnTo>
                    <a:lnTo>
                      <a:pt x="443" y="692"/>
                    </a:lnTo>
                    <a:lnTo>
                      <a:pt x="444" y="692"/>
                    </a:lnTo>
                    <a:lnTo>
                      <a:pt x="444" y="692"/>
                    </a:lnTo>
                    <a:lnTo>
                      <a:pt x="445" y="692"/>
                    </a:lnTo>
                    <a:lnTo>
                      <a:pt x="445" y="692"/>
                    </a:lnTo>
                    <a:lnTo>
                      <a:pt x="446" y="692"/>
                    </a:lnTo>
                    <a:lnTo>
                      <a:pt x="447" y="692"/>
                    </a:lnTo>
                    <a:lnTo>
                      <a:pt x="447" y="691"/>
                    </a:lnTo>
                    <a:lnTo>
                      <a:pt x="448" y="691"/>
                    </a:lnTo>
                    <a:lnTo>
                      <a:pt x="448" y="691"/>
                    </a:lnTo>
                    <a:lnTo>
                      <a:pt x="449" y="690"/>
                    </a:lnTo>
                    <a:lnTo>
                      <a:pt x="449" y="689"/>
                    </a:lnTo>
                    <a:lnTo>
                      <a:pt x="450" y="689"/>
                    </a:lnTo>
                    <a:lnTo>
                      <a:pt x="451" y="689"/>
                    </a:lnTo>
                    <a:lnTo>
                      <a:pt x="451" y="688"/>
                    </a:lnTo>
                    <a:lnTo>
                      <a:pt x="452" y="688"/>
                    </a:lnTo>
                    <a:lnTo>
                      <a:pt x="452" y="687"/>
                    </a:lnTo>
                    <a:lnTo>
                      <a:pt x="453" y="686"/>
                    </a:lnTo>
                    <a:lnTo>
                      <a:pt x="453" y="686"/>
                    </a:lnTo>
                    <a:lnTo>
                      <a:pt x="454" y="685"/>
                    </a:lnTo>
                    <a:lnTo>
                      <a:pt x="454" y="684"/>
                    </a:lnTo>
                    <a:lnTo>
                      <a:pt x="455" y="683"/>
                    </a:lnTo>
                    <a:lnTo>
                      <a:pt x="456" y="682"/>
                    </a:lnTo>
                    <a:lnTo>
                      <a:pt x="456" y="681"/>
                    </a:lnTo>
                    <a:lnTo>
                      <a:pt x="457" y="680"/>
                    </a:lnTo>
                    <a:lnTo>
                      <a:pt x="458" y="679"/>
                    </a:lnTo>
                    <a:lnTo>
                      <a:pt x="458" y="677"/>
                    </a:lnTo>
                    <a:lnTo>
                      <a:pt x="459" y="676"/>
                    </a:lnTo>
                    <a:lnTo>
                      <a:pt x="459" y="675"/>
                    </a:lnTo>
                    <a:lnTo>
                      <a:pt x="460" y="673"/>
                    </a:lnTo>
                    <a:lnTo>
                      <a:pt x="461" y="672"/>
                    </a:lnTo>
                    <a:lnTo>
                      <a:pt x="461" y="671"/>
                    </a:lnTo>
                    <a:lnTo>
                      <a:pt x="462" y="669"/>
                    </a:lnTo>
                    <a:lnTo>
                      <a:pt x="462" y="668"/>
                    </a:lnTo>
                    <a:lnTo>
                      <a:pt x="463" y="667"/>
                    </a:lnTo>
                    <a:lnTo>
                      <a:pt x="464" y="665"/>
                    </a:lnTo>
                    <a:lnTo>
                      <a:pt x="464" y="664"/>
                    </a:lnTo>
                    <a:lnTo>
                      <a:pt x="465" y="662"/>
                    </a:lnTo>
                    <a:lnTo>
                      <a:pt x="465" y="661"/>
                    </a:lnTo>
                    <a:lnTo>
                      <a:pt x="466" y="660"/>
                    </a:lnTo>
                    <a:lnTo>
                      <a:pt x="466" y="659"/>
                    </a:lnTo>
                    <a:lnTo>
                      <a:pt x="467" y="658"/>
                    </a:lnTo>
                    <a:lnTo>
                      <a:pt x="467" y="657"/>
                    </a:lnTo>
                    <a:lnTo>
                      <a:pt x="468" y="656"/>
                    </a:lnTo>
                    <a:lnTo>
                      <a:pt x="468" y="655"/>
                    </a:lnTo>
                    <a:lnTo>
                      <a:pt x="469" y="654"/>
                    </a:lnTo>
                    <a:lnTo>
                      <a:pt x="470" y="653"/>
                    </a:lnTo>
                    <a:lnTo>
                      <a:pt x="470" y="652"/>
                    </a:lnTo>
                    <a:lnTo>
                      <a:pt x="471" y="651"/>
                    </a:lnTo>
                    <a:lnTo>
                      <a:pt x="471" y="650"/>
                    </a:lnTo>
                    <a:lnTo>
                      <a:pt x="472" y="650"/>
                    </a:lnTo>
                    <a:lnTo>
                      <a:pt x="473" y="648"/>
                    </a:lnTo>
                    <a:lnTo>
                      <a:pt x="473" y="648"/>
                    </a:lnTo>
                    <a:lnTo>
                      <a:pt x="474" y="647"/>
                    </a:lnTo>
                    <a:lnTo>
                      <a:pt x="474" y="647"/>
                    </a:lnTo>
                    <a:lnTo>
                      <a:pt x="475" y="647"/>
                    </a:lnTo>
                    <a:lnTo>
                      <a:pt x="476" y="646"/>
                    </a:lnTo>
                    <a:lnTo>
                      <a:pt x="476" y="645"/>
                    </a:lnTo>
                    <a:lnTo>
                      <a:pt x="477" y="645"/>
                    </a:lnTo>
                    <a:lnTo>
                      <a:pt x="477" y="645"/>
                    </a:lnTo>
                    <a:lnTo>
                      <a:pt x="478" y="645"/>
                    </a:lnTo>
                    <a:lnTo>
                      <a:pt x="479" y="645"/>
                    </a:lnTo>
                    <a:lnTo>
                      <a:pt x="479" y="645"/>
                    </a:lnTo>
                    <a:lnTo>
                      <a:pt x="480" y="645"/>
                    </a:lnTo>
                    <a:lnTo>
                      <a:pt x="480" y="644"/>
                    </a:lnTo>
                    <a:lnTo>
                      <a:pt x="481" y="644"/>
                    </a:lnTo>
                    <a:lnTo>
                      <a:pt x="481" y="644"/>
                    </a:lnTo>
                    <a:lnTo>
                      <a:pt x="482" y="643"/>
                    </a:lnTo>
                    <a:lnTo>
                      <a:pt x="482" y="643"/>
                    </a:lnTo>
                    <a:lnTo>
                      <a:pt x="483" y="642"/>
                    </a:lnTo>
                    <a:lnTo>
                      <a:pt x="484" y="642"/>
                    </a:lnTo>
                    <a:lnTo>
                      <a:pt x="484" y="641"/>
                    </a:lnTo>
                    <a:lnTo>
                      <a:pt x="485" y="641"/>
                    </a:lnTo>
                    <a:lnTo>
                      <a:pt x="485" y="640"/>
                    </a:lnTo>
                    <a:lnTo>
                      <a:pt x="486" y="639"/>
                    </a:lnTo>
                    <a:lnTo>
                      <a:pt x="486" y="639"/>
                    </a:lnTo>
                    <a:lnTo>
                      <a:pt x="487" y="638"/>
                    </a:lnTo>
                    <a:lnTo>
                      <a:pt x="488" y="638"/>
                    </a:lnTo>
                    <a:lnTo>
                      <a:pt x="488" y="637"/>
                    </a:lnTo>
                    <a:lnTo>
                      <a:pt x="489" y="636"/>
                    </a:lnTo>
                    <a:lnTo>
                      <a:pt x="489" y="636"/>
                    </a:lnTo>
                    <a:lnTo>
                      <a:pt x="490" y="635"/>
                    </a:lnTo>
                    <a:lnTo>
                      <a:pt x="491" y="635"/>
                    </a:lnTo>
                    <a:lnTo>
                      <a:pt x="491" y="634"/>
                    </a:lnTo>
                    <a:lnTo>
                      <a:pt x="492" y="633"/>
                    </a:lnTo>
                    <a:lnTo>
                      <a:pt x="492" y="632"/>
                    </a:lnTo>
                    <a:lnTo>
                      <a:pt x="493" y="631"/>
                    </a:lnTo>
                    <a:lnTo>
                      <a:pt x="494" y="630"/>
                    </a:lnTo>
                    <a:lnTo>
                      <a:pt x="494" y="629"/>
                    </a:lnTo>
                    <a:lnTo>
                      <a:pt x="495" y="628"/>
                    </a:lnTo>
                    <a:lnTo>
                      <a:pt x="495" y="627"/>
                    </a:lnTo>
                    <a:lnTo>
                      <a:pt x="496" y="626"/>
                    </a:lnTo>
                    <a:lnTo>
                      <a:pt x="496" y="625"/>
                    </a:lnTo>
                    <a:lnTo>
                      <a:pt x="497" y="624"/>
                    </a:lnTo>
                    <a:lnTo>
                      <a:pt x="498" y="623"/>
                    </a:lnTo>
                    <a:lnTo>
                      <a:pt x="498" y="622"/>
                    </a:lnTo>
                    <a:lnTo>
                      <a:pt x="499" y="621"/>
                    </a:lnTo>
                    <a:lnTo>
                      <a:pt x="499" y="620"/>
                    </a:lnTo>
                    <a:lnTo>
                      <a:pt x="500" y="619"/>
                    </a:lnTo>
                    <a:lnTo>
                      <a:pt x="500" y="618"/>
                    </a:lnTo>
                    <a:lnTo>
                      <a:pt x="501" y="617"/>
                    </a:lnTo>
                    <a:lnTo>
                      <a:pt x="501" y="617"/>
                    </a:lnTo>
                    <a:lnTo>
                      <a:pt x="502" y="616"/>
                    </a:lnTo>
                    <a:lnTo>
                      <a:pt x="503" y="615"/>
                    </a:lnTo>
                    <a:lnTo>
                      <a:pt x="503" y="614"/>
                    </a:lnTo>
                    <a:lnTo>
                      <a:pt x="504" y="613"/>
                    </a:lnTo>
                    <a:lnTo>
                      <a:pt x="504" y="612"/>
                    </a:lnTo>
                    <a:lnTo>
                      <a:pt x="505" y="611"/>
                    </a:lnTo>
                    <a:lnTo>
                      <a:pt x="506" y="611"/>
                    </a:lnTo>
                    <a:lnTo>
                      <a:pt x="506" y="609"/>
                    </a:lnTo>
                    <a:lnTo>
                      <a:pt x="507" y="609"/>
                    </a:lnTo>
                    <a:lnTo>
                      <a:pt x="507" y="608"/>
                    </a:lnTo>
                    <a:lnTo>
                      <a:pt x="508" y="607"/>
                    </a:lnTo>
                    <a:lnTo>
                      <a:pt x="509" y="606"/>
                    </a:lnTo>
                    <a:lnTo>
                      <a:pt x="509" y="605"/>
                    </a:lnTo>
                    <a:lnTo>
                      <a:pt x="510" y="604"/>
                    </a:lnTo>
                    <a:lnTo>
                      <a:pt x="510" y="603"/>
                    </a:lnTo>
                    <a:lnTo>
                      <a:pt x="511" y="603"/>
                    </a:lnTo>
                    <a:lnTo>
                      <a:pt x="512" y="602"/>
                    </a:lnTo>
                    <a:lnTo>
                      <a:pt x="512" y="602"/>
                    </a:lnTo>
                    <a:lnTo>
                      <a:pt x="513" y="601"/>
                    </a:lnTo>
                    <a:lnTo>
                      <a:pt x="513" y="601"/>
                    </a:lnTo>
                    <a:lnTo>
                      <a:pt x="514" y="600"/>
                    </a:lnTo>
                    <a:lnTo>
                      <a:pt x="514" y="600"/>
                    </a:lnTo>
                    <a:lnTo>
                      <a:pt x="515" y="599"/>
                    </a:lnTo>
                    <a:lnTo>
                      <a:pt x="515" y="599"/>
                    </a:lnTo>
                    <a:lnTo>
                      <a:pt x="516" y="598"/>
                    </a:lnTo>
                    <a:lnTo>
                      <a:pt x="516" y="598"/>
                    </a:lnTo>
                    <a:lnTo>
                      <a:pt x="517" y="598"/>
                    </a:lnTo>
                    <a:lnTo>
                      <a:pt x="518" y="597"/>
                    </a:lnTo>
                    <a:lnTo>
                      <a:pt x="518" y="597"/>
                    </a:lnTo>
                    <a:lnTo>
                      <a:pt x="519" y="596"/>
                    </a:lnTo>
                    <a:lnTo>
                      <a:pt x="519" y="596"/>
                    </a:lnTo>
                    <a:lnTo>
                      <a:pt x="520" y="595"/>
                    </a:lnTo>
                    <a:lnTo>
                      <a:pt x="521" y="595"/>
                    </a:lnTo>
                    <a:lnTo>
                      <a:pt x="521" y="595"/>
                    </a:lnTo>
                    <a:lnTo>
                      <a:pt x="522" y="594"/>
                    </a:lnTo>
                    <a:lnTo>
                      <a:pt x="522" y="594"/>
                    </a:lnTo>
                    <a:lnTo>
                      <a:pt x="523" y="593"/>
                    </a:lnTo>
                    <a:lnTo>
                      <a:pt x="524" y="593"/>
                    </a:lnTo>
                    <a:lnTo>
                      <a:pt x="524" y="592"/>
                    </a:lnTo>
                    <a:lnTo>
                      <a:pt x="525" y="592"/>
                    </a:lnTo>
                    <a:lnTo>
                      <a:pt x="526" y="591"/>
                    </a:lnTo>
                    <a:lnTo>
                      <a:pt x="526" y="590"/>
                    </a:lnTo>
                    <a:lnTo>
                      <a:pt x="527" y="590"/>
                    </a:lnTo>
                    <a:lnTo>
                      <a:pt x="527" y="589"/>
                    </a:lnTo>
                    <a:lnTo>
                      <a:pt x="528" y="588"/>
                    </a:lnTo>
                    <a:lnTo>
                      <a:pt x="528" y="588"/>
                    </a:lnTo>
                    <a:lnTo>
                      <a:pt x="529" y="587"/>
                    </a:lnTo>
                    <a:lnTo>
                      <a:pt x="529" y="586"/>
                    </a:lnTo>
                    <a:lnTo>
                      <a:pt x="530" y="586"/>
                    </a:lnTo>
                    <a:lnTo>
                      <a:pt x="531" y="585"/>
                    </a:lnTo>
                    <a:lnTo>
                      <a:pt x="531" y="584"/>
                    </a:lnTo>
                    <a:lnTo>
                      <a:pt x="532" y="583"/>
                    </a:lnTo>
                    <a:lnTo>
                      <a:pt x="532" y="582"/>
                    </a:lnTo>
                    <a:lnTo>
                      <a:pt x="533" y="581"/>
                    </a:lnTo>
                    <a:lnTo>
                      <a:pt x="533" y="580"/>
                    </a:lnTo>
                    <a:lnTo>
                      <a:pt x="534" y="579"/>
                    </a:lnTo>
                    <a:lnTo>
                      <a:pt x="535" y="577"/>
                    </a:lnTo>
                    <a:lnTo>
                      <a:pt x="535" y="576"/>
                    </a:lnTo>
                    <a:lnTo>
                      <a:pt x="536" y="575"/>
                    </a:lnTo>
                    <a:lnTo>
                      <a:pt x="536" y="574"/>
                    </a:lnTo>
                    <a:lnTo>
                      <a:pt x="537" y="573"/>
                    </a:lnTo>
                    <a:lnTo>
                      <a:pt x="538" y="572"/>
                    </a:lnTo>
                    <a:lnTo>
                      <a:pt x="538" y="571"/>
                    </a:lnTo>
                    <a:lnTo>
                      <a:pt x="539" y="570"/>
                    </a:lnTo>
                    <a:lnTo>
                      <a:pt x="539" y="569"/>
                    </a:lnTo>
                    <a:lnTo>
                      <a:pt x="540" y="568"/>
                    </a:lnTo>
                    <a:lnTo>
                      <a:pt x="541" y="567"/>
                    </a:lnTo>
                    <a:lnTo>
                      <a:pt x="541" y="565"/>
                    </a:lnTo>
                    <a:lnTo>
                      <a:pt x="542" y="565"/>
                    </a:lnTo>
                    <a:lnTo>
                      <a:pt x="542" y="564"/>
                    </a:lnTo>
                    <a:lnTo>
                      <a:pt x="543" y="562"/>
                    </a:lnTo>
                    <a:lnTo>
                      <a:pt x="543" y="561"/>
                    </a:lnTo>
                    <a:lnTo>
                      <a:pt x="544" y="560"/>
                    </a:lnTo>
                    <a:lnTo>
                      <a:pt x="545" y="559"/>
                    </a:lnTo>
                    <a:lnTo>
                      <a:pt x="545" y="558"/>
                    </a:lnTo>
                    <a:lnTo>
                      <a:pt x="546" y="557"/>
                    </a:lnTo>
                    <a:lnTo>
                      <a:pt x="546" y="556"/>
                    </a:lnTo>
                    <a:lnTo>
                      <a:pt x="547" y="555"/>
                    </a:lnTo>
                    <a:lnTo>
                      <a:pt x="547" y="554"/>
                    </a:lnTo>
                    <a:lnTo>
                      <a:pt x="548" y="553"/>
                    </a:lnTo>
                    <a:lnTo>
                      <a:pt x="548" y="552"/>
                    </a:lnTo>
                    <a:lnTo>
                      <a:pt x="549" y="551"/>
                    </a:lnTo>
                    <a:lnTo>
                      <a:pt x="550" y="550"/>
                    </a:lnTo>
                    <a:lnTo>
                      <a:pt x="550" y="549"/>
                    </a:lnTo>
                    <a:lnTo>
                      <a:pt x="551" y="549"/>
                    </a:lnTo>
                    <a:lnTo>
                      <a:pt x="551" y="548"/>
                    </a:lnTo>
                    <a:lnTo>
                      <a:pt x="552" y="547"/>
                    </a:lnTo>
                    <a:lnTo>
                      <a:pt x="553" y="547"/>
                    </a:lnTo>
                    <a:lnTo>
                      <a:pt x="553" y="546"/>
                    </a:lnTo>
                    <a:lnTo>
                      <a:pt x="554" y="546"/>
                    </a:lnTo>
                    <a:lnTo>
                      <a:pt x="554" y="545"/>
                    </a:lnTo>
                    <a:lnTo>
                      <a:pt x="555" y="544"/>
                    </a:lnTo>
                    <a:lnTo>
                      <a:pt x="556" y="544"/>
                    </a:lnTo>
                    <a:lnTo>
                      <a:pt x="556" y="543"/>
                    </a:lnTo>
                    <a:lnTo>
                      <a:pt x="557" y="543"/>
                    </a:lnTo>
                    <a:lnTo>
                      <a:pt x="557" y="542"/>
                    </a:lnTo>
                    <a:lnTo>
                      <a:pt x="558" y="542"/>
                    </a:lnTo>
                    <a:lnTo>
                      <a:pt x="559" y="541"/>
                    </a:lnTo>
                    <a:lnTo>
                      <a:pt x="559" y="541"/>
                    </a:lnTo>
                    <a:lnTo>
                      <a:pt x="560" y="540"/>
                    </a:lnTo>
                    <a:lnTo>
                      <a:pt x="560" y="540"/>
                    </a:lnTo>
                    <a:lnTo>
                      <a:pt x="561" y="546"/>
                    </a:lnTo>
                    <a:lnTo>
                      <a:pt x="561" y="552"/>
                    </a:lnTo>
                    <a:lnTo>
                      <a:pt x="562" y="558"/>
                    </a:lnTo>
                    <a:lnTo>
                      <a:pt x="562" y="563"/>
                    </a:lnTo>
                    <a:lnTo>
                      <a:pt x="563" y="569"/>
                    </a:lnTo>
                    <a:lnTo>
                      <a:pt x="563" y="575"/>
                    </a:lnTo>
                    <a:lnTo>
                      <a:pt x="564" y="581"/>
                    </a:lnTo>
                    <a:lnTo>
                      <a:pt x="565" y="587"/>
                    </a:lnTo>
                    <a:lnTo>
                      <a:pt x="565" y="593"/>
                    </a:lnTo>
                    <a:lnTo>
                      <a:pt x="566" y="598"/>
                    </a:lnTo>
                    <a:lnTo>
                      <a:pt x="566" y="605"/>
                    </a:lnTo>
                    <a:lnTo>
                      <a:pt x="567" y="611"/>
                    </a:lnTo>
                    <a:lnTo>
                      <a:pt x="568" y="617"/>
                    </a:lnTo>
                    <a:lnTo>
                      <a:pt x="568" y="623"/>
                    </a:lnTo>
                    <a:lnTo>
                      <a:pt x="569" y="628"/>
                    </a:lnTo>
                    <a:lnTo>
                      <a:pt x="569" y="634"/>
                    </a:lnTo>
                    <a:lnTo>
                      <a:pt x="570" y="640"/>
                    </a:lnTo>
                    <a:lnTo>
                      <a:pt x="571" y="646"/>
                    </a:lnTo>
                    <a:lnTo>
                      <a:pt x="571" y="652"/>
                    </a:lnTo>
                    <a:lnTo>
                      <a:pt x="572" y="658"/>
                    </a:lnTo>
                    <a:lnTo>
                      <a:pt x="572" y="664"/>
                    </a:lnTo>
                    <a:lnTo>
                      <a:pt x="573" y="670"/>
                    </a:lnTo>
                    <a:lnTo>
                      <a:pt x="574" y="676"/>
                    </a:lnTo>
                    <a:lnTo>
                      <a:pt x="574" y="682"/>
                    </a:lnTo>
                    <a:lnTo>
                      <a:pt x="575" y="688"/>
                    </a:lnTo>
                    <a:lnTo>
                      <a:pt x="575" y="694"/>
                    </a:lnTo>
                    <a:lnTo>
                      <a:pt x="576" y="700"/>
                    </a:lnTo>
                    <a:lnTo>
                      <a:pt x="576" y="706"/>
                    </a:lnTo>
                    <a:lnTo>
                      <a:pt x="577" y="712"/>
                    </a:lnTo>
                    <a:lnTo>
                      <a:pt x="577" y="718"/>
                    </a:lnTo>
                    <a:lnTo>
                      <a:pt x="578" y="724"/>
                    </a:lnTo>
                    <a:lnTo>
                      <a:pt x="579" y="730"/>
                    </a:lnTo>
                    <a:lnTo>
                      <a:pt x="579" y="735"/>
                    </a:lnTo>
                    <a:lnTo>
                      <a:pt x="580" y="735"/>
                    </a:lnTo>
                    <a:lnTo>
                      <a:pt x="580" y="735"/>
                    </a:lnTo>
                    <a:lnTo>
                      <a:pt x="581" y="735"/>
                    </a:lnTo>
                    <a:lnTo>
                      <a:pt x="581" y="735"/>
                    </a:lnTo>
                    <a:lnTo>
                      <a:pt x="582" y="735"/>
                    </a:lnTo>
                    <a:lnTo>
                      <a:pt x="583" y="735"/>
                    </a:lnTo>
                    <a:lnTo>
                      <a:pt x="583" y="735"/>
                    </a:lnTo>
                    <a:lnTo>
                      <a:pt x="584" y="735"/>
                    </a:lnTo>
                    <a:lnTo>
                      <a:pt x="584" y="735"/>
                    </a:lnTo>
                    <a:lnTo>
                      <a:pt x="585" y="735"/>
                    </a:lnTo>
                    <a:lnTo>
                      <a:pt x="586" y="735"/>
                    </a:lnTo>
                    <a:lnTo>
                      <a:pt x="586" y="735"/>
                    </a:lnTo>
                    <a:lnTo>
                      <a:pt x="587" y="735"/>
                    </a:lnTo>
                    <a:lnTo>
                      <a:pt x="587" y="735"/>
                    </a:lnTo>
                    <a:lnTo>
                      <a:pt x="588" y="735"/>
                    </a:lnTo>
                    <a:lnTo>
                      <a:pt x="589" y="735"/>
                    </a:lnTo>
                    <a:lnTo>
                      <a:pt x="589" y="735"/>
                    </a:lnTo>
                    <a:lnTo>
                      <a:pt x="590" y="735"/>
                    </a:lnTo>
                    <a:lnTo>
                      <a:pt x="590" y="735"/>
                    </a:lnTo>
                    <a:lnTo>
                      <a:pt x="591" y="735"/>
                    </a:lnTo>
                    <a:lnTo>
                      <a:pt x="592" y="735"/>
                    </a:lnTo>
                    <a:lnTo>
                      <a:pt x="592" y="735"/>
                    </a:lnTo>
                    <a:lnTo>
                      <a:pt x="593" y="735"/>
                    </a:lnTo>
                    <a:lnTo>
                      <a:pt x="593" y="735"/>
                    </a:lnTo>
                    <a:lnTo>
                      <a:pt x="594" y="735"/>
                    </a:lnTo>
                    <a:lnTo>
                      <a:pt x="594" y="735"/>
                    </a:lnTo>
                    <a:lnTo>
                      <a:pt x="595" y="735"/>
                    </a:lnTo>
                    <a:lnTo>
                      <a:pt x="595" y="735"/>
                    </a:lnTo>
                    <a:lnTo>
                      <a:pt x="596" y="735"/>
                    </a:lnTo>
                    <a:lnTo>
                      <a:pt x="597" y="735"/>
                    </a:lnTo>
                    <a:lnTo>
                      <a:pt x="597" y="735"/>
                    </a:lnTo>
                    <a:lnTo>
                      <a:pt x="598" y="735"/>
                    </a:lnTo>
                    <a:lnTo>
                      <a:pt x="598" y="735"/>
                    </a:lnTo>
                    <a:lnTo>
                      <a:pt x="599" y="735"/>
                    </a:lnTo>
                    <a:lnTo>
                      <a:pt x="600" y="735"/>
                    </a:lnTo>
                    <a:lnTo>
                      <a:pt x="600" y="735"/>
                    </a:lnTo>
                    <a:lnTo>
                      <a:pt x="601" y="735"/>
                    </a:lnTo>
                    <a:lnTo>
                      <a:pt x="601" y="735"/>
                    </a:lnTo>
                    <a:lnTo>
                      <a:pt x="602" y="735"/>
                    </a:lnTo>
                    <a:lnTo>
                      <a:pt x="603" y="735"/>
                    </a:lnTo>
                    <a:lnTo>
                      <a:pt x="603" y="735"/>
                    </a:lnTo>
                    <a:lnTo>
                      <a:pt x="604" y="735"/>
                    </a:lnTo>
                    <a:lnTo>
                      <a:pt x="604" y="735"/>
                    </a:lnTo>
                    <a:lnTo>
                      <a:pt x="605" y="735"/>
                    </a:lnTo>
                    <a:lnTo>
                      <a:pt x="606" y="735"/>
                    </a:lnTo>
                    <a:lnTo>
                      <a:pt x="606" y="735"/>
                    </a:lnTo>
                    <a:lnTo>
                      <a:pt x="607" y="735"/>
                    </a:lnTo>
                    <a:lnTo>
                      <a:pt x="607" y="735"/>
                    </a:lnTo>
                    <a:lnTo>
                      <a:pt x="608" y="735"/>
                    </a:lnTo>
                    <a:lnTo>
                      <a:pt x="608" y="735"/>
                    </a:lnTo>
                    <a:lnTo>
                      <a:pt x="609" y="735"/>
                    </a:lnTo>
                    <a:lnTo>
                      <a:pt x="609" y="734"/>
                    </a:lnTo>
                    <a:lnTo>
                      <a:pt x="610" y="734"/>
                    </a:lnTo>
                    <a:lnTo>
                      <a:pt x="610" y="733"/>
                    </a:lnTo>
                    <a:lnTo>
                      <a:pt x="611" y="733"/>
                    </a:lnTo>
                    <a:lnTo>
                      <a:pt x="612" y="733"/>
                    </a:lnTo>
                    <a:lnTo>
                      <a:pt x="612" y="732"/>
                    </a:lnTo>
                    <a:lnTo>
                      <a:pt x="613" y="732"/>
                    </a:lnTo>
                    <a:lnTo>
                      <a:pt x="613" y="732"/>
                    </a:lnTo>
                    <a:lnTo>
                      <a:pt x="614" y="731"/>
                    </a:lnTo>
                    <a:lnTo>
                      <a:pt x="615" y="731"/>
                    </a:lnTo>
                    <a:lnTo>
                      <a:pt x="615" y="731"/>
                    </a:lnTo>
                    <a:lnTo>
                      <a:pt x="616" y="730"/>
                    </a:lnTo>
                    <a:lnTo>
                      <a:pt x="616" y="730"/>
                    </a:lnTo>
                    <a:lnTo>
                      <a:pt x="617" y="730"/>
                    </a:lnTo>
                    <a:lnTo>
                      <a:pt x="618" y="729"/>
                    </a:lnTo>
                    <a:lnTo>
                      <a:pt x="618" y="729"/>
                    </a:lnTo>
                    <a:lnTo>
                      <a:pt x="619" y="729"/>
                    </a:lnTo>
                    <a:lnTo>
                      <a:pt x="619" y="728"/>
                    </a:lnTo>
                    <a:lnTo>
                      <a:pt x="620" y="728"/>
                    </a:lnTo>
                    <a:lnTo>
                      <a:pt x="621" y="727"/>
                    </a:lnTo>
                    <a:lnTo>
                      <a:pt x="621" y="727"/>
                    </a:lnTo>
                    <a:lnTo>
                      <a:pt x="622" y="727"/>
                    </a:lnTo>
                    <a:lnTo>
                      <a:pt x="622" y="726"/>
                    </a:lnTo>
                    <a:lnTo>
                      <a:pt x="623" y="726"/>
                    </a:lnTo>
                    <a:lnTo>
                      <a:pt x="623" y="726"/>
                    </a:lnTo>
                    <a:lnTo>
                      <a:pt x="624" y="725"/>
                    </a:lnTo>
                    <a:lnTo>
                      <a:pt x="624" y="725"/>
                    </a:lnTo>
                    <a:lnTo>
                      <a:pt x="625" y="724"/>
                    </a:lnTo>
                    <a:lnTo>
                      <a:pt x="626" y="724"/>
                    </a:lnTo>
                    <a:lnTo>
                      <a:pt x="626" y="724"/>
                    </a:lnTo>
                    <a:lnTo>
                      <a:pt x="627" y="723"/>
                    </a:lnTo>
                    <a:lnTo>
                      <a:pt x="627" y="723"/>
                    </a:lnTo>
                    <a:lnTo>
                      <a:pt x="628" y="723"/>
                    </a:lnTo>
                    <a:lnTo>
                      <a:pt x="628" y="723"/>
                    </a:lnTo>
                    <a:lnTo>
                      <a:pt x="629" y="723"/>
                    </a:lnTo>
                    <a:lnTo>
                      <a:pt x="630" y="723"/>
                    </a:lnTo>
                    <a:lnTo>
                      <a:pt x="630" y="723"/>
                    </a:lnTo>
                    <a:lnTo>
                      <a:pt x="631" y="722"/>
                    </a:lnTo>
                    <a:lnTo>
                      <a:pt x="631" y="722"/>
                    </a:lnTo>
                    <a:lnTo>
                      <a:pt x="632" y="722"/>
                    </a:lnTo>
                    <a:lnTo>
                      <a:pt x="633" y="722"/>
                    </a:lnTo>
                    <a:lnTo>
                      <a:pt x="633" y="722"/>
                    </a:lnTo>
                    <a:lnTo>
                      <a:pt x="634" y="722"/>
                    </a:lnTo>
                    <a:lnTo>
                      <a:pt x="634" y="722"/>
                    </a:lnTo>
                    <a:lnTo>
                      <a:pt x="635" y="722"/>
                    </a:lnTo>
                    <a:lnTo>
                      <a:pt x="636" y="722"/>
                    </a:lnTo>
                    <a:lnTo>
                      <a:pt x="636" y="722"/>
                    </a:lnTo>
                    <a:lnTo>
                      <a:pt x="637" y="722"/>
                    </a:lnTo>
                    <a:lnTo>
                      <a:pt x="637" y="722"/>
                    </a:lnTo>
                    <a:lnTo>
                      <a:pt x="638" y="722"/>
                    </a:lnTo>
                    <a:lnTo>
                      <a:pt x="639" y="722"/>
                    </a:lnTo>
                    <a:lnTo>
                      <a:pt x="639" y="722"/>
                    </a:lnTo>
                    <a:lnTo>
                      <a:pt x="640" y="722"/>
                    </a:lnTo>
                    <a:lnTo>
                      <a:pt x="640" y="722"/>
                    </a:lnTo>
                    <a:lnTo>
                      <a:pt x="641" y="722"/>
                    </a:lnTo>
                    <a:lnTo>
                      <a:pt x="641" y="721"/>
                    </a:lnTo>
                    <a:lnTo>
                      <a:pt x="642" y="721"/>
                    </a:lnTo>
                    <a:lnTo>
                      <a:pt x="642" y="721"/>
                    </a:lnTo>
                    <a:lnTo>
                      <a:pt x="643" y="721"/>
                    </a:lnTo>
                    <a:lnTo>
                      <a:pt x="643" y="721"/>
                    </a:lnTo>
                    <a:lnTo>
                      <a:pt x="644" y="721"/>
                    </a:lnTo>
                    <a:lnTo>
                      <a:pt x="645" y="721"/>
                    </a:lnTo>
                    <a:lnTo>
                      <a:pt x="645" y="721"/>
                    </a:lnTo>
                    <a:lnTo>
                      <a:pt x="646" y="721"/>
                    </a:lnTo>
                    <a:lnTo>
                      <a:pt x="646" y="721"/>
                    </a:lnTo>
                    <a:lnTo>
                      <a:pt x="647" y="721"/>
                    </a:lnTo>
                    <a:lnTo>
                      <a:pt x="648" y="721"/>
                    </a:lnTo>
                    <a:lnTo>
                      <a:pt x="648" y="721"/>
                    </a:lnTo>
                    <a:lnTo>
                      <a:pt x="649" y="721"/>
                    </a:lnTo>
                    <a:lnTo>
                      <a:pt x="649" y="721"/>
                    </a:lnTo>
                    <a:lnTo>
                      <a:pt x="650" y="721"/>
                    </a:lnTo>
                    <a:lnTo>
                      <a:pt x="651" y="721"/>
                    </a:lnTo>
                    <a:lnTo>
                      <a:pt x="651" y="721"/>
                    </a:lnTo>
                    <a:lnTo>
                      <a:pt x="652" y="721"/>
                    </a:lnTo>
                    <a:lnTo>
                      <a:pt x="652" y="721"/>
                    </a:lnTo>
                    <a:lnTo>
                      <a:pt x="653" y="720"/>
                    </a:lnTo>
                    <a:lnTo>
                      <a:pt x="654" y="720"/>
                    </a:lnTo>
                    <a:lnTo>
                      <a:pt x="654" y="720"/>
                    </a:lnTo>
                    <a:lnTo>
                      <a:pt x="655" y="720"/>
                    </a:lnTo>
                    <a:lnTo>
                      <a:pt x="655" y="720"/>
                    </a:lnTo>
                    <a:lnTo>
                      <a:pt x="656" y="720"/>
                    </a:lnTo>
                    <a:lnTo>
                      <a:pt x="656" y="720"/>
                    </a:lnTo>
                    <a:lnTo>
                      <a:pt x="657" y="720"/>
                    </a:lnTo>
                    <a:lnTo>
                      <a:pt x="657" y="720"/>
                    </a:lnTo>
                    <a:lnTo>
                      <a:pt x="658" y="720"/>
                    </a:lnTo>
                    <a:lnTo>
                      <a:pt x="659" y="720"/>
                    </a:lnTo>
                    <a:lnTo>
                      <a:pt x="659" y="720"/>
                    </a:lnTo>
                    <a:lnTo>
                      <a:pt x="660" y="720"/>
                    </a:lnTo>
                    <a:lnTo>
                      <a:pt x="660" y="720"/>
                    </a:lnTo>
                    <a:lnTo>
                      <a:pt x="661" y="720"/>
                    </a:lnTo>
                    <a:lnTo>
                      <a:pt x="661" y="720"/>
                    </a:lnTo>
                    <a:lnTo>
                      <a:pt x="662" y="720"/>
                    </a:lnTo>
                    <a:lnTo>
                      <a:pt x="663" y="720"/>
                    </a:lnTo>
                    <a:lnTo>
                      <a:pt x="663" y="720"/>
                    </a:lnTo>
                    <a:lnTo>
                      <a:pt x="664" y="720"/>
                    </a:lnTo>
                    <a:lnTo>
                      <a:pt x="665" y="720"/>
                    </a:lnTo>
                    <a:lnTo>
                      <a:pt x="665" y="720"/>
                    </a:lnTo>
                    <a:lnTo>
                      <a:pt x="666" y="720"/>
                    </a:lnTo>
                    <a:lnTo>
                      <a:pt x="666" y="720"/>
                    </a:lnTo>
                    <a:lnTo>
                      <a:pt x="667" y="720"/>
                    </a:lnTo>
                    <a:lnTo>
                      <a:pt x="668" y="720"/>
                    </a:lnTo>
                    <a:lnTo>
                      <a:pt x="668" y="720"/>
                    </a:lnTo>
                    <a:lnTo>
                      <a:pt x="669" y="720"/>
                    </a:lnTo>
                    <a:lnTo>
                      <a:pt x="669" y="720"/>
                    </a:lnTo>
                    <a:lnTo>
                      <a:pt x="670" y="720"/>
                    </a:lnTo>
                    <a:lnTo>
                      <a:pt x="670" y="719"/>
                    </a:lnTo>
                    <a:lnTo>
                      <a:pt x="671" y="719"/>
                    </a:lnTo>
                    <a:lnTo>
                      <a:pt x="671" y="719"/>
                    </a:lnTo>
                    <a:lnTo>
                      <a:pt x="672" y="719"/>
                    </a:lnTo>
                    <a:lnTo>
                      <a:pt x="673" y="719"/>
                    </a:lnTo>
                    <a:lnTo>
                      <a:pt x="673" y="719"/>
                    </a:lnTo>
                    <a:lnTo>
                      <a:pt x="674" y="719"/>
                    </a:lnTo>
                    <a:lnTo>
                      <a:pt x="674" y="719"/>
                    </a:lnTo>
                    <a:lnTo>
                      <a:pt x="675" y="719"/>
                    </a:lnTo>
                    <a:lnTo>
                      <a:pt x="675" y="719"/>
                    </a:lnTo>
                    <a:lnTo>
                      <a:pt x="676" y="719"/>
                    </a:lnTo>
                    <a:lnTo>
                      <a:pt x="677" y="719"/>
                    </a:lnTo>
                    <a:lnTo>
                      <a:pt x="677" y="719"/>
                    </a:lnTo>
                    <a:lnTo>
                      <a:pt x="678" y="719"/>
                    </a:lnTo>
                    <a:lnTo>
                      <a:pt x="678" y="718"/>
                    </a:lnTo>
                    <a:lnTo>
                      <a:pt x="679" y="718"/>
                    </a:lnTo>
                    <a:lnTo>
                      <a:pt x="680" y="718"/>
                    </a:lnTo>
                    <a:lnTo>
                      <a:pt x="680" y="718"/>
                    </a:lnTo>
                    <a:lnTo>
                      <a:pt x="681" y="718"/>
                    </a:lnTo>
                    <a:lnTo>
                      <a:pt x="681" y="718"/>
                    </a:lnTo>
                    <a:lnTo>
                      <a:pt x="682" y="718"/>
                    </a:lnTo>
                    <a:lnTo>
                      <a:pt x="683" y="718"/>
                    </a:lnTo>
                    <a:lnTo>
                      <a:pt x="683" y="718"/>
                    </a:lnTo>
                    <a:lnTo>
                      <a:pt x="684" y="718"/>
                    </a:lnTo>
                    <a:lnTo>
                      <a:pt x="684" y="718"/>
                    </a:lnTo>
                    <a:lnTo>
                      <a:pt x="685" y="718"/>
                    </a:lnTo>
                    <a:lnTo>
                      <a:pt x="686" y="718"/>
                    </a:lnTo>
                    <a:lnTo>
                      <a:pt x="686" y="718"/>
                    </a:lnTo>
                    <a:lnTo>
                      <a:pt x="687" y="718"/>
                    </a:lnTo>
                    <a:lnTo>
                      <a:pt x="687" y="718"/>
                    </a:lnTo>
                    <a:lnTo>
                      <a:pt x="688" y="718"/>
                    </a:lnTo>
                    <a:lnTo>
                      <a:pt x="688" y="718"/>
                    </a:lnTo>
                    <a:lnTo>
                      <a:pt x="689" y="717"/>
                    </a:lnTo>
                    <a:lnTo>
                      <a:pt x="689" y="717"/>
                    </a:lnTo>
                    <a:lnTo>
                      <a:pt x="690" y="717"/>
                    </a:lnTo>
                    <a:lnTo>
                      <a:pt x="690" y="717"/>
                    </a:lnTo>
                    <a:lnTo>
                      <a:pt x="691" y="717"/>
                    </a:lnTo>
                    <a:lnTo>
                      <a:pt x="692" y="717"/>
                    </a:lnTo>
                    <a:lnTo>
                      <a:pt x="692" y="717"/>
                    </a:lnTo>
                    <a:lnTo>
                      <a:pt x="693" y="717"/>
                    </a:lnTo>
                    <a:lnTo>
                      <a:pt x="693" y="717"/>
                    </a:lnTo>
                    <a:lnTo>
                      <a:pt x="694" y="717"/>
                    </a:lnTo>
                    <a:lnTo>
                      <a:pt x="695" y="717"/>
                    </a:lnTo>
                    <a:lnTo>
                      <a:pt x="695" y="717"/>
                    </a:lnTo>
                    <a:lnTo>
                      <a:pt x="696" y="717"/>
                    </a:lnTo>
                    <a:lnTo>
                      <a:pt x="696" y="717"/>
                    </a:lnTo>
                    <a:lnTo>
                      <a:pt x="697" y="717"/>
                    </a:lnTo>
                    <a:lnTo>
                      <a:pt x="698" y="717"/>
                    </a:lnTo>
                    <a:lnTo>
                      <a:pt x="698" y="717"/>
                    </a:lnTo>
                    <a:lnTo>
                      <a:pt x="699" y="716"/>
                    </a:lnTo>
                    <a:lnTo>
                      <a:pt x="699" y="716"/>
                    </a:lnTo>
                    <a:lnTo>
                      <a:pt x="700" y="716"/>
                    </a:lnTo>
                    <a:lnTo>
                      <a:pt x="701" y="715"/>
                    </a:lnTo>
                    <a:lnTo>
                      <a:pt x="701" y="715"/>
                    </a:lnTo>
                    <a:lnTo>
                      <a:pt x="702" y="715"/>
                    </a:lnTo>
                    <a:lnTo>
                      <a:pt x="702" y="714"/>
                    </a:lnTo>
                    <a:lnTo>
                      <a:pt x="703" y="714"/>
                    </a:lnTo>
                    <a:lnTo>
                      <a:pt x="703" y="714"/>
                    </a:lnTo>
                    <a:lnTo>
                      <a:pt x="704" y="713"/>
                    </a:lnTo>
                    <a:lnTo>
                      <a:pt x="704" y="712"/>
                    </a:lnTo>
                    <a:lnTo>
                      <a:pt x="705" y="712"/>
                    </a:lnTo>
                    <a:lnTo>
                      <a:pt x="706" y="712"/>
                    </a:lnTo>
                    <a:lnTo>
                      <a:pt x="706" y="711"/>
                    </a:lnTo>
                    <a:lnTo>
                      <a:pt x="707" y="711"/>
                    </a:lnTo>
                    <a:lnTo>
                      <a:pt x="707" y="710"/>
                    </a:lnTo>
                    <a:lnTo>
                      <a:pt x="708" y="709"/>
                    </a:lnTo>
                    <a:lnTo>
                      <a:pt x="708" y="709"/>
                    </a:lnTo>
                    <a:lnTo>
                      <a:pt x="709" y="708"/>
                    </a:lnTo>
                    <a:lnTo>
                      <a:pt x="710" y="707"/>
                    </a:lnTo>
                    <a:lnTo>
                      <a:pt x="710" y="706"/>
                    </a:lnTo>
                    <a:lnTo>
                      <a:pt x="711" y="706"/>
                    </a:lnTo>
                    <a:lnTo>
                      <a:pt x="711" y="705"/>
                    </a:lnTo>
                    <a:lnTo>
                      <a:pt x="712" y="704"/>
                    </a:lnTo>
                    <a:lnTo>
                      <a:pt x="713" y="703"/>
                    </a:lnTo>
                    <a:lnTo>
                      <a:pt x="713" y="703"/>
                    </a:lnTo>
                    <a:lnTo>
                      <a:pt x="714" y="702"/>
                    </a:lnTo>
                    <a:lnTo>
                      <a:pt x="714" y="701"/>
                    </a:lnTo>
                    <a:lnTo>
                      <a:pt x="715" y="700"/>
                    </a:lnTo>
                    <a:lnTo>
                      <a:pt x="716" y="700"/>
                    </a:lnTo>
                    <a:lnTo>
                      <a:pt x="716" y="699"/>
                    </a:lnTo>
                    <a:lnTo>
                      <a:pt x="717" y="698"/>
                    </a:lnTo>
                    <a:lnTo>
                      <a:pt x="717" y="697"/>
                    </a:lnTo>
                    <a:lnTo>
                      <a:pt x="718" y="697"/>
                    </a:lnTo>
                    <a:lnTo>
                      <a:pt x="718" y="696"/>
                    </a:lnTo>
                    <a:lnTo>
                      <a:pt x="719" y="695"/>
                    </a:lnTo>
                    <a:lnTo>
                      <a:pt x="720" y="695"/>
                    </a:lnTo>
                    <a:lnTo>
                      <a:pt x="720" y="694"/>
                    </a:lnTo>
                    <a:lnTo>
                      <a:pt x="721" y="694"/>
                    </a:lnTo>
                    <a:lnTo>
                      <a:pt x="721" y="694"/>
                    </a:lnTo>
                    <a:lnTo>
                      <a:pt x="722" y="693"/>
                    </a:lnTo>
                    <a:lnTo>
                      <a:pt x="722" y="693"/>
                    </a:lnTo>
                    <a:lnTo>
                      <a:pt x="723" y="692"/>
                    </a:lnTo>
                    <a:lnTo>
                      <a:pt x="723" y="692"/>
                    </a:lnTo>
                    <a:lnTo>
                      <a:pt x="724" y="692"/>
                    </a:lnTo>
                    <a:lnTo>
                      <a:pt x="725" y="692"/>
                    </a:lnTo>
                    <a:lnTo>
                      <a:pt x="725" y="691"/>
                    </a:lnTo>
                    <a:lnTo>
                      <a:pt x="726" y="691"/>
                    </a:lnTo>
                    <a:lnTo>
                      <a:pt x="726" y="691"/>
                    </a:lnTo>
                    <a:lnTo>
                      <a:pt x="727" y="691"/>
                    </a:lnTo>
                    <a:lnTo>
                      <a:pt x="728" y="691"/>
                    </a:lnTo>
                    <a:lnTo>
                      <a:pt x="728" y="691"/>
                    </a:lnTo>
                    <a:lnTo>
                      <a:pt x="729" y="691"/>
                    </a:lnTo>
                    <a:lnTo>
                      <a:pt x="729" y="691"/>
                    </a:lnTo>
                    <a:lnTo>
                      <a:pt x="730" y="691"/>
                    </a:lnTo>
                    <a:lnTo>
                      <a:pt x="731" y="690"/>
                    </a:lnTo>
                    <a:lnTo>
                      <a:pt x="731" y="690"/>
                    </a:lnTo>
                    <a:lnTo>
                      <a:pt x="732" y="690"/>
                    </a:lnTo>
                    <a:lnTo>
                      <a:pt x="733" y="690"/>
                    </a:lnTo>
                    <a:lnTo>
                      <a:pt x="733" y="690"/>
                    </a:lnTo>
                    <a:lnTo>
                      <a:pt x="734" y="690"/>
                    </a:lnTo>
                    <a:lnTo>
                      <a:pt x="734" y="690"/>
                    </a:lnTo>
                    <a:lnTo>
                      <a:pt x="735" y="690"/>
                    </a:lnTo>
                    <a:lnTo>
                      <a:pt x="735" y="690"/>
                    </a:lnTo>
                    <a:lnTo>
                      <a:pt x="736" y="690"/>
                    </a:lnTo>
                    <a:lnTo>
                      <a:pt x="736" y="690"/>
                    </a:lnTo>
                    <a:lnTo>
                      <a:pt x="737" y="690"/>
                    </a:lnTo>
                    <a:lnTo>
                      <a:pt x="737" y="690"/>
                    </a:lnTo>
                    <a:lnTo>
                      <a:pt x="738" y="690"/>
                    </a:lnTo>
                    <a:lnTo>
                      <a:pt x="739" y="690"/>
                    </a:lnTo>
                    <a:lnTo>
                      <a:pt x="739" y="690"/>
                    </a:lnTo>
                    <a:lnTo>
                      <a:pt x="740" y="689"/>
                    </a:lnTo>
                    <a:lnTo>
                      <a:pt x="740" y="689"/>
                    </a:lnTo>
                    <a:lnTo>
                      <a:pt x="741" y="689"/>
                    </a:lnTo>
                    <a:lnTo>
                      <a:pt x="742" y="689"/>
                    </a:lnTo>
                    <a:lnTo>
                      <a:pt x="742" y="689"/>
                    </a:lnTo>
                    <a:lnTo>
                      <a:pt x="743" y="689"/>
                    </a:lnTo>
                    <a:lnTo>
                      <a:pt x="743" y="689"/>
                    </a:lnTo>
                    <a:lnTo>
                      <a:pt x="744" y="689"/>
                    </a:lnTo>
                    <a:lnTo>
                      <a:pt x="745" y="689"/>
                    </a:lnTo>
                    <a:lnTo>
                      <a:pt x="745" y="689"/>
                    </a:lnTo>
                    <a:lnTo>
                      <a:pt x="746" y="689"/>
                    </a:lnTo>
                    <a:lnTo>
                      <a:pt x="746" y="689"/>
                    </a:lnTo>
                    <a:lnTo>
                      <a:pt x="747" y="689"/>
                    </a:lnTo>
                    <a:lnTo>
                      <a:pt x="748" y="689"/>
                    </a:lnTo>
                    <a:lnTo>
                      <a:pt x="748" y="689"/>
                    </a:lnTo>
                    <a:lnTo>
                      <a:pt x="749" y="689"/>
                    </a:lnTo>
                    <a:lnTo>
                      <a:pt x="749" y="689"/>
                    </a:lnTo>
                    <a:lnTo>
                      <a:pt x="750" y="689"/>
                    </a:lnTo>
                    <a:lnTo>
                      <a:pt x="750" y="688"/>
                    </a:lnTo>
                    <a:lnTo>
                      <a:pt x="751" y="688"/>
                    </a:lnTo>
                    <a:lnTo>
                      <a:pt x="751" y="688"/>
                    </a:lnTo>
                    <a:lnTo>
                      <a:pt x="752" y="688"/>
                    </a:lnTo>
                    <a:lnTo>
                      <a:pt x="753" y="688"/>
                    </a:lnTo>
                    <a:lnTo>
                      <a:pt x="753" y="688"/>
                    </a:lnTo>
                    <a:lnTo>
                      <a:pt x="754" y="688"/>
                    </a:lnTo>
                    <a:lnTo>
                      <a:pt x="754" y="688"/>
                    </a:lnTo>
                    <a:lnTo>
                      <a:pt x="755" y="688"/>
                    </a:lnTo>
                    <a:lnTo>
                      <a:pt x="755" y="688"/>
                    </a:lnTo>
                    <a:lnTo>
                      <a:pt x="756" y="688"/>
                    </a:lnTo>
                    <a:lnTo>
                      <a:pt x="757" y="688"/>
                    </a:lnTo>
                    <a:lnTo>
                      <a:pt x="757" y="688"/>
                    </a:lnTo>
                    <a:lnTo>
                      <a:pt x="758" y="688"/>
                    </a:lnTo>
                    <a:lnTo>
                      <a:pt x="758" y="688"/>
                    </a:lnTo>
                    <a:lnTo>
                      <a:pt x="759" y="688"/>
                    </a:lnTo>
                    <a:lnTo>
                      <a:pt x="760" y="688"/>
                    </a:lnTo>
                    <a:lnTo>
                      <a:pt x="760" y="688"/>
                    </a:lnTo>
                    <a:lnTo>
                      <a:pt x="761" y="688"/>
                    </a:lnTo>
                    <a:lnTo>
                      <a:pt x="761" y="688"/>
                    </a:lnTo>
                    <a:lnTo>
                      <a:pt x="762" y="688"/>
                    </a:lnTo>
                    <a:lnTo>
                      <a:pt x="763" y="688"/>
                    </a:lnTo>
                    <a:lnTo>
                      <a:pt x="763" y="688"/>
                    </a:lnTo>
                    <a:lnTo>
                      <a:pt x="764" y="687"/>
                    </a:lnTo>
                    <a:lnTo>
                      <a:pt x="764" y="687"/>
                    </a:lnTo>
                    <a:lnTo>
                      <a:pt x="765" y="687"/>
                    </a:lnTo>
                    <a:lnTo>
                      <a:pt x="765" y="687"/>
                    </a:lnTo>
                    <a:lnTo>
                      <a:pt x="766" y="687"/>
                    </a:lnTo>
                    <a:lnTo>
                      <a:pt x="767" y="687"/>
                    </a:lnTo>
                    <a:lnTo>
                      <a:pt x="767" y="687"/>
                    </a:lnTo>
                    <a:lnTo>
                      <a:pt x="768" y="687"/>
                    </a:lnTo>
                    <a:lnTo>
                      <a:pt x="768" y="687"/>
                    </a:lnTo>
                    <a:lnTo>
                      <a:pt x="769" y="687"/>
                    </a:lnTo>
                    <a:lnTo>
                      <a:pt x="769" y="687"/>
                    </a:lnTo>
                    <a:lnTo>
                      <a:pt x="770" y="687"/>
                    </a:lnTo>
                    <a:lnTo>
                      <a:pt x="770" y="687"/>
                    </a:lnTo>
                    <a:lnTo>
                      <a:pt x="771" y="687"/>
                    </a:lnTo>
                    <a:lnTo>
                      <a:pt x="772" y="687"/>
                    </a:lnTo>
                    <a:lnTo>
                      <a:pt x="772" y="687"/>
                    </a:lnTo>
                    <a:lnTo>
                      <a:pt x="773" y="687"/>
                    </a:lnTo>
                    <a:lnTo>
                      <a:pt x="773" y="687"/>
                    </a:lnTo>
                    <a:lnTo>
                      <a:pt x="774" y="687"/>
                    </a:lnTo>
                    <a:lnTo>
                      <a:pt x="775" y="687"/>
                    </a:lnTo>
                    <a:lnTo>
                      <a:pt x="775" y="687"/>
                    </a:lnTo>
                    <a:lnTo>
                      <a:pt x="776" y="686"/>
                    </a:lnTo>
                    <a:lnTo>
                      <a:pt x="776" y="686"/>
                    </a:lnTo>
                    <a:lnTo>
                      <a:pt x="777" y="686"/>
                    </a:lnTo>
                    <a:lnTo>
                      <a:pt x="778" y="686"/>
                    </a:lnTo>
                    <a:lnTo>
                      <a:pt x="778" y="686"/>
                    </a:lnTo>
                    <a:lnTo>
                      <a:pt x="779" y="686"/>
                    </a:lnTo>
                    <a:lnTo>
                      <a:pt x="779" y="686"/>
                    </a:lnTo>
                    <a:lnTo>
                      <a:pt x="780" y="686"/>
                    </a:lnTo>
                    <a:lnTo>
                      <a:pt x="781" y="686"/>
                    </a:lnTo>
                    <a:lnTo>
                      <a:pt x="781" y="686"/>
                    </a:lnTo>
                    <a:lnTo>
                      <a:pt x="782" y="686"/>
                    </a:lnTo>
                    <a:lnTo>
                      <a:pt x="782" y="686"/>
                    </a:lnTo>
                    <a:lnTo>
                      <a:pt x="783" y="686"/>
                    </a:lnTo>
                    <a:lnTo>
                      <a:pt x="783" y="686"/>
                    </a:lnTo>
                    <a:lnTo>
                      <a:pt x="784" y="686"/>
                    </a:lnTo>
                    <a:lnTo>
                      <a:pt x="784" y="686"/>
                    </a:lnTo>
                    <a:lnTo>
                      <a:pt x="785" y="686"/>
                    </a:lnTo>
                    <a:lnTo>
                      <a:pt x="785" y="686"/>
                    </a:lnTo>
                    <a:lnTo>
                      <a:pt x="786" y="686"/>
                    </a:lnTo>
                    <a:lnTo>
                      <a:pt x="787" y="686"/>
                    </a:lnTo>
                    <a:lnTo>
                      <a:pt x="787" y="686"/>
                    </a:lnTo>
                    <a:lnTo>
                      <a:pt x="788" y="686"/>
                    </a:lnTo>
                    <a:lnTo>
                      <a:pt x="788" y="686"/>
                    </a:lnTo>
                    <a:lnTo>
                      <a:pt x="789" y="686"/>
                    </a:lnTo>
                    <a:lnTo>
                      <a:pt x="790" y="686"/>
                    </a:lnTo>
                    <a:lnTo>
                      <a:pt x="790" y="686"/>
                    </a:lnTo>
                    <a:lnTo>
                      <a:pt x="791" y="686"/>
                    </a:lnTo>
                    <a:lnTo>
                      <a:pt x="791" y="686"/>
                    </a:lnTo>
                    <a:lnTo>
                      <a:pt x="792" y="686"/>
                    </a:lnTo>
                    <a:lnTo>
                      <a:pt x="793" y="685"/>
                    </a:lnTo>
                    <a:lnTo>
                      <a:pt x="793" y="685"/>
                    </a:lnTo>
                    <a:lnTo>
                      <a:pt x="794" y="685"/>
                    </a:lnTo>
                    <a:lnTo>
                      <a:pt x="794" y="685"/>
                    </a:lnTo>
                    <a:lnTo>
                      <a:pt x="795" y="684"/>
                    </a:lnTo>
                    <a:lnTo>
                      <a:pt x="796" y="684"/>
                    </a:lnTo>
                    <a:lnTo>
                      <a:pt x="796" y="683"/>
                    </a:lnTo>
                    <a:lnTo>
                      <a:pt x="797" y="683"/>
                    </a:lnTo>
                    <a:lnTo>
                      <a:pt x="797" y="683"/>
                    </a:lnTo>
                    <a:lnTo>
                      <a:pt x="798" y="682"/>
                    </a:lnTo>
                    <a:lnTo>
                      <a:pt x="798" y="682"/>
                    </a:lnTo>
                    <a:lnTo>
                      <a:pt x="799" y="682"/>
                    </a:lnTo>
                    <a:lnTo>
                      <a:pt x="800" y="682"/>
                    </a:lnTo>
                    <a:lnTo>
                      <a:pt x="800" y="681"/>
                    </a:lnTo>
                    <a:lnTo>
                      <a:pt x="801" y="681"/>
                    </a:lnTo>
                    <a:lnTo>
                      <a:pt x="801" y="680"/>
                    </a:lnTo>
                    <a:lnTo>
                      <a:pt x="802" y="680"/>
                    </a:lnTo>
                    <a:lnTo>
                      <a:pt x="802" y="680"/>
                    </a:lnTo>
                    <a:lnTo>
                      <a:pt x="803" y="679"/>
                    </a:lnTo>
                    <a:lnTo>
                      <a:pt x="804" y="679"/>
                    </a:lnTo>
                    <a:lnTo>
                      <a:pt x="804" y="679"/>
                    </a:lnTo>
                    <a:lnTo>
                      <a:pt x="805" y="679"/>
                    </a:lnTo>
                    <a:lnTo>
                      <a:pt x="805" y="678"/>
                    </a:lnTo>
                    <a:lnTo>
                      <a:pt x="806" y="678"/>
                    </a:lnTo>
                    <a:lnTo>
                      <a:pt x="807" y="677"/>
                    </a:lnTo>
                    <a:lnTo>
                      <a:pt x="807" y="677"/>
                    </a:lnTo>
                    <a:lnTo>
                      <a:pt x="808" y="677"/>
                    </a:lnTo>
                    <a:lnTo>
                      <a:pt x="808" y="676"/>
                    </a:lnTo>
                    <a:lnTo>
                      <a:pt x="809" y="676"/>
                    </a:lnTo>
                    <a:lnTo>
                      <a:pt x="810" y="676"/>
                    </a:lnTo>
                    <a:lnTo>
                      <a:pt x="810" y="676"/>
                    </a:lnTo>
                    <a:lnTo>
                      <a:pt x="811" y="675"/>
                    </a:lnTo>
                    <a:lnTo>
                      <a:pt x="811" y="675"/>
                    </a:lnTo>
                    <a:lnTo>
                      <a:pt x="812" y="675"/>
                    </a:lnTo>
                    <a:lnTo>
                      <a:pt x="812" y="674"/>
                    </a:lnTo>
                    <a:lnTo>
                      <a:pt x="813" y="674"/>
                    </a:lnTo>
                    <a:lnTo>
                      <a:pt x="814" y="674"/>
                    </a:lnTo>
                    <a:lnTo>
                      <a:pt x="814" y="674"/>
                    </a:lnTo>
                    <a:lnTo>
                      <a:pt x="815" y="674"/>
                    </a:lnTo>
                    <a:lnTo>
                      <a:pt x="815" y="674"/>
                    </a:lnTo>
                    <a:lnTo>
                      <a:pt x="816" y="674"/>
                    </a:lnTo>
                    <a:lnTo>
                      <a:pt x="816" y="674"/>
                    </a:lnTo>
                    <a:lnTo>
                      <a:pt x="817" y="674"/>
                    </a:lnTo>
                    <a:lnTo>
                      <a:pt x="817" y="674"/>
                    </a:lnTo>
                    <a:lnTo>
                      <a:pt x="818" y="674"/>
                    </a:lnTo>
                    <a:lnTo>
                      <a:pt x="819" y="674"/>
                    </a:lnTo>
                    <a:lnTo>
                      <a:pt x="819" y="673"/>
                    </a:lnTo>
                    <a:lnTo>
                      <a:pt x="820" y="673"/>
                    </a:lnTo>
                    <a:lnTo>
                      <a:pt x="820" y="673"/>
                    </a:lnTo>
                    <a:lnTo>
                      <a:pt x="821" y="673"/>
                    </a:lnTo>
                    <a:lnTo>
                      <a:pt x="822" y="673"/>
                    </a:lnTo>
                    <a:lnTo>
                      <a:pt x="822" y="673"/>
                    </a:lnTo>
                    <a:lnTo>
                      <a:pt x="823" y="673"/>
                    </a:lnTo>
                    <a:lnTo>
                      <a:pt x="823" y="673"/>
                    </a:lnTo>
                    <a:lnTo>
                      <a:pt x="824" y="672"/>
                    </a:lnTo>
                    <a:lnTo>
                      <a:pt x="825" y="672"/>
                    </a:lnTo>
                    <a:lnTo>
                      <a:pt x="825" y="672"/>
                    </a:lnTo>
                    <a:lnTo>
                      <a:pt x="826" y="672"/>
                    </a:lnTo>
                    <a:lnTo>
                      <a:pt x="826" y="671"/>
                    </a:lnTo>
                    <a:lnTo>
                      <a:pt x="827" y="671"/>
                    </a:lnTo>
                    <a:lnTo>
                      <a:pt x="828" y="671"/>
                    </a:lnTo>
                    <a:lnTo>
                      <a:pt x="828" y="671"/>
                    </a:lnTo>
                    <a:lnTo>
                      <a:pt x="829" y="671"/>
                    </a:lnTo>
                    <a:lnTo>
                      <a:pt x="829" y="671"/>
                    </a:lnTo>
                    <a:lnTo>
                      <a:pt x="830" y="671"/>
                    </a:lnTo>
                    <a:lnTo>
                      <a:pt x="830" y="670"/>
                    </a:lnTo>
                    <a:lnTo>
                      <a:pt x="831" y="670"/>
                    </a:lnTo>
                    <a:lnTo>
                      <a:pt x="831" y="670"/>
                    </a:lnTo>
                    <a:lnTo>
                      <a:pt x="832" y="670"/>
                    </a:lnTo>
                    <a:lnTo>
                      <a:pt x="832" y="670"/>
                    </a:lnTo>
                    <a:lnTo>
                      <a:pt x="833" y="670"/>
                    </a:lnTo>
                    <a:lnTo>
                      <a:pt x="834" y="670"/>
                    </a:lnTo>
                    <a:lnTo>
                      <a:pt x="834" y="670"/>
                    </a:lnTo>
                    <a:lnTo>
                      <a:pt x="835" y="670"/>
                    </a:lnTo>
                    <a:lnTo>
                      <a:pt x="835" y="669"/>
                    </a:lnTo>
                    <a:lnTo>
                      <a:pt x="836" y="669"/>
                    </a:lnTo>
                    <a:lnTo>
                      <a:pt x="837" y="669"/>
                    </a:lnTo>
                    <a:lnTo>
                      <a:pt x="837" y="669"/>
                    </a:lnTo>
                    <a:lnTo>
                      <a:pt x="838" y="669"/>
                    </a:lnTo>
                    <a:lnTo>
                      <a:pt x="838" y="669"/>
                    </a:lnTo>
                    <a:lnTo>
                      <a:pt x="839" y="668"/>
                    </a:lnTo>
                    <a:lnTo>
                      <a:pt x="840" y="668"/>
                    </a:lnTo>
                    <a:lnTo>
                      <a:pt x="840" y="668"/>
                    </a:lnTo>
                    <a:lnTo>
                      <a:pt x="841" y="668"/>
                    </a:lnTo>
                    <a:lnTo>
                      <a:pt x="841" y="668"/>
                    </a:lnTo>
                    <a:lnTo>
                      <a:pt x="842" y="668"/>
                    </a:lnTo>
                    <a:lnTo>
                      <a:pt x="843" y="668"/>
                    </a:lnTo>
                    <a:lnTo>
                      <a:pt x="843" y="668"/>
                    </a:lnTo>
                    <a:lnTo>
                      <a:pt x="844" y="668"/>
                    </a:lnTo>
                    <a:lnTo>
                      <a:pt x="844" y="668"/>
                    </a:lnTo>
                    <a:lnTo>
                      <a:pt x="845" y="668"/>
                    </a:lnTo>
                    <a:lnTo>
                      <a:pt x="845" y="667"/>
                    </a:lnTo>
                    <a:lnTo>
                      <a:pt x="846" y="667"/>
                    </a:lnTo>
                    <a:lnTo>
                      <a:pt x="846" y="667"/>
                    </a:lnTo>
                    <a:lnTo>
                      <a:pt x="847" y="667"/>
                    </a:lnTo>
                    <a:lnTo>
                      <a:pt x="848" y="667"/>
                    </a:lnTo>
                    <a:lnTo>
                      <a:pt x="848" y="667"/>
                    </a:lnTo>
                    <a:lnTo>
                      <a:pt x="849" y="666"/>
                    </a:lnTo>
                    <a:lnTo>
                      <a:pt x="849" y="666"/>
                    </a:lnTo>
                    <a:lnTo>
                      <a:pt x="850" y="665"/>
                    </a:lnTo>
                    <a:lnTo>
                      <a:pt x="850" y="665"/>
                    </a:lnTo>
                    <a:lnTo>
                      <a:pt x="851" y="665"/>
                    </a:lnTo>
                    <a:lnTo>
                      <a:pt x="852" y="665"/>
                    </a:lnTo>
                    <a:lnTo>
                      <a:pt x="852" y="665"/>
                    </a:lnTo>
                    <a:lnTo>
                      <a:pt x="853" y="664"/>
                    </a:lnTo>
                    <a:lnTo>
                      <a:pt x="853" y="664"/>
                    </a:lnTo>
                    <a:lnTo>
                      <a:pt x="854" y="664"/>
                    </a:lnTo>
                    <a:lnTo>
                      <a:pt x="855" y="664"/>
                    </a:lnTo>
                    <a:lnTo>
                      <a:pt x="855" y="663"/>
                    </a:lnTo>
                    <a:lnTo>
                      <a:pt x="856" y="663"/>
                    </a:lnTo>
                    <a:lnTo>
                      <a:pt x="856" y="663"/>
                    </a:lnTo>
                    <a:lnTo>
                      <a:pt x="857" y="662"/>
                    </a:lnTo>
                    <a:lnTo>
                      <a:pt x="858" y="662"/>
                    </a:lnTo>
                    <a:lnTo>
                      <a:pt x="858" y="662"/>
                    </a:lnTo>
                    <a:lnTo>
                      <a:pt x="859" y="662"/>
                    </a:lnTo>
                    <a:lnTo>
                      <a:pt x="859" y="662"/>
                    </a:lnTo>
                    <a:lnTo>
                      <a:pt x="860" y="661"/>
                    </a:lnTo>
                    <a:lnTo>
                      <a:pt x="861" y="661"/>
                    </a:lnTo>
                    <a:lnTo>
                      <a:pt x="861" y="661"/>
                    </a:lnTo>
                    <a:lnTo>
                      <a:pt x="862" y="661"/>
                    </a:lnTo>
                    <a:lnTo>
                      <a:pt x="862" y="661"/>
                    </a:lnTo>
                    <a:lnTo>
                      <a:pt x="863" y="660"/>
                    </a:lnTo>
                    <a:lnTo>
                      <a:pt x="863" y="660"/>
                    </a:lnTo>
                    <a:lnTo>
                      <a:pt x="864" y="662"/>
                    </a:lnTo>
                    <a:lnTo>
                      <a:pt x="864" y="664"/>
                    </a:lnTo>
                    <a:lnTo>
                      <a:pt x="865" y="667"/>
                    </a:lnTo>
                    <a:lnTo>
                      <a:pt x="865" y="669"/>
                    </a:lnTo>
                    <a:lnTo>
                      <a:pt x="866" y="671"/>
                    </a:lnTo>
                    <a:lnTo>
                      <a:pt x="867" y="673"/>
                    </a:lnTo>
                    <a:lnTo>
                      <a:pt x="867" y="676"/>
                    </a:lnTo>
                    <a:lnTo>
                      <a:pt x="868" y="678"/>
                    </a:lnTo>
                    <a:lnTo>
                      <a:pt x="869" y="680"/>
                    </a:lnTo>
                    <a:lnTo>
                      <a:pt x="869" y="682"/>
                    </a:lnTo>
                    <a:lnTo>
                      <a:pt x="870" y="685"/>
                    </a:lnTo>
                    <a:lnTo>
                      <a:pt x="870" y="687"/>
                    </a:lnTo>
                    <a:lnTo>
                      <a:pt x="871" y="689"/>
                    </a:lnTo>
                    <a:lnTo>
                      <a:pt x="872" y="691"/>
                    </a:lnTo>
                    <a:lnTo>
                      <a:pt x="872" y="694"/>
                    </a:lnTo>
                    <a:lnTo>
                      <a:pt x="873" y="696"/>
                    </a:lnTo>
                    <a:lnTo>
                      <a:pt x="873" y="698"/>
                    </a:lnTo>
                    <a:lnTo>
                      <a:pt x="874" y="701"/>
                    </a:lnTo>
                    <a:lnTo>
                      <a:pt x="875" y="703"/>
                    </a:lnTo>
                    <a:lnTo>
                      <a:pt x="875" y="705"/>
                    </a:lnTo>
                    <a:lnTo>
                      <a:pt x="876" y="708"/>
                    </a:lnTo>
                    <a:lnTo>
                      <a:pt x="876" y="710"/>
                    </a:lnTo>
                    <a:lnTo>
                      <a:pt x="877" y="712"/>
                    </a:lnTo>
                    <a:lnTo>
                      <a:pt x="877" y="714"/>
                    </a:lnTo>
                    <a:lnTo>
                      <a:pt x="878" y="717"/>
                    </a:lnTo>
                    <a:lnTo>
                      <a:pt x="878" y="719"/>
                    </a:lnTo>
                    <a:lnTo>
                      <a:pt x="879" y="721"/>
                    </a:lnTo>
                    <a:lnTo>
                      <a:pt x="879" y="723"/>
                    </a:lnTo>
                    <a:lnTo>
                      <a:pt x="880" y="726"/>
                    </a:lnTo>
                    <a:lnTo>
                      <a:pt x="881" y="728"/>
                    </a:lnTo>
                    <a:lnTo>
                      <a:pt x="881" y="730"/>
                    </a:lnTo>
                    <a:lnTo>
                      <a:pt x="882" y="732"/>
                    </a:lnTo>
                    <a:lnTo>
                      <a:pt x="882" y="735"/>
                    </a:lnTo>
                    <a:lnTo>
                      <a:pt x="883" y="735"/>
                    </a:lnTo>
                    <a:lnTo>
                      <a:pt x="884" y="734"/>
                    </a:lnTo>
                    <a:lnTo>
                      <a:pt x="884" y="734"/>
                    </a:lnTo>
                    <a:lnTo>
                      <a:pt x="885" y="734"/>
                    </a:lnTo>
                    <a:lnTo>
                      <a:pt x="885" y="734"/>
                    </a:lnTo>
                    <a:lnTo>
                      <a:pt x="886" y="734"/>
                    </a:lnTo>
                    <a:lnTo>
                      <a:pt x="887" y="734"/>
                    </a:lnTo>
                    <a:lnTo>
                      <a:pt x="887" y="734"/>
                    </a:lnTo>
                    <a:lnTo>
                      <a:pt x="888" y="733"/>
                    </a:lnTo>
                    <a:lnTo>
                      <a:pt x="888" y="733"/>
                    </a:lnTo>
                    <a:lnTo>
                      <a:pt x="889" y="733"/>
                    </a:lnTo>
                    <a:lnTo>
                      <a:pt x="890" y="733"/>
                    </a:lnTo>
                    <a:lnTo>
                      <a:pt x="890" y="733"/>
                    </a:lnTo>
                    <a:lnTo>
                      <a:pt x="891" y="733"/>
                    </a:lnTo>
                    <a:lnTo>
                      <a:pt x="891" y="733"/>
                    </a:lnTo>
                    <a:lnTo>
                      <a:pt x="892" y="733"/>
                    </a:lnTo>
                    <a:lnTo>
                      <a:pt x="892" y="733"/>
                    </a:lnTo>
                    <a:lnTo>
                      <a:pt x="893" y="732"/>
                    </a:lnTo>
                    <a:lnTo>
                      <a:pt x="893" y="732"/>
                    </a:lnTo>
                    <a:lnTo>
                      <a:pt x="894" y="732"/>
                    </a:lnTo>
                    <a:lnTo>
                      <a:pt x="895" y="732"/>
                    </a:lnTo>
                    <a:lnTo>
                      <a:pt x="895" y="732"/>
                    </a:lnTo>
                    <a:lnTo>
                      <a:pt x="896" y="732"/>
                    </a:lnTo>
                    <a:lnTo>
                      <a:pt x="896" y="732"/>
                    </a:lnTo>
                    <a:lnTo>
                      <a:pt x="897" y="732"/>
                    </a:lnTo>
                    <a:lnTo>
                      <a:pt x="897" y="732"/>
                    </a:lnTo>
                    <a:lnTo>
                      <a:pt x="898" y="732"/>
                    </a:lnTo>
                    <a:lnTo>
                      <a:pt x="899" y="731"/>
                    </a:lnTo>
                    <a:lnTo>
                      <a:pt x="899" y="731"/>
                    </a:lnTo>
                    <a:lnTo>
                      <a:pt x="900" y="731"/>
                    </a:lnTo>
                    <a:lnTo>
                      <a:pt x="900" y="731"/>
                    </a:lnTo>
                    <a:lnTo>
                      <a:pt x="901" y="731"/>
                    </a:lnTo>
                    <a:lnTo>
                      <a:pt x="902" y="731"/>
                    </a:lnTo>
                    <a:lnTo>
                      <a:pt x="902" y="731"/>
                    </a:lnTo>
                    <a:lnTo>
                      <a:pt x="903" y="731"/>
                    </a:lnTo>
                    <a:lnTo>
                      <a:pt x="903" y="731"/>
                    </a:lnTo>
                    <a:lnTo>
                      <a:pt x="904" y="731"/>
                    </a:lnTo>
                    <a:lnTo>
                      <a:pt x="905" y="731"/>
                    </a:lnTo>
                    <a:lnTo>
                      <a:pt x="905" y="731"/>
                    </a:lnTo>
                    <a:lnTo>
                      <a:pt x="906" y="731"/>
                    </a:lnTo>
                    <a:lnTo>
                      <a:pt x="906" y="731"/>
                    </a:lnTo>
                    <a:lnTo>
                      <a:pt x="907" y="731"/>
                    </a:lnTo>
                    <a:lnTo>
                      <a:pt x="908" y="731"/>
                    </a:lnTo>
                    <a:lnTo>
                      <a:pt x="908" y="730"/>
                    </a:lnTo>
                    <a:lnTo>
                      <a:pt x="909" y="730"/>
                    </a:lnTo>
                    <a:lnTo>
                      <a:pt x="909" y="730"/>
                    </a:lnTo>
                    <a:lnTo>
                      <a:pt x="910" y="730"/>
                    </a:lnTo>
                    <a:lnTo>
                      <a:pt x="910" y="730"/>
                    </a:lnTo>
                    <a:lnTo>
                      <a:pt x="911" y="730"/>
                    </a:lnTo>
                    <a:lnTo>
                      <a:pt x="911" y="730"/>
                    </a:lnTo>
                    <a:lnTo>
                      <a:pt x="912" y="730"/>
                    </a:lnTo>
                    <a:lnTo>
                      <a:pt x="912" y="730"/>
                    </a:lnTo>
                    <a:lnTo>
                      <a:pt x="913" y="730"/>
                    </a:lnTo>
                    <a:lnTo>
                      <a:pt x="914" y="730"/>
                    </a:lnTo>
                    <a:lnTo>
                      <a:pt x="914" y="730"/>
                    </a:lnTo>
                    <a:lnTo>
                      <a:pt x="915" y="730"/>
                    </a:lnTo>
                    <a:lnTo>
                      <a:pt x="915" y="730"/>
                    </a:lnTo>
                    <a:lnTo>
                      <a:pt x="916" y="730"/>
                    </a:lnTo>
                    <a:lnTo>
                      <a:pt x="917" y="730"/>
                    </a:lnTo>
                    <a:lnTo>
                      <a:pt x="917" y="730"/>
                    </a:lnTo>
                    <a:lnTo>
                      <a:pt x="918" y="730"/>
                    </a:lnTo>
                    <a:lnTo>
                      <a:pt x="918" y="730"/>
                    </a:lnTo>
                    <a:lnTo>
                      <a:pt x="919" y="730"/>
                    </a:lnTo>
                    <a:lnTo>
                      <a:pt x="920" y="730"/>
                    </a:lnTo>
                    <a:lnTo>
                      <a:pt x="920" y="730"/>
                    </a:lnTo>
                    <a:lnTo>
                      <a:pt x="921" y="730"/>
                    </a:lnTo>
                    <a:lnTo>
                      <a:pt x="921" y="730"/>
                    </a:lnTo>
                    <a:lnTo>
                      <a:pt x="922" y="730"/>
                    </a:lnTo>
                    <a:lnTo>
                      <a:pt x="923" y="730"/>
                    </a:lnTo>
                    <a:lnTo>
                      <a:pt x="923" y="730"/>
                    </a:lnTo>
                    <a:lnTo>
                      <a:pt x="924" y="730"/>
                    </a:lnTo>
                    <a:lnTo>
                      <a:pt x="924" y="730"/>
                    </a:lnTo>
                    <a:lnTo>
                      <a:pt x="925" y="730"/>
                    </a:lnTo>
                    <a:lnTo>
                      <a:pt x="925" y="730"/>
                    </a:lnTo>
                    <a:lnTo>
                      <a:pt x="926" y="730"/>
                    </a:lnTo>
                    <a:lnTo>
                      <a:pt x="926" y="730"/>
                    </a:lnTo>
                    <a:lnTo>
                      <a:pt x="927" y="730"/>
                    </a:lnTo>
                    <a:lnTo>
                      <a:pt x="928" y="730"/>
                    </a:lnTo>
                    <a:lnTo>
                      <a:pt x="928" y="730"/>
                    </a:lnTo>
                    <a:lnTo>
                      <a:pt x="929" y="730"/>
                    </a:lnTo>
                    <a:lnTo>
                      <a:pt x="929" y="730"/>
                    </a:lnTo>
                    <a:lnTo>
                      <a:pt x="930" y="729"/>
                    </a:lnTo>
                    <a:lnTo>
                      <a:pt x="930" y="729"/>
                    </a:lnTo>
                    <a:lnTo>
                      <a:pt x="931" y="729"/>
                    </a:lnTo>
                    <a:lnTo>
                      <a:pt x="932" y="729"/>
                    </a:lnTo>
                    <a:lnTo>
                      <a:pt x="932" y="729"/>
                    </a:lnTo>
                    <a:lnTo>
                      <a:pt x="933" y="729"/>
                    </a:lnTo>
                    <a:lnTo>
                      <a:pt x="933" y="729"/>
                    </a:lnTo>
                    <a:lnTo>
                      <a:pt x="934" y="729"/>
                    </a:lnTo>
                    <a:lnTo>
                      <a:pt x="935" y="729"/>
                    </a:lnTo>
                    <a:lnTo>
                      <a:pt x="935" y="729"/>
                    </a:lnTo>
                    <a:lnTo>
                      <a:pt x="936" y="729"/>
                    </a:lnTo>
                    <a:lnTo>
                      <a:pt x="936" y="729"/>
                    </a:lnTo>
                    <a:lnTo>
                      <a:pt x="937" y="729"/>
                    </a:lnTo>
                    <a:lnTo>
                      <a:pt x="938" y="729"/>
                    </a:lnTo>
                    <a:lnTo>
                      <a:pt x="938" y="729"/>
                    </a:lnTo>
                    <a:lnTo>
                      <a:pt x="939" y="729"/>
                    </a:lnTo>
                    <a:lnTo>
                      <a:pt x="939" y="729"/>
                    </a:lnTo>
                    <a:lnTo>
                      <a:pt x="940" y="729"/>
                    </a:lnTo>
                    <a:lnTo>
                      <a:pt x="940" y="729"/>
                    </a:lnTo>
                    <a:lnTo>
                      <a:pt x="941" y="729"/>
                    </a:lnTo>
                    <a:lnTo>
                      <a:pt x="942" y="729"/>
                    </a:lnTo>
                    <a:lnTo>
                      <a:pt x="942" y="729"/>
                    </a:lnTo>
                    <a:lnTo>
                      <a:pt x="943" y="729"/>
                    </a:lnTo>
                    <a:lnTo>
                      <a:pt x="943" y="729"/>
                    </a:lnTo>
                    <a:lnTo>
                      <a:pt x="944" y="729"/>
                    </a:lnTo>
                    <a:lnTo>
                      <a:pt x="944" y="729"/>
                    </a:lnTo>
                    <a:lnTo>
                      <a:pt x="945" y="729"/>
                    </a:lnTo>
                    <a:lnTo>
                      <a:pt x="946" y="729"/>
                    </a:lnTo>
                    <a:lnTo>
                      <a:pt x="946" y="729"/>
                    </a:lnTo>
                    <a:lnTo>
                      <a:pt x="947" y="729"/>
                    </a:lnTo>
                    <a:lnTo>
                      <a:pt x="947" y="729"/>
                    </a:lnTo>
                    <a:lnTo>
                      <a:pt x="948" y="729"/>
                    </a:lnTo>
                    <a:lnTo>
                      <a:pt x="949" y="729"/>
                    </a:lnTo>
                    <a:lnTo>
                      <a:pt x="949" y="728"/>
                    </a:lnTo>
                    <a:lnTo>
                      <a:pt x="950" y="728"/>
                    </a:lnTo>
                    <a:lnTo>
                      <a:pt x="950" y="728"/>
                    </a:lnTo>
                    <a:lnTo>
                      <a:pt x="951" y="728"/>
                    </a:lnTo>
                    <a:lnTo>
                      <a:pt x="952" y="728"/>
                    </a:lnTo>
                    <a:lnTo>
                      <a:pt x="952" y="728"/>
                    </a:lnTo>
                    <a:lnTo>
                      <a:pt x="953" y="728"/>
                    </a:lnTo>
                    <a:lnTo>
                      <a:pt x="953" y="728"/>
                    </a:lnTo>
                    <a:lnTo>
                      <a:pt x="954" y="728"/>
                    </a:lnTo>
                    <a:lnTo>
                      <a:pt x="955" y="728"/>
                    </a:lnTo>
                    <a:lnTo>
                      <a:pt x="955" y="728"/>
                    </a:lnTo>
                    <a:lnTo>
                      <a:pt x="956" y="728"/>
                    </a:lnTo>
                    <a:lnTo>
                      <a:pt x="956" y="728"/>
                    </a:lnTo>
                    <a:lnTo>
                      <a:pt x="957" y="728"/>
                    </a:lnTo>
                    <a:lnTo>
                      <a:pt x="957" y="728"/>
                    </a:lnTo>
                    <a:lnTo>
                      <a:pt x="958" y="727"/>
                    </a:lnTo>
                    <a:lnTo>
                      <a:pt x="958" y="727"/>
                    </a:lnTo>
                    <a:lnTo>
                      <a:pt x="959" y="727"/>
                    </a:lnTo>
                    <a:lnTo>
                      <a:pt x="959" y="727"/>
                    </a:lnTo>
                    <a:lnTo>
                      <a:pt x="960" y="727"/>
                    </a:lnTo>
                    <a:lnTo>
                      <a:pt x="961" y="727"/>
                    </a:lnTo>
                    <a:lnTo>
                      <a:pt x="961" y="727"/>
                    </a:lnTo>
                    <a:lnTo>
                      <a:pt x="962" y="727"/>
                    </a:lnTo>
                    <a:lnTo>
                      <a:pt x="962" y="727"/>
                    </a:lnTo>
                    <a:lnTo>
                      <a:pt x="963" y="727"/>
                    </a:lnTo>
                    <a:lnTo>
                      <a:pt x="964" y="727"/>
                    </a:lnTo>
                    <a:lnTo>
                      <a:pt x="964" y="727"/>
                    </a:lnTo>
                    <a:lnTo>
                      <a:pt x="965" y="727"/>
                    </a:lnTo>
                    <a:lnTo>
                      <a:pt x="965" y="726"/>
                    </a:lnTo>
                    <a:lnTo>
                      <a:pt x="966" y="726"/>
                    </a:lnTo>
                    <a:lnTo>
                      <a:pt x="967" y="726"/>
                    </a:lnTo>
                    <a:lnTo>
                      <a:pt x="967" y="726"/>
                    </a:lnTo>
                    <a:lnTo>
                      <a:pt x="968" y="726"/>
                    </a:lnTo>
                    <a:lnTo>
                      <a:pt x="968" y="726"/>
                    </a:lnTo>
                    <a:lnTo>
                      <a:pt x="969" y="726"/>
                    </a:lnTo>
                    <a:lnTo>
                      <a:pt x="970" y="726"/>
                    </a:lnTo>
                    <a:lnTo>
                      <a:pt x="970" y="726"/>
                    </a:lnTo>
                    <a:lnTo>
                      <a:pt x="971" y="726"/>
                    </a:lnTo>
                    <a:lnTo>
                      <a:pt x="971" y="726"/>
                    </a:lnTo>
                    <a:lnTo>
                      <a:pt x="972" y="726"/>
                    </a:lnTo>
                    <a:lnTo>
                      <a:pt x="972" y="726"/>
                    </a:lnTo>
                    <a:lnTo>
                      <a:pt x="973" y="725"/>
                    </a:lnTo>
                    <a:lnTo>
                      <a:pt x="973" y="725"/>
                    </a:lnTo>
                    <a:lnTo>
                      <a:pt x="974" y="725"/>
                    </a:lnTo>
                    <a:lnTo>
                      <a:pt x="975" y="725"/>
                    </a:lnTo>
                    <a:lnTo>
                      <a:pt x="975" y="725"/>
                    </a:lnTo>
                    <a:lnTo>
                      <a:pt x="976" y="725"/>
                    </a:lnTo>
                    <a:lnTo>
                      <a:pt x="976" y="725"/>
                    </a:lnTo>
                    <a:lnTo>
                      <a:pt x="977" y="725"/>
                    </a:lnTo>
                    <a:lnTo>
                      <a:pt x="977" y="725"/>
                    </a:lnTo>
                    <a:lnTo>
                      <a:pt x="978" y="725"/>
                    </a:lnTo>
                    <a:lnTo>
                      <a:pt x="979" y="725"/>
                    </a:lnTo>
                    <a:lnTo>
                      <a:pt x="979" y="725"/>
                    </a:lnTo>
                    <a:lnTo>
                      <a:pt x="980" y="724"/>
                    </a:lnTo>
                    <a:lnTo>
                      <a:pt x="980" y="724"/>
                    </a:lnTo>
                    <a:lnTo>
                      <a:pt x="981" y="724"/>
                    </a:lnTo>
                    <a:lnTo>
                      <a:pt x="982" y="724"/>
                    </a:lnTo>
                    <a:lnTo>
                      <a:pt x="982" y="724"/>
                    </a:lnTo>
                    <a:lnTo>
                      <a:pt x="983" y="724"/>
                    </a:lnTo>
                    <a:lnTo>
                      <a:pt x="983" y="724"/>
                    </a:lnTo>
                    <a:lnTo>
                      <a:pt x="984" y="724"/>
                    </a:lnTo>
                    <a:lnTo>
                      <a:pt x="985" y="724"/>
                    </a:lnTo>
                    <a:lnTo>
                      <a:pt x="985" y="724"/>
                    </a:lnTo>
                    <a:lnTo>
                      <a:pt x="986" y="724"/>
                    </a:lnTo>
                    <a:lnTo>
                      <a:pt x="986" y="724"/>
                    </a:lnTo>
                    <a:lnTo>
                      <a:pt x="987" y="724"/>
                    </a:lnTo>
                    <a:lnTo>
                      <a:pt x="987" y="724"/>
                    </a:lnTo>
                    <a:lnTo>
                      <a:pt x="988" y="724"/>
                    </a:lnTo>
                    <a:lnTo>
                      <a:pt x="989" y="723"/>
                    </a:lnTo>
                    <a:lnTo>
                      <a:pt x="989" y="723"/>
                    </a:lnTo>
                    <a:lnTo>
                      <a:pt x="990" y="723"/>
                    </a:lnTo>
                    <a:lnTo>
                      <a:pt x="990" y="723"/>
                    </a:lnTo>
                    <a:lnTo>
                      <a:pt x="991" y="723"/>
                    </a:lnTo>
                    <a:lnTo>
                      <a:pt x="991" y="723"/>
                    </a:lnTo>
                    <a:lnTo>
                      <a:pt x="992" y="723"/>
                    </a:lnTo>
                    <a:lnTo>
                      <a:pt x="992" y="723"/>
                    </a:lnTo>
                    <a:lnTo>
                      <a:pt x="993" y="723"/>
                    </a:lnTo>
                    <a:lnTo>
                      <a:pt x="994" y="723"/>
                    </a:lnTo>
                    <a:lnTo>
                      <a:pt x="994" y="723"/>
                    </a:lnTo>
                    <a:lnTo>
                      <a:pt x="995" y="722"/>
                    </a:lnTo>
                    <a:lnTo>
                      <a:pt x="995" y="722"/>
                    </a:lnTo>
                    <a:lnTo>
                      <a:pt x="996" y="722"/>
                    </a:lnTo>
                    <a:lnTo>
                      <a:pt x="997" y="722"/>
                    </a:lnTo>
                    <a:lnTo>
                      <a:pt x="997" y="722"/>
                    </a:lnTo>
                    <a:lnTo>
                      <a:pt x="998" y="721"/>
                    </a:lnTo>
                    <a:lnTo>
                      <a:pt x="998" y="721"/>
                    </a:lnTo>
                    <a:lnTo>
                      <a:pt x="999" y="721"/>
                    </a:lnTo>
                    <a:lnTo>
                      <a:pt x="1000" y="720"/>
                    </a:lnTo>
                    <a:lnTo>
                      <a:pt x="1000" y="720"/>
                    </a:lnTo>
                    <a:lnTo>
                      <a:pt x="1001" y="720"/>
                    </a:lnTo>
                    <a:lnTo>
                      <a:pt x="1001" y="719"/>
                    </a:lnTo>
                    <a:lnTo>
                      <a:pt x="1002" y="719"/>
                    </a:lnTo>
                    <a:lnTo>
                      <a:pt x="1003" y="718"/>
                    </a:lnTo>
                    <a:lnTo>
                      <a:pt x="1003" y="718"/>
                    </a:lnTo>
                    <a:lnTo>
                      <a:pt x="1004" y="718"/>
                    </a:lnTo>
                    <a:lnTo>
                      <a:pt x="1004" y="718"/>
                    </a:lnTo>
                    <a:lnTo>
                      <a:pt x="1005" y="717"/>
                    </a:lnTo>
                    <a:lnTo>
                      <a:pt x="1005" y="717"/>
                    </a:lnTo>
                    <a:lnTo>
                      <a:pt x="1006" y="717"/>
                    </a:lnTo>
                    <a:lnTo>
                      <a:pt x="1006" y="717"/>
                    </a:lnTo>
                    <a:lnTo>
                      <a:pt x="1007" y="716"/>
                    </a:lnTo>
                    <a:lnTo>
                      <a:pt x="1008" y="716"/>
                    </a:lnTo>
                    <a:lnTo>
                      <a:pt x="1008" y="716"/>
                    </a:lnTo>
                    <a:lnTo>
                      <a:pt x="1009" y="715"/>
                    </a:lnTo>
                    <a:lnTo>
                      <a:pt x="1009" y="715"/>
                    </a:lnTo>
                    <a:lnTo>
                      <a:pt x="1010" y="715"/>
                    </a:lnTo>
                    <a:lnTo>
                      <a:pt x="1011" y="715"/>
                    </a:lnTo>
                    <a:lnTo>
                      <a:pt x="1011" y="714"/>
                    </a:lnTo>
                    <a:lnTo>
                      <a:pt x="1012" y="714"/>
                    </a:lnTo>
                    <a:lnTo>
                      <a:pt x="1012" y="714"/>
                    </a:lnTo>
                    <a:lnTo>
                      <a:pt x="1013" y="714"/>
                    </a:lnTo>
                    <a:lnTo>
                      <a:pt x="1014" y="713"/>
                    </a:lnTo>
                    <a:lnTo>
                      <a:pt x="1014" y="713"/>
                    </a:lnTo>
                    <a:lnTo>
                      <a:pt x="1015" y="712"/>
                    </a:lnTo>
                    <a:lnTo>
                      <a:pt x="1015" y="712"/>
                    </a:lnTo>
                    <a:lnTo>
                      <a:pt x="1016" y="712"/>
                    </a:lnTo>
                    <a:lnTo>
                      <a:pt x="1017" y="712"/>
                    </a:lnTo>
                    <a:lnTo>
                      <a:pt x="1017" y="712"/>
                    </a:lnTo>
                    <a:lnTo>
                      <a:pt x="1018" y="712"/>
                    </a:lnTo>
                    <a:lnTo>
                      <a:pt x="1018" y="712"/>
                    </a:lnTo>
                    <a:lnTo>
                      <a:pt x="1019" y="712"/>
                    </a:lnTo>
                    <a:lnTo>
                      <a:pt x="1019" y="711"/>
                    </a:lnTo>
                    <a:lnTo>
                      <a:pt x="1020" y="711"/>
                    </a:lnTo>
                    <a:lnTo>
                      <a:pt x="1020" y="711"/>
                    </a:lnTo>
                    <a:lnTo>
                      <a:pt x="1021" y="711"/>
                    </a:lnTo>
                    <a:lnTo>
                      <a:pt x="1022" y="711"/>
                    </a:lnTo>
                    <a:lnTo>
                      <a:pt x="1022" y="711"/>
                    </a:lnTo>
                    <a:lnTo>
                      <a:pt x="1023" y="711"/>
                    </a:lnTo>
                    <a:lnTo>
                      <a:pt x="1023" y="711"/>
                    </a:lnTo>
                    <a:lnTo>
                      <a:pt x="1024" y="711"/>
                    </a:lnTo>
                    <a:lnTo>
                      <a:pt x="1024" y="711"/>
                    </a:lnTo>
                    <a:lnTo>
                      <a:pt x="1025" y="711"/>
                    </a:lnTo>
                    <a:lnTo>
                      <a:pt x="1026" y="711"/>
                    </a:lnTo>
                    <a:lnTo>
                      <a:pt x="1026" y="711"/>
                    </a:lnTo>
                    <a:lnTo>
                      <a:pt x="1027" y="711"/>
                    </a:lnTo>
                    <a:lnTo>
                      <a:pt x="1027" y="711"/>
                    </a:lnTo>
                    <a:lnTo>
                      <a:pt x="1028" y="711"/>
                    </a:lnTo>
                    <a:lnTo>
                      <a:pt x="1029" y="711"/>
                    </a:lnTo>
                    <a:lnTo>
                      <a:pt x="1029" y="710"/>
                    </a:lnTo>
                    <a:lnTo>
                      <a:pt x="1030" y="710"/>
                    </a:lnTo>
                    <a:lnTo>
                      <a:pt x="1030" y="710"/>
                    </a:lnTo>
                    <a:lnTo>
                      <a:pt x="1031" y="710"/>
                    </a:lnTo>
                    <a:lnTo>
                      <a:pt x="1032" y="710"/>
                    </a:lnTo>
                    <a:lnTo>
                      <a:pt x="1032" y="710"/>
                    </a:lnTo>
                    <a:lnTo>
                      <a:pt x="1033" y="710"/>
                    </a:lnTo>
                    <a:lnTo>
                      <a:pt x="1033" y="710"/>
                    </a:lnTo>
                    <a:lnTo>
                      <a:pt x="1034" y="710"/>
                    </a:lnTo>
                    <a:lnTo>
                      <a:pt x="1034" y="710"/>
                    </a:lnTo>
                    <a:lnTo>
                      <a:pt x="1035" y="709"/>
                    </a:lnTo>
                    <a:lnTo>
                      <a:pt x="1036" y="709"/>
                    </a:lnTo>
                    <a:lnTo>
                      <a:pt x="1036" y="709"/>
                    </a:lnTo>
                    <a:lnTo>
                      <a:pt x="1037" y="709"/>
                    </a:lnTo>
                    <a:lnTo>
                      <a:pt x="1037" y="709"/>
                    </a:lnTo>
                    <a:lnTo>
                      <a:pt x="1038" y="708"/>
                    </a:lnTo>
                    <a:lnTo>
                      <a:pt x="1038" y="708"/>
                    </a:lnTo>
                    <a:lnTo>
                      <a:pt x="1039" y="707"/>
                    </a:lnTo>
                    <a:lnTo>
                      <a:pt x="1039" y="706"/>
                    </a:lnTo>
                    <a:lnTo>
                      <a:pt x="1040" y="706"/>
                    </a:lnTo>
                    <a:lnTo>
                      <a:pt x="1041" y="706"/>
                    </a:lnTo>
                    <a:lnTo>
                      <a:pt x="1041" y="705"/>
                    </a:lnTo>
                    <a:lnTo>
                      <a:pt x="1042" y="704"/>
                    </a:lnTo>
                    <a:lnTo>
                      <a:pt x="1042" y="704"/>
                    </a:lnTo>
                    <a:lnTo>
                      <a:pt x="1043" y="703"/>
                    </a:lnTo>
                    <a:lnTo>
                      <a:pt x="1044" y="703"/>
                    </a:lnTo>
                    <a:lnTo>
                      <a:pt x="1044" y="702"/>
                    </a:lnTo>
                    <a:lnTo>
                      <a:pt x="1045" y="701"/>
                    </a:lnTo>
                    <a:lnTo>
                      <a:pt x="1045" y="701"/>
                    </a:lnTo>
                    <a:lnTo>
                      <a:pt x="1046" y="700"/>
                    </a:lnTo>
                    <a:lnTo>
                      <a:pt x="1047" y="700"/>
                    </a:lnTo>
                    <a:lnTo>
                      <a:pt x="1047" y="699"/>
                    </a:lnTo>
                    <a:lnTo>
                      <a:pt x="1048" y="698"/>
                    </a:lnTo>
                    <a:lnTo>
                      <a:pt x="1048" y="698"/>
                    </a:lnTo>
                    <a:lnTo>
                      <a:pt x="1049" y="697"/>
                    </a:lnTo>
                    <a:lnTo>
                      <a:pt x="1050" y="697"/>
                    </a:lnTo>
                    <a:lnTo>
                      <a:pt x="1050" y="696"/>
                    </a:lnTo>
                    <a:lnTo>
                      <a:pt x="1051" y="695"/>
                    </a:lnTo>
                    <a:lnTo>
                      <a:pt x="1051" y="694"/>
                    </a:lnTo>
                    <a:lnTo>
                      <a:pt x="1052" y="693"/>
                    </a:lnTo>
                    <a:lnTo>
                      <a:pt x="1052" y="692"/>
                    </a:lnTo>
                    <a:lnTo>
                      <a:pt x="1053" y="691"/>
                    </a:lnTo>
                    <a:lnTo>
                      <a:pt x="1053" y="690"/>
                    </a:lnTo>
                    <a:lnTo>
                      <a:pt x="1054" y="689"/>
                    </a:lnTo>
                    <a:lnTo>
                      <a:pt x="1054" y="688"/>
                    </a:lnTo>
                    <a:lnTo>
                      <a:pt x="1055" y="686"/>
                    </a:lnTo>
                    <a:lnTo>
                      <a:pt x="1056" y="685"/>
                    </a:lnTo>
                    <a:lnTo>
                      <a:pt x="1056" y="684"/>
                    </a:lnTo>
                    <a:lnTo>
                      <a:pt x="1057" y="683"/>
                    </a:lnTo>
                    <a:lnTo>
                      <a:pt x="1057" y="682"/>
                    </a:lnTo>
                    <a:lnTo>
                      <a:pt x="1058" y="681"/>
                    </a:lnTo>
                    <a:lnTo>
                      <a:pt x="1059" y="680"/>
                    </a:lnTo>
                    <a:lnTo>
                      <a:pt x="1059" y="679"/>
                    </a:lnTo>
                    <a:lnTo>
                      <a:pt x="1060" y="677"/>
                    </a:lnTo>
                    <a:lnTo>
                      <a:pt x="1060" y="676"/>
                    </a:lnTo>
                    <a:lnTo>
                      <a:pt x="1061" y="675"/>
                    </a:lnTo>
                    <a:lnTo>
                      <a:pt x="1062" y="674"/>
                    </a:lnTo>
                    <a:lnTo>
                      <a:pt x="1062" y="673"/>
                    </a:lnTo>
                    <a:lnTo>
                      <a:pt x="1063" y="671"/>
                    </a:lnTo>
                    <a:lnTo>
                      <a:pt x="1063" y="670"/>
                    </a:lnTo>
                    <a:lnTo>
                      <a:pt x="1064" y="668"/>
                    </a:lnTo>
                    <a:lnTo>
                      <a:pt x="1065" y="667"/>
                    </a:lnTo>
                    <a:lnTo>
                      <a:pt x="1065" y="665"/>
                    </a:lnTo>
                    <a:lnTo>
                      <a:pt x="1066" y="664"/>
                    </a:lnTo>
                    <a:lnTo>
                      <a:pt x="1066" y="662"/>
                    </a:lnTo>
                    <a:lnTo>
                      <a:pt x="1067" y="661"/>
                    </a:lnTo>
                    <a:lnTo>
                      <a:pt x="1067" y="659"/>
                    </a:lnTo>
                    <a:lnTo>
                      <a:pt x="1068" y="658"/>
                    </a:lnTo>
                    <a:lnTo>
                      <a:pt x="1069" y="656"/>
                    </a:lnTo>
                    <a:lnTo>
                      <a:pt x="1069" y="655"/>
                    </a:lnTo>
                    <a:lnTo>
                      <a:pt x="1070" y="653"/>
                    </a:lnTo>
                    <a:lnTo>
                      <a:pt x="1070" y="652"/>
                    </a:lnTo>
                    <a:lnTo>
                      <a:pt x="1071" y="650"/>
                    </a:lnTo>
                    <a:lnTo>
                      <a:pt x="1071" y="648"/>
                    </a:lnTo>
                    <a:lnTo>
                      <a:pt x="1072" y="647"/>
                    </a:lnTo>
                    <a:lnTo>
                      <a:pt x="1072" y="645"/>
                    </a:lnTo>
                    <a:lnTo>
                      <a:pt x="1073" y="644"/>
                    </a:lnTo>
                    <a:lnTo>
                      <a:pt x="1074" y="642"/>
                    </a:lnTo>
                    <a:lnTo>
                      <a:pt x="1074" y="641"/>
                    </a:lnTo>
                    <a:lnTo>
                      <a:pt x="1075" y="640"/>
                    </a:lnTo>
                    <a:lnTo>
                      <a:pt x="1076" y="639"/>
                    </a:lnTo>
                    <a:lnTo>
                      <a:pt x="1076" y="638"/>
                    </a:lnTo>
                    <a:lnTo>
                      <a:pt x="1077" y="637"/>
                    </a:lnTo>
                    <a:lnTo>
                      <a:pt x="1077" y="636"/>
                    </a:lnTo>
                    <a:lnTo>
                      <a:pt x="1078" y="635"/>
                    </a:lnTo>
                    <a:lnTo>
                      <a:pt x="1079" y="634"/>
                    </a:lnTo>
                    <a:lnTo>
                      <a:pt x="1079" y="633"/>
                    </a:lnTo>
                    <a:lnTo>
                      <a:pt x="1080" y="631"/>
                    </a:lnTo>
                    <a:lnTo>
                      <a:pt x="1080" y="630"/>
                    </a:lnTo>
                    <a:lnTo>
                      <a:pt x="1081" y="629"/>
                    </a:lnTo>
                    <a:lnTo>
                      <a:pt x="1081" y="627"/>
                    </a:lnTo>
                    <a:lnTo>
                      <a:pt x="1082" y="626"/>
                    </a:lnTo>
                    <a:lnTo>
                      <a:pt x="1083" y="625"/>
                    </a:lnTo>
                    <a:lnTo>
                      <a:pt x="1083" y="624"/>
                    </a:lnTo>
                    <a:lnTo>
                      <a:pt x="1084" y="623"/>
                    </a:lnTo>
                    <a:lnTo>
                      <a:pt x="1084" y="622"/>
                    </a:lnTo>
                    <a:lnTo>
                      <a:pt x="1085" y="621"/>
                    </a:lnTo>
                    <a:lnTo>
                      <a:pt x="1085" y="620"/>
                    </a:lnTo>
                    <a:lnTo>
                      <a:pt x="1086" y="618"/>
                    </a:lnTo>
                    <a:lnTo>
                      <a:pt x="1086" y="617"/>
                    </a:lnTo>
                    <a:lnTo>
                      <a:pt x="1087" y="616"/>
                    </a:lnTo>
                    <a:lnTo>
                      <a:pt x="1088" y="615"/>
                    </a:lnTo>
                    <a:lnTo>
                      <a:pt x="1088" y="614"/>
                    </a:lnTo>
                    <a:lnTo>
                      <a:pt x="1089" y="613"/>
                    </a:lnTo>
                    <a:lnTo>
                      <a:pt x="1089" y="612"/>
                    </a:lnTo>
                    <a:lnTo>
                      <a:pt x="1090" y="611"/>
                    </a:lnTo>
                    <a:lnTo>
                      <a:pt x="1091" y="611"/>
                    </a:lnTo>
                    <a:lnTo>
                      <a:pt x="1091" y="610"/>
                    </a:lnTo>
                    <a:lnTo>
                      <a:pt x="1092" y="609"/>
                    </a:lnTo>
                    <a:lnTo>
                      <a:pt x="1092" y="608"/>
                    </a:lnTo>
                    <a:lnTo>
                      <a:pt x="1093" y="608"/>
                    </a:lnTo>
                    <a:lnTo>
                      <a:pt x="1094" y="607"/>
                    </a:lnTo>
                    <a:lnTo>
                      <a:pt x="1094" y="606"/>
                    </a:lnTo>
                    <a:lnTo>
                      <a:pt x="1095" y="605"/>
                    </a:lnTo>
                    <a:lnTo>
                      <a:pt x="1095" y="604"/>
                    </a:lnTo>
                    <a:lnTo>
                      <a:pt x="1096" y="603"/>
                    </a:lnTo>
                    <a:lnTo>
                      <a:pt x="1097" y="602"/>
                    </a:lnTo>
                    <a:lnTo>
                      <a:pt x="1097" y="601"/>
                    </a:lnTo>
                    <a:lnTo>
                      <a:pt x="1098" y="600"/>
                    </a:lnTo>
                    <a:lnTo>
                      <a:pt x="1098" y="599"/>
                    </a:lnTo>
                    <a:lnTo>
                      <a:pt x="1099" y="598"/>
                    </a:lnTo>
                    <a:lnTo>
                      <a:pt x="1099" y="598"/>
                    </a:lnTo>
                    <a:lnTo>
                      <a:pt x="1100" y="597"/>
                    </a:lnTo>
                    <a:lnTo>
                      <a:pt x="1100" y="596"/>
                    </a:lnTo>
                    <a:lnTo>
                      <a:pt x="1101" y="595"/>
                    </a:lnTo>
                    <a:lnTo>
                      <a:pt x="1101" y="595"/>
                    </a:lnTo>
                    <a:lnTo>
                      <a:pt x="1102" y="594"/>
                    </a:lnTo>
                    <a:lnTo>
                      <a:pt x="1103" y="594"/>
                    </a:lnTo>
                    <a:lnTo>
                      <a:pt x="1103" y="593"/>
                    </a:lnTo>
                    <a:lnTo>
                      <a:pt x="1104" y="592"/>
                    </a:lnTo>
                    <a:lnTo>
                      <a:pt x="1104" y="592"/>
                    </a:lnTo>
                    <a:lnTo>
                      <a:pt x="1105" y="591"/>
                    </a:lnTo>
                    <a:lnTo>
                      <a:pt x="1106" y="591"/>
                    </a:lnTo>
                    <a:lnTo>
                      <a:pt x="1106" y="590"/>
                    </a:lnTo>
                    <a:lnTo>
                      <a:pt x="1107" y="590"/>
                    </a:lnTo>
                    <a:lnTo>
                      <a:pt x="1107" y="589"/>
                    </a:lnTo>
                    <a:lnTo>
                      <a:pt x="1108" y="589"/>
                    </a:lnTo>
                    <a:lnTo>
                      <a:pt x="1109" y="588"/>
                    </a:lnTo>
                    <a:lnTo>
                      <a:pt x="1109" y="588"/>
                    </a:lnTo>
                    <a:lnTo>
                      <a:pt x="1110" y="588"/>
                    </a:lnTo>
                    <a:lnTo>
                      <a:pt x="1110" y="587"/>
                    </a:lnTo>
                    <a:lnTo>
                      <a:pt x="1111" y="587"/>
                    </a:lnTo>
                    <a:lnTo>
                      <a:pt x="1112" y="586"/>
                    </a:lnTo>
                    <a:lnTo>
                      <a:pt x="1112" y="586"/>
                    </a:lnTo>
                    <a:lnTo>
                      <a:pt x="1113" y="585"/>
                    </a:lnTo>
                    <a:lnTo>
                      <a:pt x="1113" y="585"/>
                    </a:lnTo>
                    <a:lnTo>
                      <a:pt x="1114" y="585"/>
                    </a:lnTo>
                    <a:lnTo>
                      <a:pt x="1114" y="585"/>
                    </a:lnTo>
                    <a:lnTo>
                      <a:pt x="1115" y="584"/>
                    </a:lnTo>
                    <a:lnTo>
                      <a:pt x="1116" y="584"/>
                    </a:lnTo>
                    <a:lnTo>
                      <a:pt x="1116" y="584"/>
                    </a:lnTo>
                    <a:lnTo>
                      <a:pt x="1117" y="584"/>
                    </a:lnTo>
                    <a:lnTo>
                      <a:pt x="1117" y="584"/>
                    </a:lnTo>
                    <a:lnTo>
                      <a:pt x="1118" y="584"/>
                    </a:lnTo>
                    <a:lnTo>
                      <a:pt x="1118" y="584"/>
                    </a:lnTo>
                    <a:lnTo>
                      <a:pt x="1119" y="584"/>
                    </a:lnTo>
                    <a:lnTo>
                      <a:pt x="1119" y="583"/>
                    </a:lnTo>
                    <a:lnTo>
                      <a:pt x="1120" y="583"/>
                    </a:lnTo>
                    <a:lnTo>
                      <a:pt x="1121" y="583"/>
                    </a:lnTo>
                    <a:lnTo>
                      <a:pt x="1121" y="583"/>
                    </a:lnTo>
                    <a:lnTo>
                      <a:pt x="1122" y="583"/>
                    </a:lnTo>
                    <a:lnTo>
                      <a:pt x="1122" y="583"/>
                    </a:lnTo>
                    <a:lnTo>
                      <a:pt x="1123" y="583"/>
                    </a:lnTo>
                    <a:lnTo>
                      <a:pt x="1124" y="583"/>
                    </a:lnTo>
                    <a:lnTo>
                      <a:pt x="1124" y="583"/>
                    </a:lnTo>
                    <a:lnTo>
                      <a:pt x="1125" y="583"/>
                    </a:lnTo>
                    <a:lnTo>
                      <a:pt x="1125" y="583"/>
                    </a:lnTo>
                    <a:lnTo>
                      <a:pt x="1126" y="583"/>
                    </a:lnTo>
                    <a:lnTo>
                      <a:pt x="1127" y="583"/>
                    </a:lnTo>
                    <a:lnTo>
                      <a:pt x="1127" y="583"/>
                    </a:lnTo>
                    <a:lnTo>
                      <a:pt x="1128" y="583"/>
                    </a:lnTo>
                    <a:lnTo>
                      <a:pt x="1128" y="583"/>
                    </a:lnTo>
                    <a:lnTo>
                      <a:pt x="1129" y="583"/>
                    </a:lnTo>
                    <a:lnTo>
                      <a:pt x="1130" y="583"/>
                    </a:lnTo>
                    <a:lnTo>
                      <a:pt x="1130" y="583"/>
                    </a:lnTo>
                    <a:lnTo>
                      <a:pt x="1131" y="583"/>
                    </a:lnTo>
                    <a:lnTo>
                      <a:pt x="1131" y="582"/>
                    </a:lnTo>
                    <a:lnTo>
                      <a:pt x="1132" y="582"/>
                    </a:lnTo>
                    <a:lnTo>
                      <a:pt x="1132" y="582"/>
                    </a:lnTo>
                    <a:lnTo>
                      <a:pt x="1133" y="582"/>
                    </a:lnTo>
                    <a:lnTo>
                      <a:pt x="1133" y="582"/>
                    </a:lnTo>
                    <a:lnTo>
                      <a:pt x="1134" y="582"/>
                    </a:lnTo>
                    <a:lnTo>
                      <a:pt x="1134" y="582"/>
                    </a:lnTo>
                    <a:lnTo>
                      <a:pt x="1135" y="582"/>
                    </a:lnTo>
                    <a:lnTo>
                      <a:pt x="1136" y="582"/>
                    </a:lnTo>
                    <a:lnTo>
                      <a:pt x="1136" y="582"/>
                    </a:lnTo>
                    <a:lnTo>
                      <a:pt x="1137" y="582"/>
                    </a:lnTo>
                    <a:lnTo>
                      <a:pt x="1137" y="582"/>
                    </a:lnTo>
                    <a:lnTo>
                      <a:pt x="1138" y="582"/>
                    </a:lnTo>
                    <a:lnTo>
                      <a:pt x="1139" y="582"/>
                    </a:lnTo>
                    <a:lnTo>
                      <a:pt x="1139" y="582"/>
                    </a:lnTo>
                    <a:lnTo>
                      <a:pt x="1140" y="581"/>
                    </a:lnTo>
                    <a:lnTo>
                      <a:pt x="1140" y="581"/>
                    </a:lnTo>
                    <a:lnTo>
                      <a:pt x="1141" y="581"/>
                    </a:lnTo>
                    <a:lnTo>
                      <a:pt x="1142" y="581"/>
                    </a:lnTo>
                    <a:lnTo>
                      <a:pt x="1142" y="581"/>
                    </a:lnTo>
                    <a:lnTo>
                      <a:pt x="1143" y="580"/>
                    </a:lnTo>
                    <a:lnTo>
                      <a:pt x="1143" y="580"/>
                    </a:lnTo>
                    <a:lnTo>
                      <a:pt x="1144" y="580"/>
                    </a:lnTo>
                    <a:lnTo>
                      <a:pt x="1145" y="579"/>
                    </a:lnTo>
                    <a:lnTo>
                      <a:pt x="1145" y="579"/>
                    </a:lnTo>
                    <a:lnTo>
                      <a:pt x="1146" y="579"/>
                    </a:lnTo>
                    <a:lnTo>
                      <a:pt x="1146" y="578"/>
                    </a:lnTo>
                    <a:lnTo>
                      <a:pt x="1147" y="577"/>
                    </a:lnTo>
                    <a:lnTo>
                      <a:pt x="1147" y="577"/>
                    </a:lnTo>
                    <a:lnTo>
                      <a:pt x="1148" y="577"/>
                    </a:lnTo>
                    <a:lnTo>
                      <a:pt x="1148" y="576"/>
                    </a:lnTo>
                    <a:lnTo>
                      <a:pt x="1149" y="576"/>
                    </a:lnTo>
                    <a:lnTo>
                      <a:pt x="1150" y="576"/>
                    </a:lnTo>
                    <a:lnTo>
                      <a:pt x="1150" y="575"/>
                    </a:lnTo>
                    <a:lnTo>
                      <a:pt x="1151" y="574"/>
                    </a:lnTo>
                    <a:lnTo>
                      <a:pt x="1151" y="574"/>
                    </a:lnTo>
                    <a:lnTo>
                      <a:pt x="1152" y="574"/>
                    </a:lnTo>
                    <a:lnTo>
                      <a:pt x="1153" y="573"/>
                    </a:lnTo>
                    <a:lnTo>
                      <a:pt x="1153" y="573"/>
                    </a:lnTo>
                    <a:lnTo>
                      <a:pt x="1154" y="573"/>
                    </a:lnTo>
                    <a:lnTo>
                      <a:pt x="1154" y="572"/>
                    </a:lnTo>
                    <a:lnTo>
                      <a:pt x="1155" y="572"/>
                    </a:lnTo>
                    <a:lnTo>
                      <a:pt x="1156" y="571"/>
                    </a:lnTo>
                    <a:lnTo>
                      <a:pt x="1156" y="571"/>
                    </a:lnTo>
                    <a:lnTo>
                      <a:pt x="1157" y="570"/>
                    </a:lnTo>
                    <a:lnTo>
                      <a:pt x="1157" y="570"/>
                    </a:lnTo>
                    <a:lnTo>
                      <a:pt x="1158" y="570"/>
                    </a:lnTo>
                    <a:lnTo>
                      <a:pt x="1159" y="569"/>
                    </a:lnTo>
                    <a:lnTo>
                      <a:pt x="1159" y="569"/>
                    </a:lnTo>
                    <a:lnTo>
                      <a:pt x="1160" y="568"/>
                    </a:lnTo>
                    <a:lnTo>
                      <a:pt x="1160" y="568"/>
                    </a:lnTo>
                    <a:lnTo>
                      <a:pt x="1161" y="567"/>
                    </a:lnTo>
                    <a:lnTo>
                      <a:pt x="1161" y="567"/>
                    </a:lnTo>
                    <a:lnTo>
                      <a:pt x="1162" y="567"/>
                    </a:lnTo>
                    <a:lnTo>
                      <a:pt x="1162" y="567"/>
                    </a:lnTo>
                    <a:lnTo>
                      <a:pt x="1163" y="567"/>
                    </a:lnTo>
                    <a:lnTo>
                      <a:pt x="1164" y="567"/>
                    </a:lnTo>
                    <a:lnTo>
                      <a:pt x="1164" y="567"/>
                    </a:lnTo>
                    <a:lnTo>
                      <a:pt x="1165" y="567"/>
                    </a:lnTo>
                    <a:lnTo>
                      <a:pt x="1165" y="567"/>
                    </a:lnTo>
                    <a:lnTo>
                      <a:pt x="1166" y="567"/>
                    </a:lnTo>
                    <a:lnTo>
                      <a:pt x="1166" y="566"/>
                    </a:lnTo>
                    <a:lnTo>
                      <a:pt x="1167" y="566"/>
                    </a:lnTo>
                    <a:lnTo>
                      <a:pt x="1168" y="566"/>
                    </a:lnTo>
                    <a:lnTo>
                      <a:pt x="1168" y="566"/>
                    </a:lnTo>
                    <a:lnTo>
                      <a:pt x="1169" y="566"/>
                    </a:lnTo>
                    <a:lnTo>
                      <a:pt x="1169" y="565"/>
                    </a:lnTo>
                    <a:lnTo>
                      <a:pt x="1170" y="565"/>
                    </a:lnTo>
                    <a:lnTo>
                      <a:pt x="1171" y="565"/>
                    </a:lnTo>
                    <a:lnTo>
                      <a:pt x="1171" y="565"/>
                    </a:lnTo>
                    <a:lnTo>
                      <a:pt x="1172" y="565"/>
                    </a:lnTo>
                    <a:lnTo>
                      <a:pt x="1172" y="564"/>
                    </a:lnTo>
                    <a:lnTo>
                      <a:pt x="1173" y="564"/>
                    </a:lnTo>
                    <a:lnTo>
                      <a:pt x="1174" y="564"/>
                    </a:lnTo>
                    <a:lnTo>
                      <a:pt x="1174" y="564"/>
                    </a:lnTo>
                    <a:lnTo>
                      <a:pt x="1175" y="563"/>
                    </a:lnTo>
                    <a:lnTo>
                      <a:pt x="1175" y="563"/>
                    </a:lnTo>
                    <a:lnTo>
                      <a:pt x="1176" y="562"/>
                    </a:lnTo>
                    <a:lnTo>
                      <a:pt x="1177" y="562"/>
                    </a:lnTo>
                    <a:lnTo>
                      <a:pt x="1177" y="561"/>
                    </a:lnTo>
                    <a:lnTo>
                      <a:pt x="1178" y="561"/>
                    </a:lnTo>
                    <a:lnTo>
                      <a:pt x="1178" y="561"/>
                    </a:lnTo>
                    <a:lnTo>
                      <a:pt x="1179" y="560"/>
                    </a:lnTo>
                    <a:lnTo>
                      <a:pt x="1179" y="560"/>
                    </a:lnTo>
                    <a:lnTo>
                      <a:pt x="1180" y="559"/>
                    </a:lnTo>
                    <a:lnTo>
                      <a:pt x="1180" y="559"/>
                    </a:lnTo>
                    <a:lnTo>
                      <a:pt x="1181" y="558"/>
                    </a:lnTo>
                    <a:lnTo>
                      <a:pt x="1181" y="558"/>
                    </a:lnTo>
                    <a:lnTo>
                      <a:pt x="1182" y="558"/>
                    </a:lnTo>
                    <a:lnTo>
                      <a:pt x="1183" y="557"/>
                    </a:lnTo>
                    <a:lnTo>
                      <a:pt x="1183" y="556"/>
                    </a:lnTo>
                    <a:lnTo>
                      <a:pt x="1184" y="556"/>
                    </a:lnTo>
                    <a:lnTo>
                      <a:pt x="1184" y="556"/>
                    </a:lnTo>
                    <a:lnTo>
                      <a:pt x="1185" y="555"/>
                    </a:lnTo>
                    <a:lnTo>
                      <a:pt x="1186" y="555"/>
                    </a:lnTo>
                    <a:lnTo>
                      <a:pt x="1186" y="555"/>
                    </a:lnTo>
                    <a:lnTo>
                      <a:pt x="1187" y="554"/>
                    </a:lnTo>
                    <a:lnTo>
                      <a:pt x="1187" y="554"/>
                    </a:lnTo>
                    <a:lnTo>
                      <a:pt x="1188" y="553"/>
                    </a:lnTo>
                    <a:lnTo>
                      <a:pt x="1189" y="553"/>
                    </a:lnTo>
                    <a:lnTo>
                      <a:pt x="1189" y="553"/>
                    </a:lnTo>
                    <a:lnTo>
                      <a:pt x="1190" y="552"/>
                    </a:lnTo>
                    <a:lnTo>
                      <a:pt x="1190" y="552"/>
                    </a:lnTo>
                    <a:lnTo>
                      <a:pt x="1191" y="552"/>
                    </a:lnTo>
                    <a:lnTo>
                      <a:pt x="1192" y="552"/>
                    </a:lnTo>
                    <a:lnTo>
                      <a:pt x="1192" y="552"/>
                    </a:lnTo>
                    <a:lnTo>
                      <a:pt x="1193" y="551"/>
                    </a:lnTo>
                    <a:lnTo>
                      <a:pt x="1193" y="551"/>
                    </a:lnTo>
                    <a:lnTo>
                      <a:pt x="1194" y="551"/>
                    </a:lnTo>
                    <a:lnTo>
                      <a:pt x="1194" y="551"/>
                    </a:lnTo>
                    <a:lnTo>
                      <a:pt x="1195" y="551"/>
                    </a:lnTo>
                    <a:lnTo>
                      <a:pt x="1195" y="550"/>
                    </a:lnTo>
                    <a:lnTo>
                      <a:pt x="1196" y="550"/>
                    </a:lnTo>
                    <a:lnTo>
                      <a:pt x="1197" y="550"/>
                    </a:lnTo>
                    <a:lnTo>
                      <a:pt x="1197" y="550"/>
                    </a:lnTo>
                    <a:lnTo>
                      <a:pt x="1198" y="550"/>
                    </a:lnTo>
                    <a:lnTo>
                      <a:pt x="1198" y="550"/>
                    </a:lnTo>
                    <a:lnTo>
                      <a:pt x="1199" y="550"/>
                    </a:lnTo>
                    <a:lnTo>
                      <a:pt x="1199" y="550"/>
                    </a:lnTo>
                    <a:lnTo>
                      <a:pt x="1200" y="550"/>
                    </a:lnTo>
                    <a:lnTo>
                      <a:pt x="1201" y="550"/>
                    </a:lnTo>
                    <a:lnTo>
                      <a:pt x="1201" y="550"/>
                    </a:lnTo>
                    <a:lnTo>
                      <a:pt x="1202" y="550"/>
                    </a:lnTo>
                    <a:lnTo>
                      <a:pt x="1202" y="550"/>
                    </a:lnTo>
                    <a:lnTo>
                      <a:pt x="1203" y="550"/>
                    </a:lnTo>
                    <a:lnTo>
                      <a:pt x="1204" y="550"/>
                    </a:lnTo>
                    <a:lnTo>
                      <a:pt x="1204" y="550"/>
                    </a:lnTo>
                    <a:lnTo>
                      <a:pt x="1205" y="549"/>
                    </a:lnTo>
                    <a:lnTo>
                      <a:pt x="1205" y="549"/>
                    </a:lnTo>
                    <a:lnTo>
                      <a:pt x="1206" y="549"/>
                    </a:lnTo>
                    <a:lnTo>
                      <a:pt x="1207" y="549"/>
                    </a:lnTo>
                    <a:lnTo>
                      <a:pt x="1207" y="549"/>
                    </a:lnTo>
                    <a:lnTo>
                      <a:pt x="1208" y="549"/>
                    </a:lnTo>
                    <a:lnTo>
                      <a:pt x="1208" y="549"/>
                    </a:lnTo>
                    <a:lnTo>
                      <a:pt x="1209" y="549"/>
                    </a:lnTo>
                    <a:lnTo>
                      <a:pt x="1209" y="549"/>
                    </a:lnTo>
                    <a:lnTo>
                      <a:pt x="1210" y="549"/>
                    </a:lnTo>
                    <a:lnTo>
                      <a:pt x="1211" y="548"/>
                    </a:lnTo>
                    <a:lnTo>
                      <a:pt x="1211" y="548"/>
                    </a:lnTo>
                    <a:lnTo>
                      <a:pt x="1212" y="548"/>
                    </a:lnTo>
                    <a:lnTo>
                      <a:pt x="1212" y="548"/>
                    </a:lnTo>
                    <a:lnTo>
                      <a:pt x="1213" y="548"/>
                    </a:lnTo>
                    <a:lnTo>
                      <a:pt x="1213" y="547"/>
                    </a:lnTo>
                    <a:lnTo>
                      <a:pt x="1214" y="547"/>
                    </a:lnTo>
                    <a:lnTo>
                      <a:pt x="1215" y="547"/>
                    </a:lnTo>
                    <a:lnTo>
                      <a:pt x="1215" y="547"/>
                    </a:lnTo>
                    <a:lnTo>
                      <a:pt x="1216" y="546"/>
                    </a:lnTo>
                    <a:lnTo>
                      <a:pt x="1216" y="546"/>
                    </a:lnTo>
                    <a:lnTo>
                      <a:pt x="1217" y="546"/>
                    </a:lnTo>
                    <a:lnTo>
                      <a:pt x="1218" y="546"/>
                    </a:lnTo>
                    <a:lnTo>
                      <a:pt x="1218" y="545"/>
                    </a:lnTo>
                    <a:lnTo>
                      <a:pt x="1219" y="545"/>
                    </a:lnTo>
                    <a:lnTo>
                      <a:pt x="1219" y="544"/>
                    </a:lnTo>
                    <a:lnTo>
                      <a:pt x="1220" y="544"/>
                    </a:lnTo>
                    <a:lnTo>
                      <a:pt x="1221" y="544"/>
                    </a:lnTo>
                    <a:lnTo>
                      <a:pt x="1221" y="543"/>
                    </a:lnTo>
                    <a:lnTo>
                      <a:pt x="1222" y="543"/>
                    </a:lnTo>
                    <a:lnTo>
                      <a:pt x="1222" y="543"/>
                    </a:lnTo>
                    <a:lnTo>
                      <a:pt x="1223" y="542"/>
                    </a:lnTo>
                    <a:lnTo>
                      <a:pt x="1224" y="542"/>
                    </a:lnTo>
                    <a:lnTo>
                      <a:pt x="1224" y="542"/>
                    </a:lnTo>
                    <a:lnTo>
                      <a:pt x="1225" y="542"/>
                    </a:lnTo>
                    <a:lnTo>
                      <a:pt x="1225" y="541"/>
                    </a:lnTo>
                    <a:lnTo>
                      <a:pt x="1226" y="541"/>
                    </a:lnTo>
                    <a:lnTo>
                      <a:pt x="1226" y="541"/>
                    </a:lnTo>
                    <a:lnTo>
                      <a:pt x="1227" y="541"/>
                    </a:lnTo>
                    <a:lnTo>
                      <a:pt x="1227" y="540"/>
                    </a:lnTo>
                    <a:lnTo>
                      <a:pt x="1228" y="540"/>
                    </a:lnTo>
                    <a:lnTo>
                      <a:pt x="1228" y="539"/>
                    </a:lnTo>
                    <a:lnTo>
                      <a:pt x="1229" y="539"/>
                    </a:lnTo>
                    <a:lnTo>
                      <a:pt x="1230" y="539"/>
                    </a:lnTo>
                    <a:lnTo>
                      <a:pt x="1230" y="539"/>
                    </a:lnTo>
                    <a:lnTo>
                      <a:pt x="1231" y="538"/>
                    </a:lnTo>
                    <a:lnTo>
                      <a:pt x="1231" y="538"/>
                    </a:lnTo>
                    <a:lnTo>
                      <a:pt x="1232" y="538"/>
                    </a:lnTo>
                    <a:lnTo>
                      <a:pt x="1233" y="538"/>
                    </a:lnTo>
                    <a:lnTo>
                      <a:pt x="1233" y="537"/>
                    </a:lnTo>
                    <a:lnTo>
                      <a:pt x="1234" y="537"/>
                    </a:lnTo>
                    <a:lnTo>
                      <a:pt x="1234" y="537"/>
                    </a:lnTo>
                    <a:lnTo>
                      <a:pt x="1235" y="537"/>
                    </a:lnTo>
                    <a:lnTo>
                      <a:pt x="1236" y="537"/>
                    </a:lnTo>
                    <a:lnTo>
                      <a:pt x="1236" y="536"/>
                    </a:lnTo>
                    <a:lnTo>
                      <a:pt x="1237" y="536"/>
                    </a:lnTo>
                    <a:lnTo>
                      <a:pt x="1237" y="536"/>
                    </a:lnTo>
                    <a:lnTo>
                      <a:pt x="1238" y="536"/>
                    </a:lnTo>
                    <a:lnTo>
                      <a:pt x="1239" y="536"/>
                    </a:lnTo>
                    <a:lnTo>
                      <a:pt x="1239" y="536"/>
                    </a:lnTo>
                    <a:lnTo>
                      <a:pt x="1240" y="535"/>
                    </a:lnTo>
                    <a:lnTo>
                      <a:pt x="1240" y="535"/>
                    </a:lnTo>
                    <a:lnTo>
                      <a:pt x="1241" y="535"/>
                    </a:lnTo>
                    <a:lnTo>
                      <a:pt x="1241" y="535"/>
                    </a:lnTo>
                    <a:lnTo>
                      <a:pt x="1242" y="535"/>
                    </a:lnTo>
                    <a:lnTo>
                      <a:pt x="1242" y="535"/>
                    </a:lnTo>
                    <a:lnTo>
                      <a:pt x="1243" y="534"/>
                    </a:lnTo>
                    <a:lnTo>
                      <a:pt x="1244" y="534"/>
                    </a:lnTo>
                    <a:lnTo>
                      <a:pt x="1244" y="534"/>
                    </a:lnTo>
                    <a:lnTo>
                      <a:pt x="1245" y="534"/>
                    </a:lnTo>
                    <a:lnTo>
                      <a:pt x="1245" y="533"/>
                    </a:lnTo>
                    <a:lnTo>
                      <a:pt x="1246" y="533"/>
                    </a:lnTo>
                    <a:lnTo>
                      <a:pt x="1246" y="533"/>
                    </a:lnTo>
                    <a:lnTo>
                      <a:pt x="1247" y="533"/>
                    </a:lnTo>
                    <a:lnTo>
                      <a:pt x="1248" y="533"/>
                    </a:lnTo>
                    <a:lnTo>
                      <a:pt x="1248" y="533"/>
                    </a:lnTo>
                    <a:lnTo>
                      <a:pt x="1249" y="532"/>
                    </a:lnTo>
                    <a:lnTo>
                      <a:pt x="1249" y="532"/>
                    </a:lnTo>
                    <a:lnTo>
                      <a:pt x="1250" y="532"/>
                    </a:lnTo>
                    <a:lnTo>
                      <a:pt x="1251" y="532"/>
                    </a:lnTo>
                    <a:lnTo>
                      <a:pt x="1251" y="532"/>
                    </a:lnTo>
                    <a:lnTo>
                      <a:pt x="1252" y="532"/>
                    </a:lnTo>
                    <a:lnTo>
                      <a:pt x="1252" y="531"/>
                    </a:lnTo>
                    <a:lnTo>
                      <a:pt x="1253" y="531"/>
                    </a:lnTo>
                    <a:lnTo>
                      <a:pt x="1254" y="531"/>
                    </a:lnTo>
                    <a:lnTo>
                      <a:pt x="1254" y="531"/>
                    </a:lnTo>
                    <a:lnTo>
                      <a:pt x="1255" y="531"/>
                    </a:lnTo>
                    <a:lnTo>
                      <a:pt x="1255" y="531"/>
                    </a:lnTo>
                    <a:lnTo>
                      <a:pt x="1256" y="530"/>
                    </a:lnTo>
                    <a:lnTo>
                      <a:pt x="1256" y="530"/>
                    </a:lnTo>
                    <a:lnTo>
                      <a:pt x="1257" y="530"/>
                    </a:lnTo>
                    <a:lnTo>
                      <a:pt x="1258" y="530"/>
                    </a:lnTo>
                    <a:lnTo>
                      <a:pt x="1258" y="530"/>
                    </a:lnTo>
                    <a:lnTo>
                      <a:pt x="1259" y="530"/>
                    </a:lnTo>
                    <a:lnTo>
                      <a:pt x="1259" y="530"/>
                    </a:lnTo>
                    <a:lnTo>
                      <a:pt x="1260" y="530"/>
                    </a:lnTo>
                    <a:lnTo>
                      <a:pt x="1260" y="530"/>
                    </a:lnTo>
                    <a:lnTo>
                      <a:pt x="1261" y="530"/>
                    </a:lnTo>
                    <a:lnTo>
                      <a:pt x="1261" y="529"/>
                    </a:lnTo>
                    <a:lnTo>
                      <a:pt x="1262" y="529"/>
                    </a:lnTo>
                    <a:lnTo>
                      <a:pt x="1263" y="529"/>
                    </a:lnTo>
                    <a:lnTo>
                      <a:pt x="1263" y="529"/>
                    </a:lnTo>
                    <a:lnTo>
                      <a:pt x="1264" y="529"/>
                    </a:lnTo>
                    <a:lnTo>
                      <a:pt x="1264" y="529"/>
                    </a:lnTo>
                    <a:lnTo>
                      <a:pt x="1265" y="529"/>
                    </a:lnTo>
                    <a:lnTo>
                      <a:pt x="1266" y="529"/>
                    </a:lnTo>
                    <a:lnTo>
                      <a:pt x="1266" y="529"/>
                    </a:lnTo>
                    <a:lnTo>
                      <a:pt x="1267" y="528"/>
                    </a:lnTo>
                    <a:lnTo>
                      <a:pt x="1267" y="528"/>
                    </a:lnTo>
                    <a:lnTo>
                      <a:pt x="1268" y="528"/>
                    </a:lnTo>
                    <a:lnTo>
                      <a:pt x="1269" y="528"/>
                    </a:lnTo>
                    <a:lnTo>
                      <a:pt x="1269" y="528"/>
                    </a:lnTo>
                    <a:lnTo>
                      <a:pt x="1270" y="528"/>
                    </a:lnTo>
                    <a:lnTo>
                      <a:pt x="1270" y="527"/>
                    </a:lnTo>
                    <a:lnTo>
                      <a:pt x="1271" y="527"/>
                    </a:lnTo>
                    <a:lnTo>
                      <a:pt x="1272" y="527"/>
                    </a:lnTo>
                    <a:lnTo>
                      <a:pt x="1272" y="527"/>
                    </a:lnTo>
                    <a:lnTo>
                      <a:pt x="1273" y="526"/>
                    </a:lnTo>
                    <a:lnTo>
                      <a:pt x="1273" y="526"/>
                    </a:lnTo>
                    <a:lnTo>
                      <a:pt x="1274" y="526"/>
                    </a:lnTo>
                    <a:lnTo>
                      <a:pt x="1274" y="525"/>
                    </a:lnTo>
                    <a:lnTo>
                      <a:pt x="1275" y="524"/>
                    </a:lnTo>
                    <a:lnTo>
                      <a:pt x="1275" y="524"/>
                    </a:lnTo>
                    <a:lnTo>
                      <a:pt x="1276" y="523"/>
                    </a:lnTo>
                    <a:lnTo>
                      <a:pt x="1276" y="523"/>
                    </a:lnTo>
                    <a:lnTo>
                      <a:pt x="1277" y="522"/>
                    </a:lnTo>
                    <a:lnTo>
                      <a:pt x="1278" y="521"/>
                    </a:lnTo>
                    <a:lnTo>
                      <a:pt x="1278" y="520"/>
                    </a:lnTo>
                    <a:lnTo>
                      <a:pt x="1279" y="519"/>
                    </a:lnTo>
                    <a:lnTo>
                      <a:pt x="1279" y="518"/>
                    </a:lnTo>
                    <a:lnTo>
                      <a:pt x="1280" y="517"/>
                    </a:lnTo>
                    <a:lnTo>
                      <a:pt x="1281" y="516"/>
                    </a:lnTo>
                    <a:lnTo>
                      <a:pt x="1281" y="515"/>
                    </a:lnTo>
                    <a:lnTo>
                      <a:pt x="1282" y="514"/>
                    </a:lnTo>
                    <a:lnTo>
                      <a:pt x="1283" y="514"/>
                    </a:lnTo>
                    <a:lnTo>
                      <a:pt x="1283" y="512"/>
                    </a:lnTo>
                    <a:lnTo>
                      <a:pt x="1284" y="512"/>
                    </a:lnTo>
                    <a:lnTo>
                      <a:pt x="1284" y="511"/>
                    </a:lnTo>
                    <a:lnTo>
                      <a:pt x="1285" y="510"/>
                    </a:lnTo>
                    <a:lnTo>
                      <a:pt x="1286" y="509"/>
                    </a:lnTo>
                    <a:lnTo>
                      <a:pt x="1286" y="508"/>
                    </a:lnTo>
                    <a:lnTo>
                      <a:pt x="1287" y="507"/>
                    </a:lnTo>
                    <a:lnTo>
                      <a:pt x="1287" y="506"/>
                    </a:lnTo>
                    <a:lnTo>
                      <a:pt x="1288" y="505"/>
                    </a:lnTo>
                    <a:lnTo>
                      <a:pt x="1288" y="504"/>
                    </a:lnTo>
                    <a:lnTo>
                      <a:pt x="1289" y="503"/>
                    </a:lnTo>
                    <a:lnTo>
                      <a:pt x="1289" y="502"/>
                    </a:lnTo>
                    <a:lnTo>
                      <a:pt x="1290" y="502"/>
                    </a:lnTo>
                    <a:lnTo>
                      <a:pt x="1291" y="501"/>
                    </a:lnTo>
                    <a:lnTo>
                      <a:pt x="1291" y="500"/>
                    </a:lnTo>
                    <a:lnTo>
                      <a:pt x="1292" y="499"/>
                    </a:lnTo>
                    <a:lnTo>
                      <a:pt x="1292" y="499"/>
                    </a:lnTo>
                    <a:lnTo>
                      <a:pt x="1293" y="498"/>
                    </a:lnTo>
                    <a:lnTo>
                      <a:pt x="1293" y="497"/>
                    </a:lnTo>
                    <a:lnTo>
                      <a:pt x="1294" y="496"/>
                    </a:lnTo>
                    <a:lnTo>
                      <a:pt x="1295" y="496"/>
                    </a:lnTo>
                    <a:lnTo>
                      <a:pt x="1295" y="495"/>
                    </a:lnTo>
                    <a:lnTo>
                      <a:pt x="1296" y="495"/>
                    </a:lnTo>
                    <a:lnTo>
                      <a:pt x="1296" y="494"/>
                    </a:lnTo>
                    <a:lnTo>
                      <a:pt x="1297" y="494"/>
                    </a:lnTo>
                    <a:lnTo>
                      <a:pt x="1298" y="493"/>
                    </a:lnTo>
                    <a:lnTo>
                      <a:pt x="1298" y="493"/>
                    </a:lnTo>
                    <a:lnTo>
                      <a:pt x="1299" y="493"/>
                    </a:lnTo>
                    <a:lnTo>
                      <a:pt x="1299" y="492"/>
                    </a:lnTo>
                    <a:lnTo>
                      <a:pt x="1300" y="492"/>
                    </a:lnTo>
                    <a:lnTo>
                      <a:pt x="1301" y="491"/>
                    </a:lnTo>
                    <a:lnTo>
                      <a:pt x="1301" y="491"/>
                    </a:lnTo>
                    <a:lnTo>
                      <a:pt x="1302" y="490"/>
                    </a:lnTo>
                    <a:lnTo>
                      <a:pt x="1302" y="489"/>
                    </a:lnTo>
                    <a:lnTo>
                      <a:pt x="1303" y="488"/>
                    </a:lnTo>
                    <a:lnTo>
                      <a:pt x="1303" y="487"/>
                    </a:lnTo>
                    <a:lnTo>
                      <a:pt x="1304" y="486"/>
                    </a:lnTo>
                    <a:lnTo>
                      <a:pt x="1305" y="485"/>
                    </a:lnTo>
                    <a:lnTo>
                      <a:pt x="1305" y="483"/>
                    </a:lnTo>
                    <a:lnTo>
                      <a:pt x="1306" y="482"/>
                    </a:lnTo>
                    <a:lnTo>
                      <a:pt x="1306" y="481"/>
                    </a:lnTo>
                    <a:lnTo>
                      <a:pt x="1307" y="480"/>
                    </a:lnTo>
                    <a:lnTo>
                      <a:pt x="1307" y="479"/>
                    </a:lnTo>
                    <a:lnTo>
                      <a:pt x="1308" y="477"/>
                    </a:lnTo>
                    <a:lnTo>
                      <a:pt x="1308" y="476"/>
                    </a:lnTo>
                    <a:lnTo>
                      <a:pt x="1309" y="475"/>
                    </a:lnTo>
                    <a:lnTo>
                      <a:pt x="1310" y="473"/>
                    </a:lnTo>
                    <a:lnTo>
                      <a:pt x="1310" y="472"/>
                    </a:lnTo>
                    <a:lnTo>
                      <a:pt x="1311" y="471"/>
                    </a:lnTo>
                    <a:lnTo>
                      <a:pt x="1311" y="470"/>
                    </a:lnTo>
                    <a:lnTo>
                      <a:pt x="1312" y="469"/>
                    </a:lnTo>
                    <a:lnTo>
                      <a:pt x="1313" y="468"/>
                    </a:lnTo>
                    <a:lnTo>
                      <a:pt x="1313" y="467"/>
                    </a:lnTo>
                    <a:lnTo>
                      <a:pt x="1314" y="465"/>
                    </a:lnTo>
                    <a:lnTo>
                      <a:pt x="1314" y="464"/>
                    </a:lnTo>
                    <a:lnTo>
                      <a:pt x="1315" y="463"/>
                    </a:lnTo>
                    <a:lnTo>
                      <a:pt x="1316" y="462"/>
                    </a:lnTo>
                    <a:lnTo>
                      <a:pt x="1316" y="461"/>
                    </a:lnTo>
                    <a:lnTo>
                      <a:pt x="1317" y="460"/>
                    </a:lnTo>
                    <a:lnTo>
                      <a:pt x="1317" y="459"/>
                    </a:lnTo>
                    <a:lnTo>
                      <a:pt x="1318" y="458"/>
                    </a:lnTo>
                    <a:lnTo>
                      <a:pt x="1319" y="458"/>
                    </a:lnTo>
                    <a:lnTo>
                      <a:pt x="1319" y="456"/>
                    </a:lnTo>
                    <a:lnTo>
                      <a:pt x="1320" y="456"/>
                    </a:lnTo>
                    <a:lnTo>
                      <a:pt x="1320" y="455"/>
                    </a:lnTo>
                    <a:lnTo>
                      <a:pt x="1321" y="455"/>
                    </a:lnTo>
                    <a:lnTo>
                      <a:pt x="1321" y="454"/>
                    </a:lnTo>
                    <a:lnTo>
                      <a:pt x="1322" y="454"/>
                    </a:lnTo>
                    <a:lnTo>
                      <a:pt x="1322" y="453"/>
                    </a:lnTo>
                    <a:lnTo>
                      <a:pt x="1323" y="453"/>
                    </a:lnTo>
                    <a:lnTo>
                      <a:pt x="1323" y="453"/>
                    </a:lnTo>
                    <a:lnTo>
                      <a:pt x="1324" y="453"/>
                    </a:lnTo>
                    <a:lnTo>
                      <a:pt x="1325" y="453"/>
                    </a:lnTo>
                    <a:lnTo>
                      <a:pt x="1325" y="453"/>
                    </a:lnTo>
                    <a:lnTo>
                      <a:pt x="1326" y="453"/>
                    </a:lnTo>
                    <a:lnTo>
                      <a:pt x="1326" y="453"/>
                    </a:lnTo>
                    <a:lnTo>
                      <a:pt x="1327" y="453"/>
                    </a:lnTo>
                    <a:lnTo>
                      <a:pt x="1328" y="453"/>
                    </a:lnTo>
                    <a:lnTo>
                      <a:pt x="1328" y="453"/>
                    </a:lnTo>
                    <a:lnTo>
                      <a:pt x="1329" y="453"/>
                    </a:lnTo>
                    <a:lnTo>
                      <a:pt x="1329" y="453"/>
                    </a:lnTo>
                    <a:lnTo>
                      <a:pt x="1330" y="453"/>
                    </a:lnTo>
                    <a:lnTo>
                      <a:pt x="1331" y="453"/>
                    </a:lnTo>
                    <a:lnTo>
                      <a:pt x="1331" y="453"/>
                    </a:lnTo>
                    <a:lnTo>
                      <a:pt x="1332" y="453"/>
                    </a:lnTo>
                    <a:lnTo>
                      <a:pt x="1332" y="453"/>
                    </a:lnTo>
                    <a:lnTo>
                      <a:pt x="1333" y="453"/>
                    </a:lnTo>
                    <a:lnTo>
                      <a:pt x="1334" y="452"/>
                    </a:lnTo>
                    <a:lnTo>
                      <a:pt x="1334" y="452"/>
                    </a:lnTo>
                    <a:lnTo>
                      <a:pt x="1335" y="452"/>
                    </a:lnTo>
                    <a:lnTo>
                      <a:pt x="1335" y="452"/>
                    </a:lnTo>
                    <a:lnTo>
                      <a:pt x="1336" y="452"/>
                    </a:lnTo>
                    <a:lnTo>
                      <a:pt x="1336" y="452"/>
                    </a:lnTo>
                    <a:lnTo>
                      <a:pt x="1337" y="452"/>
                    </a:lnTo>
                    <a:lnTo>
                      <a:pt x="1338" y="452"/>
                    </a:lnTo>
                    <a:lnTo>
                      <a:pt x="1338" y="452"/>
                    </a:lnTo>
                    <a:lnTo>
                      <a:pt x="1339" y="452"/>
                    </a:lnTo>
                    <a:lnTo>
                      <a:pt x="1339" y="452"/>
                    </a:lnTo>
                    <a:lnTo>
                      <a:pt x="1340" y="452"/>
                    </a:lnTo>
                    <a:lnTo>
                      <a:pt x="1340" y="452"/>
                    </a:lnTo>
                    <a:lnTo>
                      <a:pt x="1341" y="452"/>
                    </a:lnTo>
                    <a:lnTo>
                      <a:pt x="1341" y="452"/>
                    </a:lnTo>
                    <a:lnTo>
                      <a:pt x="1342" y="452"/>
                    </a:lnTo>
                    <a:lnTo>
                      <a:pt x="1343" y="452"/>
                    </a:lnTo>
                    <a:lnTo>
                      <a:pt x="1343" y="452"/>
                    </a:lnTo>
                    <a:lnTo>
                      <a:pt x="1344" y="452"/>
                    </a:lnTo>
                    <a:lnTo>
                      <a:pt x="1344" y="452"/>
                    </a:lnTo>
                    <a:lnTo>
                      <a:pt x="1345" y="452"/>
                    </a:lnTo>
                    <a:lnTo>
                      <a:pt x="1346" y="452"/>
                    </a:lnTo>
                    <a:lnTo>
                      <a:pt x="1346" y="452"/>
                    </a:lnTo>
                    <a:lnTo>
                      <a:pt x="1347" y="452"/>
                    </a:lnTo>
                    <a:lnTo>
                      <a:pt x="1347" y="452"/>
                    </a:lnTo>
                    <a:lnTo>
                      <a:pt x="1348" y="452"/>
                    </a:lnTo>
                    <a:lnTo>
                      <a:pt x="1349" y="452"/>
                    </a:lnTo>
                    <a:lnTo>
                      <a:pt x="1349" y="452"/>
                    </a:lnTo>
                    <a:lnTo>
                      <a:pt x="1350" y="452"/>
                    </a:lnTo>
                    <a:lnTo>
                      <a:pt x="1350" y="452"/>
                    </a:lnTo>
                    <a:lnTo>
                      <a:pt x="1351" y="452"/>
                    </a:lnTo>
                    <a:lnTo>
                      <a:pt x="1352" y="452"/>
                    </a:lnTo>
                    <a:lnTo>
                      <a:pt x="1352" y="452"/>
                    </a:lnTo>
                    <a:lnTo>
                      <a:pt x="1353" y="452"/>
                    </a:lnTo>
                    <a:lnTo>
                      <a:pt x="1353" y="452"/>
                    </a:lnTo>
                    <a:lnTo>
                      <a:pt x="1354" y="452"/>
                    </a:lnTo>
                    <a:lnTo>
                      <a:pt x="1354" y="452"/>
                    </a:lnTo>
                    <a:lnTo>
                      <a:pt x="1355" y="452"/>
                    </a:lnTo>
                    <a:lnTo>
                      <a:pt x="1355" y="452"/>
                    </a:lnTo>
                    <a:lnTo>
                      <a:pt x="1356" y="452"/>
                    </a:lnTo>
                    <a:lnTo>
                      <a:pt x="1357" y="452"/>
                    </a:lnTo>
                    <a:lnTo>
                      <a:pt x="1357" y="452"/>
                    </a:lnTo>
                    <a:lnTo>
                      <a:pt x="1358" y="452"/>
                    </a:lnTo>
                    <a:lnTo>
                      <a:pt x="1358" y="452"/>
                    </a:lnTo>
                    <a:lnTo>
                      <a:pt x="1359" y="452"/>
                    </a:lnTo>
                    <a:lnTo>
                      <a:pt x="1360" y="452"/>
                    </a:lnTo>
                    <a:lnTo>
                      <a:pt x="1360" y="452"/>
                    </a:lnTo>
                    <a:lnTo>
                      <a:pt x="1361" y="452"/>
                    </a:lnTo>
                    <a:lnTo>
                      <a:pt x="1361" y="452"/>
                    </a:lnTo>
                    <a:lnTo>
                      <a:pt x="1362" y="452"/>
                    </a:lnTo>
                    <a:lnTo>
                      <a:pt x="1363" y="452"/>
                    </a:lnTo>
                    <a:lnTo>
                      <a:pt x="1363" y="452"/>
                    </a:lnTo>
                    <a:lnTo>
                      <a:pt x="1364" y="452"/>
                    </a:lnTo>
                    <a:lnTo>
                      <a:pt x="1364" y="452"/>
                    </a:lnTo>
                    <a:lnTo>
                      <a:pt x="1365" y="452"/>
                    </a:lnTo>
                    <a:lnTo>
                      <a:pt x="1366" y="452"/>
                    </a:lnTo>
                    <a:lnTo>
                      <a:pt x="1366" y="452"/>
                    </a:lnTo>
                    <a:lnTo>
                      <a:pt x="1367" y="451"/>
                    </a:lnTo>
                    <a:lnTo>
                      <a:pt x="1367" y="451"/>
                    </a:lnTo>
                    <a:lnTo>
                      <a:pt x="1368" y="451"/>
                    </a:lnTo>
                    <a:lnTo>
                      <a:pt x="1368" y="451"/>
                    </a:lnTo>
                    <a:lnTo>
                      <a:pt x="1369" y="451"/>
                    </a:lnTo>
                    <a:lnTo>
                      <a:pt x="1369" y="451"/>
                    </a:lnTo>
                    <a:lnTo>
                      <a:pt x="1370" y="451"/>
                    </a:lnTo>
                    <a:lnTo>
                      <a:pt x="1370" y="451"/>
                    </a:lnTo>
                    <a:lnTo>
                      <a:pt x="1371" y="451"/>
                    </a:lnTo>
                    <a:lnTo>
                      <a:pt x="1372" y="451"/>
                    </a:lnTo>
                    <a:lnTo>
                      <a:pt x="1372" y="451"/>
                    </a:lnTo>
                    <a:lnTo>
                      <a:pt x="1373" y="451"/>
                    </a:lnTo>
                    <a:lnTo>
                      <a:pt x="1373" y="451"/>
                    </a:lnTo>
                    <a:lnTo>
                      <a:pt x="1374" y="451"/>
                    </a:lnTo>
                    <a:lnTo>
                      <a:pt x="1375" y="451"/>
                    </a:lnTo>
                    <a:lnTo>
                      <a:pt x="1375" y="451"/>
                    </a:lnTo>
                    <a:lnTo>
                      <a:pt x="1376" y="451"/>
                    </a:lnTo>
                    <a:lnTo>
                      <a:pt x="1376" y="451"/>
                    </a:lnTo>
                    <a:lnTo>
                      <a:pt x="1377" y="451"/>
                    </a:lnTo>
                    <a:lnTo>
                      <a:pt x="1378" y="451"/>
                    </a:lnTo>
                    <a:lnTo>
                      <a:pt x="1378" y="451"/>
                    </a:lnTo>
                    <a:lnTo>
                      <a:pt x="1379" y="451"/>
                    </a:lnTo>
                    <a:lnTo>
                      <a:pt x="1379" y="451"/>
                    </a:lnTo>
                    <a:lnTo>
                      <a:pt x="1380" y="451"/>
                    </a:lnTo>
                    <a:lnTo>
                      <a:pt x="1381" y="451"/>
                    </a:lnTo>
                    <a:lnTo>
                      <a:pt x="1381" y="451"/>
                    </a:lnTo>
                    <a:lnTo>
                      <a:pt x="1382" y="451"/>
                    </a:lnTo>
                    <a:lnTo>
                      <a:pt x="1382" y="451"/>
                    </a:lnTo>
                    <a:lnTo>
                      <a:pt x="1383" y="451"/>
                    </a:lnTo>
                    <a:lnTo>
                      <a:pt x="1383" y="450"/>
                    </a:lnTo>
                    <a:lnTo>
                      <a:pt x="1384" y="450"/>
                    </a:lnTo>
                    <a:lnTo>
                      <a:pt x="1385" y="450"/>
                    </a:lnTo>
                    <a:lnTo>
                      <a:pt x="1385" y="450"/>
                    </a:lnTo>
                    <a:lnTo>
                      <a:pt x="1386" y="450"/>
                    </a:lnTo>
                    <a:lnTo>
                      <a:pt x="1386" y="450"/>
                    </a:lnTo>
                    <a:lnTo>
                      <a:pt x="1387" y="450"/>
                    </a:lnTo>
                    <a:lnTo>
                      <a:pt x="1387" y="450"/>
                    </a:lnTo>
                    <a:lnTo>
                      <a:pt x="1388" y="450"/>
                    </a:lnTo>
                    <a:lnTo>
                      <a:pt x="1388" y="450"/>
                    </a:lnTo>
                    <a:lnTo>
                      <a:pt x="1389" y="450"/>
                    </a:lnTo>
                    <a:lnTo>
                      <a:pt x="1390" y="450"/>
                    </a:lnTo>
                    <a:lnTo>
                      <a:pt x="1390" y="450"/>
                    </a:lnTo>
                    <a:lnTo>
                      <a:pt x="1391" y="450"/>
                    </a:lnTo>
                    <a:lnTo>
                      <a:pt x="1391" y="450"/>
                    </a:lnTo>
                    <a:lnTo>
                      <a:pt x="1392" y="450"/>
                    </a:lnTo>
                    <a:lnTo>
                      <a:pt x="1393" y="450"/>
                    </a:lnTo>
                    <a:lnTo>
                      <a:pt x="1393" y="450"/>
                    </a:lnTo>
                    <a:lnTo>
                      <a:pt x="1394" y="450"/>
                    </a:lnTo>
                    <a:lnTo>
                      <a:pt x="1394" y="450"/>
                    </a:lnTo>
                    <a:lnTo>
                      <a:pt x="1395" y="450"/>
                    </a:lnTo>
                    <a:lnTo>
                      <a:pt x="1396" y="450"/>
                    </a:lnTo>
                    <a:lnTo>
                      <a:pt x="1396" y="450"/>
                    </a:lnTo>
                    <a:lnTo>
                      <a:pt x="1397" y="450"/>
                    </a:lnTo>
                    <a:lnTo>
                      <a:pt x="1397" y="450"/>
                    </a:lnTo>
                    <a:lnTo>
                      <a:pt x="1398" y="450"/>
                    </a:lnTo>
                    <a:lnTo>
                      <a:pt x="1399" y="450"/>
                    </a:lnTo>
                    <a:lnTo>
                      <a:pt x="1399" y="450"/>
                    </a:lnTo>
                    <a:lnTo>
                      <a:pt x="1400" y="450"/>
                    </a:lnTo>
                    <a:lnTo>
                      <a:pt x="1400" y="450"/>
                    </a:lnTo>
                    <a:lnTo>
                      <a:pt x="1401" y="450"/>
                    </a:lnTo>
                    <a:lnTo>
                      <a:pt x="1401" y="450"/>
                    </a:lnTo>
                    <a:lnTo>
                      <a:pt x="1402" y="450"/>
                    </a:lnTo>
                    <a:lnTo>
                      <a:pt x="1402" y="450"/>
                    </a:lnTo>
                    <a:lnTo>
                      <a:pt x="1403" y="450"/>
                    </a:lnTo>
                    <a:lnTo>
                      <a:pt x="1403" y="450"/>
                    </a:lnTo>
                    <a:lnTo>
                      <a:pt x="1404" y="450"/>
                    </a:lnTo>
                    <a:lnTo>
                      <a:pt x="1405" y="450"/>
                    </a:lnTo>
                    <a:lnTo>
                      <a:pt x="1405" y="450"/>
                    </a:lnTo>
                    <a:lnTo>
                      <a:pt x="1406" y="449"/>
                    </a:lnTo>
                    <a:lnTo>
                      <a:pt x="1406" y="449"/>
                    </a:lnTo>
                    <a:lnTo>
                      <a:pt x="1407" y="449"/>
                    </a:lnTo>
                    <a:lnTo>
                      <a:pt x="1408" y="449"/>
                    </a:lnTo>
                    <a:lnTo>
                      <a:pt x="1408" y="449"/>
                    </a:lnTo>
                    <a:lnTo>
                      <a:pt x="1409" y="449"/>
                    </a:lnTo>
                    <a:lnTo>
                      <a:pt x="1409" y="449"/>
                    </a:lnTo>
                    <a:lnTo>
                      <a:pt x="1410" y="449"/>
                    </a:lnTo>
                    <a:lnTo>
                      <a:pt x="1411" y="449"/>
                    </a:lnTo>
                    <a:lnTo>
                      <a:pt x="1411" y="449"/>
                    </a:lnTo>
                    <a:lnTo>
                      <a:pt x="1412" y="449"/>
                    </a:lnTo>
                    <a:lnTo>
                      <a:pt x="1412" y="449"/>
                    </a:lnTo>
                    <a:lnTo>
                      <a:pt x="1413" y="449"/>
                    </a:lnTo>
                    <a:lnTo>
                      <a:pt x="1414" y="449"/>
                    </a:lnTo>
                    <a:lnTo>
                      <a:pt x="1414" y="449"/>
                    </a:lnTo>
                    <a:lnTo>
                      <a:pt x="1415" y="449"/>
                    </a:lnTo>
                    <a:lnTo>
                      <a:pt x="1415" y="449"/>
                    </a:lnTo>
                    <a:lnTo>
                      <a:pt x="1416" y="449"/>
                    </a:lnTo>
                    <a:lnTo>
                      <a:pt x="1416" y="449"/>
                    </a:lnTo>
                    <a:lnTo>
                      <a:pt x="1417" y="449"/>
                    </a:lnTo>
                    <a:lnTo>
                      <a:pt x="1417" y="449"/>
                    </a:lnTo>
                    <a:lnTo>
                      <a:pt x="1418" y="449"/>
                    </a:lnTo>
                    <a:lnTo>
                      <a:pt x="1419" y="449"/>
                    </a:lnTo>
                    <a:lnTo>
                      <a:pt x="1419" y="449"/>
                    </a:lnTo>
                    <a:lnTo>
                      <a:pt x="1420" y="449"/>
                    </a:lnTo>
                    <a:lnTo>
                      <a:pt x="1420" y="449"/>
                    </a:lnTo>
                    <a:lnTo>
                      <a:pt x="1421" y="449"/>
                    </a:lnTo>
                    <a:lnTo>
                      <a:pt x="1422" y="449"/>
                    </a:lnTo>
                    <a:lnTo>
                      <a:pt x="1422" y="449"/>
                    </a:lnTo>
                    <a:lnTo>
                      <a:pt x="1423" y="449"/>
                    </a:lnTo>
                    <a:lnTo>
                      <a:pt x="1423" y="448"/>
                    </a:lnTo>
                    <a:lnTo>
                      <a:pt x="1424" y="448"/>
                    </a:lnTo>
                    <a:lnTo>
                      <a:pt x="1425" y="448"/>
                    </a:lnTo>
                    <a:lnTo>
                      <a:pt x="1425" y="448"/>
                    </a:lnTo>
                    <a:lnTo>
                      <a:pt x="1426" y="448"/>
                    </a:lnTo>
                    <a:lnTo>
                      <a:pt x="1426" y="448"/>
                    </a:lnTo>
                    <a:lnTo>
                      <a:pt x="1427" y="448"/>
                    </a:lnTo>
                    <a:lnTo>
                      <a:pt x="1428" y="448"/>
                    </a:lnTo>
                    <a:lnTo>
                      <a:pt x="1428" y="448"/>
                    </a:lnTo>
                    <a:lnTo>
                      <a:pt x="1429" y="448"/>
                    </a:lnTo>
                    <a:lnTo>
                      <a:pt x="1429" y="448"/>
                    </a:lnTo>
                    <a:lnTo>
                      <a:pt x="1430" y="448"/>
                    </a:lnTo>
                    <a:lnTo>
                      <a:pt x="1430" y="448"/>
                    </a:lnTo>
                    <a:lnTo>
                      <a:pt x="1431" y="448"/>
                    </a:lnTo>
                    <a:lnTo>
                      <a:pt x="1431" y="447"/>
                    </a:lnTo>
                    <a:lnTo>
                      <a:pt x="1432" y="447"/>
                    </a:lnTo>
                    <a:lnTo>
                      <a:pt x="1433" y="447"/>
                    </a:lnTo>
                    <a:lnTo>
                      <a:pt x="1433" y="447"/>
                    </a:lnTo>
                    <a:lnTo>
                      <a:pt x="1434" y="447"/>
                    </a:lnTo>
                    <a:lnTo>
                      <a:pt x="1434" y="447"/>
                    </a:lnTo>
                    <a:lnTo>
                      <a:pt x="1435" y="447"/>
                    </a:lnTo>
                    <a:lnTo>
                      <a:pt x="1435" y="447"/>
                    </a:lnTo>
                    <a:lnTo>
                      <a:pt x="1436" y="447"/>
                    </a:lnTo>
                    <a:lnTo>
                      <a:pt x="1437" y="447"/>
                    </a:lnTo>
                    <a:lnTo>
                      <a:pt x="1437" y="447"/>
                    </a:lnTo>
                    <a:lnTo>
                      <a:pt x="1438" y="447"/>
                    </a:lnTo>
                    <a:lnTo>
                      <a:pt x="1438" y="447"/>
                    </a:lnTo>
                    <a:lnTo>
                      <a:pt x="1439" y="447"/>
                    </a:lnTo>
                    <a:lnTo>
                      <a:pt x="1440" y="447"/>
                    </a:lnTo>
                    <a:lnTo>
                      <a:pt x="1440" y="447"/>
                    </a:lnTo>
                    <a:lnTo>
                      <a:pt x="1441" y="447"/>
                    </a:lnTo>
                    <a:lnTo>
                      <a:pt x="1441" y="447"/>
                    </a:lnTo>
                    <a:lnTo>
                      <a:pt x="1442" y="447"/>
                    </a:lnTo>
                    <a:lnTo>
                      <a:pt x="1443" y="447"/>
                    </a:lnTo>
                    <a:lnTo>
                      <a:pt x="1443" y="447"/>
                    </a:lnTo>
                    <a:lnTo>
                      <a:pt x="1444" y="446"/>
                    </a:lnTo>
                    <a:lnTo>
                      <a:pt x="1444" y="446"/>
                    </a:lnTo>
                    <a:lnTo>
                      <a:pt x="1445" y="446"/>
                    </a:lnTo>
                    <a:lnTo>
                      <a:pt x="1446" y="446"/>
                    </a:lnTo>
                    <a:lnTo>
                      <a:pt x="1446" y="446"/>
                    </a:lnTo>
                    <a:lnTo>
                      <a:pt x="1447" y="446"/>
                    </a:lnTo>
                    <a:lnTo>
                      <a:pt x="1447" y="446"/>
                    </a:lnTo>
                    <a:lnTo>
                      <a:pt x="1448" y="446"/>
                    </a:lnTo>
                    <a:lnTo>
                      <a:pt x="1448" y="446"/>
                    </a:lnTo>
                    <a:lnTo>
                      <a:pt x="1449" y="446"/>
                    </a:lnTo>
                    <a:lnTo>
                      <a:pt x="1449" y="446"/>
                    </a:lnTo>
                    <a:lnTo>
                      <a:pt x="1450" y="446"/>
                    </a:lnTo>
                    <a:lnTo>
                      <a:pt x="1450" y="446"/>
                    </a:lnTo>
                    <a:lnTo>
                      <a:pt x="1451" y="446"/>
                    </a:lnTo>
                    <a:lnTo>
                      <a:pt x="1452" y="446"/>
                    </a:lnTo>
                    <a:lnTo>
                      <a:pt x="1452" y="446"/>
                    </a:lnTo>
                    <a:lnTo>
                      <a:pt x="1453" y="446"/>
                    </a:lnTo>
                    <a:lnTo>
                      <a:pt x="1453" y="446"/>
                    </a:lnTo>
                    <a:lnTo>
                      <a:pt x="1454" y="446"/>
                    </a:lnTo>
                    <a:lnTo>
                      <a:pt x="1455" y="446"/>
                    </a:lnTo>
                    <a:lnTo>
                      <a:pt x="1455" y="446"/>
                    </a:lnTo>
                    <a:lnTo>
                      <a:pt x="1456" y="446"/>
                    </a:lnTo>
                    <a:lnTo>
                      <a:pt x="1456" y="446"/>
                    </a:lnTo>
                    <a:lnTo>
                      <a:pt x="1457" y="446"/>
                    </a:lnTo>
                    <a:lnTo>
                      <a:pt x="1458" y="446"/>
                    </a:lnTo>
                    <a:lnTo>
                      <a:pt x="1458" y="446"/>
                    </a:lnTo>
                    <a:lnTo>
                      <a:pt x="1459" y="446"/>
                    </a:lnTo>
                    <a:lnTo>
                      <a:pt x="1459" y="445"/>
                    </a:lnTo>
                    <a:lnTo>
                      <a:pt x="1460" y="445"/>
                    </a:lnTo>
                    <a:lnTo>
                      <a:pt x="1461" y="445"/>
                    </a:lnTo>
                    <a:lnTo>
                      <a:pt x="1461" y="445"/>
                    </a:lnTo>
                    <a:lnTo>
                      <a:pt x="1462" y="445"/>
                    </a:lnTo>
                    <a:lnTo>
                      <a:pt x="1462" y="445"/>
                    </a:lnTo>
                    <a:lnTo>
                      <a:pt x="1463" y="445"/>
                    </a:lnTo>
                    <a:lnTo>
                      <a:pt x="1463" y="445"/>
                    </a:lnTo>
                    <a:lnTo>
                      <a:pt x="1464" y="445"/>
                    </a:lnTo>
                    <a:lnTo>
                      <a:pt x="1464" y="445"/>
                    </a:lnTo>
                    <a:lnTo>
                      <a:pt x="1465" y="445"/>
                    </a:lnTo>
                    <a:lnTo>
                      <a:pt x="1466" y="445"/>
                    </a:lnTo>
                    <a:lnTo>
                      <a:pt x="1466" y="445"/>
                    </a:lnTo>
                    <a:lnTo>
                      <a:pt x="1467" y="445"/>
                    </a:lnTo>
                    <a:lnTo>
                      <a:pt x="1467" y="445"/>
                    </a:lnTo>
                    <a:lnTo>
                      <a:pt x="1468" y="445"/>
                    </a:lnTo>
                    <a:lnTo>
                      <a:pt x="1468" y="445"/>
                    </a:lnTo>
                    <a:lnTo>
                      <a:pt x="1469" y="445"/>
                    </a:lnTo>
                    <a:lnTo>
                      <a:pt x="1470" y="445"/>
                    </a:lnTo>
                    <a:lnTo>
                      <a:pt x="1470" y="445"/>
                    </a:lnTo>
                    <a:lnTo>
                      <a:pt x="1471" y="445"/>
                    </a:lnTo>
                    <a:lnTo>
                      <a:pt x="1471" y="445"/>
                    </a:lnTo>
                    <a:lnTo>
                      <a:pt x="1472" y="445"/>
                    </a:lnTo>
                    <a:lnTo>
                      <a:pt x="1473" y="445"/>
                    </a:lnTo>
                    <a:lnTo>
                      <a:pt x="1473" y="445"/>
                    </a:lnTo>
                    <a:lnTo>
                      <a:pt x="1474" y="445"/>
                    </a:lnTo>
                    <a:lnTo>
                      <a:pt x="1474" y="445"/>
                    </a:lnTo>
                    <a:lnTo>
                      <a:pt x="1475" y="445"/>
                    </a:lnTo>
                    <a:lnTo>
                      <a:pt x="1476" y="444"/>
                    </a:lnTo>
                    <a:lnTo>
                      <a:pt x="1476" y="444"/>
                    </a:lnTo>
                    <a:lnTo>
                      <a:pt x="1477" y="444"/>
                    </a:lnTo>
                    <a:lnTo>
                      <a:pt x="1477" y="444"/>
                    </a:lnTo>
                    <a:lnTo>
                      <a:pt x="1478" y="444"/>
                    </a:lnTo>
                    <a:lnTo>
                      <a:pt x="1478" y="444"/>
                    </a:lnTo>
                    <a:lnTo>
                      <a:pt x="1479" y="444"/>
                    </a:lnTo>
                    <a:lnTo>
                      <a:pt x="1480" y="444"/>
                    </a:lnTo>
                    <a:lnTo>
                      <a:pt x="1480" y="444"/>
                    </a:lnTo>
                    <a:lnTo>
                      <a:pt x="1481" y="444"/>
                    </a:lnTo>
                    <a:lnTo>
                      <a:pt x="1481" y="444"/>
                    </a:lnTo>
                    <a:lnTo>
                      <a:pt x="1482" y="444"/>
                    </a:lnTo>
                    <a:lnTo>
                      <a:pt x="1482" y="444"/>
                    </a:lnTo>
                    <a:lnTo>
                      <a:pt x="1483" y="444"/>
                    </a:lnTo>
                    <a:lnTo>
                      <a:pt x="1483" y="444"/>
                    </a:lnTo>
                    <a:lnTo>
                      <a:pt x="1484" y="444"/>
                    </a:lnTo>
                    <a:lnTo>
                      <a:pt x="1485" y="444"/>
                    </a:lnTo>
                    <a:lnTo>
                      <a:pt x="1485" y="444"/>
                    </a:lnTo>
                    <a:lnTo>
                      <a:pt x="1486" y="444"/>
                    </a:lnTo>
                    <a:lnTo>
                      <a:pt x="1486" y="444"/>
                    </a:lnTo>
                    <a:lnTo>
                      <a:pt x="1487" y="444"/>
                    </a:lnTo>
                    <a:lnTo>
                      <a:pt x="1488" y="444"/>
                    </a:lnTo>
                    <a:lnTo>
                      <a:pt x="1488" y="443"/>
                    </a:lnTo>
                    <a:lnTo>
                      <a:pt x="1489" y="443"/>
                    </a:lnTo>
                    <a:lnTo>
                      <a:pt x="1490" y="443"/>
                    </a:lnTo>
                    <a:lnTo>
                      <a:pt x="1490" y="443"/>
                    </a:lnTo>
                    <a:lnTo>
                      <a:pt x="1491" y="443"/>
                    </a:lnTo>
                    <a:lnTo>
                      <a:pt x="1491" y="443"/>
                    </a:lnTo>
                    <a:lnTo>
                      <a:pt x="1492" y="443"/>
                    </a:lnTo>
                    <a:lnTo>
                      <a:pt x="1493" y="443"/>
                    </a:lnTo>
                    <a:lnTo>
                      <a:pt x="1493" y="443"/>
                    </a:lnTo>
                    <a:lnTo>
                      <a:pt x="1494" y="443"/>
                    </a:lnTo>
                    <a:lnTo>
                      <a:pt x="1494" y="443"/>
                    </a:lnTo>
                    <a:lnTo>
                      <a:pt x="1495" y="443"/>
                    </a:lnTo>
                    <a:lnTo>
                      <a:pt x="1495" y="443"/>
                    </a:lnTo>
                    <a:lnTo>
                      <a:pt x="1496" y="443"/>
                    </a:lnTo>
                    <a:lnTo>
                      <a:pt x="1496" y="443"/>
                    </a:lnTo>
                    <a:lnTo>
                      <a:pt x="1497" y="443"/>
                    </a:lnTo>
                    <a:lnTo>
                      <a:pt x="1497" y="443"/>
                    </a:lnTo>
                    <a:lnTo>
                      <a:pt x="1498" y="443"/>
                    </a:lnTo>
                    <a:lnTo>
                      <a:pt x="1499" y="443"/>
                    </a:lnTo>
                    <a:lnTo>
                      <a:pt x="1499" y="443"/>
                    </a:lnTo>
                    <a:lnTo>
                      <a:pt x="1500" y="443"/>
                    </a:lnTo>
                    <a:lnTo>
                      <a:pt x="1500" y="442"/>
                    </a:lnTo>
                    <a:lnTo>
                      <a:pt x="1501" y="442"/>
                    </a:lnTo>
                    <a:lnTo>
                      <a:pt x="1502" y="442"/>
                    </a:lnTo>
                    <a:lnTo>
                      <a:pt x="1502" y="442"/>
                    </a:lnTo>
                    <a:lnTo>
                      <a:pt x="1503" y="442"/>
                    </a:lnTo>
                    <a:lnTo>
                      <a:pt x="1503" y="442"/>
                    </a:lnTo>
                    <a:lnTo>
                      <a:pt x="1504" y="442"/>
                    </a:lnTo>
                    <a:lnTo>
                      <a:pt x="1505" y="442"/>
                    </a:lnTo>
                    <a:lnTo>
                      <a:pt x="1505" y="442"/>
                    </a:lnTo>
                    <a:lnTo>
                      <a:pt x="1506" y="442"/>
                    </a:lnTo>
                    <a:lnTo>
                      <a:pt x="1506" y="442"/>
                    </a:lnTo>
                    <a:lnTo>
                      <a:pt x="1507" y="442"/>
                    </a:lnTo>
                    <a:lnTo>
                      <a:pt x="1508" y="442"/>
                    </a:lnTo>
                    <a:lnTo>
                      <a:pt x="1508" y="442"/>
                    </a:lnTo>
                    <a:lnTo>
                      <a:pt x="1509" y="441"/>
                    </a:lnTo>
                    <a:lnTo>
                      <a:pt x="1509" y="441"/>
                    </a:lnTo>
                    <a:lnTo>
                      <a:pt x="1510" y="441"/>
                    </a:lnTo>
                    <a:lnTo>
                      <a:pt x="1510" y="441"/>
                    </a:lnTo>
                    <a:lnTo>
                      <a:pt x="1511" y="441"/>
                    </a:lnTo>
                    <a:lnTo>
                      <a:pt x="1511" y="441"/>
                    </a:lnTo>
                    <a:lnTo>
                      <a:pt x="1512" y="441"/>
                    </a:lnTo>
                    <a:lnTo>
                      <a:pt x="1513" y="441"/>
                    </a:lnTo>
                    <a:lnTo>
                      <a:pt x="1513" y="441"/>
                    </a:lnTo>
                    <a:lnTo>
                      <a:pt x="1514" y="441"/>
                    </a:lnTo>
                    <a:lnTo>
                      <a:pt x="1514" y="441"/>
                    </a:lnTo>
                    <a:lnTo>
                      <a:pt x="1515" y="441"/>
                    </a:lnTo>
                    <a:lnTo>
                      <a:pt x="1515" y="441"/>
                    </a:lnTo>
                    <a:lnTo>
                      <a:pt x="1516" y="441"/>
                    </a:lnTo>
                    <a:lnTo>
                      <a:pt x="1517" y="441"/>
                    </a:lnTo>
                    <a:lnTo>
                      <a:pt x="1517" y="441"/>
                    </a:lnTo>
                    <a:lnTo>
                      <a:pt x="1518" y="440"/>
                    </a:lnTo>
                    <a:lnTo>
                      <a:pt x="1518" y="440"/>
                    </a:lnTo>
                    <a:lnTo>
                      <a:pt x="1519" y="440"/>
                    </a:lnTo>
                    <a:lnTo>
                      <a:pt x="1520" y="440"/>
                    </a:lnTo>
                    <a:lnTo>
                      <a:pt x="1520" y="440"/>
                    </a:lnTo>
                    <a:lnTo>
                      <a:pt x="1521" y="440"/>
                    </a:lnTo>
                    <a:lnTo>
                      <a:pt x="1521" y="440"/>
                    </a:lnTo>
                    <a:lnTo>
                      <a:pt x="1522" y="440"/>
                    </a:lnTo>
                    <a:lnTo>
                      <a:pt x="1523" y="440"/>
                    </a:lnTo>
                    <a:lnTo>
                      <a:pt x="1523" y="440"/>
                    </a:lnTo>
                    <a:lnTo>
                      <a:pt x="1524" y="440"/>
                    </a:lnTo>
                    <a:lnTo>
                      <a:pt x="1524" y="440"/>
                    </a:lnTo>
                    <a:lnTo>
                      <a:pt x="1525" y="440"/>
                    </a:lnTo>
                    <a:lnTo>
                      <a:pt x="1525" y="440"/>
                    </a:lnTo>
                    <a:lnTo>
                      <a:pt x="1526" y="440"/>
                    </a:lnTo>
                    <a:lnTo>
                      <a:pt x="1527" y="440"/>
                    </a:lnTo>
                    <a:lnTo>
                      <a:pt x="1527" y="440"/>
                    </a:lnTo>
                    <a:lnTo>
                      <a:pt x="1528" y="440"/>
                    </a:lnTo>
                    <a:lnTo>
                      <a:pt x="1528" y="440"/>
                    </a:lnTo>
                    <a:lnTo>
                      <a:pt x="1529" y="440"/>
                    </a:lnTo>
                    <a:lnTo>
                      <a:pt x="1529" y="440"/>
                    </a:lnTo>
                    <a:lnTo>
                      <a:pt x="1530" y="440"/>
                    </a:lnTo>
                    <a:lnTo>
                      <a:pt x="1530" y="440"/>
                    </a:lnTo>
                    <a:lnTo>
                      <a:pt x="1531" y="439"/>
                    </a:lnTo>
                    <a:lnTo>
                      <a:pt x="1532" y="439"/>
                    </a:lnTo>
                    <a:lnTo>
                      <a:pt x="1532" y="439"/>
                    </a:lnTo>
                    <a:lnTo>
                      <a:pt x="1533" y="439"/>
                    </a:lnTo>
                    <a:lnTo>
                      <a:pt x="1533" y="439"/>
                    </a:lnTo>
                    <a:lnTo>
                      <a:pt x="1534" y="439"/>
                    </a:lnTo>
                    <a:lnTo>
                      <a:pt x="1535" y="439"/>
                    </a:lnTo>
                    <a:lnTo>
                      <a:pt x="1535" y="439"/>
                    </a:lnTo>
                    <a:lnTo>
                      <a:pt x="1536" y="439"/>
                    </a:lnTo>
                    <a:lnTo>
                      <a:pt x="1536" y="439"/>
                    </a:lnTo>
                    <a:lnTo>
                      <a:pt x="1537" y="439"/>
                    </a:lnTo>
                    <a:lnTo>
                      <a:pt x="1538" y="439"/>
                    </a:lnTo>
                    <a:lnTo>
                      <a:pt x="1538" y="439"/>
                    </a:lnTo>
                    <a:lnTo>
                      <a:pt x="1539" y="439"/>
                    </a:lnTo>
                    <a:lnTo>
                      <a:pt x="1539" y="439"/>
                    </a:lnTo>
                    <a:lnTo>
                      <a:pt x="1540" y="439"/>
                    </a:lnTo>
                    <a:lnTo>
                      <a:pt x="1541" y="439"/>
                    </a:lnTo>
                    <a:lnTo>
                      <a:pt x="1541" y="439"/>
                    </a:lnTo>
                    <a:lnTo>
                      <a:pt x="1542" y="438"/>
                    </a:lnTo>
                    <a:lnTo>
                      <a:pt x="1542" y="438"/>
                    </a:lnTo>
                    <a:lnTo>
                      <a:pt x="1543" y="438"/>
                    </a:lnTo>
                    <a:lnTo>
                      <a:pt x="1543" y="438"/>
                    </a:lnTo>
                    <a:lnTo>
                      <a:pt x="1544" y="438"/>
                    </a:lnTo>
                    <a:lnTo>
                      <a:pt x="1544" y="438"/>
                    </a:lnTo>
                    <a:lnTo>
                      <a:pt x="1545" y="438"/>
                    </a:lnTo>
                    <a:lnTo>
                      <a:pt x="1545" y="438"/>
                    </a:lnTo>
                    <a:lnTo>
                      <a:pt x="1546" y="438"/>
                    </a:lnTo>
                    <a:lnTo>
                      <a:pt x="1547" y="438"/>
                    </a:lnTo>
                    <a:lnTo>
                      <a:pt x="1547" y="438"/>
                    </a:lnTo>
                    <a:lnTo>
                      <a:pt x="1548" y="438"/>
                    </a:lnTo>
                    <a:lnTo>
                      <a:pt x="1548" y="438"/>
                    </a:lnTo>
                    <a:lnTo>
                      <a:pt x="1549" y="438"/>
                    </a:lnTo>
                    <a:lnTo>
                      <a:pt x="1550" y="438"/>
                    </a:lnTo>
                    <a:lnTo>
                      <a:pt x="1550" y="438"/>
                    </a:lnTo>
                    <a:lnTo>
                      <a:pt x="1551" y="438"/>
                    </a:lnTo>
                    <a:lnTo>
                      <a:pt x="1551" y="438"/>
                    </a:lnTo>
                    <a:lnTo>
                      <a:pt x="1552" y="438"/>
                    </a:lnTo>
                    <a:lnTo>
                      <a:pt x="1553" y="438"/>
                    </a:lnTo>
                    <a:lnTo>
                      <a:pt x="1553" y="438"/>
                    </a:lnTo>
                    <a:lnTo>
                      <a:pt x="1554" y="438"/>
                    </a:lnTo>
                    <a:lnTo>
                      <a:pt x="1554" y="438"/>
                    </a:lnTo>
                    <a:lnTo>
                      <a:pt x="1555" y="438"/>
                    </a:lnTo>
                    <a:lnTo>
                      <a:pt x="1556" y="438"/>
                    </a:lnTo>
                    <a:lnTo>
                      <a:pt x="1556" y="438"/>
                    </a:lnTo>
                    <a:lnTo>
                      <a:pt x="1557" y="438"/>
                    </a:lnTo>
                    <a:lnTo>
                      <a:pt x="1557" y="438"/>
                    </a:lnTo>
                    <a:lnTo>
                      <a:pt x="1558" y="438"/>
                    </a:lnTo>
                    <a:lnTo>
                      <a:pt x="1558" y="438"/>
                    </a:lnTo>
                    <a:lnTo>
                      <a:pt x="1559" y="438"/>
                    </a:lnTo>
                    <a:lnTo>
                      <a:pt x="1560" y="438"/>
                    </a:lnTo>
                    <a:lnTo>
                      <a:pt x="1560" y="438"/>
                    </a:lnTo>
                    <a:lnTo>
                      <a:pt x="1561" y="438"/>
                    </a:lnTo>
                    <a:lnTo>
                      <a:pt x="1561" y="438"/>
                    </a:lnTo>
                    <a:lnTo>
                      <a:pt x="1562" y="438"/>
                    </a:lnTo>
                    <a:lnTo>
                      <a:pt x="1562" y="438"/>
                    </a:lnTo>
                    <a:lnTo>
                      <a:pt x="1563" y="438"/>
                    </a:lnTo>
                    <a:lnTo>
                      <a:pt x="1564" y="438"/>
                    </a:lnTo>
                    <a:lnTo>
                      <a:pt x="1564" y="438"/>
                    </a:lnTo>
                    <a:lnTo>
                      <a:pt x="1565" y="438"/>
                    </a:lnTo>
                    <a:lnTo>
                      <a:pt x="1565" y="438"/>
                    </a:lnTo>
                    <a:lnTo>
                      <a:pt x="1566" y="438"/>
                    </a:lnTo>
                    <a:lnTo>
                      <a:pt x="1567" y="438"/>
                    </a:lnTo>
                    <a:lnTo>
                      <a:pt x="1567" y="437"/>
                    </a:lnTo>
                    <a:lnTo>
                      <a:pt x="1568" y="437"/>
                    </a:lnTo>
                    <a:lnTo>
                      <a:pt x="1568" y="437"/>
                    </a:lnTo>
                    <a:lnTo>
                      <a:pt x="1569" y="437"/>
                    </a:lnTo>
                    <a:lnTo>
                      <a:pt x="1570" y="437"/>
                    </a:lnTo>
                    <a:lnTo>
                      <a:pt x="1570" y="437"/>
                    </a:lnTo>
                    <a:lnTo>
                      <a:pt x="1571" y="437"/>
                    </a:lnTo>
                    <a:lnTo>
                      <a:pt x="1571" y="437"/>
                    </a:lnTo>
                    <a:lnTo>
                      <a:pt x="1572" y="437"/>
                    </a:lnTo>
                    <a:lnTo>
                      <a:pt x="1572" y="437"/>
                    </a:lnTo>
                    <a:lnTo>
                      <a:pt x="1573" y="437"/>
                    </a:lnTo>
                    <a:lnTo>
                      <a:pt x="1574" y="437"/>
                    </a:lnTo>
                    <a:lnTo>
                      <a:pt x="1574" y="436"/>
                    </a:lnTo>
                    <a:lnTo>
                      <a:pt x="1575" y="436"/>
                    </a:lnTo>
                    <a:lnTo>
                      <a:pt x="1575" y="436"/>
                    </a:lnTo>
                    <a:lnTo>
                      <a:pt x="1576" y="436"/>
                    </a:lnTo>
                    <a:lnTo>
                      <a:pt x="1576" y="436"/>
                    </a:lnTo>
                    <a:lnTo>
                      <a:pt x="1577" y="436"/>
                    </a:lnTo>
                    <a:lnTo>
                      <a:pt x="1577" y="436"/>
                    </a:lnTo>
                    <a:lnTo>
                      <a:pt x="1578" y="436"/>
                    </a:lnTo>
                    <a:lnTo>
                      <a:pt x="1579" y="436"/>
                    </a:lnTo>
                    <a:lnTo>
                      <a:pt x="1579" y="436"/>
                    </a:lnTo>
                    <a:lnTo>
                      <a:pt x="1580" y="436"/>
                    </a:lnTo>
                    <a:lnTo>
                      <a:pt x="1580" y="436"/>
                    </a:lnTo>
                    <a:lnTo>
                      <a:pt x="1581" y="436"/>
                    </a:lnTo>
                    <a:lnTo>
                      <a:pt x="1582" y="436"/>
                    </a:lnTo>
                    <a:lnTo>
                      <a:pt x="1582" y="436"/>
                    </a:lnTo>
                    <a:lnTo>
                      <a:pt x="1583" y="436"/>
                    </a:lnTo>
                    <a:lnTo>
                      <a:pt x="1583" y="436"/>
                    </a:lnTo>
                    <a:lnTo>
                      <a:pt x="1584" y="436"/>
                    </a:lnTo>
                    <a:lnTo>
                      <a:pt x="1585" y="436"/>
                    </a:lnTo>
                    <a:lnTo>
                      <a:pt x="1585" y="436"/>
                    </a:lnTo>
                    <a:lnTo>
                      <a:pt x="1586" y="436"/>
                    </a:lnTo>
                    <a:lnTo>
                      <a:pt x="1586" y="435"/>
                    </a:lnTo>
                    <a:lnTo>
                      <a:pt x="1587" y="435"/>
                    </a:lnTo>
                    <a:lnTo>
                      <a:pt x="1588" y="435"/>
                    </a:lnTo>
                    <a:lnTo>
                      <a:pt x="1588" y="435"/>
                    </a:lnTo>
                    <a:lnTo>
                      <a:pt x="1589" y="435"/>
                    </a:lnTo>
                    <a:lnTo>
                      <a:pt x="1589" y="435"/>
                    </a:lnTo>
                    <a:lnTo>
                      <a:pt x="1590" y="435"/>
                    </a:lnTo>
                    <a:lnTo>
                      <a:pt x="1590" y="435"/>
                    </a:lnTo>
                    <a:lnTo>
                      <a:pt x="1591" y="435"/>
                    </a:lnTo>
                    <a:lnTo>
                      <a:pt x="1591" y="435"/>
                    </a:lnTo>
                    <a:lnTo>
                      <a:pt x="1592" y="435"/>
                    </a:lnTo>
                    <a:lnTo>
                      <a:pt x="1592" y="435"/>
                    </a:lnTo>
                    <a:lnTo>
                      <a:pt x="1593" y="435"/>
                    </a:lnTo>
                    <a:lnTo>
                      <a:pt x="1594" y="435"/>
                    </a:lnTo>
                    <a:lnTo>
                      <a:pt x="1594" y="435"/>
                    </a:lnTo>
                    <a:lnTo>
                      <a:pt x="1595" y="435"/>
                    </a:lnTo>
                    <a:lnTo>
                      <a:pt x="1595" y="435"/>
                    </a:lnTo>
                    <a:lnTo>
                      <a:pt x="1596" y="435"/>
                    </a:lnTo>
                    <a:lnTo>
                      <a:pt x="1597" y="435"/>
                    </a:lnTo>
                    <a:lnTo>
                      <a:pt x="1597" y="435"/>
                    </a:lnTo>
                    <a:lnTo>
                      <a:pt x="1598" y="435"/>
                    </a:lnTo>
                    <a:lnTo>
                      <a:pt x="1598" y="435"/>
                    </a:lnTo>
                    <a:lnTo>
                      <a:pt x="1599" y="435"/>
                    </a:lnTo>
                    <a:lnTo>
                      <a:pt x="1600" y="435"/>
                    </a:lnTo>
                    <a:lnTo>
                      <a:pt x="1600" y="435"/>
                    </a:lnTo>
                    <a:lnTo>
                      <a:pt x="1601" y="435"/>
                    </a:lnTo>
                    <a:lnTo>
                      <a:pt x="1601" y="435"/>
                    </a:lnTo>
                    <a:lnTo>
                      <a:pt x="1602" y="435"/>
                    </a:lnTo>
                    <a:lnTo>
                      <a:pt x="1603" y="435"/>
                    </a:lnTo>
                    <a:lnTo>
                      <a:pt x="1603" y="434"/>
                    </a:lnTo>
                    <a:lnTo>
                      <a:pt x="1604" y="434"/>
                    </a:lnTo>
                    <a:lnTo>
                      <a:pt x="1604" y="434"/>
                    </a:lnTo>
                    <a:lnTo>
                      <a:pt x="1605" y="434"/>
                    </a:lnTo>
                    <a:lnTo>
                      <a:pt x="1605" y="434"/>
                    </a:lnTo>
                    <a:lnTo>
                      <a:pt x="1606" y="434"/>
                    </a:lnTo>
                    <a:lnTo>
                      <a:pt x="1607" y="434"/>
                    </a:lnTo>
                    <a:lnTo>
                      <a:pt x="1607" y="434"/>
                    </a:lnTo>
                    <a:lnTo>
                      <a:pt x="1608" y="434"/>
                    </a:lnTo>
                    <a:lnTo>
                      <a:pt x="1608" y="434"/>
                    </a:lnTo>
                    <a:lnTo>
                      <a:pt x="1609" y="434"/>
                    </a:lnTo>
                    <a:lnTo>
                      <a:pt x="1609" y="434"/>
                    </a:lnTo>
                    <a:lnTo>
                      <a:pt x="1610" y="434"/>
                    </a:lnTo>
                    <a:lnTo>
                      <a:pt x="1610" y="434"/>
                    </a:lnTo>
                    <a:lnTo>
                      <a:pt x="1611" y="434"/>
                    </a:lnTo>
                    <a:lnTo>
                      <a:pt x="1612" y="434"/>
                    </a:lnTo>
                    <a:lnTo>
                      <a:pt x="1612" y="433"/>
                    </a:lnTo>
                    <a:lnTo>
                      <a:pt x="1613" y="433"/>
                    </a:lnTo>
                    <a:lnTo>
                      <a:pt x="1613" y="433"/>
                    </a:lnTo>
                    <a:lnTo>
                      <a:pt x="1614" y="433"/>
                    </a:lnTo>
                    <a:lnTo>
                      <a:pt x="1615" y="433"/>
                    </a:lnTo>
                    <a:lnTo>
                      <a:pt x="1615" y="433"/>
                    </a:lnTo>
                    <a:lnTo>
                      <a:pt x="1616" y="433"/>
                    </a:lnTo>
                    <a:lnTo>
                      <a:pt x="1616" y="433"/>
                    </a:lnTo>
                    <a:lnTo>
                      <a:pt x="1617" y="433"/>
                    </a:lnTo>
                    <a:lnTo>
                      <a:pt x="1618" y="433"/>
                    </a:lnTo>
                    <a:lnTo>
                      <a:pt x="1618" y="433"/>
                    </a:lnTo>
                    <a:lnTo>
                      <a:pt x="1619" y="433"/>
                    </a:lnTo>
                    <a:lnTo>
                      <a:pt x="1619" y="433"/>
                    </a:lnTo>
                    <a:lnTo>
                      <a:pt x="1620" y="433"/>
                    </a:lnTo>
                    <a:lnTo>
                      <a:pt x="1621" y="433"/>
                    </a:lnTo>
                    <a:lnTo>
                      <a:pt x="1621" y="433"/>
                    </a:lnTo>
                    <a:lnTo>
                      <a:pt x="1622" y="433"/>
                    </a:lnTo>
                    <a:lnTo>
                      <a:pt x="1622" y="433"/>
                    </a:lnTo>
                    <a:lnTo>
                      <a:pt x="1623" y="433"/>
                    </a:lnTo>
                    <a:lnTo>
                      <a:pt x="1623" y="433"/>
                    </a:lnTo>
                    <a:lnTo>
                      <a:pt x="1624" y="433"/>
                    </a:lnTo>
                    <a:lnTo>
                      <a:pt x="1624" y="433"/>
                    </a:lnTo>
                    <a:lnTo>
                      <a:pt x="1625" y="433"/>
                    </a:lnTo>
                    <a:lnTo>
                      <a:pt x="1625" y="433"/>
                    </a:lnTo>
                    <a:lnTo>
                      <a:pt x="1626" y="433"/>
                    </a:lnTo>
                    <a:lnTo>
                      <a:pt x="1627" y="433"/>
                    </a:lnTo>
                    <a:lnTo>
                      <a:pt x="1627" y="433"/>
                    </a:lnTo>
                    <a:lnTo>
                      <a:pt x="1628" y="433"/>
                    </a:lnTo>
                    <a:lnTo>
                      <a:pt x="1629" y="433"/>
                    </a:lnTo>
                    <a:lnTo>
                      <a:pt x="1629" y="433"/>
                    </a:lnTo>
                    <a:lnTo>
                      <a:pt x="1630" y="433"/>
                    </a:lnTo>
                    <a:lnTo>
                      <a:pt x="1630" y="433"/>
                    </a:lnTo>
                    <a:lnTo>
                      <a:pt x="1631" y="433"/>
                    </a:lnTo>
                    <a:lnTo>
                      <a:pt x="1632" y="433"/>
                    </a:lnTo>
                    <a:lnTo>
                      <a:pt x="1632" y="433"/>
                    </a:lnTo>
                    <a:lnTo>
                      <a:pt x="1633" y="433"/>
                    </a:lnTo>
                    <a:lnTo>
                      <a:pt x="1633" y="433"/>
                    </a:lnTo>
                    <a:lnTo>
                      <a:pt x="1634" y="433"/>
                    </a:lnTo>
                    <a:lnTo>
                      <a:pt x="1635" y="433"/>
                    </a:lnTo>
                    <a:lnTo>
                      <a:pt x="1635" y="433"/>
                    </a:lnTo>
                    <a:lnTo>
                      <a:pt x="1636" y="433"/>
                    </a:lnTo>
                    <a:lnTo>
                      <a:pt x="1636" y="433"/>
                    </a:lnTo>
                    <a:lnTo>
                      <a:pt x="1637" y="432"/>
                    </a:lnTo>
                    <a:lnTo>
                      <a:pt x="1637" y="432"/>
                    </a:lnTo>
                    <a:lnTo>
                      <a:pt x="1638" y="432"/>
                    </a:lnTo>
                    <a:lnTo>
                      <a:pt x="1638" y="432"/>
                    </a:lnTo>
                    <a:lnTo>
                      <a:pt x="1639" y="432"/>
                    </a:lnTo>
                    <a:lnTo>
                      <a:pt x="1639" y="432"/>
                    </a:lnTo>
                    <a:lnTo>
                      <a:pt x="1640" y="432"/>
                    </a:lnTo>
                    <a:lnTo>
                      <a:pt x="1641" y="432"/>
                    </a:lnTo>
                    <a:lnTo>
                      <a:pt x="1641" y="432"/>
                    </a:lnTo>
                    <a:lnTo>
                      <a:pt x="1642" y="432"/>
                    </a:lnTo>
                    <a:lnTo>
                      <a:pt x="1642" y="432"/>
                    </a:lnTo>
                    <a:lnTo>
                      <a:pt x="1643" y="432"/>
                    </a:lnTo>
                    <a:lnTo>
                      <a:pt x="1644" y="432"/>
                    </a:lnTo>
                    <a:lnTo>
                      <a:pt x="1644" y="432"/>
                    </a:lnTo>
                    <a:lnTo>
                      <a:pt x="1645" y="432"/>
                    </a:lnTo>
                    <a:lnTo>
                      <a:pt x="1645" y="432"/>
                    </a:lnTo>
                    <a:lnTo>
                      <a:pt x="1646" y="432"/>
                    </a:lnTo>
                    <a:lnTo>
                      <a:pt x="1647" y="432"/>
                    </a:lnTo>
                    <a:lnTo>
                      <a:pt x="1647" y="432"/>
                    </a:lnTo>
                    <a:lnTo>
                      <a:pt x="1648" y="432"/>
                    </a:lnTo>
                    <a:lnTo>
                      <a:pt x="1648" y="432"/>
                    </a:lnTo>
                    <a:lnTo>
                      <a:pt x="1649" y="432"/>
                    </a:lnTo>
                    <a:lnTo>
                      <a:pt x="1650" y="432"/>
                    </a:lnTo>
                    <a:lnTo>
                      <a:pt x="1650" y="432"/>
                    </a:lnTo>
                    <a:lnTo>
                      <a:pt x="1651" y="432"/>
                    </a:lnTo>
                    <a:lnTo>
                      <a:pt x="1651" y="432"/>
                    </a:lnTo>
                    <a:lnTo>
                      <a:pt x="1652" y="432"/>
                    </a:lnTo>
                    <a:lnTo>
                      <a:pt x="1652" y="432"/>
                    </a:lnTo>
                    <a:lnTo>
                      <a:pt x="1653" y="432"/>
                    </a:lnTo>
                    <a:lnTo>
                      <a:pt x="1654" y="431"/>
                    </a:lnTo>
                    <a:lnTo>
                      <a:pt x="1654" y="431"/>
                    </a:lnTo>
                    <a:lnTo>
                      <a:pt x="1655" y="431"/>
                    </a:lnTo>
                    <a:lnTo>
                      <a:pt x="1655" y="431"/>
                    </a:lnTo>
                    <a:lnTo>
                      <a:pt x="1656" y="431"/>
                    </a:lnTo>
                    <a:lnTo>
                      <a:pt x="1656" y="431"/>
                    </a:lnTo>
                    <a:lnTo>
                      <a:pt x="1657" y="431"/>
                    </a:lnTo>
                    <a:lnTo>
                      <a:pt x="1657" y="431"/>
                    </a:lnTo>
                    <a:lnTo>
                      <a:pt x="1658" y="431"/>
                    </a:lnTo>
                    <a:lnTo>
                      <a:pt x="1659" y="431"/>
                    </a:lnTo>
                    <a:lnTo>
                      <a:pt x="1659" y="431"/>
                    </a:lnTo>
                    <a:lnTo>
                      <a:pt x="1660" y="430"/>
                    </a:lnTo>
                    <a:lnTo>
                      <a:pt x="1660" y="430"/>
                    </a:lnTo>
                    <a:lnTo>
                      <a:pt x="1661" y="430"/>
                    </a:lnTo>
                    <a:lnTo>
                      <a:pt x="1662" y="430"/>
                    </a:lnTo>
                    <a:lnTo>
                      <a:pt x="1662" y="430"/>
                    </a:lnTo>
                    <a:lnTo>
                      <a:pt x="1663" y="430"/>
                    </a:lnTo>
                    <a:lnTo>
                      <a:pt x="1663" y="430"/>
                    </a:lnTo>
                    <a:lnTo>
                      <a:pt x="1664" y="430"/>
                    </a:lnTo>
                    <a:lnTo>
                      <a:pt x="1665" y="430"/>
                    </a:lnTo>
                    <a:lnTo>
                      <a:pt x="1665" y="430"/>
                    </a:lnTo>
                    <a:lnTo>
                      <a:pt x="1666" y="430"/>
                    </a:lnTo>
                    <a:lnTo>
                      <a:pt x="1666" y="430"/>
                    </a:lnTo>
                    <a:lnTo>
                      <a:pt x="1667" y="430"/>
                    </a:lnTo>
                    <a:lnTo>
                      <a:pt x="1668" y="430"/>
                    </a:lnTo>
                    <a:lnTo>
                      <a:pt x="1668" y="430"/>
                    </a:lnTo>
                    <a:lnTo>
                      <a:pt x="1669" y="430"/>
                    </a:lnTo>
                    <a:lnTo>
                      <a:pt x="1669" y="430"/>
                    </a:lnTo>
                    <a:lnTo>
                      <a:pt x="1670" y="430"/>
                    </a:lnTo>
                    <a:lnTo>
                      <a:pt x="1670" y="429"/>
                    </a:lnTo>
                    <a:lnTo>
                      <a:pt x="1671" y="429"/>
                    </a:lnTo>
                    <a:lnTo>
                      <a:pt x="1671" y="429"/>
                    </a:lnTo>
                    <a:lnTo>
                      <a:pt x="1672" y="429"/>
                    </a:lnTo>
                    <a:lnTo>
                      <a:pt x="1672" y="429"/>
                    </a:lnTo>
                    <a:lnTo>
                      <a:pt x="1673" y="429"/>
                    </a:lnTo>
                    <a:lnTo>
                      <a:pt x="1674" y="429"/>
                    </a:lnTo>
                    <a:lnTo>
                      <a:pt x="1674" y="429"/>
                    </a:lnTo>
                    <a:lnTo>
                      <a:pt x="1675" y="429"/>
                    </a:lnTo>
                    <a:lnTo>
                      <a:pt x="1675" y="429"/>
                    </a:lnTo>
                    <a:lnTo>
                      <a:pt x="1676" y="429"/>
                    </a:lnTo>
                    <a:lnTo>
                      <a:pt x="1677" y="429"/>
                    </a:lnTo>
                    <a:lnTo>
                      <a:pt x="1677" y="429"/>
                    </a:lnTo>
                    <a:lnTo>
                      <a:pt x="1678" y="429"/>
                    </a:lnTo>
                    <a:lnTo>
                      <a:pt x="1678" y="429"/>
                    </a:lnTo>
                    <a:lnTo>
                      <a:pt x="1679" y="428"/>
                    </a:lnTo>
                    <a:lnTo>
                      <a:pt x="1680" y="428"/>
                    </a:lnTo>
                    <a:lnTo>
                      <a:pt x="1680" y="428"/>
                    </a:lnTo>
                    <a:lnTo>
                      <a:pt x="1681" y="428"/>
                    </a:lnTo>
                    <a:lnTo>
                      <a:pt x="1681" y="428"/>
                    </a:lnTo>
                    <a:lnTo>
                      <a:pt x="1682" y="428"/>
                    </a:lnTo>
                    <a:lnTo>
                      <a:pt x="1683" y="428"/>
                    </a:lnTo>
                    <a:lnTo>
                      <a:pt x="1683" y="428"/>
                    </a:lnTo>
                    <a:lnTo>
                      <a:pt x="1684" y="427"/>
                    </a:lnTo>
                    <a:lnTo>
                      <a:pt x="1684" y="427"/>
                    </a:lnTo>
                    <a:lnTo>
                      <a:pt x="1685" y="427"/>
                    </a:lnTo>
                    <a:lnTo>
                      <a:pt x="1685" y="427"/>
                    </a:lnTo>
                    <a:lnTo>
                      <a:pt x="1686" y="427"/>
                    </a:lnTo>
                    <a:lnTo>
                      <a:pt x="1686" y="427"/>
                    </a:lnTo>
                    <a:lnTo>
                      <a:pt x="1687" y="427"/>
                    </a:lnTo>
                    <a:lnTo>
                      <a:pt x="1688" y="427"/>
                    </a:lnTo>
                    <a:lnTo>
                      <a:pt x="1688" y="427"/>
                    </a:lnTo>
                    <a:lnTo>
                      <a:pt x="1689" y="427"/>
                    </a:lnTo>
                    <a:lnTo>
                      <a:pt x="1689" y="427"/>
                    </a:lnTo>
                    <a:lnTo>
                      <a:pt x="1690" y="427"/>
                    </a:lnTo>
                    <a:lnTo>
                      <a:pt x="1690" y="427"/>
                    </a:lnTo>
                    <a:lnTo>
                      <a:pt x="1691" y="427"/>
                    </a:lnTo>
                    <a:lnTo>
                      <a:pt x="1692" y="427"/>
                    </a:lnTo>
                    <a:lnTo>
                      <a:pt x="1692" y="427"/>
                    </a:lnTo>
                    <a:lnTo>
                      <a:pt x="1693" y="427"/>
                    </a:lnTo>
                    <a:lnTo>
                      <a:pt x="1693" y="427"/>
                    </a:lnTo>
                    <a:lnTo>
                      <a:pt x="1694" y="427"/>
                    </a:lnTo>
                    <a:lnTo>
                      <a:pt x="1695" y="426"/>
                    </a:lnTo>
                    <a:lnTo>
                      <a:pt x="1695" y="426"/>
                    </a:lnTo>
                    <a:lnTo>
                      <a:pt x="1696" y="426"/>
                    </a:lnTo>
                    <a:lnTo>
                      <a:pt x="1697" y="426"/>
                    </a:lnTo>
                    <a:lnTo>
                      <a:pt x="1697" y="426"/>
                    </a:lnTo>
                    <a:lnTo>
                      <a:pt x="1698" y="426"/>
                    </a:lnTo>
                    <a:lnTo>
                      <a:pt x="1698" y="426"/>
                    </a:lnTo>
                    <a:lnTo>
                      <a:pt x="1699" y="426"/>
                    </a:lnTo>
                    <a:lnTo>
                      <a:pt x="1699" y="426"/>
                    </a:lnTo>
                    <a:lnTo>
                      <a:pt x="1700" y="426"/>
                    </a:lnTo>
                    <a:lnTo>
                      <a:pt x="1701" y="426"/>
                    </a:lnTo>
                    <a:lnTo>
                      <a:pt x="1701" y="426"/>
                    </a:lnTo>
                    <a:lnTo>
                      <a:pt x="1702" y="426"/>
                    </a:lnTo>
                    <a:lnTo>
                      <a:pt x="1702" y="426"/>
                    </a:lnTo>
                    <a:lnTo>
                      <a:pt x="1703" y="426"/>
                    </a:lnTo>
                    <a:lnTo>
                      <a:pt x="1703" y="426"/>
                    </a:lnTo>
                    <a:lnTo>
                      <a:pt x="1704" y="426"/>
                    </a:lnTo>
                    <a:lnTo>
                      <a:pt x="1704" y="426"/>
                    </a:lnTo>
                    <a:lnTo>
                      <a:pt x="1705" y="426"/>
                    </a:lnTo>
                    <a:lnTo>
                      <a:pt x="1706" y="426"/>
                    </a:lnTo>
                    <a:lnTo>
                      <a:pt x="1706" y="426"/>
                    </a:lnTo>
                    <a:lnTo>
                      <a:pt x="1707" y="426"/>
                    </a:lnTo>
                    <a:lnTo>
                      <a:pt x="1707" y="426"/>
                    </a:lnTo>
                    <a:lnTo>
                      <a:pt x="1708" y="426"/>
                    </a:lnTo>
                    <a:lnTo>
                      <a:pt x="1709" y="426"/>
                    </a:lnTo>
                    <a:lnTo>
                      <a:pt x="1709" y="426"/>
                    </a:lnTo>
                    <a:lnTo>
                      <a:pt x="1710" y="426"/>
                    </a:lnTo>
                    <a:lnTo>
                      <a:pt x="1710" y="425"/>
                    </a:lnTo>
                    <a:lnTo>
                      <a:pt x="1711" y="425"/>
                    </a:lnTo>
                    <a:lnTo>
                      <a:pt x="1712" y="425"/>
                    </a:lnTo>
                    <a:lnTo>
                      <a:pt x="1712" y="425"/>
                    </a:lnTo>
                    <a:lnTo>
                      <a:pt x="1713" y="425"/>
                    </a:lnTo>
                    <a:lnTo>
                      <a:pt x="1713" y="425"/>
                    </a:lnTo>
                    <a:lnTo>
                      <a:pt x="1714" y="425"/>
                    </a:lnTo>
                    <a:lnTo>
                      <a:pt x="1715" y="425"/>
                    </a:lnTo>
                    <a:lnTo>
                      <a:pt x="1715" y="425"/>
                    </a:lnTo>
                    <a:lnTo>
                      <a:pt x="1716" y="425"/>
                    </a:lnTo>
                    <a:lnTo>
                      <a:pt x="1716" y="425"/>
                    </a:lnTo>
                    <a:lnTo>
                      <a:pt x="1717" y="425"/>
                    </a:lnTo>
                    <a:lnTo>
                      <a:pt x="1717" y="425"/>
                    </a:lnTo>
                    <a:lnTo>
                      <a:pt x="1718" y="424"/>
                    </a:lnTo>
                    <a:lnTo>
                      <a:pt x="1718" y="424"/>
                    </a:lnTo>
                    <a:lnTo>
                      <a:pt x="1719" y="424"/>
                    </a:lnTo>
                    <a:lnTo>
                      <a:pt x="1719" y="424"/>
                    </a:lnTo>
                    <a:lnTo>
                      <a:pt x="1720" y="424"/>
                    </a:lnTo>
                    <a:lnTo>
                      <a:pt x="1721" y="424"/>
                    </a:lnTo>
                    <a:lnTo>
                      <a:pt x="1721" y="424"/>
                    </a:lnTo>
                    <a:lnTo>
                      <a:pt x="1722" y="424"/>
                    </a:lnTo>
                    <a:lnTo>
                      <a:pt x="1722" y="424"/>
                    </a:lnTo>
                    <a:lnTo>
                      <a:pt x="1723" y="424"/>
                    </a:lnTo>
                    <a:lnTo>
                      <a:pt x="1724" y="424"/>
                    </a:lnTo>
                    <a:lnTo>
                      <a:pt x="1724" y="424"/>
                    </a:lnTo>
                    <a:lnTo>
                      <a:pt x="1725" y="424"/>
                    </a:lnTo>
                    <a:lnTo>
                      <a:pt x="1725" y="424"/>
                    </a:lnTo>
                    <a:lnTo>
                      <a:pt x="1726" y="424"/>
                    </a:lnTo>
                    <a:lnTo>
                      <a:pt x="1727" y="424"/>
                    </a:lnTo>
                    <a:lnTo>
                      <a:pt x="1727" y="424"/>
                    </a:lnTo>
                    <a:lnTo>
                      <a:pt x="1728" y="424"/>
                    </a:lnTo>
                    <a:lnTo>
                      <a:pt x="1728" y="423"/>
                    </a:lnTo>
                    <a:lnTo>
                      <a:pt x="1729" y="423"/>
                    </a:lnTo>
                    <a:lnTo>
                      <a:pt x="1730" y="423"/>
                    </a:lnTo>
                    <a:lnTo>
                      <a:pt x="1730" y="423"/>
                    </a:lnTo>
                    <a:lnTo>
                      <a:pt x="1731" y="422"/>
                    </a:lnTo>
                    <a:lnTo>
                      <a:pt x="1731" y="422"/>
                    </a:lnTo>
                    <a:lnTo>
                      <a:pt x="1732" y="421"/>
                    </a:lnTo>
                    <a:lnTo>
                      <a:pt x="1732" y="421"/>
                    </a:lnTo>
                    <a:lnTo>
                      <a:pt x="1733" y="421"/>
                    </a:lnTo>
                    <a:lnTo>
                      <a:pt x="1733" y="420"/>
                    </a:lnTo>
                    <a:lnTo>
                      <a:pt x="1734" y="420"/>
                    </a:lnTo>
                    <a:lnTo>
                      <a:pt x="1735" y="419"/>
                    </a:lnTo>
                    <a:lnTo>
                      <a:pt x="1735" y="418"/>
                    </a:lnTo>
                    <a:lnTo>
                      <a:pt x="1736" y="418"/>
                    </a:lnTo>
                    <a:lnTo>
                      <a:pt x="1736" y="417"/>
                    </a:lnTo>
                    <a:lnTo>
                      <a:pt x="1737" y="416"/>
                    </a:lnTo>
                    <a:lnTo>
                      <a:pt x="1737" y="415"/>
                    </a:lnTo>
                    <a:lnTo>
                      <a:pt x="1738" y="415"/>
                    </a:lnTo>
                    <a:lnTo>
                      <a:pt x="1739" y="414"/>
                    </a:lnTo>
                    <a:lnTo>
                      <a:pt x="1739" y="413"/>
                    </a:lnTo>
                    <a:lnTo>
                      <a:pt x="1740" y="412"/>
                    </a:lnTo>
                    <a:lnTo>
                      <a:pt x="1740" y="411"/>
                    </a:lnTo>
                    <a:lnTo>
                      <a:pt x="1741" y="411"/>
                    </a:lnTo>
                    <a:lnTo>
                      <a:pt x="1742" y="410"/>
                    </a:lnTo>
                    <a:lnTo>
                      <a:pt x="1742" y="409"/>
                    </a:lnTo>
                    <a:lnTo>
                      <a:pt x="1743" y="408"/>
                    </a:lnTo>
                    <a:lnTo>
                      <a:pt x="1743" y="407"/>
                    </a:lnTo>
                    <a:lnTo>
                      <a:pt x="1744" y="406"/>
                    </a:lnTo>
                    <a:lnTo>
                      <a:pt x="1745" y="405"/>
                    </a:lnTo>
                    <a:lnTo>
                      <a:pt x="1745" y="404"/>
                    </a:lnTo>
                    <a:lnTo>
                      <a:pt x="1746" y="403"/>
                    </a:lnTo>
                    <a:lnTo>
                      <a:pt x="1746" y="402"/>
                    </a:lnTo>
                    <a:lnTo>
                      <a:pt x="1747" y="402"/>
                    </a:lnTo>
                    <a:lnTo>
                      <a:pt x="1747" y="401"/>
                    </a:lnTo>
                    <a:lnTo>
                      <a:pt x="1748" y="400"/>
                    </a:lnTo>
                    <a:lnTo>
                      <a:pt x="1749" y="399"/>
                    </a:lnTo>
                    <a:lnTo>
                      <a:pt x="1749" y="399"/>
                    </a:lnTo>
                    <a:lnTo>
                      <a:pt x="1750" y="398"/>
                    </a:lnTo>
                    <a:lnTo>
                      <a:pt x="1750" y="397"/>
                    </a:lnTo>
                    <a:lnTo>
                      <a:pt x="1751" y="396"/>
                    </a:lnTo>
                    <a:lnTo>
                      <a:pt x="1751" y="396"/>
                    </a:lnTo>
                    <a:lnTo>
                      <a:pt x="1752" y="395"/>
                    </a:lnTo>
                    <a:lnTo>
                      <a:pt x="1752" y="394"/>
                    </a:lnTo>
                    <a:lnTo>
                      <a:pt x="1753" y="394"/>
                    </a:lnTo>
                    <a:lnTo>
                      <a:pt x="1754" y="393"/>
                    </a:lnTo>
                    <a:lnTo>
                      <a:pt x="1754" y="393"/>
                    </a:lnTo>
                    <a:lnTo>
                      <a:pt x="1755" y="393"/>
                    </a:lnTo>
                    <a:lnTo>
                      <a:pt x="1755" y="392"/>
                    </a:lnTo>
                    <a:lnTo>
                      <a:pt x="1756" y="392"/>
                    </a:lnTo>
                    <a:lnTo>
                      <a:pt x="1757" y="391"/>
                    </a:lnTo>
                    <a:lnTo>
                      <a:pt x="1757" y="391"/>
                    </a:lnTo>
                    <a:lnTo>
                      <a:pt x="1758" y="390"/>
                    </a:lnTo>
                    <a:lnTo>
                      <a:pt x="1758" y="390"/>
                    </a:lnTo>
                    <a:lnTo>
                      <a:pt x="1759" y="389"/>
                    </a:lnTo>
                    <a:lnTo>
                      <a:pt x="1760" y="388"/>
                    </a:lnTo>
                    <a:lnTo>
                      <a:pt x="1760" y="388"/>
                    </a:lnTo>
                    <a:lnTo>
                      <a:pt x="1761" y="387"/>
                    </a:lnTo>
                    <a:lnTo>
                      <a:pt x="1761" y="387"/>
                    </a:lnTo>
                    <a:lnTo>
                      <a:pt x="1762" y="386"/>
                    </a:lnTo>
                    <a:lnTo>
                      <a:pt x="1763" y="385"/>
                    </a:lnTo>
                    <a:lnTo>
                      <a:pt x="1763" y="385"/>
                    </a:lnTo>
                    <a:lnTo>
                      <a:pt x="1764" y="384"/>
                    </a:lnTo>
                    <a:lnTo>
                      <a:pt x="1764" y="383"/>
                    </a:lnTo>
                    <a:lnTo>
                      <a:pt x="1765" y="383"/>
                    </a:lnTo>
                    <a:lnTo>
                      <a:pt x="1765" y="382"/>
                    </a:lnTo>
                    <a:lnTo>
                      <a:pt x="1766" y="382"/>
                    </a:lnTo>
                    <a:lnTo>
                      <a:pt x="1766" y="381"/>
                    </a:lnTo>
                    <a:lnTo>
                      <a:pt x="1767" y="381"/>
                    </a:lnTo>
                    <a:lnTo>
                      <a:pt x="1768" y="380"/>
                    </a:lnTo>
                    <a:lnTo>
                      <a:pt x="1768" y="380"/>
                    </a:lnTo>
                    <a:lnTo>
                      <a:pt x="1769" y="379"/>
                    </a:lnTo>
                    <a:lnTo>
                      <a:pt x="1769" y="379"/>
                    </a:lnTo>
                    <a:lnTo>
                      <a:pt x="1770" y="378"/>
                    </a:lnTo>
                    <a:lnTo>
                      <a:pt x="1771" y="377"/>
                    </a:lnTo>
                    <a:lnTo>
                      <a:pt x="1771" y="377"/>
                    </a:lnTo>
                    <a:lnTo>
                      <a:pt x="1772" y="376"/>
                    </a:lnTo>
                    <a:lnTo>
                      <a:pt x="1772" y="376"/>
                    </a:lnTo>
                    <a:lnTo>
                      <a:pt x="1773" y="376"/>
                    </a:lnTo>
                    <a:lnTo>
                      <a:pt x="1774" y="375"/>
                    </a:lnTo>
                    <a:lnTo>
                      <a:pt x="1774" y="374"/>
                    </a:lnTo>
                    <a:lnTo>
                      <a:pt x="1775" y="374"/>
                    </a:lnTo>
                    <a:lnTo>
                      <a:pt x="1775" y="374"/>
                    </a:lnTo>
                    <a:lnTo>
                      <a:pt x="1776" y="373"/>
                    </a:lnTo>
                    <a:lnTo>
                      <a:pt x="1777" y="373"/>
                    </a:lnTo>
                    <a:lnTo>
                      <a:pt x="1777" y="373"/>
                    </a:lnTo>
                    <a:lnTo>
                      <a:pt x="1778" y="373"/>
                    </a:lnTo>
                    <a:lnTo>
                      <a:pt x="1778" y="372"/>
                    </a:lnTo>
                    <a:lnTo>
                      <a:pt x="1779" y="372"/>
                    </a:lnTo>
                    <a:lnTo>
                      <a:pt x="1779" y="372"/>
                    </a:lnTo>
                    <a:lnTo>
                      <a:pt x="1780" y="372"/>
                    </a:lnTo>
                    <a:lnTo>
                      <a:pt x="1780" y="372"/>
                    </a:lnTo>
                    <a:lnTo>
                      <a:pt x="1781" y="371"/>
                    </a:lnTo>
                    <a:lnTo>
                      <a:pt x="1782" y="371"/>
                    </a:lnTo>
                    <a:lnTo>
                      <a:pt x="1782" y="371"/>
                    </a:lnTo>
                    <a:lnTo>
                      <a:pt x="1783" y="371"/>
                    </a:lnTo>
                    <a:lnTo>
                      <a:pt x="1783" y="371"/>
                    </a:lnTo>
                    <a:lnTo>
                      <a:pt x="1784" y="371"/>
                    </a:lnTo>
                    <a:lnTo>
                      <a:pt x="1784" y="371"/>
                    </a:lnTo>
                    <a:lnTo>
                      <a:pt x="1785" y="371"/>
                    </a:lnTo>
                    <a:lnTo>
                      <a:pt x="1786" y="371"/>
                    </a:lnTo>
                    <a:lnTo>
                      <a:pt x="1786" y="370"/>
                    </a:lnTo>
                    <a:lnTo>
                      <a:pt x="1787" y="370"/>
                    </a:lnTo>
                    <a:lnTo>
                      <a:pt x="1787" y="370"/>
                    </a:lnTo>
                    <a:lnTo>
                      <a:pt x="1788" y="370"/>
                    </a:lnTo>
                    <a:lnTo>
                      <a:pt x="1789" y="370"/>
                    </a:lnTo>
                    <a:lnTo>
                      <a:pt x="1789" y="370"/>
                    </a:lnTo>
                    <a:lnTo>
                      <a:pt x="1790" y="369"/>
                    </a:lnTo>
                    <a:lnTo>
                      <a:pt x="1790" y="369"/>
                    </a:lnTo>
                    <a:lnTo>
                      <a:pt x="1791" y="369"/>
                    </a:lnTo>
                    <a:lnTo>
                      <a:pt x="1792" y="369"/>
                    </a:lnTo>
                    <a:lnTo>
                      <a:pt x="1792" y="368"/>
                    </a:lnTo>
                    <a:lnTo>
                      <a:pt x="1793" y="368"/>
                    </a:lnTo>
                    <a:lnTo>
                      <a:pt x="1793" y="368"/>
                    </a:lnTo>
                    <a:lnTo>
                      <a:pt x="1794" y="368"/>
                    </a:lnTo>
                    <a:lnTo>
                      <a:pt x="1794" y="368"/>
                    </a:lnTo>
                    <a:lnTo>
                      <a:pt x="1795" y="367"/>
                    </a:lnTo>
                    <a:lnTo>
                      <a:pt x="1796" y="367"/>
                    </a:lnTo>
                    <a:lnTo>
                      <a:pt x="1796" y="367"/>
                    </a:lnTo>
                    <a:lnTo>
                      <a:pt x="1797" y="367"/>
                    </a:lnTo>
                    <a:lnTo>
                      <a:pt x="1797" y="366"/>
                    </a:lnTo>
                    <a:lnTo>
                      <a:pt x="1798" y="366"/>
                    </a:lnTo>
                    <a:lnTo>
                      <a:pt x="1798" y="365"/>
                    </a:lnTo>
                    <a:lnTo>
                      <a:pt x="1799" y="365"/>
                    </a:lnTo>
                    <a:lnTo>
                      <a:pt x="1799" y="365"/>
                    </a:lnTo>
                    <a:lnTo>
                      <a:pt x="1800" y="364"/>
                    </a:lnTo>
                    <a:lnTo>
                      <a:pt x="1801" y="364"/>
                    </a:lnTo>
                    <a:lnTo>
                      <a:pt x="1801" y="364"/>
                    </a:lnTo>
                    <a:lnTo>
                      <a:pt x="1802" y="363"/>
                    </a:lnTo>
                    <a:lnTo>
                      <a:pt x="1802" y="363"/>
                    </a:lnTo>
                    <a:lnTo>
                      <a:pt x="1803" y="362"/>
                    </a:lnTo>
                    <a:lnTo>
                      <a:pt x="1804" y="362"/>
                    </a:lnTo>
                    <a:lnTo>
                      <a:pt x="1804" y="361"/>
                    </a:lnTo>
                    <a:lnTo>
                      <a:pt x="1805" y="361"/>
                    </a:lnTo>
                    <a:lnTo>
                      <a:pt x="1805" y="360"/>
                    </a:lnTo>
                    <a:lnTo>
                      <a:pt x="1806" y="360"/>
                    </a:lnTo>
                    <a:lnTo>
                      <a:pt x="1807" y="359"/>
                    </a:lnTo>
                    <a:lnTo>
                      <a:pt x="1807" y="359"/>
                    </a:lnTo>
                    <a:lnTo>
                      <a:pt x="1808" y="358"/>
                    </a:lnTo>
                    <a:lnTo>
                      <a:pt x="1808" y="358"/>
                    </a:lnTo>
                    <a:lnTo>
                      <a:pt x="1809" y="358"/>
                    </a:lnTo>
                    <a:lnTo>
                      <a:pt x="1810" y="357"/>
                    </a:lnTo>
                    <a:lnTo>
                      <a:pt x="1810" y="356"/>
                    </a:lnTo>
                    <a:lnTo>
                      <a:pt x="1811" y="356"/>
                    </a:lnTo>
                    <a:lnTo>
                      <a:pt x="1811" y="356"/>
                    </a:lnTo>
                    <a:lnTo>
                      <a:pt x="1812" y="355"/>
                    </a:lnTo>
                    <a:lnTo>
                      <a:pt x="1812" y="355"/>
                    </a:lnTo>
                    <a:lnTo>
                      <a:pt x="1813" y="354"/>
                    </a:lnTo>
                    <a:lnTo>
                      <a:pt x="1813" y="353"/>
                    </a:lnTo>
                    <a:lnTo>
                      <a:pt x="1814" y="353"/>
                    </a:lnTo>
                    <a:lnTo>
                      <a:pt x="1814" y="352"/>
                    </a:lnTo>
                    <a:lnTo>
                      <a:pt x="1815" y="352"/>
                    </a:lnTo>
                    <a:lnTo>
                      <a:pt x="1816" y="352"/>
                    </a:lnTo>
                    <a:lnTo>
                      <a:pt x="1816" y="351"/>
                    </a:lnTo>
                    <a:lnTo>
                      <a:pt x="1817" y="351"/>
                    </a:lnTo>
                    <a:lnTo>
                      <a:pt x="1817" y="350"/>
                    </a:lnTo>
                    <a:lnTo>
                      <a:pt x="1818" y="350"/>
                    </a:lnTo>
                    <a:lnTo>
                      <a:pt x="1819" y="349"/>
                    </a:lnTo>
                    <a:lnTo>
                      <a:pt x="1819" y="349"/>
                    </a:lnTo>
                    <a:lnTo>
                      <a:pt x="1820" y="349"/>
                    </a:lnTo>
                    <a:lnTo>
                      <a:pt x="1820" y="349"/>
                    </a:lnTo>
                    <a:lnTo>
                      <a:pt x="1821" y="348"/>
                    </a:lnTo>
                    <a:lnTo>
                      <a:pt x="1822" y="348"/>
                    </a:lnTo>
                    <a:lnTo>
                      <a:pt x="1822" y="347"/>
                    </a:lnTo>
                    <a:lnTo>
                      <a:pt x="1823" y="347"/>
                    </a:lnTo>
                    <a:lnTo>
                      <a:pt x="1823" y="347"/>
                    </a:lnTo>
                    <a:lnTo>
                      <a:pt x="1824" y="347"/>
                    </a:lnTo>
                    <a:lnTo>
                      <a:pt x="1825" y="346"/>
                    </a:lnTo>
                    <a:lnTo>
                      <a:pt x="1825" y="346"/>
                    </a:lnTo>
                    <a:lnTo>
                      <a:pt x="1826" y="346"/>
                    </a:lnTo>
                    <a:lnTo>
                      <a:pt x="1826" y="345"/>
                    </a:lnTo>
                    <a:lnTo>
                      <a:pt x="1827" y="345"/>
                    </a:lnTo>
                    <a:lnTo>
                      <a:pt x="1827" y="345"/>
                    </a:lnTo>
                    <a:lnTo>
                      <a:pt x="1828" y="344"/>
                    </a:lnTo>
                    <a:lnTo>
                      <a:pt x="1829" y="344"/>
                    </a:lnTo>
                    <a:lnTo>
                      <a:pt x="1829" y="344"/>
                    </a:lnTo>
                    <a:lnTo>
                      <a:pt x="1830" y="343"/>
                    </a:lnTo>
                    <a:lnTo>
                      <a:pt x="1830" y="343"/>
                    </a:lnTo>
                    <a:lnTo>
                      <a:pt x="1831" y="343"/>
                    </a:lnTo>
                    <a:lnTo>
                      <a:pt x="1831" y="342"/>
                    </a:lnTo>
                    <a:lnTo>
                      <a:pt x="1832" y="342"/>
                    </a:lnTo>
                    <a:lnTo>
                      <a:pt x="1832" y="341"/>
                    </a:lnTo>
                    <a:lnTo>
                      <a:pt x="1833" y="341"/>
                    </a:lnTo>
                    <a:lnTo>
                      <a:pt x="1834" y="341"/>
                    </a:lnTo>
                    <a:lnTo>
                      <a:pt x="1834" y="341"/>
                    </a:lnTo>
                    <a:lnTo>
                      <a:pt x="1835" y="340"/>
                    </a:lnTo>
                    <a:lnTo>
                      <a:pt x="1836" y="340"/>
                    </a:lnTo>
                    <a:lnTo>
                      <a:pt x="1836" y="340"/>
                    </a:lnTo>
                    <a:lnTo>
                      <a:pt x="1837" y="340"/>
                    </a:lnTo>
                    <a:lnTo>
                      <a:pt x="1837" y="339"/>
                    </a:lnTo>
                    <a:lnTo>
                      <a:pt x="1838" y="339"/>
                    </a:lnTo>
                    <a:lnTo>
                      <a:pt x="1839" y="338"/>
                    </a:lnTo>
                    <a:lnTo>
                      <a:pt x="1839" y="338"/>
                    </a:lnTo>
                    <a:lnTo>
                      <a:pt x="1840" y="338"/>
                    </a:lnTo>
                    <a:lnTo>
                      <a:pt x="1840" y="338"/>
                    </a:lnTo>
                    <a:lnTo>
                      <a:pt x="1841" y="337"/>
                    </a:lnTo>
                    <a:lnTo>
                      <a:pt x="1841" y="337"/>
                    </a:lnTo>
                    <a:lnTo>
                      <a:pt x="1842" y="337"/>
                    </a:lnTo>
                    <a:lnTo>
                      <a:pt x="1843" y="337"/>
                    </a:lnTo>
                    <a:lnTo>
                      <a:pt x="1843" y="336"/>
                    </a:lnTo>
                    <a:lnTo>
                      <a:pt x="1844" y="336"/>
                    </a:lnTo>
                    <a:lnTo>
                      <a:pt x="1844" y="335"/>
                    </a:lnTo>
                    <a:lnTo>
                      <a:pt x="1845" y="335"/>
                    </a:lnTo>
                    <a:lnTo>
                      <a:pt x="1845" y="335"/>
                    </a:lnTo>
                    <a:lnTo>
                      <a:pt x="1846" y="334"/>
                    </a:lnTo>
                    <a:lnTo>
                      <a:pt x="1846" y="334"/>
                    </a:lnTo>
                    <a:lnTo>
                      <a:pt x="1847" y="334"/>
                    </a:lnTo>
                    <a:lnTo>
                      <a:pt x="1848" y="334"/>
                    </a:lnTo>
                    <a:lnTo>
                      <a:pt x="1848" y="333"/>
                    </a:lnTo>
                    <a:lnTo>
                      <a:pt x="1849" y="333"/>
                    </a:lnTo>
                    <a:lnTo>
                      <a:pt x="1849" y="332"/>
                    </a:lnTo>
                    <a:lnTo>
                      <a:pt x="1850" y="332"/>
                    </a:lnTo>
                    <a:lnTo>
                      <a:pt x="1851" y="332"/>
                    </a:lnTo>
                    <a:lnTo>
                      <a:pt x="1851" y="331"/>
                    </a:lnTo>
                    <a:lnTo>
                      <a:pt x="1852" y="331"/>
                    </a:lnTo>
                    <a:lnTo>
                      <a:pt x="1852" y="331"/>
                    </a:lnTo>
                    <a:lnTo>
                      <a:pt x="1853" y="330"/>
                    </a:lnTo>
                    <a:lnTo>
                      <a:pt x="1854" y="330"/>
                    </a:lnTo>
                    <a:lnTo>
                      <a:pt x="1854" y="330"/>
                    </a:lnTo>
                    <a:lnTo>
                      <a:pt x="1855" y="329"/>
                    </a:lnTo>
                    <a:lnTo>
                      <a:pt x="1855" y="329"/>
                    </a:lnTo>
                    <a:lnTo>
                      <a:pt x="1856" y="329"/>
                    </a:lnTo>
                    <a:lnTo>
                      <a:pt x="1857" y="328"/>
                    </a:lnTo>
                    <a:lnTo>
                      <a:pt x="1857" y="328"/>
                    </a:lnTo>
                    <a:lnTo>
                      <a:pt x="1858" y="327"/>
                    </a:lnTo>
                    <a:lnTo>
                      <a:pt x="1858" y="327"/>
                    </a:lnTo>
                    <a:lnTo>
                      <a:pt x="1859" y="327"/>
                    </a:lnTo>
                    <a:lnTo>
                      <a:pt x="1859" y="326"/>
                    </a:lnTo>
                    <a:lnTo>
                      <a:pt x="1860" y="326"/>
                    </a:lnTo>
                    <a:lnTo>
                      <a:pt x="1860" y="326"/>
                    </a:lnTo>
                    <a:lnTo>
                      <a:pt x="1861" y="325"/>
                    </a:lnTo>
                    <a:lnTo>
                      <a:pt x="1861" y="325"/>
                    </a:lnTo>
                    <a:lnTo>
                      <a:pt x="1862" y="324"/>
                    </a:lnTo>
                    <a:lnTo>
                      <a:pt x="1863" y="324"/>
                    </a:lnTo>
                    <a:lnTo>
                      <a:pt x="1863" y="324"/>
                    </a:lnTo>
                    <a:lnTo>
                      <a:pt x="1864" y="324"/>
                    </a:lnTo>
                    <a:lnTo>
                      <a:pt x="1864" y="323"/>
                    </a:lnTo>
                    <a:lnTo>
                      <a:pt x="1865" y="323"/>
                    </a:lnTo>
                    <a:lnTo>
                      <a:pt x="1866" y="323"/>
                    </a:lnTo>
                    <a:lnTo>
                      <a:pt x="1866" y="323"/>
                    </a:lnTo>
                    <a:lnTo>
                      <a:pt x="1867" y="322"/>
                    </a:lnTo>
                    <a:lnTo>
                      <a:pt x="1867" y="322"/>
                    </a:lnTo>
                    <a:lnTo>
                      <a:pt x="1868" y="322"/>
                    </a:lnTo>
                    <a:lnTo>
                      <a:pt x="1869" y="322"/>
                    </a:lnTo>
                    <a:lnTo>
                      <a:pt x="1869" y="321"/>
                    </a:lnTo>
                    <a:lnTo>
                      <a:pt x="1870" y="321"/>
                    </a:lnTo>
                    <a:lnTo>
                      <a:pt x="1870" y="321"/>
                    </a:lnTo>
                    <a:lnTo>
                      <a:pt x="1871" y="321"/>
                    </a:lnTo>
                    <a:lnTo>
                      <a:pt x="1872" y="321"/>
                    </a:lnTo>
                    <a:lnTo>
                      <a:pt x="1872" y="321"/>
                    </a:lnTo>
                    <a:lnTo>
                      <a:pt x="1873" y="321"/>
                    </a:lnTo>
                    <a:lnTo>
                      <a:pt x="1873" y="320"/>
                    </a:lnTo>
                    <a:lnTo>
                      <a:pt x="1874" y="320"/>
                    </a:lnTo>
                    <a:lnTo>
                      <a:pt x="1874" y="320"/>
                    </a:lnTo>
                    <a:lnTo>
                      <a:pt x="1875" y="320"/>
                    </a:lnTo>
                    <a:lnTo>
                      <a:pt x="1876" y="320"/>
                    </a:lnTo>
                    <a:lnTo>
                      <a:pt x="1876" y="320"/>
                    </a:lnTo>
                    <a:lnTo>
                      <a:pt x="1877" y="320"/>
                    </a:lnTo>
                    <a:lnTo>
                      <a:pt x="1877" y="320"/>
                    </a:lnTo>
                    <a:lnTo>
                      <a:pt x="1878" y="319"/>
                    </a:lnTo>
                    <a:lnTo>
                      <a:pt x="1878" y="319"/>
                    </a:lnTo>
                    <a:lnTo>
                      <a:pt x="1879" y="319"/>
                    </a:lnTo>
                    <a:lnTo>
                      <a:pt x="1879" y="319"/>
                    </a:lnTo>
                    <a:lnTo>
                      <a:pt x="1880" y="319"/>
                    </a:lnTo>
                    <a:lnTo>
                      <a:pt x="1881" y="319"/>
                    </a:lnTo>
                    <a:lnTo>
                      <a:pt x="1881" y="319"/>
                    </a:lnTo>
                    <a:lnTo>
                      <a:pt x="1882" y="319"/>
                    </a:lnTo>
                    <a:lnTo>
                      <a:pt x="1882" y="318"/>
                    </a:lnTo>
                    <a:lnTo>
                      <a:pt x="1883" y="318"/>
                    </a:lnTo>
                    <a:lnTo>
                      <a:pt x="1884" y="318"/>
                    </a:lnTo>
                    <a:lnTo>
                      <a:pt x="1884" y="318"/>
                    </a:lnTo>
                    <a:lnTo>
                      <a:pt x="1885" y="318"/>
                    </a:lnTo>
                    <a:lnTo>
                      <a:pt x="1885" y="318"/>
                    </a:lnTo>
                    <a:lnTo>
                      <a:pt x="1886" y="318"/>
                    </a:lnTo>
                    <a:lnTo>
                      <a:pt x="1887" y="318"/>
                    </a:lnTo>
                    <a:lnTo>
                      <a:pt x="1887" y="318"/>
                    </a:lnTo>
                    <a:lnTo>
                      <a:pt x="1888" y="318"/>
                    </a:lnTo>
                    <a:lnTo>
                      <a:pt x="1888" y="318"/>
                    </a:lnTo>
                    <a:lnTo>
                      <a:pt x="1889" y="318"/>
                    </a:lnTo>
                    <a:lnTo>
                      <a:pt x="1890" y="318"/>
                    </a:lnTo>
                    <a:lnTo>
                      <a:pt x="1890" y="318"/>
                    </a:lnTo>
                    <a:lnTo>
                      <a:pt x="1891" y="318"/>
                    </a:lnTo>
                    <a:lnTo>
                      <a:pt x="1891" y="318"/>
                    </a:lnTo>
                    <a:lnTo>
                      <a:pt x="1892" y="318"/>
                    </a:lnTo>
                    <a:lnTo>
                      <a:pt x="1892" y="318"/>
                    </a:lnTo>
                    <a:lnTo>
                      <a:pt x="1893" y="318"/>
                    </a:lnTo>
                    <a:lnTo>
                      <a:pt x="1893" y="318"/>
                    </a:lnTo>
                    <a:lnTo>
                      <a:pt x="1894" y="318"/>
                    </a:lnTo>
                    <a:lnTo>
                      <a:pt x="1894" y="318"/>
                    </a:lnTo>
                    <a:lnTo>
                      <a:pt x="1895" y="318"/>
                    </a:lnTo>
                    <a:lnTo>
                      <a:pt x="1896" y="318"/>
                    </a:lnTo>
                    <a:lnTo>
                      <a:pt x="1896" y="318"/>
                    </a:lnTo>
                    <a:lnTo>
                      <a:pt x="1897" y="318"/>
                    </a:lnTo>
                    <a:lnTo>
                      <a:pt x="1897" y="318"/>
                    </a:lnTo>
                    <a:lnTo>
                      <a:pt x="1898" y="318"/>
                    </a:lnTo>
                    <a:lnTo>
                      <a:pt x="1899" y="318"/>
                    </a:lnTo>
                    <a:lnTo>
                      <a:pt x="1899" y="317"/>
                    </a:lnTo>
                    <a:lnTo>
                      <a:pt x="1900" y="317"/>
                    </a:lnTo>
                    <a:lnTo>
                      <a:pt x="1900" y="317"/>
                    </a:lnTo>
                    <a:lnTo>
                      <a:pt x="1901" y="317"/>
                    </a:lnTo>
                    <a:lnTo>
                      <a:pt x="1902" y="317"/>
                    </a:lnTo>
                    <a:lnTo>
                      <a:pt x="1902" y="317"/>
                    </a:lnTo>
                    <a:lnTo>
                      <a:pt x="1903" y="317"/>
                    </a:lnTo>
                    <a:lnTo>
                      <a:pt x="1904" y="317"/>
                    </a:lnTo>
                    <a:lnTo>
                      <a:pt x="1904" y="317"/>
                    </a:lnTo>
                    <a:lnTo>
                      <a:pt x="1905" y="317"/>
                    </a:lnTo>
                    <a:lnTo>
                      <a:pt x="1905" y="317"/>
                    </a:lnTo>
                    <a:lnTo>
                      <a:pt x="1906" y="317"/>
                    </a:lnTo>
                    <a:lnTo>
                      <a:pt x="1906" y="316"/>
                    </a:lnTo>
                    <a:lnTo>
                      <a:pt x="1907" y="316"/>
                    </a:lnTo>
                    <a:lnTo>
                      <a:pt x="1907" y="316"/>
                    </a:lnTo>
                    <a:lnTo>
                      <a:pt x="1908" y="316"/>
                    </a:lnTo>
                    <a:lnTo>
                      <a:pt x="1908" y="316"/>
                    </a:lnTo>
                    <a:lnTo>
                      <a:pt x="1909" y="316"/>
                    </a:lnTo>
                    <a:lnTo>
                      <a:pt x="1910" y="315"/>
                    </a:lnTo>
                    <a:lnTo>
                      <a:pt x="1910" y="315"/>
                    </a:lnTo>
                    <a:lnTo>
                      <a:pt x="1911" y="315"/>
                    </a:lnTo>
                    <a:lnTo>
                      <a:pt x="1911" y="315"/>
                    </a:lnTo>
                    <a:lnTo>
                      <a:pt x="1912" y="315"/>
                    </a:lnTo>
                    <a:lnTo>
                      <a:pt x="1913" y="315"/>
                    </a:lnTo>
                    <a:lnTo>
                      <a:pt x="1913" y="315"/>
                    </a:lnTo>
                    <a:lnTo>
                      <a:pt x="1914" y="315"/>
                    </a:lnTo>
                    <a:lnTo>
                      <a:pt x="1914" y="315"/>
                    </a:lnTo>
                    <a:lnTo>
                      <a:pt x="1915" y="314"/>
                    </a:lnTo>
                    <a:lnTo>
                      <a:pt x="1916" y="314"/>
                    </a:lnTo>
                    <a:lnTo>
                      <a:pt x="1916" y="314"/>
                    </a:lnTo>
                    <a:lnTo>
                      <a:pt x="1917" y="314"/>
                    </a:lnTo>
                    <a:lnTo>
                      <a:pt x="1917" y="314"/>
                    </a:lnTo>
                    <a:lnTo>
                      <a:pt x="1918" y="314"/>
                    </a:lnTo>
                    <a:lnTo>
                      <a:pt x="1919" y="314"/>
                    </a:lnTo>
                    <a:lnTo>
                      <a:pt x="1919" y="314"/>
                    </a:lnTo>
                    <a:lnTo>
                      <a:pt x="1920" y="314"/>
                    </a:lnTo>
                    <a:lnTo>
                      <a:pt x="1920" y="314"/>
                    </a:lnTo>
                    <a:lnTo>
                      <a:pt x="1921" y="313"/>
                    </a:lnTo>
                    <a:lnTo>
                      <a:pt x="1921" y="313"/>
                    </a:lnTo>
                    <a:lnTo>
                      <a:pt x="1922" y="313"/>
                    </a:lnTo>
                    <a:lnTo>
                      <a:pt x="1923" y="313"/>
                    </a:lnTo>
                    <a:lnTo>
                      <a:pt x="1923" y="313"/>
                    </a:lnTo>
                    <a:lnTo>
                      <a:pt x="1924" y="313"/>
                    </a:lnTo>
                    <a:lnTo>
                      <a:pt x="1924" y="313"/>
                    </a:lnTo>
                    <a:lnTo>
                      <a:pt x="1925" y="313"/>
                    </a:lnTo>
                    <a:lnTo>
                      <a:pt x="1925" y="313"/>
                    </a:lnTo>
                    <a:lnTo>
                      <a:pt x="1926" y="313"/>
                    </a:lnTo>
                    <a:lnTo>
                      <a:pt x="1926" y="313"/>
                    </a:lnTo>
                    <a:lnTo>
                      <a:pt x="1927" y="313"/>
                    </a:lnTo>
                    <a:lnTo>
                      <a:pt x="1928" y="313"/>
                    </a:lnTo>
                    <a:lnTo>
                      <a:pt x="1928" y="312"/>
                    </a:lnTo>
                    <a:lnTo>
                      <a:pt x="1929" y="312"/>
                    </a:lnTo>
                    <a:lnTo>
                      <a:pt x="1929" y="312"/>
                    </a:lnTo>
                    <a:lnTo>
                      <a:pt x="1930" y="312"/>
                    </a:lnTo>
                    <a:lnTo>
                      <a:pt x="1931" y="312"/>
                    </a:lnTo>
                    <a:lnTo>
                      <a:pt x="1931" y="312"/>
                    </a:lnTo>
                    <a:lnTo>
                      <a:pt x="1932" y="312"/>
                    </a:lnTo>
                    <a:lnTo>
                      <a:pt x="1932" y="312"/>
                    </a:lnTo>
                    <a:lnTo>
                      <a:pt x="1933" y="312"/>
                    </a:lnTo>
                    <a:lnTo>
                      <a:pt x="1934" y="312"/>
                    </a:lnTo>
                    <a:lnTo>
                      <a:pt x="1934" y="312"/>
                    </a:lnTo>
                    <a:lnTo>
                      <a:pt x="1935" y="312"/>
                    </a:lnTo>
                    <a:lnTo>
                      <a:pt x="1935" y="312"/>
                    </a:lnTo>
                    <a:lnTo>
                      <a:pt x="1936" y="312"/>
                    </a:lnTo>
                    <a:lnTo>
                      <a:pt x="1937" y="312"/>
                    </a:lnTo>
                    <a:lnTo>
                      <a:pt x="1937" y="312"/>
                    </a:lnTo>
                    <a:lnTo>
                      <a:pt x="1938" y="312"/>
                    </a:lnTo>
                    <a:lnTo>
                      <a:pt x="1938" y="312"/>
                    </a:lnTo>
                    <a:lnTo>
                      <a:pt x="1939" y="312"/>
                    </a:lnTo>
                    <a:lnTo>
                      <a:pt x="1939" y="312"/>
                    </a:lnTo>
                    <a:lnTo>
                      <a:pt x="1940" y="312"/>
                    </a:lnTo>
                    <a:lnTo>
                      <a:pt x="1940" y="312"/>
                    </a:lnTo>
                    <a:lnTo>
                      <a:pt x="1941" y="312"/>
                    </a:lnTo>
                    <a:lnTo>
                      <a:pt x="1941" y="312"/>
                    </a:lnTo>
                    <a:lnTo>
                      <a:pt x="1942" y="312"/>
                    </a:lnTo>
                    <a:lnTo>
                      <a:pt x="1943" y="312"/>
                    </a:lnTo>
                    <a:lnTo>
                      <a:pt x="1943" y="312"/>
                    </a:lnTo>
                    <a:lnTo>
                      <a:pt x="1944" y="312"/>
                    </a:lnTo>
                    <a:lnTo>
                      <a:pt x="1944" y="312"/>
                    </a:lnTo>
                    <a:lnTo>
                      <a:pt x="1945" y="312"/>
                    </a:lnTo>
                    <a:lnTo>
                      <a:pt x="1946" y="312"/>
                    </a:lnTo>
                    <a:lnTo>
                      <a:pt x="1946" y="312"/>
                    </a:lnTo>
                    <a:lnTo>
                      <a:pt x="1947" y="312"/>
                    </a:lnTo>
                    <a:lnTo>
                      <a:pt x="1947" y="312"/>
                    </a:lnTo>
                    <a:lnTo>
                      <a:pt x="1948" y="312"/>
                    </a:lnTo>
                    <a:lnTo>
                      <a:pt x="1949" y="312"/>
                    </a:lnTo>
                    <a:lnTo>
                      <a:pt x="1949" y="311"/>
                    </a:lnTo>
                    <a:lnTo>
                      <a:pt x="1950" y="311"/>
                    </a:lnTo>
                    <a:lnTo>
                      <a:pt x="1950" y="311"/>
                    </a:lnTo>
                    <a:lnTo>
                      <a:pt x="1951" y="311"/>
                    </a:lnTo>
                    <a:lnTo>
                      <a:pt x="1952" y="311"/>
                    </a:lnTo>
                    <a:lnTo>
                      <a:pt x="1952" y="311"/>
                    </a:lnTo>
                    <a:lnTo>
                      <a:pt x="1953" y="311"/>
                    </a:lnTo>
                    <a:lnTo>
                      <a:pt x="1953" y="311"/>
                    </a:lnTo>
                    <a:lnTo>
                      <a:pt x="1954" y="311"/>
                    </a:lnTo>
                    <a:lnTo>
                      <a:pt x="1954" y="311"/>
                    </a:lnTo>
                    <a:lnTo>
                      <a:pt x="1955" y="311"/>
                    </a:lnTo>
                    <a:lnTo>
                      <a:pt x="1955" y="311"/>
                    </a:lnTo>
                    <a:lnTo>
                      <a:pt x="1956" y="311"/>
                    </a:lnTo>
                    <a:lnTo>
                      <a:pt x="1957" y="311"/>
                    </a:lnTo>
                    <a:lnTo>
                      <a:pt x="1957" y="311"/>
                    </a:lnTo>
                    <a:lnTo>
                      <a:pt x="1958" y="311"/>
                    </a:lnTo>
                    <a:lnTo>
                      <a:pt x="1958" y="311"/>
                    </a:lnTo>
                    <a:lnTo>
                      <a:pt x="1959" y="311"/>
                    </a:lnTo>
                    <a:lnTo>
                      <a:pt x="1959" y="311"/>
                    </a:lnTo>
                    <a:lnTo>
                      <a:pt x="1960" y="311"/>
                    </a:lnTo>
                    <a:lnTo>
                      <a:pt x="1961" y="311"/>
                    </a:lnTo>
                    <a:lnTo>
                      <a:pt x="1961" y="310"/>
                    </a:lnTo>
                    <a:lnTo>
                      <a:pt x="1962" y="310"/>
                    </a:lnTo>
                    <a:lnTo>
                      <a:pt x="1962" y="310"/>
                    </a:lnTo>
                    <a:lnTo>
                      <a:pt x="1963" y="310"/>
                    </a:lnTo>
                    <a:lnTo>
                      <a:pt x="1964" y="310"/>
                    </a:lnTo>
                    <a:lnTo>
                      <a:pt x="1964" y="310"/>
                    </a:lnTo>
                    <a:lnTo>
                      <a:pt x="1965" y="310"/>
                    </a:lnTo>
                    <a:lnTo>
                      <a:pt x="1965" y="309"/>
                    </a:lnTo>
                    <a:lnTo>
                      <a:pt x="1966" y="309"/>
                    </a:lnTo>
                    <a:lnTo>
                      <a:pt x="1967" y="309"/>
                    </a:lnTo>
                    <a:lnTo>
                      <a:pt x="1967" y="308"/>
                    </a:lnTo>
                    <a:lnTo>
                      <a:pt x="1968" y="308"/>
                    </a:lnTo>
                    <a:lnTo>
                      <a:pt x="1968" y="308"/>
                    </a:lnTo>
                    <a:lnTo>
                      <a:pt x="1969" y="307"/>
                    </a:lnTo>
                    <a:lnTo>
                      <a:pt x="1970" y="307"/>
                    </a:lnTo>
                    <a:lnTo>
                      <a:pt x="1970" y="306"/>
                    </a:lnTo>
                    <a:lnTo>
                      <a:pt x="1971" y="306"/>
                    </a:lnTo>
                    <a:lnTo>
                      <a:pt x="1971" y="305"/>
                    </a:lnTo>
                    <a:lnTo>
                      <a:pt x="1972" y="305"/>
                    </a:lnTo>
                    <a:lnTo>
                      <a:pt x="1972" y="304"/>
                    </a:lnTo>
                    <a:lnTo>
                      <a:pt x="1973" y="303"/>
                    </a:lnTo>
                    <a:lnTo>
                      <a:pt x="1973" y="303"/>
                    </a:lnTo>
                    <a:lnTo>
                      <a:pt x="1974" y="302"/>
                    </a:lnTo>
                    <a:lnTo>
                      <a:pt x="1975" y="302"/>
                    </a:lnTo>
                    <a:lnTo>
                      <a:pt x="1975" y="301"/>
                    </a:lnTo>
                    <a:lnTo>
                      <a:pt x="1976" y="300"/>
                    </a:lnTo>
                    <a:lnTo>
                      <a:pt x="1976" y="300"/>
                    </a:lnTo>
                    <a:lnTo>
                      <a:pt x="1977" y="299"/>
                    </a:lnTo>
                    <a:lnTo>
                      <a:pt x="1978" y="299"/>
                    </a:lnTo>
                    <a:lnTo>
                      <a:pt x="1978" y="298"/>
                    </a:lnTo>
                    <a:lnTo>
                      <a:pt x="1979" y="297"/>
                    </a:lnTo>
                    <a:lnTo>
                      <a:pt x="1979" y="297"/>
                    </a:lnTo>
                    <a:lnTo>
                      <a:pt x="1980" y="296"/>
                    </a:lnTo>
                    <a:lnTo>
                      <a:pt x="1981" y="296"/>
                    </a:lnTo>
                    <a:lnTo>
                      <a:pt x="1981" y="295"/>
                    </a:lnTo>
                    <a:lnTo>
                      <a:pt x="1982" y="294"/>
                    </a:lnTo>
                    <a:lnTo>
                      <a:pt x="1982" y="294"/>
                    </a:lnTo>
                    <a:lnTo>
                      <a:pt x="1983" y="293"/>
                    </a:lnTo>
                    <a:lnTo>
                      <a:pt x="1984" y="293"/>
                    </a:lnTo>
                    <a:lnTo>
                      <a:pt x="1984" y="292"/>
                    </a:lnTo>
                    <a:lnTo>
                      <a:pt x="1985" y="292"/>
                    </a:lnTo>
                    <a:lnTo>
                      <a:pt x="1985" y="292"/>
                    </a:lnTo>
                    <a:lnTo>
                      <a:pt x="1986" y="291"/>
                    </a:lnTo>
                    <a:lnTo>
                      <a:pt x="1986" y="291"/>
                    </a:lnTo>
                    <a:lnTo>
                      <a:pt x="1987" y="291"/>
                    </a:lnTo>
                    <a:lnTo>
                      <a:pt x="1987" y="291"/>
                    </a:lnTo>
                    <a:lnTo>
                      <a:pt x="1988" y="290"/>
                    </a:lnTo>
                    <a:lnTo>
                      <a:pt x="1988" y="290"/>
                    </a:lnTo>
                    <a:lnTo>
                      <a:pt x="1989" y="290"/>
                    </a:lnTo>
                    <a:lnTo>
                      <a:pt x="1990" y="290"/>
                    </a:lnTo>
                    <a:lnTo>
                      <a:pt x="1990" y="290"/>
                    </a:lnTo>
                    <a:lnTo>
                      <a:pt x="1991" y="290"/>
                    </a:lnTo>
                    <a:lnTo>
                      <a:pt x="1991" y="290"/>
                    </a:lnTo>
                    <a:lnTo>
                      <a:pt x="1992" y="290"/>
                    </a:lnTo>
                    <a:lnTo>
                      <a:pt x="1993" y="290"/>
                    </a:lnTo>
                    <a:lnTo>
                      <a:pt x="1993" y="290"/>
                    </a:lnTo>
                    <a:lnTo>
                      <a:pt x="1994" y="289"/>
                    </a:lnTo>
                    <a:lnTo>
                      <a:pt x="1994" y="289"/>
                    </a:lnTo>
                    <a:lnTo>
                      <a:pt x="1995" y="289"/>
                    </a:lnTo>
                    <a:lnTo>
                      <a:pt x="1996" y="289"/>
                    </a:lnTo>
                    <a:lnTo>
                      <a:pt x="1996" y="289"/>
                    </a:lnTo>
                    <a:lnTo>
                      <a:pt x="1997" y="289"/>
                    </a:lnTo>
                    <a:lnTo>
                      <a:pt x="1997" y="289"/>
                    </a:lnTo>
                    <a:lnTo>
                      <a:pt x="1998" y="289"/>
                    </a:lnTo>
                    <a:lnTo>
                      <a:pt x="1999" y="289"/>
                    </a:lnTo>
                    <a:lnTo>
                      <a:pt x="1999" y="289"/>
                    </a:lnTo>
                    <a:lnTo>
                      <a:pt x="2000" y="289"/>
                    </a:lnTo>
                    <a:lnTo>
                      <a:pt x="2000" y="289"/>
                    </a:lnTo>
                    <a:lnTo>
                      <a:pt x="2001" y="289"/>
                    </a:lnTo>
                    <a:lnTo>
                      <a:pt x="2001" y="289"/>
                    </a:lnTo>
                    <a:lnTo>
                      <a:pt x="2002" y="289"/>
                    </a:lnTo>
                    <a:lnTo>
                      <a:pt x="2002" y="289"/>
                    </a:lnTo>
                    <a:lnTo>
                      <a:pt x="2003" y="288"/>
                    </a:lnTo>
                    <a:lnTo>
                      <a:pt x="2004" y="288"/>
                    </a:lnTo>
                    <a:lnTo>
                      <a:pt x="2004" y="288"/>
                    </a:lnTo>
                    <a:lnTo>
                      <a:pt x="2005" y="288"/>
                    </a:lnTo>
                    <a:lnTo>
                      <a:pt x="2005" y="288"/>
                    </a:lnTo>
                    <a:lnTo>
                      <a:pt x="2006" y="288"/>
                    </a:lnTo>
                    <a:lnTo>
                      <a:pt x="2006" y="288"/>
                    </a:lnTo>
                    <a:lnTo>
                      <a:pt x="2007" y="288"/>
                    </a:lnTo>
                    <a:lnTo>
                      <a:pt x="2008" y="288"/>
                    </a:lnTo>
                    <a:lnTo>
                      <a:pt x="2008" y="288"/>
                    </a:lnTo>
                    <a:lnTo>
                      <a:pt x="2009" y="288"/>
                    </a:lnTo>
                    <a:lnTo>
                      <a:pt x="2009" y="288"/>
                    </a:lnTo>
                    <a:lnTo>
                      <a:pt x="2010" y="288"/>
                    </a:lnTo>
                    <a:lnTo>
                      <a:pt x="2011" y="288"/>
                    </a:lnTo>
                    <a:lnTo>
                      <a:pt x="2011" y="288"/>
                    </a:lnTo>
                    <a:lnTo>
                      <a:pt x="2012" y="288"/>
                    </a:lnTo>
                    <a:lnTo>
                      <a:pt x="2012" y="288"/>
                    </a:lnTo>
                    <a:lnTo>
                      <a:pt x="2013" y="288"/>
                    </a:lnTo>
                    <a:lnTo>
                      <a:pt x="2014" y="288"/>
                    </a:lnTo>
                    <a:lnTo>
                      <a:pt x="2014" y="288"/>
                    </a:lnTo>
                    <a:lnTo>
                      <a:pt x="2015" y="288"/>
                    </a:lnTo>
                    <a:lnTo>
                      <a:pt x="2015" y="288"/>
                    </a:lnTo>
                    <a:lnTo>
                      <a:pt x="2016" y="288"/>
                    </a:lnTo>
                    <a:lnTo>
                      <a:pt x="2016" y="288"/>
                    </a:lnTo>
                    <a:lnTo>
                      <a:pt x="2017" y="288"/>
                    </a:lnTo>
                    <a:lnTo>
                      <a:pt x="2018" y="288"/>
                    </a:lnTo>
                    <a:lnTo>
                      <a:pt x="2018" y="288"/>
                    </a:lnTo>
                    <a:lnTo>
                      <a:pt x="2019" y="288"/>
                    </a:lnTo>
                    <a:lnTo>
                      <a:pt x="2019" y="288"/>
                    </a:lnTo>
                    <a:lnTo>
                      <a:pt x="2020" y="288"/>
                    </a:lnTo>
                    <a:lnTo>
                      <a:pt x="2020" y="288"/>
                    </a:lnTo>
                    <a:lnTo>
                      <a:pt x="2021" y="288"/>
                    </a:lnTo>
                    <a:lnTo>
                      <a:pt x="2021" y="287"/>
                    </a:lnTo>
                    <a:lnTo>
                      <a:pt x="2022" y="287"/>
                    </a:lnTo>
                    <a:lnTo>
                      <a:pt x="2023" y="287"/>
                    </a:lnTo>
                    <a:lnTo>
                      <a:pt x="2023" y="287"/>
                    </a:lnTo>
                    <a:lnTo>
                      <a:pt x="2024" y="287"/>
                    </a:lnTo>
                    <a:lnTo>
                      <a:pt x="2024" y="287"/>
                    </a:lnTo>
                    <a:lnTo>
                      <a:pt x="2025" y="287"/>
                    </a:lnTo>
                    <a:lnTo>
                      <a:pt x="2026" y="287"/>
                    </a:lnTo>
                    <a:lnTo>
                      <a:pt x="2026" y="287"/>
                    </a:lnTo>
                    <a:lnTo>
                      <a:pt x="2027" y="287"/>
                    </a:lnTo>
                    <a:lnTo>
                      <a:pt x="2027" y="287"/>
                    </a:lnTo>
                    <a:lnTo>
                      <a:pt x="2028" y="287"/>
                    </a:lnTo>
                    <a:lnTo>
                      <a:pt x="2029" y="287"/>
                    </a:lnTo>
                    <a:lnTo>
                      <a:pt x="2029" y="287"/>
                    </a:lnTo>
                    <a:lnTo>
                      <a:pt x="2030" y="287"/>
                    </a:lnTo>
                    <a:lnTo>
                      <a:pt x="2030" y="287"/>
                    </a:lnTo>
                    <a:lnTo>
                      <a:pt x="2031" y="287"/>
                    </a:lnTo>
                    <a:lnTo>
                      <a:pt x="2032" y="287"/>
                    </a:lnTo>
                    <a:lnTo>
                      <a:pt x="2032" y="286"/>
                    </a:lnTo>
                    <a:lnTo>
                      <a:pt x="2033" y="286"/>
                    </a:lnTo>
                    <a:lnTo>
                      <a:pt x="2033" y="286"/>
                    </a:lnTo>
                    <a:lnTo>
                      <a:pt x="2034" y="286"/>
                    </a:lnTo>
                    <a:lnTo>
                      <a:pt x="2034" y="286"/>
                    </a:lnTo>
                    <a:lnTo>
                      <a:pt x="2035" y="286"/>
                    </a:lnTo>
                    <a:lnTo>
                      <a:pt x="2035" y="286"/>
                    </a:lnTo>
                    <a:lnTo>
                      <a:pt x="2036" y="286"/>
                    </a:lnTo>
                    <a:lnTo>
                      <a:pt x="2037" y="286"/>
                    </a:lnTo>
                    <a:lnTo>
                      <a:pt x="2037" y="285"/>
                    </a:lnTo>
                    <a:lnTo>
                      <a:pt x="2038" y="285"/>
                    </a:lnTo>
                    <a:lnTo>
                      <a:pt x="2038" y="285"/>
                    </a:lnTo>
                    <a:lnTo>
                      <a:pt x="2039" y="285"/>
                    </a:lnTo>
                    <a:lnTo>
                      <a:pt x="2040" y="285"/>
                    </a:lnTo>
                    <a:lnTo>
                      <a:pt x="2040" y="285"/>
                    </a:lnTo>
                    <a:lnTo>
                      <a:pt x="2041" y="285"/>
                    </a:lnTo>
                    <a:lnTo>
                      <a:pt x="2041" y="285"/>
                    </a:lnTo>
                    <a:lnTo>
                      <a:pt x="2042" y="285"/>
                    </a:lnTo>
                    <a:lnTo>
                      <a:pt x="2043" y="285"/>
                    </a:lnTo>
                    <a:lnTo>
                      <a:pt x="2043" y="285"/>
                    </a:lnTo>
                    <a:lnTo>
                      <a:pt x="2044" y="285"/>
                    </a:lnTo>
                    <a:lnTo>
                      <a:pt x="2044" y="284"/>
                    </a:lnTo>
                    <a:lnTo>
                      <a:pt x="2045" y="284"/>
                    </a:lnTo>
                    <a:lnTo>
                      <a:pt x="2046" y="284"/>
                    </a:lnTo>
                    <a:lnTo>
                      <a:pt x="2046" y="284"/>
                    </a:lnTo>
                    <a:lnTo>
                      <a:pt x="2047" y="284"/>
                    </a:lnTo>
                    <a:lnTo>
                      <a:pt x="2047" y="284"/>
                    </a:lnTo>
                    <a:lnTo>
                      <a:pt x="2048" y="284"/>
                    </a:lnTo>
                    <a:lnTo>
                      <a:pt x="2048" y="284"/>
                    </a:lnTo>
                    <a:lnTo>
                      <a:pt x="2049" y="283"/>
                    </a:lnTo>
                    <a:lnTo>
                      <a:pt x="2049" y="283"/>
                    </a:lnTo>
                    <a:lnTo>
                      <a:pt x="2050" y="282"/>
                    </a:lnTo>
                    <a:lnTo>
                      <a:pt x="2051" y="281"/>
                    </a:lnTo>
                    <a:lnTo>
                      <a:pt x="2051" y="280"/>
                    </a:lnTo>
                    <a:lnTo>
                      <a:pt x="2052" y="278"/>
                    </a:lnTo>
                    <a:lnTo>
                      <a:pt x="2052" y="276"/>
                    </a:lnTo>
                    <a:lnTo>
                      <a:pt x="2053" y="273"/>
                    </a:lnTo>
                    <a:lnTo>
                      <a:pt x="2053" y="270"/>
                    </a:lnTo>
                    <a:lnTo>
                      <a:pt x="2054" y="267"/>
                    </a:lnTo>
                    <a:lnTo>
                      <a:pt x="2055" y="264"/>
                    </a:lnTo>
                    <a:lnTo>
                      <a:pt x="2055" y="261"/>
                    </a:lnTo>
                    <a:lnTo>
                      <a:pt x="2056" y="258"/>
                    </a:lnTo>
                    <a:lnTo>
                      <a:pt x="2056" y="255"/>
                    </a:lnTo>
                    <a:lnTo>
                      <a:pt x="2057" y="253"/>
                    </a:lnTo>
                    <a:lnTo>
                      <a:pt x="2058" y="250"/>
                    </a:lnTo>
                    <a:lnTo>
                      <a:pt x="2058" y="247"/>
                    </a:lnTo>
                    <a:lnTo>
                      <a:pt x="2059" y="244"/>
                    </a:lnTo>
                    <a:lnTo>
                      <a:pt x="2059" y="240"/>
                    </a:lnTo>
                    <a:lnTo>
                      <a:pt x="2060" y="237"/>
                    </a:lnTo>
                    <a:lnTo>
                      <a:pt x="2061" y="234"/>
                    </a:lnTo>
                    <a:lnTo>
                      <a:pt x="2061" y="231"/>
                    </a:lnTo>
                    <a:lnTo>
                      <a:pt x="2062" y="227"/>
                    </a:lnTo>
                    <a:lnTo>
                      <a:pt x="2062" y="224"/>
                    </a:lnTo>
                    <a:lnTo>
                      <a:pt x="2063" y="221"/>
                    </a:lnTo>
                    <a:lnTo>
                      <a:pt x="2063" y="217"/>
                    </a:lnTo>
                    <a:lnTo>
                      <a:pt x="2064" y="214"/>
                    </a:lnTo>
                    <a:lnTo>
                      <a:pt x="2065" y="211"/>
                    </a:lnTo>
                    <a:lnTo>
                      <a:pt x="2065" y="207"/>
                    </a:lnTo>
                    <a:lnTo>
                      <a:pt x="2066" y="204"/>
                    </a:lnTo>
                    <a:lnTo>
                      <a:pt x="2066" y="201"/>
                    </a:lnTo>
                    <a:lnTo>
                      <a:pt x="2067" y="197"/>
                    </a:lnTo>
                    <a:lnTo>
                      <a:pt x="2067" y="194"/>
                    </a:lnTo>
                    <a:lnTo>
                      <a:pt x="2068" y="191"/>
                    </a:lnTo>
                    <a:lnTo>
                      <a:pt x="2068" y="188"/>
                    </a:lnTo>
                    <a:lnTo>
                      <a:pt x="2069" y="185"/>
                    </a:lnTo>
                    <a:lnTo>
                      <a:pt x="2070" y="183"/>
                    </a:lnTo>
                    <a:lnTo>
                      <a:pt x="2070" y="181"/>
                    </a:lnTo>
                    <a:lnTo>
                      <a:pt x="2071" y="179"/>
                    </a:lnTo>
                    <a:lnTo>
                      <a:pt x="2071" y="178"/>
                    </a:lnTo>
                    <a:lnTo>
                      <a:pt x="2072" y="178"/>
                    </a:lnTo>
                    <a:lnTo>
                      <a:pt x="2073" y="177"/>
                    </a:lnTo>
                    <a:lnTo>
                      <a:pt x="2073" y="176"/>
                    </a:lnTo>
                    <a:lnTo>
                      <a:pt x="2074" y="175"/>
                    </a:lnTo>
                    <a:lnTo>
                      <a:pt x="2074" y="175"/>
                    </a:lnTo>
                    <a:lnTo>
                      <a:pt x="2075" y="175"/>
                    </a:lnTo>
                    <a:lnTo>
                      <a:pt x="2076" y="174"/>
                    </a:lnTo>
                    <a:lnTo>
                      <a:pt x="2076" y="173"/>
                    </a:lnTo>
                    <a:lnTo>
                      <a:pt x="2077" y="173"/>
                    </a:lnTo>
                    <a:lnTo>
                      <a:pt x="2077" y="172"/>
                    </a:lnTo>
                    <a:lnTo>
                      <a:pt x="2078" y="172"/>
                    </a:lnTo>
                    <a:lnTo>
                      <a:pt x="2079" y="171"/>
                    </a:lnTo>
                    <a:lnTo>
                      <a:pt x="2079" y="171"/>
                    </a:lnTo>
                    <a:lnTo>
                      <a:pt x="2080" y="170"/>
                    </a:lnTo>
                    <a:lnTo>
                      <a:pt x="2080" y="170"/>
                    </a:lnTo>
                    <a:lnTo>
                      <a:pt x="2081" y="170"/>
                    </a:lnTo>
                    <a:lnTo>
                      <a:pt x="2081" y="169"/>
                    </a:lnTo>
                    <a:lnTo>
                      <a:pt x="2082" y="169"/>
                    </a:lnTo>
                    <a:lnTo>
                      <a:pt x="2082" y="168"/>
                    </a:lnTo>
                    <a:lnTo>
                      <a:pt x="2083" y="168"/>
                    </a:lnTo>
                    <a:lnTo>
                      <a:pt x="2083" y="167"/>
                    </a:lnTo>
                    <a:lnTo>
                      <a:pt x="2084" y="167"/>
                    </a:lnTo>
                    <a:lnTo>
                      <a:pt x="2085" y="166"/>
                    </a:lnTo>
                    <a:lnTo>
                      <a:pt x="2085" y="166"/>
                    </a:lnTo>
                    <a:lnTo>
                      <a:pt x="2086" y="165"/>
                    </a:lnTo>
                    <a:lnTo>
                      <a:pt x="2086" y="165"/>
                    </a:lnTo>
                    <a:lnTo>
                      <a:pt x="2087" y="164"/>
                    </a:lnTo>
                    <a:lnTo>
                      <a:pt x="2088" y="164"/>
                    </a:lnTo>
                    <a:lnTo>
                      <a:pt x="2088" y="163"/>
                    </a:lnTo>
                    <a:lnTo>
                      <a:pt x="2089" y="163"/>
                    </a:lnTo>
                    <a:lnTo>
                      <a:pt x="2089" y="162"/>
                    </a:lnTo>
                    <a:lnTo>
                      <a:pt x="2090" y="162"/>
                    </a:lnTo>
                    <a:lnTo>
                      <a:pt x="2091" y="161"/>
                    </a:lnTo>
                    <a:lnTo>
                      <a:pt x="2091" y="161"/>
                    </a:lnTo>
                    <a:lnTo>
                      <a:pt x="2092" y="161"/>
                    </a:lnTo>
                    <a:lnTo>
                      <a:pt x="2092" y="160"/>
                    </a:lnTo>
                    <a:lnTo>
                      <a:pt x="2093" y="159"/>
                    </a:lnTo>
                    <a:lnTo>
                      <a:pt x="2094" y="159"/>
                    </a:lnTo>
                    <a:lnTo>
                      <a:pt x="2094" y="159"/>
                    </a:lnTo>
                    <a:lnTo>
                      <a:pt x="2095" y="158"/>
                    </a:lnTo>
                    <a:lnTo>
                      <a:pt x="2095" y="158"/>
                    </a:lnTo>
                    <a:lnTo>
                      <a:pt x="2096" y="158"/>
                    </a:lnTo>
                    <a:lnTo>
                      <a:pt x="2096" y="157"/>
                    </a:lnTo>
                    <a:lnTo>
                      <a:pt x="2097" y="156"/>
                    </a:lnTo>
                    <a:lnTo>
                      <a:pt x="2098" y="156"/>
                    </a:lnTo>
                    <a:lnTo>
                      <a:pt x="2098" y="156"/>
                    </a:lnTo>
                    <a:lnTo>
                      <a:pt x="2099" y="155"/>
                    </a:lnTo>
                    <a:lnTo>
                      <a:pt x="2099" y="155"/>
                    </a:lnTo>
                    <a:lnTo>
                      <a:pt x="2100" y="155"/>
                    </a:lnTo>
                    <a:lnTo>
                      <a:pt x="2100" y="154"/>
                    </a:lnTo>
                    <a:lnTo>
                      <a:pt x="2101" y="154"/>
                    </a:lnTo>
                    <a:lnTo>
                      <a:pt x="2101" y="153"/>
                    </a:lnTo>
                    <a:lnTo>
                      <a:pt x="2102" y="153"/>
                    </a:lnTo>
                    <a:lnTo>
                      <a:pt x="2103" y="153"/>
                    </a:lnTo>
                    <a:lnTo>
                      <a:pt x="2103" y="153"/>
                    </a:lnTo>
                    <a:lnTo>
                      <a:pt x="2104" y="153"/>
                    </a:lnTo>
                    <a:lnTo>
                      <a:pt x="2104" y="152"/>
                    </a:lnTo>
                    <a:lnTo>
                      <a:pt x="2105" y="152"/>
                    </a:lnTo>
                    <a:lnTo>
                      <a:pt x="2106" y="152"/>
                    </a:lnTo>
                    <a:lnTo>
                      <a:pt x="2106" y="152"/>
                    </a:lnTo>
                    <a:lnTo>
                      <a:pt x="2107" y="151"/>
                    </a:lnTo>
                    <a:lnTo>
                      <a:pt x="2107" y="151"/>
                    </a:lnTo>
                    <a:lnTo>
                      <a:pt x="2108" y="151"/>
                    </a:lnTo>
                    <a:lnTo>
                      <a:pt x="2109" y="150"/>
                    </a:lnTo>
                    <a:lnTo>
                      <a:pt x="2109" y="150"/>
                    </a:lnTo>
                    <a:lnTo>
                      <a:pt x="2110" y="149"/>
                    </a:lnTo>
                    <a:lnTo>
                      <a:pt x="2110" y="149"/>
                    </a:lnTo>
                    <a:lnTo>
                      <a:pt x="2111" y="148"/>
                    </a:lnTo>
                    <a:lnTo>
                      <a:pt x="2112" y="148"/>
                    </a:lnTo>
                    <a:lnTo>
                      <a:pt x="2112" y="147"/>
                    </a:lnTo>
                    <a:lnTo>
                      <a:pt x="2113" y="147"/>
                    </a:lnTo>
                    <a:lnTo>
                      <a:pt x="2113" y="146"/>
                    </a:lnTo>
                    <a:lnTo>
                      <a:pt x="2114" y="146"/>
                    </a:lnTo>
                    <a:lnTo>
                      <a:pt x="2114" y="145"/>
                    </a:lnTo>
                    <a:lnTo>
                      <a:pt x="2115" y="144"/>
                    </a:lnTo>
                    <a:lnTo>
                      <a:pt x="2115" y="144"/>
                    </a:lnTo>
                    <a:lnTo>
                      <a:pt x="2116" y="143"/>
                    </a:lnTo>
                    <a:lnTo>
                      <a:pt x="2117" y="143"/>
                    </a:lnTo>
                    <a:lnTo>
                      <a:pt x="2117" y="142"/>
                    </a:lnTo>
                    <a:lnTo>
                      <a:pt x="2118" y="142"/>
                    </a:lnTo>
                    <a:lnTo>
                      <a:pt x="2118" y="141"/>
                    </a:lnTo>
                    <a:lnTo>
                      <a:pt x="2119" y="141"/>
                    </a:lnTo>
                    <a:lnTo>
                      <a:pt x="2120" y="140"/>
                    </a:lnTo>
                    <a:lnTo>
                      <a:pt x="2120" y="140"/>
                    </a:lnTo>
                    <a:lnTo>
                      <a:pt x="2121" y="139"/>
                    </a:lnTo>
                    <a:lnTo>
                      <a:pt x="2121" y="138"/>
                    </a:lnTo>
                    <a:lnTo>
                      <a:pt x="2122" y="138"/>
                    </a:lnTo>
                    <a:lnTo>
                      <a:pt x="2123" y="137"/>
                    </a:lnTo>
                    <a:lnTo>
                      <a:pt x="2123" y="136"/>
                    </a:lnTo>
                    <a:lnTo>
                      <a:pt x="2124" y="135"/>
                    </a:lnTo>
                    <a:lnTo>
                      <a:pt x="2124" y="135"/>
                    </a:lnTo>
                    <a:lnTo>
                      <a:pt x="2125" y="134"/>
                    </a:lnTo>
                    <a:lnTo>
                      <a:pt x="2126" y="134"/>
                    </a:lnTo>
                    <a:lnTo>
                      <a:pt x="2126" y="133"/>
                    </a:lnTo>
                    <a:lnTo>
                      <a:pt x="2127" y="132"/>
                    </a:lnTo>
                    <a:lnTo>
                      <a:pt x="2127" y="131"/>
                    </a:lnTo>
                    <a:lnTo>
                      <a:pt x="2128" y="131"/>
                    </a:lnTo>
                    <a:lnTo>
                      <a:pt x="2128" y="130"/>
                    </a:lnTo>
                    <a:lnTo>
                      <a:pt x="2129" y="129"/>
                    </a:lnTo>
                    <a:lnTo>
                      <a:pt x="2129" y="129"/>
                    </a:lnTo>
                    <a:lnTo>
                      <a:pt x="2130" y="128"/>
                    </a:lnTo>
                    <a:lnTo>
                      <a:pt x="2130" y="128"/>
                    </a:lnTo>
                    <a:lnTo>
                      <a:pt x="2131" y="128"/>
                    </a:lnTo>
                    <a:lnTo>
                      <a:pt x="2132" y="127"/>
                    </a:lnTo>
                    <a:lnTo>
                      <a:pt x="2132" y="126"/>
                    </a:lnTo>
                    <a:lnTo>
                      <a:pt x="2133" y="126"/>
                    </a:lnTo>
                    <a:lnTo>
                      <a:pt x="2133" y="125"/>
                    </a:lnTo>
                    <a:lnTo>
                      <a:pt x="2134" y="125"/>
                    </a:lnTo>
                    <a:lnTo>
                      <a:pt x="2135" y="125"/>
                    </a:lnTo>
                    <a:lnTo>
                      <a:pt x="2135" y="124"/>
                    </a:lnTo>
                    <a:lnTo>
                      <a:pt x="2136" y="123"/>
                    </a:lnTo>
                    <a:lnTo>
                      <a:pt x="2136" y="123"/>
                    </a:lnTo>
                    <a:lnTo>
                      <a:pt x="2137" y="123"/>
                    </a:lnTo>
                    <a:lnTo>
                      <a:pt x="2138" y="122"/>
                    </a:lnTo>
                    <a:lnTo>
                      <a:pt x="2138" y="122"/>
                    </a:lnTo>
                    <a:lnTo>
                      <a:pt x="2139" y="121"/>
                    </a:lnTo>
                    <a:lnTo>
                      <a:pt x="2139" y="121"/>
                    </a:lnTo>
                    <a:lnTo>
                      <a:pt x="2140" y="120"/>
                    </a:lnTo>
                    <a:lnTo>
                      <a:pt x="2141" y="120"/>
                    </a:lnTo>
                    <a:lnTo>
                      <a:pt x="2141" y="119"/>
                    </a:lnTo>
                    <a:lnTo>
                      <a:pt x="2142" y="119"/>
                    </a:lnTo>
                    <a:lnTo>
                      <a:pt x="2142" y="119"/>
                    </a:lnTo>
                    <a:lnTo>
                      <a:pt x="2143" y="119"/>
                    </a:lnTo>
                    <a:lnTo>
                      <a:pt x="2143" y="118"/>
                    </a:lnTo>
                    <a:lnTo>
                      <a:pt x="2144" y="117"/>
                    </a:lnTo>
                    <a:lnTo>
                      <a:pt x="2145" y="117"/>
                    </a:lnTo>
                    <a:lnTo>
                      <a:pt x="2145" y="117"/>
                    </a:lnTo>
                    <a:lnTo>
                      <a:pt x="2146" y="116"/>
                    </a:lnTo>
                    <a:lnTo>
                      <a:pt x="2146" y="116"/>
                    </a:lnTo>
                    <a:lnTo>
                      <a:pt x="2147" y="115"/>
                    </a:lnTo>
                    <a:lnTo>
                      <a:pt x="2147" y="115"/>
                    </a:lnTo>
                    <a:lnTo>
                      <a:pt x="2148" y="115"/>
                    </a:lnTo>
                    <a:lnTo>
                      <a:pt x="2148" y="114"/>
                    </a:lnTo>
                    <a:lnTo>
                      <a:pt x="2149" y="114"/>
                    </a:lnTo>
                    <a:lnTo>
                      <a:pt x="2150" y="114"/>
                    </a:lnTo>
                    <a:lnTo>
                      <a:pt x="2150" y="114"/>
                    </a:lnTo>
                    <a:lnTo>
                      <a:pt x="2151" y="113"/>
                    </a:lnTo>
                    <a:lnTo>
                      <a:pt x="2151" y="113"/>
                    </a:lnTo>
                    <a:lnTo>
                      <a:pt x="2152" y="112"/>
                    </a:lnTo>
                    <a:lnTo>
                      <a:pt x="2153" y="112"/>
                    </a:lnTo>
                    <a:lnTo>
                      <a:pt x="2153" y="112"/>
                    </a:lnTo>
                    <a:lnTo>
                      <a:pt x="2154" y="112"/>
                    </a:lnTo>
                    <a:lnTo>
                      <a:pt x="2154" y="111"/>
                    </a:lnTo>
                    <a:lnTo>
                      <a:pt x="2155" y="111"/>
                    </a:lnTo>
                    <a:lnTo>
                      <a:pt x="2156" y="111"/>
                    </a:lnTo>
                    <a:lnTo>
                      <a:pt x="2156" y="110"/>
                    </a:lnTo>
                    <a:lnTo>
                      <a:pt x="2157" y="110"/>
                    </a:lnTo>
                    <a:lnTo>
                      <a:pt x="2157" y="109"/>
                    </a:lnTo>
                    <a:lnTo>
                      <a:pt x="2158" y="109"/>
                    </a:lnTo>
                    <a:lnTo>
                      <a:pt x="2159" y="109"/>
                    </a:lnTo>
                    <a:lnTo>
                      <a:pt x="2159" y="108"/>
                    </a:lnTo>
                    <a:lnTo>
                      <a:pt x="2160" y="108"/>
                    </a:lnTo>
                    <a:lnTo>
                      <a:pt x="2160" y="108"/>
                    </a:lnTo>
                    <a:lnTo>
                      <a:pt x="2161" y="107"/>
                    </a:lnTo>
                    <a:lnTo>
                      <a:pt x="2161" y="107"/>
                    </a:lnTo>
                    <a:lnTo>
                      <a:pt x="2162" y="106"/>
                    </a:lnTo>
                    <a:lnTo>
                      <a:pt x="2162" y="106"/>
                    </a:lnTo>
                    <a:lnTo>
                      <a:pt x="2163" y="106"/>
                    </a:lnTo>
                    <a:lnTo>
                      <a:pt x="2163" y="106"/>
                    </a:lnTo>
                    <a:lnTo>
                      <a:pt x="2164" y="105"/>
                    </a:lnTo>
                    <a:lnTo>
                      <a:pt x="2165" y="105"/>
                    </a:lnTo>
                    <a:lnTo>
                      <a:pt x="2165" y="105"/>
                    </a:lnTo>
                    <a:lnTo>
                      <a:pt x="2166" y="105"/>
                    </a:lnTo>
                    <a:lnTo>
                      <a:pt x="2166" y="105"/>
                    </a:lnTo>
                    <a:lnTo>
                      <a:pt x="2167" y="104"/>
                    </a:lnTo>
                    <a:lnTo>
                      <a:pt x="2168" y="104"/>
                    </a:lnTo>
                    <a:lnTo>
                      <a:pt x="2168" y="103"/>
                    </a:lnTo>
                    <a:lnTo>
                      <a:pt x="2169" y="103"/>
                    </a:lnTo>
                    <a:lnTo>
                      <a:pt x="2169" y="102"/>
                    </a:lnTo>
                    <a:lnTo>
                      <a:pt x="2170" y="102"/>
                    </a:lnTo>
                    <a:lnTo>
                      <a:pt x="2171" y="101"/>
                    </a:lnTo>
                    <a:lnTo>
                      <a:pt x="2171" y="101"/>
                    </a:lnTo>
                    <a:lnTo>
                      <a:pt x="2172" y="100"/>
                    </a:lnTo>
                    <a:lnTo>
                      <a:pt x="2172" y="100"/>
                    </a:lnTo>
                    <a:lnTo>
                      <a:pt x="2173" y="99"/>
                    </a:lnTo>
                    <a:lnTo>
                      <a:pt x="2174" y="99"/>
                    </a:lnTo>
                    <a:lnTo>
                      <a:pt x="2174" y="99"/>
                    </a:lnTo>
                    <a:lnTo>
                      <a:pt x="2175" y="98"/>
                    </a:lnTo>
                    <a:lnTo>
                      <a:pt x="2175" y="97"/>
                    </a:lnTo>
                    <a:lnTo>
                      <a:pt x="2176" y="97"/>
                    </a:lnTo>
                    <a:lnTo>
                      <a:pt x="2176" y="97"/>
                    </a:lnTo>
                    <a:lnTo>
                      <a:pt x="2177" y="96"/>
                    </a:lnTo>
                    <a:lnTo>
                      <a:pt x="2177" y="96"/>
                    </a:lnTo>
                    <a:lnTo>
                      <a:pt x="2178" y="95"/>
                    </a:lnTo>
                    <a:lnTo>
                      <a:pt x="2179" y="94"/>
                    </a:lnTo>
                    <a:lnTo>
                      <a:pt x="2179" y="94"/>
                    </a:lnTo>
                    <a:lnTo>
                      <a:pt x="2180" y="94"/>
                    </a:lnTo>
                    <a:lnTo>
                      <a:pt x="2180" y="93"/>
                    </a:lnTo>
                    <a:lnTo>
                      <a:pt x="2181" y="93"/>
                    </a:lnTo>
                    <a:lnTo>
                      <a:pt x="2182" y="92"/>
                    </a:lnTo>
                    <a:lnTo>
                      <a:pt x="2182" y="91"/>
                    </a:lnTo>
                    <a:lnTo>
                      <a:pt x="2183" y="91"/>
                    </a:lnTo>
                    <a:lnTo>
                      <a:pt x="2183" y="90"/>
                    </a:lnTo>
                    <a:lnTo>
                      <a:pt x="2184" y="89"/>
                    </a:lnTo>
                    <a:lnTo>
                      <a:pt x="2185" y="88"/>
                    </a:lnTo>
                    <a:lnTo>
                      <a:pt x="2185" y="88"/>
                    </a:lnTo>
                    <a:lnTo>
                      <a:pt x="2186" y="87"/>
                    </a:lnTo>
                    <a:lnTo>
                      <a:pt x="2186" y="87"/>
                    </a:lnTo>
                    <a:lnTo>
                      <a:pt x="2187" y="86"/>
                    </a:lnTo>
                    <a:lnTo>
                      <a:pt x="2188" y="86"/>
                    </a:lnTo>
                    <a:lnTo>
                      <a:pt x="2188" y="85"/>
                    </a:lnTo>
                    <a:lnTo>
                      <a:pt x="2189" y="85"/>
                    </a:lnTo>
                    <a:lnTo>
                      <a:pt x="2189" y="84"/>
                    </a:lnTo>
                    <a:lnTo>
                      <a:pt x="2190" y="84"/>
                    </a:lnTo>
                    <a:lnTo>
                      <a:pt x="2190" y="84"/>
                    </a:lnTo>
                    <a:lnTo>
                      <a:pt x="2191" y="83"/>
                    </a:lnTo>
                    <a:lnTo>
                      <a:pt x="2192" y="82"/>
                    </a:lnTo>
                    <a:lnTo>
                      <a:pt x="2192" y="82"/>
                    </a:lnTo>
                    <a:lnTo>
                      <a:pt x="2193" y="81"/>
                    </a:lnTo>
                    <a:lnTo>
                      <a:pt x="2193" y="81"/>
                    </a:lnTo>
                    <a:lnTo>
                      <a:pt x="2194" y="80"/>
                    </a:lnTo>
                    <a:lnTo>
                      <a:pt x="2194" y="80"/>
                    </a:lnTo>
                    <a:lnTo>
                      <a:pt x="2195" y="79"/>
                    </a:lnTo>
                    <a:lnTo>
                      <a:pt x="2195" y="79"/>
                    </a:lnTo>
                    <a:lnTo>
                      <a:pt x="2196" y="79"/>
                    </a:lnTo>
                    <a:lnTo>
                      <a:pt x="2197" y="78"/>
                    </a:lnTo>
                    <a:lnTo>
                      <a:pt x="2197" y="78"/>
                    </a:lnTo>
                    <a:lnTo>
                      <a:pt x="2198" y="78"/>
                    </a:lnTo>
                    <a:lnTo>
                      <a:pt x="2198" y="77"/>
                    </a:lnTo>
                    <a:lnTo>
                      <a:pt x="2199" y="76"/>
                    </a:lnTo>
                    <a:lnTo>
                      <a:pt x="2200" y="76"/>
                    </a:lnTo>
                    <a:lnTo>
                      <a:pt x="2200" y="76"/>
                    </a:lnTo>
                    <a:lnTo>
                      <a:pt x="2201" y="76"/>
                    </a:lnTo>
                    <a:lnTo>
                      <a:pt x="2201" y="75"/>
                    </a:lnTo>
                    <a:lnTo>
                      <a:pt x="2202" y="75"/>
                    </a:lnTo>
                    <a:lnTo>
                      <a:pt x="2203" y="75"/>
                    </a:lnTo>
                    <a:lnTo>
                      <a:pt x="2203" y="75"/>
                    </a:lnTo>
                    <a:lnTo>
                      <a:pt x="2204" y="75"/>
                    </a:lnTo>
                    <a:lnTo>
                      <a:pt x="2204" y="75"/>
                    </a:lnTo>
                    <a:lnTo>
                      <a:pt x="2205" y="74"/>
                    </a:lnTo>
                    <a:lnTo>
                      <a:pt x="2206" y="74"/>
                    </a:lnTo>
                    <a:lnTo>
                      <a:pt x="2206" y="74"/>
                    </a:lnTo>
                    <a:lnTo>
                      <a:pt x="2207" y="74"/>
                    </a:lnTo>
                    <a:lnTo>
                      <a:pt x="2207" y="73"/>
                    </a:lnTo>
                    <a:lnTo>
                      <a:pt x="2208" y="73"/>
                    </a:lnTo>
                    <a:lnTo>
                      <a:pt x="2208" y="73"/>
                    </a:lnTo>
                    <a:lnTo>
                      <a:pt x="2209" y="73"/>
                    </a:lnTo>
                    <a:lnTo>
                      <a:pt x="2209" y="73"/>
                    </a:lnTo>
                    <a:lnTo>
                      <a:pt x="2210" y="73"/>
                    </a:lnTo>
                    <a:lnTo>
                      <a:pt x="2210" y="72"/>
                    </a:lnTo>
                    <a:lnTo>
                      <a:pt x="2211" y="72"/>
                    </a:lnTo>
                    <a:lnTo>
                      <a:pt x="2212" y="72"/>
                    </a:lnTo>
                    <a:lnTo>
                      <a:pt x="2212" y="72"/>
                    </a:lnTo>
                    <a:lnTo>
                      <a:pt x="2213" y="71"/>
                    </a:lnTo>
                    <a:lnTo>
                      <a:pt x="2213" y="71"/>
                    </a:lnTo>
                    <a:lnTo>
                      <a:pt x="2214" y="70"/>
                    </a:lnTo>
                    <a:lnTo>
                      <a:pt x="2215" y="70"/>
                    </a:lnTo>
                    <a:lnTo>
                      <a:pt x="2215" y="70"/>
                    </a:lnTo>
                    <a:lnTo>
                      <a:pt x="2216" y="69"/>
                    </a:lnTo>
                    <a:lnTo>
                      <a:pt x="2216" y="69"/>
                    </a:lnTo>
                    <a:lnTo>
                      <a:pt x="2217" y="68"/>
                    </a:lnTo>
                    <a:lnTo>
                      <a:pt x="2218" y="68"/>
                    </a:lnTo>
                    <a:lnTo>
                      <a:pt x="2218" y="67"/>
                    </a:lnTo>
                    <a:lnTo>
                      <a:pt x="2219" y="67"/>
                    </a:lnTo>
                    <a:lnTo>
                      <a:pt x="2219" y="66"/>
                    </a:lnTo>
                    <a:lnTo>
                      <a:pt x="2220" y="66"/>
                    </a:lnTo>
                    <a:lnTo>
                      <a:pt x="2221" y="65"/>
                    </a:lnTo>
                    <a:lnTo>
                      <a:pt x="2221" y="64"/>
                    </a:lnTo>
                    <a:lnTo>
                      <a:pt x="2222" y="64"/>
                    </a:lnTo>
                    <a:lnTo>
                      <a:pt x="2222" y="63"/>
                    </a:lnTo>
                    <a:lnTo>
                      <a:pt x="2223" y="62"/>
                    </a:lnTo>
                    <a:lnTo>
                      <a:pt x="2223" y="62"/>
                    </a:lnTo>
                    <a:lnTo>
                      <a:pt x="2224" y="61"/>
                    </a:lnTo>
                    <a:lnTo>
                      <a:pt x="2224" y="61"/>
                    </a:lnTo>
                    <a:lnTo>
                      <a:pt x="2225" y="60"/>
                    </a:lnTo>
                    <a:lnTo>
                      <a:pt x="2226" y="60"/>
                    </a:lnTo>
                    <a:lnTo>
                      <a:pt x="2226" y="59"/>
                    </a:lnTo>
                    <a:lnTo>
                      <a:pt x="2227" y="59"/>
                    </a:lnTo>
                    <a:lnTo>
                      <a:pt x="2227" y="58"/>
                    </a:lnTo>
                    <a:lnTo>
                      <a:pt x="2228" y="58"/>
                    </a:lnTo>
                    <a:lnTo>
                      <a:pt x="2228" y="57"/>
                    </a:lnTo>
                    <a:lnTo>
                      <a:pt x="2229" y="57"/>
                    </a:lnTo>
                    <a:lnTo>
                      <a:pt x="2230" y="56"/>
                    </a:lnTo>
                    <a:lnTo>
                      <a:pt x="2230" y="56"/>
                    </a:lnTo>
                    <a:lnTo>
                      <a:pt x="2231" y="56"/>
                    </a:lnTo>
                    <a:lnTo>
                      <a:pt x="2231" y="55"/>
                    </a:lnTo>
                    <a:lnTo>
                      <a:pt x="2232" y="55"/>
                    </a:lnTo>
                    <a:lnTo>
                      <a:pt x="2233" y="54"/>
                    </a:lnTo>
                    <a:lnTo>
                      <a:pt x="2233" y="53"/>
                    </a:lnTo>
                    <a:lnTo>
                      <a:pt x="2234" y="53"/>
                    </a:lnTo>
                    <a:lnTo>
                      <a:pt x="2234" y="52"/>
                    </a:lnTo>
                    <a:lnTo>
                      <a:pt x="2235" y="51"/>
                    </a:lnTo>
                    <a:lnTo>
                      <a:pt x="2236" y="50"/>
                    </a:lnTo>
                    <a:lnTo>
                      <a:pt x="2236" y="49"/>
                    </a:lnTo>
                    <a:lnTo>
                      <a:pt x="2237" y="49"/>
                    </a:lnTo>
                    <a:lnTo>
                      <a:pt x="2237" y="47"/>
                    </a:lnTo>
                    <a:lnTo>
                      <a:pt x="2238" y="47"/>
                    </a:lnTo>
                    <a:lnTo>
                      <a:pt x="2239" y="46"/>
                    </a:lnTo>
                    <a:lnTo>
                      <a:pt x="2239" y="44"/>
                    </a:lnTo>
                    <a:lnTo>
                      <a:pt x="2240" y="44"/>
                    </a:lnTo>
                    <a:lnTo>
                      <a:pt x="2240" y="43"/>
                    </a:lnTo>
                    <a:lnTo>
                      <a:pt x="2241" y="42"/>
                    </a:lnTo>
                    <a:lnTo>
                      <a:pt x="2241" y="41"/>
                    </a:lnTo>
                    <a:lnTo>
                      <a:pt x="2242" y="40"/>
                    </a:lnTo>
                    <a:lnTo>
                      <a:pt x="2242" y="39"/>
                    </a:lnTo>
                    <a:lnTo>
                      <a:pt x="2243" y="38"/>
                    </a:lnTo>
                    <a:lnTo>
                      <a:pt x="2243" y="37"/>
                    </a:lnTo>
                    <a:lnTo>
                      <a:pt x="2244" y="36"/>
                    </a:lnTo>
                    <a:lnTo>
                      <a:pt x="2245" y="35"/>
                    </a:lnTo>
                    <a:lnTo>
                      <a:pt x="2245" y="34"/>
                    </a:lnTo>
                    <a:lnTo>
                      <a:pt x="2246" y="33"/>
                    </a:lnTo>
                    <a:lnTo>
                      <a:pt x="2247" y="32"/>
                    </a:lnTo>
                    <a:lnTo>
                      <a:pt x="2247" y="31"/>
                    </a:lnTo>
                    <a:lnTo>
                      <a:pt x="2248" y="29"/>
                    </a:lnTo>
                    <a:lnTo>
                      <a:pt x="2248" y="28"/>
                    </a:lnTo>
                    <a:lnTo>
                      <a:pt x="2249" y="27"/>
                    </a:lnTo>
                    <a:lnTo>
                      <a:pt x="2250" y="26"/>
                    </a:lnTo>
                    <a:lnTo>
                      <a:pt x="2250" y="25"/>
                    </a:lnTo>
                    <a:lnTo>
                      <a:pt x="2251" y="24"/>
                    </a:lnTo>
                    <a:lnTo>
                      <a:pt x="2251" y="23"/>
                    </a:lnTo>
                    <a:lnTo>
                      <a:pt x="2252" y="23"/>
                    </a:lnTo>
                    <a:lnTo>
                      <a:pt x="2253" y="22"/>
                    </a:lnTo>
                    <a:lnTo>
                      <a:pt x="2253" y="21"/>
                    </a:lnTo>
                    <a:lnTo>
                      <a:pt x="2254" y="20"/>
                    </a:lnTo>
                    <a:lnTo>
                      <a:pt x="2254" y="20"/>
                    </a:lnTo>
                    <a:lnTo>
                      <a:pt x="2255" y="19"/>
                    </a:lnTo>
                    <a:lnTo>
                      <a:pt x="2255" y="19"/>
                    </a:lnTo>
                    <a:lnTo>
                      <a:pt x="2256" y="18"/>
                    </a:lnTo>
                    <a:lnTo>
                      <a:pt x="2256" y="18"/>
                    </a:lnTo>
                    <a:lnTo>
                      <a:pt x="2257" y="17"/>
                    </a:lnTo>
                    <a:lnTo>
                      <a:pt x="2257" y="17"/>
                    </a:lnTo>
                    <a:lnTo>
                      <a:pt x="2258" y="17"/>
                    </a:lnTo>
                    <a:lnTo>
                      <a:pt x="2259" y="16"/>
                    </a:lnTo>
                    <a:lnTo>
                      <a:pt x="2259" y="16"/>
                    </a:lnTo>
                    <a:lnTo>
                      <a:pt x="2260" y="16"/>
                    </a:lnTo>
                    <a:lnTo>
                      <a:pt x="2260" y="15"/>
                    </a:lnTo>
                    <a:lnTo>
                      <a:pt x="2261" y="15"/>
                    </a:lnTo>
                    <a:lnTo>
                      <a:pt x="2262" y="14"/>
                    </a:lnTo>
                    <a:lnTo>
                      <a:pt x="2262" y="14"/>
                    </a:lnTo>
                    <a:lnTo>
                      <a:pt x="2263" y="14"/>
                    </a:lnTo>
                    <a:lnTo>
                      <a:pt x="2263" y="13"/>
                    </a:lnTo>
                    <a:lnTo>
                      <a:pt x="2264" y="13"/>
                    </a:lnTo>
                    <a:lnTo>
                      <a:pt x="2265" y="13"/>
                    </a:lnTo>
                    <a:lnTo>
                      <a:pt x="2265" y="12"/>
                    </a:lnTo>
                    <a:lnTo>
                      <a:pt x="2266" y="12"/>
                    </a:lnTo>
                    <a:lnTo>
                      <a:pt x="2266" y="12"/>
                    </a:lnTo>
                    <a:lnTo>
                      <a:pt x="2267" y="11"/>
                    </a:lnTo>
                    <a:lnTo>
                      <a:pt x="2268" y="11"/>
                    </a:lnTo>
                    <a:lnTo>
                      <a:pt x="2268" y="11"/>
                    </a:lnTo>
                    <a:lnTo>
                      <a:pt x="2269" y="11"/>
                    </a:lnTo>
                    <a:lnTo>
                      <a:pt x="2269" y="10"/>
                    </a:lnTo>
                    <a:lnTo>
                      <a:pt x="2270" y="10"/>
                    </a:lnTo>
                    <a:lnTo>
                      <a:pt x="2270" y="10"/>
                    </a:lnTo>
                    <a:lnTo>
                      <a:pt x="2271" y="10"/>
                    </a:lnTo>
                    <a:lnTo>
                      <a:pt x="2271" y="9"/>
                    </a:lnTo>
                    <a:lnTo>
                      <a:pt x="2272" y="9"/>
                    </a:lnTo>
                    <a:lnTo>
                      <a:pt x="2273" y="9"/>
                    </a:lnTo>
                    <a:lnTo>
                      <a:pt x="2273" y="9"/>
                    </a:lnTo>
                    <a:lnTo>
                      <a:pt x="2274" y="9"/>
                    </a:lnTo>
                    <a:lnTo>
                      <a:pt x="2274" y="9"/>
                    </a:lnTo>
                    <a:lnTo>
                      <a:pt x="2275" y="9"/>
                    </a:lnTo>
                    <a:lnTo>
                      <a:pt x="2275" y="9"/>
                    </a:lnTo>
                    <a:lnTo>
                      <a:pt x="2276" y="9"/>
                    </a:lnTo>
                    <a:lnTo>
                      <a:pt x="2277" y="8"/>
                    </a:lnTo>
                    <a:lnTo>
                      <a:pt x="2277" y="8"/>
                    </a:lnTo>
                    <a:lnTo>
                      <a:pt x="2278" y="8"/>
                    </a:lnTo>
                    <a:lnTo>
                      <a:pt x="2278" y="8"/>
                    </a:lnTo>
                    <a:lnTo>
                      <a:pt x="2279" y="8"/>
                    </a:lnTo>
                    <a:lnTo>
                      <a:pt x="2280" y="8"/>
                    </a:lnTo>
                    <a:lnTo>
                      <a:pt x="2280" y="8"/>
                    </a:lnTo>
                    <a:lnTo>
                      <a:pt x="2281" y="8"/>
                    </a:lnTo>
                    <a:lnTo>
                      <a:pt x="2281" y="8"/>
                    </a:lnTo>
                    <a:lnTo>
                      <a:pt x="2282" y="8"/>
                    </a:lnTo>
                    <a:lnTo>
                      <a:pt x="2283" y="8"/>
                    </a:lnTo>
                    <a:lnTo>
                      <a:pt x="2283" y="8"/>
                    </a:lnTo>
                    <a:lnTo>
                      <a:pt x="2284" y="8"/>
                    </a:lnTo>
                    <a:lnTo>
                      <a:pt x="2284" y="8"/>
                    </a:lnTo>
                    <a:lnTo>
                      <a:pt x="2285" y="8"/>
                    </a:lnTo>
                    <a:lnTo>
                      <a:pt x="2285" y="8"/>
                    </a:lnTo>
                    <a:lnTo>
                      <a:pt x="2286" y="8"/>
                    </a:lnTo>
                    <a:lnTo>
                      <a:pt x="2287" y="8"/>
                    </a:lnTo>
                    <a:lnTo>
                      <a:pt x="2287" y="8"/>
                    </a:lnTo>
                    <a:lnTo>
                      <a:pt x="2288" y="8"/>
                    </a:lnTo>
                    <a:lnTo>
                      <a:pt x="2288" y="8"/>
                    </a:lnTo>
                    <a:lnTo>
                      <a:pt x="2289" y="8"/>
                    </a:lnTo>
                    <a:lnTo>
                      <a:pt x="2289" y="8"/>
                    </a:lnTo>
                    <a:lnTo>
                      <a:pt x="2290" y="8"/>
                    </a:lnTo>
                    <a:lnTo>
                      <a:pt x="2290" y="8"/>
                    </a:lnTo>
                    <a:lnTo>
                      <a:pt x="2291" y="7"/>
                    </a:lnTo>
                    <a:lnTo>
                      <a:pt x="2292" y="7"/>
                    </a:lnTo>
                    <a:lnTo>
                      <a:pt x="2292" y="7"/>
                    </a:lnTo>
                    <a:lnTo>
                      <a:pt x="2293" y="7"/>
                    </a:lnTo>
                    <a:lnTo>
                      <a:pt x="2293" y="7"/>
                    </a:lnTo>
                    <a:lnTo>
                      <a:pt x="2294" y="7"/>
                    </a:lnTo>
                    <a:lnTo>
                      <a:pt x="2295" y="7"/>
                    </a:lnTo>
                    <a:lnTo>
                      <a:pt x="2295" y="7"/>
                    </a:lnTo>
                    <a:lnTo>
                      <a:pt x="2296" y="7"/>
                    </a:lnTo>
                    <a:lnTo>
                      <a:pt x="2296" y="7"/>
                    </a:lnTo>
                    <a:lnTo>
                      <a:pt x="2297" y="7"/>
                    </a:lnTo>
                    <a:lnTo>
                      <a:pt x="2298" y="7"/>
                    </a:lnTo>
                    <a:lnTo>
                      <a:pt x="2298" y="7"/>
                    </a:lnTo>
                    <a:lnTo>
                      <a:pt x="2299" y="7"/>
                    </a:lnTo>
                    <a:lnTo>
                      <a:pt x="2299" y="7"/>
                    </a:lnTo>
                    <a:lnTo>
                      <a:pt x="2300" y="7"/>
                    </a:lnTo>
                    <a:lnTo>
                      <a:pt x="2301" y="7"/>
                    </a:lnTo>
                    <a:lnTo>
                      <a:pt x="2301" y="7"/>
                    </a:lnTo>
                    <a:lnTo>
                      <a:pt x="2302" y="7"/>
                    </a:lnTo>
                    <a:lnTo>
                      <a:pt x="2302" y="6"/>
                    </a:lnTo>
                    <a:lnTo>
                      <a:pt x="2303" y="6"/>
                    </a:lnTo>
                    <a:lnTo>
                      <a:pt x="2303" y="6"/>
                    </a:lnTo>
                    <a:lnTo>
                      <a:pt x="2304" y="6"/>
                    </a:lnTo>
                    <a:lnTo>
                      <a:pt x="2304" y="6"/>
                    </a:lnTo>
                    <a:lnTo>
                      <a:pt x="2305" y="6"/>
                    </a:lnTo>
                    <a:lnTo>
                      <a:pt x="2306" y="6"/>
                    </a:lnTo>
                    <a:lnTo>
                      <a:pt x="2306" y="6"/>
                    </a:lnTo>
                    <a:lnTo>
                      <a:pt x="2307" y="6"/>
                    </a:lnTo>
                    <a:lnTo>
                      <a:pt x="2307" y="6"/>
                    </a:lnTo>
                    <a:lnTo>
                      <a:pt x="2308" y="6"/>
                    </a:lnTo>
                    <a:lnTo>
                      <a:pt x="2308" y="6"/>
                    </a:lnTo>
                    <a:lnTo>
                      <a:pt x="2309" y="6"/>
                    </a:lnTo>
                    <a:lnTo>
                      <a:pt x="2310" y="5"/>
                    </a:lnTo>
                    <a:lnTo>
                      <a:pt x="2310" y="5"/>
                    </a:lnTo>
                    <a:lnTo>
                      <a:pt x="2311" y="5"/>
                    </a:lnTo>
                    <a:lnTo>
                      <a:pt x="2311" y="5"/>
                    </a:lnTo>
                    <a:lnTo>
                      <a:pt x="2312" y="5"/>
                    </a:lnTo>
                    <a:lnTo>
                      <a:pt x="2313" y="5"/>
                    </a:lnTo>
                    <a:lnTo>
                      <a:pt x="2313" y="5"/>
                    </a:lnTo>
                    <a:lnTo>
                      <a:pt x="2314" y="5"/>
                    </a:lnTo>
                    <a:lnTo>
                      <a:pt x="2314" y="5"/>
                    </a:lnTo>
                    <a:lnTo>
                      <a:pt x="2315" y="5"/>
                    </a:lnTo>
                    <a:lnTo>
                      <a:pt x="2316" y="4"/>
                    </a:lnTo>
                    <a:lnTo>
                      <a:pt x="2316" y="4"/>
                    </a:lnTo>
                    <a:lnTo>
                      <a:pt x="2317" y="4"/>
                    </a:lnTo>
                    <a:lnTo>
                      <a:pt x="2317" y="4"/>
                    </a:lnTo>
                    <a:lnTo>
                      <a:pt x="2318" y="4"/>
                    </a:lnTo>
                    <a:lnTo>
                      <a:pt x="2318" y="4"/>
                    </a:lnTo>
                    <a:lnTo>
                      <a:pt x="2319" y="4"/>
                    </a:lnTo>
                    <a:lnTo>
                      <a:pt x="2320" y="3"/>
                    </a:lnTo>
                    <a:lnTo>
                      <a:pt x="2320" y="3"/>
                    </a:lnTo>
                    <a:lnTo>
                      <a:pt x="2321" y="3"/>
                    </a:lnTo>
                    <a:lnTo>
                      <a:pt x="2321" y="3"/>
                    </a:lnTo>
                    <a:lnTo>
                      <a:pt x="2322" y="3"/>
                    </a:lnTo>
                    <a:lnTo>
                      <a:pt x="2322" y="3"/>
                    </a:lnTo>
                    <a:lnTo>
                      <a:pt x="2323" y="3"/>
                    </a:lnTo>
                    <a:lnTo>
                      <a:pt x="2324" y="3"/>
                    </a:lnTo>
                    <a:lnTo>
                      <a:pt x="2324" y="3"/>
                    </a:lnTo>
                    <a:lnTo>
                      <a:pt x="2325" y="3"/>
                    </a:lnTo>
                    <a:lnTo>
                      <a:pt x="2325" y="3"/>
                    </a:lnTo>
                    <a:lnTo>
                      <a:pt x="2326" y="3"/>
                    </a:lnTo>
                    <a:lnTo>
                      <a:pt x="2327" y="3"/>
                    </a:lnTo>
                    <a:lnTo>
                      <a:pt x="2327" y="3"/>
                    </a:lnTo>
                    <a:lnTo>
                      <a:pt x="2328" y="3"/>
                    </a:lnTo>
                    <a:lnTo>
                      <a:pt x="2328" y="3"/>
                    </a:lnTo>
                    <a:lnTo>
                      <a:pt x="2329" y="3"/>
                    </a:lnTo>
                    <a:lnTo>
                      <a:pt x="2330" y="3"/>
                    </a:lnTo>
                    <a:lnTo>
                      <a:pt x="2330" y="2"/>
                    </a:lnTo>
                    <a:lnTo>
                      <a:pt x="2331" y="2"/>
                    </a:lnTo>
                    <a:lnTo>
                      <a:pt x="2331" y="2"/>
                    </a:lnTo>
                    <a:lnTo>
                      <a:pt x="2332" y="2"/>
                    </a:lnTo>
                    <a:lnTo>
                      <a:pt x="2332" y="2"/>
                    </a:lnTo>
                    <a:lnTo>
                      <a:pt x="2333" y="2"/>
                    </a:lnTo>
                    <a:lnTo>
                      <a:pt x="2334" y="2"/>
                    </a:lnTo>
                    <a:lnTo>
                      <a:pt x="2334" y="2"/>
                    </a:lnTo>
                    <a:lnTo>
                      <a:pt x="2335" y="2"/>
                    </a:lnTo>
                    <a:lnTo>
                      <a:pt x="2335" y="2"/>
                    </a:lnTo>
                    <a:lnTo>
                      <a:pt x="2336" y="2"/>
                    </a:lnTo>
                    <a:lnTo>
                      <a:pt x="2336" y="2"/>
                    </a:lnTo>
                    <a:lnTo>
                      <a:pt x="2337" y="2"/>
                    </a:lnTo>
                    <a:lnTo>
                      <a:pt x="2337" y="2"/>
                    </a:lnTo>
                    <a:lnTo>
                      <a:pt x="2338" y="2"/>
                    </a:lnTo>
                    <a:lnTo>
                      <a:pt x="2339" y="2"/>
                    </a:lnTo>
                    <a:lnTo>
                      <a:pt x="2339" y="2"/>
                    </a:lnTo>
                    <a:lnTo>
                      <a:pt x="2340" y="2"/>
                    </a:lnTo>
                    <a:lnTo>
                      <a:pt x="2340" y="2"/>
                    </a:lnTo>
                    <a:lnTo>
                      <a:pt x="2341" y="2"/>
                    </a:lnTo>
                    <a:lnTo>
                      <a:pt x="2342" y="2"/>
                    </a:lnTo>
                    <a:lnTo>
                      <a:pt x="2342" y="2"/>
                    </a:lnTo>
                    <a:lnTo>
                      <a:pt x="2343" y="2"/>
                    </a:lnTo>
                    <a:lnTo>
                      <a:pt x="2343" y="2"/>
                    </a:lnTo>
                    <a:lnTo>
                      <a:pt x="2344" y="2"/>
                    </a:lnTo>
                    <a:lnTo>
                      <a:pt x="2345" y="2"/>
                    </a:lnTo>
                    <a:lnTo>
                      <a:pt x="2345" y="2"/>
                    </a:lnTo>
                    <a:lnTo>
                      <a:pt x="2346" y="2"/>
                    </a:lnTo>
                    <a:lnTo>
                      <a:pt x="2346" y="2"/>
                    </a:lnTo>
                    <a:lnTo>
                      <a:pt x="2347" y="2"/>
                    </a:lnTo>
                    <a:lnTo>
                      <a:pt x="2348" y="2"/>
                    </a:lnTo>
                    <a:lnTo>
                      <a:pt x="2348" y="2"/>
                    </a:lnTo>
                    <a:lnTo>
                      <a:pt x="2349" y="2"/>
                    </a:lnTo>
                    <a:lnTo>
                      <a:pt x="2349" y="2"/>
                    </a:lnTo>
                    <a:lnTo>
                      <a:pt x="2350" y="2"/>
                    </a:lnTo>
                    <a:lnTo>
                      <a:pt x="2350" y="2"/>
                    </a:lnTo>
                    <a:lnTo>
                      <a:pt x="2351" y="2"/>
                    </a:lnTo>
                    <a:lnTo>
                      <a:pt x="2351" y="2"/>
                    </a:lnTo>
                    <a:lnTo>
                      <a:pt x="2352" y="2"/>
                    </a:lnTo>
                    <a:lnTo>
                      <a:pt x="2353" y="2"/>
                    </a:lnTo>
                    <a:lnTo>
                      <a:pt x="2353" y="2"/>
                    </a:lnTo>
                    <a:lnTo>
                      <a:pt x="2354" y="2"/>
                    </a:lnTo>
                    <a:lnTo>
                      <a:pt x="2354" y="2"/>
                    </a:lnTo>
                    <a:lnTo>
                      <a:pt x="2355" y="2"/>
                    </a:lnTo>
                    <a:lnTo>
                      <a:pt x="2355" y="2"/>
                    </a:lnTo>
                    <a:lnTo>
                      <a:pt x="2356" y="1"/>
                    </a:lnTo>
                    <a:lnTo>
                      <a:pt x="2357" y="1"/>
                    </a:lnTo>
                    <a:lnTo>
                      <a:pt x="2357" y="1"/>
                    </a:lnTo>
                    <a:lnTo>
                      <a:pt x="2358" y="1"/>
                    </a:lnTo>
                    <a:lnTo>
                      <a:pt x="2358" y="1"/>
                    </a:lnTo>
                    <a:lnTo>
                      <a:pt x="2359" y="1"/>
                    </a:lnTo>
                    <a:lnTo>
                      <a:pt x="2360" y="1"/>
                    </a:lnTo>
                    <a:lnTo>
                      <a:pt x="2360" y="1"/>
                    </a:lnTo>
                    <a:lnTo>
                      <a:pt x="2361" y="1"/>
                    </a:lnTo>
                    <a:lnTo>
                      <a:pt x="2361" y="1"/>
                    </a:lnTo>
                    <a:lnTo>
                      <a:pt x="2362" y="1"/>
                    </a:lnTo>
                    <a:lnTo>
                      <a:pt x="2363" y="1"/>
                    </a:lnTo>
                    <a:lnTo>
                      <a:pt x="2363" y="1"/>
                    </a:lnTo>
                    <a:lnTo>
                      <a:pt x="2364" y="1"/>
                    </a:lnTo>
                    <a:lnTo>
                      <a:pt x="2364" y="1"/>
                    </a:lnTo>
                    <a:lnTo>
                      <a:pt x="2365" y="1"/>
                    </a:lnTo>
                    <a:lnTo>
                      <a:pt x="2365" y="1"/>
                    </a:lnTo>
                    <a:lnTo>
                      <a:pt x="2366" y="1"/>
                    </a:lnTo>
                    <a:lnTo>
                      <a:pt x="2367" y="1"/>
                    </a:lnTo>
                    <a:lnTo>
                      <a:pt x="2367" y="1"/>
                    </a:lnTo>
                    <a:lnTo>
                      <a:pt x="2368" y="1"/>
                    </a:lnTo>
                    <a:lnTo>
                      <a:pt x="2368" y="1"/>
                    </a:lnTo>
                    <a:lnTo>
                      <a:pt x="2369" y="1"/>
                    </a:lnTo>
                    <a:lnTo>
                      <a:pt x="2369" y="1"/>
                    </a:lnTo>
                    <a:lnTo>
                      <a:pt x="2370" y="1"/>
                    </a:lnTo>
                    <a:lnTo>
                      <a:pt x="2370" y="1"/>
                    </a:lnTo>
                    <a:lnTo>
                      <a:pt x="2371" y="0"/>
                    </a:lnTo>
                    <a:lnTo>
                      <a:pt x="2372" y="23"/>
                    </a:lnTo>
                    <a:lnTo>
                      <a:pt x="2372" y="45"/>
                    </a:lnTo>
                    <a:lnTo>
                      <a:pt x="2373" y="67"/>
                    </a:lnTo>
                    <a:lnTo>
                      <a:pt x="2373" y="90"/>
                    </a:lnTo>
                    <a:lnTo>
                      <a:pt x="2374" y="112"/>
                    </a:lnTo>
                  </a:path>
                </a:pathLst>
              </a:custGeom>
              <a:noFill/>
              <a:ln w="28575" cap="flat">
                <a:solidFill>
                  <a:srgbClr val="FF0000">
                    <a:alpha val="69804"/>
                  </a:srgb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119" name="Freeform 116">
              <a:extLst>
                <a:ext uri="{FF2B5EF4-FFF2-40B4-BE49-F238E27FC236}">
                  <a16:creationId xmlns:a16="http://schemas.microsoft.com/office/drawing/2014/main" id="{6EF2ADA1-97A0-1F0A-637E-B105578E9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4137" y="2174663"/>
              <a:ext cx="921535" cy="262885"/>
            </a:xfrm>
            <a:custGeom>
              <a:avLst/>
              <a:gdLst>
                <a:gd name="T0" fmla="*/ 36 w 2240"/>
                <a:gd name="T1" fmla="*/ 286 h 639"/>
                <a:gd name="T2" fmla="*/ 72 w 2240"/>
                <a:gd name="T3" fmla="*/ 474 h 639"/>
                <a:gd name="T4" fmla="*/ 106 w 2240"/>
                <a:gd name="T5" fmla="*/ 619 h 639"/>
                <a:gd name="T6" fmla="*/ 142 w 2240"/>
                <a:gd name="T7" fmla="*/ 538 h 639"/>
                <a:gd name="T8" fmla="*/ 178 w 2240"/>
                <a:gd name="T9" fmla="*/ 485 h 639"/>
                <a:gd name="T10" fmla="*/ 214 w 2240"/>
                <a:gd name="T11" fmla="*/ 524 h 639"/>
                <a:gd name="T12" fmla="*/ 249 w 2240"/>
                <a:gd name="T13" fmla="*/ 626 h 639"/>
                <a:gd name="T14" fmla="*/ 288 w 2240"/>
                <a:gd name="T15" fmla="*/ 622 h 639"/>
                <a:gd name="T16" fmla="*/ 326 w 2240"/>
                <a:gd name="T17" fmla="*/ 494 h 639"/>
                <a:gd name="T18" fmla="*/ 363 w 2240"/>
                <a:gd name="T19" fmla="*/ 618 h 639"/>
                <a:gd name="T20" fmla="*/ 397 w 2240"/>
                <a:gd name="T21" fmla="*/ 596 h 639"/>
                <a:gd name="T22" fmla="*/ 435 w 2240"/>
                <a:gd name="T23" fmla="*/ 497 h 639"/>
                <a:gd name="T24" fmla="*/ 477 w 2240"/>
                <a:gd name="T25" fmla="*/ 620 h 639"/>
                <a:gd name="T26" fmla="*/ 513 w 2240"/>
                <a:gd name="T27" fmla="*/ 608 h 639"/>
                <a:gd name="T28" fmla="*/ 551 w 2240"/>
                <a:gd name="T29" fmla="*/ 600 h 639"/>
                <a:gd name="T30" fmla="*/ 587 w 2240"/>
                <a:gd name="T31" fmla="*/ 608 h 639"/>
                <a:gd name="T32" fmla="*/ 623 w 2240"/>
                <a:gd name="T33" fmla="*/ 346 h 639"/>
                <a:gd name="T34" fmla="*/ 659 w 2240"/>
                <a:gd name="T35" fmla="*/ 614 h 639"/>
                <a:gd name="T36" fmla="*/ 695 w 2240"/>
                <a:gd name="T37" fmla="*/ 243 h 639"/>
                <a:gd name="T38" fmla="*/ 730 w 2240"/>
                <a:gd name="T39" fmla="*/ 222 h 639"/>
                <a:gd name="T40" fmla="*/ 769 w 2240"/>
                <a:gd name="T41" fmla="*/ 599 h 639"/>
                <a:gd name="T42" fmla="*/ 803 w 2240"/>
                <a:gd name="T43" fmla="*/ 335 h 639"/>
                <a:gd name="T44" fmla="*/ 840 w 2240"/>
                <a:gd name="T45" fmla="*/ 609 h 639"/>
                <a:gd name="T46" fmla="*/ 877 w 2240"/>
                <a:gd name="T47" fmla="*/ 638 h 639"/>
                <a:gd name="T48" fmla="*/ 912 w 2240"/>
                <a:gd name="T49" fmla="*/ 565 h 639"/>
                <a:gd name="T50" fmla="*/ 950 w 2240"/>
                <a:gd name="T51" fmla="*/ 245 h 639"/>
                <a:gd name="T52" fmla="*/ 986 w 2240"/>
                <a:gd name="T53" fmla="*/ 475 h 639"/>
                <a:gd name="T54" fmla="*/ 1020 w 2240"/>
                <a:gd name="T55" fmla="*/ 605 h 639"/>
                <a:gd name="T56" fmla="*/ 1054 w 2240"/>
                <a:gd name="T57" fmla="*/ 631 h 639"/>
                <a:gd name="T58" fmla="*/ 1088 w 2240"/>
                <a:gd name="T59" fmla="*/ 596 h 639"/>
                <a:gd name="T60" fmla="*/ 1122 w 2240"/>
                <a:gd name="T61" fmla="*/ 573 h 639"/>
                <a:gd name="T62" fmla="*/ 1156 w 2240"/>
                <a:gd name="T63" fmla="*/ 610 h 639"/>
                <a:gd name="T64" fmla="*/ 1189 w 2240"/>
                <a:gd name="T65" fmla="*/ 580 h 639"/>
                <a:gd name="T66" fmla="*/ 1222 w 2240"/>
                <a:gd name="T67" fmla="*/ 544 h 639"/>
                <a:gd name="T68" fmla="*/ 1256 w 2240"/>
                <a:gd name="T69" fmla="*/ 617 h 639"/>
                <a:gd name="T70" fmla="*/ 1288 w 2240"/>
                <a:gd name="T71" fmla="*/ 619 h 639"/>
                <a:gd name="T72" fmla="*/ 1320 w 2240"/>
                <a:gd name="T73" fmla="*/ 597 h 639"/>
                <a:gd name="T74" fmla="*/ 1355 w 2240"/>
                <a:gd name="T75" fmla="*/ 629 h 639"/>
                <a:gd name="T76" fmla="*/ 1388 w 2240"/>
                <a:gd name="T77" fmla="*/ 600 h 639"/>
                <a:gd name="T78" fmla="*/ 1421 w 2240"/>
                <a:gd name="T79" fmla="*/ 596 h 639"/>
                <a:gd name="T80" fmla="*/ 1454 w 2240"/>
                <a:gd name="T81" fmla="*/ 629 h 639"/>
                <a:gd name="T82" fmla="*/ 1489 w 2240"/>
                <a:gd name="T83" fmla="*/ 611 h 639"/>
                <a:gd name="T84" fmla="*/ 1525 w 2240"/>
                <a:gd name="T85" fmla="*/ 627 h 639"/>
                <a:gd name="T86" fmla="*/ 1560 w 2240"/>
                <a:gd name="T87" fmla="*/ 452 h 639"/>
                <a:gd name="T88" fmla="*/ 1594 w 2240"/>
                <a:gd name="T89" fmla="*/ 578 h 639"/>
                <a:gd name="T90" fmla="*/ 1625 w 2240"/>
                <a:gd name="T91" fmla="*/ 506 h 639"/>
                <a:gd name="T92" fmla="*/ 1661 w 2240"/>
                <a:gd name="T93" fmla="*/ 614 h 639"/>
                <a:gd name="T94" fmla="*/ 1695 w 2240"/>
                <a:gd name="T95" fmla="*/ 264 h 639"/>
                <a:gd name="T96" fmla="*/ 1729 w 2240"/>
                <a:gd name="T97" fmla="*/ 606 h 639"/>
                <a:gd name="T98" fmla="*/ 1764 w 2240"/>
                <a:gd name="T99" fmla="*/ 633 h 639"/>
                <a:gd name="T100" fmla="*/ 1800 w 2240"/>
                <a:gd name="T101" fmla="*/ 632 h 639"/>
                <a:gd name="T102" fmla="*/ 1835 w 2240"/>
                <a:gd name="T103" fmla="*/ 540 h 639"/>
                <a:gd name="T104" fmla="*/ 1871 w 2240"/>
                <a:gd name="T105" fmla="*/ 625 h 639"/>
                <a:gd name="T106" fmla="*/ 1908 w 2240"/>
                <a:gd name="T107" fmla="*/ 208 h 639"/>
                <a:gd name="T108" fmla="*/ 1944 w 2240"/>
                <a:gd name="T109" fmla="*/ 621 h 639"/>
                <a:gd name="T110" fmla="*/ 1981 w 2240"/>
                <a:gd name="T111" fmla="*/ 627 h 639"/>
                <a:gd name="T112" fmla="*/ 2018 w 2240"/>
                <a:gd name="T113" fmla="*/ 630 h 639"/>
                <a:gd name="T114" fmla="*/ 2053 w 2240"/>
                <a:gd name="T115" fmla="*/ 546 h 639"/>
                <a:gd name="T116" fmla="*/ 2090 w 2240"/>
                <a:gd name="T117" fmla="*/ 627 h 639"/>
                <a:gd name="T118" fmla="*/ 2128 w 2240"/>
                <a:gd name="T119" fmla="*/ 624 h 639"/>
                <a:gd name="T120" fmla="*/ 2164 w 2240"/>
                <a:gd name="T121" fmla="*/ 569 h 639"/>
                <a:gd name="T122" fmla="*/ 2202 w 2240"/>
                <a:gd name="T123" fmla="*/ 338 h 639"/>
                <a:gd name="T124" fmla="*/ 2238 w 2240"/>
                <a:gd name="T125" fmla="*/ 627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40" h="639">
                  <a:moveTo>
                    <a:pt x="0" y="295"/>
                  </a:moveTo>
                  <a:lnTo>
                    <a:pt x="0" y="254"/>
                  </a:lnTo>
                  <a:lnTo>
                    <a:pt x="2" y="608"/>
                  </a:lnTo>
                  <a:lnTo>
                    <a:pt x="2" y="609"/>
                  </a:lnTo>
                  <a:lnTo>
                    <a:pt x="3" y="568"/>
                  </a:lnTo>
                  <a:lnTo>
                    <a:pt x="4" y="636"/>
                  </a:lnTo>
                  <a:lnTo>
                    <a:pt x="4" y="633"/>
                  </a:lnTo>
                  <a:lnTo>
                    <a:pt x="4" y="633"/>
                  </a:lnTo>
                  <a:lnTo>
                    <a:pt x="6" y="464"/>
                  </a:lnTo>
                  <a:lnTo>
                    <a:pt x="6" y="464"/>
                  </a:lnTo>
                  <a:lnTo>
                    <a:pt x="7" y="432"/>
                  </a:lnTo>
                  <a:lnTo>
                    <a:pt x="8" y="622"/>
                  </a:lnTo>
                  <a:lnTo>
                    <a:pt x="8" y="622"/>
                  </a:lnTo>
                  <a:lnTo>
                    <a:pt x="9" y="559"/>
                  </a:lnTo>
                  <a:lnTo>
                    <a:pt x="10" y="631"/>
                  </a:lnTo>
                  <a:lnTo>
                    <a:pt x="10" y="624"/>
                  </a:lnTo>
                  <a:lnTo>
                    <a:pt x="10" y="624"/>
                  </a:lnTo>
                  <a:lnTo>
                    <a:pt x="11" y="222"/>
                  </a:lnTo>
                  <a:lnTo>
                    <a:pt x="12" y="368"/>
                  </a:lnTo>
                  <a:lnTo>
                    <a:pt x="12" y="368"/>
                  </a:lnTo>
                  <a:lnTo>
                    <a:pt x="13" y="242"/>
                  </a:lnTo>
                  <a:lnTo>
                    <a:pt x="14" y="620"/>
                  </a:lnTo>
                  <a:lnTo>
                    <a:pt x="14" y="620"/>
                  </a:lnTo>
                  <a:lnTo>
                    <a:pt x="14" y="615"/>
                  </a:lnTo>
                  <a:lnTo>
                    <a:pt x="15" y="637"/>
                  </a:lnTo>
                  <a:lnTo>
                    <a:pt x="16" y="618"/>
                  </a:lnTo>
                  <a:lnTo>
                    <a:pt x="16" y="618"/>
                  </a:lnTo>
                  <a:lnTo>
                    <a:pt x="17" y="64"/>
                  </a:lnTo>
                  <a:lnTo>
                    <a:pt x="18" y="144"/>
                  </a:lnTo>
                  <a:lnTo>
                    <a:pt x="18" y="144"/>
                  </a:lnTo>
                  <a:lnTo>
                    <a:pt x="18" y="137"/>
                  </a:lnTo>
                  <a:lnTo>
                    <a:pt x="20" y="605"/>
                  </a:lnTo>
                  <a:lnTo>
                    <a:pt x="20" y="597"/>
                  </a:lnTo>
                  <a:lnTo>
                    <a:pt x="20" y="597"/>
                  </a:lnTo>
                  <a:lnTo>
                    <a:pt x="21" y="584"/>
                  </a:lnTo>
                  <a:lnTo>
                    <a:pt x="22" y="636"/>
                  </a:lnTo>
                  <a:lnTo>
                    <a:pt x="22" y="630"/>
                  </a:lnTo>
                  <a:lnTo>
                    <a:pt x="22" y="630"/>
                  </a:lnTo>
                  <a:lnTo>
                    <a:pt x="23" y="506"/>
                  </a:lnTo>
                  <a:lnTo>
                    <a:pt x="24" y="542"/>
                  </a:lnTo>
                  <a:lnTo>
                    <a:pt x="24" y="542"/>
                  </a:lnTo>
                  <a:lnTo>
                    <a:pt x="25" y="323"/>
                  </a:lnTo>
                  <a:lnTo>
                    <a:pt x="26" y="613"/>
                  </a:lnTo>
                  <a:lnTo>
                    <a:pt x="26" y="613"/>
                  </a:lnTo>
                  <a:lnTo>
                    <a:pt x="26" y="637"/>
                  </a:lnTo>
                  <a:lnTo>
                    <a:pt x="27" y="605"/>
                  </a:lnTo>
                  <a:lnTo>
                    <a:pt x="28" y="615"/>
                  </a:lnTo>
                  <a:lnTo>
                    <a:pt x="28" y="615"/>
                  </a:lnTo>
                  <a:lnTo>
                    <a:pt x="29" y="52"/>
                  </a:lnTo>
                  <a:lnTo>
                    <a:pt x="30" y="340"/>
                  </a:lnTo>
                  <a:lnTo>
                    <a:pt x="30" y="340"/>
                  </a:lnTo>
                  <a:lnTo>
                    <a:pt x="30" y="320"/>
                  </a:lnTo>
                  <a:lnTo>
                    <a:pt x="32" y="616"/>
                  </a:lnTo>
                  <a:lnTo>
                    <a:pt x="32" y="602"/>
                  </a:lnTo>
                  <a:lnTo>
                    <a:pt x="32" y="602"/>
                  </a:lnTo>
                  <a:lnTo>
                    <a:pt x="33" y="584"/>
                  </a:lnTo>
                  <a:lnTo>
                    <a:pt x="34" y="637"/>
                  </a:lnTo>
                  <a:lnTo>
                    <a:pt x="34" y="608"/>
                  </a:lnTo>
                  <a:lnTo>
                    <a:pt x="34" y="608"/>
                  </a:lnTo>
                  <a:lnTo>
                    <a:pt x="36" y="227"/>
                  </a:lnTo>
                  <a:lnTo>
                    <a:pt x="36" y="286"/>
                  </a:lnTo>
                  <a:lnTo>
                    <a:pt x="36" y="286"/>
                  </a:lnTo>
                  <a:lnTo>
                    <a:pt x="36" y="263"/>
                  </a:lnTo>
                  <a:lnTo>
                    <a:pt x="38" y="626"/>
                  </a:lnTo>
                  <a:lnTo>
                    <a:pt x="38" y="559"/>
                  </a:lnTo>
                  <a:lnTo>
                    <a:pt x="38" y="559"/>
                  </a:lnTo>
                  <a:lnTo>
                    <a:pt x="38" y="557"/>
                  </a:lnTo>
                  <a:lnTo>
                    <a:pt x="40" y="633"/>
                  </a:lnTo>
                  <a:lnTo>
                    <a:pt x="40" y="585"/>
                  </a:lnTo>
                  <a:lnTo>
                    <a:pt x="40" y="585"/>
                  </a:lnTo>
                  <a:lnTo>
                    <a:pt x="41" y="104"/>
                  </a:lnTo>
                  <a:lnTo>
                    <a:pt x="42" y="287"/>
                  </a:lnTo>
                  <a:lnTo>
                    <a:pt x="42" y="287"/>
                  </a:lnTo>
                  <a:lnTo>
                    <a:pt x="44" y="615"/>
                  </a:lnTo>
                  <a:lnTo>
                    <a:pt x="44" y="591"/>
                  </a:lnTo>
                  <a:lnTo>
                    <a:pt x="44" y="591"/>
                  </a:lnTo>
                  <a:lnTo>
                    <a:pt x="44" y="573"/>
                  </a:lnTo>
                  <a:lnTo>
                    <a:pt x="46" y="635"/>
                  </a:lnTo>
                  <a:lnTo>
                    <a:pt x="46" y="574"/>
                  </a:lnTo>
                  <a:lnTo>
                    <a:pt x="46" y="574"/>
                  </a:lnTo>
                  <a:lnTo>
                    <a:pt x="47" y="227"/>
                  </a:lnTo>
                  <a:lnTo>
                    <a:pt x="48" y="332"/>
                  </a:lnTo>
                  <a:lnTo>
                    <a:pt x="48" y="332"/>
                  </a:lnTo>
                  <a:lnTo>
                    <a:pt x="48" y="318"/>
                  </a:lnTo>
                  <a:lnTo>
                    <a:pt x="50" y="624"/>
                  </a:lnTo>
                  <a:lnTo>
                    <a:pt x="50" y="594"/>
                  </a:lnTo>
                  <a:lnTo>
                    <a:pt x="50" y="594"/>
                  </a:lnTo>
                  <a:lnTo>
                    <a:pt x="51" y="565"/>
                  </a:lnTo>
                  <a:lnTo>
                    <a:pt x="52" y="624"/>
                  </a:lnTo>
                  <a:lnTo>
                    <a:pt x="52" y="603"/>
                  </a:lnTo>
                  <a:lnTo>
                    <a:pt x="52" y="603"/>
                  </a:lnTo>
                  <a:lnTo>
                    <a:pt x="54" y="96"/>
                  </a:lnTo>
                  <a:lnTo>
                    <a:pt x="54" y="230"/>
                  </a:lnTo>
                  <a:lnTo>
                    <a:pt x="54" y="230"/>
                  </a:lnTo>
                  <a:lnTo>
                    <a:pt x="54" y="227"/>
                  </a:lnTo>
                  <a:lnTo>
                    <a:pt x="56" y="605"/>
                  </a:lnTo>
                  <a:lnTo>
                    <a:pt x="56" y="600"/>
                  </a:lnTo>
                  <a:lnTo>
                    <a:pt x="56" y="600"/>
                  </a:lnTo>
                  <a:lnTo>
                    <a:pt x="57" y="579"/>
                  </a:lnTo>
                  <a:lnTo>
                    <a:pt x="58" y="627"/>
                  </a:lnTo>
                  <a:lnTo>
                    <a:pt x="58" y="623"/>
                  </a:lnTo>
                  <a:lnTo>
                    <a:pt x="58" y="623"/>
                  </a:lnTo>
                  <a:lnTo>
                    <a:pt x="58" y="625"/>
                  </a:lnTo>
                  <a:lnTo>
                    <a:pt x="60" y="72"/>
                  </a:lnTo>
                  <a:lnTo>
                    <a:pt x="60" y="164"/>
                  </a:lnTo>
                  <a:lnTo>
                    <a:pt x="60" y="164"/>
                  </a:lnTo>
                  <a:lnTo>
                    <a:pt x="62" y="615"/>
                  </a:lnTo>
                  <a:lnTo>
                    <a:pt x="62" y="614"/>
                  </a:lnTo>
                  <a:lnTo>
                    <a:pt x="62" y="614"/>
                  </a:lnTo>
                  <a:lnTo>
                    <a:pt x="63" y="625"/>
                  </a:lnTo>
                  <a:lnTo>
                    <a:pt x="64" y="597"/>
                  </a:lnTo>
                  <a:lnTo>
                    <a:pt x="64" y="609"/>
                  </a:lnTo>
                  <a:lnTo>
                    <a:pt x="64" y="609"/>
                  </a:lnTo>
                  <a:lnTo>
                    <a:pt x="64" y="628"/>
                  </a:lnTo>
                  <a:lnTo>
                    <a:pt x="66" y="384"/>
                  </a:lnTo>
                  <a:lnTo>
                    <a:pt x="66" y="384"/>
                  </a:lnTo>
                  <a:lnTo>
                    <a:pt x="66" y="332"/>
                  </a:lnTo>
                  <a:lnTo>
                    <a:pt x="68" y="602"/>
                  </a:lnTo>
                  <a:lnTo>
                    <a:pt x="68" y="602"/>
                  </a:lnTo>
                  <a:lnTo>
                    <a:pt x="69" y="536"/>
                  </a:lnTo>
                  <a:lnTo>
                    <a:pt x="70" y="630"/>
                  </a:lnTo>
                  <a:lnTo>
                    <a:pt x="70" y="629"/>
                  </a:lnTo>
                  <a:lnTo>
                    <a:pt x="70" y="629"/>
                  </a:lnTo>
                  <a:lnTo>
                    <a:pt x="72" y="474"/>
                  </a:lnTo>
                  <a:lnTo>
                    <a:pt x="72" y="474"/>
                  </a:lnTo>
                  <a:lnTo>
                    <a:pt x="73" y="347"/>
                  </a:lnTo>
                  <a:lnTo>
                    <a:pt x="74" y="588"/>
                  </a:lnTo>
                  <a:lnTo>
                    <a:pt x="74" y="549"/>
                  </a:lnTo>
                  <a:lnTo>
                    <a:pt x="74" y="549"/>
                  </a:lnTo>
                  <a:lnTo>
                    <a:pt x="75" y="515"/>
                  </a:lnTo>
                  <a:lnTo>
                    <a:pt x="76" y="619"/>
                  </a:lnTo>
                  <a:lnTo>
                    <a:pt x="76" y="591"/>
                  </a:lnTo>
                  <a:lnTo>
                    <a:pt x="76" y="591"/>
                  </a:lnTo>
                  <a:lnTo>
                    <a:pt x="76" y="637"/>
                  </a:lnTo>
                  <a:lnTo>
                    <a:pt x="78" y="336"/>
                  </a:lnTo>
                  <a:lnTo>
                    <a:pt x="78" y="431"/>
                  </a:lnTo>
                  <a:lnTo>
                    <a:pt x="78" y="431"/>
                  </a:lnTo>
                  <a:lnTo>
                    <a:pt x="78" y="426"/>
                  </a:lnTo>
                  <a:lnTo>
                    <a:pt x="80" y="537"/>
                  </a:lnTo>
                  <a:lnTo>
                    <a:pt x="80" y="536"/>
                  </a:lnTo>
                  <a:lnTo>
                    <a:pt x="80" y="536"/>
                  </a:lnTo>
                  <a:lnTo>
                    <a:pt x="81" y="625"/>
                  </a:lnTo>
                  <a:lnTo>
                    <a:pt x="82" y="608"/>
                  </a:lnTo>
                  <a:lnTo>
                    <a:pt x="82" y="608"/>
                  </a:lnTo>
                  <a:lnTo>
                    <a:pt x="83" y="625"/>
                  </a:lnTo>
                  <a:lnTo>
                    <a:pt x="84" y="258"/>
                  </a:lnTo>
                  <a:lnTo>
                    <a:pt x="84" y="326"/>
                  </a:lnTo>
                  <a:lnTo>
                    <a:pt x="84" y="326"/>
                  </a:lnTo>
                  <a:lnTo>
                    <a:pt x="85" y="307"/>
                  </a:lnTo>
                  <a:lnTo>
                    <a:pt x="86" y="503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6" y="486"/>
                  </a:lnTo>
                  <a:lnTo>
                    <a:pt x="87" y="631"/>
                  </a:lnTo>
                  <a:lnTo>
                    <a:pt x="88" y="588"/>
                  </a:lnTo>
                  <a:lnTo>
                    <a:pt x="88" y="588"/>
                  </a:lnTo>
                  <a:lnTo>
                    <a:pt x="88" y="582"/>
                  </a:lnTo>
                  <a:lnTo>
                    <a:pt x="89" y="627"/>
                  </a:lnTo>
                  <a:lnTo>
                    <a:pt x="90" y="597"/>
                  </a:lnTo>
                  <a:lnTo>
                    <a:pt x="90" y="597"/>
                  </a:lnTo>
                  <a:lnTo>
                    <a:pt x="91" y="220"/>
                  </a:lnTo>
                  <a:lnTo>
                    <a:pt x="92" y="396"/>
                  </a:lnTo>
                  <a:lnTo>
                    <a:pt x="92" y="396"/>
                  </a:lnTo>
                  <a:lnTo>
                    <a:pt x="94" y="619"/>
                  </a:lnTo>
                  <a:lnTo>
                    <a:pt x="94" y="591"/>
                  </a:lnTo>
                  <a:lnTo>
                    <a:pt x="94" y="591"/>
                  </a:lnTo>
                  <a:lnTo>
                    <a:pt x="95" y="633"/>
                  </a:lnTo>
                  <a:lnTo>
                    <a:pt x="96" y="552"/>
                  </a:lnTo>
                  <a:lnTo>
                    <a:pt x="96" y="555"/>
                  </a:lnTo>
                  <a:lnTo>
                    <a:pt x="96" y="555"/>
                  </a:lnTo>
                  <a:lnTo>
                    <a:pt x="96" y="604"/>
                  </a:lnTo>
                  <a:lnTo>
                    <a:pt x="98" y="369"/>
                  </a:lnTo>
                  <a:lnTo>
                    <a:pt x="98" y="406"/>
                  </a:lnTo>
                  <a:lnTo>
                    <a:pt x="98" y="406"/>
                  </a:lnTo>
                  <a:lnTo>
                    <a:pt x="98" y="390"/>
                  </a:lnTo>
                  <a:lnTo>
                    <a:pt x="100" y="623"/>
                  </a:lnTo>
                  <a:lnTo>
                    <a:pt x="100" y="615"/>
                  </a:lnTo>
                  <a:lnTo>
                    <a:pt x="100" y="615"/>
                  </a:lnTo>
                  <a:lnTo>
                    <a:pt x="100" y="582"/>
                  </a:lnTo>
                  <a:lnTo>
                    <a:pt x="101" y="630"/>
                  </a:lnTo>
                  <a:lnTo>
                    <a:pt x="102" y="608"/>
                  </a:lnTo>
                  <a:lnTo>
                    <a:pt x="102" y="608"/>
                  </a:lnTo>
                  <a:lnTo>
                    <a:pt x="103" y="73"/>
                  </a:lnTo>
                  <a:lnTo>
                    <a:pt x="104" y="222"/>
                  </a:lnTo>
                  <a:lnTo>
                    <a:pt x="104" y="222"/>
                  </a:lnTo>
                  <a:lnTo>
                    <a:pt x="106" y="619"/>
                  </a:lnTo>
                  <a:lnTo>
                    <a:pt x="106" y="609"/>
                  </a:lnTo>
                  <a:lnTo>
                    <a:pt x="106" y="609"/>
                  </a:lnTo>
                  <a:lnTo>
                    <a:pt x="107" y="636"/>
                  </a:lnTo>
                  <a:lnTo>
                    <a:pt x="108" y="601"/>
                  </a:lnTo>
                  <a:lnTo>
                    <a:pt x="108" y="601"/>
                  </a:lnTo>
                  <a:lnTo>
                    <a:pt x="109" y="79"/>
                  </a:lnTo>
                  <a:lnTo>
                    <a:pt x="110" y="95"/>
                  </a:lnTo>
                  <a:lnTo>
                    <a:pt x="110" y="95"/>
                  </a:lnTo>
                  <a:lnTo>
                    <a:pt x="112" y="621"/>
                  </a:lnTo>
                  <a:lnTo>
                    <a:pt x="112" y="621"/>
                  </a:lnTo>
                  <a:lnTo>
                    <a:pt x="113" y="596"/>
                  </a:lnTo>
                  <a:lnTo>
                    <a:pt x="114" y="636"/>
                  </a:lnTo>
                  <a:lnTo>
                    <a:pt x="114" y="607"/>
                  </a:lnTo>
                  <a:lnTo>
                    <a:pt x="114" y="607"/>
                  </a:lnTo>
                  <a:lnTo>
                    <a:pt x="115" y="200"/>
                  </a:lnTo>
                  <a:lnTo>
                    <a:pt x="116" y="297"/>
                  </a:lnTo>
                  <a:lnTo>
                    <a:pt x="116" y="297"/>
                  </a:lnTo>
                  <a:lnTo>
                    <a:pt x="116" y="219"/>
                  </a:lnTo>
                  <a:lnTo>
                    <a:pt x="118" y="606"/>
                  </a:lnTo>
                  <a:lnTo>
                    <a:pt x="118" y="590"/>
                  </a:lnTo>
                  <a:lnTo>
                    <a:pt x="118" y="590"/>
                  </a:lnTo>
                  <a:lnTo>
                    <a:pt x="119" y="636"/>
                  </a:lnTo>
                  <a:lnTo>
                    <a:pt x="119" y="279"/>
                  </a:lnTo>
                  <a:lnTo>
                    <a:pt x="120" y="608"/>
                  </a:lnTo>
                  <a:lnTo>
                    <a:pt x="120" y="608"/>
                  </a:lnTo>
                  <a:lnTo>
                    <a:pt x="120" y="612"/>
                  </a:lnTo>
                  <a:lnTo>
                    <a:pt x="122" y="69"/>
                  </a:lnTo>
                  <a:lnTo>
                    <a:pt x="122" y="134"/>
                  </a:lnTo>
                  <a:lnTo>
                    <a:pt x="122" y="134"/>
                  </a:lnTo>
                  <a:lnTo>
                    <a:pt x="124" y="606"/>
                  </a:lnTo>
                  <a:lnTo>
                    <a:pt x="124" y="606"/>
                  </a:lnTo>
                  <a:lnTo>
                    <a:pt x="126" y="637"/>
                  </a:lnTo>
                  <a:lnTo>
                    <a:pt x="126" y="634"/>
                  </a:lnTo>
                  <a:lnTo>
                    <a:pt x="126" y="634"/>
                  </a:lnTo>
                  <a:lnTo>
                    <a:pt x="126" y="635"/>
                  </a:lnTo>
                  <a:lnTo>
                    <a:pt x="128" y="81"/>
                  </a:lnTo>
                  <a:lnTo>
                    <a:pt x="128" y="122"/>
                  </a:lnTo>
                  <a:lnTo>
                    <a:pt x="128" y="122"/>
                  </a:lnTo>
                  <a:lnTo>
                    <a:pt x="128" y="107"/>
                  </a:lnTo>
                  <a:lnTo>
                    <a:pt x="130" y="601"/>
                  </a:lnTo>
                  <a:lnTo>
                    <a:pt x="130" y="592"/>
                  </a:lnTo>
                  <a:lnTo>
                    <a:pt x="130" y="592"/>
                  </a:lnTo>
                  <a:lnTo>
                    <a:pt x="132" y="637"/>
                  </a:lnTo>
                  <a:lnTo>
                    <a:pt x="132" y="627"/>
                  </a:lnTo>
                  <a:lnTo>
                    <a:pt x="132" y="627"/>
                  </a:lnTo>
                  <a:lnTo>
                    <a:pt x="132" y="633"/>
                  </a:lnTo>
                  <a:lnTo>
                    <a:pt x="134" y="99"/>
                  </a:lnTo>
                  <a:lnTo>
                    <a:pt x="134" y="158"/>
                  </a:lnTo>
                  <a:lnTo>
                    <a:pt x="134" y="158"/>
                  </a:lnTo>
                  <a:lnTo>
                    <a:pt x="135" y="77"/>
                  </a:lnTo>
                  <a:lnTo>
                    <a:pt x="136" y="574"/>
                  </a:lnTo>
                  <a:lnTo>
                    <a:pt x="136" y="575"/>
                  </a:lnTo>
                  <a:lnTo>
                    <a:pt x="136" y="574"/>
                  </a:lnTo>
                  <a:lnTo>
                    <a:pt x="138" y="626"/>
                  </a:lnTo>
                  <a:lnTo>
                    <a:pt x="138" y="626"/>
                  </a:lnTo>
                  <a:lnTo>
                    <a:pt x="138" y="626"/>
                  </a:lnTo>
                  <a:lnTo>
                    <a:pt x="138" y="626"/>
                  </a:lnTo>
                  <a:lnTo>
                    <a:pt x="140" y="96"/>
                  </a:lnTo>
                  <a:lnTo>
                    <a:pt x="140" y="98"/>
                  </a:lnTo>
                  <a:lnTo>
                    <a:pt x="140" y="98"/>
                  </a:lnTo>
                  <a:lnTo>
                    <a:pt x="140" y="63"/>
                  </a:lnTo>
                  <a:lnTo>
                    <a:pt x="142" y="538"/>
                  </a:lnTo>
                  <a:lnTo>
                    <a:pt x="142" y="538"/>
                  </a:lnTo>
                  <a:lnTo>
                    <a:pt x="144" y="625"/>
                  </a:lnTo>
                  <a:lnTo>
                    <a:pt x="144" y="605"/>
                  </a:lnTo>
                  <a:lnTo>
                    <a:pt x="144" y="605"/>
                  </a:lnTo>
                  <a:lnTo>
                    <a:pt x="145" y="636"/>
                  </a:lnTo>
                  <a:lnTo>
                    <a:pt x="146" y="581"/>
                  </a:lnTo>
                  <a:lnTo>
                    <a:pt x="146" y="581"/>
                  </a:lnTo>
                  <a:lnTo>
                    <a:pt x="147" y="391"/>
                  </a:lnTo>
                  <a:lnTo>
                    <a:pt x="148" y="535"/>
                  </a:lnTo>
                  <a:lnTo>
                    <a:pt x="148" y="535"/>
                  </a:lnTo>
                  <a:lnTo>
                    <a:pt x="150" y="620"/>
                  </a:lnTo>
                  <a:lnTo>
                    <a:pt x="150" y="620"/>
                  </a:lnTo>
                  <a:lnTo>
                    <a:pt x="152" y="573"/>
                  </a:lnTo>
                  <a:lnTo>
                    <a:pt x="152" y="636"/>
                  </a:lnTo>
                  <a:lnTo>
                    <a:pt x="152" y="609"/>
                  </a:lnTo>
                  <a:lnTo>
                    <a:pt x="152" y="609"/>
                  </a:lnTo>
                  <a:lnTo>
                    <a:pt x="153" y="615"/>
                  </a:lnTo>
                  <a:lnTo>
                    <a:pt x="154" y="539"/>
                  </a:lnTo>
                  <a:lnTo>
                    <a:pt x="154" y="539"/>
                  </a:lnTo>
                  <a:lnTo>
                    <a:pt x="155" y="579"/>
                  </a:lnTo>
                  <a:lnTo>
                    <a:pt x="156" y="453"/>
                  </a:lnTo>
                  <a:lnTo>
                    <a:pt x="156" y="511"/>
                  </a:lnTo>
                  <a:lnTo>
                    <a:pt x="156" y="511"/>
                  </a:lnTo>
                  <a:lnTo>
                    <a:pt x="157" y="486"/>
                  </a:lnTo>
                  <a:lnTo>
                    <a:pt x="158" y="609"/>
                  </a:lnTo>
                  <a:lnTo>
                    <a:pt x="158" y="601"/>
                  </a:lnTo>
                  <a:lnTo>
                    <a:pt x="158" y="601"/>
                  </a:lnTo>
                  <a:lnTo>
                    <a:pt x="159" y="595"/>
                  </a:lnTo>
                  <a:lnTo>
                    <a:pt x="159" y="638"/>
                  </a:lnTo>
                  <a:lnTo>
                    <a:pt x="160" y="636"/>
                  </a:lnTo>
                  <a:lnTo>
                    <a:pt x="160" y="636"/>
                  </a:lnTo>
                  <a:lnTo>
                    <a:pt x="161" y="555"/>
                  </a:lnTo>
                  <a:lnTo>
                    <a:pt x="162" y="636"/>
                  </a:lnTo>
                  <a:lnTo>
                    <a:pt x="162" y="619"/>
                  </a:lnTo>
                  <a:lnTo>
                    <a:pt x="162" y="619"/>
                  </a:lnTo>
                  <a:lnTo>
                    <a:pt x="164" y="387"/>
                  </a:lnTo>
                  <a:lnTo>
                    <a:pt x="164" y="387"/>
                  </a:lnTo>
                  <a:lnTo>
                    <a:pt x="165" y="246"/>
                  </a:lnTo>
                  <a:lnTo>
                    <a:pt x="166" y="435"/>
                  </a:lnTo>
                  <a:lnTo>
                    <a:pt x="166" y="416"/>
                  </a:lnTo>
                  <a:lnTo>
                    <a:pt x="166" y="416"/>
                  </a:lnTo>
                  <a:lnTo>
                    <a:pt x="166" y="416"/>
                  </a:lnTo>
                  <a:lnTo>
                    <a:pt x="168" y="550"/>
                  </a:lnTo>
                  <a:lnTo>
                    <a:pt x="168" y="506"/>
                  </a:lnTo>
                  <a:lnTo>
                    <a:pt x="168" y="506"/>
                  </a:lnTo>
                  <a:lnTo>
                    <a:pt x="168" y="503"/>
                  </a:lnTo>
                  <a:lnTo>
                    <a:pt x="170" y="619"/>
                  </a:lnTo>
                  <a:lnTo>
                    <a:pt x="170" y="616"/>
                  </a:lnTo>
                  <a:lnTo>
                    <a:pt x="170" y="616"/>
                  </a:lnTo>
                  <a:lnTo>
                    <a:pt x="171" y="594"/>
                  </a:lnTo>
                  <a:lnTo>
                    <a:pt x="172" y="635"/>
                  </a:lnTo>
                  <a:lnTo>
                    <a:pt x="172" y="625"/>
                  </a:lnTo>
                  <a:lnTo>
                    <a:pt x="172" y="625"/>
                  </a:lnTo>
                  <a:lnTo>
                    <a:pt x="173" y="633"/>
                  </a:lnTo>
                  <a:lnTo>
                    <a:pt x="174" y="477"/>
                  </a:lnTo>
                  <a:lnTo>
                    <a:pt x="174" y="477"/>
                  </a:lnTo>
                  <a:lnTo>
                    <a:pt x="176" y="141"/>
                  </a:lnTo>
                  <a:lnTo>
                    <a:pt x="176" y="573"/>
                  </a:lnTo>
                  <a:lnTo>
                    <a:pt x="176" y="552"/>
                  </a:lnTo>
                  <a:lnTo>
                    <a:pt x="176" y="552"/>
                  </a:lnTo>
                  <a:lnTo>
                    <a:pt x="177" y="175"/>
                  </a:lnTo>
                  <a:lnTo>
                    <a:pt x="178" y="485"/>
                  </a:lnTo>
                  <a:lnTo>
                    <a:pt x="178" y="485"/>
                  </a:lnTo>
                  <a:lnTo>
                    <a:pt x="178" y="485"/>
                  </a:lnTo>
                  <a:lnTo>
                    <a:pt x="180" y="628"/>
                  </a:lnTo>
                  <a:lnTo>
                    <a:pt x="180" y="617"/>
                  </a:lnTo>
                  <a:lnTo>
                    <a:pt x="180" y="616"/>
                  </a:lnTo>
                  <a:lnTo>
                    <a:pt x="181" y="450"/>
                  </a:lnTo>
                  <a:lnTo>
                    <a:pt x="182" y="626"/>
                  </a:lnTo>
                  <a:lnTo>
                    <a:pt x="182" y="626"/>
                  </a:lnTo>
                  <a:lnTo>
                    <a:pt x="182" y="626"/>
                  </a:lnTo>
                  <a:lnTo>
                    <a:pt x="184" y="526"/>
                  </a:lnTo>
                  <a:lnTo>
                    <a:pt x="184" y="590"/>
                  </a:lnTo>
                  <a:lnTo>
                    <a:pt x="184" y="590"/>
                  </a:lnTo>
                  <a:lnTo>
                    <a:pt x="184" y="591"/>
                  </a:lnTo>
                  <a:lnTo>
                    <a:pt x="185" y="202"/>
                  </a:lnTo>
                  <a:lnTo>
                    <a:pt x="186" y="420"/>
                  </a:lnTo>
                  <a:lnTo>
                    <a:pt x="186" y="420"/>
                  </a:lnTo>
                  <a:lnTo>
                    <a:pt x="188" y="619"/>
                  </a:lnTo>
                  <a:lnTo>
                    <a:pt x="188" y="597"/>
                  </a:lnTo>
                  <a:lnTo>
                    <a:pt x="188" y="597"/>
                  </a:lnTo>
                  <a:lnTo>
                    <a:pt x="189" y="516"/>
                  </a:lnTo>
                  <a:lnTo>
                    <a:pt x="190" y="636"/>
                  </a:lnTo>
                  <a:lnTo>
                    <a:pt x="190" y="636"/>
                  </a:lnTo>
                  <a:lnTo>
                    <a:pt x="191" y="637"/>
                  </a:lnTo>
                  <a:lnTo>
                    <a:pt x="192" y="583"/>
                  </a:lnTo>
                  <a:lnTo>
                    <a:pt x="192" y="583"/>
                  </a:lnTo>
                  <a:lnTo>
                    <a:pt x="194" y="62"/>
                  </a:lnTo>
                  <a:lnTo>
                    <a:pt x="194" y="62"/>
                  </a:lnTo>
                  <a:lnTo>
                    <a:pt x="194" y="49"/>
                  </a:lnTo>
                  <a:lnTo>
                    <a:pt x="196" y="428"/>
                  </a:lnTo>
                  <a:lnTo>
                    <a:pt x="196" y="428"/>
                  </a:lnTo>
                  <a:lnTo>
                    <a:pt x="196" y="428"/>
                  </a:lnTo>
                  <a:lnTo>
                    <a:pt x="197" y="422"/>
                  </a:lnTo>
                  <a:lnTo>
                    <a:pt x="198" y="615"/>
                  </a:lnTo>
                  <a:lnTo>
                    <a:pt x="198" y="615"/>
                  </a:lnTo>
                  <a:lnTo>
                    <a:pt x="200" y="625"/>
                  </a:lnTo>
                  <a:lnTo>
                    <a:pt x="200" y="561"/>
                  </a:lnTo>
                  <a:lnTo>
                    <a:pt x="200" y="563"/>
                  </a:lnTo>
                  <a:lnTo>
                    <a:pt x="200" y="563"/>
                  </a:lnTo>
                  <a:lnTo>
                    <a:pt x="200" y="561"/>
                  </a:lnTo>
                  <a:lnTo>
                    <a:pt x="202" y="636"/>
                  </a:lnTo>
                  <a:lnTo>
                    <a:pt x="202" y="627"/>
                  </a:lnTo>
                  <a:lnTo>
                    <a:pt x="202" y="627"/>
                  </a:lnTo>
                  <a:lnTo>
                    <a:pt x="204" y="243"/>
                  </a:lnTo>
                  <a:lnTo>
                    <a:pt x="204" y="247"/>
                  </a:lnTo>
                  <a:lnTo>
                    <a:pt x="204" y="247"/>
                  </a:lnTo>
                  <a:lnTo>
                    <a:pt x="205" y="183"/>
                  </a:lnTo>
                  <a:lnTo>
                    <a:pt x="206" y="416"/>
                  </a:lnTo>
                  <a:lnTo>
                    <a:pt x="206" y="412"/>
                  </a:lnTo>
                  <a:lnTo>
                    <a:pt x="206" y="413"/>
                  </a:lnTo>
                  <a:lnTo>
                    <a:pt x="207" y="359"/>
                  </a:lnTo>
                  <a:lnTo>
                    <a:pt x="208" y="547"/>
                  </a:lnTo>
                  <a:lnTo>
                    <a:pt x="208" y="547"/>
                  </a:lnTo>
                  <a:lnTo>
                    <a:pt x="209" y="614"/>
                  </a:lnTo>
                  <a:lnTo>
                    <a:pt x="210" y="603"/>
                  </a:lnTo>
                  <a:lnTo>
                    <a:pt x="210" y="603"/>
                  </a:lnTo>
                  <a:lnTo>
                    <a:pt x="211" y="554"/>
                  </a:lnTo>
                  <a:lnTo>
                    <a:pt x="212" y="637"/>
                  </a:lnTo>
                  <a:lnTo>
                    <a:pt x="212" y="608"/>
                  </a:lnTo>
                  <a:lnTo>
                    <a:pt x="212" y="608"/>
                  </a:lnTo>
                  <a:lnTo>
                    <a:pt x="213" y="623"/>
                  </a:lnTo>
                  <a:lnTo>
                    <a:pt x="214" y="479"/>
                  </a:lnTo>
                  <a:lnTo>
                    <a:pt x="214" y="524"/>
                  </a:lnTo>
                  <a:lnTo>
                    <a:pt x="214" y="524"/>
                  </a:lnTo>
                  <a:lnTo>
                    <a:pt x="216" y="202"/>
                  </a:lnTo>
                  <a:lnTo>
                    <a:pt x="216" y="228"/>
                  </a:lnTo>
                  <a:lnTo>
                    <a:pt x="216" y="229"/>
                  </a:lnTo>
                  <a:lnTo>
                    <a:pt x="218" y="579"/>
                  </a:lnTo>
                  <a:lnTo>
                    <a:pt x="218" y="579"/>
                  </a:lnTo>
                  <a:lnTo>
                    <a:pt x="220" y="633"/>
                  </a:lnTo>
                  <a:lnTo>
                    <a:pt x="220" y="539"/>
                  </a:lnTo>
                  <a:lnTo>
                    <a:pt x="220" y="539"/>
                  </a:lnTo>
                  <a:lnTo>
                    <a:pt x="220" y="539"/>
                  </a:lnTo>
                  <a:lnTo>
                    <a:pt x="222" y="637"/>
                  </a:lnTo>
                  <a:lnTo>
                    <a:pt x="222" y="637"/>
                  </a:lnTo>
                  <a:lnTo>
                    <a:pt x="222" y="637"/>
                  </a:lnTo>
                  <a:lnTo>
                    <a:pt x="223" y="637"/>
                  </a:lnTo>
                  <a:lnTo>
                    <a:pt x="224" y="576"/>
                  </a:lnTo>
                  <a:lnTo>
                    <a:pt x="224" y="576"/>
                  </a:lnTo>
                  <a:lnTo>
                    <a:pt x="226" y="108"/>
                  </a:lnTo>
                  <a:lnTo>
                    <a:pt x="226" y="306"/>
                  </a:lnTo>
                  <a:lnTo>
                    <a:pt x="226" y="306"/>
                  </a:lnTo>
                  <a:lnTo>
                    <a:pt x="227" y="234"/>
                  </a:lnTo>
                  <a:lnTo>
                    <a:pt x="228" y="599"/>
                  </a:lnTo>
                  <a:lnTo>
                    <a:pt x="228" y="598"/>
                  </a:lnTo>
                  <a:lnTo>
                    <a:pt x="228" y="598"/>
                  </a:lnTo>
                  <a:lnTo>
                    <a:pt x="229" y="556"/>
                  </a:lnTo>
                  <a:lnTo>
                    <a:pt x="230" y="636"/>
                  </a:lnTo>
                  <a:lnTo>
                    <a:pt x="230" y="636"/>
                  </a:lnTo>
                  <a:lnTo>
                    <a:pt x="230" y="636"/>
                  </a:lnTo>
                  <a:lnTo>
                    <a:pt x="231" y="637"/>
                  </a:lnTo>
                  <a:lnTo>
                    <a:pt x="232" y="607"/>
                  </a:lnTo>
                  <a:lnTo>
                    <a:pt x="232" y="613"/>
                  </a:lnTo>
                  <a:lnTo>
                    <a:pt x="232" y="613"/>
                  </a:lnTo>
                  <a:lnTo>
                    <a:pt x="234" y="331"/>
                  </a:lnTo>
                  <a:lnTo>
                    <a:pt x="234" y="331"/>
                  </a:lnTo>
                  <a:lnTo>
                    <a:pt x="234" y="331"/>
                  </a:lnTo>
                  <a:lnTo>
                    <a:pt x="236" y="73"/>
                  </a:lnTo>
                  <a:lnTo>
                    <a:pt x="236" y="332"/>
                  </a:lnTo>
                  <a:lnTo>
                    <a:pt x="236" y="249"/>
                  </a:lnTo>
                  <a:lnTo>
                    <a:pt x="236" y="249"/>
                  </a:lnTo>
                  <a:lnTo>
                    <a:pt x="237" y="239"/>
                  </a:lnTo>
                  <a:lnTo>
                    <a:pt x="238" y="494"/>
                  </a:lnTo>
                  <a:lnTo>
                    <a:pt x="238" y="469"/>
                  </a:lnTo>
                  <a:lnTo>
                    <a:pt x="238" y="469"/>
                  </a:lnTo>
                  <a:lnTo>
                    <a:pt x="238" y="453"/>
                  </a:lnTo>
                  <a:lnTo>
                    <a:pt x="239" y="617"/>
                  </a:lnTo>
                  <a:lnTo>
                    <a:pt x="240" y="585"/>
                  </a:lnTo>
                  <a:lnTo>
                    <a:pt x="240" y="585"/>
                  </a:lnTo>
                  <a:lnTo>
                    <a:pt x="241" y="629"/>
                  </a:lnTo>
                  <a:lnTo>
                    <a:pt x="241" y="579"/>
                  </a:lnTo>
                  <a:lnTo>
                    <a:pt x="242" y="624"/>
                  </a:lnTo>
                  <a:lnTo>
                    <a:pt x="242" y="624"/>
                  </a:lnTo>
                  <a:lnTo>
                    <a:pt x="242" y="624"/>
                  </a:lnTo>
                  <a:lnTo>
                    <a:pt x="244" y="237"/>
                  </a:lnTo>
                  <a:lnTo>
                    <a:pt x="244" y="510"/>
                  </a:lnTo>
                  <a:lnTo>
                    <a:pt x="244" y="510"/>
                  </a:lnTo>
                  <a:lnTo>
                    <a:pt x="245" y="502"/>
                  </a:lnTo>
                  <a:lnTo>
                    <a:pt x="246" y="617"/>
                  </a:lnTo>
                  <a:lnTo>
                    <a:pt x="246" y="617"/>
                  </a:lnTo>
                  <a:lnTo>
                    <a:pt x="248" y="425"/>
                  </a:lnTo>
                  <a:lnTo>
                    <a:pt x="248" y="625"/>
                  </a:lnTo>
                  <a:lnTo>
                    <a:pt x="248" y="606"/>
                  </a:lnTo>
                  <a:lnTo>
                    <a:pt x="248" y="606"/>
                  </a:lnTo>
                  <a:lnTo>
                    <a:pt x="249" y="626"/>
                  </a:lnTo>
                  <a:lnTo>
                    <a:pt x="250" y="575"/>
                  </a:lnTo>
                  <a:lnTo>
                    <a:pt x="250" y="575"/>
                  </a:lnTo>
                  <a:lnTo>
                    <a:pt x="252" y="98"/>
                  </a:lnTo>
                  <a:lnTo>
                    <a:pt x="252" y="98"/>
                  </a:lnTo>
                  <a:lnTo>
                    <a:pt x="253" y="72"/>
                  </a:lnTo>
                  <a:lnTo>
                    <a:pt x="254" y="491"/>
                  </a:lnTo>
                  <a:lnTo>
                    <a:pt x="255" y="390"/>
                  </a:lnTo>
                  <a:lnTo>
                    <a:pt x="255" y="390"/>
                  </a:lnTo>
                  <a:lnTo>
                    <a:pt x="255" y="301"/>
                  </a:lnTo>
                  <a:lnTo>
                    <a:pt x="256" y="616"/>
                  </a:lnTo>
                  <a:lnTo>
                    <a:pt x="256" y="607"/>
                  </a:lnTo>
                  <a:lnTo>
                    <a:pt x="256" y="607"/>
                  </a:lnTo>
                  <a:lnTo>
                    <a:pt x="257" y="569"/>
                  </a:lnTo>
                  <a:lnTo>
                    <a:pt x="258" y="613"/>
                  </a:lnTo>
                  <a:lnTo>
                    <a:pt x="258" y="604"/>
                  </a:lnTo>
                  <a:lnTo>
                    <a:pt x="258" y="604"/>
                  </a:lnTo>
                  <a:lnTo>
                    <a:pt x="260" y="631"/>
                  </a:lnTo>
                  <a:lnTo>
                    <a:pt x="260" y="559"/>
                  </a:lnTo>
                  <a:lnTo>
                    <a:pt x="261" y="570"/>
                  </a:lnTo>
                  <a:lnTo>
                    <a:pt x="261" y="570"/>
                  </a:lnTo>
                  <a:lnTo>
                    <a:pt x="261" y="632"/>
                  </a:lnTo>
                  <a:lnTo>
                    <a:pt x="262" y="444"/>
                  </a:lnTo>
                  <a:lnTo>
                    <a:pt x="262" y="444"/>
                  </a:lnTo>
                  <a:lnTo>
                    <a:pt x="264" y="0"/>
                  </a:lnTo>
                  <a:lnTo>
                    <a:pt x="264" y="242"/>
                  </a:lnTo>
                  <a:lnTo>
                    <a:pt x="264" y="242"/>
                  </a:lnTo>
                  <a:lnTo>
                    <a:pt x="265" y="140"/>
                  </a:lnTo>
                  <a:lnTo>
                    <a:pt x="267" y="488"/>
                  </a:lnTo>
                  <a:lnTo>
                    <a:pt x="267" y="488"/>
                  </a:lnTo>
                  <a:lnTo>
                    <a:pt x="267" y="479"/>
                  </a:lnTo>
                  <a:lnTo>
                    <a:pt x="268" y="614"/>
                  </a:lnTo>
                  <a:lnTo>
                    <a:pt x="268" y="596"/>
                  </a:lnTo>
                  <a:lnTo>
                    <a:pt x="268" y="596"/>
                  </a:lnTo>
                  <a:lnTo>
                    <a:pt x="269" y="568"/>
                  </a:lnTo>
                  <a:lnTo>
                    <a:pt x="270" y="632"/>
                  </a:lnTo>
                  <a:lnTo>
                    <a:pt x="270" y="617"/>
                  </a:lnTo>
                  <a:lnTo>
                    <a:pt x="270" y="617"/>
                  </a:lnTo>
                  <a:lnTo>
                    <a:pt x="271" y="564"/>
                  </a:lnTo>
                  <a:lnTo>
                    <a:pt x="271" y="635"/>
                  </a:lnTo>
                  <a:lnTo>
                    <a:pt x="273" y="617"/>
                  </a:lnTo>
                  <a:lnTo>
                    <a:pt x="273" y="617"/>
                  </a:lnTo>
                  <a:lnTo>
                    <a:pt x="274" y="46"/>
                  </a:lnTo>
                  <a:lnTo>
                    <a:pt x="274" y="46"/>
                  </a:lnTo>
                  <a:lnTo>
                    <a:pt x="275" y="35"/>
                  </a:lnTo>
                  <a:lnTo>
                    <a:pt x="276" y="428"/>
                  </a:lnTo>
                  <a:lnTo>
                    <a:pt x="276" y="428"/>
                  </a:lnTo>
                  <a:lnTo>
                    <a:pt x="279" y="632"/>
                  </a:lnTo>
                  <a:lnTo>
                    <a:pt x="279" y="632"/>
                  </a:lnTo>
                  <a:lnTo>
                    <a:pt x="279" y="638"/>
                  </a:lnTo>
                  <a:lnTo>
                    <a:pt x="280" y="580"/>
                  </a:lnTo>
                  <a:lnTo>
                    <a:pt x="280" y="630"/>
                  </a:lnTo>
                  <a:lnTo>
                    <a:pt x="280" y="630"/>
                  </a:lnTo>
                  <a:lnTo>
                    <a:pt x="281" y="637"/>
                  </a:lnTo>
                  <a:lnTo>
                    <a:pt x="282" y="605"/>
                  </a:lnTo>
                  <a:lnTo>
                    <a:pt x="282" y="605"/>
                  </a:lnTo>
                  <a:lnTo>
                    <a:pt x="285" y="337"/>
                  </a:lnTo>
                  <a:lnTo>
                    <a:pt x="285" y="337"/>
                  </a:lnTo>
                  <a:lnTo>
                    <a:pt x="285" y="294"/>
                  </a:lnTo>
                  <a:lnTo>
                    <a:pt x="286" y="494"/>
                  </a:lnTo>
                  <a:lnTo>
                    <a:pt x="286" y="494"/>
                  </a:lnTo>
                  <a:lnTo>
                    <a:pt x="288" y="622"/>
                  </a:lnTo>
                  <a:lnTo>
                    <a:pt x="288" y="622"/>
                  </a:lnTo>
                  <a:lnTo>
                    <a:pt x="289" y="608"/>
                  </a:lnTo>
                  <a:lnTo>
                    <a:pt x="290" y="638"/>
                  </a:lnTo>
                  <a:lnTo>
                    <a:pt x="291" y="614"/>
                  </a:lnTo>
                  <a:lnTo>
                    <a:pt x="291" y="614"/>
                  </a:lnTo>
                  <a:lnTo>
                    <a:pt x="291" y="638"/>
                  </a:lnTo>
                  <a:lnTo>
                    <a:pt x="292" y="601"/>
                  </a:lnTo>
                  <a:lnTo>
                    <a:pt x="292" y="612"/>
                  </a:lnTo>
                  <a:lnTo>
                    <a:pt x="292" y="612"/>
                  </a:lnTo>
                  <a:lnTo>
                    <a:pt x="292" y="614"/>
                  </a:lnTo>
                  <a:lnTo>
                    <a:pt x="294" y="103"/>
                  </a:lnTo>
                  <a:lnTo>
                    <a:pt x="294" y="123"/>
                  </a:lnTo>
                  <a:lnTo>
                    <a:pt x="294" y="123"/>
                  </a:lnTo>
                  <a:lnTo>
                    <a:pt x="297" y="387"/>
                  </a:lnTo>
                  <a:lnTo>
                    <a:pt x="297" y="387"/>
                  </a:lnTo>
                  <a:lnTo>
                    <a:pt x="298" y="611"/>
                  </a:lnTo>
                  <a:lnTo>
                    <a:pt x="298" y="611"/>
                  </a:lnTo>
                  <a:lnTo>
                    <a:pt x="300" y="611"/>
                  </a:lnTo>
                  <a:lnTo>
                    <a:pt x="300" y="638"/>
                  </a:lnTo>
                  <a:lnTo>
                    <a:pt x="300" y="637"/>
                  </a:lnTo>
                  <a:lnTo>
                    <a:pt x="300" y="637"/>
                  </a:lnTo>
                  <a:lnTo>
                    <a:pt x="301" y="637"/>
                  </a:lnTo>
                  <a:lnTo>
                    <a:pt x="303" y="609"/>
                  </a:lnTo>
                  <a:lnTo>
                    <a:pt x="303" y="609"/>
                  </a:lnTo>
                  <a:lnTo>
                    <a:pt x="303" y="618"/>
                  </a:lnTo>
                  <a:lnTo>
                    <a:pt x="304" y="530"/>
                  </a:lnTo>
                  <a:lnTo>
                    <a:pt x="304" y="530"/>
                  </a:lnTo>
                  <a:lnTo>
                    <a:pt x="306" y="156"/>
                  </a:lnTo>
                  <a:lnTo>
                    <a:pt x="306" y="294"/>
                  </a:lnTo>
                  <a:lnTo>
                    <a:pt x="306" y="294"/>
                  </a:lnTo>
                  <a:lnTo>
                    <a:pt x="309" y="600"/>
                  </a:lnTo>
                  <a:lnTo>
                    <a:pt x="309" y="599"/>
                  </a:lnTo>
                  <a:lnTo>
                    <a:pt x="309" y="599"/>
                  </a:lnTo>
                  <a:lnTo>
                    <a:pt x="309" y="594"/>
                  </a:lnTo>
                  <a:lnTo>
                    <a:pt x="310" y="633"/>
                  </a:lnTo>
                  <a:lnTo>
                    <a:pt x="310" y="599"/>
                  </a:lnTo>
                  <a:lnTo>
                    <a:pt x="310" y="599"/>
                  </a:lnTo>
                  <a:lnTo>
                    <a:pt x="311" y="587"/>
                  </a:lnTo>
                  <a:lnTo>
                    <a:pt x="312" y="637"/>
                  </a:lnTo>
                  <a:lnTo>
                    <a:pt x="312" y="610"/>
                  </a:lnTo>
                  <a:lnTo>
                    <a:pt x="312" y="610"/>
                  </a:lnTo>
                  <a:lnTo>
                    <a:pt x="313" y="612"/>
                  </a:lnTo>
                  <a:lnTo>
                    <a:pt x="315" y="83"/>
                  </a:lnTo>
                  <a:lnTo>
                    <a:pt x="315" y="83"/>
                  </a:lnTo>
                  <a:lnTo>
                    <a:pt x="315" y="67"/>
                  </a:lnTo>
                  <a:lnTo>
                    <a:pt x="316" y="353"/>
                  </a:lnTo>
                  <a:lnTo>
                    <a:pt x="316" y="349"/>
                  </a:lnTo>
                  <a:lnTo>
                    <a:pt x="316" y="349"/>
                  </a:lnTo>
                  <a:lnTo>
                    <a:pt x="318" y="614"/>
                  </a:lnTo>
                  <a:lnTo>
                    <a:pt x="318" y="614"/>
                  </a:lnTo>
                  <a:lnTo>
                    <a:pt x="320" y="604"/>
                  </a:lnTo>
                  <a:lnTo>
                    <a:pt x="321" y="638"/>
                  </a:lnTo>
                  <a:lnTo>
                    <a:pt x="321" y="632"/>
                  </a:lnTo>
                  <a:lnTo>
                    <a:pt x="321" y="632"/>
                  </a:lnTo>
                  <a:lnTo>
                    <a:pt x="321" y="608"/>
                  </a:lnTo>
                  <a:lnTo>
                    <a:pt x="322" y="638"/>
                  </a:lnTo>
                  <a:lnTo>
                    <a:pt x="323" y="617"/>
                  </a:lnTo>
                  <a:lnTo>
                    <a:pt x="323" y="617"/>
                  </a:lnTo>
                  <a:lnTo>
                    <a:pt x="323" y="637"/>
                  </a:lnTo>
                  <a:lnTo>
                    <a:pt x="324" y="299"/>
                  </a:lnTo>
                  <a:lnTo>
                    <a:pt x="324" y="354"/>
                  </a:lnTo>
                  <a:lnTo>
                    <a:pt x="324" y="354"/>
                  </a:lnTo>
                  <a:lnTo>
                    <a:pt x="326" y="494"/>
                  </a:lnTo>
                  <a:lnTo>
                    <a:pt x="327" y="314"/>
                  </a:lnTo>
                  <a:lnTo>
                    <a:pt x="327" y="317"/>
                  </a:lnTo>
                  <a:lnTo>
                    <a:pt x="327" y="317"/>
                  </a:lnTo>
                  <a:lnTo>
                    <a:pt x="327" y="271"/>
                  </a:lnTo>
                  <a:lnTo>
                    <a:pt x="329" y="549"/>
                  </a:lnTo>
                  <a:lnTo>
                    <a:pt x="329" y="549"/>
                  </a:lnTo>
                  <a:lnTo>
                    <a:pt x="330" y="637"/>
                  </a:lnTo>
                  <a:lnTo>
                    <a:pt x="330" y="629"/>
                  </a:lnTo>
                  <a:lnTo>
                    <a:pt x="330" y="629"/>
                  </a:lnTo>
                  <a:lnTo>
                    <a:pt x="332" y="637"/>
                  </a:lnTo>
                  <a:lnTo>
                    <a:pt x="332" y="609"/>
                  </a:lnTo>
                  <a:lnTo>
                    <a:pt x="333" y="628"/>
                  </a:lnTo>
                  <a:lnTo>
                    <a:pt x="333" y="628"/>
                  </a:lnTo>
                  <a:lnTo>
                    <a:pt x="333" y="637"/>
                  </a:lnTo>
                  <a:lnTo>
                    <a:pt x="335" y="563"/>
                  </a:lnTo>
                  <a:lnTo>
                    <a:pt x="335" y="563"/>
                  </a:lnTo>
                  <a:lnTo>
                    <a:pt x="336" y="66"/>
                  </a:lnTo>
                  <a:lnTo>
                    <a:pt x="336" y="358"/>
                  </a:lnTo>
                  <a:lnTo>
                    <a:pt x="336" y="358"/>
                  </a:lnTo>
                  <a:lnTo>
                    <a:pt x="338" y="295"/>
                  </a:lnTo>
                  <a:lnTo>
                    <a:pt x="339" y="443"/>
                  </a:lnTo>
                  <a:lnTo>
                    <a:pt x="339" y="443"/>
                  </a:lnTo>
                  <a:lnTo>
                    <a:pt x="339" y="443"/>
                  </a:lnTo>
                  <a:lnTo>
                    <a:pt x="339" y="436"/>
                  </a:lnTo>
                  <a:lnTo>
                    <a:pt x="340" y="622"/>
                  </a:lnTo>
                  <a:lnTo>
                    <a:pt x="341" y="598"/>
                  </a:lnTo>
                  <a:lnTo>
                    <a:pt x="341" y="598"/>
                  </a:lnTo>
                  <a:lnTo>
                    <a:pt x="341" y="596"/>
                  </a:lnTo>
                  <a:lnTo>
                    <a:pt x="342" y="638"/>
                  </a:lnTo>
                  <a:lnTo>
                    <a:pt x="342" y="636"/>
                  </a:lnTo>
                  <a:lnTo>
                    <a:pt x="342" y="636"/>
                  </a:lnTo>
                  <a:lnTo>
                    <a:pt x="343" y="637"/>
                  </a:lnTo>
                  <a:lnTo>
                    <a:pt x="345" y="608"/>
                  </a:lnTo>
                  <a:lnTo>
                    <a:pt x="345" y="608"/>
                  </a:lnTo>
                  <a:lnTo>
                    <a:pt x="347" y="57"/>
                  </a:lnTo>
                  <a:lnTo>
                    <a:pt x="347" y="75"/>
                  </a:lnTo>
                  <a:lnTo>
                    <a:pt x="347" y="75"/>
                  </a:lnTo>
                  <a:lnTo>
                    <a:pt x="347" y="66"/>
                  </a:lnTo>
                  <a:lnTo>
                    <a:pt x="348" y="282"/>
                  </a:lnTo>
                  <a:lnTo>
                    <a:pt x="348" y="282"/>
                  </a:lnTo>
                  <a:lnTo>
                    <a:pt x="350" y="600"/>
                  </a:lnTo>
                  <a:lnTo>
                    <a:pt x="351" y="593"/>
                  </a:lnTo>
                  <a:lnTo>
                    <a:pt x="351" y="593"/>
                  </a:lnTo>
                  <a:lnTo>
                    <a:pt x="351" y="606"/>
                  </a:lnTo>
                  <a:lnTo>
                    <a:pt x="353" y="534"/>
                  </a:lnTo>
                  <a:lnTo>
                    <a:pt x="353" y="534"/>
                  </a:lnTo>
                  <a:lnTo>
                    <a:pt x="353" y="517"/>
                  </a:lnTo>
                  <a:lnTo>
                    <a:pt x="353" y="626"/>
                  </a:lnTo>
                  <a:lnTo>
                    <a:pt x="354" y="606"/>
                  </a:lnTo>
                  <a:lnTo>
                    <a:pt x="354" y="606"/>
                  </a:lnTo>
                  <a:lnTo>
                    <a:pt x="355" y="620"/>
                  </a:lnTo>
                  <a:lnTo>
                    <a:pt x="357" y="377"/>
                  </a:lnTo>
                  <a:lnTo>
                    <a:pt x="357" y="376"/>
                  </a:lnTo>
                  <a:lnTo>
                    <a:pt x="357" y="106"/>
                  </a:lnTo>
                  <a:lnTo>
                    <a:pt x="359" y="390"/>
                  </a:lnTo>
                  <a:lnTo>
                    <a:pt x="359" y="364"/>
                  </a:lnTo>
                  <a:lnTo>
                    <a:pt x="359" y="364"/>
                  </a:lnTo>
                  <a:lnTo>
                    <a:pt x="359" y="304"/>
                  </a:lnTo>
                  <a:lnTo>
                    <a:pt x="360" y="590"/>
                  </a:lnTo>
                  <a:lnTo>
                    <a:pt x="360" y="590"/>
                  </a:lnTo>
                  <a:lnTo>
                    <a:pt x="362" y="634"/>
                  </a:lnTo>
                  <a:lnTo>
                    <a:pt x="363" y="618"/>
                  </a:lnTo>
                  <a:lnTo>
                    <a:pt x="363" y="618"/>
                  </a:lnTo>
                  <a:lnTo>
                    <a:pt x="363" y="637"/>
                  </a:lnTo>
                  <a:lnTo>
                    <a:pt x="364" y="608"/>
                  </a:lnTo>
                  <a:lnTo>
                    <a:pt x="365" y="632"/>
                  </a:lnTo>
                  <a:lnTo>
                    <a:pt x="365" y="632"/>
                  </a:lnTo>
                  <a:lnTo>
                    <a:pt x="365" y="637"/>
                  </a:lnTo>
                  <a:lnTo>
                    <a:pt x="366" y="585"/>
                  </a:lnTo>
                  <a:lnTo>
                    <a:pt x="366" y="606"/>
                  </a:lnTo>
                  <a:lnTo>
                    <a:pt x="366" y="606"/>
                  </a:lnTo>
                  <a:lnTo>
                    <a:pt x="368" y="613"/>
                  </a:lnTo>
                  <a:lnTo>
                    <a:pt x="369" y="500"/>
                  </a:lnTo>
                  <a:lnTo>
                    <a:pt x="369" y="499"/>
                  </a:lnTo>
                  <a:lnTo>
                    <a:pt x="369" y="300"/>
                  </a:lnTo>
                  <a:lnTo>
                    <a:pt x="370" y="616"/>
                  </a:lnTo>
                  <a:lnTo>
                    <a:pt x="371" y="560"/>
                  </a:lnTo>
                  <a:lnTo>
                    <a:pt x="371" y="560"/>
                  </a:lnTo>
                  <a:lnTo>
                    <a:pt x="371" y="558"/>
                  </a:lnTo>
                  <a:lnTo>
                    <a:pt x="372" y="638"/>
                  </a:lnTo>
                  <a:lnTo>
                    <a:pt x="372" y="629"/>
                  </a:lnTo>
                  <a:lnTo>
                    <a:pt x="372" y="629"/>
                  </a:lnTo>
                  <a:lnTo>
                    <a:pt x="374" y="638"/>
                  </a:lnTo>
                  <a:lnTo>
                    <a:pt x="375" y="609"/>
                  </a:lnTo>
                  <a:lnTo>
                    <a:pt x="375" y="609"/>
                  </a:lnTo>
                  <a:lnTo>
                    <a:pt x="375" y="637"/>
                  </a:lnTo>
                  <a:lnTo>
                    <a:pt x="377" y="502"/>
                  </a:lnTo>
                  <a:lnTo>
                    <a:pt x="377" y="502"/>
                  </a:lnTo>
                  <a:lnTo>
                    <a:pt x="377" y="504"/>
                  </a:lnTo>
                  <a:lnTo>
                    <a:pt x="378" y="253"/>
                  </a:lnTo>
                  <a:lnTo>
                    <a:pt x="378" y="391"/>
                  </a:lnTo>
                  <a:lnTo>
                    <a:pt x="378" y="390"/>
                  </a:lnTo>
                  <a:lnTo>
                    <a:pt x="380" y="252"/>
                  </a:lnTo>
                  <a:lnTo>
                    <a:pt x="381" y="498"/>
                  </a:lnTo>
                  <a:lnTo>
                    <a:pt x="381" y="498"/>
                  </a:lnTo>
                  <a:lnTo>
                    <a:pt x="381" y="496"/>
                  </a:lnTo>
                  <a:lnTo>
                    <a:pt x="383" y="620"/>
                  </a:lnTo>
                  <a:lnTo>
                    <a:pt x="383" y="619"/>
                  </a:lnTo>
                  <a:lnTo>
                    <a:pt x="383" y="619"/>
                  </a:lnTo>
                  <a:lnTo>
                    <a:pt x="384" y="637"/>
                  </a:lnTo>
                  <a:lnTo>
                    <a:pt x="384" y="608"/>
                  </a:lnTo>
                  <a:lnTo>
                    <a:pt x="384" y="608"/>
                  </a:lnTo>
                  <a:lnTo>
                    <a:pt x="384" y="608"/>
                  </a:lnTo>
                  <a:lnTo>
                    <a:pt x="385" y="637"/>
                  </a:lnTo>
                  <a:lnTo>
                    <a:pt x="387" y="588"/>
                  </a:lnTo>
                  <a:lnTo>
                    <a:pt x="387" y="588"/>
                  </a:lnTo>
                  <a:lnTo>
                    <a:pt x="389" y="155"/>
                  </a:lnTo>
                  <a:lnTo>
                    <a:pt x="389" y="166"/>
                  </a:lnTo>
                  <a:lnTo>
                    <a:pt x="389" y="167"/>
                  </a:lnTo>
                  <a:lnTo>
                    <a:pt x="389" y="136"/>
                  </a:lnTo>
                  <a:lnTo>
                    <a:pt x="391" y="457"/>
                  </a:lnTo>
                  <a:lnTo>
                    <a:pt x="391" y="432"/>
                  </a:lnTo>
                  <a:lnTo>
                    <a:pt x="391" y="432"/>
                  </a:lnTo>
                  <a:lnTo>
                    <a:pt x="391" y="419"/>
                  </a:lnTo>
                  <a:lnTo>
                    <a:pt x="393" y="610"/>
                  </a:lnTo>
                  <a:lnTo>
                    <a:pt x="393" y="598"/>
                  </a:lnTo>
                  <a:lnTo>
                    <a:pt x="393" y="598"/>
                  </a:lnTo>
                  <a:lnTo>
                    <a:pt x="394" y="586"/>
                  </a:lnTo>
                  <a:lnTo>
                    <a:pt x="394" y="624"/>
                  </a:lnTo>
                  <a:lnTo>
                    <a:pt x="395" y="617"/>
                  </a:lnTo>
                  <a:lnTo>
                    <a:pt x="395" y="617"/>
                  </a:lnTo>
                  <a:lnTo>
                    <a:pt x="395" y="587"/>
                  </a:lnTo>
                  <a:lnTo>
                    <a:pt x="396" y="636"/>
                  </a:lnTo>
                  <a:lnTo>
                    <a:pt x="397" y="596"/>
                  </a:lnTo>
                  <a:lnTo>
                    <a:pt x="397" y="596"/>
                  </a:lnTo>
                  <a:lnTo>
                    <a:pt x="397" y="609"/>
                  </a:lnTo>
                  <a:lnTo>
                    <a:pt x="399" y="238"/>
                  </a:lnTo>
                  <a:lnTo>
                    <a:pt x="399" y="238"/>
                  </a:lnTo>
                  <a:lnTo>
                    <a:pt x="400" y="57"/>
                  </a:lnTo>
                  <a:lnTo>
                    <a:pt x="401" y="325"/>
                  </a:lnTo>
                  <a:lnTo>
                    <a:pt x="401" y="315"/>
                  </a:lnTo>
                  <a:lnTo>
                    <a:pt x="401" y="315"/>
                  </a:lnTo>
                  <a:lnTo>
                    <a:pt x="401" y="308"/>
                  </a:lnTo>
                  <a:lnTo>
                    <a:pt x="403" y="594"/>
                  </a:lnTo>
                  <a:lnTo>
                    <a:pt x="403" y="594"/>
                  </a:lnTo>
                  <a:lnTo>
                    <a:pt x="404" y="638"/>
                  </a:lnTo>
                  <a:lnTo>
                    <a:pt x="405" y="582"/>
                  </a:lnTo>
                  <a:lnTo>
                    <a:pt x="405" y="582"/>
                  </a:lnTo>
                  <a:lnTo>
                    <a:pt x="405" y="582"/>
                  </a:lnTo>
                  <a:lnTo>
                    <a:pt x="405" y="632"/>
                  </a:lnTo>
                  <a:lnTo>
                    <a:pt x="407" y="631"/>
                  </a:lnTo>
                  <a:lnTo>
                    <a:pt x="407" y="631"/>
                  </a:lnTo>
                  <a:lnTo>
                    <a:pt x="407" y="636"/>
                  </a:lnTo>
                  <a:lnTo>
                    <a:pt x="409" y="345"/>
                  </a:lnTo>
                  <a:lnTo>
                    <a:pt x="409" y="345"/>
                  </a:lnTo>
                  <a:lnTo>
                    <a:pt x="410" y="77"/>
                  </a:lnTo>
                  <a:lnTo>
                    <a:pt x="411" y="111"/>
                  </a:lnTo>
                  <a:lnTo>
                    <a:pt x="411" y="111"/>
                  </a:lnTo>
                  <a:lnTo>
                    <a:pt x="413" y="548"/>
                  </a:lnTo>
                  <a:lnTo>
                    <a:pt x="413" y="548"/>
                  </a:lnTo>
                  <a:lnTo>
                    <a:pt x="414" y="623"/>
                  </a:lnTo>
                  <a:lnTo>
                    <a:pt x="415" y="611"/>
                  </a:lnTo>
                  <a:lnTo>
                    <a:pt x="415" y="611"/>
                  </a:lnTo>
                  <a:lnTo>
                    <a:pt x="416" y="592"/>
                  </a:lnTo>
                  <a:lnTo>
                    <a:pt x="416" y="632"/>
                  </a:lnTo>
                  <a:lnTo>
                    <a:pt x="417" y="616"/>
                  </a:lnTo>
                  <a:lnTo>
                    <a:pt x="417" y="616"/>
                  </a:lnTo>
                  <a:lnTo>
                    <a:pt x="417" y="629"/>
                  </a:lnTo>
                  <a:lnTo>
                    <a:pt x="419" y="603"/>
                  </a:lnTo>
                  <a:lnTo>
                    <a:pt x="419" y="603"/>
                  </a:lnTo>
                  <a:lnTo>
                    <a:pt x="421" y="57"/>
                  </a:lnTo>
                  <a:lnTo>
                    <a:pt x="421" y="59"/>
                  </a:lnTo>
                  <a:lnTo>
                    <a:pt x="421" y="59"/>
                  </a:lnTo>
                  <a:lnTo>
                    <a:pt x="423" y="417"/>
                  </a:lnTo>
                  <a:lnTo>
                    <a:pt x="423" y="417"/>
                  </a:lnTo>
                  <a:lnTo>
                    <a:pt x="424" y="608"/>
                  </a:lnTo>
                  <a:lnTo>
                    <a:pt x="425" y="577"/>
                  </a:lnTo>
                  <a:lnTo>
                    <a:pt x="425" y="577"/>
                  </a:lnTo>
                  <a:lnTo>
                    <a:pt x="425" y="543"/>
                  </a:lnTo>
                  <a:lnTo>
                    <a:pt x="426" y="626"/>
                  </a:lnTo>
                  <a:lnTo>
                    <a:pt x="427" y="598"/>
                  </a:lnTo>
                  <a:lnTo>
                    <a:pt x="427" y="598"/>
                  </a:lnTo>
                  <a:lnTo>
                    <a:pt x="427" y="591"/>
                  </a:lnTo>
                  <a:lnTo>
                    <a:pt x="428" y="637"/>
                  </a:lnTo>
                  <a:lnTo>
                    <a:pt x="429" y="609"/>
                  </a:lnTo>
                  <a:lnTo>
                    <a:pt x="429" y="609"/>
                  </a:lnTo>
                  <a:lnTo>
                    <a:pt x="429" y="619"/>
                  </a:lnTo>
                  <a:lnTo>
                    <a:pt x="431" y="110"/>
                  </a:lnTo>
                  <a:lnTo>
                    <a:pt x="431" y="117"/>
                  </a:lnTo>
                  <a:lnTo>
                    <a:pt x="431" y="117"/>
                  </a:lnTo>
                  <a:lnTo>
                    <a:pt x="431" y="97"/>
                  </a:lnTo>
                  <a:lnTo>
                    <a:pt x="433" y="343"/>
                  </a:lnTo>
                  <a:lnTo>
                    <a:pt x="433" y="343"/>
                  </a:lnTo>
                  <a:lnTo>
                    <a:pt x="434" y="578"/>
                  </a:lnTo>
                  <a:lnTo>
                    <a:pt x="435" y="497"/>
                  </a:lnTo>
                  <a:lnTo>
                    <a:pt x="435" y="497"/>
                  </a:lnTo>
                  <a:lnTo>
                    <a:pt x="436" y="598"/>
                  </a:lnTo>
                  <a:lnTo>
                    <a:pt x="436" y="482"/>
                  </a:lnTo>
                  <a:lnTo>
                    <a:pt x="437" y="524"/>
                  </a:lnTo>
                  <a:lnTo>
                    <a:pt x="437" y="525"/>
                  </a:lnTo>
                  <a:lnTo>
                    <a:pt x="439" y="629"/>
                  </a:lnTo>
                  <a:lnTo>
                    <a:pt x="439" y="614"/>
                  </a:lnTo>
                  <a:lnTo>
                    <a:pt x="439" y="614"/>
                  </a:lnTo>
                  <a:lnTo>
                    <a:pt x="441" y="423"/>
                  </a:lnTo>
                  <a:lnTo>
                    <a:pt x="441" y="423"/>
                  </a:lnTo>
                  <a:lnTo>
                    <a:pt x="442" y="129"/>
                  </a:lnTo>
                  <a:lnTo>
                    <a:pt x="443" y="220"/>
                  </a:lnTo>
                  <a:lnTo>
                    <a:pt x="443" y="220"/>
                  </a:lnTo>
                  <a:lnTo>
                    <a:pt x="444" y="446"/>
                  </a:lnTo>
                  <a:lnTo>
                    <a:pt x="445" y="121"/>
                  </a:lnTo>
                  <a:lnTo>
                    <a:pt x="445" y="121"/>
                  </a:lnTo>
                  <a:lnTo>
                    <a:pt x="445" y="56"/>
                  </a:lnTo>
                  <a:lnTo>
                    <a:pt x="446" y="581"/>
                  </a:lnTo>
                  <a:lnTo>
                    <a:pt x="447" y="564"/>
                  </a:lnTo>
                  <a:lnTo>
                    <a:pt x="447" y="564"/>
                  </a:lnTo>
                  <a:lnTo>
                    <a:pt x="447" y="505"/>
                  </a:lnTo>
                  <a:lnTo>
                    <a:pt x="449" y="611"/>
                  </a:lnTo>
                  <a:lnTo>
                    <a:pt x="449" y="611"/>
                  </a:lnTo>
                  <a:lnTo>
                    <a:pt x="449" y="634"/>
                  </a:lnTo>
                  <a:lnTo>
                    <a:pt x="451" y="596"/>
                  </a:lnTo>
                  <a:lnTo>
                    <a:pt x="451" y="596"/>
                  </a:lnTo>
                  <a:lnTo>
                    <a:pt x="451" y="596"/>
                  </a:lnTo>
                  <a:lnTo>
                    <a:pt x="452" y="187"/>
                  </a:lnTo>
                  <a:lnTo>
                    <a:pt x="453" y="233"/>
                  </a:lnTo>
                  <a:lnTo>
                    <a:pt x="453" y="233"/>
                  </a:lnTo>
                  <a:lnTo>
                    <a:pt x="454" y="188"/>
                  </a:lnTo>
                  <a:lnTo>
                    <a:pt x="455" y="413"/>
                  </a:lnTo>
                  <a:lnTo>
                    <a:pt x="455" y="413"/>
                  </a:lnTo>
                  <a:lnTo>
                    <a:pt x="457" y="615"/>
                  </a:lnTo>
                  <a:lnTo>
                    <a:pt x="457" y="615"/>
                  </a:lnTo>
                  <a:lnTo>
                    <a:pt x="457" y="627"/>
                  </a:lnTo>
                  <a:lnTo>
                    <a:pt x="458" y="600"/>
                  </a:lnTo>
                  <a:lnTo>
                    <a:pt x="459" y="626"/>
                  </a:lnTo>
                  <a:lnTo>
                    <a:pt x="459" y="626"/>
                  </a:lnTo>
                  <a:lnTo>
                    <a:pt x="461" y="540"/>
                  </a:lnTo>
                  <a:lnTo>
                    <a:pt x="461" y="540"/>
                  </a:lnTo>
                  <a:lnTo>
                    <a:pt x="462" y="60"/>
                  </a:lnTo>
                  <a:lnTo>
                    <a:pt x="463" y="203"/>
                  </a:lnTo>
                  <a:lnTo>
                    <a:pt x="463" y="204"/>
                  </a:lnTo>
                  <a:lnTo>
                    <a:pt x="465" y="555"/>
                  </a:lnTo>
                  <a:lnTo>
                    <a:pt x="465" y="555"/>
                  </a:lnTo>
                  <a:lnTo>
                    <a:pt x="465" y="555"/>
                  </a:lnTo>
                  <a:lnTo>
                    <a:pt x="465" y="553"/>
                  </a:lnTo>
                  <a:lnTo>
                    <a:pt x="466" y="619"/>
                  </a:lnTo>
                  <a:lnTo>
                    <a:pt x="467" y="574"/>
                  </a:lnTo>
                  <a:lnTo>
                    <a:pt x="467" y="574"/>
                  </a:lnTo>
                  <a:lnTo>
                    <a:pt x="468" y="533"/>
                  </a:lnTo>
                  <a:lnTo>
                    <a:pt x="469" y="626"/>
                  </a:lnTo>
                  <a:lnTo>
                    <a:pt x="469" y="626"/>
                  </a:lnTo>
                  <a:lnTo>
                    <a:pt x="469" y="635"/>
                  </a:lnTo>
                  <a:lnTo>
                    <a:pt x="471" y="518"/>
                  </a:lnTo>
                  <a:lnTo>
                    <a:pt x="471" y="518"/>
                  </a:lnTo>
                  <a:lnTo>
                    <a:pt x="472" y="60"/>
                  </a:lnTo>
                  <a:lnTo>
                    <a:pt x="473" y="79"/>
                  </a:lnTo>
                  <a:lnTo>
                    <a:pt x="473" y="79"/>
                  </a:lnTo>
                  <a:lnTo>
                    <a:pt x="475" y="443"/>
                  </a:lnTo>
                  <a:lnTo>
                    <a:pt x="475" y="443"/>
                  </a:lnTo>
                  <a:lnTo>
                    <a:pt x="477" y="620"/>
                  </a:lnTo>
                  <a:lnTo>
                    <a:pt x="477" y="603"/>
                  </a:lnTo>
                  <a:lnTo>
                    <a:pt x="477" y="603"/>
                  </a:lnTo>
                  <a:lnTo>
                    <a:pt x="477" y="529"/>
                  </a:lnTo>
                  <a:lnTo>
                    <a:pt x="478" y="618"/>
                  </a:lnTo>
                  <a:lnTo>
                    <a:pt x="479" y="567"/>
                  </a:lnTo>
                  <a:lnTo>
                    <a:pt x="479" y="567"/>
                  </a:lnTo>
                  <a:lnTo>
                    <a:pt x="479" y="565"/>
                  </a:lnTo>
                  <a:lnTo>
                    <a:pt x="480" y="633"/>
                  </a:lnTo>
                  <a:lnTo>
                    <a:pt x="481" y="587"/>
                  </a:lnTo>
                  <a:lnTo>
                    <a:pt x="481" y="586"/>
                  </a:lnTo>
                  <a:lnTo>
                    <a:pt x="481" y="361"/>
                  </a:lnTo>
                  <a:lnTo>
                    <a:pt x="483" y="482"/>
                  </a:lnTo>
                  <a:lnTo>
                    <a:pt x="483" y="482"/>
                  </a:lnTo>
                  <a:lnTo>
                    <a:pt x="484" y="396"/>
                  </a:lnTo>
                  <a:lnTo>
                    <a:pt x="485" y="494"/>
                  </a:lnTo>
                  <a:lnTo>
                    <a:pt x="485" y="494"/>
                  </a:lnTo>
                  <a:lnTo>
                    <a:pt x="486" y="609"/>
                  </a:lnTo>
                  <a:lnTo>
                    <a:pt x="487" y="601"/>
                  </a:lnTo>
                  <a:lnTo>
                    <a:pt x="487" y="601"/>
                  </a:lnTo>
                  <a:lnTo>
                    <a:pt x="488" y="484"/>
                  </a:lnTo>
                  <a:lnTo>
                    <a:pt x="489" y="628"/>
                  </a:lnTo>
                  <a:lnTo>
                    <a:pt x="489" y="617"/>
                  </a:lnTo>
                  <a:lnTo>
                    <a:pt x="489" y="617"/>
                  </a:lnTo>
                  <a:lnTo>
                    <a:pt x="489" y="588"/>
                  </a:lnTo>
                  <a:lnTo>
                    <a:pt x="490" y="628"/>
                  </a:lnTo>
                  <a:lnTo>
                    <a:pt x="491" y="595"/>
                  </a:lnTo>
                  <a:lnTo>
                    <a:pt x="491" y="595"/>
                  </a:lnTo>
                  <a:lnTo>
                    <a:pt x="491" y="600"/>
                  </a:lnTo>
                  <a:lnTo>
                    <a:pt x="493" y="196"/>
                  </a:lnTo>
                  <a:lnTo>
                    <a:pt x="493" y="237"/>
                  </a:lnTo>
                  <a:lnTo>
                    <a:pt x="493" y="237"/>
                  </a:lnTo>
                  <a:lnTo>
                    <a:pt x="495" y="451"/>
                  </a:lnTo>
                  <a:lnTo>
                    <a:pt x="495" y="452"/>
                  </a:lnTo>
                  <a:lnTo>
                    <a:pt x="497" y="584"/>
                  </a:lnTo>
                  <a:lnTo>
                    <a:pt x="497" y="584"/>
                  </a:lnTo>
                  <a:lnTo>
                    <a:pt x="498" y="633"/>
                  </a:lnTo>
                  <a:lnTo>
                    <a:pt x="498" y="479"/>
                  </a:lnTo>
                  <a:lnTo>
                    <a:pt x="499" y="619"/>
                  </a:lnTo>
                  <a:lnTo>
                    <a:pt x="499" y="618"/>
                  </a:lnTo>
                  <a:lnTo>
                    <a:pt x="499" y="561"/>
                  </a:lnTo>
                  <a:lnTo>
                    <a:pt x="500" y="628"/>
                  </a:lnTo>
                  <a:lnTo>
                    <a:pt x="501" y="608"/>
                  </a:lnTo>
                  <a:lnTo>
                    <a:pt x="501" y="608"/>
                  </a:lnTo>
                  <a:lnTo>
                    <a:pt x="501" y="610"/>
                  </a:lnTo>
                  <a:lnTo>
                    <a:pt x="503" y="400"/>
                  </a:lnTo>
                  <a:lnTo>
                    <a:pt x="503" y="402"/>
                  </a:lnTo>
                  <a:lnTo>
                    <a:pt x="503" y="402"/>
                  </a:lnTo>
                  <a:lnTo>
                    <a:pt x="504" y="111"/>
                  </a:lnTo>
                  <a:lnTo>
                    <a:pt x="505" y="322"/>
                  </a:lnTo>
                  <a:lnTo>
                    <a:pt x="505" y="323"/>
                  </a:lnTo>
                  <a:lnTo>
                    <a:pt x="507" y="545"/>
                  </a:lnTo>
                  <a:lnTo>
                    <a:pt x="507" y="541"/>
                  </a:lnTo>
                  <a:lnTo>
                    <a:pt x="507" y="541"/>
                  </a:lnTo>
                  <a:lnTo>
                    <a:pt x="507" y="387"/>
                  </a:lnTo>
                  <a:lnTo>
                    <a:pt x="509" y="594"/>
                  </a:lnTo>
                  <a:lnTo>
                    <a:pt x="509" y="594"/>
                  </a:lnTo>
                  <a:lnTo>
                    <a:pt x="510" y="638"/>
                  </a:lnTo>
                  <a:lnTo>
                    <a:pt x="511" y="608"/>
                  </a:lnTo>
                  <a:lnTo>
                    <a:pt x="511" y="608"/>
                  </a:lnTo>
                  <a:lnTo>
                    <a:pt x="511" y="637"/>
                  </a:lnTo>
                  <a:lnTo>
                    <a:pt x="513" y="607"/>
                  </a:lnTo>
                  <a:lnTo>
                    <a:pt x="513" y="608"/>
                  </a:lnTo>
                  <a:lnTo>
                    <a:pt x="513" y="608"/>
                  </a:lnTo>
                  <a:lnTo>
                    <a:pt x="513" y="629"/>
                  </a:lnTo>
                  <a:lnTo>
                    <a:pt x="515" y="174"/>
                  </a:lnTo>
                  <a:lnTo>
                    <a:pt x="515" y="174"/>
                  </a:lnTo>
                  <a:lnTo>
                    <a:pt x="516" y="58"/>
                  </a:lnTo>
                  <a:lnTo>
                    <a:pt x="517" y="236"/>
                  </a:lnTo>
                  <a:lnTo>
                    <a:pt x="517" y="236"/>
                  </a:lnTo>
                  <a:lnTo>
                    <a:pt x="517" y="185"/>
                  </a:lnTo>
                  <a:lnTo>
                    <a:pt x="519" y="578"/>
                  </a:lnTo>
                  <a:lnTo>
                    <a:pt x="519" y="578"/>
                  </a:lnTo>
                  <a:lnTo>
                    <a:pt x="521" y="637"/>
                  </a:lnTo>
                  <a:lnTo>
                    <a:pt x="521" y="637"/>
                  </a:lnTo>
                  <a:lnTo>
                    <a:pt x="521" y="637"/>
                  </a:lnTo>
                  <a:lnTo>
                    <a:pt x="521" y="637"/>
                  </a:lnTo>
                  <a:lnTo>
                    <a:pt x="522" y="608"/>
                  </a:lnTo>
                  <a:lnTo>
                    <a:pt x="523" y="636"/>
                  </a:lnTo>
                  <a:lnTo>
                    <a:pt x="523" y="636"/>
                  </a:lnTo>
                  <a:lnTo>
                    <a:pt x="525" y="582"/>
                  </a:lnTo>
                  <a:lnTo>
                    <a:pt x="525" y="582"/>
                  </a:lnTo>
                  <a:lnTo>
                    <a:pt x="526" y="121"/>
                  </a:lnTo>
                  <a:lnTo>
                    <a:pt x="527" y="208"/>
                  </a:lnTo>
                  <a:lnTo>
                    <a:pt x="527" y="208"/>
                  </a:lnTo>
                  <a:lnTo>
                    <a:pt x="527" y="169"/>
                  </a:lnTo>
                  <a:lnTo>
                    <a:pt x="529" y="494"/>
                  </a:lnTo>
                  <a:lnTo>
                    <a:pt x="529" y="494"/>
                  </a:lnTo>
                  <a:lnTo>
                    <a:pt x="531" y="629"/>
                  </a:lnTo>
                  <a:lnTo>
                    <a:pt x="531" y="629"/>
                  </a:lnTo>
                  <a:lnTo>
                    <a:pt x="531" y="609"/>
                  </a:lnTo>
                  <a:lnTo>
                    <a:pt x="532" y="638"/>
                  </a:lnTo>
                  <a:lnTo>
                    <a:pt x="533" y="621"/>
                  </a:lnTo>
                  <a:lnTo>
                    <a:pt x="533" y="621"/>
                  </a:lnTo>
                  <a:lnTo>
                    <a:pt x="534" y="637"/>
                  </a:lnTo>
                  <a:lnTo>
                    <a:pt x="535" y="602"/>
                  </a:lnTo>
                  <a:lnTo>
                    <a:pt x="535" y="604"/>
                  </a:lnTo>
                  <a:lnTo>
                    <a:pt x="535" y="604"/>
                  </a:lnTo>
                  <a:lnTo>
                    <a:pt x="535" y="611"/>
                  </a:lnTo>
                  <a:lnTo>
                    <a:pt x="537" y="140"/>
                  </a:lnTo>
                  <a:lnTo>
                    <a:pt x="537" y="170"/>
                  </a:lnTo>
                  <a:lnTo>
                    <a:pt x="537" y="170"/>
                  </a:lnTo>
                  <a:lnTo>
                    <a:pt x="539" y="499"/>
                  </a:lnTo>
                  <a:lnTo>
                    <a:pt x="539" y="394"/>
                  </a:lnTo>
                  <a:lnTo>
                    <a:pt x="539" y="394"/>
                  </a:lnTo>
                  <a:lnTo>
                    <a:pt x="539" y="365"/>
                  </a:lnTo>
                  <a:lnTo>
                    <a:pt x="541" y="583"/>
                  </a:lnTo>
                  <a:lnTo>
                    <a:pt x="541" y="583"/>
                  </a:lnTo>
                  <a:lnTo>
                    <a:pt x="542" y="638"/>
                  </a:lnTo>
                  <a:lnTo>
                    <a:pt x="543" y="632"/>
                  </a:lnTo>
                  <a:lnTo>
                    <a:pt x="543" y="632"/>
                  </a:lnTo>
                  <a:lnTo>
                    <a:pt x="543" y="638"/>
                  </a:lnTo>
                  <a:lnTo>
                    <a:pt x="544" y="609"/>
                  </a:lnTo>
                  <a:lnTo>
                    <a:pt x="545" y="626"/>
                  </a:lnTo>
                  <a:lnTo>
                    <a:pt x="545" y="626"/>
                  </a:lnTo>
                  <a:lnTo>
                    <a:pt x="547" y="202"/>
                  </a:lnTo>
                  <a:lnTo>
                    <a:pt x="547" y="203"/>
                  </a:lnTo>
                  <a:lnTo>
                    <a:pt x="547" y="203"/>
                  </a:lnTo>
                  <a:lnTo>
                    <a:pt x="548" y="138"/>
                  </a:lnTo>
                  <a:lnTo>
                    <a:pt x="549" y="342"/>
                  </a:lnTo>
                  <a:lnTo>
                    <a:pt x="549" y="324"/>
                  </a:lnTo>
                  <a:lnTo>
                    <a:pt x="549" y="324"/>
                  </a:lnTo>
                  <a:lnTo>
                    <a:pt x="549" y="249"/>
                  </a:lnTo>
                  <a:lnTo>
                    <a:pt x="551" y="600"/>
                  </a:lnTo>
                  <a:lnTo>
                    <a:pt x="551" y="600"/>
                  </a:lnTo>
                  <a:lnTo>
                    <a:pt x="552" y="593"/>
                  </a:lnTo>
                  <a:lnTo>
                    <a:pt x="552" y="638"/>
                  </a:lnTo>
                  <a:lnTo>
                    <a:pt x="553" y="632"/>
                  </a:lnTo>
                  <a:lnTo>
                    <a:pt x="553" y="632"/>
                  </a:lnTo>
                  <a:lnTo>
                    <a:pt x="554" y="609"/>
                  </a:lnTo>
                  <a:lnTo>
                    <a:pt x="554" y="637"/>
                  </a:lnTo>
                  <a:lnTo>
                    <a:pt x="555" y="609"/>
                  </a:lnTo>
                  <a:lnTo>
                    <a:pt x="555" y="609"/>
                  </a:lnTo>
                  <a:lnTo>
                    <a:pt x="556" y="637"/>
                  </a:lnTo>
                  <a:lnTo>
                    <a:pt x="557" y="520"/>
                  </a:lnTo>
                  <a:lnTo>
                    <a:pt x="557" y="520"/>
                  </a:lnTo>
                  <a:lnTo>
                    <a:pt x="558" y="84"/>
                  </a:lnTo>
                  <a:lnTo>
                    <a:pt x="559" y="334"/>
                  </a:lnTo>
                  <a:lnTo>
                    <a:pt x="559" y="334"/>
                  </a:lnTo>
                  <a:lnTo>
                    <a:pt x="559" y="239"/>
                  </a:lnTo>
                  <a:lnTo>
                    <a:pt x="561" y="474"/>
                  </a:lnTo>
                  <a:lnTo>
                    <a:pt x="561" y="461"/>
                  </a:lnTo>
                  <a:lnTo>
                    <a:pt x="561" y="461"/>
                  </a:lnTo>
                  <a:lnTo>
                    <a:pt x="563" y="616"/>
                  </a:lnTo>
                  <a:lnTo>
                    <a:pt x="563" y="609"/>
                  </a:lnTo>
                  <a:lnTo>
                    <a:pt x="563" y="609"/>
                  </a:lnTo>
                  <a:lnTo>
                    <a:pt x="564" y="638"/>
                  </a:lnTo>
                  <a:lnTo>
                    <a:pt x="564" y="607"/>
                  </a:lnTo>
                  <a:lnTo>
                    <a:pt x="565" y="637"/>
                  </a:lnTo>
                  <a:lnTo>
                    <a:pt x="565" y="637"/>
                  </a:lnTo>
                  <a:lnTo>
                    <a:pt x="566" y="638"/>
                  </a:lnTo>
                  <a:lnTo>
                    <a:pt x="566" y="608"/>
                  </a:lnTo>
                  <a:lnTo>
                    <a:pt x="567" y="638"/>
                  </a:lnTo>
                  <a:lnTo>
                    <a:pt x="567" y="638"/>
                  </a:lnTo>
                  <a:lnTo>
                    <a:pt x="567" y="638"/>
                  </a:lnTo>
                  <a:lnTo>
                    <a:pt x="569" y="156"/>
                  </a:lnTo>
                  <a:lnTo>
                    <a:pt x="569" y="159"/>
                  </a:lnTo>
                  <a:lnTo>
                    <a:pt x="569" y="159"/>
                  </a:lnTo>
                  <a:lnTo>
                    <a:pt x="569" y="132"/>
                  </a:lnTo>
                  <a:lnTo>
                    <a:pt x="571" y="520"/>
                  </a:lnTo>
                  <a:lnTo>
                    <a:pt x="571" y="520"/>
                  </a:lnTo>
                  <a:lnTo>
                    <a:pt x="573" y="627"/>
                  </a:lnTo>
                  <a:lnTo>
                    <a:pt x="573" y="627"/>
                  </a:lnTo>
                  <a:lnTo>
                    <a:pt x="574" y="609"/>
                  </a:lnTo>
                  <a:lnTo>
                    <a:pt x="575" y="638"/>
                  </a:lnTo>
                  <a:lnTo>
                    <a:pt x="575" y="637"/>
                  </a:lnTo>
                  <a:lnTo>
                    <a:pt x="575" y="637"/>
                  </a:lnTo>
                  <a:lnTo>
                    <a:pt x="575" y="637"/>
                  </a:lnTo>
                  <a:lnTo>
                    <a:pt x="576" y="608"/>
                  </a:lnTo>
                  <a:lnTo>
                    <a:pt x="577" y="621"/>
                  </a:lnTo>
                  <a:lnTo>
                    <a:pt x="577" y="621"/>
                  </a:lnTo>
                  <a:lnTo>
                    <a:pt x="578" y="623"/>
                  </a:lnTo>
                  <a:lnTo>
                    <a:pt x="579" y="181"/>
                  </a:lnTo>
                  <a:lnTo>
                    <a:pt x="579" y="181"/>
                  </a:lnTo>
                  <a:lnTo>
                    <a:pt x="580" y="69"/>
                  </a:lnTo>
                  <a:lnTo>
                    <a:pt x="581" y="353"/>
                  </a:lnTo>
                  <a:lnTo>
                    <a:pt x="581" y="291"/>
                  </a:lnTo>
                  <a:lnTo>
                    <a:pt x="581" y="291"/>
                  </a:lnTo>
                  <a:lnTo>
                    <a:pt x="581" y="177"/>
                  </a:lnTo>
                  <a:lnTo>
                    <a:pt x="583" y="590"/>
                  </a:lnTo>
                  <a:lnTo>
                    <a:pt x="583" y="590"/>
                  </a:lnTo>
                  <a:lnTo>
                    <a:pt x="585" y="638"/>
                  </a:lnTo>
                  <a:lnTo>
                    <a:pt x="585" y="632"/>
                  </a:lnTo>
                  <a:lnTo>
                    <a:pt x="585" y="632"/>
                  </a:lnTo>
                  <a:lnTo>
                    <a:pt x="586" y="637"/>
                  </a:lnTo>
                  <a:lnTo>
                    <a:pt x="587" y="608"/>
                  </a:lnTo>
                  <a:lnTo>
                    <a:pt x="587" y="608"/>
                  </a:lnTo>
                  <a:lnTo>
                    <a:pt x="587" y="608"/>
                  </a:lnTo>
                  <a:lnTo>
                    <a:pt x="588" y="637"/>
                  </a:lnTo>
                  <a:lnTo>
                    <a:pt x="589" y="593"/>
                  </a:lnTo>
                  <a:lnTo>
                    <a:pt x="589" y="601"/>
                  </a:lnTo>
                  <a:lnTo>
                    <a:pt x="589" y="601"/>
                  </a:lnTo>
                  <a:lnTo>
                    <a:pt x="590" y="620"/>
                  </a:lnTo>
                  <a:lnTo>
                    <a:pt x="591" y="594"/>
                  </a:lnTo>
                  <a:lnTo>
                    <a:pt x="591" y="594"/>
                  </a:lnTo>
                  <a:lnTo>
                    <a:pt x="592" y="297"/>
                  </a:lnTo>
                  <a:lnTo>
                    <a:pt x="593" y="420"/>
                  </a:lnTo>
                  <a:lnTo>
                    <a:pt x="593" y="420"/>
                  </a:lnTo>
                  <a:lnTo>
                    <a:pt x="595" y="619"/>
                  </a:lnTo>
                  <a:lnTo>
                    <a:pt x="595" y="607"/>
                  </a:lnTo>
                  <a:lnTo>
                    <a:pt x="595" y="607"/>
                  </a:lnTo>
                  <a:lnTo>
                    <a:pt x="596" y="638"/>
                  </a:lnTo>
                  <a:lnTo>
                    <a:pt x="597" y="635"/>
                  </a:lnTo>
                  <a:lnTo>
                    <a:pt x="597" y="635"/>
                  </a:lnTo>
                  <a:lnTo>
                    <a:pt x="598" y="608"/>
                  </a:lnTo>
                  <a:lnTo>
                    <a:pt x="599" y="637"/>
                  </a:lnTo>
                  <a:lnTo>
                    <a:pt x="599" y="629"/>
                  </a:lnTo>
                  <a:lnTo>
                    <a:pt x="599" y="629"/>
                  </a:lnTo>
                  <a:lnTo>
                    <a:pt x="601" y="143"/>
                  </a:lnTo>
                  <a:lnTo>
                    <a:pt x="601" y="245"/>
                  </a:lnTo>
                  <a:lnTo>
                    <a:pt x="601" y="245"/>
                  </a:lnTo>
                  <a:lnTo>
                    <a:pt x="602" y="283"/>
                  </a:lnTo>
                  <a:lnTo>
                    <a:pt x="602" y="117"/>
                  </a:lnTo>
                  <a:lnTo>
                    <a:pt x="603" y="270"/>
                  </a:lnTo>
                  <a:lnTo>
                    <a:pt x="603" y="270"/>
                  </a:lnTo>
                  <a:lnTo>
                    <a:pt x="605" y="614"/>
                  </a:lnTo>
                  <a:lnTo>
                    <a:pt x="605" y="608"/>
                  </a:lnTo>
                  <a:lnTo>
                    <a:pt x="605" y="608"/>
                  </a:lnTo>
                  <a:lnTo>
                    <a:pt x="605" y="596"/>
                  </a:lnTo>
                  <a:lnTo>
                    <a:pt x="607" y="638"/>
                  </a:lnTo>
                  <a:lnTo>
                    <a:pt x="607" y="611"/>
                  </a:lnTo>
                  <a:lnTo>
                    <a:pt x="607" y="611"/>
                  </a:lnTo>
                  <a:lnTo>
                    <a:pt x="608" y="608"/>
                  </a:lnTo>
                  <a:lnTo>
                    <a:pt x="609" y="637"/>
                  </a:lnTo>
                  <a:lnTo>
                    <a:pt x="609" y="637"/>
                  </a:lnTo>
                  <a:lnTo>
                    <a:pt x="609" y="637"/>
                  </a:lnTo>
                  <a:lnTo>
                    <a:pt x="610" y="637"/>
                  </a:lnTo>
                  <a:lnTo>
                    <a:pt x="611" y="208"/>
                  </a:lnTo>
                  <a:lnTo>
                    <a:pt x="611" y="208"/>
                  </a:lnTo>
                  <a:lnTo>
                    <a:pt x="611" y="135"/>
                  </a:lnTo>
                  <a:lnTo>
                    <a:pt x="613" y="361"/>
                  </a:lnTo>
                  <a:lnTo>
                    <a:pt x="613" y="317"/>
                  </a:lnTo>
                  <a:lnTo>
                    <a:pt x="613" y="317"/>
                  </a:lnTo>
                  <a:lnTo>
                    <a:pt x="613" y="240"/>
                  </a:lnTo>
                  <a:lnTo>
                    <a:pt x="615" y="574"/>
                  </a:lnTo>
                  <a:lnTo>
                    <a:pt x="615" y="574"/>
                  </a:lnTo>
                  <a:lnTo>
                    <a:pt x="616" y="560"/>
                  </a:lnTo>
                  <a:lnTo>
                    <a:pt x="617" y="611"/>
                  </a:lnTo>
                  <a:lnTo>
                    <a:pt x="617" y="611"/>
                  </a:lnTo>
                  <a:lnTo>
                    <a:pt x="617" y="627"/>
                  </a:lnTo>
                  <a:lnTo>
                    <a:pt x="618" y="582"/>
                  </a:lnTo>
                  <a:lnTo>
                    <a:pt x="619" y="598"/>
                  </a:lnTo>
                  <a:lnTo>
                    <a:pt x="619" y="598"/>
                  </a:lnTo>
                  <a:lnTo>
                    <a:pt x="620" y="633"/>
                  </a:lnTo>
                  <a:lnTo>
                    <a:pt x="621" y="513"/>
                  </a:lnTo>
                  <a:lnTo>
                    <a:pt x="621" y="513"/>
                  </a:lnTo>
                  <a:lnTo>
                    <a:pt x="622" y="21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3" y="493"/>
                  </a:lnTo>
                  <a:lnTo>
                    <a:pt x="624" y="266"/>
                  </a:lnTo>
                  <a:lnTo>
                    <a:pt x="625" y="468"/>
                  </a:lnTo>
                  <a:lnTo>
                    <a:pt x="625" y="468"/>
                  </a:lnTo>
                  <a:lnTo>
                    <a:pt x="627" y="636"/>
                  </a:lnTo>
                  <a:lnTo>
                    <a:pt x="627" y="636"/>
                  </a:lnTo>
                  <a:lnTo>
                    <a:pt x="627" y="638"/>
                  </a:lnTo>
                  <a:lnTo>
                    <a:pt x="629" y="544"/>
                  </a:lnTo>
                  <a:lnTo>
                    <a:pt x="629" y="551"/>
                  </a:lnTo>
                  <a:lnTo>
                    <a:pt x="629" y="551"/>
                  </a:lnTo>
                  <a:lnTo>
                    <a:pt x="631" y="637"/>
                  </a:lnTo>
                  <a:lnTo>
                    <a:pt x="631" y="605"/>
                  </a:lnTo>
                  <a:lnTo>
                    <a:pt x="631" y="605"/>
                  </a:lnTo>
                  <a:lnTo>
                    <a:pt x="633" y="310"/>
                  </a:lnTo>
                  <a:lnTo>
                    <a:pt x="633" y="309"/>
                  </a:lnTo>
                  <a:lnTo>
                    <a:pt x="634" y="527"/>
                  </a:lnTo>
                  <a:lnTo>
                    <a:pt x="634" y="117"/>
                  </a:lnTo>
                  <a:lnTo>
                    <a:pt x="635" y="249"/>
                  </a:lnTo>
                  <a:lnTo>
                    <a:pt x="635" y="249"/>
                  </a:lnTo>
                  <a:lnTo>
                    <a:pt x="635" y="248"/>
                  </a:lnTo>
                  <a:lnTo>
                    <a:pt x="637" y="590"/>
                  </a:lnTo>
                  <a:lnTo>
                    <a:pt x="637" y="585"/>
                  </a:lnTo>
                  <a:lnTo>
                    <a:pt x="637" y="585"/>
                  </a:lnTo>
                  <a:lnTo>
                    <a:pt x="638" y="409"/>
                  </a:lnTo>
                  <a:lnTo>
                    <a:pt x="639" y="630"/>
                  </a:lnTo>
                  <a:lnTo>
                    <a:pt x="639" y="630"/>
                  </a:lnTo>
                  <a:lnTo>
                    <a:pt x="640" y="541"/>
                  </a:lnTo>
                  <a:lnTo>
                    <a:pt x="641" y="637"/>
                  </a:lnTo>
                  <a:lnTo>
                    <a:pt x="641" y="637"/>
                  </a:lnTo>
                  <a:lnTo>
                    <a:pt x="641" y="637"/>
                  </a:lnTo>
                  <a:lnTo>
                    <a:pt x="641" y="637"/>
                  </a:lnTo>
                  <a:lnTo>
                    <a:pt x="643" y="473"/>
                  </a:lnTo>
                  <a:lnTo>
                    <a:pt x="643" y="473"/>
                  </a:lnTo>
                  <a:lnTo>
                    <a:pt x="643" y="479"/>
                  </a:lnTo>
                  <a:lnTo>
                    <a:pt x="644" y="149"/>
                  </a:lnTo>
                  <a:lnTo>
                    <a:pt x="645" y="235"/>
                  </a:lnTo>
                  <a:lnTo>
                    <a:pt x="645" y="235"/>
                  </a:lnTo>
                  <a:lnTo>
                    <a:pt x="645" y="202"/>
                  </a:lnTo>
                  <a:lnTo>
                    <a:pt x="647" y="579"/>
                  </a:lnTo>
                  <a:lnTo>
                    <a:pt x="647" y="579"/>
                  </a:lnTo>
                  <a:lnTo>
                    <a:pt x="649" y="597"/>
                  </a:lnTo>
                  <a:lnTo>
                    <a:pt x="649" y="537"/>
                  </a:lnTo>
                  <a:lnTo>
                    <a:pt x="649" y="540"/>
                  </a:lnTo>
                  <a:lnTo>
                    <a:pt x="649" y="540"/>
                  </a:lnTo>
                  <a:lnTo>
                    <a:pt x="651" y="625"/>
                  </a:lnTo>
                  <a:lnTo>
                    <a:pt x="651" y="625"/>
                  </a:lnTo>
                  <a:lnTo>
                    <a:pt x="652" y="637"/>
                  </a:lnTo>
                  <a:lnTo>
                    <a:pt x="653" y="594"/>
                  </a:lnTo>
                  <a:lnTo>
                    <a:pt x="653" y="595"/>
                  </a:lnTo>
                  <a:lnTo>
                    <a:pt x="653" y="595"/>
                  </a:lnTo>
                  <a:lnTo>
                    <a:pt x="653" y="595"/>
                  </a:lnTo>
                  <a:lnTo>
                    <a:pt x="654" y="148"/>
                  </a:lnTo>
                  <a:lnTo>
                    <a:pt x="655" y="388"/>
                  </a:lnTo>
                  <a:lnTo>
                    <a:pt x="655" y="388"/>
                  </a:lnTo>
                  <a:lnTo>
                    <a:pt x="656" y="267"/>
                  </a:lnTo>
                  <a:lnTo>
                    <a:pt x="657" y="482"/>
                  </a:lnTo>
                  <a:lnTo>
                    <a:pt x="657" y="475"/>
                  </a:lnTo>
                  <a:lnTo>
                    <a:pt x="657" y="475"/>
                  </a:lnTo>
                  <a:lnTo>
                    <a:pt x="657" y="471"/>
                  </a:lnTo>
                  <a:lnTo>
                    <a:pt x="659" y="630"/>
                  </a:lnTo>
                  <a:lnTo>
                    <a:pt x="659" y="614"/>
                  </a:lnTo>
                  <a:lnTo>
                    <a:pt x="659" y="614"/>
                  </a:lnTo>
                  <a:lnTo>
                    <a:pt x="659" y="511"/>
                  </a:lnTo>
                  <a:lnTo>
                    <a:pt x="661" y="620"/>
                  </a:lnTo>
                  <a:lnTo>
                    <a:pt x="661" y="581"/>
                  </a:lnTo>
                  <a:lnTo>
                    <a:pt x="661" y="581"/>
                  </a:lnTo>
                  <a:lnTo>
                    <a:pt x="661" y="570"/>
                  </a:lnTo>
                  <a:lnTo>
                    <a:pt x="662" y="625"/>
                  </a:lnTo>
                  <a:lnTo>
                    <a:pt x="663" y="611"/>
                  </a:lnTo>
                  <a:lnTo>
                    <a:pt x="663" y="611"/>
                  </a:lnTo>
                  <a:lnTo>
                    <a:pt x="664" y="630"/>
                  </a:lnTo>
                  <a:lnTo>
                    <a:pt x="665" y="175"/>
                  </a:lnTo>
                  <a:lnTo>
                    <a:pt x="665" y="226"/>
                  </a:lnTo>
                  <a:lnTo>
                    <a:pt x="665" y="226"/>
                  </a:lnTo>
                  <a:lnTo>
                    <a:pt x="666" y="140"/>
                  </a:lnTo>
                  <a:lnTo>
                    <a:pt x="667" y="358"/>
                  </a:lnTo>
                  <a:lnTo>
                    <a:pt x="667" y="296"/>
                  </a:lnTo>
                  <a:lnTo>
                    <a:pt x="667" y="296"/>
                  </a:lnTo>
                  <a:lnTo>
                    <a:pt x="667" y="284"/>
                  </a:lnTo>
                  <a:lnTo>
                    <a:pt x="669" y="572"/>
                  </a:lnTo>
                  <a:lnTo>
                    <a:pt x="669" y="566"/>
                  </a:lnTo>
                  <a:lnTo>
                    <a:pt x="669" y="566"/>
                  </a:lnTo>
                  <a:lnTo>
                    <a:pt x="670" y="632"/>
                  </a:lnTo>
                  <a:lnTo>
                    <a:pt x="671" y="599"/>
                  </a:lnTo>
                  <a:lnTo>
                    <a:pt x="671" y="599"/>
                  </a:lnTo>
                  <a:lnTo>
                    <a:pt x="672" y="557"/>
                  </a:lnTo>
                  <a:lnTo>
                    <a:pt x="673" y="630"/>
                  </a:lnTo>
                  <a:lnTo>
                    <a:pt x="673" y="623"/>
                  </a:lnTo>
                  <a:lnTo>
                    <a:pt x="673" y="623"/>
                  </a:lnTo>
                  <a:lnTo>
                    <a:pt x="675" y="271"/>
                  </a:lnTo>
                  <a:lnTo>
                    <a:pt x="675" y="271"/>
                  </a:lnTo>
                  <a:lnTo>
                    <a:pt x="676" y="406"/>
                  </a:lnTo>
                  <a:lnTo>
                    <a:pt x="676" y="169"/>
                  </a:lnTo>
                  <a:lnTo>
                    <a:pt x="677" y="350"/>
                  </a:lnTo>
                  <a:lnTo>
                    <a:pt x="677" y="350"/>
                  </a:lnTo>
                  <a:lnTo>
                    <a:pt x="679" y="590"/>
                  </a:lnTo>
                  <a:lnTo>
                    <a:pt x="679" y="590"/>
                  </a:lnTo>
                  <a:lnTo>
                    <a:pt x="679" y="590"/>
                  </a:lnTo>
                  <a:lnTo>
                    <a:pt x="680" y="635"/>
                  </a:lnTo>
                  <a:lnTo>
                    <a:pt x="681" y="514"/>
                  </a:lnTo>
                  <a:lnTo>
                    <a:pt x="681" y="514"/>
                  </a:lnTo>
                  <a:lnTo>
                    <a:pt x="681" y="513"/>
                  </a:lnTo>
                  <a:lnTo>
                    <a:pt x="683" y="626"/>
                  </a:lnTo>
                  <a:lnTo>
                    <a:pt x="683" y="606"/>
                  </a:lnTo>
                  <a:lnTo>
                    <a:pt x="683" y="606"/>
                  </a:lnTo>
                  <a:lnTo>
                    <a:pt x="684" y="621"/>
                  </a:lnTo>
                  <a:lnTo>
                    <a:pt x="685" y="400"/>
                  </a:lnTo>
                  <a:lnTo>
                    <a:pt x="685" y="399"/>
                  </a:lnTo>
                  <a:lnTo>
                    <a:pt x="686" y="187"/>
                  </a:lnTo>
                  <a:lnTo>
                    <a:pt x="687" y="270"/>
                  </a:lnTo>
                  <a:lnTo>
                    <a:pt x="687" y="269"/>
                  </a:lnTo>
                  <a:lnTo>
                    <a:pt x="688" y="153"/>
                  </a:lnTo>
                  <a:lnTo>
                    <a:pt x="689" y="607"/>
                  </a:lnTo>
                  <a:lnTo>
                    <a:pt x="689" y="590"/>
                  </a:lnTo>
                  <a:lnTo>
                    <a:pt x="689" y="590"/>
                  </a:lnTo>
                  <a:lnTo>
                    <a:pt x="690" y="618"/>
                  </a:lnTo>
                  <a:lnTo>
                    <a:pt x="691" y="558"/>
                  </a:lnTo>
                  <a:lnTo>
                    <a:pt x="691" y="602"/>
                  </a:lnTo>
                  <a:lnTo>
                    <a:pt x="691" y="602"/>
                  </a:lnTo>
                  <a:lnTo>
                    <a:pt x="691" y="602"/>
                  </a:lnTo>
                  <a:lnTo>
                    <a:pt x="693" y="626"/>
                  </a:lnTo>
                  <a:lnTo>
                    <a:pt x="693" y="621"/>
                  </a:lnTo>
                  <a:lnTo>
                    <a:pt x="693" y="621"/>
                  </a:lnTo>
                  <a:lnTo>
                    <a:pt x="695" y="243"/>
                  </a:lnTo>
                  <a:lnTo>
                    <a:pt x="695" y="311"/>
                  </a:lnTo>
                  <a:lnTo>
                    <a:pt x="695" y="311"/>
                  </a:lnTo>
                  <a:lnTo>
                    <a:pt x="696" y="136"/>
                  </a:lnTo>
                  <a:lnTo>
                    <a:pt x="697" y="402"/>
                  </a:lnTo>
                  <a:lnTo>
                    <a:pt x="697" y="402"/>
                  </a:lnTo>
                  <a:lnTo>
                    <a:pt x="698" y="350"/>
                  </a:lnTo>
                  <a:lnTo>
                    <a:pt x="699" y="491"/>
                  </a:lnTo>
                  <a:lnTo>
                    <a:pt x="699" y="491"/>
                  </a:lnTo>
                  <a:lnTo>
                    <a:pt x="700" y="619"/>
                  </a:lnTo>
                  <a:lnTo>
                    <a:pt x="701" y="469"/>
                  </a:lnTo>
                  <a:lnTo>
                    <a:pt x="701" y="567"/>
                  </a:lnTo>
                  <a:lnTo>
                    <a:pt x="701" y="567"/>
                  </a:lnTo>
                  <a:lnTo>
                    <a:pt x="702" y="619"/>
                  </a:lnTo>
                  <a:lnTo>
                    <a:pt x="703" y="561"/>
                  </a:lnTo>
                  <a:lnTo>
                    <a:pt x="703" y="586"/>
                  </a:lnTo>
                  <a:lnTo>
                    <a:pt x="703" y="586"/>
                  </a:lnTo>
                  <a:lnTo>
                    <a:pt x="704" y="637"/>
                  </a:lnTo>
                  <a:lnTo>
                    <a:pt x="705" y="601"/>
                  </a:lnTo>
                  <a:lnTo>
                    <a:pt x="705" y="601"/>
                  </a:lnTo>
                  <a:lnTo>
                    <a:pt x="706" y="604"/>
                  </a:lnTo>
                  <a:lnTo>
                    <a:pt x="707" y="198"/>
                  </a:lnTo>
                  <a:lnTo>
                    <a:pt x="707" y="346"/>
                  </a:lnTo>
                  <a:lnTo>
                    <a:pt x="707" y="347"/>
                  </a:lnTo>
                  <a:lnTo>
                    <a:pt x="709" y="564"/>
                  </a:lnTo>
                  <a:lnTo>
                    <a:pt x="709" y="506"/>
                  </a:lnTo>
                  <a:lnTo>
                    <a:pt x="709" y="506"/>
                  </a:lnTo>
                  <a:lnTo>
                    <a:pt x="709" y="450"/>
                  </a:lnTo>
                  <a:lnTo>
                    <a:pt x="711" y="614"/>
                  </a:lnTo>
                  <a:lnTo>
                    <a:pt x="711" y="543"/>
                  </a:lnTo>
                  <a:lnTo>
                    <a:pt x="711" y="543"/>
                  </a:lnTo>
                  <a:lnTo>
                    <a:pt x="712" y="516"/>
                  </a:lnTo>
                  <a:lnTo>
                    <a:pt x="712" y="600"/>
                  </a:lnTo>
                  <a:lnTo>
                    <a:pt x="713" y="566"/>
                  </a:lnTo>
                  <a:lnTo>
                    <a:pt x="713" y="567"/>
                  </a:lnTo>
                  <a:lnTo>
                    <a:pt x="715" y="638"/>
                  </a:lnTo>
                  <a:lnTo>
                    <a:pt x="715" y="638"/>
                  </a:lnTo>
                  <a:lnTo>
                    <a:pt x="715" y="638"/>
                  </a:lnTo>
                  <a:lnTo>
                    <a:pt x="715" y="638"/>
                  </a:lnTo>
                  <a:lnTo>
                    <a:pt x="717" y="414"/>
                  </a:lnTo>
                  <a:lnTo>
                    <a:pt x="717" y="474"/>
                  </a:lnTo>
                  <a:lnTo>
                    <a:pt x="717" y="475"/>
                  </a:lnTo>
                  <a:lnTo>
                    <a:pt x="718" y="197"/>
                  </a:lnTo>
                  <a:lnTo>
                    <a:pt x="719" y="499"/>
                  </a:lnTo>
                  <a:lnTo>
                    <a:pt x="719" y="392"/>
                  </a:lnTo>
                  <a:lnTo>
                    <a:pt x="719" y="392"/>
                  </a:lnTo>
                  <a:lnTo>
                    <a:pt x="720" y="381"/>
                  </a:lnTo>
                  <a:lnTo>
                    <a:pt x="721" y="583"/>
                  </a:lnTo>
                  <a:lnTo>
                    <a:pt x="721" y="583"/>
                  </a:lnTo>
                  <a:lnTo>
                    <a:pt x="722" y="633"/>
                  </a:lnTo>
                  <a:lnTo>
                    <a:pt x="723" y="541"/>
                  </a:lnTo>
                  <a:lnTo>
                    <a:pt x="723" y="541"/>
                  </a:lnTo>
                  <a:lnTo>
                    <a:pt x="724" y="536"/>
                  </a:lnTo>
                  <a:lnTo>
                    <a:pt x="725" y="630"/>
                  </a:lnTo>
                  <a:lnTo>
                    <a:pt x="725" y="630"/>
                  </a:lnTo>
                  <a:lnTo>
                    <a:pt x="726" y="634"/>
                  </a:lnTo>
                  <a:lnTo>
                    <a:pt x="727" y="355"/>
                  </a:lnTo>
                  <a:lnTo>
                    <a:pt x="727" y="355"/>
                  </a:lnTo>
                  <a:lnTo>
                    <a:pt x="728" y="204"/>
                  </a:lnTo>
                  <a:lnTo>
                    <a:pt x="729" y="418"/>
                  </a:lnTo>
                  <a:lnTo>
                    <a:pt x="729" y="397"/>
                  </a:lnTo>
                  <a:lnTo>
                    <a:pt x="729" y="396"/>
                  </a:lnTo>
                  <a:lnTo>
                    <a:pt x="730" y="222"/>
                  </a:lnTo>
                  <a:lnTo>
                    <a:pt x="731" y="507"/>
                  </a:lnTo>
                  <a:lnTo>
                    <a:pt x="731" y="507"/>
                  </a:lnTo>
                  <a:lnTo>
                    <a:pt x="733" y="638"/>
                  </a:lnTo>
                  <a:lnTo>
                    <a:pt x="733" y="638"/>
                  </a:lnTo>
                  <a:lnTo>
                    <a:pt x="733" y="638"/>
                  </a:lnTo>
                  <a:lnTo>
                    <a:pt x="734" y="608"/>
                  </a:lnTo>
                  <a:lnTo>
                    <a:pt x="735" y="636"/>
                  </a:lnTo>
                  <a:lnTo>
                    <a:pt x="735" y="636"/>
                  </a:lnTo>
                  <a:lnTo>
                    <a:pt x="735" y="637"/>
                  </a:lnTo>
                  <a:lnTo>
                    <a:pt x="737" y="598"/>
                  </a:lnTo>
                  <a:lnTo>
                    <a:pt x="737" y="598"/>
                  </a:lnTo>
                  <a:lnTo>
                    <a:pt x="739" y="122"/>
                  </a:lnTo>
                  <a:lnTo>
                    <a:pt x="739" y="122"/>
                  </a:lnTo>
                  <a:lnTo>
                    <a:pt x="739" y="122"/>
                  </a:lnTo>
                  <a:lnTo>
                    <a:pt x="739" y="120"/>
                  </a:lnTo>
                  <a:lnTo>
                    <a:pt x="741" y="428"/>
                  </a:lnTo>
                  <a:lnTo>
                    <a:pt x="741" y="429"/>
                  </a:lnTo>
                  <a:lnTo>
                    <a:pt x="743" y="621"/>
                  </a:lnTo>
                  <a:lnTo>
                    <a:pt x="743" y="621"/>
                  </a:lnTo>
                  <a:lnTo>
                    <a:pt x="744" y="638"/>
                  </a:lnTo>
                  <a:lnTo>
                    <a:pt x="745" y="608"/>
                  </a:lnTo>
                  <a:lnTo>
                    <a:pt x="745" y="609"/>
                  </a:lnTo>
                  <a:lnTo>
                    <a:pt x="745" y="609"/>
                  </a:lnTo>
                  <a:lnTo>
                    <a:pt x="746" y="609"/>
                  </a:lnTo>
                  <a:lnTo>
                    <a:pt x="746" y="637"/>
                  </a:lnTo>
                  <a:lnTo>
                    <a:pt x="747" y="625"/>
                  </a:lnTo>
                  <a:lnTo>
                    <a:pt x="747" y="625"/>
                  </a:lnTo>
                  <a:lnTo>
                    <a:pt x="749" y="600"/>
                  </a:lnTo>
                  <a:lnTo>
                    <a:pt x="749" y="601"/>
                  </a:lnTo>
                  <a:lnTo>
                    <a:pt x="749" y="601"/>
                  </a:lnTo>
                  <a:lnTo>
                    <a:pt x="750" y="542"/>
                  </a:lnTo>
                  <a:lnTo>
                    <a:pt x="751" y="575"/>
                  </a:lnTo>
                  <a:lnTo>
                    <a:pt x="751" y="575"/>
                  </a:lnTo>
                  <a:lnTo>
                    <a:pt x="752" y="618"/>
                  </a:lnTo>
                  <a:lnTo>
                    <a:pt x="753" y="604"/>
                  </a:lnTo>
                  <a:lnTo>
                    <a:pt x="753" y="604"/>
                  </a:lnTo>
                  <a:lnTo>
                    <a:pt x="754" y="639"/>
                  </a:lnTo>
                  <a:lnTo>
                    <a:pt x="755" y="618"/>
                  </a:lnTo>
                  <a:lnTo>
                    <a:pt x="755" y="618"/>
                  </a:lnTo>
                  <a:lnTo>
                    <a:pt x="756" y="609"/>
                  </a:lnTo>
                  <a:lnTo>
                    <a:pt x="756" y="637"/>
                  </a:lnTo>
                  <a:lnTo>
                    <a:pt x="757" y="637"/>
                  </a:lnTo>
                  <a:lnTo>
                    <a:pt x="757" y="637"/>
                  </a:lnTo>
                  <a:lnTo>
                    <a:pt x="758" y="637"/>
                  </a:lnTo>
                  <a:lnTo>
                    <a:pt x="758" y="608"/>
                  </a:lnTo>
                  <a:lnTo>
                    <a:pt x="759" y="621"/>
                  </a:lnTo>
                  <a:lnTo>
                    <a:pt x="759" y="621"/>
                  </a:lnTo>
                  <a:lnTo>
                    <a:pt x="761" y="447"/>
                  </a:lnTo>
                  <a:lnTo>
                    <a:pt x="761" y="446"/>
                  </a:lnTo>
                  <a:lnTo>
                    <a:pt x="762" y="431"/>
                  </a:lnTo>
                  <a:lnTo>
                    <a:pt x="763" y="606"/>
                  </a:lnTo>
                  <a:lnTo>
                    <a:pt x="763" y="599"/>
                  </a:lnTo>
                  <a:lnTo>
                    <a:pt x="763" y="599"/>
                  </a:lnTo>
                  <a:lnTo>
                    <a:pt x="764" y="565"/>
                  </a:lnTo>
                  <a:lnTo>
                    <a:pt x="765" y="638"/>
                  </a:lnTo>
                  <a:lnTo>
                    <a:pt x="765" y="638"/>
                  </a:lnTo>
                  <a:lnTo>
                    <a:pt x="765" y="638"/>
                  </a:lnTo>
                  <a:lnTo>
                    <a:pt x="765" y="638"/>
                  </a:lnTo>
                  <a:lnTo>
                    <a:pt x="766" y="608"/>
                  </a:lnTo>
                  <a:lnTo>
                    <a:pt x="767" y="637"/>
                  </a:lnTo>
                  <a:lnTo>
                    <a:pt x="767" y="637"/>
                  </a:lnTo>
                  <a:lnTo>
                    <a:pt x="769" y="599"/>
                  </a:lnTo>
                  <a:lnTo>
                    <a:pt x="769" y="599"/>
                  </a:lnTo>
                  <a:lnTo>
                    <a:pt x="770" y="607"/>
                  </a:lnTo>
                  <a:lnTo>
                    <a:pt x="771" y="237"/>
                  </a:lnTo>
                  <a:lnTo>
                    <a:pt x="771" y="325"/>
                  </a:lnTo>
                  <a:lnTo>
                    <a:pt x="771" y="325"/>
                  </a:lnTo>
                  <a:lnTo>
                    <a:pt x="772" y="228"/>
                  </a:lnTo>
                  <a:lnTo>
                    <a:pt x="773" y="409"/>
                  </a:lnTo>
                  <a:lnTo>
                    <a:pt x="773" y="409"/>
                  </a:lnTo>
                  <a:lnTo>
                    <a:pt x="775" y="632"/>
                  </a:lnTo>
                  <a:lnTo>
                    <a:pt x="775" y="632"/>
                  </a:lnTo>
                  <a:lnTo>
                    <a:pt x="776" y="638"/>
                  </a:lnTo>
                  <a:lnTo>
                    <a:pt x="777" y="609"/>
                  </a:lnTo>
                  <a:lnTo>
                    <a:pt x="777" y="614"/>
                  </a:lnTo>
                  <a:lnTo>
                    <a:pt x="777" y="614"/>
                  </a:lnTo>
                  <a:lnTo>
                    <a:pt x="778" y="637"/>
                  </a:lnTo>
                  <a:lnTo>
                    <a:pt x="779" y="608"/>
                  </a:lnTo>
                  <a:lnTo>
                    <a:pt x="779" y="608"/>
                  </a:lnTo>
                  <a:lnTo>
                    <a:pt x="779" y="608"/>
                  </a:lnTo>
                  <a:lnTo>
                    <a:pt x="780" y="614"/>
                  </a:lnTo>
                  <a:lnTo>
                    <a:pt x="781" y="462"/>
                  </a:lnTo>
                  <a:lnTo>
                    <a:pt x="781" y="466"/>
                  </a:lnTo>
                  <a:lnTo>
                    <a:pt x="781" y="466"/>
                  </a:lnTo>
                  <a:lnTo>
                    <a:pt x="782" y="467"/>
                  </a:lnTo>
                  <a:lnTo>
                    <a:pt x="782" y="203"/>
                  </a:lnTo>
                  <a:lnTo>
                    <a:pt x="783" y="394"/>
                  </a:lnTo>
                  <a:lnTo>
                    <a:pt x="783" y="394"/>
                  </a:lnTo>
                  <a:lnTo>
                    <a:pt x="785" y="592"/>
                  </a:lnTo>
                  <a:lnTo>
                    <a:pt x="785" y="592"/>
                  </a:lnTo>
                  <a:lnTo>
                    <a:pt x="787" y="638"/>
                  </a:lnTo>
                  <a:lnTo>
                    <a:pt x="787" y="614"/>
                  </a:lnTo>
                  <a:lnTo>
                    <a:pt x="787" y="614"/>
                  </a:lnTo>
                  <a:lnTo>
                    <a:pt x="788" y="608"/>
                  </a:lnTo>
                  <a:lnTo>
                    <a:pt x="788" y="637"/>
                  </a:lnTo>
                  <a:lnTo>
                    <a:pt x="789" y="637"/>
                  </a:lnTo>
                  <a:lnTo>
                    <a:pt x="789" y="637"/>
                  </a:lnTo>
                  <a:lnTo>
                    <a:pt x="789" y="637"/>
                  </a:lnTo>
                  <a:lnTo>
                    <a:pt x="791" y="277"/>
                  </a:lnTo>
                  <a:lnTo>
                    <a:pt x="791" y="282"/>
                  </a:lnTo>
                  <a:lnTo>
                    <a:pt x="791" y="282"/>
                  </a:lnTo>
                  <a:lnTo>
                    <a:pt x="792" y="175"/>
                  </a:lnTo>
                  <a:lnTo>
                    <a:pt x="793" y="459"/>
                  </a:lnTo>
                  <a:lnTo>
                    <a:pt x="793" y="450"/>
                  </a:lnTo>
                  <a:lnTo>
                    <a:pt x="793" y="450"/>
                  </a:lnTo>
                  <a:lnTo>
                    <a:pt x="794" y="411"/>
                  </a:lnTo>
                  <a:lnTo>
                    <a:pt x="795" y="595"/>
                  </a:lnTo>
                  <a:lnTo>
                    <a:pt x="795" y="572"/>
                  </a:lnTo>
                  <a:lnTo>
                    <a:pt x="795" y="572"/>
                  </a:lnTo>
                  <a:lnTo>
                    <a:pt x="795" y="568"/>
                  </a:lnTo>
                  <a:lnTo>
                    <a:pt x="797" y="638"/>
                  </a:lnTo>
                  <a:lnTo>
                    <a:pt x="797" y="638"/>
                  </a:lnTo>
                  <a:lnTo>
                    <a:pt x="797" y="638"/>
                  </a:lnTo>
                  <a:lnTo>
                    <a:pt x="798" y="608"/>
                  </a:lnTo>
                  <a:lnTo>
                    <a:pt x="799" y="629"/>
                  </a:lnTo>
                  <a:lnTo>
                    <a:pt x="799" y="629"/>
                  </a:lnTo>
                  <a:lnTo>
                    <a:pt x="800" y="637"/>
                  </a:lnTo>
                  <a:lnTo>
                    <a:pt x="802" y="593"/>
                  </a:lnTo>
                  <a:lnTo>
                    <a:pt x="802" y="594"/>
                  </a:lnTo>
                  <a:lnTo>
                    <a:pt x="802" y="594"/>
                  </a:lnTo>
                  <a:lnTo>
                    <a:pt x="802" y="594"/>
                  </a:lnTo>
                  <a:lnTo>
                    <a:pt x="803" y="298"/>
                  </a:lnTo>
                  <a:lnTo>
                    <a:pt x="803" y="335"/>
                  </a:lnTo>
                  <a:lnTo>
                    <a:pt x="803" y="335"/>
                  </a:lnTo>
                  <a:lnTo>
                    <a:pt x="804" y="479"/>
                  </a:lnTo>
                  <a:lnTo>
                    <a:pt x="805" y="479"/>
                  </a:lnTo>
                  <a:lnTo>
                    <a:pt x="805" y="479"/>
                  </a:lnTo>
                  <a:lnTo>
                    <a:pt x="806" y="448"/>
                  </a:lnTo>
                  <a:lnTo>
                    <a:pt x="808" y="587"/>
                  </a:lnTo>
                  <a:lnTo>
                    <a:pt x="808" y="587"/>
                  </a:lnTo>
                  <a:lnTo>
                    <a:pt x="808" y="628"/>
                  </a:lnTo>
                  <a:lnTo>
                    <a:pt x="809" y="577"/>
                  </a:lnTo>
                  <a:lnTo>
                    <a:pt x="809" y="623"/>
                  </a:lnTo>
                  <a:lnTo>
                    <a:pt x="809" y="623"/>
                  </a:lnTo>
                  <a:lnTo>
                    <a:pt x="811" y="141"/>
                  </a:lnTo>
                  <a:lnTo>
                    <a:pt x="811" y="482"/>
                  </a:lnTo>
                  <a:lnTo>
                    <a:pt x="811" y="482"/>
                  </a:lnTo>
                  <a:lnTo>
                    <a:pt x="812" y="635"/>
                  </a:lnTo>
                  <a:lnTo>
                    <a:pt x="814" y="609"/>
                  </a:lnTo>
                  <a:lnTo>
                    <a:pt x="814" y="609"/>
                  </a:lnTo>
                  <a:lnTo>
                    <a:pt x="814" y="635"/>
                  </a:lnTo>
                  <a:lnTo>
                    <a:pt x="815" y="343"/>
                  </a:lnTo>
                  <a:lnTo>
                    <a:pt x="815" y="390"/>
                  </a:lnTo>
                  <a:lnTo>
                    <a:pt x="815" y="390"/>
                  </a:lnTo>
                  <a:lnTo>
                    <a:pt x="817" y="600"/>
                  </a:lnTo>
                  <a:lnTo>
                    <a:pt x="817" y="594"/>
                  </a:lnTo>
                  <a:lnTo>
                    <a:pt x="817" y="594"/>
                  </a:lnTo>
                  <a:lnTo>
                    <a:pt x="818" y="582"/>
                  </a:lnTo>
                  <a:lnTo>
                    <a:pt x="819" y="637"/>
                  </a:lnTo>
                  <a:lnTo>
                    <a:pt x="820" y="596"/>
                  </a:lnTo>
                  <a:lnTo>
                    <a:pt x="820" y="596"/>
                  </a:lnTo>
                  <a:lnTo>
                    <a:pt x="820" y="597"/>
                  </a:lnTo>
                  <a:lnTo>
                    <a:pt x="820" y="432"/>
                  </a:lnTo>
                  <a:lnTo>
                    <a:pt x="821" y="469"/>
                  </a:lnTo>
                  <a:lnTo>
                    <a:pt x="821" y="469"/>
                  </a:lnTo>
                  <a:lnTo>
                    <a:pt x="821" y="466"/>
                  </a:lnTo>
                  <a:lnTo>
                    <a:pt x="823" y="614"/>
                  </a:lnTo>
                  <a:lnTo>
                    <a:pt x="823" y="614"/>
                  </a:lnTo>
                  <a:lnTo>
                    <a:pt x="824" y="638"/>
                  </a:lnTo>
                  <a:lnTo>
                    <a:pt x="825" y="577"/>
                  </a:lnTo>
                  <a:lnTo>
                    <a:pt x="826" y="602"/>
                  </a:lnTo>
                  <a:lnTo>
                    <a:pt x="826" y="602"/>
                  </a:lnTo>
                  <a:lnTo>
                    <a:pt x="826" y="560"/>
                  </a:lnTo>
                  <a:lnTo>
                    <a:pt x="827" y="635"/>
                  </a:lnTo>
                  <a:lnTo>
                    <a:pt x="827" y="616"/>
                  </a:lnTo>
                  <a:lnTo>
                    <a:pt x="827" y="616"/>
                  </a:lnTo>
                  <a:lnTo>
                    <a:pt x="829" y="521"/>
                  </a:lnTo>
                  <a:lnTo>
                    <a:pt x="829" y="521"/>
                  </a:lnTo>
                  <a:lnTo>
                    <a:pt x="830" y="171"/>
                  </a:lnTo>
                  <a:lnTo>
                    <a:pt x="832" y="437"/>
                  </a:lnTo>
                  <a:lnTo>
                    <a:pt x="832" y="437"/>
                  </a:lnTo>
                  <a:lnTo>
                    <a:pt x="832" y="406"/>
                  </a:lnTo>
                  <a:lnTo>
                    <a:pt x="833" y="577"/>
                  </a:lnTo>
                  <a:lnTo>
                    <a:pt x="833" y="577"/>
                  </a:lnTo>
                  <a:lnTo>
                    <a:pt x="833" y="577"/>
                  </a:lnTo>
                  <a:lnTo>
                    <a:pt x="835" y="638"/>
                  </a:lnTo>
                  <a:lnTo>
                    <a:pt x="835" y="638"/>
                  </a:lnTo>
                  <a:lnTo>
                    <a:pt x="835" y="638"/>
                  </a:lnTo>
                  <a:lnTo>
                    <a:pt x="836" y="548"/>
                  </a:lnTo>
                  <a:lnTo>
                    <a:pt x="838" y="626"/>
                  </a:lnTo>
                  <a:lnTo>
                    <a:pt x="838" y="626"/>
                  </a:lnTo>
                  <a:lnTo>
                    <a:pt x="838" y="583"/>
                  </a:lnTo>
                  <a:lnTo>
                    <a:pt x="839" y="635"/>
                  </a:lnTo>
                  <a:lnTo>
                    <a:pt x="839" y="597"/>
                  </a:lnTo>
                  <a:lnTo>
                    <a:pt x="839" y="597"/>
                  </a:lnTo>
                  <a:lnTo>
                    <a:pt x="840" y="609"/>
                  </a:lnTo>
                  <a:lnTo>
                    <a:pt x="841" y="481"/>
                  </a:lnTo>
                  <a:lnTo>
                    <a:pt x="841" y="512"/>
                  </a:lnTo>
                  <a:lnTo>
                    <a:pt x="841" y="512"/>
                  </a:lnTo>
                  <a:lnTo>
                    <a:pt x="843" y="471"/>
                  </a:lnTo>
                  <a:lnTo>
                    <a:pt x="844" y="557"/>
                  </a:lnTo>
                  <a:lnTo>
                    <a:pt x="844" y="558"/>
                  </a:lnTo>
                  <a:lnTo>
                    <a:pt x="844" y="622"/>
                  </a:lnTo>
                  <a:lnTo>
                    <a:pt x="845" y="603"/>
                  </a:lnTo>
                  <a:lnTo>
                    <a:pt x="845" y="603"/>
                  </a:lnTo>
                  <a:lnTo>
                    <a:pt x="846" y="625"/>
                  </a:lnTo>
                  <a:lnTo>
                    <a:pt x="846" y="348"/>
                  </a:lnTo>
                  <a:lnTo>
                    <a:pt x="847" y="589"/>
                  </a:lnTo>
                  <a:lnTo>
                    <a:pt x="847" y="588"/>
                  </a:lnTo>
                  <a:lnTo>
                    <a:pt x="848" y="505"/>
                  </a:lnTo>
                  <a:lnTo>
                    <a:pt x="850" y="636"/>
                  </a:lnTo>
                  <a:lnTo>
                    <a:pt x="850" y="636"/>
                  </a:lnTo>
                  <a:lnTo>
                    <a:pt x="850" y="636"/>
                  </a:lnTo>
                  <a:lnTo>
                    <a:pt x="850" y="637"/>
                  </a:lnTo>
                  <a:lnTo>
                    <a:pt x="851" y="252"/>
                  </a:lnTo>
                  <a:lnTo>
                    <a:pt x="851" y="252"/>
                  </a:lnTo>
                  <a:lnTo>
                    <a:pt x="853" y="106"/>
                  </a:lnTo>
                  <a:lnTo>
                    <a:pt x="853" y="264"/>
                  </a:lnTo>
                  <a:lnTo>
                    <a:pt x="853" y="257"/>
                  </a:lnTo>
                  <a:lnTo>
                    <a:pt x="853" y="257"/>
                  </a:lnTo>
                  <a:lnTo>
                    <a:pt x="854" y="256"/>
                  </a:lnTo>
                  <a:lnTo>
                    <a:pt x="855" y="587"/>
                  </a:lnTo>
                  <a:lnTo>
                    <a:pt x="856" y="570"/>
                  </a:lnTo>
                  <a:lnTo>
                    <a:pt x="856" y="570"/>
                  </a:lnTo>
                  <a:lnTo>
                    <a:pt x="857" y="634"/>
                  </a:lnTo>
                  <a:lnTo>
                    <a:pt x="857" y="583"/>
                  </a:lnTo>
                  <a:lnTo>
                    <a:pt x="857" y="583"/>
                  </a:lnTo>
                  <a:lnTo>
                    <a:pt x="859" y="554"/>
                  </a:lnTo>
                  <a:lnTo>
                    <a:pt x="859" y="637"/>
                  </a:lnTo>
                  <a:lnTo>
                    <a:pt x="859" y="629"/>
                  </a:lnTo>
                  <a:lnTo>
                    <a:pt x="859" y="629"/>
                  </a:lnTo>
                  <a:lnTo>
                    <a:pt x="862" y="426"/>
                  </a:lnTo>
                  <a:lnTo>
                    <a:pt x="862" y="426"/>
                  </a:lnTo>
                  <a:lnTo>
                    <a:pt x="863" y="131"/>
                  </a:lnTo>
                  <a:lnTo>
                    <a:pt x="863" y="225"/>
                  </a:lnTo>
                  <a:lnTo>
                    <a:pt x="863" y="225"/>
                  </a:lnTo>
                  <a:lnTo>
                    <a:pt x="865" y="555"/>
                  </a:lnTo>
                  <a:lnTo>
                    <a:pt x="865" y="555"/>
                  </a:lnTo>
                  <a:lnTo>
                    <a:pt x="866" y="408"/>
                  </a:lnTo>
                  <a:lnTo>
                    <a:pt x="867" y="626"/>
                  </a:lnTo>
                  <a:lnTo>
                    <a:pt x="868" y="602"/>
                  </a:lnTo>
                  <a:lnTo>
                    <a:pt x="868" y="602"/>
                  </a:lnTo>
                  <a:lnTo>
                    <a:pt x="868" y="565"/>
                  </a:lnTo>
                  <a:lnTo>
                    <a:pt x="869" y="624"/>
                  </a:lnTo>
                  <a:lnTo>
                    <a:pt x="870" y="591"/>
                  </a:lnTo>
                  <a:lnTo>
                    <a:pt x="870" y="591"/>
                  </a:lnTo>
                  <a:lnTo>
                    <a:pt x="870" y="635"/>
                  </a:lnTo>
                  <a:lnTo>
                    <a:pt x="871" y="621"/>
                  </a:lnTo>
                  <a:lnTo>
                    <a:pt x="871" y="621"/>
                  </a:lnTo>
                  <a:lnTo>
                    <a:pt x="874" y="187"/>
                  </a:lnTo>
                  <a:lnTo>
                    <a:pt x="874" y="188"/>
                  </a:lnTo>
                  <a:lnTo>
                    <a:pt x="874" y="188"/>
                  </a:lnTo>
                  <a:lnTo>
                    <a:pt x="874" y="187"/>
                  </a:lnTo>
                  <a:lnTo>
                    <a:pt x="875" y="504"/>
                  </a:lnTo>
                  <a:lnTo>
                    <a:pt x="876" y="487"/>
                  </a:lnTo>
                  <a:lnTo>
                    <a:pt x="876" y="487"/>
                  </a:lnTo>
                  <a:lnTo>
                    <a:pt x="877" y="638"/>
                  </a:lnTo>
                  <a:lnTo>
                    <a:pt x="877" y="638"/>
                  </a:lnTo>
                  <a:lnTo>
                    <a:pt x="877" y="638"/>
                  </a:lnTo>
                  <a:lnTo>
                    <a:pt x="880" y="542"/>
                  </a:lnTo>
                  <a:lnTo>
                    <a:pt x="880" y="550"/>
                  </a:lnTo>
                  <a:lnTo>
                    <a:pt x="880" y="550"/>
                  </a:lnTo>
                  <a:lnTo>
                    <a:pt x="880" y="637"/>
                  </a:lnTo>
                  <a:lnTo>
                    <a:pt x="882" y="609"/>
                  </a:lnTo>
                  <a:lnTo>
                    <a:pt x="882" y="609"/>
                  </a:lnTo>
                  <a:lnTo>
                    <a:pt x="882" y="609"/>
                  </a:lnTo>
                  <a:lnTo>
                    <a:pt x="883" y="263"/>
                  </a:lnTo>
                  <a:lnTo>
                    <a:pt x="883" y="336"/>
                  </a:lnTo>
                  <a:lnTo>
                    <a:pt x="883" y="337"/>
                  </a:lnTo>
                  <a:lnTo>
                    <a:pt x="884" y="448"/>
                  </a:lnTo>
                  <a:lnTo>
                    <a:pt x="885" y="224"/>
                  </a:lnTo>
                  <a:lnTo>
                    <a:pt x="886" y="397"/>
                  </a:lnTo>
                  <a:lnTo>
                    <a:pt x="886" y="398"/>
                  </a:lnTo>
                  <a:lnTo>
                    <a:pt x="887" y="599"/>
                  </a:lnTo>
                  <a:lnTo>
                    <a:pt x="888" y="402"/>
                  </a:lnTo>
                  <a:lnTo>
                    <a:pt x="888" y="402"/>
                  </a:lnTo>
                  <a:lnTo>
                    <a:pt x="888" y="396"/>
                  </a:lnTo>
                  <a:lnTo>
                    <a:pt x="888" y="629"/>
                  </a:lnTo>
                  <a:lnTo>
                    <a:pt x="889" y="619"/>
                  </a:lnTo>
                  <a:lnTo>
                    <a:pt x="889" y="619"/>
                  </a:lnTo>
                  <a:lnTo>
                    <a:pt x="890" y="550"/>
                  </a:lnTo>
                  <a:lnTo>
                    <a:pt x="891" y="637"/>
                  </a:lnTo>
                  <a:lnTo>
                    <a:pt x="892" y="626"/>
                  </a:lnTo>
                  <a:lnTo>
                    <a:pt x="892" y="626"/>
                  </a:lnTo>
                  <a:lnTo>
                    <a:pt x="892" y="638"/>
                  </a:lnTo>
                  <a:lnTo>
                    <a:pt x="894" y="583"/>
                  </a:lnTo>
                  <a:lnTo>
                    <a:pt x="894" y="583"/>
                  </a:lnTo>
                  <a:lnTo>
                    <a:pt x="895" y="300"/>
                  </a:lnTo>
                  <a:lnTo>
                    <a:pt x="895" y="469"/>
                  </a:lnTo>
                  <a:lnTo>
                    <a:pt x="895" y="469"/>
                  </a:lnTo>
                  <a:lnTo>
                    <a:pt x="896" y="455"/>
                  </a:lnTo>
                  <a:lnTo>
                    <a:pt x="897" y="603"/>
                  </a:lnTo>
                  <a:lnTo>
                    <a:pt x="898" y="572"/>
                  </a:lnTo>
                  <a:lnTo>
                    <a:pt x="898" y="572"/>
                  </a:lnTo>
                  <a:lnTo>
                    <a:pt x="898" y="555"/>
                  </a:lnTo>
                  <a:lnTo>
                    <a:pt x="898" y="638"/>
                  </a:lnTo>
                  <a:lnTo>
                    <a:pt x="900" y="596"/>
                  </a:lnTo>
                  <a:lnTo>
                    <a:pt x="900" y="596"/>
                  </a:lnTo>
                  <a:lnTo>
                    <a:pt x="901" y="555"/>
                  </a:lnTo>
                  <a:lnTo>
                    <a:pt x="901" y="634"/>
                  </a:lnTo>
                  <a:lnTo>
                    <a:pt x="901" y="615"/>
                  </a:lnTo>
                  <a:lnTo>
                    <a:pt x="901" y="615"/>
                  </a:lnTo>
                  <a:lnTo>
                    <a:pt x="903" y="635"/>
                  </a:lnTo>
                  <a:lnTo>
                    <a:pt x="904" y="604"/>
                  </a:lnTo>
                  <a:lnTo>
                    <a:pt x="904" y="604"/>
                  </a:lnTo>
                  <a:lnTo>
                    <a:pt x="905" y="194"/>
                  </a:lnTo>
                  <a:lnTo>
                    <a:pt x="906" y="256"/>
                  </a:lnTo>
                  <a:lnTo>
                    <a:pt x="906" y="256"/>
                  </a:lnTo>
                  <a:lnTo>
                    <a:pt x="906" y="235"/>
                  </a:lnTo>
                  <a:lnTo>
                    <a:pt x="907" y="509"/>
                  </a:lnTo>
                  <a:lnTo>
                    <a:pt x="907" y="478"/>
                  </a:lnTo>
                  <a:lnTo>
                    <a:pt x="907" y="478"/>
                  </a:lnTo>
                  <a:lnTo>
                    <a:pt x="908" y="605"/>
                  </a:lnTo>
                  <a:lnTo>
                    <a:pt x="910" y="590"/>
                  </a:lnTo>
                  <a:lnTo>
                    <a:pt x="910" y="590"/>
                  </a:lnTo>
                  <a:lnTo>
                    <a:pt x="910" y="553"/>
                  </a:lnTo>
                  <a:lnTo>
                    <a:pt x="911" y="624"/>
                  </a:lnTo>
                  <a:lnTo>
                    <a:pt x="912" y="615"/>
                  </a:lnTo>
                  <a:lnTo>
                    <a:pt x="912" y="615"/>
                  </a:lnTo>
                  <a:lnTo>
                    <a:pt x="912" y="565"/>
                  </a:lnTo>
                  <a:lnTo>
                    <a:pt x="913" y="632"/>
                  </a:lnTo>
                  <a:lnTo>
                    <a:pt x="913" y="617"/>
                  </a:lnTo>
                  <a:lnTo>
                    <a:pt x="913" y="617"/>
                  </a:lnTo>
                  <a:lnTo>
                    <a:pt x="914" y="629"/>
                  </a:lnTo>
                  <a:lnTo>
                    <a:pt x="916" y="278"/>
                  </a:lnTo>
                  <a:lnTo>
                    <a:pt x="916" y="278"/>
                  </a:lnTo>
                  <a:lnTo>
                    <a:pt x="916" y="246"/>
                  </a:lnTo>
                  <a:lnTo>
                    <a:pt x="917" y="499"/>
                  </a:lnTo>
                  <a:lnTo>
                    <a:pt x="918" y="499"/>
                  </a:lnTo>
                  <a:lnTo>
                    <a:pt x="918" y="499"/>
                  </a:lnTo>
                  <a:lnTo>
                    <a:pt x="919" y="499"/>
                  </a:lnTo>
                  <a:lnTo>
                    <a:pt x="919" y="499"/>
                  </a:lnTo>
                  <a:lnTo>
                    <a:pt x="922" y="539"/>
                  </a:lnTo>
                  <a:lnTo>
                    <a:pt x="922" y="539"/>
                  </a:lnTo>
                  <a:lnTo>
                    <a:pt x="922" y="522"/>
                  </a:lnTo>
                  <a:lnTo>
                    <a:pt x="923" y="619"/>
                  </a:lnTo>
                  <a:lnTo>
                    <a:pt x="924" y="619"/>
                  </a:lnTo>
                  <a:lnTo>
                    <a:pt x="924" y="619"/>
                  </a:lnTo>
                  <a:lnTo>
                    <a:pt x="924" y="625"/>
                  </a:lnTo>
                  <a:lnTo>
                    <a:pt x="925" y="254"/>
                  </a:lnTo>
                  <a:lnTo>
                    <a:pt x="925" y="444"/>
                  </a:lnTo>
                  <a:lnTo>
                    <a:pt x="925" y="444"/>
                  </a:lnTo>
                  <a:lnTo>
                    <a:pt x="927" y="611"/>
                  </a:lnTo>
                  <a:lnTo>
                    <a:pt x="928" y="605"/>
                  </a:lnTo>
                  <a:lnTo>
                    <a:pt x="928" y="605"/>
                  </a:lnTo>
                  <a:lnTo>
                    <a:pt x="929" y="621"/>
                  </a:lnTo>
                  <a:lnTo>
                    <a:pt x="929" y="591"/>
                  </a:lnTo>
                  <a:lnTo>
                    <a:pt x="930" y="601"/>
                  </a:lnTo>
                  <a:lnTo>
                    <a:pt x="930" y="601"/>
                  </a:lnTo>
                  <a:lnTo>
                    <a:pt x="930" y="629"/>
                  </a:lnTo>
                  <a:lnTo>
                    <a:pt x="931" y="361"/>
                  </a:lnTo>
                  <a:lnTo>
                    <a:pt x="931" y="532"/>
                  </a:lnTo>
                  <a:lnTo>
                    <a:pt x="931" y="532"/>
                  </a:lnTo>
                  <a:lnTo>
                    <a:pt x="933" y="635"/>
                  </a:lnTo>
                  <a:lnTo>
                    <a:pt x="934" y="617"/>
                  </a:lnTo>
                  <a:lnTo>
                    <a:pt x="934" y="617"/>
                  </a:lnTo>
                  <a:lnTo>
                    <a:pt x="934" y="530"/>
                  </a:lnTo>
                  <a:lnTo>
                    <a:pt x="935" y="632"/>
                  </a:lnTo>
                  <a:lnTo>
                    <a:pt x="936" y="630"/>
                  </a:lnTo>
                  <a:lnTo>
                    <a:pt x="936" y="630"/>
                  </a:lnTo>
                  <a:lnTo>
                    <a:pt x="936" y="630"/>
                  </a:lnTo>
                  <a:lnTo>
                    <a:pt x="937" y="351"/>
                  </a:lnTo>
                  <a:lnTo>
                    <a:pt x="937" y="478"/>
                  </a:lnTo>
                  <a:lnTo>
                    <a:pt x="937" y="478"/>
                  </a:lnTo>
                  <a:lnTo>
                    <a:pt x="939" y="632"/>
                  </a:lnTo>
                  <a:lnTo>
                    <a:pt x="940" y="589"/>
                  </a:lnTo>
                  <a:lnTo>
                    <a:pt x="940" y="589"/>
                  </a:lnTo>
                  <a:lnTo>
                    <a:pt x="941" y="633"/>
                  </a:lnTo>
                  <a:lnTo>
                    <a:pt x="942" y="553"/>
                  </a:lnTo>
                  <a:lnTo>
                    <a:pt x="942" y="553"/>
                  </a:lnTo>
                  <a:lnTo>
                    <a:pt x="942" y="432"/>
                  </a:lnTo>
                  <a:lnTo>
                    <a:pt x="944" y="592"/>
                  </a:lnTo>
                  <a:lnTo>
                    <a:pt x="944" y="592"/>
                  </a:lnTo>
                  <a:lnTo>
                    <a:pt x="944" y="629"/>
                  </a:lnTo>
                  <a:lnTo>
                    <a:pt x="945" y="558"/>
                  </a:lnTo>
                  <a:lnTo>
                    <a:pt x="946" y="590"/>
                  </a:lnTo>
                  <a:lnTo>
                    <a:pt x="946" y="590"/>
                  </a:lnTo>
                  <a:lnTo>
                    <a:pt x="947" y="637"/>
                  </a:lnTo>
                  <a:lnTo>
                    <a:pt x="948" y="616"/>
                  </a:lnTo>
                  <a:lnTo>
                    <a:pt x="948" y="616"/>
                  </a:lnTo>
                  <a:lnTo>
                    <a:pt x="950" y="241"/>
                  </a:lnTo>
                  <a:lnTo>
                    <a:pt x="950" y="245"/>
                  </a:lnTo>
                  <a:lnTo>
                    <a:pt x="950" y="245"/>
                  </a:lnTo>
                  <a:lnTo>
                    <a:pt x="950" y="196"/>
                  </a:lnTo>
                  <a:lnTo>
                    <a:pt x="952" y="529"/>
                  </a:lnTo>
                  <a:lnTo>
                    <a:pt x="952" y="529"/>
                  </a:lnTo>
                  <a:lnTo>
                    <a:pt x="954" y="633"/>
                  </a:lnTo>
                  <a:lnTo>
                    <a:pt x="954" y="633"/>
                  </a:lnTo>
                  <a:lnTo>
                    <a:pt x="954" y="638"/>
                  </a:lnTo>
                  <a:lnTo>
                    <a:pt x="954" y="601"/>
                  </a:lnTo>
                  <a:lnTo>
                    <a:pt x="956" y="613"/>
                  </a:lnTo>
                  <a:lnTo>
                    <a:pt x="956" y="613"/>
                  </a:lnTo>
                  <a:lnTo>
                    <a:pt x="957" y="629"/>
                  </a:lnTo>
                  <a:lnTo>
                    <a:pt x="958" y="255"/>
                  </a:lnTo>
                  <a:lnTo>
                    <a:pt x="958" y="273"/>
                  </a:lnTo>
                  <a:lnTo>
                    <a:pt x="958" y="273"/>
                  </a:lnTo>
                  <a:lnTo>
                    <a:pt x="960" y="630"/>
                  </a:lnTo>
                  <a:lnTo>
                    <a:pt x="960" y="623"/>
                  </a:lnTo>
                  <a:lnTo>
                    <a:pt x="960" y="623"/>
                  </a:lnTo>
                  <a:lnTo>
                    <a:pt x="961" y="629"/>
                  </a:lnTo>
                  <a:lnTo>
                    <a:pt x="962" y="583"/>
                  </a:lnTo>
                  <a:lnTo>
                    <a:pt x="962" y="583"/>
                  </a:lnTo>
                  <a:lnTo>
                    <a:pt x="962" y="224"/>
                  </a:lnTo>
                  <a:lnTo>
                    <a:pt x="964" y="616"/>
                  </a:lnTo>
                  <a:lnTo>
                    <a:pt x="964" y="616"/>
                  </a:lnTo>
                  <a:lnTo>
                    <a:pt x="964" y="630"/>
                  </a:lnTo>
                  <a:lnTo>
                    <a:pt x="965" y="585"/>
                  </a:lnTo>
                  <a:lnTo>
                    <a:pt x="966" y="624"/>
                  </a:lnTo>
                  <a:lnTo>
                    <a:pt x="966" y="624"/>
                  </a:lnTo>
                  <a:lnTo>
                    <a:pt x="966" y="630"/>
                  </a:lnTo>
                  <a:lnTo>
                    <a:pt x="967" y="277"/>
                  </a:lnTo>
                  <a:lnTo>
                    <a:pt x="968" y="549"/>
                  </a:lnTo>
                  <a:lnTo>
                    <a:pt x="968" y="549"/>
                  </a:lnTo>
                  <a:lnTo>
                    <a:pt x="968" y="629"/>
                  </a:lnTo>
                  <a:lnTo>
                    <a:pt x="970" y="627"/>
                  </a:lnTo>
                  <a:lnTo>
                    <a:pt x="970" y="627"/>
                  </a:lnTo>
                  <a:lnTo>
                    <a:pt x="971" y="630"/>
                  </a:lnTo>
                  <a:lnTo>
                    <a:pt x="972" y="573"/>
                  </a:lnTo>
                  <a:lnTo>
                    <a:pt x="972" y="573"/>
                  </a:lnTo>
                  <a:lnTo>
                    <a:pt x="972" y="509"/>
                  </a:lnTo>
                  <a:lnTo>
                    <a:pt x="974" y="632"/>
                  </a:lnTo>
                  <a:lnTo>
                    <a:pt x="974" y="629"/>
                  </a:lnTo>
                  <a:lnTo>
                    <a:pt x="974" y="629"/>
                  </a:lnTo>
                  <a:lnTo>
                    <a:pt x="975" y="631"/>
                  </a:lnTo>
                  <a:lnTo>
                    <a:pt x="976" y="299"/>
                  </a:lnTo>
                  <a:lnTo>
                    <a:pt x="976" y="299"/>
                  </a:lnTo>
                  <a:lnTo>
                    <a:pt x="976" y="296"/>
                  </a:lnTo>
                  <a:lnTo>
                    <a:pt x="977" y="630"/>
                  </a:lnTo>
                  <a:lnTo>
                    <a:pt x="978" y="587"/>
                  </a:lnTo>
                  <a:lnTo>
                    <a:pt x="978" y="587"/>
                  </a:lnTo>
                  <a:lnTo>
                    <a:pt x="978" y="612"/>
                  </a:lnTo>
                  <a:lnTo>
                    <a:pt x="978" y="564"/>
                  </a:lnTo>
                  <a:lnTo>
                    <a:pt x="980" y="604"/>
                  </a:lnTo>
                  <a:lnTo>
                    <a:pt x="980" y="604"/>
                  </a:lnTo>
                  <a:lnTo>
                    <a:pt x="981" y="269"/>
                  </a:lnTo>
                  <a:lnTo>
                    <a:pt x="982" y="606"/>
                  </a:lnTo>
                  <a:lnTo>
                    <a:pt x="982" y="598"/>
                  </a:lnTo>
                  <a:lnTo>
                    <a:pt x="982" y="598"/>
                  </a:lnTo>
                  <a:lnTo>
                    <a:pt x="982" y="547"/>
                  </a:lnTo>
                  <a:lnTo>
                    <a:pt x="984" y="616"/>
                  </a:lnTo>
                  <a:lnTo>
                    <a:pt x="984" y="616"/>
                  </a:lnTo>
                  <a:lnTo>
                    <a:pt x="984" y="616"/>
                  </a:lnTo>
                  <a:lnTo>
                    <a:pt x="986" y="453"/>
                  </a:lnTo>
                  <a:lnTo>
                    <a:pt x="986" y="475"/>
                  </a:lnTo>
                  <a:lnTo>
                    <a:pt x="986" y="475"/>
                  </a:lnTo>
                  <a:lnTo>
                    <a:pt x="987" y="623"/>
                  </a:lnTo>
                  <a:lnTo>
                    <a:pt x="988" y="614"/>
                  </a:lnTo>
                  <a:lnTo>
                    <a:pt x="988" y="614"/>
                  </a:lnTo>
                  <a:lnTo>
                    <a:pt x="988" y="630"/>
                  </a:lnTo>
                  <a:lnTo>
                    <a:pt x="989" y="467"/>
                  </a:lnTo>
                  <a:lnTo>
                    <a:pt x="990" y="499"/>
                  </a:lnTo>
                  <a:lnTo>
                    <a:pt x="990" y="499"/>
                  </a:lnTo>
                  <a:lnTo>
                    <a:pt x="991" y="634"/>
                  </a:lnTo>
                  <a:lnTo>
                    <a:pt x="992" y="588"/>
                  </a:lnTo>
                  <a:lnTo>
                    <a:pt x="992" y="588"/>
                  </a:lnTo>
                  <a:lnTo>
                    <a:pt x="993" y="632"/>
                  </a:lnTo>
                  <a:lnTo>
                    <a:pt x="993" y="360"/>
                  </a:lnTo>
                  <a:lnTo>
                    <a:pt x="994" y="419"/>
                  </a:lnTo>
                  <a:lnTo>
                    <a:pt x="994" y="419"/>
                  </a:lnTo>
                  <a:lnTo>
                    <a:pt x="995" y="627"/>
                  </a:lnTo>
                  <a:lnTo>
                    <a:pt x="996" y="527"/>
                  </a:lnTo>
                  <a:lnTo>
                    <a:pt x="996" y="527"/>
                  </a:lnTo>
                  <a:lnTo>
                    <a:pt x="997" y="630"/>
                  </a:lnTo>
                  <a:lnTo>
                    <a:pt x="998" y="504"/>
                  </a:lnTo>
                  <a:lnTo>
                    <a:pt x="998" y="503"/>
                  </a:lnTo>
                  <a:lnTo>
                    <a:pt x="998" y="273"/>
                  </a:lnTo>
                  <a:lnTo>
                    <a:pt x="1000" y="623"/>
                  </a:lnTo>
                  <a:lnTo>
                    <a:pt x="1000" y="623"/>
                  </a:lnTo>
                  <a:lnTo>
                    <a:pt x="1000" y="626"/>
                  </a:lnTo>
                  <a:lnTo>
                    <a:pt x="1001" y="573"/>
                  </a:lnTo>
                  <a:lnTo>
                    <a:pt x="1002" y="625"/>
                  </a:lnTo>
                  <a:lnTo>
                    <a:pt x="1002" y="625"/>
                  </a:lnTo>
                  <a:lnTo>
                    <a:pt x="1002" y="626"/>
                  </a:lnTo>
                  <a:lnTo>
                    <a:pt x="1003" y="413"/>
                  </a:lnTo>
                  <a:lnTo>
                    <a:pt x="1004" y="568"/>
                  </a:lnTo>
                  <a:lnTo>
                    <a:pt x="1004" y="568"/>
                  </a:lnTo>
                  <a:lnTo>
                    <a:pt x="1005" y="621"/>
                  </a:lnTo>
                  <a:lnTo>
                    <a:pt x="1006" y="608"/>
                  </a:lnTo>
                  <a:lnTo>
                    <a:pt x="1006" y="608"/>
                  </a:lnTo>
                  <a:lnTo>
                    <a:pt x="1006" y="632"/>
                  </a:lnTo>
                  <a:lnTo>
                    <a:pt x="1008" y="341"/>
                  </a:lnTo>
                  <a:lnTo>
                    <a:pt x="1008" y="363"/>
                  </a:lnTo>
                  <a:lnTo>
                    <a:pt x="1008" y="363"/>
                  </a:lnTo>
                  <a:lnTo>
                    <a:pt x="1009" y="612"/>
                  </a:lnTo>
                  <a:lnTo>
                    <a:pt x="1010" y="609"/>
                  </a:lnTo>
                  <a:lnTo>
                    <a:pt x="1010" y="609"/>
                  </a:lnTo>
                  <a:lnTo>
                    <a:pt x="1010" y="589"/>
                  </a:lnTo>
                  <a:lnTo>
                    <a:pt x="1011" y="629"/>
                  </a:lnTo>
                  <a:lnTo>
                    <a:pt x="1012" y="602"/>
                  </a:lnTo>
                  <a:lnTo>
                    <a:pt x="1012" y="602"/>
                  </a:lnTo>
                  <a:lnTo>
                    <a:pt x="1012" y="595"/>
                  </a:lnTo>
                  <a:lnTo>
                    <a:pt x="1013" y="624"/>
                  </a:lnTo>
                  <a:lnTo>
                    <a:pt x="1014" y="612"/>
                  </a:lnTo>
                  <a:lnTo>
                    <a:pt x="1014" y="612"/>
                  </a:lnTo>
                  <a:lnTo>
                    <a:pt x="1014" y="632"/>
                  </a:lnTo>
                  <a:lnTo>
                    <a:pt x="1015" y="574"/>
                  </a:lnTo>
                  <a:lnTo>
                    <a:pt x="1016" y="621"/>
                  </a:lnTo>
                  <a:lnTo>
                    <a:pt x="1016" y="621"/>
                  </a:lnTo>
                  <a:lnTo>
                    <a:pt x="1016" y="624"/>
                  </a:lnTo>
                  <a:lnTo>
                    <a:pt x="1018" y="568"/>
                  </a:lnTo>
                  <a:lnTo>
                    <a:pt x="1018" y="588"/>
                  </a:lnTo>
                  <a:lnTo>
                    <a:pt x="1018" y="588"/>
                  </a:lnTo>
                  <a:lnTo>
                    <a:pt x="1018" y="573"/>
                  </a:lnTo>
                  <a:lnTo>
                    <a:pt x="1019" y="629"/>
                  </a:lnTo>
                  <a:lnTo>
                    <a:pt x="1020" y="605"/>
                  </a:lnTo>
                  <a:lnTo>
                    <a:pt x="1020" y="605"/>
                  </a:lnTo>
                  <a:lnTo>
                    <a:pt x="1020" y="469"/>
                  </a:lnTo>
                  <a:lnTo>
                    <a:pt x="1022" y="632"/>
                  </a:lnTo>
                  <a:lnTo>
                    <a:pt x="1022" y="624"/>
                  </a:lnTo>
                  <a:lnTo>
                    <a:pt x="1022" y="624"/>
                  </a:lnTo>
                  <a:lnTo>
                    <a:pt x="1023" y="485"/>
                  </a:lnTo>
                  <a:lnTo>
                    <a:pt x="1024" y="616"/>
                  </a:lnTo>
                  <a:lnTo>
                    <a:pt x="1024" y="616"/>
                  </a:lnTo>
                  <a:lnTo>
                    <a:pt x="1025" y="623"/>
                  </a:lnTo>
                  <a:lnTo>
                    <a:pt x="1026" y="569"/>
                  </a:lnTo>
                  <a:lnTo>
                    <a:pt x="1026" y="572"/>
                  </a:lnTo>
                  <a:lnTo>
                    <a:pt x="1026" y="572"/>
                  </a:lnTo>
                  <a:lnTo>
                    <a:pt x="1027" y="631"/>
                  </a:lnTo>
                  <a:lnTo>
                    <a:pt x="1028" y="593"/>
                  </a:lnTo>
                  <a:lnTo>
                    <a:pt x="1028" y="593"/>
                  </a:lnTo>
                  <a:lnTo>
                    <a:pt x="1028" y="320"/>
                  </a:lnTo>
                  <a:lnTo>
                    <a:pt x="1030" y="619"/>
                  </a:lnTo>
                  <a:lnTo>
                    <a:pt x="1030" y="612"/>
                  </a:lnTo>
                  <a:lnTo>
                    <a:pt x="1030" y="612"/>
                  </a:lnTo>
                  <a:lnTo>
                    <a:pt x="1031" y="450"/>
                  </a:lnTo>
                  <a:lnTo>
                    <a:pt x="1032" y="630"/>
                  </a:lnTo>
                  <a:lnTo>
                    <a:pt x="1032" y="629"/>
                  </a:lnTo>
                  <a:lnTo>
                    <a:pt x="1032" y="629"/>
                  </a:lnTo>
                  <a:lnTo>
                    <a:pt x="1032" y="633"/>
                  </a:lnTo>
                  <a:lnTo>
                    <a:pt x="1033" y="353"/>
                  </a:lnTo>
                  <a:lnTo>
                    <a:pt x="1034" y="401"/>
                  </a:lnTo>
                  <a:lnTo>
                    <a:pt x="1034" y="402"/>
                  </a:lnTo>
                  <a:lnTo>
                    <a:pt x="1034" y="389"/>
                  </a:lnTo>
                  <a:lnTo>
                    <a:pt x="1036" y="632"/>
                  </a:lnTo>
                  <a:lnTo>
                    <a:pt x="1036" y="608"/>
                  </a:lnTo>
                  <a:lnTo>
                    <a:pt x="1036" y="608"/>
                  </a:lnTo>
                  <a:lnTo>
                    <a:pt x="1036" y="572"/>
                  </a:lnTo>
                  <a:lnTo>
                    <a:pt x="1037" y="621"/>
                  </a:lnTo>
                  <a:lnTo>
                    <a:pt x="1038" y="584"/>
                  </a:lnTo>
                  <a:lnTo>
                    <a:pt x="1038" y="584"/>
                  </a:lnTo>
                  <a:lnTo>
                    <a:pt x="1038" y="616"/>
                  </a:lnTo>
                  <a:lnTo>
                    <a:pt x="1039" y="460"/>
                  </a:lnTo>
                  <a:lnTo>
                    <a:pt x="1040" y="580"/>
                  </a:lnTo>
                  <a:lnTo>
                    <a:pt x="1040" y="580"/>
                  </a:lnTo>
                  <a:lnTo>
                    <a:pt x="1040" y="570"/>
                  </a:lnTo>
                  <a:lnTo>
                    <a:pt x="1042" y="630"/>
                  </a:lnTo>
                  <a:lnTo>
                    <a:pt x="1042" y="630"/>
                  </a:lnTo>
                  <a:lnTo>
                    <a:pt x="1043" y="632"/>
                  </a:lnTo>
                  <a:lnTo>
                    <a:pt x="1044" y="368"/>
                  </a:lnTo>
                  <a:lnTo>
                    <a:pt x="1044" y="367"/>
                  </a:lnTo>
                  <a:lnTo>
                    <a:pt x="1044" y="267"/>
                  </a:lnTo>
                  <a:lnTo>
                    <a:pt x="1045" y="609"/>
                  </a:lnTo>
                  <a:lnTo>
                    <a:pt x="1046" y="604"/>
                  </a:lnTo>
                  <a:lnTo>
                    <a:pt x="1046" y="604"/>
                  </a:lnTo>
                  <a:lnTo>
                    <a:pt x="1046" y="532"/>
                  </a:lnTo>
                  <a:lnTo>
                    <a:pt x="1048" y="630"/>
                  </a:lnTo>
                  <a:lnTo>
                    <a:pt x="1048" y="628"/>
                  </a:lnTo>
                  <a:lnTo>
                    <a:pt x="1048" y="628"/>
                  </a:lnTo>
                  <a:lnTo>
                    <a:pt x="1048" y="632"/>
                  </a:lnTo>
                  <a:lnTo>
                    <a:pt x="1049" y="509"/>
                  </a:lnTo>
                  <a:lnTo>
                    <a:pt x="1050" y="545"/>
                  </a:lnTo>
                  <a:lnTo>
                    <a:pt x="1050" y="544"/>
                  </a:lnTo>
                  <a:lnTo>
                    <a:pt x="1050" y="515"/>
                  </a:lnTo>
                  <a:lnTo>
                    <a:pt x="1052" y="611"/>
                  </a:lnTo>
                  <a:lnTo>
                    <a:pt x="1052" y="611"/>
                  </a:lnTo>
                  <a:lnTo>
                    <a:pt x="1053" y="590"/>
                  </a:lnTo>
                  <a:lnTo>
                    <a:pt x="1054" y="632"/>
                  </a:lnTo>
                  <a:lnTo>
                    <a:pt x="1054" y="631"/>
                  </a:lnTo>
                  <a:lnTo>
                    <a:pt x="1054" y="631"/>
                  </a:lnTo>
                  <a:lnTo>
                    <a:pt x="1055" y="423"/>
                  </a:lnTo>
                  <a:lnTo>
                    <a:pt x="1056" y="583"/>
                  </a:lnTo>
                  <a:lnTo>
                    <a:pt x="1056" y="583"/>
                  </a:lnTo>
                  <a:lnTo>
                    <a:pt x="1057" y="634"/>
                  </a:lnTo>
                  <a:lnTo>
                    <a:pt x="1058" y="585"/>
                  </a:lnTo>
                  <a:lnTo>
                    <a:pt x="1058" y="585"/>
                  </a:lnTo>
                  <a:lnTo>
                    <a:pt x="1059" y="636"/>
                  </a:lnTo>
                  <a:lnTo>
                    <a:pt x="1060" y="464"/>
                  </a:lnTo>
                  <a:lnTo>
                    <a:pt x="1060" y="463"/>
                  </a:lnTo>
                  <a:lnTo>
                    <a:pt x="1060" y="331"/>
                  </a:lnTo>
                  <a:lnTo>
                    <a:pt x="1061" y="609"/>
                  </a:lnTo>
                  <a:lnTo>
                    <a:pt x="1062" y="605"/>
                  </a:lnTo>
                  <a:lnTo>
                    <a:pt x="1062" y="606"/>
                  </a:lnTo>
                  <a:lnTo>
                    <a:pt x="1062" y="553"/>
                  </a:lnTo>
                  <a:lnTo>
                    <a:pt x="1063" y="628"/>
                  </a:lnTo>
                  <a:lnTo>
                    <a:pt x="1064" y="623"/>
                  </a:lnTo>
                  <a:lnTo>
                    <a:pt x="1064" y="623"/>
                  </a:lnTo>
                  <a:lnTo>
                    <a:pt x="1064" y="629"/>
                  </a:lnTo>
                  <a:lnTo>
                    <a:pt x="1065" y="527"/>
                  </a:lnTo>
                  <a:lnTo>
                    <a:pt x="1066" y="543"/>
                  </a:lnTo>
                  <a:lnTo>
                    <a:pt x="1066" y="543"/>
                  </a:lnTo>
                  <a:lnTo>
                    <a:pt x="1066" y="474"/>
                  </a:lnTo>
                  <a:lnTo>
                    <a:pt x="1067" y="628"/>
                  </a:lnTo>
                  <a:lnTo>
                    <a:pt x="1068" y="624"/>
                  </a:lnTo>
                  <a:lnTo>
                    <a:pt x="1068" y="624"/>
                  </a:lnTo>
                  <a:lnTo>
                    <a:pt x="1068" y="629"/>
                  </a:lnTo>
                  <a:lnTo>
                    <a:pt x="1069" y="586"/>
                  </a:lnTo>
                  <a:lnTo>
                    <a:pt x="1070" y="622"/>
                  </a:lnTo>
                  <a:lnTo>
                    <a:pt x="1070" y="622"/>
                  </a:lnTo>
                  <a:lnTo>
                    <a:pt x="1071" y="432"/>
                  </a:lnTo>
                  <a:lnTo>
                    <a:pt x="1072" y="611"/>
                  </a:lnTo>
                  <a:lnTo>
                    <a:pt x="1072" y="611"/>
                  </a:lnTo>
                  <a:lnTo>
                    <a:pt x="1073" y="627"/>
                  </a:lnTo>
                  <a:lnTo>
                    <a:pt x="1074" y="581"/>
                  </a:lnTo>
                  <a:lnTo>
                    <a:pt x="1074" y="582"/>
                  </a:lnTo>
                  <a:lnTo>
                    <a:pt x="1074" y="582"/>
                  </a:lnTo>
                  <a:lnTo>
                    <a:pt x="1075" y="629"/>
                  </a:lnTo>
                  <a:lnTo>
                    <a:pt x="1076" y="342"/>
                  </a:lnTo>
                  <a:lnTo>
                    <a:pt x="1076" y="342"/>
                  </a:lnTo>
                  <a:lnTo>
                    <a:pt x="1076" y="316"/>
                  </a:lnTo>
                  <a:lnTo>
                    <a:pt x="1078" y="632"/>
                  </a:lnTo>
                  <a:lnTo>
                    <a:pt x="1078" y="632"/>
                  </a:lnTo>
                  <a:lnTo>
                    <a:pt x="1078" y="632"/>
                  </a:lnTo>
                  <a:lnTo>
                    <a:pt x="1078" y="632"/>
                  </a:lnTo>
                  <a:lnTo>
                    <a:pt x="1080" y="626"/>
                  </a:lnTo>
                  <a:lnTo>
                    <a:pt x="1080" y="632"/>
                  </a:lnTo>
                  <a:lnTo>
                    <a:pt x="1080" y="632"/>
                  </a:lnTo>
                  <a:lnTo>
                    <a:pt x="1080" y="632"/>
                  </a:lnTo>
                  <a:lnTo>
                    <a:pt x="1081" y="487"/>
                  </a:lnTo>
                  <a:lnTo>
                    <a:pt x="1082" y="553"/>
                  </a:lnTo>
                  <a:lnTo>
                    <a:pt x="1082" y="553"/>
                  </a:lnTo>
                  <a:lnTo>
                    <a:pt x="1084" y="633"/>
                  </a:lnTo>
                  <a:lnTo>
                    <a:pt x="1084" y="629"/>
                  </a:lnTo>
                  <a:lnTo>
                    <a:pt x="1084" y="629"/>
                  </a:lnTo>
                  <a:lnTo>
                    <a:pt x="1086" y="634"/>
                  </a:lnTo>
                  <a:lnTo>
                    <a:pt x="1086" y="617"/>
                  </a:lnTo>
                  <a:lnTo>
                    <a:pt x="1086" y="617"/>
                  </a:lnTo>
                  <a:lnTo>
                    <a:pt x="1086" y="590"/>
                  </a:lnTo>
                  <a:lnTo>
                    <a:pt x="1087" y="632"/>
                  </a:lnTo>
                  <a:lnTo>
                    <a:pt x="1088" y="596"/>
                  </a:lnTo>
                  <a:lnTo>
                    <a:pt x="1088" y="596"/>
                  </a:lnTo>
                  <a:lnTo>
                    <a:pt x="1089" y="583"/>
                  </a:lnTo>
                  <a:lnTo>
                    <a:pt x="1089" y="629"/>
                  </a:lnTo>
                  <a:lnTo>
                    <a:pt x="1090" y="612"/>
                  </a:lnTo>
                  <a:lnTo>
                    <a:pt x="1090" y="612"/>
                  </a:lnTo>
                  <a:lnTo>
                    <a:pt x="1091" y="510"/>
                  </a:lnTo>
                  <a:lnTo>
                    <a:pt x="1092" y="617"/>
                  </a:lnTo>
                  <a:lnTo>
                    <a:pt x="1092" y="613"/>
                  </a:lnTo>
                  <a:lnTo>
                    <a:pt x="1092" y="613"/>
                  </a:lnTo>
                  <a:lnTo>
                    <a:pt x="1093" y="570"/>
                  </a:lnTo>
                  <a:lnTo>
                    <a:pt x="1093" y="622"/>
                  </a:lnTo>
                  <a:lnTo>
                    <a:pt x="1094" y="590"/>
                  </a:lnTo>
                  <a:lnTo>
                    <a:pt x="1094" y="590"/>
                  </a:lnTo>
                  <a:lnTo>
                    <a:pt x="1095" y="624"/>
                  </a:lnTo>
                  <a:lnTo>
                    <a:pt x="1096" y="505"/>
                  </a:lnTo>
                  <a:lnTo>
                    <a:pt x="1096" y="505"/>
                  </a:lnTo>
                  <a:lnTo>
                    <a:pt x="1096" y="450"/>
                  </a:lnTo>
                  <a:lnTo>
                    <a:pt x="1098" y="621"/>
                  </a:lnTo>
                  <a:lnTo>
                    <a:pt x="1098" y="621"/>
                  </a:lnTo>
                  <a:lnTo>
                    <a:pt x="1098" y="628"/>
                  </a:lnTo>
                  <a:lnTo>
                    <a:pt x="1099" y="586"/>
                  </a:lnTo>
                  <a:lnTo>
                    <a:pt x="1100" y="625"/>
                  </a:lnTo>
                  <a:lnTo>
                    <a:pt x="1100" y="625"/>
                  </a:lnTo>
                  <a:lnTo>
                    <a:pt x="1100" y="627"/>
                  </a:lnTo>
                  <a:lnTo>
                    <a:pt x="1101" y="432"/>
                  </a:lnTo>
                  <a:lnTo>
                    <a:pt x="1102" y="554"/>
                  </a:lnTo>
                  <a:lnTo>
                    <a:pt x="1102" y="554"/>
                  </a:lnTo>
                  <a:lnTo>
                    <a:pt x="1103" y="632"/>
                  </a:lnTo>
                  <a:lnTo>
                    <a:pt x="1104" y="628"/>
                  </a:lnTo>
                  <a:lnTo>
                    <a:pt x="1104" y="628"/>
                  </a:lnTo>
                  <a:lnTo>
                    <a:pt x="1105" y="631"/>
                  </a:lnTo>
                  <a:lnTo>
                    <a:pt x="1106" y="600"/>
                  </a:lnTo>
                  <a:lnTo>
                    <a:pt x="1106" y="599"/>
                  </a:lnTo>
                  <a:lnTo>
                    <a:pt x="1107" y="357"/>
                  </a:lnTo>
                  <a:lnTo>
                    <a:pt x="1108" y="520"/>
                  </a:lnTo>
                  <a:lnTo>
                    <a:pt x="1108" y="520"/>
                  </a:lnTo>
                  <a:lnTo>
                    <a:pt x="1110" y="635"/>
                  </a:lnTo>
                  <a:lnTo>
                    <a:pt x="1110" y="627"/>
                  </a:lnTo>
                  <a:lnTo>
                    <a:pt x="1110" y="627"/>
                  </a:lnTo>
                  <a:lnTo>
                    <a:pt x="1110" y="636"/>
                  </a:lnTo>
                  <a:lnTo>
                    <a:pt x="1111" y="462"/>
                  </a:lnTo>
                  <a:lnTo>
                    <a:pt x="1112" y="553"/>
                  </a:lnTo>
                  <a:lnTo>
                    <a:pt x="1112" y="553"/>
                  </a:lnTo>
                  <a:lnTo>
                    <a:pt x="1112" y="553"/>
                  </a:lnTo>
                  <a:lnTo>
                    <a:pt x="1113" y="620"/>
                  </a:lnTo>
                  <a:lnTo>
                    <a:pt x="1114" y="601"/>
                  </a:lnTo>
                  <a:lnTo>
                    <a:pt x="1114" y="601"/>
                  </a:lnTo>
                  <a:lnTo>
                    <a:pt x="1114" y="582"/>
                  </a:lnTo>
                  <a:lnTo>
                    <a:pt x="1116" y="635"/>
                  </a:lnTo>
                  <a:lnTo>
                    <a:pt x="1116" y="634"/>
                  </a:lnTo>
                  <a:lnTo>
                    <a:pt x="1116" y="634"/>
                  </a:lnTo>
                  <a:lnTo>
                    <a:pt x="1117" y="544"/>
                  </a:lnTo>
                  <a:lnTo>
                    <a:pt x="1118" y="612"/>
                  </a:lnTo>
                  <a:lnTo>
                    <a:pt x="1118" y="612"/>
                  </a:lnTo>
                  <a:lnTo>
                    <a:pt x="1119" y="623"/>
                  </a:lnTo>
                  <a:lnTo>
                    <a:pt x="1120" y="580"/>
                  </a:lnTo>
                  <a:lnTo>
                    <a:pt x="1120" y="588"/>
                  </a:lnTo>
                  <a:lnTo>
                    <a:pt x="1120" y="588"/>
                  </a:lnTo>
                  <a:lnTo>
                    <a:pt x="1120" y="588"/>
                  </a:lnTo>
                  <a:lnTo>
                    <a:pt x="1121" y="635"/>
                  </a:lnTo>
                  <a:lnTo>
                    <a:pt x="1122" y="616"/>
                  </a:lnTo>
                  <a:lnTo>
                    <a:pt x="1122" y="616"/>
                  </a:lnTo>
                  <a:lnTo>
                    <a:pt x="1122" y="573"/>
                  </a:lnTo>
                  <a:lnTo>
                    <a:pt x="1123" y="621"/>
                  </a:lnTo>
                  <a:lnTo>
                    <a:pt x="1124" y="616"/>
                  </a:lnTo>
                  <a:lnTo>
                    <a:pt x="1124" y="616"/>
                  </a:lnTo>
                  <a:lnTo>
                    <a:pt x="1125" y="581"/>
                  </a:lnTo>
                  <a:lnTo>
                    <a:pt x="1126" y="634"/>
                  </a:lnTo>
                  <a:lnTo>
                    <a:pt x="1126" y="627"/>
                  </a:lnTo>
                  <a:lnTo>
                    <a:pt x="1126" y="627"/>
                  </a:lnTo>
                  <a:lnTo>
                    <a:pt x="1126" y="635"/>
                  </a:lnTo>
                  <a:lnTo>
                    <a:pt x="1128" y="395"/>
                  </a:lnTo>
                  <a:lnTo>
                    <a:pt x="1128" y="458"/>
                  </a:lnTo>
                  <a:lnTo>
                    <a:pt x="1128" y="458"/>
                  </a:lnTo>
                  <a:lnTo>
                    <a:pt x="1129" y="635"/>
                  </a:lnTo>
                  <a:lnTo>
                    <a:pt x="1130" y="568"/>
                  </a:lnTo>
                  <a:lnTo>
                    <a:pt x="1130" y="568"/>
                  </a:lnTo>
                  <a:lnTo>
                    <a:pt x="1131" y="620"/>
                  </a:lnTo>
                  <a:lnTo>
                    <a:pt x="1132" y="514"/>
                  </a:lnTo>
                  <a:lnTo>
                    <a:pt x="1132" y="514"/>
                  </a:lnTo>
                  <a:lnTo>
                    <a:pt x="1132" y="511"/>
                  </a:lnTo>
                  <a:lnTo>
                    <a:pt x="1133" y="623"/>
                  </a:lnTo>
                  <a:lnTo>
                    <a:pt x="1134" y="584"/>
                  </a:lnTo>
                  <a:lnTo>
                    <a:pt x="1134" y="584"/>
                  </a:lnTo>
                  <a:lnTo>
                    <a:pt x="1134" y="621"/>
                  </a:lnTo>
                  <a:lnTo>
                    <a:pt x="1135" y="555"/>
                  </a:lnTo>
                  <a:lnTo>
                    <a:pt x="1136" y="595"/>
                  </a:lnTo>
                  <a:lnTo>
                    <a:pt x="1136" y="595"/>
                  </a:lnTo>
                  <a:lnTo>
                    <a:pt x="1137" y="390"/>
                  </a:lnTo>
                  <a:lnTo>
                    <a:pt x="1138" y="620"/>
                  </a:lnTo>
                  <a:lnTo>
                    <a:pt x="1138" y="600"/>
                  </a:lnTo>
                  <a:lnTo>
                    <a:pt x="1138" y="600"/>
                  </a:lnTo>
                  <a:lnTo>
                    <a:pt x="1138" y="567"/>
                  </a:lnTo>
                  <a:lnTo>
                    <a:pt x="1139" y="632"/>
                  </a:lnTo>
                  <a:lnTo>
                    <a:pt x="1140" y="608"/>
                  </a:lnTo>
                  <a:lnTo>
                    <a:pt x="1140" y="608"/>
                  </a:lnTo>
                  <a:lnTo>
                    <a:pt x="1141" y="432"/>
                  </a:lnTo>
                  <a:lnTo>
                    <a:pt x="1142" y="618"/>
                  </a:lnTo>
                  <a:lnTo>
                    <a:pt x="1142" y="549"/>
                  </a:lnTo>
                  <a:lnTo>
                    <a:pt x="1142" y="548"/>
                  </a:lnTo>
                  <a:lnTo>
                    <a:pt x="1142" y="513"/>
                  </a:lnTo>
                  <a:lnTo>
                    <a:pt x="1144" y="626"/>
                  </a:lnTo>
                  <a:lnTo>
                    <a:pt x="1144" y="626"/>
                  </a:lnTo>
                  <a:lnTo>
                    <a:pt x="1145" y="632"/>
                  </a:lnTo>
                  <a:lnTo>
                    <a:pt x="1146" y="556"/>
                  </a:lnTo>
                  <a:lnTo>
                    <a:pt x="1146" y="571"/>
                  </a:lnTo>
                  <a:lnTo>
                    <a:pt x="1146" y="571"/>
                  </a:lnTo>
                  <a:lnTo>
                    <a:pt x="1146" y="530"/>
                  </a:lnTo>
                  <a:lnTo>
                    <a:pt x="1147" y="631"/>
                  </a:lnTo>
                  <a:lnTo>
                    <a:pt x="1148" y="626"/>
                  </a:lnTo>
                  <a:lnTo>
                    <a:pt x="1148" y="626"/>
                  </a:lnTo>
                  <a:lnTo>
                    <a:pt x="1149" y="558"/>
                  </a:lnTo>
                  <a:lnTo>
                    <a:pt x="1150" y="633"/>
                  </a:lnTo>
                  <a:lnTo>
                    <a:pt x="1150" y="625"/>
                  </a:lnTo>
                  <a:lnTo>
                    <a:pt x="1150" y="625"/>
                  </a:lnTo>
                  <a:lnTo>
                    <a:pt x="1151" y="628"/>
                  </a:lnTo>
                  <a:lnTo>
                    <a:pt x="1152" y="489"/>
                  </a:lnTo>
                  <a:lnTo>
                    <a:pt x="1152" y="566"/>
                  </a:lnTo>
                  <a:lnTo>
                    <a:pt x="1152" y="566"/>
                  </a:lnTo>
                  <a:lnTo>
                    <a:pt x="1153" y="522"/>
                  </a:lnTo>
                  <a:lnTo>
                    <a:pt x="1154" y="622"/>
                  </a:lnTo>
                  <a:lnTo>
                    <a:pt x="1154" y="590"/>
                  </a:lnTo>
                  <a:lnTo>
                    <a:pt x="1154" y="590"/>
                  </a:lnTo>
                  <a:lnTo>
                    <a:pt x="1155" y="632"/>
                  </a:lnTo>
                  <a:lnTo>
                    <a:pt x="1156" y="610"/>
                  </a:lnTo>
                  <a:lnTo>
                    <a:pt x="1156" y="610"/>
                  </a:lnTo>
                  <a:lnTo>
                    <a:pt x="1157" y="558"/>
                  </a:lnTo>
                  <a:lnTo>
                    <a:pt x="1158" y="625"/>
                  </a:lnTo>
                  <a:lnTo>
                    <a:pt x="1158" y="597"/>
                  </a:lnTo>
                  <a:lnTo>
                    <a:pt x="1158" y="597"/>
                  </a:lnTo>
                  <a:lnTo>
                    <a:pt x="1158" y="515"/>
                  </a:lnTo>
                  <a:lnTo>
                    <a:pt x="1160" y="628"/>
                  </a:lnTo>
                  <a:lnTo>
                    <a:pt x="1160" y="628"/>
                  </a:lnTo>
                  <a:lnTo>
                    <a:pt x="1160" y="632"/>
                  </a:lnTo>
                  <a:lnTo>
                    <a:pt x="1161" y="600"/>
                  </a:lnTo>
                  <a:lnTo>
                    <a:pt x="1162" y="617"/>
                  </a:lnTo>
                  <a:lnTo>
                    <a:pt x="1162" y="617"/>
                  </a:lnTo>
                  <a:lnTo>
                    <a:pt x="1163" y="627"/>
                  </a:lnTo>
                  <a:lnTo>
                    <a:pt x="1164" y="549"/>
                  </a:lnTo>
                  <a:lnTo>
                    <a:pt x="1164" y="563"/>
                  </a:lnTo>
                  <a:lnTo>
                    <a:pt x="1164" y="564"/>
                  </a:lnTo>
                  <a:lnTo>
                    <a:pt x="1164" y="561"/>
                  </a:lnTo>
                  <a:lnTo>
                    <a:pt x="1166" y="634"/>
                  </a:lnTo>
                  <a:lnTo>
                    <a:pt x="1166" y="634"/>
                  </a:lnTo>
                  <a:lnTo>
                    <a:pt x="1166" y="634"/>
                  </a:lnTo>
                  <a:lnTo>
                    <a:pt x="1166" y="634"/>
                  </a:lnTo>
                  <a:lnTo>
                    <a:pt x="1168" y="521"/>
                  </a:lnTo>
                  <a:lnTo>
                    <a:pt x="1168" y="570"/>
                  </a:lnTo>
                  <a:lnTo>
                    <a:pt x="1168" y="570"/>
                  </a:lnTo>
                  <a:lnTo>
                    <a:pt x="1170" y="629"/>
                  </a:lnTo>
                  <a:lnTo>
                    <a:pt x="1170" y="565"/>
                  </a:lnTo>
                  <a:lnTo>
                    <a:pt x="1170" y="573"/>
                  </a:lnTo>
                  <a:lnTo>
                    <a:pt x="1170" y="573"/>
                  </a:lnTo>
                  <a:lnTo>
                    <a:pt x="1172" y="633"/>
                  </a:lnTo>
                  <a:lnTo>
                    <a:pt x="1172" y="624"/>
                  </a:lnTo>
                  <a:lnTo>
                    <a:pt x="1172" y="624"/>
                  </a:lnTo>
                  <a:lnTo>
                    <a:pt x="1173" y="500"/>
                  </a:lnTo>
                  <a:lnTo>
                    <a:pt x="1174" y="629"/>
                  </a:lnTo>
                  <a:lnTo>
                    <a:pt x="1174" y="621"/>
                  </a:lnTo>
                  <a:lnTo>
                    <a:pt x="1174" y="621"/>
                  </a:lnTo>
                  <a:lnTo>
                    <a:pt x="1175" y="630"/>
                  </a:lnTo>
                  <a:lnTo>
                    <a:pt x="1176" y="577"/>
                  </a:lnTo>
                  <a:lnTo>
                    <a:pt x="1176" y="592"/>
                  </a:lnTo>
                  <a:lnTo>
                    <a:pt x="1176" y="593"/>
                  </a:lnTo>
                  <a:lnTo>
                    <a:pt x="1177" y="632"/>
                  </a:lnTo>
                  <a:lnTo>
                    <a:pt x="1178" y="604"/>
                  </a:lnTo>
                  <a:lnTo>
                    <a:pt x="1178" y="604"/>
                  </a:lnTo>
                  <a:lnTo>
                    <a:pt x="1179" y="561"/>
                  </a:lnTo>
                  <a:lnTo>
                    <a:pt x="1179" y="619"/>
                  </a:lnTo>
                  <a:lnTo>
                    <a:pt x="1180" y="594"/>
                  </a:lnTo>
                  <a:lnTo>
                    <a:pt x="1180" y="594"/>
                  </a:lnTo>
                  <a:lnTo>
                    <a:pt x="1181" y="574"/>
                  </a:lnTo>
                  <a:lnTo>
                    <a:pt x="1182" y="633"/>
                  </a:lnTo>
                  <a:lnTo>
                    <a:pt x="1182" y="631"/>
                  </a:lnTo>
                  <a:lnTo>
                    <a:pt x="1182" y="631"/>
                  </a:lnTo>
                  <a:lnTo>
                    <a:pt x="1184" y="428"/>
                  </a:lnTo>
                  <a:lnTo>
                    <a:pt x="1184" y="474"/>
                  </a:lnTo>
                  <a:lnTo>
                    <a:pt x="1184" y="475"/>
                  </a:lnTo>
                  <a:lnTo>
                    <a:pt x="1185" y="464"/>
                  </a:lnTo>
                  <a:lnTo>
                    <a:pt x="1186" y="632"/>
                  </a:lnTo>
                  <a:lnTo>
                    <a:pt x="1186" y="610"/>
                  </a:lnTo>
                  <a:lnTo>
                    <a:pt x="1186" y="610"/>
                  </a:lnTo>
                  <a:lnTo>
                    <a:pt x="1187" y="562"/>
                  </a:lnTo>
                  <a:lnTo>
                    <a:pt x="1188" y="632"/>
                  </a:lnTo>
                  <a:lnTo>
                    <a:pt x="1188" y="620"/>
                  </a:lnTo>
                  <a:lnTo>
                    <a:pt x="1188" y="620"/>
                  </a:lnTo>
                  <a:lnTo>
                    <a:pt x="1189" y="580"/>
                  </a:lnTo>
                  <a:lnTo>
                    <a:pt x="1190" y="624"/>
                  </a:lnTo>
                  <a:lnTo>
                    <a:pt x="1190" y="623"/>
                  </a:lnTo>
                  <a:lnTo>
                    <a:pt x="1190" y="623"/>
                  </a:lnTo>
                  <a:lnTo>
                    <a:pt x="1191" y="633"/>
                  </a:lnTo>
                  <a:lnTo>
                    <a:pt x="1192" y="577"/>
                  </a:lnTo>
                  <a:lnTo>
                    <a:pt x="1192" y="588"/>
                  </a:lnTo>
                  <a:lnTo>
                    <a:pt x="1192" y="588"/>
                  </a:lnTo>
                  <a:lnTo>
                    <a:pt x="1193" y="632"/>
                  </a:lnTo>
                  <a:lnTo>
                    <a:pt x="1194" y="592"/>
                  </a:lnTo>
                  <a:lnTo>
                    <a:pt x="1194" y="592"/>
                  </a:lnTo>
                  <a:lnTo>
                    <a:pt x="1195" y="525"/>
                  </a:lnTo>
                  <a:lnTo>
                    <a:pt x="1196" y="628"/>
                  </a:lnTo>
                  <a:lnTo>
                    <a:pt x="1196" y="626"/>
                  </a:lnTo>
                  <a:lnTo>
                    <a:pt x="1196" y="626"/>
                  </a:lnTo>
                  <a:lnTo>
                    <a:pt x="1197" y="632"/>
                  </a:lnTo>
                  <a:lnTo>
                    <a:pt x="1198" y="586"/>
                  </a:lnTo>
                  <a:lnTo>
                    <a:pt x="1198" y="615"/>
                  </a:lnTo>
                  <a:lnTo>
                    <a:pt x="1198" y="615"/>
                  </a:lnTo>
                  <a:lnTo>
                    <a:pt x="1198" y="632"/>
                  </a:lnTo>
                  <a:lnTo>
                    <a:pt x="1200" y="341"/>
                  </a:lnTo>
                  <a:lnTo>
                    <a:pt x="1200" y="485"/>
                  </a:lnTo>
                  <a:lnTo>
                    <a:pt x="1200" y="486"/>
                  </a:lnTo>
                  <a:lnTo>
                    <a:pt x="1202" y="626"/>
                  </a:lnTo>
                  <a:lnTo>
                    <a:pt x="1202" y="617"/>
                  </a:lnTo>
                  <a:lnTo>
                    <a:pt x="1202" y="617"/>
                  </a:lnTo>
                  <a:lnTo>
                    <a:pt x="1202" y="538"/>
                  </a:lnTo>
                  <a:lnTo>
                    <a:pt x="1204" y="633"/>
                  </a:lnTo>
                  <a:lnTo>
                    <a:pt x="1204" y="622"/>
                  </a:lnTo>
                  <a:lnTo>
                    <a:pt x="1204" y="622"/>
                  </a:lnTo>
                  <a:lnTo>
                    <a:pt x="1205" y="506"/>
                  </a:lnTo>
                  <a:lnTo>
                    <a:pt x="1206" y="627"/>
                  </a:lnTo>
                  <a:lnTo>
                    <a:pt x="1206" y="627"/>
                  </a:lnTo>
                  <a:lnTo>
                    <a:pt x="1206" y="627"/>
                  </a:lnTo>
                  <a:lnTo>
                    <a:pt x="1208" y="464"/>
                  </a:lnTo>
                  <a:lnTo>
                    <a:pt x="1208" y="606"/>
                  </a:lnTo>
                  <a:lnTo>
                    <a:pt x="1208" y="606"/>
                  </a:lnTo>
                  <a:lnTo>
                    <a:pt x="1209" y="564"/>
                  </a:lnTo>
                  <a:lnTo>
                    <a:pt x="1209" y="626"/>
                  </a:lnTo>
                  <a:lnTo>
                    <a:pt x="1210" y="567"/>
                  </a:lnTo>
                  <a:lnTo>
                    <a:pt x="1210" y="567"/>
                  </a:lnTo>
                  <a:lnTo>
                    <a:pt x="1212" y="521"/>
                  </a:lnTo>
                  <a:lnTo>
                    <a:pt x="1212" y="629"/>
                  </a:lnTo>
                  <a:lnTo>
                    <a:pt x="1212" y="622"/>
                  </a:lnTo>
                  <a:lnTo>
                    <a:pt x="1212" y="622"/>
                  </a:lnTo>
                  <a:lnTo>
                    <a:pt x="1213" y="520"/>
                  </a:lnTo>
                  <a:lnTo>
                    <a:pt x="1214" y="629"/>
                  </a:lnTo>
                  <a:lnTo>
                    <a:pt x="1214" y="629"/>
                  </a:lnTo>
                  <a:lnTo>
                    <a:pt x="1214" y="629"/>
                  </a:lnTo>
                  <a:lnTo>
                    <a:pt x="1214" y="630"/>
                  </a:lnTo>
                  <a:lnTo>
                    <a:pt x="1216" y="576"/>
                  </a:lnTo>
                  <a:lnTo>
                    <a:pt x="1216" y="576"/>
                  </a:lnTo>
                  <a:lnTo>
                    <a:pt x="1217" y="500"/>
                  </a:lnTo>
                  <a:lnTo>
                    <a:pt x="1218" y="632"/>
                  </a:lnTo>
                  <a:lnTo>
                    <a:pt x="1218" y="602"/>
                  </a:lnTo>
                  <a:lnTo>
                    <a:pt x="1218" y="602"/>
                  </a:lnTo>
                  <a:lnTo>
                    <a:pt x="1219" y="553"/>
                  </a:lnTo>
                  <a:lnTo>
                    <a:pt x="1220" y="632"/>
                  </a:lnTo>
                  <a:lnTo>
                    <a:pt x="1220" y="626"/>
                  </a:lnTo>
                  <a:lnTo>
                    <a:pt x="1220" y="626"/>
                  </a:lnTo>
                  <a:lnTo>
                    <a:pt x="1222" y="526"/>
                  </a:lnTo>
                  <a:lnTo>
                    <a:pt x="1222" y="544"/>
                  </a:lnTo>
                  <a:lnTo>
                    <a:pt x="1222" y="544"/>
                  </a:lnTo>
                  <a:lnTo>
                    <a:pt x="1223" y="626"/>
                  </a:lnTo>
                  <a:lnTo>
                    <a:pt x="1224" y="529"/>
                  </a:lnTo>
                  <a:lnTo>
                    <a:pt x="1224" y="566"/>
                  </a:lnTo>
                  <a:lnTo>
                    <a:pt x="1224" y="566"/>
                  </a:lnTo>
                  <a:lnTo>
                    <a:pt x="1225" y="621"/>
                  </a:lnTo>
                  <a:lnTo>
                    <a:pt x="1226" y="598"/>
                  </a:lnTo>
                  <a:lnTo>
                    <a:pt x="1226" y="597"/>
                  </a:lnTo>
                  <a:lnTo>
                    <a:pt x="1226" y="432"/>
                  </a:lnTo>
                  <a:lnTo>
                    <a:pt x="1228" y="635"/>
                  </a:lnTo>
                  <a:lnTo>
                    <a:pt x="1228" y="635"/>
                  </a:lnTo>
                  <a:lnTo>
                    <a:pt x="1228" y="635"/>
                  </a:lnTo>
                  <a:lnTo>
                    <a:pt x="1229" y="636"/>
                  </a:lnTo>
                  <a:lnTo>
                    <a:pt x="1229" y="626"/>
                  </a:lnTo>
                  <a:lnTo>
                    <a:pt x="1230" y="633"/>
                  </a:lnTo>
                  <a:lnTo>
                    <a:pt x="1230" y="633"/>
                  </a:lnTo>
                  <a:lnTo>
                    <a:pt x="1231" y="635"/>
                  </a:lnTo>
                  <a:lnTo>
                    <a:pt x="1232" y="576"/>
                  </a:lnTo>
                  <a:lnTo>
                    <a:pt x="1232" y="576"/>
                  </a:lnTo>
                  <a:lnTo>
                    <a:pt x="1232" y="574"/>
                  </a:lnTo>
                  <a:lnTo>
                    <a:pt x="1233" y="636"/>
                  </a:lnTo>
                  <a:lnTo>
                    <a:pt x="1234" y="627"/>
                  </a:lnTo>
                  <a:lnTo>
                    <a:pt x="1234" y="627"/>
                  </a:lnTo>
                  <a:lnTo>
                    <a:pt x="1235" y="635"/>
                  </a:lnTo>
                  <a:lnTo>
                    <a:pt x="1235" y="627"/>
                  </a:lnTo>
                  <a:lnTo>
                    <a:pt x="1236" y="628"/>
                  </a:lnTo>
                  <a:lnTo>
                    <a:pt x="1236" y="628"/>
                  </a:lnTo>
                  <a:lnTo>
                    <a:pt x="1237" y="635"/>
                  </a:lnTo>
                  <a:lnTo>
                    <a:pt x="1237" y="426"/>
                  </a:lnTo>
                  <a:lnTo>
                    <a:pt x="1238" y="618"/>
                  </a:lnTo>
                  <a:lnTo>
                    <a:pt x="1238" y="618"/>
                  </a:lnTo>
                  <a:lnTo>
                    <a:pt x="1240" y="635"/>
                  </a:lnTo>
                  <a:lnTo>
                    <a:pt x="1240" y="633"/>
                  </a:lnTo>
                  <a:lnTo>
                    <a:pt x="1240" y="633"/>
                  </a:lnTo>
                  <a:lnTo>
                    <a:pt x="1241" y="627"/>
                  </a:lnTo>
                  <a:lnTo>
                    <a:pt x="1242" y="636"/>
                  </a:lnTo>
                  <a:lnTo>
                    <a:pt x="1242" y="631"/>
                  </a:lnTo>
                  <a:lnTo>
                    <a:pt x="1242" y="631"/>
                  </a:lnTo>
                  <a:lnTo>
                    <a:pt x="1243" y="615"/>
                  </a:lnTo>
                  <a:lnTo>
                    <a:pt x="1244" y="635"/>
                  </a:lnTo>
                  <a:lnTo>
                    <a:pt x="1244" y="635"/>
                  </a:lnTo>
                  <a:lnTo>
                    <a:pt x="1244" y="635"/>
                  </a:lnTo>
                  <a:lnTo>
                    <a:pt x="1246" y="571"/>
                  </a:lnTo>
                  <a:lnTo>
                    <a:pt x="1246" y="599"/>
                  </a:lnTo>
                  <a:lnTo>
                    <a:pt x="1246" y="599"/>
                  </a:lnTo>
                  <a:lnTo>
                    <a:pt x="1248" y="619"/>
                  </a:lnTo>
                  <a:lnTo>
                    <a:pt x="1248" y="497"/>
                  </a:lnTo>
                  <a:lnTo>
                    <a:pt x="1248" y="497"/>
                  </a:lnTo>
                  <a:lnTo>
                    <a:pt x="1248" y="497"/>
                  </a:lnTo>
                  <a:lnTo>
                    <a:pt x="1249" y="487"/>
                  </a:lnTo>
                  <a:lnTo>
                    <a:pt x="1250" y="627"/>
                  </a:lnTo>
                  <a:lnTo>
                    <a:pt x="1250" y="627"/>
                  </a:lnTo>
                  <a:lnTo>
                    <a:pt x="1251" y="518"/>
                  </a:lnTo>
                  <a:lnTo>
                    <a:pt x="1252" y="635"/>
                  </a:lnTo>
                  <a:lnTo>
                    <a:pt x="1252" y="627"/>
                  </a:lnTo>
                  <a:lnTo>
                    <a:pt x="1252" y="627"/>
                  </a:lnTo>
                  <a:lnTo>
                    <a:pt x="1252" y="635"/>
                  </a:lnTo>
                  <a:lnTo>
                    <a:pt x="1253" y="444"/>
                  </a:lnTo>
                  <a:lnTo>
                    <a:pt x="1254" y="615"/>
                  </a:lnTo>
                  <a:lnTo>
                    <a:pt x="1254" y="615"/>
                  </a:lnTo>
                  <a:lnTo>
                    <a:pt x="1255" y="632"/>
                  </a:lnTo>
                  <a:lnTo>
                    <a:pt x="1256" y="602"/>
                  </a:lnTo>
                  <a:lnTo>
                    <a:pt x="1256" y="617"/>
                  </a:lnTo>
                  <a:lnTo>
                    <a:pt x="1256" y="617"/>
                  </a:lnTo>
                  <a:lnTo>
                    <a:pt x="1257" y="593"/>
                  </a:lnTo>
                  <a:lnTo>
                    <a:pt x="1258" y="636"/>
                  </a:lnTo>
                  <a:lnTo>
                    <a:pt x="1258" y="617"/>
                  </a:lnTo>
                  <a:lnTo>
                    <a:pt x="1258" y="617"/>
                  </a:lnTo>
                  <a:lnTo>
                    <a:pt x="1259" y="575"/>
                  </a:lnTo>
                  <a:lnTo>
                    <a:pt x="1260" y="627"/>
                  </a:lnTo>
                  <a:lnTo>
                    <a:pt x="1260" y="621"/>
                  </a:lnTo>
                  <a:lnTo>
                    <a:pt x="1260" y="621"/>
                  </a:lnTo>
                  <a:lnTo>
                    <a:pt x="1262" y="567"/>
                  </a:lnTo>
                  <a:lnTo>
                    <a:pt x="1262" y="628"/>
                  </a:lnTo>
                  <a:lnTo>
                    <a:pt x="1262" y="628"/>
                  </a:lnTo>
                  <a:lnTo>
                    <a:pt x="1262" y="628"/>
                  </a:lnTo>
                  <a:lnTo>
                    <a:pt x="1263" y="636"/>
                  </a:lnTo>
                  <a:lnTo>
                    <a:pt x="1264" y="572"/>
                  </a:lnTo>
                  <a:lnTo>
                    <a:pt x="1264" y="575"/>
                  </a:lnTo>
                  <a:lnTo>
                    <a:pt x="1264" y="575"/>
                  </a:lnTo>
                  <a:lnTo>
                    <a:pt x="1265" y="627"/>
                  </a:lnTo>
                  <a:lnTo>
                    <a:pt x="1266" y="507"/>
                  </a:lnTo>
                  <a:lnTo>
                    <a:pt x="1266" y="591"/>
                  </a:lnTo>
                  <a:lnTo>
                    <a:pt x="1266" y="591"/>
                  </a:lnTo>
                  <a:lnTo>
                    <a:pt x="1267" y="582"/>
                  </a:lnTo>
                  <a:lnTo>
                    <a:pt x="1268" y="633"/>
                  </a:lnTo>
                  <a:lnTo>
                    <a:pt x="1268" y="632"/>
                  </a:lnTo>
                  <a:lnTo>
                    <a:pt x="1268" y="632"/>
                  </a:lnTo>
                  <a:lnTo>
                    <a:pt x="1268" y="633"/>
                  </a:lnTo>
                  <a:lnTo>
                    <a:pt x="1270" y="424"/>
                  </a:lnTo>
                  <a:lnTo>
                    <a:pt x="1270" y="463"/>
                  </a:lnTo>
                  <a:lnTo>
                    <a:pt x="1270" y="463"/>
                  </a:lnTo>
                  <a:lnTo>
                    <a:pt x="1271" y="446"/>
                  </a:lnTo>
                  <a:lnTo>
                    <a:pt x="1272" y="623"/>
                  </a:lnTo>
                  <a:lnTo>
                    <a:pt x="1272" y="623"/>
                  </a:lnTo>
                  <a:lnTo>
                    <a:pt x="1273" y="576"/>
                  </a:lnTo>
                  <a:lnTo>
                    <a:pt x="1273" y="635"/>
                  </a:lnTo>
                  <a:lnTo>
                    <a:pt x="1274" y="616"/>
                  </a:lnTo>
                  <a:lnTo>
                    <a:pt x="1274" y="616"/>
                  </a:lnTo>
                  <a:lnTo>
                    <a:pt x="1275" y="487"/>
                  </a:lnTo>
                  <a:lnTo>
                    <a:pt x="1276" y="624"/>
                  </a:lnTo>
                  <a:lnTo>
                    <a:pt x="1276" y="607"/>
                  </a:lnTo>
                  <a:lnTo>
                    <a:pt x="1276" y="607"/>
                  </a:lnTo>
                  <a:lnTo>
                    <a:pt x="1277" y="462"/>
                  </a:lnTo>
                  <a:lnTo>
                    <a:pt x="1277" y="617"/>
                  </a:lnTo>
                  <a:lnTo>
                    <a:pt x="1278" y="616"/>
                  </a:lnTo>
                  <a:lnTo>
                    <a:pt x="1278" y="616"/>
                  </a:lnTo>
                  <a:lnTo>
                    <a:pt x="1279" y="636"/>
                  </a:lnTo>
                  <a:lnTo>
                    <a:pt x="1280" y="455"/>
                  </a:lnTo>
                  <a:lnTo>
                    <a:pt x="1280" y="455"/>
                  </a:lnTo>
                  <a:lnTo>
                    <a:pt x="1280" y="455"/>
                  </a:lnTo>
                  <a:lnTo>
                    <a:pt x="1280" y="442"/>
                  </a:lnTo>
                  <a:lnTo>
                    <a:pt x="1282" y="630"/>
                  </a:lnTo>
                  <a:lnTo>
                    <a:pt x="1282" y="628"/>
                  </a:lnTo>
                  <a:lnTo>
                    <a:pt x="1282" y="628"/>
                  </a:lnTo>
                  <a:lnTo>
                    <a:pt x="1283" y="587"/>
                  </a:lnTo>
                  <a:lnTo>
                    <a:pt x="1284" y="635"/>
                  </a:lnTo>
                  <a:lnTo>
                    <a:pt x="1284" y="626"/>
                  </a:lnTo>
                  <a:lnTo>
                    <a:pt x="1284" y="626"/>
                  </a:lnTo>
                  <a:lnTo>
                    <a:pt x="1285" y="636"/>
                  </a:lnTo>
                  <a:lnTo>
                    <a:pt x="1286" y="588"/>
                  </a:lnTo>
                  <a:lnTo>
                    <a:pt x="1286" y="596"/>
                  </a:lnTo>
                  <a:lnTo>
                    <a:pt x="1286" y="597"/>
                  </a:lnTo>
                  <a:lnTo>
                    <a:pt x="1288" y="530"/>
                  </a:lnTo>
                  <a:lnTo>
                    <a:pt x="1288" y="619"/>
                  </a:lnTo>
                  <a:lnTo>
                    <a:pt x="1288" y="597"/>
                  </a:lnTo>
                  <a:lnTo>
                    <a:pt x="1288" y="597"/>
                  </a:lnTo>
                  <a:lnTo>
                    <a:pt x="1288" y="581"/>
                  </a:lnTo>
                  <a:lnTo>
                    <a:pt x="1290" y="632"/>
                  </a:lnTo>
                  <a:lnTo>
                    <a:pt x="1290" y="622"/>
                  </a:lnTo>
                  <a:lnTo>
                    <a:pt x="1290" y="622"/>
                  </a:lnTo>
                  <a:lnTo>
                    <a:pt x="1291" y="449"/>
                  </a:lnTo>
                  <a:lnTo>
                    <a:pt x="1292" y="635"/>
                  </a:lnTo>
                  <a:lnTo>
                    <a:pt x="1292" y="635"/>
                  </a:lnTo>
                  <a:lnTo>
                    <a:pt x="1292" y="635"/>
                  </a:lnTo>
                  <a:lnTo>
                    <a:pt x="1293" y="627"/>
                  </a:lnTo>
                  <a:lnTo>
                    <a:pt x="1294" y="636"/>
                  </a:lnTo>
                  <a:lnTo>
                    <a:pt x="1294" y="627"/>
                  </a:lnTo>
                  <a:lnTo>
                    <a:pt x="1294" y="627"/>
                  </a:lnTo>
                  <a:lnTo>
                    <a:pt x="1295" y="636"/>
                  </a:lnTo>
                  <a:lnTo>
                    <a:pt x="1296" y="493"/>
                  </a:lnTo>
                  <a:lnTo>
                    <a:pt x="1296" y="493"/>
                  </a:lnTo>
                  <a:lnTo>
                    <a:pt x="1296" y="480"/>
                  </a:lnTo>
                  <a:lnTo>
                    <a:pt x="1298" y="636"/>
                  </a:lnTo>
                  <a:lnTo>
                    <a:pt x="1298" y="630"/>
                  </a:lnTo>
                  <a:lnTo>
                    <a:pt x="1298" y="630"/>
                  </a:lnTo>
                  <a:lnTo>
                    <a:pt x="1299" y="636"/>
                  </a:lnTo>
                  <a:lnTo>
                    <a:pt x="1299" y="626"/>
                  </a:lnTo>
                  <a:lnTo>
                    <a:pt x="1300" y="633"/>
                  </a:lnTo>
                  <a:lnTo>
                    <a:pt x="1300" y="633"/>
                  </a:lnTo>
                  <a:lnTo>
                    <a:pt x="1300" y="636"/>
                  </a:lnTo>
                  <a:lnTo>
                    <a:pt x="1302" y="575"/>
                  </a:lnTo>
                  <a:lnTo>
                    <a:pt x="1302" y="606"/>
                  </a:lnTo>
                  <a:lnTo>
                    <a:pt x="1302" y="606"/>
                  </a:lnTo>
                  <a:lnTo>
                    <a:pt x="1303" y="637"/>
                  </a:lnTo>
                  <a:lnTo>
                    <a:pt x="1304" y="636"/>
                  </a:lnTo>
                  <a:lnTo>
                    <a:pt x="1304" y="636"/>
                  </a:lnTo>
                  <a:lnTo>
                    <a:pt x="1305" y="626"/>
                  </a:lnTo>
                  <a:lnTo>
                    <a:pt x="1306" y="637"/>
                  </a:lnTo>
                  <a:lnTo>
                    <a:pt x="1306" y="627"/>
                  </a:lnTo>
                  <a:lnTo>
                    <a:pt x="1306" y="627"/>
                  </a:lnTo>
                  <a:lnTo>
                    <a:pt x="1307" y="435"/>
                  </a:lnTo>
                  <a:lnTo>
                    <a:pt x="1308" y="632"/>
                  </a:lnTo>
                  <a:lnTo>
                    <a:pt x="1308" y="632"/>
                  </a:lnTo>
                  <a:lnTo>
                    <a:pt x="1309" y="638"/>
                  </a:lnTo>
                  <a:lnTo>
                    <a:pt x="1310" y="625"/>
                  </a:lnTo>
                  <a:lnTo>
                    <a:pt x="1310" y="636"/>
                  </a:lnTo>
                  <a:lnTo>
                    <a:pt x="1310" y="636"/>
                  </a:lnTo>
                  <a:lnTo>
                    <a:pt x="1311" y="637"/>
                  </a:lnTo>
                  <a:lnTo>
                    <a:pt x="1312" y="524"/>
                  </a:lnTo>
                  <a:lnTo>
                    <a:pt x="1312" y="526"/>
                  </a:lnTo>
                  <a:lnTo>
                    <a:pt x="1312" y="527"/>
                  </a:lnTo>
                  <a:lnTo>
                    <a:pt x="1314" y="638"/>
                  </a:lnTo>
                  <a:lnTo>
                    <a:pt x="1314" y="636"/>
                  </a:lnTo>
                  <a:lnTo>
                    <a:pt x="1314" y="636"/>
                  </a:lnTo>
                  <a:lnTo>
                    <a:pt x="1315" y="638"/>
                  </a:lnTo>
                  <a:lnTo>
                    <a:pt x="1316" y="626"/>
                  </a:lnTo>
                  <a:lnTo>
                    <a:pt x="1316" y="636"/>
                  </a:lnTo>
                  <a:lnTo>
                    <a:pt x="1316" y="636"/>
                  </a:lnTo>
                  <a:lnTo>
                    <a:pt x="1317" y="638"/>
                  </a:lnTo>
                  <a:lnTo>
                    <a:pt x="1318" y="541"/>
                  </a:lnTo>
                  <a:lnTo>
                    <a:pt x="1318" y="588"/>
                  </a:lnTo>
                  <a:lnTo>
                    <a:pt x="1318" y="588"/>
                  </a:lnTo>
                  <a:lnTo>
                    <a:pt x="1319" y="638"/>
                  </a:lnTo>
                  <a:lnTo>
                    <a:pt x="1320" y="562"/>
                  </a:lnTo>
                  <a:lnTo>
                    <a:pt x="1320" y="597"/>
                  </a:lnTo>
                  <a:lnTo>
                    <a:pt x="1320" y="597"/>
                  </a:lnTo>
                  <a:lnTo>
                    <a:pt x="1321" y="568"/>
                  </a:lnTo>
                  <a:lnTo>
                    <a:pt x="1322" y="633"/>
                  </a:lnTo>
                  <a:lnTo>
                    <a:pt x="1322" y="621"/>
                  </a:lnTo>
                  <a:lnTo>
                    <a:pt x="1322" y="621"/>
                  </a:lnTo>
                  <a:lnTo>
                    <a:pt x="1324" y="475"/>
                  </a:lnTo>
                  <a:lnTo>
                    <a:pt x="1324" y="576"/>
                  </a:lnTo>
                  <a:lnTo>
                    <a:pt x="1324" y="576"/>
                  </a:lnTo>
                  <a:lnTo>
                    <a:pt x="1325" y="572"/>
                  </a:lnTo>
                  <a:lnTo>
                    <a:pt x="1325" y="634"/>
                  </a:lnTo>
                  <a:lnTo>
                    <a:pt x="1326" y="591"/>
                  </a:lnTo>
                  <a:lnTo>
                    <a:pt x="1326" y="591"/>
                  </a:lnTo>
                  <a:lnTo>
                    <a:pt x="1327" y="636"/>
                  </a:lnTo>
                  <a:lnTo>
                    <a:pt x="1328" y="562"/>
                  </a:lnTo>
                  <a:lnTo>
                    <a:pt x="1328" y="562"/>
                  </a:lnTo>
                  <a:lnTo>
                    <a:pt x="1329" y="551"/>
                  </a:lnTo>
                  <a:lnTo>
                    <a:pt x="1330" y="629"/>
                  </a:lnTo>
                  <a:lnTo>
                    <a:pt x="1330" y="629"/>
                  </a:lnTo>
                  <a:lnTo>
                    <a:pt x="1330" y="629"/>
                  </a:lnTo>
                  <a:lnTo>
                    <a:pt x="1331" y="564"/>
                  </a:lnTo>
                  <a:lnTo>
                    <a:pt x="1332" y="635"/>
                  </a:lnTo>
                  <a:lnTo>
                    <a:pt x="1332" y="628"/>
                  </a:lnTo>
                  <a:lnTo>
                    <a:pt x="1332" y="628"/>
                  </a:lnTo>
                  <a:lnTo>
                    <a:pt x="1333" y="636"/>
                  </a:lnTo>
                  <a:lnTo>
                    <a:pt x="1334" y="448"/>
                  </a:lnTo>
                  <a:lnTo>
                    <a:pt x="1334" y="572"/>
                  </a:lnTo>
                  <a:lnTo>
                    <a:pt x="1334" y="572"/>
                  </a:lnTo>
                  <a:lnTo>
                    <a:pt x="1335" y="631"/>
                  </a:lnTo>
                  <a:lnTo>
                    <a:pt x="1336" y="520"/>
                  </a:lnTo>
                  <a:lnTo>
                    <a:pt x="1336" y="600"/>
                  </a:lnTo>
                  <a:lnTo>
                    <a:pt x="1336" y="600"/>
                  </a:lnTo>
                  <a:lnTo>
                    <a:pt x="1338" y="569"/>
                  </a:lnTo>
                  <a:lnTo>
                    <a:pt x="1338" y="635"/>
                  </a:lnTo>
                  <a:lnTo>
                    <a:pt x="1338" y="635"/>
                  </a:lnTo>
                  <a:lnTo>
                    <a:pt x="1338" y="636"/>
                  </a:lnTo>
                  <a:lnTo>
                    <a:pt x="1339" y="496"/>
                  </a:lnTo>
                  <a:lnTo>
                    <a:pt x="1340" y="631"/>
                  </a:lnTo>
                  <a:lnTo>
                    <a:pt x="1340" y="631"/>
                  </a:lnTo>
                  <a:lnTo>
                    <a:pt x="1341" y="530"/>
                  </a:lnTo>
                  <a:lnTo>
                    <a:pt x="1342" y="582"/>
                  </a:lnTo>
                  <a:lnTo>
                    <a:pt x="1342" y="582"/>
                  </a:lnTo>
                  <a:lnTo>
                    <a:pt x="1344" y="627"/>
                  </a:lnTo>
                  <a:lnTo>
                    <a:pt x="1344" y="542"/>
                  </a:lnTo>
                  <a:lnTo>
                    <a:pt x="1344" y="542"/>
                  </a:lnTo>
                  <a:lnTo>
                    <a:pt x="1345" y="478"/>
                  </a:lnTo>
                  <a:lnTo>
                    <a:pt x="1346" y="624"/>
                  </a:lnTo>
                  <a:lnTo>
                    <a:pt x="1346" y="605"/>
                  </a:lnTo>
                  <a:lnTo>
                    <a:pt x="1346" y="605"/>
                  </a:lnTo>
                  <a:lnTo>
                    <a:pt x="1348" y="456"/>
                  </a:lnTo>
                  <a:lnTo>
                    <a:pt x="1348" y="630"/>
                  </a:lnTo>
                  <a:lnTo>
                    <a:pt x="1348" y="630"/>
                  </a:lnTo>
                  <a:lnTo>
                    <a:pt x="1348" y="630"/>
                  </a:lnTo>
                  <a:lnTo>
                    <a:pt x="1349" y="632"/>
                  </a:lnTo>
                  <a:lnTo>
                    <a:pt x="1350" y="602"/>
                  </a:lnTo>
                  <a:lnTo>
                    <a:pt x="1350" y="618"/>
                  </a:lnTo>
                  <a:lnTo>
                    <a:pt x="1350" y="618"/>
                  </a:lnTo>
                  <a:lnTo>
                    <a:pt x="1351" y="614"/>
                  </a:lnTo>
                  <a:lnTo>
                    <a:pt x="1352" y="629"/>
                  </a:lnTo>
                  <a:lnTo>
                    <a:pt x="1352" y="624"/>
                  </a:lnTo>
                  <a:lnTo>
                    <a:pt x="1352" y="624"/>
                  </a:lnTo>
                  <a:lnTo>
                    <a:pt x="1353" y="629"/>
                  </a:lnTo>
                  <a:lnTo>
                    <a:pt x="1354" y="624"/>
                  </a:lnTo>
                  <a:lnTo>
                    <a:pt x="1355" y="629"/>
                  </a:lnTo>
                  <a:lnTo>
                    <a:pt x="1355" y="629"/>
                  </a:lnTo>
                  <a:lnTo>
                    <a:pt x="1355" y="517"/>
                  </a:lnTo>
                  <a:lnTo>
                    <a:pt x="1356" y="625"/>
                  </a:lnTo>
                  <a:lnTo>
                    <a:pt x="1356" y="625"/>
                  </a:lnTo>
                  <a:lnTo>
                    <a:pt x="1357" y="623"/>
                  </a:lnTo>
                  <a:lnTo>
                    <a:pt x="1358" y="629"/>
                  </a:lnTo>
                  <a:lnTo>
                    <a:pt x="1358" y="626"/>
                  </a:lnTo>
                  <a:lnTo>
                    <a:pt x="1358" y="626"/>
                  </a:lnTo>
                  <a:lnTo>
                    <a:pt x="1359" y="629"/>
                  </a:lnTo>
                  <a:lnTo>
                    <a:pt x="1361" y="486"/>
                  </a:lnTo>
                  <a:lnTo>
                    <a:pt x="1361" y="486"/>
                  </a:lnTo>
                  <a:lnTo>
                    <a:pt x="1361" y="444"/>
                  </a:lnTo>
                  <a:lnTo>
                    <a:pt x="1362" y="630"/>
                  </a:lnTo>
                  <a:lnTo>
                    <a:pt x="1362" y="628"/>
                  </a:lnTo>
                  <a:lnTo>
                    <a:pt x="1362" y="628"/>
                  </a:lnTo>
                  <a:lnTo>
                    <a:pt x="1364" y="632"/>
                  </a:lnTo>
                  <a:lnTo>
                    <a:pt x="1364" y="627"/>
                  </a:lnTo>
                  <a:lnTo>
                    <a:pt x="1364" y="627"/>
                  </a:lnTo>
                  <a:lnTo>
                    <a:pt x="1365" y="633"/>
                  </a:lnTo>
                  <a:lnTo>
                    <a:pt x="1366" y="541"/>
                  </a:lnTo>
                  <a:lnTo>
                    <a:pt x="1367" y="596"/>
                  </a:lnTo>
                  <a:lnTo>
                    <a:pt x="1367" y="596"/>
                  </a:lnTo>
                  <a:lnTo>
                    <a:pt x="1368" y="633"/>
                  </a:lnTo>
                  <a:lnTo>
                    <a:pt x="1368" y="627"/>
                  </a:lnTo>
                  <a:lnTo>
                    <a:pt x="1368" y="627"/>
                  </a:lnTo>
                  <a:lnTo>
                    <a:pt x="1369" y="633"/>
                  </a:lnTo>
                  <a:lnTo>
                    <a:pt x="1370" y="624"/>
                  </a:lnTo>
                  <a:lnTo>
                    <a:pt x="1370" y="624"/>
                  </a:lnTo>
                  <a:lnTo>
                    <a:pt x="1371" y="601"/>
                  </a:lnTo>
                  <a:lnTo>
                    <a:pt x="1372" y="626"/>
                  </a:lnTo>
                  <a:lnTo>
                    <a:pt x="1373" y="622"/>
                  </a:lnTo>
                  <a:lnTo>
                    <a:pt x="1373" y="622"/>
                  </a:lnTo>
                  <a:lnTo>
                    <a:pt x="1373" y="619"/>
                  </a:lnTo>
                  <a:lnTo>
                    <a:pt x="1374" y="634"/>
                  </a:lnTo>
                  <a:lnTo>
                    <a:pt x="1374" y="630"/>
                  </a:lnTo>
                  <a:lnTo>
                    <a:pt x="1374" y="630"/>
                  </a:lnTo>
                  <a:lnTo>
                    <a:pt x="1375" y="634"/>
                  </a:lnTo>
                  <a:lnTo>
                    <a:pt x="1376" y="616"/>
                  </a:lnTo>
                  <a:lnTo>
                    <a:pt x="1376" y="616"/>
                  </a:lnTo>
                  <a:lnTo>
                    <a:pt x="1377" y="529"/>
                  </a:lnTo>
                  <a:lnTo>
                    <a:pt x="1378" y="632"/>
                  </a:lnTo>
                  <a:lnTo>
                    <a:pt x="1379" y="626"/>
                  </a:lnTo>
                  <a:lnTo>
                    <a:pt x="1379" y="626"/>
                  </a:lnTo>
                  <a:lnTo>
                    <a:pt x="1379" y="634"/>
                  </a:lnTo>
                  <a:lnTo>
                    <a:pt x="1380" y="624"/>
                  </a:lnTo>
                  <a:lnTo>
                    <a:pt x="1380" y="633"/>
                  </a:lnTo>
                  <a:lnTo>
                    <a:pt x="1380" y="633"/>
                  </a:lnTo>
                  <a:lnTo>
                    <a:pt x="1381" y="635"/>
                  </a:lnTo>
                  <a:lnTo>
                    <a:pt x="1382" y="464"/>
                  </a:lnTo>
                  <a:lnTo>
                    <a:pt x="1382" y="556"/>
                  </a:lnTo>
                  <a:lnTo>
                    <a:pt x="1382" y="556"/>
                  </a:lnTo>
                  <a:lnTo>
                    <a:pt x="1384" y="633"/>
                  </a:lnTo>
                  <a:lnTo>
                    <a:pt x="1385" y="574"/>
                  </a:lnTo>
                  <a:lnTo>
                    <a:pt x="1385" y="574"/>
                  </a:lnTo>
                  <a:lnTo>
                    <a:pt x="1385" y="555"/>
                  </a:lnTo>
                  <a:lnTo>
                    <a:pt x="1386" y="616"/>
                  </a:lnTo>
                  <a:lnTo>
                    <a:pt x="1386" y="616"/>
                  </a:lnTo>
                  <a:lnTo>
                    <a:pt x="1386" y="616"/>
                  </a:lnTo>
                  <a:lnTo>
                    <a:pt x="1387" y="617"/>
                  </a:lnTo>
                  <a:lnTo>
                    <a:pt x="1387" y="470"/>
                  </a:lnTo>
                  <a:lnTo>
                    <a:pt x="1388" y="600"/>
                  </a:lnTo>
                  <a:lnTo>
                    <a:pt x="1388" y="600"/>
                  </a:lnTo>
                  <a:lnTo>
                    <a:pt x="1389" y="608"/>
                  </a:lnTo>
                  <a:lnTo>
                    <a:pt x="1390" y="446"/>
                  </a:lnTo>
                  <a:lnTo>
                    <a:pt x="1391" y="573"/>
                  </a:lnTo>
                  <a:lnTo>
                    <a:pt x="1391" y="573"/>
                  </a:lnTo>
                  <a:lnTo>
                    <a:pt x="1391" y="633"/>
                  </a:lnTo>
                  <a:lnTo>
                    <a:pt x="1392" y="521"/>
                  </a:lnTo>
                  <a:lnTo>
                    <a:pt x="1392" y="521"/>
                  </a:lnTo>
                  <a:lnTo>
                    <a:pt x="1393" y="428"/>
                  </a:lnTo>
                  <a:lnTo>
                    <a:pt x="1394" y="618"/>
                  </a:lnTo>
                  <a:lnTo>
                    <a:pt x="1394" y="568"/>
                  </a:lnTo>
                  <a:lnTo>
                    <a:pt x="1394" y="568"/>
                  </a:lnTo>
                  <a:lnTo>
                    <a:pt x="1395" y="469"/>
                  </a:lnTo>
                  <a:lnTo>
                    <a:pt x="1397" y="632"/>
                  </a:lnTo>
                  <a:lnTo>
                    <a:pt x="1397" y="632"/>
                  </a:lnTo>
                  <a:lnTo>
                    <a:pt x="1397" y="632"/>
                  </a:lnTo>
                  <a:lnTo>
                    <a:pt x="1397" y="634"/>
                  </a:lnTo>
                  <a:lnTo>
                    <a:pt x="1398" y="473"/>
                  </a:lnTo>
                  <a:lnTo>
                    <a:pt x="1398" y="526"/>
                  </a:lnTo>
                  <a:lnTo>
                    <a:pt x="1398" y="526"/>
                  </a:lnTo>
                  <a:lnTo>
                    <a:pt x="1400" y="487"/>
                  </a:lnTo>
                  <a:lnTo>
                    <a:pt x="1400" y="596"/>
                  </a:lnTo>
                  <a:lnTo>
                    <a:pt x="1400" y="591"/>
                  </a:lnTo>
                  <a:lnTo>
                    <a:pt x="1400" y="591"/>
                  </a:lnTo>
                  <a:lnTo>
                    <a:pt x="1401" y="518"/>
                  </a:lnTo>
                  <a:lnTo>
                    <a:pt x="1402" y="636"/>
                  </a:lnTo>
                  <a:lnTo>
                    <a:pt x="1403" y="627"/>
                  </a:lnTo>
                  <a:lnTo>
                    <a:pt x="1403" y="627"/>
                  </a:lnTo>
                  <a:lnTo>
                    <a:pt x="1404" y="554"/>
                  </a:lnTo>
                  <a:lnTo>
                    <a:pt x="1404" y="594"/>
                  </a:lnTo>
                  <a:lnTo>
                    <a:pt x="1404" y="594"/>
                  </a:lnTo>
                  <a:lnTo>
                    <a:pt x="1405" y="174"/>
                  </a:lnTo>
                  <a:lnTo>
                    <a:pt x="1406" y="614"/>
                  </a:lnTo>
                  <a:lnTo>
                    <a:pt x="1406" y="577"/>
                  </a:lnTo>
                  <a:lnTo>
                    <a:pt x="1406" y="577"/>
                  </a:lnTo>
                  <a:lnTo>
                    <a:pt x="1407" y="571"/>
                  </a:lnTo>
                  <a:lnTo>
                    <a:pt x="1407" y="630"/>
                  </a:lnTo>
                  <a:lnTo>
                    <a:pt x="1409" y="590"/>
                  </a:lnTo>
                  <a:lnTo>
                    <a:pt x="1409" y="590"/>
                  </a:lnTo>
                  <a:lnTo>
                    <a:pt x="1409" y="444"/>
                  </a:lnTo>
                  <a:lnTo>
                    <a:pt x="1410" y="617"/>
                  </a:lnTo>
                  <a:lnTo>
                    <a:pt x="1410" y="613"/>
                  </a:lnTo>
                  <a:lnTo>
                    <a:pt x="1410" y="613"/>
                  </a:lnTo>
                  <a:lnTo>
                    <a:pt x="1411" y="630"/>
                  </a:lnTo>
                  <a:lnTo>
                    <a:pt x="1412" y="571"/>
                  </a:lnTo>
                  <a:lnTo>
                    <a:pt x="1412" y="627"/>
                  </a:lnTo>
                  <a:lnTo>
                    <a:pt x="1412" y="627"/>
                  </a:lnTo>
                  <a:lnTo>
                    <a:pt x="1413" y="634"/>
                  </a:lnTo>
                  <a:lnTo>
                    <a:pt x="1414" y="554"/>
                  </a:lnTo>
                  <a:lnTo>
                    <a:pt x="1415" y="603"/>
                  </a:lnTo>
                  <a:lnTo>
                    <a:pt x="1415" y="603"/>
                  </a:lnTo>
                  <a:lnTo>
                    <a:pt x="1416" y="620"/>
                  </a:lnTo>
                  <a:lnTo>
                    <a:pt x="1416" y="415"/>
                  </a:lnTo>
                  <a:lnTo>
                    <a:pt x="1416" y="477"/>
                  </a:lnTo>
                  <a:lnTo>
                    <a:pt x="1416" y="477"/>
                  </a:lnTo>
                  <a:lnTo>
                    <a:pt x="1416" y="477"/>
                  </a:lnTo>
                  <a:lnTo>
                    <a:pt x="1418" y="636"/>
                  </a:lnTo>
                  <a:lnTo>
                    <a:pt x="1418" y="628"/>
                  </a:lnTo>
                  <a:lnTo>
                    <a:pt x="1418" y="628"/>
                  </a:lnTo>
                  <a:lnTo>
                    <a:pt x="1419" y="629"/>
                  </a:lnTo>
                  <a:lnTo>
                    <a:pt x="1419" y="539"/>
                  </a:lnTo>
                  <a:lnTo>
                    <a:pt x="1421" y="596"/>
                  </a:lnTo>
                  <a:lnTo>
                    <a:pt x="1421" y="596"/>
                  </a:lnTo>
                  <a:lnTo>
                    <a:pt x="1421" y="629"/>
                  </a:lnTo>
                  <a:lnTo>
                    <a:pt x="1423" y="408"/>
                  </a:lnTo>
                  <a:lnTo>
                    <a:pt x="1423" y="408"/>
                  </a:lnTo>
                  <a:lnTo>
                    <a:pt x="1423" y="397"/>
                  </a:lnTo>
                  <a:lnTo>
                    <a:pt x="1424" y="635"/>
                  </a:lnTo>
                  <a:lnTo>
                    <a:pt x="1424" y="607"/>
                  </a:lnTo>
                  <a:lnTo>
                    <a:pt x="1424" y="607"/>
                  </a:lnTo>
                  <a:lnTo>
                    <a:pt x="1425" y="454"/>
                  </a:lnTo>
                  <a:lnTo>
                    <a:pt x="1426" y="627"/>
                  </a:lnTo>
                  <a:lnTo>
                    <a:pt x="1427" y="571"/>
                  </a:lnTo>
                  <a:lnTo>
                    <a:pt x="1427" y="571"/>
                  </a:lnTo>
                  <a:lnTo>
                    <a:pt x="1427" y="570"/>
                  </a:lnTo>
                  <a:lnTo>
                    <a:pt x="1427" y="632"/>
                  </a:lnTo>
                  <a:lnTo>
                    <a:pt x="1429" y="611"/>
                  </a:lnTo>
                  <a:lnTo>
                    <a:pt x="1429" y="611"/>
                  </a:lnTo>
                  <a:lnTo>
                    <a:pt x="1429" y="635"/>
                  </a:lnTo>
                  <a:lnTo>
                    <a:pt x="1430" y="580"/>
                  </a:lnTo>
                  <a:lnTo>
                    <a:pt x="1430" y="579"/>
                  </a:lnTo>
                  <a:lnTo>
                    <a:pt x="1432" y="629"/>
                  </a:lnTo>
                  <a:lnTo>
                    <a:pt x="1432" y="497"/>
                  </a:lnTo>
                  <a:lnTo>
                    <a:pt x="1433" y="607"/>
                  </a:lnTo>
                  <a:lnTo>
                    <a:pt x="1433" y="607"/>
                  </a:lnTo>
                  <a:lnTo>
                    <a:pt x="1433" y="434"/>
                  </a:lnTo>
                  <a:lnTo>
                    <a:pt x="1434" y="635"/>
                  </a:lnTo>
                  <a:lnTo>
                    <a:pt x="1435" y="629"/>
                  </a:lnTo>
                  <a:lnTo>
                    <a:pt x="1435" y="629"/>
                  </a:lnTo>
                  <a:lnTo>
                    <a:pt x="1435" y="635"/>
                  </a:lnTo>
                  <a:lnTo>
                    <a:pt x="1436" y="588"/>
                  </a:lnTo>
                  <a:lnTo>
                    <a:pt x="1436" y="618"/>
                  </a:lnTo>
                  <a:lnTo>
                    <a:pt x="1436" y="618"/>
                  </a:lnTo>
                  <a:lnTo>
                    <a:pt x="1437" y="636"/>
                  </a:lnTo>
                  <a:lnTo>
                    <a:pt x="1439" y="630"/>
                  </a:lnTo>
                  <a:lnTo>
                    <a:pt x="1439" y="630"/>
                  </a:lnTo>
                  <a:lnTo>
                    <a:pt x="1440" y="636"/>
                  </a:lnTo>
                  <a:lnTo>
                    <a:pt x="1441" y="624"/>
                  </a:lnTo>
                  <a:lnTo>
                    <a:pt x="1441" y="624"/>
                  </a:lnTo>
                  <a:lnTo>
                    <a:pt x="1441" y="491"/>
                  </a:lnTo>
                  <a:lnTo>
                    <a:pt x="1442" y="635"/>
                  </a:lnTo>
                  <a:lnTo>
                    <a:pt x="1442" y="631"/>
                  </a:lnTo>
                  <a:lnTo>
                    <a:pt x="1442" y="631"/>
                  </a:lnTo>
                  <a:lnTo>
                    <a:pt x="1444" y="636"/>
                  </a:lnTo>
                  <a:lnTo>
                    <a:pt x="1444" y="629"/>
                  </a:lnTo>
                  <a:lnTo>
                    <a:pt x="1445" y="633"/>
                  </a:lnTo>
                  <a:lnTo>
                    <a:pt x="1445" y="633"/>
                  </a:lnTo>
                  <a:lnTo>
                    <a:pt x="1445" y="636"/>
                  </a:lnTo>
                  <a:lnTo>
                    <a:pt x="1447" y="449"/>
                  </a:lnTo>
                  <a:lnTo>
                    <a:pt x="1447" y="477"/>
                  </a:lnTo>
                  <a:lnTo>
                    <a:pt x="1447" y="477"/>
                  </a:lnTo>
                  <a:lnTo>
                    <a:pt x="1448" y="633"/>
                  </a:lnTo>
                  <a:lnTo>
                    <a:pt x="1448" y="632"/>
                  </a:lnTo>
                  <a:lnTo>
                    <a:pt x="1448" y="632"/>
                  </a:lnTo>
                  <a:lnTo>
                    <a:pt x="1449" y="632"/>
                  </a:lnTo>
                  <a:lnTo>
                    <a:pt x="1450" y="630"/>
                  </a:lnTo>
                  <a:lnTo>
                    <a:pt x="1451" y="631"/>
                  </a:lnTo>
                  <a:lnTo>
                    <a:pt x="1451" y="631"/>
                  </a:lnTo>
                  <a:lnTo>
                    <a:pt x="1451" y="632"/>
                  </a:lnTo>
                  <a:lnTo>
                    <a:pt x="1452" y="458"/>
                  </a:lnTo>
                  <a:lnTo>
                    <a:pt x="1453" y="599"/>
                  </a:lnTo>
                  <a:lnTo>
                    <a:pt x="1453" y="599"/>
                  </a:lnTo>
                  <a:lnTo>
                    <a:pt x="1454" y="635"/>
                  </a:lnTo>
                  <a:lnTo>
                    <a:pt x="1454" y="629"/>
                  </a:lnTo>
                  <a:lnTo>
                    <a:pt x="1454" y="629"/>
                  </a:lnTo>
                  <a:lnTo>
                    <a:pt x="1456" y="637"/>
                  </a:lnTo>
                  <a:lnTo>
                    <a:pt x="1457" y="620"/>
                  </a:lnTo>
                  <a:lnTo>
                    <a:pt x="1457" y="620"/>
                  </a:lnTo>
                  <a:lnTo>
                    <a:pt x="1457" y="446"/>
                  </a:lnTo>
                  <a:lnTo>
                    <a:pt x="1458" y="631"/>
                  </a:lnTo>
                  <a:lnTo>
                    <a:pt x="1459" y="603"/>
                  </a:lnTo>
                  <a:lnTo>
                    <a:pt x="1459" y="603"/>
                  </a:lnTo>
                  <a:lnTo>
                    <a:pt x="1460" y="562"/>
                  </a:lnTo>
                  <a:lnTo>
                    <a:pt x="1460" y="632"/>
                  </a:lnTo>
                  <a:lnTo>
                    <a:pt x="1460" y="632"/>
                  </a:lnTo>
                  <a:lnTo>
                    <a:pt x="1461" y="636"/>
                  </a:lnTo>
                  <a:lnTo>
                    <a:pt x="1463" y="580"/>
                  </a:lnTo>
                  <a:lnTo>
                    <a:pt x="1463" y="580"/>
                  </a:lnTo>
                  <a:lnTo>
                    <a:pt x="1463" y="576"/>
                  </a:lnTo>
                  <a:lnTo>
                    <a:pt x="1465" y="634"/>
                  </a:lnTo>
                  <a:lnTo>
                    <a:pt x="1465" y="627"/>
                  </a:lnTo>
                  <a:lnTo>
                    <a:pt x="1465" y="627"/>
                  </a:lnTo>
                  <a:lnTo>
                    <a:pt x="1466" y="569"/>
                  </a:lnTo>
                  <a:lnTo>
                    <a:pt x="1466" y="620"/>
                  </a:lnTo>
                  <a:lnTo>
                    <a:pt x="1466" y="620"/>
                  </a:lnTo>
                  <a:lnTo>
                    <a:pt x="1467" y="630"/>
                  </a:lnTo>
                  <a:lnTo>
                    <a:pt x="1468" y="468"/>
                  </a:lnTo>
                  <a:lnTo>
                    <a:pt x="1469" y="605"/>
                  </a:lnTo>
                  <a:lnTo>
                    <a:pt x="1469" y="605"/>
                  </a:lnTo>
                  <a:lnTo>
                    <a:pt x="1469" y="546"/>
                  </a:lnTo>
                  <a:lnTo>
                    <a:pt x="1471" y="625"/>
                  </a:lnTo>
                  <a:lnTo>
                    <a:pt x="1471" y="625"/>
                  </a:lnTo>
                  <a:lnTo>
                    <a:pt x="1471" y="625"/>
                  </a:lnTo>
                  <a:lnTo>
                    <a:pt x="1471" y="608"/>
                  </a:lnTo>
                  <a:lnTo>
                    <a:pt x="1472" y="635"/>
                  </a:lnTo>
                  <a:lnTo>
                    <a:pt x="1472" y="617"/>
                  </a:lnTo>
                  <a:lnTo>
                    <a:pt x="1472" y="617"/>
                  </a:lnTo>
                  <a:lnTo>
                    <a:pt x="1473" y="394"/>
                  </a:lnTo>
                  <a:lnTo>
                    <a:pt x="1474" y="627"/>
                  </a:lnTo>
                  <a:lnTo>
                    <a:pt x="1475" y="603"/>
                  </a:lnTo>
                  <a:lnTo>
                    <a:pt x="1475" y="603"/>
                  </a:lnTo>
                  <a:lnTo>
                    <a:pt x="1475" y="636"/>
                  </a:lnTo>
                  <a:lnTo>
                    <a:pt x="1476" y="567"/>
                  </a:lnTo>
                  <a:lnTo>
                    <a:pt x="1477" y="629"/>
                  </a:lnTo>
                  <a:lnTo>
                    <a:pt x="1477" y="629"/>
                  </a:lnTo>
                  <a:lnTo>
                    <a:pt x="1477" y="635"/>
                  </a:lnTo>
                  <a:lnTo>
                    <a:pt x="1478" y="326"/>
                  </a:lnTo>
                  <a:lnTo>
                    <a:pt x="1478" y="349"/>
                  </a:lnTo>
                  <a:lnTo>
                    <a:pt x="1478" y="349"/>
                  </a:lnTo>
                  <a:lnTo>
                    <a:pt x="1480" y="625"/>
                  </a:lnTo>
                  <a:lnTo>
                    <a:pt x="1481" y="624"/>
                  </a:lnTo>
                  <a:lnTo>
                    <a:pt x="1481" y="624"/>
                  </a:lnTo>
                  <a:lnTo>
                    <a:pt x="1481" y="573"/>
                  </a:lnTo>
                  <a:lnTo>
                    <a:pt x="1483" y="631"/>
                  </a:lnTo>
                  <a:lnTo>
                    <a:pt x="1483" y="630"/>
                  </a:lnTo>
                  <a:lnTo>
                    <a:pt x="1483" y="630"/>
                  </a:lnTo>
                  <a:lnTo>
                    <a:pt x="1484" y="449"/>
                  </a:lnTo>
                  <a:lnTo>
                    <a:pt x="1484" y="521"/>
                  </a:lnTo>
                  <a:lnTo>
                    <a:pt x="1484" y="521"/>
                  </a:lnTo>
                  <a:lnTo>
                    <a:pt x="1485" y="496"/>
                  </a:lnTo>
                  <a:lnTo>
                    <a:pt x="1487" y="628"/>
                  </a:lnTo>
                  <a:lnTo>
                    <a:pt x="1487" y="618"/>
                  </a:lnTo>
                  <a:lnTo>
                    <a:pt x="1487" y="618"/>
                  </a:lnTo>
                  <a:lnTo>
                    <a:pt x="1487" y="589"/>
                  </a:lnTo>
                  <a:lnTo>
                    <a:pt x="1488" y="636"/>
                  </a:lnTo>
                  <a:lnTo>
                    <a:pt x="1489" y="611"/>
                  </a:lnTo>
                  <a:lnTo>
                    <a:pt x="1489" y="611"/>
                  </a:lnTo>
                  <a:lnTo>
                    <a:pt x="1489" y="407"/>
                  </a:lnTo>
                  <a:lnTo>
                    <a:pt x="1491" y="626"/>
                  </a:lnTo>
                  <a:lnTo>
                    <a:pt x="1491" y="625"/>
                  </a:lnTo>
                  <a:lnTo>
                    <a:pt x="1491" y="625"/>
                  </a:lnTo>
                  <a:lnTo>
                    <a:pt x="1491" y="615"/>
                  </a:lnTo>
                  <a:lnTo>
                    <a:pt x="1492" y="636"/>
                  </a:lnTo>
                  <a:lnTo>
                    <a:pt x="1493" y="634"/>
                  </a:lnTo>
                  <a:lnTo>
                    <a:pt x="1493" y="634"/>
                  </a:lnTo>
                  <a:lnTo>
                    <a:pt x="1493" y="636"/>
                  </a:lnTo>
                  <a:lnTo>
                    <a:pt x="1495" y="385"/>
                  </a:lnTo>
                  <a:lnTo>
                    <a:pt x="1495" y="385"/>
                  </a:lnTo>
                  <a:lnTo>
                    <a:pt x="1495" y="384"/>
                  </a:lnTo>
                  <a:lnTo>
                    <a:pt x="1497" y="628"/>
                  </a:lnTo>
                  <a:lnTo>
                    <a:pt x="1497" y="627"/>
                  </a:lnTo>
                  <a:lnTo>
                    <a:pt x="1497" y="627"/>
                  </a:lnTo>
                  <a:lnTo>
                    <a:pt x="1498" y="584"/>
                  </a:lnTo>
                  <a:lnTo>
                    <a:pt x="1498" y="634"/>
                  </a:lnTo>
                  <a:lnTo>
                    <a:pt x="1499" y="630"/>
                  </a:lnTo>
                  <a:lnTo>
                    <a:pt x="1499" y="630"/>
                  </a:lnTo>
                  <a:lnTo>
                    <a:pt x="1501" y="444"/>
                  </a:lnTo>
                  <a:lnTo>
                    <a:pt x="1501" y="445"/>
                  </a:lnTo>
                  <a:lnTo>
                    <a:pt x="1501" y="445"/>
                  </a:lnTo>
                  <a:lnTo>
                    <a:pt x="1501" y="444"/>
                  </a:lnTo>
                  <a:lnTo>
                    <a:pt x="1502" y="609"/>
                  </a:lnTo>
                  <a:lnTo>
                    <a:pt x="1503" y="606"/>
                  </a:lnTo>
                  <a:lnTo>
                    <a:pt x="1503" y="606"/>
                  </a:lnTo>
                  <a:lnTo>
                    <a:pt x="1503" y="588"/>
                  </a:lnTo>
                  <a:lnTo>
                    <a:pt x="1504" y="636"/>
                  </a:lnTo>
                  <a:lnTo>
                    <a:pt x="1505" y="623"/>
                  </a:lnTo>
                  <a:lnTo>
                    <a:pt x="1505" y="623"/>
                  </a:lnTo>
                  <a:lnTo>
                    <a:pt x="1506" y="442"/>
                  </a:lnTo>
                  <a:lnTo>
                    <a:pt x="1507" y="541"/>
                  </a:lnTo>
                  <a:lnTo>
                    <a:pt x="1507" y="541"/>
                  </a:lnTo>
                  <a:lnTo>
                    <a:pt x="1508" y="635"/>
                  </a:lnTo>
                  <a:lnTo>
                    <a:pt x="1509" y="593"/>
                  </a:lnTo>
                  <a:lnTo>
                    <a:pt x="1509" y="593"/>
                  </a:lnTo>
                  <a:lnTo>
                    <a:pt x="1510" y="636"/>
                  </a:lnTo>
                  <a:lnTo>
                    <a:pt x="1511" y="596"/>
                  </a:lnTo>
                  <a:lnTo>
                    <a:pt x="1511" y="596"/>
                  </a:lnTo>
                  <a:lnTo>
                    <a:pt x="1512" y="519"/>
                  </a:lnTo>
                  <a:lnTo>
                    <a:pt x="1513" y="619"/>
                  </a:lnTo>
                  <a:lnTo>
                    <a:pt x="1513" y="619"/>
                  </a:lnTo>
                  <a:lnTo>
                    <a:pt x="1513" y="588"/>
                  </a:lnTo>
                  <a:lnTo>
                    <a:pt x="1515" y="636"/>
                  </a:lnTo>
                  <a:lnTo>
                    <a:pt x="1515" y="629"/>
                  </a:lnTo>
                  <a:lnTo>
                    <a:pt x="1515" y="629"/>
                  </a:lnTo>
                  <a:lnTo>
                    <a:pt x="1515" y="633"/>
                  </a:lnTo>
                  <a:lnTo>
                    <a:pt x="1516" y="483"/>
                  </a:lnTo>
                  <a:lnTo>
                    <a:pt x="1517" y="533"/>
                  </a:lnTo>
                  <a:lnTo>
                    <a:pt x="1517" y="534"/>
                  </a:lnTo>
                  <a:lnTo>
                    <a:pt x="1518" y="631"/>
                  </a:lnTo>
                  <a:lnTo>
                    <a:pt x="1519" y="580"/>
                  </a:lnTo>
                  <a:lnTo>
                    <a:pt x="1519" y="580"/>
                  </a:lnTo>
                  <a:lnTo>
                    <a:pt x="1519" y="580"/>
                  </a:lnTo>
                  <a:lnTo>
                    <a:pt x="1520" y="636"/>
                  </a:lnTo>
                  <a:lnTo>
                    <a:pt x="1521" y="617"/>
                  </a:lnTo>
                  <a:lnTo>
                    <a:pt x="1521" y="617"/>
                  </a:lnTo>
                  <a:lnTo>
                    <a:pt x="1521" y="400"/>
                  </a:lnTo>
                  <a:lnTo>
                    <a:pt x="1523" y="628"/>
                  </a:lnTo>
                  <a:lnTo>
                    <a:pt x="1523" y="628"/>
                  </a:lnTo>
                  <a:lnTo>
                    <a:pt x="1524" y="637"/>
                  </a:lnTo>
                  <a:lnTo>
                    <a:pt x="1525" y="627"/>
                  </a:lnTo>
                  <a:lnTo>
                    <a:pt x="1525" y="627"/>
                  </a:lnTo>
                  <a:lnTo>
                    <a:pt x="1525" y="627"/>
                  </a:lnTo>
                  <a:lnTo>
                    <a:pt x="1525" y="637"/>
                  </a:lnTo>
                  <a:lnTo>
                    <a:pt x="1527" y="399"/>
                  </a:lnTo>
                  <a:lnTo>
                    <a:pt x="1527" y="399"/>
                  </a:lnTo>
                  <a:lnTo>
                    <a:pt x="1527" y="394"/>
                  </a:lnTo>
                  <a:lnTo>
                    <a:pt x="1528" y="638"/>
                  </a:lnTo>
                  <a:lnTo>
                    <a:pt x="1529" y="620"/>
                  </a:lnTo>
                  <a:lnTo>
                    <a:pt x="1529" y="620"/>
                  </a:lnTo>
                  <a:lnTo>
                    <a:pt x="1530" y="637"/>
                  </a:lnTo>
                  <a:lnTo>
                    <a:pt x="1531" y="635"/>
                  </a:lnTo>
                  <a:lnTo>
                    <a:pt x="1531" y="635"/>
                  </a:lnTo>
                  <a:lnTo>
                    <a:pt x="1532" y="423"/>
                  </a:lnTo>
                  <a:lnTo>
                    <a:pt x="1533" y="558"/>
                  </a:lnTo>
                  <a:lnTo>
                    <a:pt x="1533" y="558"/>
                  </a:lnTo>
                  <a:lnTo>
                    <a:pt x="1535" y="637"/>
                  </a:lnTo>
                  <a:lnTo>
                    <a:pt x="1535" y="633"/>
                  </a:lnTo>
                  <a:lnTo>
                    <a:pt x="1535" y="633"/>
                  </a:lnTo>
                  <a:lnTo>
                    <a:pt x="1535" y="638"/>
                  </a:lnTo>
                  <a:lnTo>
                    <a:pt x="1537" y="627"/>
                  </a:lnTo>
                  <a:lnTo>
                    <a:pt x="1537" y="627"/>
                  </a:lnTo>
                  <a:lnTo>
                    <a:pt x="1537" y="488"/>
                  </a:lnTo>
                  <a:lnTo>
                    <a:pt x="1539" y="630"/>
                  </a:lnTo>
                  <a:lnTo>
                    <a:pt x="1539" y="620"/>
                  </a:lnTo>
                  <a:lnTo>
                    <a:pt x="1539" y="620"/>
                  </a:lnTo>
                  <a:lnTo>
                    <a:pt x="1540" y="584"/>
                  </a:lnTo>
                  <a:lnTo>
                    <a:pt x="1541" y="627"/>
                  </a:lnTo>
                  <a:lnTo>
                    <a:pt x="1541" y="627"/>
                  </a:lnTo>
                  <a:lnTo>
                    <a:pt x="1542" y="636"/>
                  </a:lnTo>
                  <a:lnTo>
                    <a:pt x="1543" y="563"/>
                  </a:lnTo>
                  <a:lnTo>
                    <a:pt x="1543" y="563"/>
                  </a:lnTo>
                  <a:lnTo>
                    <a:pt x="1543" y="514"/>
                  </a:lnTo>
                  <a:lnTo>
                    <a:pt x="1544" y="618"/>
                  </a:lnTo>
                  <a:lnTo>
                    <a:pt x="1545" y="586"/>
                  </a:lnTo>
                  <a:lnTo>
                    <a:pt x="1545" y="586"/>
                  </a:lnTo>
                  <a:lnTo>
                    <a:pt x="1545" y="636"/>
                  </a:lnTo>
                  <a:lnTo>
                    <a:pt x="1546" y="580"/>
                  </a:lnTo>
                  <a:lnTo>
                    <a:pt x="1547" y="627"/>
                  </a:lnTo>
                  <a:lnTo>
                    <a:pt x="1547" y="627"/>
                  </a:lnTo>
                  <a:lnTo>
                    <a:pt x="1547" y="634"/>
                  </a:lnTo>
                  <a:lnTo>
                    <a:pt x="1549" y="518"/>
                  </a:lnTo>
                  <a:lnTo>
                    <a:pt x="1549" y="521"/>
                  </a:lnTo>
                  <a:lnTo>
                    <a:pt x="1549" y="521"/>
                  </a:lnTo>
                  <a:lnTo>
                    <a:pt x="1549" y="481"/>
                  </a:lnTo>
                  <a:lnTo>
                    <a:pt x="1551" y="633"/>
                  </a:lnTo>
                  <a:lnTo>
                    <a:pt x="1551" y="628"/>
                  </a:lnTo>
                  <a:lnTo>
                    <a:pt x="1551" y="628"/>
                  </a:lnTo>
                  <a:lnTo>
                    <a:pt x="1551" y="567"/>
                  </a:lnTo>
                  <a:lnTo>
                    <a:pt x="1553" y="635"/>
                  </a:lnTo>
                  <a:lnTo>
                    <a:pt x="1553" y="635"/>
                  </a:lnTo>
                  <a:lnTo>
                    <a:pt x="1553" y="635"/>
                  </a:lnTo>
                  <a:lnTo>
                    <a:pt x="1554" y="463"/>
                  </a:lnTo>
                  <a:lnTo>
                    <a:pt x="1555" y="605"/>
                  </a:lnTo>
                  <a:lnTo>
                    <a:pt x="1555" y="605"/>
                  </a:lnTo>
                  <a:lnTo>
                    <a:pt x="1555" y="624"/>
                  </a:lnTo>
                  <a:lnTo>
                    <a:pt x="1557" y="472"/>
                  </a:lnTo>
                  <a:lnTo>
                    <a:pt x="1557" y="472"/>
                  </a:lnTo>
                  <a:lnTo>
                    <a:pt x="1557" y="371"/>
                  </a:lnTo>
                  <a:lnTo>
                    <a:pt x="1559" y="636"/>
                  </a:lnTo>
                  <a:lnTo>
                    <a:pt x="1559" y="629"/>
                  </a:lnTo>
                  <a:lnTo>
                    <a:pt x="1559" y="629"/>
                  </a:lnTo>
                  <a:lnTo>
                    <a:pt x="1560" y="452"/>
                  </a:lnTo>
                  <a:lnTo>
                    <a:pt x="1561" y="605"/>
                  </a:lnTo>
                  <a:lnTo>
                    <a:pt x="1561" y="605"/>
                  </a:lnTo>
                  <a:lnTo>
                    <a:pt x="1562" y="465"/>
                  </a:lnTo>
                  <a:lnTo>
                    <a:pt x="1563" y="625"/>
                  </a:lnTo>
                  <a:lnTo>
                    <a:pt x="1563" y="615"/>
                  </a:lnTo>
                  <a:lnTo>
                    <a:pt x="1563" y="615"/>
                  </a:lnTo>
                  <a:lnTo>
                    <a:pt x="1564" y="635"/>
                  </a:lnTo>
                  <a:lnTo>
                    <a:pt x="1565" y="590"/>
                  </a:lnTo>
                  <a:lnTo>
                    <a:pt x="1565" y="591"/>
                  </a:lnTo>
                  <a:lnTo>
                    <a:pt x="1565" y="591"/>
                  </a:lnTo>
                  <a:lnTo>
                    <a:pt x="1566" y="556"/>
                  </a:lnTo>
                  <a:lnTo>
                    <a:pt x="1566" y="624"/>
                  </a:lnTo>
                  <a:lnTo>
                    <a:pt x="1567" y="610"/>
                  </a:lnTo>
                  <a:lnTo>
                    <a:pt x="1567" y="610"/>
                  </a:lnTo>
                  <a:lnTo>
                    <a:pt x="1568" y="521"/>
                  </a:lnTo>
                  <a:lnTo>
                    <a:pt x="1569" y="635"/>
                  </a:lnTo>
                  <a:lnTo>
                    <a:pt x="1569" y="627"/>
                  </a:lnTo>
                  <a:lnTo>
                    <a:pt x="1569" y="627"/>
                  </a:lnTo>
                  <a:lnTo>
                    <a:pt x="1569" y="636"/>
                  </a:lnTo>
                  <a:lnTo>
                    <a:pt x="1571" y="456"/>
                  </a:lnTo>
                  <a:lnTo>
                    <a:pt x="1571" y="461"/>
                  </a:lnTo>
                  <a:lnTo>
                    <a:pt x="1571" y="461"/>
                  </a:lnTo>
                  <a:lnTo>
                    <a:pt x="1572" y="615"/>
                  </a:lnTo>
                  <a:lnTo>
                    <a:pt x="1572" y="438"/>
                  </a:lnTo>
                  <a:lnTo>
                    <a:pt x="1573" y="559"/>
                  </a:lnTo>
                  <a:lnTo>
                    <a:pt x="1573" y="559"/>
                  </a:lnTo>
                  <a:lnTo>
                    <a:pt x="1575" y="636"/>
                  </a:lnTo>
                  <a:lnTo>
                    <a:pt x="1575" y="636"/>
                  </a:lnTo>
                  <a:lnTo>
                    <a:pt x="1575" y="636"/>
                  </a:lnTo>
                  <a:lnTo>
                    <a:pt x="1575" y="636"/>
                  </a:lnTo>
                  <a:lnTo>
                    <a:pt x="1577" y="456"/>
                  </a:lnTo>
                  <a:lnTo>
                    <a:pt x="1577" y="539"/>
                  </a:lnTo>
                  <a:lnTo>
                    <a:pt x="1577" y="539"/>
                  </a:lnTo>
                  <a:lnTo>
                    <a:pt x="1578" y="629"/>
                  </a:lnTo>
                  <a:lnTo>
                    <a:pt x="1579" y="402"/>
                  </a:lnTo>
                  <a:lnTo>
                    <a:pt x="1579" y="491"/>
                  </a:lnTo>
                  <a:lnTo>
                    <a:pt x="1579" y="491"/>
                  </a:lnTo>
                  <a:lnTo>
                    <a:pt x="1580" y="634"/>
                  </a:lnTo>
                  <a:lnTo>
                    <a:pt x="1581" y="617"/>
                  </a:lnTo>
                  <a:lnTo>
                    <a:pt x="1581" y="617"/>
                  </a:lnTo>
                  <a:lnTo>
                    <a:pt x="1582" y="432"/>
                  </a:lnTo>
                  <a:lnTo>
                    <a:pt x="1583" y="592"/>
                  </a:lnTo>
                  <a:lnTo>
                    <a:pt x="1583" y="592"/>
                  </a:lnTo>
                  <a:lnTo>
                    <a:pt x="1584" y="559"/>
                  </a:lnTo>
                  <a:lnTo>
                    <a:pt x="1585" y="621"/>
                  </a:lnTo>
                  <a:lnTo>
                    <a:pt x="1585" y="621"/>
                  </a:lnTo>
                  <a:lnTo>
                    <a:pt x="1585" y="635"/>
                  </a:lnTo>
                  <a:lnTo>
                    <a:pt x="1587" y="485"/>
                  </a:lnTo>
                  <a:lnTo>
                    <a:pt x="1587" y="514"/>
                  </a:lnTo>
                  <a:lnTo>
                    <a:pt x="1587" y="514"/>
                  </a:lnTo>
                  <a:lnTo>
                    <a:pt x="1587" y="484"/>
                  </a:lnTo>
                  <a:lnTo>
                    <a:pt x="1588" y="610"/>
                  </a:lnTo>
                  <a:lnTo>
                    <a:pt x="1589" y="531"/>
                  </a:lnTo>
                  <a:lnTo>
                    <a:pt x="1589" y="531"/>
                  </a:lnTo>
                  <a:lnTo>
                    <a:pt x="1590" y="635"/>
                  </a:lnTo>
                  <a:lnTo>
                    <a:pt x="1591" y="628"/>
                  </a:lnTo>
                  <a:lnTo>
                    <a:pt x="1591" y="628"/>
                  </a:lnTo>
                  <a:lnTo>
                    <a:pt x="1591" y="636"/>
                  </a:lnTo>
                  <a:lnTo>
                    <a:pt x="1592" y="582"/>
                  </a:lnTo>
                  <a:lnTo>
                    <a:pt x="1593" y="612"/>
                  </a:lnTo>
                  <a:lnTo>
                    <a:pt x="1593" y="612"/>
                  </a:lnTo>
                  <a:lnTo>
                    <a:pt x="1594" y="578"/>
                  </a:lnTo>
                  <a:lnTo>
                    <a:pt x="1595" y="630"/>
                  </a:lnTo>
                  <a:lnTo>
                    <a:pt x="1595" y="602"/>
                  </a:lnTo>
                  <a:lnTo>
                    <a:pt x="1595" y="602"/>
                  </a:lnTo>
                  <a:lnTo>
                    <a:pt x="1595" y="575"/>
                  </a:lnTo>
                  <a:lnTo>
                    <a:pt x="1596" y="636"/>
                  </a:lnTo>
                  <a:lnTo>
                    <a:pt x="1597" y="633"/>
                  </a:lnTo>
                  <a:lnTo>
                    <a:pt x="1597" y="633"/>
                  </a:lnTo>
                  <a:lnTo>
                    <a:pt x="1598" y="409"/>
                  </a:lnTo>
                  <a:lnTo>
                    <a:pt x="1599" y="607"/>
                  </a:lnTo>
                  <a:lnTo>
                    <a:pt x="1599" y="607"/>
                  </a:lnTo>
                  <a:lnTo>
                    <a:pt x="1599" y="611"/>
                  </a:lnTo>
                  <a:lnTo>
                    <a:pt x="1601" y="428"/>
                  </a:lnTo>
                  <a:lnTo>
                    <a:pt x="1601" y="562"/>
                  </a:lnTo>
                  <a:lnTo>
                    <a:pt x="1601" y="562"/>
                  </a:lnTo>
                  <a:lnTo>
                    <a:pt x="1602" y="638"/>
                  </a:lnTo>
                  <a:lnTo>
                    <a:pt x="1603" y="601"/>
                  </a:lnTo>
                  <a:lnTo>
                    <a:pt x="1603" y="601"/>
                  </a:lnTo>
                  <a:lnTo>
                    <a:pt x="1604" y="582"/>
                  </a:lnTo>
                  <a:lnTo>
                    <a:pt x="1605" y="615"/>
                  </a:lnTo>
                  <a:lnTo>
                    <a:pt x="1605" y="601"/>
                  </a:lnTo>
                  <a:lnTo>
                    <a:pt x="1605" y="601"/>
                  </a:lnTo>
                  <a:lnTo>
                    <a:pt x="1606" y="568"/>
                  </a:lnTo>
                  <a:lnTo>
                    <a:pt x="1607" y="627"/>
                  </a:lnTo>
                  <a:lnTo>
                    <a:pt x="1607" y="627"/>
                  </a:lnTo>
                  <a:lnTo>
                    <a:pt x="1607" y="627"/>
                  </a:lnTo>
                  <a:lnTo>
                    <a:pt x="1607" y="635"/>
                  </a:lnTo>
                  <a:lnTo>
                    <a:pt x="1608" y="311"/>
                  </a:lnTo>
                  <a:lnTo>
                    <a:pt x="1609" y="338"/>
                  </a:lnTo>
                  <a:lnTo>
                    <a:pt x="1609" y="339"/>
                  </a:lnTo>
                  <a:lnTo>
                    <a:pt x="1609" y="332"/>
                  </a:lnTo>
                  <a:lnTo>
                    <a:pt x="1610" y="612"/>
                  </a:lnTo>
                  <a:lnTo>
                    <a:pt x="1611" y="485"/>
                  </a:lnTo>
                  <a:lnTo>
                    <a:pt x="1611" y="485"/>
                  </a:lnTo>
                  <a:lnTo>
                    <a:pt x="1611" y="485"/>
                  </a:lnTo>
                  <a:lnTo>
                    <a:pt x="1613" y="636"/>
                  </a:lnTo>
                  <a:lnTo>
                    <a:pt x="1613" y="636"/>
                  </a:lnTo>
                  <a:lnTo>
                    <a:pt x="1613" y="636"/>
                  </a:lnTo>
                  <a:lnTo>
                    <a:pt x="1613" y="636"/>
                  </a:lnTo>
                  <a:lnTo>
                    <a:pt x="1614" y="309"/>
                  </a:lnTo>
                  <a:lnTo>
                    <a:pt x="1615" y="565"/>
                  </a:lnTo>
                  <a:lnTo>
                    <a:pt x="1615" y="565"/>
                  </a:lnTo>
                  <a:lnTo>
                    <a:pt x="1615" y="622"/>
                  </a:lnTo>
                  <a:lnTo>
                    <a:pt x="1616" y="405"/>
                  </a:lnTo>
                  <a:lnTo>
                    <a:pt x="1617" y="599"/>
                  </a:lnTo>
                  <a:lnTo>
                    <a:pt x="1617" y="599"/>
                  </a:lnTo>
                  <a:lnTo>
                    <a:pt x="1617" y="576"/>
                  </a:lnTo>
                  <a:lnTo>
                    <a:pt x="1619" y="636"/>
                  </a:lnTo>
                  <a:lnTo>
                    <a:pt x="1619" y="614"/>
                  </a:lnTo>
                  <a:lnTo>
                    <a:pt x="1619" y="614"/>
                  </a:lnTo>
                  <a:lnTo>
                    <a:pt x="1619" y="591"/>
                  </a:lnTo>
                  <a:lnTo>
                    <a:pt x="1620" y="620"/>
                  </a:lnTo>
                  <a:lnTo>
                    <a:pt x="1621" y="596"/>
                  </a:lnTo>
                  <a:lnTo>
                    <a:pt x="1621" y="596"/>
                  </a:lnTo>
                  <a:lnTo>
                    <a:pt x="1621" y="580"/>
                  </a:lnTo>
                  <a:lnTo>
                    <a:pt x="1622" y="633"/>
                  </a:lnTo>
                  <a:lnTo>
                    <a:pt x="1623" y="623"/>
                  </a:lnTo>
                  <a:lnTo>
                    <a:pt x="1623" y="623"/>
                  </a:lnTo>
                  <a:lnTo>
                    <a:pt x="1624" y="636"/>
                  </a:lnTo>
                  <a:lnTo>
                    <a:pt x="1624" y="607"/>
                  </a:lnTo>
                  <a:lnTo>
                    <a:pt x="1625" y="611"/>
                  </a:lnTo>
                  <a:lnTo>
                    <a:pt x="1625" y="611"/>
                  </a:lnTo>
                  <a:lnTo>
                    <a:pt x="1625" y="506"/>
                  </a:lnTo>
                  <a:lnTo>
                    <a:pt x="1626" y="623"/>
                  </a:lnTo>
                  <a:lnTo>
                    <a:pt x="1627" y="620"/>
                  </a:lnTo>
                  <a:lnTo>
                    <a:pt x="1627" y="620"/>
                  </a:lnTo>
                  <a:lnTo>
                    <a:pt x="1627" y="634"/>
                  </a:lnTo>
                  <a:lnTo>
                    <a:pt x="1628" y="555"/>
                  </a:lnTo>
                  <a:lnTo>
                    <a:pt x="1629" y="629"/>
                  </a:lnTo>
                  <a:lnTo>
                    <a:pt x="1629" y="629"/>
                  </a:lnTo>
                  <a:lnTo>
                    <a:pt x="1631" y="588"/>
                  </a:lnTo>
                  <a:lnTo>
                    <a:pt x="1631" y="601"/>
                  </a:lnTo>
                  <a:lnTo>
                    <a:pt x="1631" y="601"/>
                  </a:lnTo>
                  <a:lnTo>
                    <a:pt x="1632" y="527"/>
                  </a:lnTo>
                  <a:lnTo>
                    <a:pt x="1633" y="621"/>
                  </a:lnTo>
                  <a:lnTo>
                    <a:pt x="1633" y="580"/>
                  </a:lnTo>
                  <a:lnTo>
                    <a:pt x="1633" y="580"/>
                  </a:lnTo>
                  <a:lnTo>
                    <a:pt x="1633" y="565"/>
                  </a:lnTo>
                  <a:lnTo>
                    <a:pt x="1634" y="633"/>
                  </a:lnTo>
                  <a:lnTo>
                    <a:pt x="1635" y="623"/>
                  </a:lnTo>
                  <a:lnTo>
                    <a:pt x="1635" y="623"/>
                  </a:lnTo>
                  <a:lnTo>
                    <a:pt x="1636" y="533"/>
                  </a:lnTo>
                  <a:lnTo>
                    <a:pt x="1637" y="621"/>
                  </a:lnTo>
                  <a:lnTo>
                    <a:pt x="1637" y="621"/>
                  </a:lnTo>
                  <a:lnTo>
                    <a:pt x="1637" y="621"/>
                  </a:lnTo>
                  <a:lnTo>
                    <a:pt x="1637" y="576"/>
                  </a:lnTo>
                  <a:lnTo>
                    <a:pt x="1639" y="606"/>
                  </a:lnTo>
                  <a:lnTo>
                    <a:pt x="1639" y="606"/>
                  </a:lnTo>
                  <a:lnTo>
                    <a:pt x="1640" y="631"/>
                  </a:lnTo>
                  <a:lnTo>
                    <a:pt x="1641" y="580"/>
                  </a:lnTo>
                  <a:lnTo>
                    <a:pt x="1641" y="580"/>
                  </a:lnTo>
                  <a:lnTo>
                    <a:pt x="1642" y="606"/>
                  </a:lnTo>
                  <a:lnTo>
                    <a:pt x="1643" y="276"/>
                  </a:lnTo>
                  <a:lnTo>
                    <a:pt x="1643" y="275"/>
                  </a:lnTo>
                  <a:lnTo>
                    <a:pt x="1643" y="253"/>
                  </a:lnTo>
                  <a:lnTo>
                    <a:pt x="1645" y="621"/>
                  </a:lnTo>
                  <a:lnTo>
                    <a:pt x="1645" y="620"/>
                  </a:lnTo>
                  <a:lnTo>
                    <a:pt x="1645" y="620"/>
                  </a:lnTo>
                  <a:lnTo>
                    <a:pt x="1645" y="621"/>
                  </a:lnTo>
                  <a:lnTo>
                    <a:pt x="1646" y="544"/>
                  </a:lnTo>
                  <a:lnTo>
                    <a:pt x="1647" y="573"/>
                  </a:lnTo>
                  <a:lnTo>
                    <a:pt x="1647" y="573"/>
                  </a:lnTo>
                  <a:lnTo>
                    <a:pt x="1647" y="591"/>
                  </a:lnTo>
                  <a:lnTo>
                    <a:pt x="1648" y="233"/>
                  </a:lnTo>
                  <a:lnTo>
                    <a:pt x="1649" y="544"/>
                  </a:lnTo>
                  <a:lnTo>
                    <a:pt x="1649" y="544"/>
                  </a:lnTo>
                  <a:lnTo>
                    <a:pt x="1651" y="620"/>
                  </a:lnTo>
                  <a:lnTo>
                    <a:pt x="1651" y="613"/>
                  </a:lnTo>
                  <a:lnTo>
                    <a:pt x="1651" y="613"/>
                  </a:lnTo>
                  <a:lnTo>
                    <a:pt x="1651" y="541"/>
                  </a:lnTo>
                  <a:lnTo>
                    <a:pt x="1653" y="613"/>
                  </a:lnTo>
                  <a:lnTo>
                    <a:pt x="1653" y="613"/>
                  </a:lnTo>
                  <a:lnTo>
                    <a:pt x="1653" y="613"/>
                  </a:lnTo>
                  <a:lnTo>
                    <a:pt x="1654" y="580"/>
                  </a:lnTo>
                  <a:lnTo>
                    <a:pt x="1655" y="583"/>
                  </a:lnTo>
                  <a:lnTo>
                    <a:pt x="1655" y="583"/>
                  </a:lnTo>
                  <a:lnTo>
                    <a:pt x="1656" y="620"/>
                  </a:lnTo>
                  <a:lnTo>
                    <a:pt x="1657" y="298"/>
                  </a:lnTo>
                  <a:lnTo>
                    <a:pt x="1657" y="298"/>
                  </a:lnTo>
                  <a:lnTo>
                    <a:pt x="1657" y="254"/>
                  </a:lnTo>
                  <a:lnTo>
                    <a:pt x="1659" y="620"/>
                  </a:lnTo>
                  <a:lnTo>
                    <a:pt x="1659" y="620"/>
                  </a:lnTo>
                  <a:lnTo>
                    <a:pt x="1660" y="629"/>
                  </a:lnTo>
                  <a:lnTo>
                    <a:pt x="1660" y="579"/>
                  </a:lnTo>
                  <a:lnTo>
                    <a:pt x="1661" y="614"/>
                  </a:lnTo>
                  <a:lnTo>
                    <a:pt x="1661" y="614"/>
                  </a:lnTo>
                  <a:lnTo>
                    <a:pt x="1661" y="620"/>
                  </a:lnTo>
                  <a:lnTo>
                    <a:pt x="1663" y="302"/>
                  </a:lnTo>
                  <a:lnTo>
                    <a:pt x="1663" y="373"/>
                  </a:lnTo>
                  <a:lnTo>
                    <a:pt x="1663" y="373"/>
                  </a:lnTo>
                  <a:lnTo>
                    <a:pt x="1664" y="611"/>
                  </a:lnTo>
                  <a:lnTo>
                    <a:pt x="1665" y="567"/>
                  </a:lnTo>
                  <a:lnTo>
                    <a:pt x="1665" y="567"/>
                  </a:lnTo>
                  <a:lnTo>
                    <a:pt x="1667" y="630"/>
                  </a:lnTo>
                  <a:lnTo>
                    <a:pt x="1667" y="629"/>
                  </a:lnTo>
                  <a:lnTo>
                    <a:pt x="1667" y="629"/>
                  </a:lnTo>
                  <a:lnTo>
                    <a:pt x="1668" y="314"/>
                  </a:lnTo>
                  <a:lnTo>
                    <a:pt x="1669" y="596"/>
                  </a:lnTo>
                  <a:lnTo>
                    <a:pt x="1669" y="596"/>
                  </a:lnTo>
                  <a:lnTo>
                    <a:pt x="1670" y="632"/>
                  </a:lnTo>
                  <a:lnTo>
                    <a:pt x="1671" y="576"/>
                  </a:lnTo>
                  <a:lnTo>
                    <a:pt x="1671" y="580"/>
                  </a:lnTo>
                  <a:lnTo>
                    <a:pt x="1671" y="580"/>
                  </a:lnTo>
                  <a:lnTo>
                    <a:pt x="1672" y="635"/>
                  </a:lnTo>
                  <a:lnTo>
                    <a:pt x="1673" y="540"/>
                  </a:lnTo>
                  <a:lnTo>
                    <a:pt x="1673" y="540"/>
                  </a:lnTo>
                  <a:lnTo>
                    <a:pt x="1674" y="470"/>
                  </a:lnTo>
                  <a:lnTo>
                    <a:pt x="1675" y="606"/>
                  </a:lnTo>
                  <a:lnTo>
                    <a:pt x="1675" y="600"/>
                  </a:lnTo>
                  <a:lnTo>
                    <a:pt x="1675" y="600"/>
                  </a:lnTo>
                  <a:lnTo>
                    <a:pt x="1676" y="560"/>
                  </a:lnTo>
                  <a:lnTo>
                    <a:pt x="1677" y="618"/>
                  </a:lnTo>
                  <a:lnTo>
                    <a:pt x="1677" y="618"/>
                  </a:lnTo>
                  <a:lnTo>
                    <a:pt x="1677" y="629"/>
                  </a:lnTo>
                  <a:lnTo>
                    <a:pt x="1679" y="368"/>
                  </a:lnTo>
                  <a:lnTo>
                    <a:pt x="1679" y="417"/>
                  </a:lnTo>
                  <a:lnTo>
                    <a:pt x="1679" y="417"/>
                  </a:lnTo>
                  <a:lnTo>
                    <a:pt x="1679" y="406"/>
                  </a:lnTo>
                  <a:lnTo>
                    <a:pt x="1681" y="633"/>
                  </a:lnTo>
                  <a:lnTo>
                    <a:pt x="1681" y="629"/>
                  </a:lnTo>
                  <a:lnTo>
                    <a:pt x="1681" y="629"/>
                  </a:lnTo>
                  <a:lnTo>
                    <a:pt x="1682" y="552"/>
                  </a:lnTo>
                  <a:lnTo>
                    <a:pt x="1683" y="612"/>
                  </a:lnTo>
                  <a:lnTo>
                    <a:pt x="1683" y="612"/>
                  </a:lnTo>
                  <a:lnTo>
                    <a:pt x="1683" y="617"/>
                  </a:lnTo>
                  <a:lnTo>
                    <a:pt x="1684" y="523"/>
                  </a:lnTo>
                  <a:lnTo>
                    <a:pt x="1685" y="602"/>
                  </a:lnTo>
                  <a:lnTo>
                    <a:pt x="1685" y="602"/>
                  </a:lnTo>
                  <a:lnTo>
                    <a:pt x="1687" y="612"/>
                  </a:lnTo>
                  <a:lnTo>
                    <a:pt x="1687" y="580"/>
                  </a:lnTo>
                  <a:lnTo>
                    <a:pt x="1687" y="580"/>
                  </a:lnTo>
                  <a:lnTo>
                    <a:pt x="1687" y="580"/>
                  </a:lnTo>
                  <a:lnTo>
                    <a:pt x="1688" y="636"/>
                  </a:lnTo>
                  <a:lnTo>
                    <a:pt x="1689" y="458"/>
                  </a:lnTo>
                  <a:lnTo>
                    <a:pt x="1689" y="458"/>
                  </a:lnTo>
                  <a:lnTo>
                    <a:pt x="1690" y="247"/>
                  </a:lnTo>
                  <a:lnTo>
                    <a:pt x="1691" y="613"/>
                  </a:lnTo>
                  <a:lnTo>
                    <a:pt x="1691" y="606"/>
                  </a:lnTo>
                  <a:lnTo>
                    <a:pt x="1691" y="606"/>
                  </a:lnTo>
                  <a:lnTo>
                    <a:pt x="1692" y="560"/>
                  </a:lnTo>
                  <a:lnTo>
                    <a:pt x="1693" y="620"/>
                  </a:lnTo>
                  <a:lnTo>
                    <a:pt x="1693" y="602"/>
                  </a:lnTo>
                  <a:lnTo>
                    <a:pt x="1693" y="602"/>
                  </a:lnTo>
                  <a:lnTo>
                    <a:pt x="1693" y="635"/>
                  </a:lnTo>
                  <a:lnTo>
                    <a:pt x="1695" y="264"/>
                  </a:lnTo>
                  <a:lnTo>
                    <a:pt x="1695" y="264"/>
                  </a:lnTo>
                  <a:lnTo>
                    <a:pt x="1695" y="264"/>
                  </a:lnTo>
                  <a:lnTo>
                    <a:pt x="1695" y="264"/>
                  </a:lnTo>
                  <a:lnTo>
                    <a:pt x="1696" y="609"/>
                  </a:lnTo>
                  <a:lnTo>
                    <a:pt x="1697" y="563"/>
                  </a:lnTo>
                  <a:lnTo>
                    <a:pt x="1697" y="563"/>
                  </a:lnTo>
                  <a:lnTo>
                    <a:pt x="1697" y="554"/>
                  </a:lnTo>
                  <a:lnTo>
                    <a:pt x="1699" y="635"/>
                  </a:lnTo>
                  <a:lnTo>
                    <a:pt x="1699" y="632"/>
                  </a:lnTo>
                  <a:lnTo>
                    <a:pt x="1699" y="632"/>
                  </a:lnTo>
                  <a:lnTo>
                    <a:pt x="1701" y="433"/>
                  </a:lnTo>
                  <a:lnTo>
                    <a:pt x="1701" y="535"/>
                  </a:lnTo>
                  <a:lnTo>
                    <a:pt x="1701" y="535"/>
                  </a:lnTo>
                  <a:lnTo>
                    <a:pt x="1701" y="535"/>
                  </a:lnTo>
                  <a:lnTo>
                    <a:pt x="1702" y="623"/>
                  </a:lnTo>
                  <a:lnTo>
                    <a:pt x="1703" y="599"/>
                  </a:lnTo>
                  <a:lnTo>
                    <a:pt x="1703" y="599"/>
                  </a:lnTo>
                  <a:lnTo>
                    <a:pt x="1704" y="571"/>
                  </a:lnTo>
                  <a:lnTo>
                    <a:pt x="1705" y="628"/>
                  </a:lnTo>
                  <a:lnTo>
                    <a:pt x="1705" y="615"/>
                  </a:lnTo>
                  <a:lnTo>
                    <a:pt x="1705" y="615"/>
                  </a:lnTo>
                  <a:lnTo>
                    <a:pt x="1706" y="403"/>
                  </a:lnTo>
                  <a:lnTo>
                    <a:pt x="1707" y="599"/>
                  </a:lnTo>
                  <a:lnTo>
                    <a:pt x="1707" y="598"/>
                  </a:lnTo>
                  <a:lnTo>
                    <a:pt x="1708" y="503"/>
                  </a:lnTo>
                  <a:lnTo>
                    <a:pt x="1709" y="612"/>
                  </a:lnTo>
                  <a:lnTo>
                    <a:pt x="1709" y="590"/>
                  </a:lnTo>
                  <a:lnTo>
                    <a:pt x="1709" y="590"/>
                  </a:lnTo>
                  <a:lnTo>
                    <a:pt x="1710" y="631"/>
                  </a:lnTo>
                  <a:lnTo>
                    <a:pt x="1711" y="246"/>
                  </a:lnTo>
                  <a:lnTo>
                    <a:pt x="1711" y="247"/>
                  </a:lnTo>
                  <a:lnTo>
                    <a:pt x="1711" y="247"/>
                  </a:lnTo>
                  <a:lnTo>
                    <a:pt x="1711" y="239"/>
                  </a:lnTo>
                  <a:lnTo>
                    <a:pt x="1713" y="613"/>
                  </a:lnTo>
                  <a:lnTo>
                    <a:pt x="1713" y="613"/>
                  </a:lnTo>
                  <a:lnTo>
                    <a:pt x="1714" y="565"/>
                  </a:lnTo>
                  <a:lnTo>
                    <a:pt x="1714" y="623"/>
                  </a:lnTo>
                  <a:lnTo>
                    <a:pt x="1715" y="620"/>
                  </a:lnTo>
                  <a:lnTo>
                    <a:pt x="1715" y="621"/>
                  </a:lnTo>
                  <a:lnTo>
                    <a:pt x="1715" y="630"/>
                  </a:lnTo>
                  <a:lnTo>
                    <a:pt x="1717" y="474"/>
                  </a:lnTo>
                  <a:lnTo>
                    <a:pt x="1717" y="474"/>
                  </a:lnTo>
                  <a:lnTo>
                    <a:pt x="1718" y="616"/>
                  </a:lnTo>
                  <a:lnTo>
                    <a:pt x="1719" y="364"/>
                  </a:lnTo>
                  <a:lnTo>
                    <a:pt x="1719" y="451"/>
                  </a:lnTo>
                  <a:lnTo>
                    <a:pt x="1719" y="452"/>
                  </a:lnTo>
                  <a:lnTo>
                    <a:pt x="1721" y="627"/>
                  </a:lnTo>
                  <a:lnTo>
                    <a:pt x="1721" y="599"/>
                  </a:lnTo>
                  <a:lnTo>
                    <a:pt x="1721" y="599"/>
                  </a:lnTo>
                  <a:lnTo>
                    <a:pt x="1722" y="332"/>
                  </a:lnTo>
                  <a:lnTo>
                    <a:pt x="1723" y="609"/>
                  </a:lnTo>
                  <a:lnTo>
                    <a:pt x="1723" y="609"/>
                  </a:lnTo>
                  <a:lnTo>
                    <a:pt x="1724" y="621"/>
                  </a:lnTo>
                  <a:lnTo>
                    <a:pt x="1725" y="570"/>
                  </a:lnTo>
                  <a:lnTo>
                    <a:pt x="1725" y="618"/>
                  </a:lnTo>
                  <a:lnTo>
                    <a:pt x="1725" y="618"/>
                  </a:lnTo>
                  <a:lnTo>
                    <a:pt x="1726" y="633"/>
                  </a:lnTo>
                  <a:lnTo>
                    <a:pt x="1727" y="296"/>
                  </a:lnTo>
                  <a:lnTo>
                    <a:pt x="1727" y="297"/>
                  </a:lnTo>
                  <a:lnTo>
                    <a:pt x="1727" y="297"/>
                  </a:lnTo>
                  <a:lnTo>
                    <a:pt x="1727" y="296"/>
                  </a:lnTo>
                  <a:lnTo>
                    <a:pt x="1729" y="617"/>
                  </a:lnTo>
                  <a:lnTo>
                    <a:pt x="1729" y="606"/>
                  </a:lnTo>
                  <a:lnTo>
                    <a:pt x="1729" y="606"/>
                  </a:lnTo>
                  <a:lnTo>
                    <a:pt x="1730" y="560"/>
                  </a:lnTo>
                  <a:lnTo>
                    <a:pt x="1731" y="627"/>
                  </a:lnTo>
                  <a:lnTo>
                    <a:pt x="1731" y="627"/>
                  </a:lnTo>
                  <a:lnTo>
                    <a:pt x="1731" y="627"/>
                  </a:lnTo>
                  <a:lnTo>
                    <a:pt x="1731" y="634"/>
                  </a:lnTo>
                  <a:lnTo>
                    <a:pt x="1733" y="180"/>
                  </a:lnTo>
                  <a:lnTo>
                    <a:pt x="1733" y="303"/>
                  </a:lnTo>
                  <a:lnTo>
                    <a:pt x="1733" y="303"/>
                  </a:lnTo>
                  <a:lnTo>
                    <a:pt x="1735" y="634"/>
                  </a:lnTo>
                  <a:lnTo>
                    <a:pt x="1735" y="580"/>
                  </a:lnTo>
                  <a:lnTo>
                    <a:pt x="1735" y="580"/>
                  </a:lnTo>
                  <a:lnTo>
                    <a:pt x="1736" y="558"/>
                  </a:lnTo>
                  <a:lnTo>
                    <a:pt x="1737" y="635"/>
                  </a:lnTo>
                  <a:lnTo>
                    <a:pt x="1737" y="623"/>
                  </a:lnTo>
                  <a:lnTo>
                    <a:pt x="1737" y="623"/>
                  </a:lnTo>
                  <a:lnTo>
                    <a:pt x="1738" y="239"/>
                  </a:lnTo>
                  <a:lnTo>
                    <a:pt x="1739" y="549"/>
                  </a:lnTo>
                  <a:lnTo>
                    <a:pt x="1739" y="549"/>
                  </a:lnTo>
                  <a:lnTo>
                    <a:pt x="1740" y="623"/>
                  </a:lnTo>
                  <a:lnTo>
                    <a:pt x="1741" y="604"/>
                  </a:lnTo>
                  <a:lnTo>
                    <a:pt x="1741" y="604"/>
                  </a:lnTo>
                  <a:lnTo>
                    <a:pt x="1742" y="636"/>
                  </a:lnTo>
                  <a:lnTo>
                    <a:pt x="1743" y="549"/>
                  </a:lnTo>
                  <a:lnTo>
                    <a:pt x="1743" y="549"/>
                  </a:lnTo>
                  <a:lnTo>
                    <a:pt x="1743" y="549"/>
                  </a:lnTo>
                  <a:lnTo>
                    <a:pt x="1744" y="535"/>
                  </a:lnTo>
                  <a:lnTo>
                    <a:pt x="1745" y="608"/>
                  </a:lnTo>
                  <a:lnTo>
                    <a:pt x="1745" y="583"/>
                  </a:lnTo>
                  <a:lnTo>
                    <a:pt x="1745" y="583"/>
                  </a:lnTo>
                  <a:lnTo>
                    <a:pt x="1746" y="546"/>
                  </a:lnTo>
                  <a:lnTo>
                    <a:pt x="1747" y="636"/>
                  </a:lnTo>
                  <a:lnTo>
                    <a:pt x="1747" y="631"/>
                  </a:lnTo>
                  <a:lnTo>
                    <a:pt x="1747" y="631"/>
                  </a:lnTo>
                  <a:lnTo>
                    <a:pt x="1747" y="636"/>
                  </a:lnTo>
                  <a:lnTo>
                    <a:pt x="1749" y="310"/>
                  </a:lnTo>
                  <a:lnTo>
                    <a:pt x="1749" y="309"/>
                  </a:lnTo>
                  <a:lnTo>
                    <a:pt x="1749" y="299"/>
                  </a:lnTo>
                  <a:lnTo>
                    <a:pt x="1751" y="624"/>
                  </a:lnTo>
                  <a:lnTo>
                    <a:pt x="1751" y="617"/>
                  </a:lnTo>
                  <a:lnTo>
                    <a:pt x="1751" y="617"/>
                  </a:lnTo>
                  <a:lnTo>
                    <a:pt x="1752" y="582"/>
                  </a:lnTo>
                  <a:lnTo>
                    <a:pt x="1753" y="631"/>
                  </a:lnTo>
                  <a:lnTo>
                    <a:pt x="1753" y="631"/>
                  </a:lnTo>
                  <a:lnTo>
                    <a:pt x="1753" y="631"/>
                  </a:lnTo>
                  <a:lnTo>
                    <a:pt x="1753" y="631"/>
                  </a:lnTo>
                  <a:lnTo>
                    <a:pt x="1755" y="211"/>
                  </a:lnTo>
                  <a:lnTo>
                    <a:pt x="1755" y="527"/>
                  </a:lnTo>
                  <a:lnTo>
                    <a:pt x="1755" y="528"/>
                  </a:lnTo>
                  <a:lnTo>
                    <a:pt x="1756" y="615"/>
                  </a:lnTo>
                  <a:lnTo>
                    <a:pt x="1756" y="409"/>
                  </a:lnTo>
                  <a:lnTo>
                    <a:pt x="1757" y="591"/>
                  </a:lnTo>
                  <a:lnTo>
                    <a:pt x="1757" y="591"/>
                  </a:lnTo>
                  <a:lnTo>
                    <a:pt x="1758" y="630"/>
                  </a:lnTo>
                  <a:lnTo>
                    <a:pt x="1759" y="481"/>
                  </a:lnTo>
                  <a:lnTo>
                    <a:pt x="1759" y="481"/>
                  </a:lnTo>
                  <a:lnTo>
                    <a:pt x="1759" y="382"/>
                  </a:lnTo>
                  <a:lnTo>
                    <a:pt x="1761" y="619"/>
                  </a:lnTo>
                  <a:lnTo>
                    <a:pt x="1761" y="619"/>
                  </a:lnTo>
                  <a:lnTo>
                    <a:pt x="1761" y="632"/>
                  </a:lnTo>
                  <a:lnTo>
                    <a:pt x="1763" y="630"/>
                  </a:lnTo>
                  <a:lnTo>
                    <a:pt x="1763" y="630"/>
                  </a:lnTo>
                  <a:lnTo>
                    <a:pt x="1764" y="633"/>
                  </a:lnTo>
                  <a:lnTo>
                    <a:pt x="1764" y="514"/>
                  </a:lnTo>
                  <a:lnTo>
                    <a:pt x="1765" y="577"/>
                  </a:lnTo>
                  <a:lnTo>
                    <a:pt x="1765" y="577"/>
                  </a:lnTo>
                  <a:lnTo>
                    <a:pt x="1766" y="564"/>
                  </a:lnTo>
                  <a:lnTo>
                    <a:pt x="1767" y="634"/>
                  </a:lnTo>
                  <a:lnTo>
                    <a:pt x="1767" y="630"/>
                  </a:lnTo>
                  <a:lnTo>
                    <a:pt x="1767" y="630"/>
                  </a:lnTo>
                  <a:lnTo>
                    <a:pt x="1768" y="580"/>
                  </a:lnTo>
                  <a:lnTo>
                    <a:pt x="1769" y="632"/>
                  </a:lnTo>
                  <a:lnTo>
                    <a:pt x="1769" y="632"/>
                  </a:lnTo>
                  <a:lnTo>
                    <a:pt x="1769" y="636"/>
                  </a:lnTo>
                  <a:lnTo>
                    <a:pt x="1770" y="178"/>
                  </a:lnTo>
                  <a:lnTo>
                    <a:pt x="1771" y="387"/>
                  </a:lnTo>
                  <a:lnTo>
                    <a:pt x="1771" y="387"/>
                  </a:lnTo>
                  <a:lnTo>
                    <a:pt x="1773" y="633"/>
                  </a:lnTo>
                  <a:lnTo>
                    <a:pt x="1773" y="565"/>
                  </a:lnTo>
                  <a:lnTo>
                    <a:pt x="1773" y="565"/>
                  </a:lnTo>
                  <a:lnTo>
                    <a:pt x="1775" y="634"/>
                  </a:lnTo>
                  <a:lnTo>
                    <a:pt x="1775" y="468"/>
                  </a:lnTo>
                  <a:lnTo>
                    <a:pt x="1775" y="467"/>
                  </a:lnTo>
                  <a:lnTo>
                    <a:pt x="1776" y="219"/>
                  </a:lnTo>
                  <a:lnTo>
                    <a:pt x="1777" y="601"/>
                  </a:lnTo>
                  <a:lnTo>
                    <a:pt x="1777" y="601"/>
                  </a:lnTo>
                  <a:lnTo>
                    <a:pt x="1777" y="601"/>
                  </a:lnTo>
                  <a:lnTo>
                    <a:pt x="1778" y="630"/>
                  </a:lnTo>
                  <a:lnTo>
                    <a:pt x="1779" y="490"/>
                  </a:lnTo>
                  <a:lnTo>
                    <a:pt x="1779" y="555"/>
                  </a:lnTo>
                  <a:lnTo>
                    <a:pt x="1779" y="556"/>
                  </a:lnTo>
                  <a:lnTo>
                    <a:pt x="1780" y="630"/>
                  </a:lnTo>
                  <a:lnTo>
                    <a:pt x="1781" y="359"/>
                  </a:lnTo>
                  <a:lnTo>
                    <a:pt x="1781" y="359"/>
                  </a:lnTo>
                  <a:lnTo>
                    <a:pt x="1781" y="341"/>
                  </a:lnTo>
                  <a:lnTo>
                    <a:pt x="1783" y="632"/>
                  </a:lnTo>
                  <a:lnTo>
                    <a:pt x="1783" y="632"/>
                  </a:lnTo>
                  <a:lnTo>
                    <a:pt x="1784" y="632"/>
                  </a:lnTo>
                  <a:lnTo>
                    <a:pt x="1785" y="590"/>
                  </a:lnTo>
                  <a:lnTo>
                    <a:pt x="1785" y="590"/>
                  </a:lnTo>
                  <a:lnTo>
                    <a:pt x="1785" y="590"/>
                  </a:lnTo>
                  <a:lnTo>
                    <a:pt x="1786" y="626"/>
                  </a:lnTo>
                  <a:lnTo>
                    <a:pt x="1787" y="339"/>
                  </a:lnTo>
                  <a:lnTo>
                    <a:pt x="1787" y="352"/>
                  </a:lnTo>
                  <a:lnTo>
                    <a:pt x="1787" y="353"/>
                  </a:lnTo>
                  <a:lnTo>
                    <a:pt x="1788" y="629"/>
                  </a:lnTo>
                  <a:lnTo>
                    <a:pt x="1789" y="627"/>
                  </a:lnTo>
                  <a:lnTo>
                    <a:pt x="1789" y="627"/>
                  </a:lnTo>
                  <a:lnTo>
                    <a:pt x="1791" y="629"/>
                  </a:lnTo>
                  <a:lnTo>
                    <a:pt x="1791" y="621"/>
                  </a:lnTo>
                  <a:lnTo>
                    <a:pt x="1791" y="621"/>
                  </a:lnTo>
                  <a:lnTo>
                    <a:pt x="1793" y="524"/>
                  </a:lnTo>
                  <a:lnTo>
                    <a:pt x="1793" y="573"/>
                  </a:lnTo>
                  <a:lnTo>
                    <a:pt x="1793" y="573"/>
                  </a:lnTo>
                  <a:lnTo>
                    <a:pt x="1795" y="632"/>
                  </a:lnTo>
                  <a:lnTo>
                    <a:pt x="1795" y="628"/>
                  </a:lnTo>
                  <a:lnTo>
                    <a:pt x="1795" y="628"/>
                  </a:lnTo>
                  <a:lnTo>
                    <a:pt x="1796" y="632"/>
                  </a:lnTo>
                  <a:lnTo>
                    <a:pt x="1797" y="521"/>
                  </a:lnTo>
                  <a:lnTo>
                    <a:pt x="1797" y="521"/>
                  </a:lnTo>
                  <a:lnTo>
                    <a:pt x="1797" y="488"/>
                  </a:lnTo>
                  <a:lnTo>
                    <a:pt x="1799" y="615"/>
                  </a:lnTo>
                  <a:lnTo>
                    <a:pt x="1799" y="614"/>
                  </a:lnTo>
                  <a:lnTo>
                    <a:pt x="1799" y="614"/>
                  </a:lnTo>
                  <a:lnTo>
                    <a:pt x="1800" y="632"/>
                  </a:lnTo>
                  <a:lnTo>
                    <a:pt x="1801" y="632"/>
                  </a:lnTo>
                  <a:lnTo>
                    <a:pt x="1801" y="632"/>
                  </a:lnTo>
                  <a:lnTo>
                    <a:pt x="1802" y="632"/>
                  </a:lnTo>
                  <a:lnTo>
                    <a:pt x="1803" y="500"/>
                  </a:lnTo>
                  <a:lnTo>
                    <a:pt x="1803" y="547"/>
                  </a:lnTo>
                  <a:lnTo>
                    <a:pt x="1803" y="547"/>
                  </a:lnTo>
                  <a:lnTo>
                    <a:pt x="1803" y="530"/>
                  </a:lnTo>
                  <a:lnTo>
                    <a:pt x="1805" y="630"/>
                  </a:lnTo>
                  <a:lnTo>
                    <a:pt x="1805" y="596"/>
                  </a:lnTo>
                  <a:lnTo>
                    <a:pt x="1805" y="596"/>
                  </a:lnTo>
                  <a:lnTo>
                    <a:pt x="1806" y="581"/>
                  </a:lnTo>
                  <a:lnTo>
                    <a:pt x="1807" y="632"/>
                  </a:lnTo>
                  <a:lnTo>
                    <a:pt x="1807" y="628"/>
                  </a:lnTo>
                  <a:lnTo>
                    <a:pt x="1807" y="628"/>
                  </a:lnTo>
                  <a:lnTo>
                    <a:pt x="1809" y="491"/>
                  </a:lnTo>
                  <a:lnTo>
                    <a:pt x="1809" y="532"/>
                  </a:lnTo>
                  <a:lnTo>
                    <a:pt x="1809" y="532"/>
                  </a:lnTo>
                  <a:lnTo>
                    <a:pt x="1811" y="632"/>
                  </a:lnTo>
                  <a:lnTo>
                    <a:pt x="1811" y="629"/>
                  </a:lnTo>
                  <a:lnTo>
                    <a:pt x="1811" y="629"/>
                  </a:lnTo>
                  <a:lnTo>
                    <a:pt x="1812" y="632"/>
                  </a:lnTo>
                  <a:lnTo>
                    <a:pt x="1813" y="288"/>
                  </a:lnTo>
                  <a:lnTo>
                    <a:pt x="1813" y="288"/>
                  </a:lnTo>
                  <a:lnTo>
                    <a:pt x="1814" y="243"/>
                  </a:lnTo>
                  <a:lnTo>
                    <a:pt x="1815" y="614"/>
                  </a:lnTo>
                  <a:lnTo>
                    <a:pt x="1815" y="614"/>
                  </a:lnTo>
                  <a:lnTo>
                    <a:pt x="1815" y="630"/>
                  </a:lnTo>
                  <a:lnTo>
                    <a:pt x="1817" y="571"/>
                  </a:lnTo>
                  <a:lnTo>
                    <a:pt x="1817" y="626"/>
                  </a:lnTo>
                  <a:lnTo>
                    <a:pt x="1817" y="626"/>
                  </a:lnTo>
                  <a:lnTo>
                    <a:pt x="1818" y="632"/>
                  </a:lnTo>
                  <a:lnTo>
                    <a:pt x="1819" y="539"/>
                  </a:lnTo>
                  <a:lnTo>
                    <a:pt x="1819" y="564"/>
                  </a:lnTo>
                  <a:lnTo>
                    <a:pt x="1819" y="564"/>
                  </a:lnTo>
                  <a:lnTo>
                    <a:pt x="1821" y="628"/>
                  </a:lnTo>
                  <a:lnTo>
                    <a:pt x="1821" y="627"/>
                  </a:lnTo>
                  <a:lnTo>
                    <a:pt x="1821" y="627"/>
                  </a:lnTo>
                  <a:lnTo>
                    <a:pt x="1822" y="579"/>
                  </a:lnTo>
                  <a:lnTo>
                    <a:pt x="1823" y="632"/>
                  </a:lnTo>
                  <a:lnTo>
                    <a:pt x="1823" y="628"/>
                  </a:lnTo>
                  <a:lnTo>
                    <a:pt x="1823" y="628"/>
                  </a:lnTo>
                  <a:lnTo>
                    <a:pt x="1824" y="256"/>
                  </a:lnTo>
                  <a:lnTo>
                    <a:pt x="1825" y="467"/>
                  </a:lnTo>
                  <a:lnTo>
                    <a:pt x="1825" y="467"/>
                  </a:lnTo>
                  <a:lnTo>
                    <a:pt x="1826" y="443"/>
                  </a:lnTo>
                  <a:lnTo>
                    <a:pt x="1826" y="620"/>
                  </a:lnTo>
                  <a:lnTo>
                    <a:pt x="1827" y="617"/>
                  </a:lnTo>
                  <a:lnTo>
                    <a:pt x="1827" y="617"/>
                  </a:lnTo>
                  <a:lnTo>
                    <a:pt x="1827" y="603"/>
                  </a:lnTo>
                  <a:lnTo>
                    <a:pt x="1829" y="628"/>
                  </a:lnTo>
                  <a:lnTo>
                    <a:pt x="1829" y="606"/>
                  </a:lnTo>
                  <a:lnTo>
                    <a:pt x="1829" y="606"/>
                  </a:lnTo>
                  <a:lnTo>
                    <a:pt x="1830" y="438"/>
                  </a:lnTo>
                  <a:lnTo>
                    <a:pt x="1831" y="612"/>
                  </a:lnTo>
                  <a:lnTo>
                    <a:pt x="1831" y="611"/>
                  </a:lnTo>
                  <a:lnTo>
                    <a:pt x="1831" y="611"/>
                  </a:lnTo>
                  <a:lnTo>
                    <a:pt x="1833" y="620"/>
                  </a:lnTo>
                  <a:lnTo>
                    <a:pt x="1833" y="567"/>
                  </a:lnTo>
                  <a:lnTo>
                    <a:pt x="1833" y="598"/>
                  </a:lnTo>
                  <a:lnTo>
                    <a:pt x="1833" y="598"/>
                  </a:lnTo>
                  <a:lnTo>
                    <a:pt x="1834" y="627"/>
                  </a:lnTo>
                  <a:lnTo>
                    <a:pt x="1835" y="540"/>
                  </a:lnTo>
                  <a:lnTo>
                    <a:pt x="1835" y="540"/>
                  </a:lnTo>
                  <a:lnTo>
                    <a:pt x="1835" y="540"/>
                  </a:lnTo>
                  <a:lnTo>
                    <a:pt x="1837" y="629"/>
                  </a:lnTo>
                  <a:lnTo>
                    <a:pt x="1837" y="629"/>
                  </a:lnTo>
                  <a:lnTo>
                    <a:pt x="1838" y="635"/>
                  </a:lnTo>
                  <a:lnTo>
                    <a:pt x="1839" y="253"/>
                  </a:lnTo>
                  <a:lnTo>
                    <a:pt x="1839" y="374"/>
                  </a:lnTo>
                  <a:lnTo>
                    <a:pt x="1839" y="374"/>
                  </a:lnTo>
                  <a:lnTo>
                    <a:pt x="1841" y="633"/>
                  </a:lnTo>
                  <a:lnTo>
                    <a:pt x="1841" y="629"/>
                  </a:lnTo>
                  <a:lnTo>
                    <a:pt x="1841" y="629"/>
                  </a:lnTo>
                  <a:lnTo>
                    <a:pt x="1842" y="533"/>
                  </a:lnTo>
                  <a:lnTo>
                    <a:pt x="1843" y="634"/>
                  </a:lnTo>
                  <a:lnTo>
                    <a:pt x="1843" y="625"/>
                  </a:lnTo>
                  <a:lnTo>
                    <a:pt x="1843" y="625"/>
                  </a:lnTo>
                  <a:lnTo>
                    <a:pt x="1845" y="387"/>
                  </a:lnTo>
                  <a:lnTo>
                    <a:pt x="1845" y="505"/>
                  </a:lnTo>
                  <a:lnTo>
                    <a:pt x="1845" y="505"/>
                  </a:lnTo>
                  <a:lnTo>
                    <a:pt x="1847" y="629"/>
                  </a:lnTo>
                  <a:lnTo>
                    <a:pt x="1847" y="601"/>
                  </a:lnTo>
                  <a:lnTo>
                    <a:pt x="1847" y="601"/>
                  </a:lnTo>
                  <a:lnTo>
                    <a:pt x="1849" y="632"/>
                  </a:lnTo>
                  <a:lnTo>
                    <a:pt x="1849" y="347"/>
                  </a:lnTo>
                  <a:lnTo>
                    <a:pt x="1849" y="346"/>
                  </a:lnTo>
                  <a:lnTo>
                    <a:pt x="1850" y="161"/>
                  </a:lnTo>
                  <a:lnTo>
                    <a:pt x="1851" y="557"/>
                  </a:lnTo>
                  <a:lnTo>
                    <a:pt x="1851" y="557"/>
                  </a:lnTo>
                  <a:lnTo>
                    <a:pt x="1853" y="628"/>
                  </a:lnTo>
                  <a:lnTo>
                    <a:pt x="1853" y="627"/>
                  </a:lnTo>
                  <a:lnTo>
                    <a:pt x="1853" y="627"/>
                  </a:lnTo>
                  <a:lnTo>
                    <a:pt x="1854" y="629"/>
                  </a:lnTo>
                  <a:lnTo>
                    <a:pt x="1855" y="359"/>
                  </a:lnTo>
                  <a:lnTo>
                    <a:pt x="1855" y="358"/>
                  </a:lnTo>
                  <a:lnTo>
                    <a:pt x="1856" y="275"/>
                  </a:lnTo>
                  <a:lnTo>
                    <a:pt x="1857" y="621"/>
                  </a:lnTo>
                  <a:lnTo>
                    <a:pt x="1857" y="554"/>
                  </a:lnTo>
                  <a:lnTo>
                    <a:pt x="1857" y="554"/>
                  </a:lnTo>
                  <a:lnTo>
                    <a:pt x="1858" y="533"/>
                  </a:lnTo>
                  <a:lnTo>
                    <a:pt x="1859" y="626"/>
                  </a:lnTo>
                  <a:lnTo>
                    <a:pt x="1859" y="620"/>
                  </a:lnTo>
                  <a:lnTo>
                    <a:pt x="1859" y="620"/>
                  </a:lnTo>
                  <a:lnTo>
                    <a:pt x="1859" y="622"/>
                  </a:lnTo>
                  <a:lnTo>
                    <a:pt x="1861" y="456"/>
                  </a:lnTo>
                  <a:lnTo>
                    <a:pt x="1861" y="516"/>
                  </a:lnTo>
                  <a:lnTo>
                    <a:pt x="1861" y="516"/>
                  </a:lnTo>
                  <a:lnTo>
                    <a:pt x="1861" y="516"/>
                  </a:lnTo>
                  <a:lnTo>
                    <a:pt x="1863" y="628"/>
                  </a:lnTo>
                  <a:lnTo>
                    <a:pt x="1863" y="570"/>
                  </a:lnTo>
                  <a:lnTo>
                    <a:pt x="1863" y="570"/>
                  </a:lnTo>
                  <a:lnTo>
                    <a:pt x="1865" y="627"/>
                  </a:lnTo>
                  <a:lnTo>
                    <a:pt x="1865" y="351"/>
                  </a:lnTo>
                  <a:lnTo>
                    <a:pt x="1865" y="350"/>
                  </a:lnTo>
                  <a:lnTo>
                    <a:pt x="1866" y="196"/>
                  </a:lnTo>
                  <a:lnTo>
                    <a:pt x="1867" y="597"/>
                  </a:lnTo>
                  <a:lnTo>
                    <a:pt x="1867" y="530"/>
                  </a:lnTo>
                  <a:lnTo>
                    <a:pt x="1867" y="530"/>
                  </a:lnTo>
                  <a:lnTo>
                    <a:pt x="1868" y="526"/>
                  </a:lnTo>
                  <a:lnTo>
                    <a:pt x="1869" y="626"/>
                  </a:lnTo>
                  <a:lnTo>
                    <a:pt x="1869" y="626"/>
                  </a:lnTo>
                  <a:lnTo>
                    <a:pt x="1871" y="563"/>
                  </a:lnTo>
                  <a:lnTo>
                    <a:pt x="1871" y="627"/>
                  </a:lnTo>
                  <a:lnTo>
                    <a:pt x="1871" y="625"/>
                  </a:lnTo>
                  <a:lnTo>
                    <a:pt x="1871" y="625"/>
                  </a:lnTo>
                  <a:lnTo>
                    <a:pt x="1872" y="303"/>
                  </a:lnTo>
                  <a:lnTo>
                    <a:pt x="1873" y="580"/>
                  </a:lnTo>
                  <a:lnTo>
                    <a:pt x="1873" y="580"/>
                  </a:lnTo>
                  <a:lnTo>
                    <a:pt x="1874" y="606"/>
                  </a:lnTo>
                  <a:lnTo>
                    <a:pt x="1875" y="110"/>
                  </a:lnTo>
                  <a:lnTo>
                    <a:pt x="1875" y="169"/>
                  </a:lnTo>
                  <a:lnTo>
                    <a:pt x="1875" y="169"/>
                  </a:lnTo>
                  <a:lnTo>
                    <a:pt x="1877" y="629"/>
                  </a:lnTo>
                  <a:lnTo>
                    <a:pt x="1877" y="627"/>
                  </a:lnTo>
                  <a:lnTo>
                    <a:pt x="1877" y="627"/>
                  </a:lnTo>
                  <a:lnTo>
                    <a:pt x="1878" y="629"/>
                  </a:lnTo>
                  <a:lnTo>
                    <a:pt x="1878" y="573"/>
                  </a:lnTo>
                  <a:lnTo>
                    <a:pt x="1879" y="593"/>
                  </a:lnTo>
                  <a:lnTo>
                    <a:pt x="1879" y="593"/>
                  </a:lnTo>
                  <a:lnTo>
                    <a:pt x="1880" y="151"/>
                  </a:lnTo>
                  <a:lnTo>
                    <a:pt x="1881" y="459"/>
                  </a:lnTo>
                  <a:lnTo>
                    <a:pt x="1881" y="459"/>
                  </a:lnTo>
                  <a:lnTo>
                    <a:pt x="1883" y="623"/>
                  </a:lnTo>
                  <a:lnTo>
                    <a:pt x="1883" y="620"/>
                  </a:lnTo>
                  <a:lnTo>
                    <a:pt x="1883" y="620"/>
                  </a:lnTo>
                  <a:lnTo>
                    <a:pt x="1885" y="629"/>
                  </a:lnTo>
                  <a:lnTo>
                    <a:pt x="1885" y="288"/>
                  </a:lnTo>
                  <a:lnTo>
                    <a:pt x="1885" y="288"/>
                  </a:lnTo>
                  <a:lnTo>
                    <a:pt x="1886" y="161"/>
                  </a:lnTo>
                  <a:lnTo>
                    <a:pt x="1887" y="519"/>
                  </a:lnTo>
                  <a:lnTo>
                    <a:pt x="1887" y="490"/>
                  </a:lnTo>
                  <a:lnTo>
                    <a:pt x="1887" y="490"/>
                  </a:lnTo>
                  <a:lnTo>
                    <a:pt x="1889" y="620"/>
                  </a:lnTo>
                  <a:lnTo>
                    <a:pt x="1889" y="616"/>
                  </a:lnTo>
                  <a:lnTo>
                    <a:pt x="1889" y="616"/>
                  </a:lnTo>
                  <a:lnTo>
                    <a:pt x="1890" y="621"/>
                  </a:lnTo>
                  <a:lnTo>
                    <a:pt x="1891" y="181"/>
                  </a:lnTo>
                  <a:lnTo>
                    <a:pt x="1891" y="187"/>
                  </a:lnTo>
                  <a:lnTo>
                    <a:pt x="1891" y="187"/>
                  </a:lnTo>
                  <a:lnTo>
                    <a:pt x="1891" y="171"/>
                  </a:lnTo>
                  <a:lnTo>
                    <a:pt x="1892" y="556"/>
                  </a:lnTo>
                  <a:lnTo>
                    <a:pt x="1893" y="508"/>
                  </a:lnTo>
                  <a:lnTo>
                    <a:pt x="1893" y="508"/>
                  </a:lnTo>
                  <a:lnTo>
                    <a:pt x="1894" y="507"/>
                  </a:lnTo>
                  <a:lnTo>
                    <a:pt x="1895" y="624"/>
                  </a:lnTo>
                  <a:lnTo>
                    <a:pt x="1895" y="620"/>
                  </a:lnTo>
                  <a:lnTo>
                    <a:pt x="1895" y="620"/>
                  </a:lnTo>
                  <a:lnTo>
                    <a:pt x="1895" y="621"/>
                  </a:lnTo>
                  <a:lnTo>
                    <a:pt x="1897" y="187"/>
                  </a:lnTo>
                  <a:lnTo>
                    <a:pt x="1897" y="325"/>
                  </a:lnTo>
                  <a:lnTo>
                    <a:pt x="1897" y="325"/>
                  </a:lnTo>
                  <a:lnTo>
                    <a:pt x="1897" y="324"/>
                  </a:lnTo>
                  <a:lnTo>
                    <a:pt x="1899" y="607"/>
                  </a:lnTo>
                  <a:lnTo>
                    <a:pt x="1899" y="607"/>
                  </a:lnTo>
                  <a:lnTo>
                    <a:pt x="1900" y="617"/>
                  </a:lnTo>
                  <a:lnTo>
                    <a:pt x="1901" y="310"/>
                  </a:lnTo>
                  <a:lnTo>
                    <a:pt x="1901" y="310"/>
                  </a:lnTo>
                  <a:lnTo>
                    <a:pt x="1902" y="114"/>
                  </a:lnTo>
                  <a:lnTo>
                    <a:pt x="1903" y="599"/>
                  </a:lnTo>
                  <a:lnTo>
                    <a:pt x="1903" y="599"/>
                  </a:lnTo>
                  <a:lnTo>
                    <a:pt x="1903" y="599"/>
                  </a:lnTo>
                  <a:lnTo>
                    <a:pt x="1904" y="562"/>
                  </a:lnTo>
                  <a:lnTo>
                    <a:pt x="1905" y="623"/>
                  </a:lnTo>
                  <a:lnTo>
                    <a:pt x="1905" y="623"/>
                  </a:lnTo>
                  <a:lnTo>
                    <a:pt x="1906" y="626"/>
                  </a:lnTo>
                  <a:lnTo>
                    <a:pt x="1908" y="208"/>
                  </a:lnTo>
                  <a:lnTo>
                    <a:pt x="1908" y="220"/>
                  </a:lnTo>
                  <a:lnTo>
                    <a:pt x="1908" y="221"/>
                  </a:lnTo>
                  <a:lnTo>
                    <a:pt x="1909" y="615"/>
                  </a:lnTo>
                  <a:lnTo>
                    <a:pt x="1909" y="591"/>
                  </a:lnTo>
                  <a:lnTo>
                    <a:pt x="1909" y="591"/>
                  </a:lnTo>
                  <a:lnTo>
                    <a:pt x="1910" y="550"/>
                  </a:lnTo>
                  <a:lnTo>
                    <a:pt x="1911" y="629"/>
                  </a:lnTo>
                  <a:lnTo>
                    <a:pt x="1911" y="626"/>
                  </a:lnTo>
                  <a:lnTo>
                    <a:pt x="1911" y="626"/>
                  </a:lnTo>
                  <a:lnTo>
                    <a:pt x="1912" y="626"/>
                  </a:lnTo>
                  <a:lnTo>
                    <a:pt x="1913" y="62"/>
                  </a:lnTo>
                  <a:lnTo>
                    <a:pt x="1914" y="252"/>
                  </a:lnTo>
                  <a:lnTo>
                    <a:pt x="1914" y="252"/>
                  </a:lnTo>
                  <a:lnTo>
                    <a:pt x="1915" y="616"/>
                  </a:lnTo>
                  <a:lnTo>
                    <a:pt x="1915" y="580"/>
                  </a:lnTo>
                  <a:lnTo>
                    <a:pt x="1915" y="580"/>
                  </a:lnTo>
                  <a:lnTo>
                    <a:pt x="1917" y="628"/>
                  </a:lnTo>
                  <a:lnTo>
                    <a:pt x="1917" y="307"/>
                  </a:lnTo>
                  <a:lnTo>
                    <a:pt x="1917" y="307"/>
                  </a:lnTo>
                  <a:lnTo>
                    <a:pt x="1918" y="97"/>
                  </a:lnTo>
                  <a:lnTo>
                    <a:pt x="1920" y="539"/>
                  </a:lnTo>
                  <a:lnTo>
                    <a:pt x="1920" y="540"/>
                  </a:lnTo>
                  <a:lnTo>
                    <a:pt x="1920" y="628"/>
                  </a:lnTo>
                  <a:lnTo>
                    <a:pt x="1921" y="535"/>
                  </a:lnTo>
                  <a:lnTo>
                    <a:pt x="1921" y="622"/>
                  </a:lnTo>
                  <a:lnTo>
                    <a:pt x="1921" y="622"/>
                  </a:lnTo>
                  <a:lnTo>
                    <a:pt x="1922" y="624"/>
                  </a:lnTo>
                  <a:lnTo>
                    <a:pt x="1923" y="265"/>
                  </a:lnTo>
                  <a:lnTo>
                    <a:pt x="1923" y="328"/>
                  </a:lnTo>
                  <a:lnTo>
                    <a:pt x="1923" y="328"/>
                  </a:lnTo>
                  <a:lnTo>
                    <a:pt x="1925" y="608"/>
                  </a:lnTo>
                  <a:lnTo>
                    <a:pt x="1926" y="587"/>
                  </a:lnTo>
                  <a:lnTo>
                    <a:pt x="1926" y="587"/>
                  </a:lnTo>
                  <a:lnTo>
                    <a:pt x="1926" y="561"/>
                  </a:lnTo>
                  <a:lnTo>
                    <a:pt x="1927" y="626"/>
                  </a:lnTo>
                  <a:lnTo>
                    <a:pt x="1927" y="619"/>
                  </a:lnTo>
                  <a:lnTo>
                    <a:pt x="1927" y="619"/>
                  </a:lnTo>
                  <a:lnTo>
                    <a:pt x="1929" y="314"/>
                  </a:lnTo>
                  <a:lnTo>
                    <a:pt x="1929" y="448"/>
                  </a:lnTo>
                  <a:lnTo>
                    <a:pt x="1929" y="448"/>
                  </a:lnTo>
                  <a:lnTo>
                    <a:pt x="1931" y="632"/>
                  </a:lnTo>
                  <a:lnTo>
                    <a:pt x="1932" y="628"/>
                  </a:lnTo>
                  <a:lnTo>
                    <a:pt x="1932" y="628"/>
                  </a:lnTo>
                  <a:lnTo>
                    <a:pt x="1932" y="631"/>
                  </a:lnTo>
                  <a:lnTo>
                    <a:pt x="1933" y="113"/>
                  </a:lnTo>
                  <a:lnTo>
                    <a:pt x="1933" y="113"/>
                  </a:lnTo>
                  <a:lnTo>
                    <a:pt x="1934" y="53"/>
                  </a:lnTo>
                  <a:lnTo>
                    <a:pt x="1935" y="615"/>
                  </a:lnTo>
                  <a:lnTo>
                    <a:pt x="1935" y="615"/>
                  </a:lnTo>
                  <a:lnTo>
                    <a:pt x="1936" y="632"/>
                  </a:lnTo>
                  <a:lnTo>
                    <a:pt x="1938" y="631"/>
                  </a:lnTo>
                  <a:lnTo>
                    <a:pt x="1938" y="631"/>
                  </a:lnTo>
                  <a:lnTo>
                    <a:pt x="1938" y="632"/>
                  </a:lnTo>
                  <a:lnTo>
                    <a:pt x="1939" y="493"/>
                  </a:lnTo>
                  <a:lnTo>
                    <a:pt x="1939" y="504"/>
                  </a:lnTo>
                  <a:lnTo>
                    <a:pt x="1939" y="504"/>
                  </a:lnTo>
                  <a:lnTo>
                    <a:pt x="1940" y="366"/>
                  </a:lnTo>
                  <a:lnTo>
                    <a:pt x="1941" y="631"/>
                  </a:lnTo>
                  <a:lnTo>
                    <a:pt x="1941" y="631"/>
                  </a:lnTo>
                  <a:lnTo>
                    <a:pt x="1941" y="631"/>
                  </a:lnTo>
                  <a:lnTo>
                    <a:pt x="1942" y="566"/>
                  </a:lnTo>
                  <a:lnTo>
                    <a:pt x="1944" y="621"/>
                  </a:lnTo>
                  <a:lnTo>
                    <a:pt x="1944" y="621"/>
                  </a:lnTo>
                  <a:lnTo>
                    <a:pt x="1945" y="88"/>
                  </a:lnTo>
                  <a:lnTo>
                    <a:pt x="1945" y="387"/>
                  </a:lnTo>
                  <a:lnTo>
                    <a:pt x="1945" y="387"/>
                  </a:lnTo>
                  <a:lnTo>
                    <a:pt x="1947" y="626"/>
                  </a:lnTo>
                  <a:lnTo>
                    <a:pt x="1947" y="585"/>
                  </a:lnTo>
                  <a:lnTo>
                    <a:pt x="1947" y="585"/>
                  </a:lnTo>
                  <a:lnTo>
                    <a:pt x="1948" y="632"/>
                  </a:lnTo>
                  <a:lnTo>
                    <a:pt x="1950" y="203"/>
                  </a:lnTo>
                  <a:lnTo>
                    <a:pt x="1950" y="203"/>
                  </a:lnTo>
                  <a:lnTo>
                    <a:pt x="1950" y="80"/>
                  </a:lnTo>
                  <a:lnTo>
                    <a:pt x="1951" y="544"/>
                  </a:lnTo>
                  <a:lnTo>
                    <a:pt x="1951" y="544"/>
                  </a:lnTo>
                  <a:lnTo>
                    <a:pt x="1951" y="543"/>
                  </a:lnTo>
                  <a:lnTo>
                    <a:pt x="1951" y="543"/>
                  </a:lnTo>
                  <a:lnTo>
                    <a:pt x="1952" y="629"/>
                  </a:lnTo>
                  <a:lnTo>
                    <a:pt x="1953" y="617"/>
                  </a:lnTo>
                  <a:lnTo>
                    <a:pt x="1953" y="617"/>
                  </a:lnTo>
                  <a:lnTo>
                    <a:pt x="1954" y="621"/>
                  </a:lnTo>
                  <a:lnTo>
                    <a:pt x="1955" y="81"/>
                  </a:lnTo>
                  <a:lnTo>
                    <a:pt x="1956" y="305"/>
                  </a:lnTo>
                  <a:lnTo>
                    <a:pt x="1956" y="306"/>
                  </a:lnTo>
                  <a:lnTo>
                    <a:pt x="1957" y="621"/>
                  </a:lnTo>
                  <a:lnTo>
                    <a:pt x="1957" y="578"/>
                  </a:lnTo>
                  <a:lnTo>
                    <a:pt x="1957" y="578"/>
                  </a:lnTo>
                  <a:lnTo>
                    <a:pt x="1958" y="533"/>
                  </a:lnTo>
                  <a:lnTo>
                    <a:pt x="1959" y="631"/>
                  </a:lnTo>
                  <a:lnTo>
                    <a:pt x="1959" y="628"/>
                  </a:lnTo>
                  <a:lnTo>
                    <a:pt x="1959" y="628"/>
                  </a:lnTo>
                  <a:lnTo>
                    <a:pt x="1961" y="128"/>
                  </a:lnTo>
                  <a:lnTo>
                    <a:pt x="1962" y="339"/>
                  </a:lnTo>
                  <a:lnTo>
                    <a:pt x="1962" y="340"/>
                  </a:lnTo>
                  <a:lnTo>
                    <a:pt x="1963" y="630"/>
                  </a:lnTo>
                  <a:lnTo>
                    <a:pt x="1963" y="591"/>
                  </a:lnTo>
                  <a:lnTo>
                    <a:pt x="1963" y="591"/>
                  </a:lnTo>
                  <a:lnTo>
                    <a:pt x="1965" y="631"/>
                  </a:lnTo>
                  <a:lnTo>
                    <a:pt x="1965" y="272"/>
                  </a:lnTo>
                  <a:lnTo>
                    <a:pt x="1965" y="272"/>
                  </a:lnTo>
                  <a:lnTo>
                    <a:pt x="1966" y="163"/>
                  </a:lnTo>
                  <a:lnTo>
                    <a:pt x="1968" y="546"/>
                  </a:lnTo>
                  <a:lnTo>
                    <a:pt x="1968" y="546"/>
                  </a:lnTo>
                  <a:lnTo>
                    <a:pt x="1968" y="628"/>
                  </a:lnTo>
                  <a:lnTo>
                    <a:pt x="1969" y="608"/>
                  </a:lnTo>
                  <a:lnTo>
                    <a:pt x="1969" y="608"/>
                  </a:lnTo>
                  <a:lnTo>
                    <a:pt x="1970" y="629"/>
                  </a:lnTo>
                  <a:lnTo>
                    <a:pt x="1971" y="302"/>
                  </a:lnTo>
                  <a:lnTo>
                    <a:pt x="1971" y="302"/>
                  </a:lnTo>
                  <a:lnTo>
                    <a:pt x="1971" y="302"/>
                  </a:lnTo>
                  <a:lnTo>
                    <a:pt x="1974" y="624"/>
                  </a:lnTo>
                  <a:lnTo>
                    <a:pt x="1974" y="624"/>
                  </a:lnTo>
                  <a:lnTo>
                    <a:pt x="1974" y="624"/>
                  </a:lnTo>
                  <a:lnTo>
                    <a:pt x="1974" y="630"/>
                  </a:lnTo>
                  <a:lnTo>
                    <a:pt x="1974" y="585"/>
                  </a:lnTo>
                  <a:lnTo>
                    <a:pt x="1976" y="627"/>
                  </a:lnTo>
                  <a:lnTo>
                    <a:pt x="1976" y="627"/>
                  </a:lnTo>
                  <a:lnTo>
                    <a:pt x="1977" y="70"/>
                  </a:lnTo>
                  <a:lnTo>
                    <a:pt x="1977" y="326"/>
                  </a:lnTo>
                  <a:lnTo>
                    <a:pt x="1977" y="326"/>
                  </a:lnTo>
                  <a:lnTo>
                    <a:pt x="1979" y="607"/>
                  </a:lnTo>
                  <a:lnTo>
                    <a:pt x="1980" y="588"/>
                  </a:lnTo>
                  <a:lnTo>
                    <a:pt x="1980" y="588"/>
                  </a:lnTo>
                  <a:lnTo>
                    <a:pt x="1981" y="627"/>
                  </a:lnTo>
                  <a:lnTo>
                    <a:pt x="1982" y="249"/>
                  </a:lnTo>
                  <a:lnTo>
                    <a:pt x="1982" y="249"/>
                  </a:lnTo>
                  <a:lnTo>
                    <a:pt x="1982" y="50"/>
                  </a:lnTo>
                  <a:lnTo>
                    <a:pt x="1983" y="546"/>
                  </a:lnTo>
                  <a:lnTo>
                    <a:pt x="1983" y="547"/>
                  </a:lnTo>
                  <a:lnTo>
                    <a:pt x="1984" y="621"/>
                  </a:lnTo>
                  <a:lnTo>
                    <a:pt x="1985" y="490"/>
                  </a:lnTo>
                  <a:lnTo>
                    <a:pt x="1986" y="614"/>
                  </a:lnTo>
                  <a:lnTo>
                    <a:pt x="1986" y="614"/>
                  </a:lnTo>
                  <a:lnTo>
                    <a:pt x="1986" y="620"/>
                  </a:lnTo>
                  <a:lnTo>
                    <a:pt x="1988" y="79"/>
                  </a:lnTo>
                  <a:lnTo>
                    <a:pt x="1988" y="123"/>
                  </a:lnTo>
                  <a:lnTo>
                    <a:pt x="1988" y="122"/>
                  </a:lnTo>
                  <a:lnTo>
                    <a:pt x="1988" y="120"/>
                  </a:lnTo>
                  <a:lnTo>
                    <a:pt x="1989" y="602"/>
                  </a:lnTo>
                  <a:lnTo>
                    <a:pt x="1989" y="602"/>
                  </a:lnTo>
                  <a:lnTo>
                    <a:pt x="1991" y="568"/>
                  </a:lnTo>
                  <a:lnTo>
                    <a:pt x="1992" y="627"/>
                  </a:lnTo>
                  <a:lnTo>
                    <a:pt x="1992" y="626"/>
                  </a:lnTo>
                  <a:lnTo>
                    <a:pt x="1992" y="626"/>
                  </a:lnTo>
                  <a:lnTo>
                    <a:pt x="1992" y="629"/>
                  </a:lnTo>
                  <a:lnTo>
                    <a:pt x="1993" y="151"/>
                  </a:lnTo>
                  <a:lnTo>
                    <a:pt x="1994" y="281"/>
                  </a:lnTo>
                  <a:lnTo>
                    <a:pt x="1994" y="281"/>
                  </a:lnTo>
                  <a:lnTo>
                    <a:pt x="1995" y="619"/>
                  </a:lnTo>
                  <a:lnTo>
                    <a:pt x="1995" y="580"/>
                  </a:lnTo>
                  <a:lnTo>
                    <a:pt x="1995" y="580"/>
                  </a:lnTo>
                  <a:lnTo>
                    <a:pt x="1997" y="621"/>
                  </a:lnTo>
                  <a:lnTo>
                    <a:pt x="1998" y="452"/>
                  </a:lnTo>
                  <a:lnTo>
                    <a:pt x="1998" y="452"/>
                  </a:lnTo>
                  <a:lnTo>
                    <a:pt x="1998" y="247"/>
                  </a:lnTo>
                  <a:lnTo>
                    <a:pt x="2000" y="527"/>
                  </a:lnTo>
                  <a:lnTo>
                    <a:pt x="2000" y="524"/>
                  </a:lnTo>
                  <a:lnTo>
                    <a:pt x="2000" y="524"/>
                  </a:lnTo>
                  <a:lnTo>
                    <a:pt x="2000" y="605"/>
                  </a:lnTo>
                  <a:lnTo>
                    <a:pt x="2001" y="599"/>
                  </a:lnTo>
                  <a:lnTo>
                    <a:pt x="2001" y="599"/>
                  </a:lnTo>
                  <a:lnTo>
                    <a:pt x="2002" y="630"/>
                  </a:lnTo>
                  <a:lnTo>
                    <a:pt x="2004" y="88"/>
                  </a:lnTo>
                  <a:lnTo>
                    <a:pt x="2004" y="140"/>
                  </a:lnTo>
                  <a:lnTo>
                    <a:pt x="2004" y="141"/>
                  </a:lnTo>
                  <a:lnTo>
                    <a:pt x="2006" y="620"/>
                  </a:lnTo>
                  <a:lnTo>
                    <a:pt x="2006" y="620"/>
                  </a:lnTo>
                  <a:lnTo>
                    <a:pt x="2006" y="620"/>
                  </a:lnTo>
                  <a:lnTo>
                    <a:pt x="2006" y="619"/>
                  </a:lnTo>
                  <a:lnTo>
                    <a:pt x="2007" y="632"/>
                  </a:lnTo>
                  <a:lnTo>
                    <a:pt x="2007" y="630"/>
                  </a:lnTo>
                  <a:lnTo>
                    <a:pt x="2007" y="630"/>
                  </a:lnTo>
                  <a:lnTo>
                    <a:pt x="2009" y="402"/>
                  </a:lnTo>
                  <a:lnTo>
                    <a:pt x="2010" y="469"/>
                  </a:lnTo>
                  <a:lnTo>
                    <a:pt x="2010" y="469"/>
                  </a:lnTo>
                  <a:lnTo>
                    <a:pt x="2011" y="631"/>
                  </a:lnTo>
                  <a:lnTo>
                    <a:pt x="2012" y="627"/>
                  </a:lnTo>
                  <a:lnTo>
                    <a:pt x="2012" y="627"/>
                  </a:lnTo>
                  <a:lnTo>
                    <a:pt x="2012" y="631"/>
                  </a:lnTo>
                  <a:lnTo>
                    <a:pt x="2013" y="618"/>
                  </a:lnTo>
                  <a:lnTo>
                    <a:pt x="2013" y="618"/>
                  </a:lnTo>
                  <a:lnTo>
                    <a:pt x="2015" y="351"/>
                  </a:lnTo>
                  <a:lnTo>
                    <a:pt x="2016" y="484"/>
                  </a:lnTo>
                  <a:lnTo>
                    <a:pt x="2016" y="484"/>
                  </a:lnTo>
                  <a:lnTo>
                    <a:pt x="2017" y="632"/>
                  </a:lnTo>
                  <a:lnTo>
                    <a:pt x="2018" y="630"/>
                  </a:lnTo>
                  <a:lnTo>
                    <a:pt x="2018" y="630"/>
                  </a:lnTo>
                  <a:lnTo>
                    <a:pt x="2018" y="631"/>
                  </a:lnTo>
                  <a:lnTo>
                    <a:pt x="2019" y="241"/>
                  </a:lnTo>
                  <a:lnTo>
                    <a:pt x="2019" y="250"/>
                  </a:lnTo>
                  <a:lnTo>
                    <a:pt x="2019" y="249"/>
                  </a:lnTo>
                  <a:lnTo>
                    <a:pt x="2020" y="63"/>
                  </a:lnTo>
                  <a:lnTo>
                    <a:pt x="2022" y="613"/>
                  </a:lnTo>
                  <a:lnTo>
                    <a:pt x="2022" y="613"/>
                  </a:lnTo>
                  <a:lnTo>
                    <a:pt x="2024" y="632"/>
                  </a:lnTo>
                  <a:lnTo>
                    <a:pt x="2024" y="627"/>
                  </a:lnTo>
                  <a:lnTo>
                    <a:pt x="2024" y="627"/>
                  </a:lnTo>
                  <a:lnTo>
                    <a:pt x="2024" y="632"/>
                  </a:lnTo>
                  <a:lnTo>
                    <a:pt x="2025" y="134"/>
                  </a:lnTo>
                  <a:lnTo>
                    <a:pt x="2025" y="184"/>
                  </a:lnTo>
                  <a:lnTo>
                    <a:pt x="2025" y="184"/>
                  </a:lnTo>
                  <a:lnTo>
                    <a:pt x="2025" y="183"/>
                  </a:lnTo>
                  <a:lnTo>
                    <a:pt x="2027" y="611"/>
                  </a:lnTo>
                  <a:lnTo>
                    <a:pt x="2028" y="609"/>
                  </a:lnTo>
                  <a:lnTo>
                    <a:pt x="2028" y="609"/>
                  </a:lnTo>
                  <a:lnTo>
                    <a:pt x="2028" y="620"/>
                  </a:lnTo>
                  <a:lnTo>
                    <a:pt x="2030" y="517"/>
                  </a:lnTo>
                  <a:lnTo>
                    <a:pt x="2030" y="517"/>
                  </a:lnTo>
                  <a:lnTo>
                    <a:pt x="2030" y="355"/>
                  </a:lnTo>
                  <a:lnTo>
                    <a:pt x="2031" y="496"/>
                  </a:lnTo>
                  <a:lnTo>
                    <a:pt x="2031" y="496"/>
                  </a:lnTo>
                  <a:lnTo>
                    <a:pt x="2033" y="619"/>
                  </a:lnTo>
                  <a:lnTo>
                    <a:pt x="2034" y="572"/>
                  </a:lnTo>
                  <a:lnTo>
                    <a:pt x="2034" y="572"/>
                  </a:lnTo>
                  <a:lnTo>
                    <a:pt x="2034" y="631"/>
                  </a:lnTo>
                  <a:lnTo>
                    <a:pt x="2035" y="312"/>
                  </a:lnTo>
                  <a:lnTo>
                    <a:pt x="2036" y="425"/>
                  </a:lnTo>
                  <a:lnTo>
                    <a:pt x="2036" y="425"/>
                  </a:lnTo>
                  <a:lnTo>
                    <a:pt x="2036" y="348"/>
                  </a:lnTo>
                  <a:lnTo>
                    <a:pt x="2037" y="598"/>
                  </a:lnTo>
                  <a:lnTo>
                    <a:pt x="2037" y="598"/>
                  </a:lnTo>
                  <a:lnTo>
                    <a:pt x="2038" y="570"/>
                  </a:lnTo>
                  <a:lnTo>
                    <a:pt x="2040" y="629"/>
                  </a:lnTo>
                  <a:lnTo>
                    <a:pt x="2040" y="629"/>
                  </a:lnTo>
                  <a:lnTo>
                    <a:pt x="2040" y="633"/>
                  </a:lnTo>
                  <a:lnTo>
                    <a:pt x="2041" y="240"/>
                  </a:lnTo>
                  <a:lnTo>
                    <a:pt x="2042" y="444"/>
                  </a:lnTo>
                  <a:lnTo>
                    <a:pt x="2042" y="444"/>
                  </a:lnTo>
                  <a:lnTo>
                    <a:pt x="2044" y="621"/>
                  </a:lnTo>
                  <a:lnTo>
                    <a:pt x="2044" y="602"/>
                  </a:lnTo>
                  <a:lnTo>
                    <a:pt x="2044" y="602"/>
                  </a:lnTo>
                  <a:lnTo>
                    <a:pt x="2045" y="586"/>
                  </a:lnTo>
                  <a:lnTo>
                    <a:pt x="2045" y="628"/>
                  </a:lnTo>
                  <a:lnTo>
                    <a:pt x="2046" y="612"/>
                  </a:lnTo>
                  <a:lnTo>
                    <a:pt x="2046" y="612"/>
                  </a:lnTo>
                  <a:lnTo>
                    <a:pt x="2047" y="371"/>
                  </a:lnTo>
                  <a:lnTo>
                    <a:pt x="2048" y="519"/>
                  </a:lnTo>
                  <a:lnTo>
                    <a:pt x="2048" y="519"/>
                  </a:lnTo>
                  <a:lnTo>
                    <a:pt x="2048" y="472"/>
                  </a:lnTo>
                  <a:lnTo>
                    <a:pt x="2050" y="616"/>
                  </a:lnTo>
                  <a:lnTo>
                    <a:pt x="2050" y="582"/>
                  </a:lnTo>
                  <a:lnTo>
                    <a:pt x="2050" y="582"/>
                  </a:lnTo>
                  <a:lnTo>
                    <a:pt x="2051" y="630"/>
                  </a:lnTo>
                  <a:lnTo>
                    <a:pt x="2052" y="333"/>
                  </a:lnTo>
                  <a:lnTo>
                    <a:pt x="2052" y="333"/>
                  </a:lnTo>
                  <a:lnTo>
                    <a:pt x="2052" y="332"/>
                  </a:lnTo>
                  <a:lnTo>
                    <a:pt x="2052" y="156"/>
                  </a:lnTo>
                  <a:lnTo>
                    <a:pt x="2053" y="546"/>
                  </a:lnTo>
                  <a:lnTo>
                    <a:pt x="2054" y="537"/>
                  </a:lnTo>
                  <a:lnTo>
                    <a:pt x="2054" y="537"/>
                  </a:lnTo>
                  <a:lnTo>
                    <a:pt x="2054" y="619"/>
                  </a:lnTo>
                  <a:lnTo>
                    <a:pt x="2055" y="450"/>
                  </a:lnTo>
                  <a:lnTo>
                    <a:pt x="2056" y="595"/>
                  </a:lnTo>
                  <a:lnTo>
                    <a:pt x="2056" y="595"/>
                  </a:lnTo>
                  <a:lnTo>
                    <a:pt x="2057" y="580"/>
                  </a:lnTo>
                  <a:lnTo>
                    <a:pt x="2057" y="627"/>
                  </a:lnTo>
                  <a:lnTo>
                    <a:pt x="2058" y="624"/>
                  </a:lnTo>
                  <a:lnTo>
                    <a:pt x="2058" y="624"/>
                  </a:lnTo>
                  <a:lnTo>
                    <a:pt x="2058" y="627"/>
                  </a:lnTo>
                  <a:lnTo>
                    <a:pt x="2060" y="297"/>
                  </a:lnTo>
                  <a:lnTo>
                    <a:pt x="2060" y="338"/>
                  </a:lnTo>
                  <a:lnTo>
                    <a:pt x="2060" y="338"/>
                  </a:lnTo>
                  <a:lnTo>
                    <a:pt x="2061" y="607"/>
                  </a:lnTo>
                  <a:lnTo>
                    <a:pt x="2062" y="577"/>
                  </a:lnTo>
                  <a:lnTo>
                    <a:pt x="2062" y="576"/>
                  </a:lnTo>
                  <a:lnTo>
                    <a:pt x="2062" y="555"/>
                  </a:lnTo>
                  <a:lnTo>
                    <a:pt x="2063" y="625"/>
                  </a:lnTo>
                  <a:lnTo>
                    <a:pt x="2064" y="603"/>
                  </a:lnTo>
                  <a:lnTo>
                    <a:pt x="2064" y="603"/>
                  </a:lnTo>
                  <a:lnTo>
                    <a:pt x="2065" y="125"/>
                  </a:lnTo>
                  <a:lnTo>
                    <a:pt x="2066" y="359"/>
                  </a:lnTo>
                  <a:lnTo>
                    <a:pt x="2066" y="359"/>
                  </a:lnTo>
                  <a:lnTo>
                    <a:pt x="2068" y="623"/>
                  </a:lnTo>
                  <a:lnTo>
                    <a:pt x="2068" y="623"/>
                  </a:lnTo>
                  <a:lnTo>
                    <a:pt x="2068" y="630"/>
                  </a:lnTo>
                  <a:lnTo>
                    <a:pt x="2070" y="346"/>
                  </a:lnTo>
                  <a:lnTo>
                    <a:pt x="2070" y="346"/>
                  </a:lnTo>
                  <a:lnTo>
                    <a:pt x="2070" y="303"/>
                  </a:lnTo>
                  <a:lnTo>
                    <a:pt x="2072" y="572"/>
                  </a:lnTo>
                  <a:lnTo>
                    <a:pt x="2072" y="572"/>
                  </a:lnTo>
                  <a:lnTo>
                    <a:pt x="2072" y="626"/>
                  </a:lnTo>
                  <a:lnTo>
                    <a:pt x="2074" y="624"/>
                  </a:lnTo>
                  <a:lnTo>
                    <a:pt x="2074" y="624"/>
                  </a:lnTo>
                  <a:lnTo>
                    <a:pt x="2074" y="627"/>
                  </a:lnTo>
                  <a:lnTo>
                    <a:pt x="2076" y="391"/>
                  </a:lnTo>
                  <a:lnTo>
                    <a:pt x="2076" y="391"/>
                  </a:lnTo>
                  <a:lnTo>
                    <a:pt x="2076" y="364"/>
                  </a:lnTo>
                  <a:lnTo>
                    <a:pt x="2078" y="574"/>
                  </a:lnTo>
                  <a:lnTo>
                    <a:pt x="2078" y="574"/>
                  </a:lnTo>
                  <a:lnTo>
                    <a:pt x="2079" y="545"/>
                  </a:lnTo>
                  <a:lnTo>
                    <a:pt x="2079" y="624"/>
                  </a:lnTo>
                  <a:lnTo>
                    <a:pt x="2080" y="604"/>
                  </a:lnTo>
                  <a:lnTo>
                    <a:pt x="2080" y="604"/>
                  </a:lnTo>
                  <a:lnTo>
                    <a:pt x="2081" y="455"/>
                  </a:lnTo>
                  <a:lnTo>
                    <a:pt x="2082" y="480"/>
                  </a:lnTo>
                  <a:lnTo>
                    <a:pt x="2082" y="480"/>
                  </a:lnTo>
                  <a:lnTo>
                    <a:pt x="2082" y="473"/>
                  </a:lnTo>
                  <a:lnTo>
                    <a:pt x="2083" y="596"/>
                  </a:lnTo>
                  <a:lnTo>
                    <a:pt x="2084" y="592"/>
                  </a:lnTo>
                  <a:lnTo>
                    <a:pt x="2084" y="592"/>
                  </a:lnTo>
                  <a:lnTo>
                    <a:pt x="2085" y="621"/>
                  </a:lnTo>
                  <a:lnTo>
                    <a:pt x="2086" y="505"/>
                  </a:lnTo>
                  <a:lnTo>
                    <a:pt x="2086" y="505"/>
                  </a:lnTo>
                  <a:lnTo>
                    <a:pt x="2086" y="382"/>
                  </a:lnTo>
                  <a:lnTo>
                    <a:pt x="2088" y="559"/>
                  </a:lnTo>
                  <a:lnTo>
                    <a:pt x="2088" y="559"/>
                  </a:lnTo>
                  <a:lnTo>
                    <a:pt x="2089" y="629"/>
                  </a:lnTo>
                  <a:lnTo>
                    <a:pt x="2090" y="620"/>
                  </a:lnTo>
                  <a:lnTo>
                    <a:pt x="2090" y="620"/>
                  </a:lnTo>
                  <a:lnTo>
                    <a:pt x="2090" y="627"/>
                  </a:lnTo>
                  <a:lnTo>
                    <a:pt x="2091" y="95"/>
                  </a:lnTo>
                  <a:lnTo>
                    <a:pt x="2092" y="315"/>
                  </a:lnTo>
                  <a:lnTo>
                    <a:pt x="2092" y="315"/>
                  </a:lnTo>
                  <a:lnTo>
                    <a:pt x="2092" y="304"/>
                  </a:lnTo>
                  <a:lnTo>
                    <a:pt x="2094" y="622"/>
                  </a:lnTo>
                  <a:lnTo>
                    <a:pt x="2094" y="622"/>
                  </a:lnTo>
                  <a:lnTo>
                    <a:pt x="2094" y="579"/>
                  </a:lnTo>
                  <a:lnTo>
                    <a:pt x="2095" y="627"/>
                  </a:lnTo>
                  <a:lnTo>
                    <a:pt x="2096" y="609"/>
                  </a:lnTo>
                  <a:lnTo>
                    <a:pt x="2096" y="609"/>
                  </a:lnTo>
                  <a:lnTo>
                    <a:pt x="2097" y="63"/>
                  </a:lnTo>
                  <a:lnTo>
                    <a:pt x="2098" y="334"/>
                  </a:lnTo>
                  <a:lnTo>
                    <a:pt x="2098" y="335"/>
                  </a:lnTo>
                  <a:lnTo>
                    <a:pt x="2100" y="618"/>
                  </a:lnTo>
                  <a:lnTo>
                    <a:pt x="2100" y="618"/>
                  </a:lnTo>
                  <a:lnTo>
                    <a:pt x="2100" y="618"/>
                  </a:lnTo>
                  <a:lnTo>
                    <a:pt x="2101" y="622"/>
                  </a:lnTo>
                  <a:lnTo>
                    <a:pt x="2102" y="388"/>
                  </a:lnTo>
                  <a:lnTo>
                    <a:pt x="2102" y="388"/>
                  </a:lnTo>
                  <a:lnTo>
                    <a:pt x="2103" y="191"/>
                  </a:lnTo>
                  <a:lnTo>
                    <a:pt x="2104" y="558"/>
                  </a:lnTo>
                  <a:lnTo>
                    <a:pt x="2104" y="558"/>
                  </a:lnTo>
                  <a:lnTo>
                    <a:pt x="2104" y="556"/>
                  </a:lnTo>
                  <a:lnTo>
                    <a:pt x="2106" y="625"/>
                  </a:lnTo>
                  <a:lnTo>
                    <a:pt x="2106" y="625"/>
                  </a:lnTo>
                  <a:lnTo>
                    <a:pt x="2106" y="630"/>
                  </a:lnTo>
                  <a:lnTo>
                    <a:pt x="2108" y="429"/>
                  </a:lnTo>
                  <a:lnTo>
                    <a:pt x="2108" y="429"/>
                  </a:lnTo>
                  <a:lnTo>
                    <a:pt x="2108" y="317"/>
                  </a:lnTo>
                  <a:lnTo>
                    <a:pt x="2110" y="614"/>
                  </a:lnTo>
                  <a:lnTo>
                    <a:pt x="2110" y="614"/>
                  </a:lnTo>
                  <a:lnTo>
                    <a:pt x="2110" y="629"/>
                  </a:lnTo>
                  <a:lnTo>
                    <a:pt x="2111" y="580"/>
                  </a:lnTo>
                  <a:lnTo>
                    <a:pt x="2112" y="617"/>
                  </a:lnTo>
                  <a:lnTo>
                    <a:pt x="2112" y="617"/>
                  </a:lnTo>
                  <a:lnTo>
                    <a:pt x="2113" y="185"/>
                  </a:lnTo>
                  <a:lnTo>
                    <a:pt x="2114" y="243"/>
                  </a:lnTo>
                  <a:lnTo>
                    <a:pt x="2114" y="243"/>
                  </a:lnTo>
                  <a:lnTo>
                    <a:pt x="2114" y="243"/>
                  </a:lnTo>
                  <a:lnTo>
                    <a:pt x="2116" y="617"/>
                  </a:lnTo>
                  <a:lnTo>
                    <a:pt x="2116" y="617"/>
                  </a:lnTo>
                  <a:lnTo>
                    <a:pt x="2116" y="617"/>
                  </a:lnTo>
                  <a:lnTo>
                    <a:pt x="2117" y="618"/>
                  </a:lnTo>
                  <a:lnTo>
                    <a:pt x="2118" y="580"/>
                  </a:lnTo>
                  <a:lnTo>
                    <a:pt x="2118" y="596"/>
                  </a:lnTo>
                  <a:lnTo>
                    <a:pt x="2118" y="596"/>
                  </a:lnTo>
                  <a:lnTo>
                    <a:pt x="2118" y="603"/>
                  </a:lnTo>
                  <a:lnTo>
                    <a:pt x="2119" y="393"/>
                  </a:lnTo>
                  <a:lnTo>
                    <a:pt x="2120" y="490"/>
                  </a:lnTo>
                  <a:lnTo>
                    <a:pt x="2120" y="490"/>
                  </a:lnTo>
                  <a:lnTo>
                    <a:pt x="2121" y="617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2122" y="619"/>
                  </a:lnTo>
                  <a:lnTo>
                    <a:pt x="2124" y="198"/>
                  </a:lnTo>
                  <a:lnTo>
                    <a:pt x="2124" y="326"/>
                  </a:lnTo>
                  <a:lnTo>
                    <a:pt x="2124" y="326"/>
                  </a:lnTo>
                  <a:lnTo>
                    <a:pt x="2124" y="278"/>
                  </a:lnTo>
                  <a:lnTo>
                    <a:pt x="2126" y="599"/>
                  </a:lnTo>
                  <a:lnTo>
                    <a:pt x="2126" y="599"/>
                  </a:lnTo>
                  <a:lnTo>
                    <a:pt x="2127" y="584"/>
                  </a:lnTo>
                  <a:lnTo>
                    <a:pt x="2128" y="624"/>
                  </a:lnTo>
                  <a:lnTo>
                    <a:pt x="2128" y="621"/>
                  </a:lnTo>
                  <a:lnTo>
                    <a:pt x="2128" y="621"/>
                  </a:lnTo>
                  <a:lnTo>
                    <a:pt x="2128" y="621"/>
                  </a:lnTo>
                  <a:lnTo>
                    <a:pt x="2130" y="187"/>
                  </a:lnTo>
                  <a:lnTo>
                    <a:pt x="2130" y="205"/>
                  </a:lnTo>
                  <a:lnTo>
                    <a:pt x="2130" y="205"/>
                  </a:lnTo>
                  <a:lnTo>
                    <a:pt x="2130" y="179"/>
                  </a:lnTo>
                  <a:lnTo>
                    <a:pt x="2131" y="613"/>
                  </a:lnTo>
                  <a:lnTo>
                    <a:pt x="2132" y="600"/>
                  </a:lnTo>
                  <a:lnTo>
                    <a:pt x="2132" y="600"/>
                  </a:lnTo>
                  <a:lnTo>
                    <a:pt x="2133" y="618"/>
                  </a:lnTo>
                  <a:lnTo>
                    <a:pt x="2134" y="514"/>
                  </a:lnTo>
                  <a:lnTo>
                    <a:pt x="2134" y="514"/>
                  </a:lnTo>
                  <a:lnTo>
                    <a:pt x="2134" y="143"/>
                  </a:lnTo>
                  <a:lnTo>
                    <a:pt x="2136" y="459"/>
                  </a:lnTo>
                  <a:lnTo>
                    <a:pt x="2136" y="459"/>
                  </a:lnTo>
                  <a:lnTo>
                    <a:pt x="2136" y="456"/>
                  </a:lnTo>
                  <a:lnTo>
                    <a:pt x="2137" y="622"/>
                  </a:lnTo>
                  <a:lnTo>
                    <a:pt x="2138" y="620"/>
                  </a:lnTo>
                  <a:lnTo>
                    <a:pt x="2138" y="620"/>
                  </a:lnTo>
                  <a:lnTo>
                    <a:pt x="2138" y="621"/>
                  </a:lnTo>
                  <a:lnTo>
                    <a:pt x="2140" y="73"/>
                  </a:lnTo>
                  <a:lnTo>
                    <a:pt x="2140" y="87"/>
                  </a:lnTo>
                  <a:lnTo>
                    <a:pt x="2140" y="87"/>
                  </a:lnTo>
                  <a:lnTo>
                    <a:pt x="2140" y="76"/>
                  </a:lnTo>
                  <a:lnTo>
                    <a:pt x="2142" y="539"/>
                  </a:lnTo>
                  <a:lnTo>
                    <a:pt x="2142" y="540"/>
                  </a:lnTo>
                  <a:lnTo>
                    <a:pt x="2143" y="628"/>
                  </a:lnTo>
                  <a:lnTo>
                    <a:pt x="2144" y="625"/>
                  </a:lnTo>
                  <a:lnTo>
                    <a:pt x="2144" y="625"/>
                  </a:lnTo>
                  <a:lnTo>
                    <a:pt x="2146" y="55"/>
                  </a:lnTo>
                  <a:lnTo>
                    <a:pt x="2146" y="105"/>
                  </a:lnTo>
                  <a:lnTo>
                    <a:pt x="2146" y="105"/>
                  </a:lnTo>
                  <a:lnTo>
                    <a:pt x="2148" y="603"/>
                  </a:lnTo>
                  <a:lnTo>
                    <a:pt x="2148" y="603"/>
                  </a:lnTo>
                  <a:lnTo>
                    <a:pt x="2149" y="620"/>
                  </a:lnTo>
                  <a:lnTo>
                    <a:pt x="2150" y="485"/>
                  </a:lnTo>
                  <a:lnTo>
                    <a:pt x="2150" y="485"/>
                  </a:lnTo>
                  <a:lnTo>
                    <a:pt x="2150" y="96"/>
                  </a:lnTo>
                  <a:lnTo>
                    <a:pt x="2152" y="414"/>
                  </a:lnTo>
                  <a:lnTo>
                    <a:pt x="2152" y="414"/>
                  </a:lnTo>
                  <a:lnTo>
                    <a:pt x="2153" y="629"/>
                  </a:lnTo>
                  <a:lnTo>
                    <a:pt x="2154" y="605"/>
                  </a:lnTo>
                  <a:lnTo>
                    <a:pt x="2154" y="605"/>
                  </a:lnTo>
                  <a:lnTo>
                    <a:pt x="2154" y="614"/>
                  </a:lnTo>
                  <a:lnTo>
                    <a:pt x="2155" y="149"/>
                  </a:lnTo>
                  <a:lnTo>
                    <a:pt x="2156" y="174"/>
                  </a:lnTo>
                  <a:lnTo>
                    <a:pt x="2156" y="175"/>
                  </a:lnTo>
                  <a:lnTo>
                    <a:pt x="2156" y="44"/>
                  </a:lnTo>
                  <a:lnTo>
                    <a:pt x="2158" y="609"/>
                  </a:lnTo>
                  <a:lnTo>
                    <a:pt x="2158" y="609"/>
                  </a:lnTo>
                  <a:lnTo>
                    <a:pt x="2159" y="561"/>
                  </a:lnTo>
                  <a:lnTo>
                    <a:pt x="2159" y="617"/>
                  </a:lnTo>
                  <a:lnTo>
                    <a:pt x="2160" y="615"/>
                  </a:lnTo>
                  <a:lnTo>
                    <a:pt x="2160" y="615"/>
                  </a:lnTo>
                  <a:lnTo>
                    <a:pt x="2160" y="617"/>
                  </a:lnTo>
                  <a:lnTo>
                    <a:pt x="2161" y="78"/>
                  </a:lnTo>
                  <a:lnTo>
                    <a:pt x="2162" y="295"/>
                  </a:lnTo>
                  <a:lnTo>
                    <a:pt x="2162" y="295"/>
                  </a:lnTo>
                  <a:lnTo>
                    <a:pt x="2162" y="207"/>
                  </a:lnTo>
                  <a:lnTo>
                    <a:pt x="2163" y="609"/>
                  </a:lnTo>
                  <a:lnTo>
                    <a:pt x="2164" y="569"/>
                  </a:lnTo>
                  <a:lnTo>
                    <a:pt x="2164" y="569"/>
                  </a:lnTo>
                  <a:lnTo>
                    <a:pt x="2164" y="568"/>
                  </a:lnTo>
                  <a:lnTo>
                    <a:pt x="2165" y="626"/>
                  </a:lnTo>
                  <a:lnTo>
                    <a:pt x="2166" y="582"/>
                  </a:lnTo>
                  <a:lnTo>
                    <a:pt x="2166" y="581"/>
                  </a:lnTo>
                  <a:lnTo>
                    <a:pt x="2166" y="253"/>
                  </a:lnTo>
                  <a:lnTo>
                    <a:pt x="2168" y="406"/>
                  </a:lnTo>
                  <a:lnTo>
                    <a:pt x="2168" y="406"/>
                  </a:lnTo>
                  <a:lnTo>
                    <a:pt x="2169" y="619"/>
                  </a:lnTo>
                  <a:lnTo>
                    <a:pt x="2170" y="607"/>
                  </a:lnTo>
                  <a:lnTo>
                    <a:pt x="2170" y="607"/>
                  </a:lnTo>
                  <a:lnTo>
                    <a:pt x="2171" y="623"/>
                  </a:lnTo>
                  <a:lnTo>
                    <a:pt x="2172" y="462"/>
                  </a:lnTo>
                  <a:lnTo>
                    <a:pt x="2172" y="462"/>
                  </a:lnTo>
                  <a:lnTo>
                    <a:pt x="2173" y="101"/>
                  </a:lnTo>
                  <a:lnTo>
                    <a:pt x="2173" y="619"/>
                  </a:lnTo>
                  <a:lnTo>
                    <a:pt x="2174" y="599"/>
                  </a:lnTo>
                  <a:lnTo>
                    <a:pt x="2174" y="599"/>
                  </a:lnTo>
                  <a:lnTo>
                    <a:pt x="2175" y="80"/>
                  </a:lnTo>
                  <a:lnTo>
                    <a:pt x="2176" y="332"/>
                  </a:lnTo>
                  <a:lnTo>
                    <a:pt x="2176" y="332"/>
                  </a:lnTo>
                  <a:lnTo>
                    <a:pt x="2178" y="627"/>
                  </a:lnTo>
                  <a:lnTo>
                    <a:pt x="2178" y="624"/>
                  </a:lnTo>
                  <a:lnTo>
                    <a:pt x="2178" y="624"/>
                  </a:lnTo>
                  <a:lnTo>
                    <a:pt x="2178" y="627"/>
                  </a:lnTo>
                  <a:lnTo>
                    <a:pt x="2180" y="517"/>
                  </a:lnTo>
                  <a:lnTo>
                    <a:pt x="2180" y="517"/>
                  </a:lnTo>
                  <a:lnTo>
                    <a:pt x="2181" y="378"/>
                  </a:lnTo>
                  <a:lnTo>
                    <a:pt x="2182" y="546"/>
                  </a:lnTo>
                  <a:lnTo>
                    <a:pt x="2182" y="546"/>
                  </a:lnTo>
                  <a:lnTo>
                    <a:pt x="2183" y="627"/>
                  </a:lnTo>
                  <a:lnTo>
                    <a:pt x="2184" y="627"/>
                  </a:lnTo>
                  <a:lnTo>
                    <a:pt x="2184" y="627"/>
                  </a:lnTo>
                  <a:lnTo>
                    <a:pt x="2184" y="627"/>
                  </a:lnTo>
                  <a:lnTo>
                    <a:pt x="2186" y="489"/>
                  </a:lnTo>
                  <a:lnTo>
                    <a:pt x="2186" y="489"/>
                  </a:lnTo>
                  <a:lnTo>
                    <a:pt x="2186" y="400"/>
                  </a:lnTo>
                  <a:lnTo>
                    <a:pt x="2188" y="621"/>
                  </a:lnTo>
                  <a:lnTo>
                    <a:pt x="2188" y="621"/>
                  </a:lnTo>
                  <a:lnTo>
                    <a:pt x="2188" y="621"/>
                  </a:lnTo>
                  <a:lnTo>
                    <a:pt x="2188" y="627"/>
                  </a:lnTo>
                  <a:lnTo>
                    <a:pt x="2190" y="599"/>
                  </a:lnTo>
                  <a:lnTo>
                    <a:pt x="2190" y="599"/>
                  </a:lnTo>
                  <a:lnTo>
                    <a:pt x="2191" y="160"/>
                  </a:lnTo>
                  <a:lnTo>
                    <a:pt x="2192" y="416"/>
                  </a:lnTo>
                  <a:lnTo>
                    <a:pt x="2192" y="416"/>
                  </a:lnTo>
                  <a:lnTo>
                    <a:pt x="2194" y="627"/>
                  </a:lnTo>
                  <a:lnTo>
                    <a:pt x="2194" y="625"/>
                  </a:lnTo>
                  <a:lnTo>
                    <a:pt x="2194" y="625"/>
                  </a:lnTo>
                  <a:lnTo>
                    <a:pt x="2195" y="627"/>
                  </a:lnTo>
                  <a:lnTo>
                    <a:pt x="2196" y="237"/>
                  </a:lnTo>
                  <a:lnTo>
                    <a:pt x="2196" y="237"/>
                  </a:lnTo>
                  <a:lnTo>
                    <a:pt x="2196" y="237"/>
                  </a:lnTo>
                  <a:lnTo>
                    <a:pt x="2198" y="584"/>
                  </a:lnTo>
                  <a:lnTo>
                    <a:pt x="2198" y="584"/>
                  </a:lnTo>
                  <a:lnTo>
                    <a:pt x="2199" y="552"/>
                  </a:lnTo>
                  <a:lnTo>
                    <a:pt x="2199" y="621"/>
                  </a:lnTo>
                  <a:lnTo>
                    <a:pt x="2200" y="620"/>
                  </a:lnTo>
                  <a:lnTo>
                    <a:pt x="2200" y="620"/>
                  </a:lnTo>
                  <a:lnTo>
                    <a:pt x="2200" y="626"/>
                  </a:lnTo>
                  <a:lnTo>
                    <a:pt x="2202" y="327"/>
                  </a:lnTo>
                  <a:lnTo>
                    <a:pt x="2202" y="338"/>
                  </a:lnTo>
                  <a:lnTo>
                    <a:pt x="2202" y="338"/>
                  </a:lnTo>
                  <a:lnTo>
                    <a:pt x="2203" y="298"/>
                  </a:lnTo>
                  <a:lnTo>
                    <a:pt x="2204" y="609"/>
                  </a:lnTo>
                  <a:lnTo>
                    <a:pt x="2204" y="602"/>
                  </a:lnTo>
                  <a:lnTo>
                    <a:pt x="2204" y="602"/>
                  </a:lnTo>
                  <a:lnTo>
                    <a:pt x="2204" y="601"/>
                  </a:lnTo>
                  <a:lnTo>
                    <a:pt x="2205" y="618"/>
                  </a:lnTo>
                  <a:lnTo>
                    <a:pt x="2206" y="609"/>
                  </a:lnTo>
                  <a:lnTo>
                    <a:pt x="2206" y="609"/>
                  </a:lnTo>
                  <a:lnTo>
                    <a:pt x="2206" y="609"/>
                  </a:lnTo>
                  <a:lnTo>
                    <a:pt x="2207" y="59"/>
                  </a:lnTo>
                  <a:lnTo>
                    <a:pt x="2208" y="302"/>
                  </a:lnTo>
                  <a:lnTo>
                    <a:pt x="2208" y="302"/>
                  </a:lnTo>
                  <a:lnTo>
                    <a:pt x="2210" y="626"/>
                  </a:lnTo>
                  <a:lnTo>
                    <a:pt x="2210" y="596"/>
                  </a:lnTo>
                  <a:lnTo>
                    <a:pt x="2210" y="596"/>
                  </a:lnTo>
                  <a:lnTo>
                    <a:pt x="2211" y="625"/>
                  </a:lnTo>
                  <a:lnTo>
                    <a:pt x="2212" y="488"/>
                  </a:lnTo>
                  <a:lnTo>
                    <a:pt x="2212" y="490"/>
                  </a:lnTo>
                  <a:lnTo>
                    <a:pt x="2212" y="490"/>
                  </a:lnTo>
                  <a:lnTo>
                    <a:pt x="2213" y="303"/>
                  </a:lnTo>
                  <a:lnTo>
                    <a:pt x="2214" y="510"/>
                  </a:lnTo>
                  <a:lnTo>
                    <a:pt x="2214" y="510"/>
                  </a:lnTo>
                  <a:lnTo>
                    <a:pt x="2215" y="622"/>
                  </a:lnTo>
                  <a:lnTo>
                    <a:pt x="2216" y="597"/>
                  </a:lnTo>
                  <a:lnTo>
                    <a:pt x="2216" y="597"/>
                  </a:lnTo>
                  <a:lnTo>
                    <a:pt x="2216" y="626"/>
                  </a:lnTo>
                  <a:lnTo>
                    <a:pt x="2218" y="335"/>
                  </a:lnTo>
                  <a:lnTo>
                    <a:pt x="2218" y="338"/>
                  </a:lnTo>
                  <a:lnTo>
                    <a:pt x="2218" y="339"/>
                  </a:lnTo>
                  <a:lnTo>
                    <a:pt x="2220" y="615"/>
                  </a:lnTo>
                  <a:lnTo>
                    <a:pt x="2220" y="615"/>
                  </a:lnTo>
                  <a:lnTo>
                    <a:pt x="2221" y="583"/>
                  </a:lnTo>
                  <a:lnTo>
                    <a:pt x="2222" y="628"/>
                  </a:lnTo>
                  <a:lnTo>
                    <a:pt x="2222" y="621"/>
                  </a:lnTo>
                  <a:lnTo>
                    <a:pt x="2222" y="621"/>
                  </a:lnTo>
                  <a:lnTo>
                    <a:pt x="2223" y="128"/>
                  </a:lnTo>
                  <a:lnTo>
                    <a:pt x="2224" y="224"/>
                  </a:lnTo>
                  <a:lnTo>
                    <a:pt x="2224" y="225"/>
                  </a:lnTo>
                  <a:lnTo>
                    <a:pt x="2226" y="629"/>
                  </a:lnTo>
                  <a:lnTo>
                    <a:pt x="2226" y="626"/>
                  </a:lnTo>
                  <a:lnTo>
                    <a:pt x="2226" y="626"/>
                  </a:lnTo>
                  <a:lnTo>
                    <a:pt x="2226" y="629"/>
                  </a:lnTo>
                  <a:lnTo>
                    <a:pt x="2228" y="593"/>
                  </a:lnTo>
                  <a:lnTo>
                    <a:pt x="2228" y="594"/>
                  </a:lnTo>
                  <a:lnTo>
                    <a:pt x="2228" y="594"/>
                  </a:lnTo>
                  <a:lnTo>
                    <a:pt x="2228" y="594"/>
                  </a:lnTo>
                  <a:lnTo>
                    <a:pt x="2229" y="249"/>
                  </a:lnTo>
                  <a:lnTo>
                    <a:pt x="2230" y="405"/>
                  </a:lnTo>
                  <a:lnTo>
                    <a:pt x="2230" y="405"/>
                  </a:lnTo>
                  <a:lnTo>
                    <a:pt x="2232" y="613"/>
                  </a:lnTo>
                  <a:lnTo>
                    <a:pt x="2232" y="612"/>
                  </a:lnTo>
                  <a:lnTo>
                    <a:pt x="2232" y="612"/>
                  </a:lnTo>
                  <a:lnTo>
                    <a:pt x="2232" y="627"/>
                  </a:lnTo>
                  <a:lnTo>
                    <a:pt x="2234" y="329"/>
                  </a:lnTo>
                  <a:lnTo>
                    <a:pt x="2234" y="368"/>
                  </a:lnTo>
                  <a:lnTo>
                    <a:pt x="2234" y="368"/>
                  </a:lnTo>
                  <a:lnTo>
                    <a:pt x="2235" y="138"/>
                  </a:lnTo>
                  <a:lnTo>
                    <a:pt x="2236" y="610"/>
                  </a:lnTo>
                  <a:lnTo>
                    <a:pt x="2236" y="610"/>
                  </a:lnTo>
                  <a:lnTo>
                    <a:pt x="2237" y="579"/>
                  </a:lnTo>
                  <a:lnTo>
                    <a:pt x="2238" y="627"/>
                  </a:lnTo>
                  <a:lnTo>
                    <a:pt x="2238" y="623"/>
                  </a:lnTo>
                  <a:lnTo>
                    <a:pt x="2238" y="623"/>
                  </a:lnTo>
                  <a:lnTo>
                    <a:pt x="2238" y="624"/>
                  </a:lnTo>
                  <a:lnTo>
                    <a:pt x="2240" y="64"/>
                  </a:lnTo>
                  <a:lnTo>
                    <a:pt x="2240" y="112"/>
                  </a:lnTo>
                  <a:lnTo>
                    <a:pt x="2240" y="112"/>
                  </a:lnTo>
                  <a:lnTo>
                    <a:pt x="2240" y="243"/>
                  </a:lnTo>
                </a:path>
              </a:pathLst>
            </a:custGeom>
            <a:noFill/>
            <a:ln w="1270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DC47C2C7-BEF6-6901-88D1-E2D96077335A}"/>
                </a:ext>
              </a:extLst>
            </p:cNvPr>
            <p:cNvGrpSpPr/>
            <p:nvPr/>
          </p:nvGrpSpPr>
          <p:grpSpPr>
            <a:xfrm>
              <a:off x="5280219" y="2125946"/>
              <a:ext cx="2120706" cy="1199029"/>
              <a:chOff x="5489769" y="3278471"/>
              <a:chExt cx="1959716" cy="1199029"/>
            </a:xfrm>
          </p:grpSpPr>
          <p:sp>
            <p:nvSpPr>
              <p:cNvPr id="157" name="Freeform 154">
                <a:extLst>
                  <a:ext uri="{FF2B5EF4-FFF2-40B4-BE49-F238E27FC236}">
                    <a16:creationId xmlns:a16="http://schemas.microsoft.com/office/drawing/2014/main" id="{D5562A5A-1794-4D3C-4D0D-050899B05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9769" y="3297838"/>
                <a:ext cx="1959716" cy="1167337"/>
              </a:xfrm>
              <a:custGeom>
                <a:avLst/>
                <a:gdLst>
                  <a:gd name="T0" fmla="*/ 34 w 2442"/>
                  <a:gd name="T1" fmla="*/ 597 h 663"/>
                  <a:gd name="T2" fmla="*/ 70 w 2442"/>
                  <a:gd name="T3" fmla="*/ 595 h 663"/>
                  <a:gd name="T4" fmla="*/ 110 w 2442"/>
                  <a:gd name="T5" fmla="*/ 629 h 663"/>
                  <a:gd name="T6" fmla="*/ 146 w 2442"/>
                  <a:gd name="T7" fmla="*/ 619 h 663"/>
                  <a:gd name="T8" fmla="*/ 186 w 2442"/>
                  <a:gd name="T9" fmla="*/ 603 h 663"/>
                  <a:gd name="T10" fmla="*/ 226 w 2442"/>
                  <a:gd name="T11" fmla="*/ 628 h 663"/>
                  <a:gd name="T12" fmla="*/ 267 w 2442"/>
                  <a:gd name="T13" fmla="*/ 653 h 663"/>
                  <a:gd name="T14" fmla="*/ 303 w 2442"/>
                  <a:gd name="T15" fmla="*/ 657 h 663"/>
                  <a:gd name="T16" fmla="*/ 327 w 2442"/>
                  <a:gd name="T17" fmla="*/ 657 h 663"/>
                  <a:gd name="T18" fmla="*/ 367 w 2442"/>
                  <a:gd name="T19" fmla="*/ 642 h 663"/>
                  <a:gd name="T20" fmla="*/ 407 w 2442"/>
                  <a:gd name="T21" fmla="*/ 581 h 663"/>
                  <a:gd name="T22" fmla="*/ 451 w 2442"/>
                  <a:gd name="T23" fmla="*/ 598 h 663"/>
                  <a:gd name="T24" fmla="*/ 491 w 2442"/>
                  <a:gd name="T25" fmla="*/ 659 h 663"/>
                  <a:gd name="T26" fmla="*/ 527 w 2442"/>
                  <a:gd name="T27" fmla="*/ 660 h 663"/>
                  <a:gd name="T28" fmla="*/ 563 w 2442"/>
                  <a:gd name="T29" fmla="*/ 649 h 663"/>
                  <a:gd name="T30" fmla="*/ 603 w 2442"/>
                  <a:gd name="T31" fmla="*/ 627 h 663"/>
                  <a:gd name="T32" fmla="*/ 643 w 2442"/>
                  <a:gd name="T33" fmla="*/ 626 h 663"/>
                  <a:gd name="T34" fmla="*/ 687 w 2442"/>
                  <a:gd name="T35" fmla="*/ 641 h 663"/>
                  <a:gd name="T36" fmla="*/ 727 w 2442"/>
                  <a:gd name="T37" fmla="*/ 639 h 663"/>
                  <a:gd name="T38" fmla="*/ 767 w 2442"/>
                  <a:gd name="T39" fmla="*/ 631 h 663"/>
                  <a:gd name="T40" fmla="*/ 811 w 2442"/>
                  <a:gd name="T41" fmla="*/ 462 h 663"/>
                  <a:gd name="T42" fmla="*/ 851 w 2442"/>
                  <a:gd name="T43" fmla="*/ 197 h 663"/>
                  <a:gd name="T44" fmla="*/ 895 w 2442"/>
                  <a:gd name="T45" fmla="*/ 84 h 663"/>
                  <a:gd name="T46" fmla="*/ 936 w 2442"/>
                  <a:gd name="T47" fmla="*/ 39 h 663"/>
                  <a:gd name="T48" fmla="*/ 976 w 2442"/>
                  <a:gd name="T49" fmla="*/ 30 h 663"/>
                  <a:gd name="T50" fmla="*/ 1006 w 2442"/>
                  <a:gd name="T51" fmla="*/ 33 h 663"/>
                  <a:gd name="T52" fmla="*/ 1036 w 2442"/>
                  <a:gd name="T53" fmla="*/ 31 h 663"/>
                  <a:gd name="T54" fmla="*/ 1068 w 2442"/>
                  <a:gd name="T55" fmla="*/ 12 h 663"/>
                  <a:gd name="T56" fmla="*/ 1093 w 2442"/>
                  <a:gd name="T57" fmla="*/ 1 h 663"/>
                  <a:gd name="T58" fmla="*/ 1128 w 2442"/>
                  <a:gd name="T59" fmla="*/ 4 h 663"/>
                  <a:gd name="T60" fmla="*/ 1164 w 2442"/>
                  <a:gd name="T61" fmla="*/ 12 h 663"/>
                  <a:gd name="T62" fmla="*/ 1204 w 2442"/>
                  <a:gd name="T63" fmla="*/ 34 h 663"/>
                  <a:gd name="T64" fmla="*/ 1244 w 2442"/>
                  <a:gd name="T65" fmla="*/ 67 h 663"/>
                  <a:gd name="T66" fmla="*/ 1288 w 2442"/>
                  <a:gd name="T67" fmla="*/ 159 h 663"/>
                  <a:gd name="T68" fmla="*/ 1329 w 2442"/>
                  <a:gd name="T69" fmla="*/ 262 h 663"/>
                  <a:gd name="T70" fmla="*/ 1373 w 2442"/>
                  <a:gd name="T71" fmla="*/ 366 h 663"/>
                  <a:gd name="T72" fmla="*/ 1413 w 2442"/>
                  <a:gd name="T73" fmla="*/ 452 h 663"/>
                  <a:gd name="T74" fmla="*/ 1457 w 2442"/>
                  <a:gd name="T75" fmla="*/ 500 h 663"/>
                  <a:gd name="T76" fmla="*/ 1497 w 2442"/>
                  <a:gd name="T77" fmla="*/ 544 h 663"/>
                  <a:gd name="T78" fmla="*/ 1533 w 2442"/>
                  <a:gd name="T79" fmla="*/ 594 h 663"/>
                  <a:gd name="T80" fmla="*/ 1570 w 2442"/>
                  <a:gd name="T81" fmla="*/ 611 h 663"/>
                  <a:gd name="T82" fmla="*/ 1609 w 2442"/>
                  <a:gd name="T83" fmla="*/ 612 h 663"/>
                  <a:gd name="T84" fmla="*/ 1645 w 2442"/>
                  <a:gd name="T85" fmla="*/ 616 h 663"/>
                  <a:gd name="T86" fmla="*/ 1673 w 2442"/>
                  <a:gd name="T87" fmla="*/ 618 h 663"/>
                  <a:gd name="T88" fmla="*/ 1717 w 2442"/>
                  <a:gd name="T89" fmla="*/ 639 h 663"/>
                  <a:gd name="T90" fmla="*/ 1757 w 2442"/>
                  <a:gd name="T91" fmla="*/ 659 h 663"/>
                  <a:gd name="T92" fmla="*/ 1797 w 2442"/>
                  <a:gd name="T93" fmla="*/ 663 h 663"/>
                  <a:gd name="T94" fmla="*/ 1837 w 2442"/>
                  <a:gd name="T95" fmla="*/ 649 h 663"/>
                  <a:gd name="T96" fmla="*/ 1881 w 2442"/>
                  <a:gd name="T97" fmla="*/ 609 h 663"/>
                  <a:gd name="T98" fmla="*/ 1918 w 2442"/>
                  <a:gd name="T99" fmla="*/ 616 h 663"/>
                  <a:gd name="T100" fmla="*/ 1957 w 2442"/>
                  <a:gd name="T101" fmla="*/ 627 h 663"/>
                  <a:gd name="T102" fmla="*/ 1989 w 2442"/>
                  <a:gd name="T103" fmla="*/ 608 h 663"/>
                  <a:gd name="T104" fmla="*/ 2025 w 2442"/>
                  <a:gd name="T105" fmla="*/ 607 h 663"/>
                  <a:gd name="T106" fmla="*/ 2066 w 2442"/>
                  <a:gd name="T107" fmla="*/ 644 h 663"/>
                  <a:gd name="T108" fmla="*/ 2106 w 2442"/>
                  <a:gd name="T109" fmla="*/ 661 h 663"/>
                  <a:gd name="T110" fmla="*/ 2138 w 2442"/>
                  <a:gd name="T111" fmla="*/ 663 h 663"/>
                  <a:gd name="T112" fmla="*/ 2170 w 2442"/>
                  <a:gd name="T113" fmla="*/ 663 h 663"/>
                  <a:gd name="T114" fmla="*/ 2206 w 2442"/>
                  <a:gd name="T115" fmla="*/ 649 h 663"/>
                  <a:gd name="T116" fmla="*/ 2250 w 2442"/>
                  <a:gd name="T117" fmla="*/ 631 h 663"/>
                  <a:gd name="T118" fmla="*/ 2286 w 2442"/>
                  <a:gd name="T119" fmla="*/ 645 h 663"/>
                  <a:gd name="T120" fmla="*/ 2328 w 2442"/>
                  <a:gd name="T121" fmla="*/ 653 h 663"/>
                  <a:gd name="T122" fmla="*/ 2368 w 2442"/>
                  <a:gd name="T123" fmla="*/ 645 h 663"/>
                  <a:gd name="T124" fmla="*/ 2406 w 2442"/>
                  <a:gd name="T125" fmla="*/ 642 h 6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442" h="663">
                    <a:moveTo>
                      <a:pt x="0" y="621"/>
                    </a:moveTo>
                    <a:lnTo>
                      <a:pt x="2" y="622"/>
                    </a:lnTo>
                    <a:lnTo>
                      <a:pt x="2" y="622"/>
                    </a:lnTo>
                    <a:lnTo>
                      <a:pt x="6" y="625"/>
                    </a:lnTo>
                    <a:lnTo>
                      <a:pt x="6" y="625"/>
                    </a:lnTo>
                    <a:lnTo>
                      <a:pt x="10" y="627"/>
                    </a:lnTo>
                    <a:lnTo>
                      <a:pt x="10" y="627"/>
                    </a:lnTo>
                    <a:lnTo>
                      <a:pt x="14" y="630"/>
                    </a:lnTo>
                    <a:lnTo>
                      <a:pt x="14" y="630"/>
                    </a:lnTo>
                    <a:lnTo>
                      <a:pt x="18" y="632"/>
                    </a:lnTo>
                    <a:lnTo>
                      <a:pt x="18" y="632"/>
                    </a:lnTo>
                    <a:lnTo>
                      <a:pt x="22" y="634"/>
                    </a:lnTo>
                    <a:lnTo>
                      <a:pt x="22" y="635"/>
                    </a:lnTo>
                    <a:lnTo>
                      <a:pt x="26" y="637"/>
                    </a:lnTo>
                    <a:lnTo>
                      <a:pt x="26" y="637"/>
                    </a:lnTo>
                    <a:lnTo>
                      <a:pt x="26" y="637"/>
                    </a:lnTo>
                    <a:lnTo>
                      <a:pt x="30" y="609"/>
                    </a:lnTo>
                    <a:lnTo>
                      <a:pt x="30" y="609"/>
                    </a:lnTo>
                    <a:lnTo>
                      <a:pt x="34" y="597"/>
                    </a:lnTo>
                    <a:lnTo>
                      <a:pt x="34" y="597"/>
                    </a:lnTo>
                    <a:lnTo>
                      <a:pt x="34" y="597"/>
                    </a:lnTo>
                    <a:lnTo>
                      <a:pt x="38" y="598"/>
                    </a:lnTo>
                    <a:lnTo>
                      <a:pt x="38" y="598"/>
                    </a:lnTo>
                    <a:lnTo>
                      <a:pt x="39" y="598"/>
                    </a:lnTo>
                    <a:lnTo>
                      <a:pt x="41" y="589"/>
                    </a:lnTo>
                    <a:lnTo>
                      <a:pt x="42" y="589"/>
                    </a:lnTo>
                    <a:lnTo>
                      <a:pt x="42" y="589"/>
                    </a:lnTo>
                    <a:lnTo>
                      <a:pt x="46" y="591"/>
                    </a:lnTo>
                    <a:lnTo>
                      <a:pt x="46" y="591"/>
                    </a:lnTo>
                    <a:lnTo>
                      <a:pt x="50" y="593"/>
                    </a:lnTo>
                    <a:lnTo>
                      <a:pt x="50" y="593"/>
                    </a:lnTo>
                    <a:lnTo>
                      <a:pt x="54" y="595"/>
                    </a:lnTo>
                    <a:lnTo>
                      <a:pt x="54" y="595"/>
                    </a:lnTo>
                    <a:lnTo>
                      <a:pt x="58" y="597"/>
                    </a:lnTo>
                    <a:lnTo>
                      <a:pt x="58" y="597"/>
                    </a:lnTo>
                    <a:lnTo>
                      <a:pt x="62" y="598"/>
                    </a:lnTo>
                    <a:lnTo>
                      <a:pt x="62" y="598"/>
                    </a:lnTo>
                    <a:lnTo>
                      <a:pt x="66" y="600"/>
                    </a:lnTo>
                    <a:lnTo>
                      <a:pt x="66" y="600"/>
                    </a:lnTo>
                    <a:lnTo>
                      <a:pt x="67" y="600"/>
                    </a:lnTo>
                    <a:lnTo>
                      <a:pt x="70" y="595"/>
                    </a:lnTo>
                    <a:lnTo>
                      <a:pt x="70" y="595"/>
                    </a:lnTo>
                    <a:lnTo>
                      <a:pt x="74" y="594"/>
                    </a:lnTo>
                    <a:lnTo>
                      <a:pt x="74" y="594"/>
                    </a:lnTo>
                    <a:lnTo>
                      <a:pt x="78" y="594"/>
                    </a:lnTo>
                    <a:lnTo>
                      <a:pt x="78" y="594"/>
                    </a:lnTo>
                    <a:lnTo>
                      <a:pt x="82" y="592"/>
                    </a:lnTo>
                    <a:lnTo>
                      <a:pt x="82" y="592"/>
                    </a:lnTo>
                    <a:lnTo>
                      <a:pt x="86" y="592"/>
                    </a:lnTo>
                    <a:lnTo>
                      <a:pt x="86" y="592"/>
                    </a:lnTo>
                    <a:lnTo>
                      <a:pt x="90" y="591"/>
                    </a:lnTo>
                    <a:lnTo>
                      <a:pt x="90" y="591"/>
                    </a:lnTo>
                    <a:lnTo>
                      <a:pt x="94" y="590"/>
                    </a:lnTo>
                    <a:lnTo>
                      <a:pt x="94" y="590"/>
                    </a:lnTo>
                    <a:lnTo>
                      <a:pt x="98" y="589"/>
                    </a:lnTo>
                    <a:lnTo>
                      <a:pt x="98" y="589"/>
                    </a:lnTo>
                    <a:lnTo>
                      <a:pt x="102" y="587"/>
                    </a:lnTo>
                    <a:lnTo>
                      <a:pt x="102" y="587"/>
                    </a:lnTo>
                    <a:lnTo>
                      <a:pt x="103" y="587"/>
                    </a:lnTo>
                    <a:lnTo>
                      <a:pt x="106" y="615"/>
                    </a:lnTo>
                    <a:lnTo>
                      <a:pt x="106" y="615"/>
                    </a:lnTo>
                    <a:lnTo>
                      <a:pt x="110" y="629"/>
                    </a:lnTo>
                    <a:lnTo>
                      <a:pt x="110" y="629"/>
                    </a:lnTo>
                    <a:lnTo>
                      <a:pt x="111" y="629"/>
                    </a:lnTo>
                    <a:lnTo>
                      <a:pt x="114" y="628"/>
                    </a:lnTo>
                    <a:lnTo>
                      <a:pt x="114" y="628"/>
                    </a:lnTo>
                    <a:lnTo>
                      <a:pt x="116" y="628"/>
                    </a:lnTo>
                    <a:lnTo>
                      <a:pt x="117" y="637"/>
                    </a:lnTo>
                    <a:lnTo>
                      <a:pt x="118" y="637"/>
                    </a:lnTo>
                    <a:lnTo>
                      <a:pt x="118" y="637"/>
                    </a:lnTo>
                    <a:lnTo>
                      <a:pt x="122" y="634"/>
                    </a:lnTo>
                    <a:lnTo>
                      <a:pt x="122" y="634"/>
                    </a:lnTo>
                    <a:lnTo>
                      <a:pt x="126" y="631"/>
                    </a:lnTo>
                    <a:lnTo>
                      <a:pt x="126" y="631"/>
                    </a:lnTo>
                    <a:lnTo>
                      <a:pt x="130" y="628"/>
                    </a:lnTo>
                    <a:lnTo>
                      <a:pt x="130" y="628"/>
                    </a:lnTo>
                    <a:lnTo>
                      <a:pt x="134" y="625"/>
                    </a:lnTo>
                    <a:lnTo>
                      <a:pt x="134" y="625"/>
                    </a:lnTo>
                    <a:lnTo>
                      <a:pt x="138" y="622"/>
                    </a:lnTo>
                    <a:lnTo>
                      <a:pt x="138" y="622"/>
                    </a:lnTo>
                    <a:lnTo>
                      <a:pt x="142" y="619"/>
                    </a:lnTo>
                    <a:lnTo>
                      <a:pt x="142" y="619"/>
                    </a:lnTo>
                    <a:lnTo>
                      <a:pt x="145" y="617"/>
                    </a:lnTo>
                    <a:lnTo>
                      <a:pt x="146" y="619"/>
                    </a:lnTo>
                    <a:lnTo>
                      <a:pt x="146" y="619"/>
                    </a:lnTo>
                    <a:lnTo>
                      <a:pt x="147" y="621"/>
                    </a:lnTo>
                    <a:lnTo>
                      <a:pt x="150" y="618"/>
                    </a:lnTo>
                    <a:lnTo>
                      <a:pt x="150" y="618"/>
                    </a:lnTo>
                    <a:lnTo>
                      <a:pt x="154" y="616"/>
                    </a:lnTo>
                    <a:lnTo>
                      <a:pt x="154" y="616"/>
                    </a:lnTo>
                    <a:lnTo>
                      <a:pt x="158" y="613"/>
                    </a:lnTo>
                    <a:lnTo>
                      <a:pt x="158" y="613"/>
                    </a:lnTo>
                    <a:lnTo>
                      <a:pt x="162" y="610"/>
                    </a:lnTo>
                    <a:lnTo>
                      <a:pt x="162" y="610"/>
                    </a:lnTo>
                    <a:lnTo>
                      <a:pt x="166" y="607"/>
                    </a:lnTo>
                    <a:lnTo>
                      <a:pt x="166" y="607"/>
                    </a:lnTo>
                    <a:lnTo>
                      <a:pt x="170" y="606"/>
                    </a:lnTo>
                    <a:lnTo>
                      <a:pt x="170" y="606"/>
                    </a:lnTo>
                    <a:lnTo>
                      <a:pt x="174" y="605"/>
                    </a:lnTo>
                    <a:lnTo>
                      <a:pt x="174" y="605"/>
                    </a:lnTo>
                    <a:lnTo>
                      <a:pt x="178" y="604"/>
                    </a:lnTo>
                    <a:lnTo>
                      <a:pt x="178" y="604"/>
                    </a:lnTo>
                    <a:lnTo>
                      <a:pt x="182" y="604"/>
                    </a:lnTo>
                    <a:lnTo>
                      <a:pt x="182" y="604"/>
                    </a:lnTo>
                    <a:lnTo>
                      <a:pt x="186" y="603"/>
                    </a:lnTo>
                    <a:lnTo>
                      <a:pt x="186" y="603"/>
                    </a:lnTo>
                    <a:lnTo>
                      <a:pt x="189" y="603"/>
                    </a:lnTo>
                    <a:lnTo>
                      <a:pt x="190" y="603"/>
                    </a:lnTo>
                    <a:lnTo>
                      <a:pt x="190" y="603"/>
                    </a:lnTo>
                    <a:lnTo>
                      <a:pt x="194" y="604"/>
                    </a:lnTo>
                    <a:lnTo>
                      <a:pt x="194" y="604"/>
                    </a:lnTo>
                    <a:lnTo>
                      <a:pt x="198" y="606"/>
                    </a:lnTo>
                    <a:lnTo>
                      <a:pt x="199" y="606"/>
                    </a:lnTo>
                    <a:lnTo>
                      <a:pt x="202" y="609"/>
                    </a:lnTo>
                    <a:lnTo>
                      <a:pt x="202" y="609"/>
                    </a:lnTo>
                    <a:lnTo>
                      <a:pt x="206" y="612"/>
                    </a:lnTo>
                    <a:lnTo>
                      <a:pt x="206" y="612"/>
                    </a:lnTo>
                    <a:lnTo>
                      <a:pt x="210" y="615"/>
                    </a:lnTo>
                    <a:lnTo>
                      <a:pt x="211" y="616"/>
                    </a:lnTo>
                    <a:lnTo>
                      <a:pt x="214" y="619"/>
                    </a:lnTo>
                    <a:lnTo>
                      <a:pt x="214" y="619"/>
                    </a:lnTo>
                    <a:lnTo>
                      <a:pt x="218" y="622"/>
                    </a:lnTo>
                    <a:lnTo>
                      <a:pt x="218" y="622"/>
                    </a:lnTo>
                    <a:lnTo>
                      <a:pt x="222" y="625"/>
                    </a:lnTo>
                    <a:lnTo>
                      <a:pt x="222" y="625"/>
                    </a:lnTo>
                    <a:lnTo>
                      <a:pt x="226" y="628"/>
                    </a:lnTo>
                    <a:lnTo>
                      <a:pt x="226" y="628"/>
                    </a:lnTo>
                    <a:lnTo>
                      <a:pt x="230" y="631"/>
                    </a:lnTo>
                    <a:lnTo>
                      <a:pt x="230" y="631"/>
                    </a:lnTo>
                    <a:lnTo>
                      <a:pt x="234" y="635"/>
                    </a:lnTo>
                    <a:lnTo>
                      <a:pt x="235" y="635"/>
                    </a:lnTo>
                    <a:lnTo>
                      <a:pt x="238" y="638"/>
                    </a:lnTo>
                    <a:lnTo>
                      <a:pt x="238" y="638"/>
                    </a:lnTo>
                    <a:lnTo>
                      <a:pt x="242" y="642"/>
                    </a:lnTo>
                    <a:lnTo>
                      <a:pt x="242" y="642"/>
                    </a:lnTo>
                    <a:lnTo>
                      <a:pt x="246" y="644"/>
                    </a:lnTo>
                    <a:lnTo>
                      <a:pt x="247" y="644"/>
                    </a:lnTo>
                    <a:lnTo>
                      <a:pt x="250" y="646"/>
                    </a:lnTo>
                    <a:lnTo>
                      <a:pt x="250" y="646"/>
                    </a:lnTo>
                    <a:lnTo>
                      <a:pt x="255" y="648"/>
                    </a:lnTo>
                    <a:lnTo>
                      <a:pt x="255" y="648"/>
                    </a:lnTo>
                    <a:lnTo>
                      <a:pt x="258" y="649"/>
                    </a:lnTo>
                    <a:lnTo>
                      <a:pt x="259" y="650"/>
                    </a:lnTo>
                    <a:lnTo>
                      <a:pt x="262" y="651"/>
                    </a:lnTo>
                    <a:lnTo>
                      <a:pt x="262" y="651"/>
                    </a:lnTo>
                    <a:lnTo>
                      <a:pt x="267" y="653"/>
                    </a:lnTo>
                    <a:lnTo>
                      <a:pt x="267" y="653"/>
                    </a:lnTo>
                    <a:lnTo>
                      <a:pt x="270" y="655"/>
                    </a:lnTo>
                    <a:lnTo>
                      <a:pt x="271" y="655"/>
                    </a:lnTo>
                    <a:lnTo>
                      <a:pt x="274" y="656"/>
                    </a:lnTo>
                    <a:lnTo>
                      <a:pt x="274" y="656"/>
                    </a:lnTo>
                    <a:lnTo>
                      <a:pt x="278" y="657"/>
                    </a:lnTo>
                    <a:lnTo>
                      <a:pt x="279" y="657"/>
                    </a:lnTo>
                    <a:lnTo>
                      <a:pt x="279" y="657"/>
                    </a:lnTo>
                    <a:lnTo>
                      <a:pt x="282" y="657"/>
                    </a:lnTo>
                    <a:lnTo>
                      <a:pt x="282" y="657"/>
                    </a:lnTo>
                    <a:lnTo>
                      <a:pt x="283" y="657"/>
                    </a:lnTo>
                    <a:lnTo>
                      <a:pt x="283" y="657"/>
                    </a:lnTo>
                    <a:lnTo>
                      <a:pt x="286" y="657"/>
                    </a:lnTo>
                    <a:lnTo>
                      <a:pt x="286" y="657"/>
                    </a:lnTo>
                    <a:lnTo>
                      <a:pt x="291" y="657"/>
                    </a:lnTo>
                    <a:lnTo>
                      <a:pt x="291" y="657"/>
                    </a:lnTo>
                    <a:lnTo>
                      <a:pt x="294" y="657"/>
                    </a:lnTo>
                    <a:lnTo>
                      <a:pt x="295" y="657"/>
                    </a:lnTo>
                    <a:lnTo>
                      <a:pt x="298" y="657"/>
                    </a:lnTo>
                    <a:lnTo>
                      <a:pt x="298" y="657"/>
                    </a:lnTo>
                    <a:lnTo>
                      <a:pt x="302" y="657"/>
                    </a:lnTo>
                    <a:lnTo>
                      <a:pt x="303" y="657"/>
                    </a:lnTo>
                    <a:lnTo>
                      <a:pt x="303" y="657"/>
                    </a:lnTo>
                    <a:lnTo>
                      <a:pt x="303" y="657"/>
                    </a:lnTo>
                    <a:lnTo>
                      <a:pt x="305" y="657"/>
                    </a:lnTo>
                    <a:lnTo>
                      <a:pt x="306" y="657"/>
                    </a:lnTo>
                    <a:lnTo>
                      <a:pt x="306" y="657"/>
                    </a:lnTo>
                    <a:lnTo>
                      <a:pt x="310" y="657"/>
                    </a:lnTo>
                    <a:lnTo>
                      <a:pt x="310" y="657"/>
                    </a:lnTo>
                    <a:lnTo>
                      <a:pt x="310" y="657"/>
                    </a:lnTo>
                    <a:lnTo>
                      <a:pt x="312" y="657"/>
                    </a:lnTo>
                    <a:lnTo>
                      <a:pt x="314" y="657"/>
                    </a:lnTo>
                    <a:lnTo>
                      <a:pt x="315" y="657"/>
                    </a:lnTo>
                    <a:lnTo>
                      <a:pt x="315" y="657"/>
                    </a:lnTo>
                    <a:lnTo>
                      <a:pt x="315" y="657"/>
                    </a:lnTo>
                    <a:lnTo>
                      <a:pt x="318" y="657"/>
                    </a:lnTo>
                    <a:lnTo>
                      <a:pt x="318" y="657"/>
                    </a:lnTo>
                    <a:lnTo>
                      <a:pt x="319" y="657"/>
                    </a:lnTo>
                    <a:lnTo>
                      <a:pt x="321" y="657"/>
                    </a:lnTo>
                    <a:lnTo>
                      <a:pt x="323" y="657"/>
                    </a:lnTo>
                    <a:lnTo>
                      <a:pt x="323" y="657"/>
                    </a:lnTo>
                    <a:lnTo>
                      <a:pt x="327" y="657"/>
                    </a:lnTo>
                    <a:lnTo>
                      <a:pt x="327" y="657"/>
                    </a:lnTo>
                    <a:lnTo>
                      <a:pt x="327" y="657"/>
                    </a:lnTo>
                    <a:lnTo>
                      <a:pt x="330" y="656"/>
                    </a:lnTo>
                    <a:lnTo>
                      <a:pt x="331" y="656"/>
                    </a:lnTo>
                    <a:lnTo>
                      <a:pt x="335" y="654"/>
                    </a:lnTo>
                    <a:lnTo>
                      <a:pt x="335" y="654"/>
                    </a:lnTo>
                    <a:lnTo>
                      <a:pt x="339" y="653"/>
                    </a:lnTo>
                    <a:lnTo>
                      <a:pt x="339" y="653"/>
                    </a:lnTo>
                    <a:lnTo>
                      <a:pt x="342" y="651"/>
                    </a:lnTo>
                    <a:lnTo>
                      <a:pt x="343" y="651"/>
                    </a:lnTo>
                    <a:lnTo>
                      <a:pt x="347" y="650"/>
                    </a:lnTo>
                    <a:lnTo>
                      <a:pt x="347" y="650"/>
                    </a:lnTo>
                    <a:lnTo>
                      <a:pt x="351" y="648"/>
                    </a:lnTo>
                    <a:lnTo>
                      <a:pt x="351" y="648"/>
                    </a:lnTo>
                    <a:lnTo>
                      <a:pt x="354" y="646"/>
                    </a:lnTo>
                    <a:lnTo>
                      <a:pt x="355" y="646"/>
                    </a:lnTo>
                    <a:lnTo>
                      <a:pt x="359" y="645"/>
                    </a:lnTo>
                    <a:lnTo>
                      <a:pt x="359" y="645"/>
                    </a:lnTo>
                    <a:lnTo>
                      <a:pt x="363" y="644"/>
                    </a:lnTo>
                    <a:lnTo>
                      <a:pt x="363" y="644"/>
                    </a:lnTo>
                    <a:lnTo>
                      <a:pt x="366" y="642"/>
                    </a:lnTo>
                    <a:lnTo>
                      <a:pt x="367" y="642"/>
                    </a:lnTo>
                    <a:lnTo>
                      <a:pt x="371" y="640"/>
                    </a:lnTo>
                    <a:lnTo>
                      <a:pt x="371" y="640"/>
                    </a:lnTo>
                    <a:lnTo>
                      <a:pt x="375" y="639"/>
                    </a:lnTo>
                    <a:lnTo>
                      <a:pt x="375" y="639"/>
                    </a:lnTo>
                    <a:lnTo>
                      <a:pt x="378" y="638"/>
                    </a:lnTo>
                    <a:lnTo>
                      <a:pt x="379" y="638"/>
                    </a:lnTo>
                    <a:lnTo>
                      <a:pt x="383" y="636"/>
                    </a:lnTo>
                    <a:lnTo>
                      <a:pt x="383" y="636"/>
                    </a:lnTo>
                    <a:lnTo>
                      <a:pt x="387" y="635"/>
                    </a:lnTo>
                    <a:lnTo>
                      <a:pt x="387" y="635"/>
                    </a:lnTo>
                    <a:lnTo>
                      <a:pt x="391" y="633"/>
                    </a:lnTo>
                    <a:lnTo>
                      <a:pt x="391" y="633"/>
                    </a:lnTo>
                    <a:lnTo>
                      <a:pt x="395" y="604"/>
                    </a:lnTo>
                    <a:lnTo>
                      <a:pt x="395" y="604"/>
                    </a:lnTo>
                    <a:lnTo>
                      <a:pt x="399" y="596"/>
                    </a:lnTo>
                    <a:lnTo>
                      <a:pt x="399" y="596"/>
                    </a:lnTo>
                    <a:lnTo>
                      <a:pt x="403" y="595"/>
                    </a:lnTo>
                    <a:lnTo>
                      <a:pt x="403" y="595"/>
                    </a:lnTo>
                    <a:lnTo>
                      <a:pt x="407" y="581"/>
                    </a:lnTo>
                    <a:lnTo>
                      <a:pt x="407" y="581"/>
                    </a:lnTo>
                    <a:lnTo>
                      <a:pt x="407" y="581"/>
                    </a:lnTo>
                    <a:lnTo>
                      <a:pt x="411" y="583"/>
                    </a:lnTo>
                    <a:lnTo>
                      <a:pt x="411" y="583"/>
                    </a:lnTo>
                    <a:lnTo>
                      <a:pt x="415" y="584"/>
                    </a:lnTo>
                    <a:lnTo>
                      <a:pt x="415" y="584"/>
                    </a:lnTo>
                    <a:lnTo>
                      <a:pt x="419" y="586"/>
                    </a:lnTo>
                    <a:lnTo>
                      <a:pt x="419" y="586"/>
                    </a:lnTo>
                    <a:lnTo>
                      <a:pt x="423" y="587"/>
                    </a:lnTo>
                    <a:lnTo>
                      <a:pt x="423" y="587"/>
                    </a:lnTo>
                    <a:lnTo>
                      <a:pt x="427" y="589"/>
                    </a:lnTo>
                    <a:lnTo>
                      <a:pt x="427" y="589"/>
                    </a:lnTo>
                    <a:lnTo>
                      <a:pt x="431" y="591"/>
                    </a:lnTo>
                    <a:lnTo>
                      <a:pt x="431" y="591"/>
                    </a:lnTo>
                    <a:lnTo>
                      <a:pt x="435" y="592"/>
                    </a:lnTo>
                    <a:lnTo>
                      <a:pt x="435" y="592"/>
                    </a:lnTo>
                    <a:lnTo>
                      <a:pt x="439" y="594"/>
                    </a:lnTo>
                    <a:lnTo>
                      <a:pt x="439" y="594"/>
                    </a:lnTo>
                    <a:lnTo>
                      <a:pt x="443" y="595"/>
                    </a:lnTo>
                    <a:lnTo>
                      <a:pt x="443" y="595"/>
                    </a:lnTo>
                    <a:lnTo>
                      <a:pt x="447" y="597"/>
                    </a:lnTo>
                    <a:lnTo>
                      <a:pt x="447" y="597"/>
                    </a:lnTo>
                    <a:lnTo>
                      <a:pt x="451" y="598"/>
                    </a:lnTo>
                    <a:lnTo>
                      <a:pt x="451" y="599"/>
                    </a:lnTo>
                    <a:lnTo>
                      <a:pt x="455" y="600"/>
                    </a:lnTo>
                    <a:lnTo>
                      <a:pt x="455" y="600"/>
                    </a:lnTo>
                    <a:lnTo>
                      <a:pt x="459" y="602"/>
                    </a:lnTo>
                    <a:lnTo>
                      <a:pt x="459" y="602"/>
                    </a:lnTo>
                    <a:lnTo>
                      <a:pt x="463" y="603"/>
                    </a:lnTo>
                    <a:lnTo>
                      <a:pt x="463" y="603"/>
                    </a:lnTo>
                    <a:lnTo>
                      <a:pt x="467" y="605"/>
                    </a:lnTo>
                    <a:lnTo>
                      <a:pt x="467" y="605"/>
                    </a:lnTo>
                    <a:lnTo>
                      <a:pt x="471" y="633"/>
                    </a:lnTo>
                    <a:lnTo>
                      <a:pt x="471" y="633"/>
                    </a:lnTo>
                    <a:lnTo>
                      <a:pt x="475" y="643"/>
                    </a:lnTo>
                    <a:lnTo>
                      <a:pt x="475" y="643"/>
                    </a:lnTo>
                    <a:lnTo>
                      <a:pt x="479" y="645"/>
                    </a:lnTo>
                    <a:lnTo>
                      <a:pt x="479" y="645"/>
                    </a:lnTo>
                    <a:lnTo>
                      <a:pt x="483" y="659"/>
                    </a:lnTo>
                    <a:lnTo>
                      <a:pt x="483" y="659"/>
                    </a:lnTo>
                    <a:lnTo>
                      <a:pt x="487" y="659"/>
                    </a:lnTo>
                    <a:lnTo>
                      <a:pt x="487" y="659"/>
                    </a:lnTo>
                    <a:lnTo>
                      <a:pt x="491" y="659"/>
                    </a:lnTo>
                    <a:lnTo>
                      <a:pt x="491" y="659"/>
                    </a:lnTo>
                    <a:lnTo>
                      <a:pt x="495" y="660"/>
                    </a:lnTo>
                    <a:lnTo>
                      <a:pt x="495" y="660"/>
                    </a:lnTo>
                    <a:lnTo>
                      <a:pt x="496" y="660"/>
                    </a:lnTo>
                    <a:lnTo>
                      <a:pt x="499" y="660"/>
                    </a:lnTo>
                    <a:lnTo>
                      <a:pt x="499" y="660"/>
                    </a:lnTo>
                    <a:lnTo>
                      <a:pt x="502" y="660"/>
                    </a:lnTo>
                    <a:lnTo>
                      <a:pt x="503" y="660"/>
                    </a:lnTo>
                    <a:lnTo>
                      <a:pt x="503" y="660"/>
                    </a:lnTo>
                    <a:lnTo>
                      <a:pt x="504" y="660"/>
                    </a:lnTo>
                    <a:lnTo>
                      <a:pt x="507" y="660"/>
                    </a:lnTo>
                    <a:lnTo>
                      <a:pt x="507" y="660"/>
                    </a:lnTo>
                    <a:lnTo>
                      <a:pt x="507" y="660"/>
                    </a:lnTo>
                    <a:lnTo>
                      <a:pt x="511" y="660"/>
                    </a:lnTo>
                    <a:lnTo>
                      <a:pt x="511" y="660"/>
                    </a:lnTo>
                    <a:lnTo>
                      <a:pt x="515" y="660"/>
                    </a:lnTo>
                    <a:lnTo>
                      <a:pt x="515" y="660"/>
                    </a:lnTo>
                    <a:lnTo>
                      <a:pt x="519" y="660"/>
                    </a:lnTo>
                    <a:lnTo>
                      <a:pt x="519" y="660"/>
                    </a:lnTo>
                    <a:lnTo>
                      <a:pt x="523" y="660"/>
                    </a:lnTo>
                    <a:lnTo>
                      <a:pt x="523" y="660"/>
                    </a:lnTo>
                    <a:lnTo>
                      <a:pt x="527" y="660"/>
                    </a:lnTo>
                    <a:lnTo>
                      <a:pt x="527" y="660"/>
                    </a:lnTo>
                    <a:lnTo>
                      <a:pt x="527" y="660"/>
                    </a:lnTo>
                    <a:lnTo>
                      <a:pt x="531" y="659"/>
                    </a:lnTo>
                    <a:lnTo>
                      <a:pt x="531" y="659"/>
                    </a:lnTo>
                    <a:lnTo>
                      <a:pt x="535" y="659"/>
                    </a:lnTo>
                    <a:lnTo>
                      <a:pt x="535" y="659"/>
                    </a:lnTo>
                    <a:lnTo>
                      <a:pt x="539" y="659"/>
                    </a:lnTo>
                    <a:lnTo>
                      <a:pt x="539" y="659"/>
                    </a:lnTo>
                    <a:lnTo>
                      <a:pt x="539" y="659"/>
                    </a:lnTo>
                    <a:lnTo>
                      <a:pt x="539" y="659"/>
                    </a:lnTo>
                    <a:lnTo>
                      <a:pt x="543" y="657"/>
                    </a:lnTo>
                    <a:lnTo>
                      <a:pt x="543" y="657"/>
                    </a:lnTo>
                    <a:lnTo>
                      <a:pt x="547" y="655"/>
                    </a:lnTo>
                    <a:lnTo>
                      <a:pt x="547" y="655"/>
                    </a:lnTo>
                    <a:lnTo>
                      <a:pt x="551" y="654"/>
                    </a:lnTo>
                    <a:lnTo>
                      <a:pt x="551" y="654"/>
                    </a:lnTo>
                    <a:lnTo>
                      <a:pt x="555" y="652"/>
                    </a:lnTo>
                    <a:lnTo>
                      <a:pt x="555" y="652"/>
                    </a:lnTo>
                    <a:lnTo>
                      <a:pt x="559" y="651"/>
                    </a:lnTo>
                    <a:lnTo>
                      <a:pt x="559" y="651"/>
                    </a:lnTo>
                    <a:lnTo>
                      <a:pt x="563" y="649"/>
                    </a:lnTo>
                    <a:lnTo>
                      <a:pt x="563" y="649"/>
                    </a:lnTo>
                    <a:lnTo>
                      <a:pt x="567" y="647"/>
                    </a:lnTo>
                    <a:lnTo>
                      <a:pt x="567" y="647"/>
                    </a:lnTo>
                    <a:lnTo>
                      <a:pt x="571" y="646"/>
                    </a:lnTo>
                    <a:lnTo>
                      <a:pt x="571" y="646"/>
                    </a:lnTo>
                    <a:lnTo>
                      <a:pt x="575" y="644"/>
                    </a:lnTo>
                    <a:lnTo>
                      <a:pt x="575" y="644"/>
                    </a:lnTo>
                    <a:lnTo>
                      <a:pt x="579" y="642"/>
                    </a:lnTo>
                    <a:lnTo>
                      <a:pt x="579" y="642"/>
                    </a:lnTo>
                    <a:lnTo>
                      <a:pt x="583" y="639"/>
                    </a:lnTo>
                    <a:lnTo>
                      <a:pt x="583" y="639"/>
                    </a:lnTo>
                    <a:lnTo>
                      <a:pt x="587" y="637"/>
                    </a:lnTo>
                    <a:lnTo>
                      <a:pt x="587" y="636"/>
                    </a:lnTo>
                    <a:lnTo>
                      <a:pt x="591" y="634"/>
                    </a:lnTo>
                    <a:lnTo>
                      <a:pt x="591" y="634"/>
                    </a:lnTo>
                    <a:lnTo>
                      <a:pt x="595" y="631"/>
                    </a:lnTo>
                    <a:lnTo>
                      <a:pt x="595" y="631"/>
                    </a:lnTo>
                    <a:lnTo>
                      <a:pt x="599" y="629"/>
                    </a:lnTo>
                    <a:lnTo>
                      <a:pt x="599" y="629"/>
                    </a:lnTo>
                    <a:lnTo>
                      <a:pt x="603" y="627"/>
                    </a:lnTo>
                    <a:lnTo>
                      <a:pt x="603" y="627"/>
                    </a:lnTo>
                    <a:lnTo>
                      <a:pt x="607" y="624"/>
                    </a:lnTo>
                    <a:lnTo>
                      <a:pt x="607" y="624"/>
                    </a:lnTo>
                    <a:lnTo>
                      <a:pt x="611" y="623"/>
                    </a:lnTo>
                    <a:lnTo>
                      <a:pt x="611" y="623"/>
                    </a:lnTo>
                    <a:lnTo>
                      <a:pt x="615" y="621"/>
                    </a:lnTo>
                    <a:lnTo>
                      <a:pt x="615" y="621"/>
                    </a:lnTo>
                    <a:lnTo>
                      <a:pt x="615" y="621"/>
                    </a:lnTo>
                    <a:lnTo>
                      <a:pt x="619" y="622"/>
                    </a:lnTo>
                    <a:lnTo>
                      <a:pt x="619" y="622"/>
                    </a:lnTo>
                    <a:lnTo>
                      <a:pt x="623" y="622"/>
                    </a:lnTo>
                    <a:lnTo>
                      <a:pt x="623" y="622"/>
                    </a:lnTo>
                    <a:lnTo>
                      <a:pt x="627" y="623"/>
                    </a:lnTo>
                    <a:lnTo>
                      <a:pt x="627" y="623"/>
                    </a:lnTo>
                    <a:lnTo>
                      <a:pt x="631" y="624"/>
                    </a:lnTo>
                    <a:lnTo>
                      <a:pt x="631" y="624"/>
                    </a:lnTo>
                    <a:lnTo>
                      <a:pt x="635" y="624"/>
                    </a:lnTo>
                    <a:lnTo>
                      <a:pt x="635" y="624"/>
                    </a:lnTo>
                    <a:lnTo>
                      <a:pt x="639" y="625"/>
                    </a:lnTo>
                    <a:lnTo>
                      <a:pt x="639" y="625"/>
                    </a:lnTo>
                    <a:lnTo>
                      <a:pt x="643" y="626"/>
                    </a:lnTo>
                    <a:lnTo>
                      <a:pt x="643" y="626"/>
                    </a:lnTo>
                    <a:lnTo>
                      <a:pt x="647" y="627"/>
                    </a:lnTo>
                    <a:lnTo>
                      <a:pt x="647" y="627"/>
                    </a:lnTo>
                    <a:lnTo>
                      <a:pt x="651" y="627"/>
                    </a:lnTo>
                    <a:lnTo>
                      <a:pt x="651" y="627"/>
                    </a:lnTo>
                    <a:lnTo>
                      <a:pt x="655" y="628"/>
                    </a:lnTo>
                    <a:lnTo>
                      <a:pt x="655" y="628"/>
                    </a:lnTo>
                    <a:lnTo>
                      <a:pt x="659" y="630"/>
                    </a:lnTo>
                    <a:lnTo>
                      <a:pt x="659" y="630"/>
                    </a:lnTo>
                    <a:lnTo>
                      <a:pt x="663" y="632"/>
                    </a:lnTo>
                    <a:lnTo>
                      <a:pt x="663" y="632"/>
                    </a:lnTo>
                    <a:lnTo>
                      <a:pt x="667" y="634"/>
                    </a:lnTo>
                    <a:lnTo>
                      <a:pt x="667" y="634"/>
                    </a:lnTo>
                    <a:lnTo>
                      <a:pt x="671" y="635"/>
                    </a:lnTo>
                    <a:lnTo>
                      <a:pt x="671" y="635"/>
                    </a:lnTo>
                    <a:lnTo>
                      <a:pt x="675" y="637"/>
                    </a:lnTo>
                    <a:lnTo>
                      <a:pt x="675" y="637"/>
                    </a:lnTo>
                    <a:lnTo>
                      <a:pt x="679" y="639"/>
                    </a:lnTo>
                    <a:lnTo>
                      <a:pt x="679" y="639"/>
                    </a:lnTo>
                    <a:lnTo>
                      <a:pt x="683" y="640"/>
                    </a:lnTo>
                    <a:lnTo>
                      <a:pt x="683" y="640"/>
                    </a:lnTo>
                    <a:lnTo>
                      <a:pt x="687" y="641"/>
                    </a:lnTo>
                    <a:lnTo>
                      <a:pt x="687" y="641"/>
                    </a:lnTo>
                    <a:lnTo>
                      <a:pt x="690" y="642"/>
                    </a:lnTo>
                    <a:lnTo>
                      <a:pt x="691" y="642"/>
                    </a:lnTo>
                    <a:lnTo>
                      <a:pt x="691" y="642"/>
                    </a:lnTo>
                    <a:lnTo>
                      <a:pt x="695" y="642"/>
                    </a:lnTo>
                    <a:lnTo>
                      <a:pt x="695" y="642"/>
                    </a:lnTo>
                    <a:lnTo>
                      <a:pt x="699" y="642"/>
                    </a:lnTo>
                    <a:lnTo>
                      <a:pt x="699" y="642"/>
                    </a:lnTo>
                    <a:lnTo>
                      <a:pt x="703" y="641"/>
                    </a:lnTo>
                    <a:lnTo>
                      <a:pt x="703" y="641"/>
                    </a:lnTo>
                    <a:lnTo>
                      <a:pt x="707" y="641"/>
                    </a:lnTo>
                    <a:lnTo>
                      <a:pt x="707" y="641"/>
                    </a:lnTo>
                    <a:lnTo>
                      <a:pt x="711" y="641"/>
                    </a:lnTo>
                    <a:lnTo>
                      <a:pt x="711" y="641"/>
                    </a:lnTo>
                    <a:lnTo>
                      <a:pt x="715" y="640"/>
                    </a:lnTo>
                    <a:lnTo>
                      <a:pt x="715" y="640"/>
                    </a:lnTo>
                    <a:lnTo>
                      <a:pt x="719" y="640"/>
                    </a:lnTo>
                    <a:lnTo>
                      <a:pt x="719" y="640"/>
                    </a:lnTo>
                    <a:lnTo>
                      <a:pt x="723" y="640"/>
                    </a:lnTo>
                    <a:lnTo>
                      <a:pt x="723" y="640"/>
                    </a:lnTo>
                    <a:lnTo>
                      <a:pt x="727" y="639"/>
                    </a:lnTo>
                    <a:lnTo>
                      <a:pt x="727" y="639"/>
                    </a:lnTo>
                    <a:lnTo>
                      <a:pt x="731" y="639"/>
                    </a:lnTo>
                    <a:lnTo>
                      <a:pt x="731" y="639"/>
                    </a:lnTo>
                    <a:lnTo>
                      <a:pt x="735" y="638"/>
                    </a:lnTo>
                    <a:lnTo>
                      <a:pt x="735" y="638"/>
                    </a:lnTo>
                    <a:lnTo>
                      <a:pt x="739" y="637"/>
                    </a:lnTo>
                    <a:lnTo>
                      <a:pt x="740" y="637"/>
                    </a:lnTo>
                    <a:lnTo>
                      <a:pt x="743" y="636"/>
                    </a:lnTo>
                    <a:lnTo>
                      <a:pt x="743" y="636"/>
                    </a:lnTo>
                    <a:lnTo>
                      <a:pt x="747" y="636"/>
                    </a:lnTo>
                    <a:lnTo>
                      <a:pt x="747" y="636"/>
                    </a:lnTo>
                    <a:lnTo>
                      <a:pt x="751" y="635"/>
                    </a:lnTo>
                    <a:lnTo>
                      <a:pt x="752" y="635"/>
                    </a:lnTo>
                    <a:lnTo>
                      <a:pt x="755" y="634"/>
                    </a:lnTo>
                    <a:lnTo>
                      <a:pt x="755" y="634"/>
                    </a:lnTo>
                    <a:lnTo>
                      <a:pt x="759" y="634"/>
                    </a:lnTo>
                    <a:lnTo>
                      <a:pt x="759" y="634"/>
                    </a:lnTo>
                    <a:lnTo>
                      <a:pt x="763" y="633"/>
                    </a:lnTo>
                    <a:lnTo>
                      <a:pt x="763" y="633"/>
                    </a:lnTo>
                    <a:lnTo>
                      <a:pt x="767" y="631"/>
                    </a:lnTo>
                    <a:lnTo>
                      <a:pt x="767" y="631"/>
                    </a:lnTo>
                    <a:lnTo>
                      <a:pt x="771" y="630"/>
                    </a:lnTo>
                    <a:lnTo>
                      <a:pt x="771" y="630"/>
                    </a:lnTo>
                    <a:lnTo>
                      <a:pt x="775" y="628"/>
                    </a:lnTo>
                    <a:lnTo>
                      <a:pt x="776" y="628"/>
                    </a:lnTo>
                    <a:lnTo>
                      <a:pt x="779" y="627"/>
                    </a:lnTo>
                    <a:lnTo>
                      <a:pt x="779" y="627"/>
                    </a:lnTo>
                    <a:lnTo>
                      <a:pt x="783" y="618"/>
                    </a:lnTo>
                    <a:lnTo>
                      <a:pt x="783" y="618"/>
                    </a:lnTo>
                    <a:lnTo>
                      <a:pt x="787" y="600"/>
                    </a:lnTo>
                    <a:lnTo>
                      <a:pt x="788" y="600"/>
                    </a:lnTo>
                    <a:lnTo>
                      <a:pt x="791" y="578"/>
                    </a:lnTo>
                    <a:lnTo>
                      <a:pt x="791" y="578"/>
                    </a:lnTo>
                    <a:lnTo>
                      <a:pt x="795" y="556"/>
                    </a:lnTo>
                    <a:lnTo>
                      <a:pt x="795" y="556"/>
                    </a:lnTo>
                    <a:lnTo>
                      <a:pt x="799" y="534"/>
                    </a:lnTo>
                    <a:lnTo>
                      <a:pt x="800" y="533"/>
                    </a:lnTo>
                    <a:lnTo>
                      <a:pt x="803" y="510"/>
                    </a:lnTo>
                    <a:lnTo>
                      <a:pt x="803" y="510"/>
                    </a:lnTo>
                    <a:lnTo>
                      <a:pt x="808" y="485"/>
                    </a:lnTo>
                    <a:lnTo>
                      <a:pt x="808" y="485"/>
                    </a:lnTo>
                    <a:lnTo>
                      <a:pt x="811" y="462"/>
                    </a:lnTo>
                    <a:lnTo>
                      <a:pt x="812" y="462"/>
                    </a:lnTo>
                    <a:lnTo>
                      <a:pt x="815" y="437"/>
                    </a:lnTo>
                    <a:lnTo>
                      <a:pt x="815" y="437"/>
                    </a:lnTo>
                    <a:lnTo>
                      <a:pt x="820" y="411"/>
                    </a:lnTo>
                    <a:lnTo>
                      <a:pt x="820" y="411"/>
                    </a:lnTo>
                    <a:lnTo>
                      <a:pt x="823" y="386"/>
                    </a:lnTo>
                    <a:lnTo>
                      <a:pt x="824" y="385"/>
                    </a:lnTo>
                    <a:lnTo>
                      <a:pt x="827" y="359"/>
                    </a:lnTo>
                    <a:lnTo>
                      <a:pt x="827" y="359"/>
                    </a:lnTo>
                    <a:lnTo>
                      <a:pt x="832" y="333"/>
                    </a:lnTo>
                    <a:lnTo>
                      <a:pt x="832" y="332"/>
                    </a:lnTo>
                    <a:lnTo>
                      <a:pt x="835" y="305"/>
                    </a:lnTo>
                    <a:lnTo>
                      <a:pt x="836" y="305"/>
                    </a:lnTo>
                    <a:lnTo>
                      <a:pt x="839" y="278"/>
                    </a:lnTo>
                    <a:lnTo>
                      <a:pt x="839" y="278"/>
                    </a:lnTo>
                    <a:lnTo>
                      <a:pt x="844" y="251"/>
                    </a:lnTo>
                    <a:lnTo>
                      <a:pt x="844" y="251"/>
                    </a:lnTo>
                    <a:lnTo>
                      <a:pt x="847" y="225"/>
                    </a:lnTo>
                    <a:lnTo>
                      <a:pt x="847" y="224"/>
                    </a:lnTo>
                    <a:lnTo>
                      <a:pt x="851" y="197"/>
                    </a:lnTo>
                    <a:lnTo>
                      <a:pt x="851" y="197"/>
                    </a:lnTo>
                    <a:lnTo>
                      <a:pt x="856" y="170"/>
                    </a:lnTo>
                    <a:lnTo>
                      <a:pt x="856" y="169"/>
                    </a:lnTo>
                    <a:lnTo>
                      <a:pt x="859" y="148"/>
                    </a:lnTo>
                    <a:lnTo>
                      <a:pt x="860" y="148"/>
                    </a:lnTo>
                    <a:lnTo>
                      <a:pt x="863" y="136"/>
                    </a:lnTo>
                    <a:lnTo>
                      <a:pt x="863" y="136"/>
                    </a:lnTo>
                    <a:lnTo>
                      <a:pt x="868" y="128"/>
                    </a:lnTo>
                    <a:lnTo>
                      <a:pt x="868" y="128"/>
                    </a:lnTo>
                    <a:lnTo>
                      <a:pt x="871" y="120"/>
                    </a:lnTo>
                    <a:lnTo>
                      <a:pt x="872" y="120"/>
                    </a:lnTo>
                    <a:lnTo>
                      <a:pt x="876" y="114"/>
                    </a:lnTo>
                    <a:lnTo>
                      <a:pt x="876" y="114"/>
                    </a:lnTo>
                    <a:lnTo>
                      <a:pt x="880" y="108"/>
                    </a:lnTo>
                    <a:lnTo>
                      <a:pt x="880" y="107"/>
                    </a:lnTo>
                    <a:lnTo>
                      <a:pt x="883" y="103"/>
                    </a:lnTo>
                    <a:lnTo>
                      <a:pt x="884" y="103"/>
                    </a:lnTo>
                    <a:lnTo>
                      <a:pt x="888" y="94"/>
                    </a:lnTo>
                    <a:lnTo>
                      <a:pt x="888" y="94"/>
                    </a:lnTo>
                    <a:lnTo>
                      <a:pt x="892" y="89"/>
                    </a:lnTo>
                    <a:lnTo>
                      <a:pt x="892" y="89"/>
                    </a:lnTo>
                    <a:lnTo>
                      <a:pt x="895" y="84"/>
                    </a:lnTo>
                    <a:lnTo>
                      <a:pt x="896" y="83"/>
                    </a:lnTo>
                    <a:lnTo>
                      <a:pt x="900" y="78"/>
                    </a:lnTo>
                    <a:lnTo>
                      <a:pt x="900" y="78"/>
                    </a:lnTo>
                    <a:lnTo>
                      <a:pt x="904" y="73"/>
                    </a:lnTo>
                    <a:lnTo>
                      <a:pt x="904" y="73"/>
                    </a:lnTo>
                    <a:lnTo>
                      <a:pt x="907" y="67"/>
                    </a:lnTo>
                    <a:lnTo>
                      <a:pt x="908" y="67"/>
                    </a:lnTo>
                    <a:lnTo>
                      <a:pt x="912" y="63"/>
                    </a:lnTo>
                    <a:lnTo>
                      <a:pt x="912" y="63"/>
                    </a:lnTo>
                    <a:lnTo>
                      <a:pt x="916" y="59"/>
                    </a:lnTo>
                    <a:lnTo>
                      <a:pt x="916" y="59"/>
                    </a:lnTo>
                    <a:lnTo>
                      <a:pt x="919" y="55"/>
                    </a:lnTo>
                    <a:lnTo>
                      <a:pt x="920" y="55"/>
                    </a:lnTo>
                    <a:lnTo>
                      <a:pt x="924" y="50"/>
                    </a:lnTo>
                    <a:lnTo>
                      <a:pt x="924" y="50"/>
                    </a:lnTo>
                    <a:lnTo>
                      <a:pt x="928" y="47"/>
                    </a:lnTo>
                    <a:lnTo>
                      <a:pt x="928" y="47"/>
                    </a:lnTo>
                    <a:lnTo>
                      <a:pt x="931" y="43"/>
                    </a:lnTo>
                    <a:lnTo>
                      <a:pt x="931" y="43"/>
                    </a:lnTo>
                    <a:lnTo>
                      <a:pt x="936" y="39"/>
                    </a:lnTo>
                    <a:lnTo>
                      <a:pt x="936" y="39"/>
                    </a:lnTo>
                    <a:lnTo>
                      <a:pt x="940" y="36"/>
                    </a:lnTo>
                    <a:lnTo>
                      <a:pt x="940" y="36"/>
                    </a:lnTo>
                    <a:lnTo>
                      <a:pt x="944" y="33"/>
                    </a:lnTo>
                    <a:lnTo>
                      <a:pt x="944" y="33"/>
                    </a:lnTo>
                    <a:lnTo>
                      <a:pt x="948" y="31"/>
                    </a:lnTo>
                    <a:lnTo>
                      <a:pt x="948" y="31"/>
                    </a:lnTo>
                    <a:lnTo>
                      <a:pt x="952" y="27"/>
                    </a:lnTo>
                    <a:lnTo>
                      <a:pt x="952" y="27"/>
                    </a:lnTo>
                    <a:lnTo>
                      <a:pt x="956" y="24"/>
                    </a:lnTo>
                    <a:lnTo>
                      <a:pt x="956" y="24"/>
                    </a:lnTo>
                    <a:lnTo>
                      <a:pt x="960" y="21"/>
                    </a:lnTo>
                    <a:lnTo>
                      <a:pt x="960" y="21"/>
                    </a:lnTo>
                    <a:lnTo>
                      <a:pt x="964" y="18"/>
                    </a:lnTo>
                    <a:lnTo>
                      <a:pt x="964" y="18"/>
                    </a:lnTo>
                    <a:lnTo>
                      <a:pt x="968" y="18"/>
                    </a:lnTo>
                    <a:lnTo>
                      <a:pt x="968" y="17"/>
                    </a:lnTo>
                    <a:lnTo>
                      <a:pt x="972" y="17"/>
                    </a:lnTo>
                    <a:lnTo>
                      <a:pt x="972" y="17"/>
                    </a:lnTo>
                    <a:lnTo>
                      <a:pt x="972" y="17"/>
                    </a:lnTo>
                    <a:lnTo>
                      <a:pt x="975" y="30"/>
                    </a:lnTo>
                    <a:lnTo>
                      <a:pt x="976" y="30"/>
                    </a:lnTo>
                    <a:lnTo>
                      <a:pt x="976" y="30"/>
                    </a:lnTo>
                    <a:lnTo>
                      <a:pt x="980" y="29"/>
                    </a:lnTo>
                    <a:lnTo>
                      <a:pt x="980" y="29"/>
                    </a:lnTo>
                    <a:lnTo>
                      <a:pt x="984" y="29"/>
                    </a:lnTo>
                    <a:lnTo>
                      <a:pt x="984" y="29"/>
                    </a:lnTo>
                    <a:lnTo>
                      <a:pt x="988" y="27"/>
                    </a:lnTo>
                    <a:lnTo>
                      <a:pt x="988" y="27"/>
                    </a:lnTo>
                    <a:lnTo>
                      <a:pt x="992" y="26"/>
                    </a:lnTo>
                    <a:lnTo>
                      <a:pt x="992" y="26"/>
                    </a:lnTo>
                    <a:lnTo>
                      <a:pt x="995" y="25"/>
                    </a:lnTo>
                    <a:lnTo>
                      <a:pt x="996" y="25"/>
                    </a:lnTo>
                    <a:lnTo>
                      <a:pt x="996" y="25"/>
                    </a:lnTo>
                    <a:lnTo>
                      <a:pt x="996" y="25"/>
                    </a:lnTo>
                    <a:lnTo>
                      <a:pt x="1000" y="25"/>
                    </a:lnTo>
                    <a:lnTo>
                      <a:pt x="1000" y="25"/>
                    </a:lnTo>
                    <a:lnTo>
                      <a:pt x="1001" y="25"/>
                    </a:lnTo>
                    <a:lnTo>
                      <a:pt x="1002" y="30"/>
                    </a:lnTo>
                    <a:lnTo>
                      <a:pt x="1004" y="30"/>
                    </a:lnTo>
                    <a:lnTo>
                      <a:pt x="1004" y="30"/>
                    </a:lnTo>
                    <a:lnTo>
                      <a:pt x="1005" y="29"/>
                    </a:lnTo>
                    <a:lnTo>
                      <a:pt x="1006" y="33"/>
                    </a:lnTo>
                    <a:lnTo>
                      <a:pt x="1008" y="32"/>
                    </a:lnTo>
                    <a:lnTo>
                      <a:pt x="1008" y="32"/>
                    </a:lnTo>
                    <a:lnTo>
                      <a:pt x="1012" y="32"/>
                    </a:lnTo>
                    <a:lnTo>
                      <a:pt x="1012" y="32"/>
                    </a:lnTo>
                    <a:lnTo>
                      <a:pt x="1016" y="31"/>
                    </a:lnTo>
                    <a:lnTo>
                      <a:pt x="1016" y="31"/>
                    </a:lnTo>
                    <a:lnTo>
                      <a:pt x="1018" y="31"/>
                    </a:lnTo>
                    <a:lnTo>
                      <a:pt x="1020" y="31"/>
                    </a:lnTo>
                    <a:lnTo>
                      <a:pt x="1020" y="31"/>
                    </a:lnTo>
                    <a:lnTo>
                      <a:pt x="1020" y="31"/>
                    </a:lnTo>
                    <a:lnTo>
                      <a:pt x="1024" y="31"/>
                    </a:lnTo>
                    <a:lnTo>
                      <a:pt x="1024" y="31"/>
                    </a:lnTo>
                    <a:lnTo>
                      <a:pt x="1024" y="31"/>
                    </a:lnTo>
                    <a:lnTo>
                      <a:pt x="1027" y="31"/>
                    </a:lnTo>
                    <a:lnTo>
                      <a:pt x="1028" y="31"/>
                    </a:lnTo>
                    <a:lnTo>
                      <a:pt x="1028" y="31"/>
                    </a:lnTo>
                    <a:lnTo>
                      <a:pt x="1029" y="30"/>
                    </a:lnTo>
                    <a:lnTo>
                      <a:pt x="1032" y="31"/>
                    </a:lnTo>
                    <a:lnTo>
                      <a:pt x="1032" y="31"/>
                    </a:lnTo>
                    <a:lnTo>
                      <a:pt x="1036" y="31"/>
                    </a:lnTo>
                    <a:lnTo>
                      <a:pt x="1036" y="31"/>
                    </a:lnTo>
                    <a:lnTo>
                      <a:pt x="1040" y="31"/>
                    </a:lnTo>
                    <a:lnTo>
                      <a:pt x="1040" y="31"/>
                    </a:lnTo>
                    <a:lnTo>
                      <a:pt x="1040" y="31"/>
                    </a:lnTo>
                    <a:lnTo>
                      <a:pt x="1043" y="30"/>
                    </a:lnTo>
                    <a:lnTo>
                      <a:pt x="1044" y="30"/>
                    </a:lnTo>
                    <a:lnTo>
                      <a:pt x="1044" y="30"/>
                    </a:lnTo>
                    <a:lnTo>
                      <a:pt x="1048" y="29"/>
                    </a:lnTo>
                    <a:lnTo>
                      <a:pt x="1048" y="29"/>
                    </a:lnTo>
                    <a:lnTo>
                      <a:pt x="1052" y="13"/>
                    </a:lnTo>
                    <a:lnTo>
                      <a:pt x="1052" y="12"/>
                    </a:lnTo>
                    <a:lnTo>
                      <a:pt x="1056" y="12"/>
                    </a:lnTo>
                    <a:lnTo>
                      <a:pt x="1056" y="12"/>
                    </a:lnTo>
                    <a:lnTo>
                      <a:pt x="1056" y="12"/>
                    </a:lnTo>
                    <a:lnTo>
                      <a:pt x="1060" y="11"/>
                    </a:lnTo>
                    <a:lnTo>
                      <a:pt x="1060" y="11"/>
                    </a:lnTo>
                    <a:lnTo>
                      <a:pt x="1061" y="11"/>
                    </a:lnTo>
                    <a:lnTo>
                      <a:pt x="1064" y="12"/>
                    </a:lnTo>
                    <a:lnTo>
                      <a:pt x="1064" y="12"/>
                    </a:lnTo>
                    <a:lnTo>
                      <a:pt x="1064" y="12"/>
                    </a:lnTo>
                    <a:lnTo>
                      <a:pt x="1067" y="12"/>
                    </a:lnTo>
                    <a:lnTo>
                      <a:pt x="1068" y="12"/>
                    </a:lnTo>
                    <a:lnTo>
                      <a:pt x="1068" y="12"/>
                    </a:lnTo>
                    <a:lnTo>
                      <a:pt x="1069" y="12"/>
                    </a:lnTo>
                    <a:lnTo>
                      <a:pt x="1072" y="12"/>
                    </a:lnTo>
                    <a:lnTo>
                      <a:pt x="1072" y="12"/>
                    </a:lnTo>
                    <a:lnTo>
                      <a:pt x="1072" y="12"/>
                    </a:lnTo>
                    <a:lnTo>
                      <a:pt x="1076" y="10"/>
                    </a:lnTo>
                    <a:lnTo>
                      <a:pt x="1076" y="10"/>
                    </a:lnTo>
                    <a:lnTo>
                      <a:pt x="1079" y="5"/>
                    </a:lnTo>
                    <a:lnTo>
                      <a:pt x="1080" y="5"/>
                    </a:lnTo>
                    <a:lnTo>
                      <a:pt x="1080" y="5"/>
                    </a:lnTo>
                    <a:lnTo>
                      <a:pt x="1080" y="5"/>
                    </a:lnTo>
                    <a:lnTo>
                      <a:pt x="1083" y="1"/>
                    </a:lnTo>
                    <a:lnTo>
                      <a:pt x="1084" y="1"/>
                    </a:lnTo>
                    <a:lnTo>
                      <a:pt x="1084" y="1"/>
                    </a:lnTo>
                    <a:lnTo>
                      <a:pt x="1088" y="2"/>
                    </a:lnTo>
                    <a:lnTo>
                      <a:pt x="1088" y="2"/>
                    </a:lnTo>
                    <a:lnTo>
                      <a:pt x="1088" y="2"/>
                    </a:lnTo>
                    <a:lnTo>
                      <a:pt x="1090" y="2"/>
                    </a:lnTo>
                    <a:lnTo>
                      <a:pt x="1092" y="1"/>
                    </a:lnTo>
                    <a:lnTo>
                      <a:pt x="1092" y="1"/>
                    </a:lnTo>
                    <a:lnTo>
                      <a:pt x="1093" y="1"/>
                    </a:lnTo>
                    <a:lnTo>
                      <a:pt x="1096" y="1"/>
                    </a:lnTo>
                    <a:lnTo>
                      <a:pt x="1096" y="1"/>
                    </a:lnTo>
                    <a:lnTo>
                      <a:pt x="1100" y="1"/>
                    </a:lnTo>
                    <a:lnTo>
                      <a:pt x="1100" y="1"/>
                    </a:lnTo>
                    <a:lnTo>
                      <a:pt x="1104" y="1"/>
                    </a:lnTo>
                    <a:lnTo>
                      <a:pt x="1104" y="1"/>
                    </a:lnTo>
                    <a:lnTo>
                      <a:pt x="1106" y="1"/>
                    </a:lnTo>
                    <a:lnTo>
                      <a:pt x="1108" y="1"/>
                    </a:lnTo>
                    <a:lnTo>
                      <a:pt x="1108" y="1"/>
                    </a:lnTo>
                    <a:lnTo>
                      <a:pt x="1108" y="1"/>
                    </a:lnTo>
                    <a:lnTo>
                      <a:pt x="1111" y="0"/>
                    </a:lnTo>
                    <a:lnTo>
                      <a:pt x="1112" y="0"/>
                    </a:lnTo>
                    <a:lnTo>
                      <a:pt x="1112" y="0"/>
                    </a:lnTo>
                    <a:lnTo>
                      <a:pt x="1116" y="1"/>
                    </a:lnTo>
                    <a:lnTo>
                      <a:pt x="1116" y="0"/>
                    </a:lnTo>
                    <a:lnTo>
                      <a:pt x="1119" y="1"/>
                    </a:lnTo>
                    <a:lnTo>
                      <a:pt x="1120" y="1"/>
                    </a:lnTo>
                    <a:lnTo>
                      <a:pt x="1120" y="1"/>
                    </a:lnTo>
                    <a:lnTo>
                      <a:pt x="1124" y="2"/>
                    </a:lnTo>
                    <a:lnTo>
                      <a:pt x="1124" y="2"/>
                    </a:lnTo>
                    <a:lnTo>
                      <a:pt x="1128" y="4"/>
                    </a:lnTo>
                    <a:lnTo>
                      <a:pt x="1128" y="4"/>
                    </a:lnTo>
                    <a:lnTo>
                      <a:pt x="1132" y="5"/>
                    </a:lnTo>
                    <a:lnTo>
                      <a:pt x="1132" y="5"/>
                    </a:lnTo>
                    <a:lnTo>
                      <a:pt x="1136" y="5"/>
                    </a:lnTo>
                    <a:lnTo>
                      <a:pt x="1136" y="6"/>
                    </a:lnTo>
                    <a:lnTo>
                      <a:pt x="1140" y="6"/>
                    </a:lnTo>
                    <a:lnTo>
                      <a:pt x="1140" y="6"/>
                    </a:lnTo>
                    <a:lnTo>
                      <a:pt x="1140" y="6"/>
                    </a:lnTo>
                    <a:lnTo>
                      <a:pt x="1140" y="6"/>
                    </a:lnTo>
                    <a:lnTo>
                      <a:pt x="1144" y="7"/>
                    </a:lnTo>
                    <a:lnTo>
                      <a:pt x="1144" y="7"/>
                    </a:lnTo>
                    <a:lnTo>
                      <a:pt x="1148" y="8"/>
                    </a:lnTo>
                    <a:lnTo>
                      <a:pt x="1148" y="8"/>
                    </a:lnTo>
                    <a:lnTo>
                      <a:pt x="1152" y="9"/>
                    </a:lnTo>
                    <a:lnTo>
                      <a:pt x="1152" y="9"/>
                    </a:lnTo>
                    <a:lnTo>
                      <a:pt x="1156" y="9"/>
                    </a:lnTo>
                    <a:lnTo>
                      <a:pt x="1156" y="9"/>
                    </a:lnTo>
                    <a:lnTo>
                      <a:pt x="1156" y="9"/>
                    </a:lnTo>
                    <a:lnTo>
                      <a:pt x="1160" y="11"/>
                    </a:lnTo>
                    <a:lnTo>
                      <a:pt x="1160" y="11"/>
                    </a:lnTo>
                    <a:lnTo>
                      <a:pt x="1164" y="12"/>
                    </a:lnTo>
                    <a:lnTo>
                      <a:pt x="1164" y="12"/>
                    </a:lnTo>
                    <a:lnTo>
                      <a:pt x="1168" y="14"/>
                    </a:lnTo>
                    <a:lnTo>
                      <a:pt x="1168" y="14"/>
                    </a:lnTo>
                    <a:lnTo>
                      <a:pt x="1172" y="17"/>
                    </a:lnTo>
                    <a:lnTo>
                      <a:pt x="1172" y="17"/>
                    </a:lnTo>
                    <a:lnTo>
                      <a:pt x="1176" y="18"/>
                    </a:lnTo>
                    <a:lnTo>
                      <a:pt x="1176" y="18"/>
                    </a:lnTo>
                    <a:lnTo>
                      <a:pt x="1180" y="20"/>
                    </a:lnTo>
                    <a:lnTo>
                      <a:pt x="1180" y="20"/>
                    </a:lnTo>
                    <a:lnTo>
                      <a:pt x="1184" y="23"/>
                    </a:lnTo>
                    <a:lnTo>
                      <a:pt x="1184" y="23"/>
                    </a:lnTo>
                    <a:lnTo>
                      <a:pt x="1188" y="24"/>
                    </a:lnTo>
                    <a:lnTo>
                      <a:pt x="1188" y="24"/>
                    </a:lnTo>
                    <a:lnTo>
                      <a:pt x="1192" y="26"/>
                    </a:lnTo>
                    <a:lnTo>
                      <a:pt x="1192" y="26"/>
                    </a:lnTo>
                    <a:lnTo>
                      <a:pt x="1196" y="30"/>
                    </a:lnTo>
                    <a:lnTo>
                      <a:pt x="1196" y="30"/>
                    </a:lnTo>
                    <a:lnTo>
                      <a:pt x="1200" y="33"/>
                    </a:lnTo>
                    <a:lnTo>
                      <a:pt x="1200" y="33"/>
                    </a:lnTo>
                    <a:lnTo>
                      <a:pt x="1201" y="33"/>
                    </a:lnTo>
                    <a:lnTo>
                      <a:pt x="1204" y="34"/>
                    </a:lnTo>
                    <a:lnTo>
                      <a:pt x="1204" y="34"/>
                    </a:lnTo>
                    <a:lnTo>
                      <a:pt x="1208" y="37"/>
                    </a:lnTo>
                    <a:lnTo>
                      <a:pt x="1208" y="37"/>
                    </a:lnTo>
                    <a:lnTo>
                      <a:pt x="1212" y="39"/>
                    </a:lnTo>
                    <a:lnTo>
                      <a:pt x="1212" y="39"/>
                    </a:lnTo>
                    <a:lnTo>
                      <a:pt x="1216" y="41"/>
                    </a:lnTo>
                    <a:lnTo>
                      <a:pt x="1216" y="41"/>
                    </a:lnTo>
                    <a:lnTo>
                      <a:pt x="1220" y="44"/>
                    </a:lnTo>
                    <a:lnTo>
                      <a:pt x="1220" y="44"/>
                    </a:lnTo>
                    <a:lnTo>
                      <a:pt x="1224" y="46"/>
                    </a:lnTo>
                    <a:lnTo>
                      <a:pt x="1224" y="46"/>
                    </a:lnTo>
                    <a:lnTo>
                      <a:pt x="1228" y="49"/>
                    </a:lnTo>
                    <a:lnTo>
                      <a:pt x="1228" y="49"/>
                    </a:lnTo>
                    <a:lnTo>
                      <a:pt x="1232" y="52"/>
                    </a:lnTo>
                    <a:lnTo>
                      <a:pt x="1232" y="52"/>
                    </a:lnTo>
                    <a:lnTo>
                      <a:pt x="1236" y="56"/>
                    </a:lnTo>
                    <a:lnTo>
                      <a:pt x="1236" y="56"/>
                    </a:lnTo>
                    <a:lnTo>
                      <a:pt x="1240" y="61"/>
                    </a:lnTo>
                    <a:lnTo>
                      <a:pt x="1240" y="61"/>
                    </a:lnTo>
                    <a:lnTo>
                      <a:pt x="1244" y="67"/>
                    </a:lnTo>
                    <a:lnTo>
                      <a:pt x="1244" y="67"/>
                    </a:lnTo>
                    <a:lnTo>
                      <a:pt x="1248" y="74"/>
                    </a:lnTo>
                    <a:lnTo>
                      <a:pt x="1248" y="74"/>
                    </a:lnTo>
                    <a:lnTo>
                      <a:pt x="1252" y="83"/>
                    </a:lnTo>
                    <a:lnTo>
                      <a:pt x="1252" y="83"/>
                    </a:lnTo>
                    <a:lnTo>
                      <a:pt x="1256" y="89"/>
                    </a:lnTo>
                    <a:lnTo>
                      <a:pt x="1256" y="89"/>
                    </a:lnTo>
                    <a:lnTo>
                      <a:pt x="1260" y="95"/>
                    </a:lnTo>
                    <a:lnTo>
                      <a:pt x="1260" y="95"/>
                    </a:lnTo>
                    <a:lnTo>
                      <a:pt x="1264" y="106"/>
                    </a:lnTo>
                    <a:lnTo>
                      <a:pt x="1264" y="106"/>
                    </a:lnTo>
                    <a:lnTo>
                      <a:pt x="1268" y="117"/>
                    </a:lnTo>
                    <a:lnTo>
                      <a:pt x="1268" y="117"/>
                    </a:lnTo>
                    <a:lnTo>
                      <a:pt x="1272" y="125"/>
                    </a:lnTo>
                    <a:lnTo>
                      <a:pt x="1272" y="125"/>
                    </a:lnTo>
                    <a:lnTo>
                      <a:pt x="1276" y="133"/>
                    </a:lnTo>
                    <a:lnTo>
                      <a:pt x="1276" y="134"/>
                    </a:lnTo>
                    <a:lnTo>
                      <a:pt x="1280" y="145"/>
                    </a:lnTo>
                    <a:lnTo>
                      <a:pt x="1280" y="145"/>
                    </a:lnTo>
                    <a:lnTo>
                      <a:pt x="1284" y="151"/>
                    </a:lnTo>
                    <a:lnTo>
                      <a:pt x="1284" y="151"/>
                    </a:lnTo>
                    <a:lnTo>
                      <a:pt x="1288" y="159"/>
                    </a:lnTo>
                    <a:lnTo>
                      <a:pt x="1288" y="159"/>
                    </a:lnTo>
                    <a:lnTo>
                      <a:pt x="1292" y="171"/>
                    </a:lnTo>
                    <a:lnTo>
                      <a:pt x="1293" y="171"/>
                    </a:lnTo>
                    <a:lnTo>
                      <a:pt x="1296" y="182"/>
                    </a:lnTo>
                    <a:lnTo>
                      <a:pt x="1296" y="182"/>
                    </a:lnTo>
                    <a:lnTo>
                      <a:pt x="1300" y="191"/>
                    </a:lnTo>
                    <a:lnTo>
                      <a:pt x="1300" y="191"/>
                    </a:lnTo>
                    <a:lnTo>
                      <a:pt x="1304" y="201"/>
                    </a:lnTo>
                    <a:lnTo>
                      <a:pt x="1304" y="201"/>
                    </a:lnTo>
                    <a:lnTo>
                      <a:pt x="1308" y="213"/>
                    </a:lnTo>
                    <a:lnTo>
                      <a:pt x="1308" y="213"/>
                    </a:lnTo>
                    <a:lnTo>
                      <a:pt x="1312" y="226"/>
                    </a:lnTo>
                    <a:lnTo>
                      <a:pt x="1312" y="226"/>
                    </a:lnTo>
                    <a:lnTo>
                      <a:pt x="1316" y="236"/>
                    </a:lnTo>
                    <a:lnTo>
                      <a:pt x="1317" y="236"/>
                    </a:lnTo>
                    <a:lnTo>
                      <a:pt x="1320" y="245"/>
                    </a:lnTo>
                    <a:lnTo>
                      <a:pt x="1320" y="245"/>
                    </a:lnTo>
                    <a:lnTo>
                      <a:pt x="1324" y="254"/>
                    </a:lnTo>
                    <a:lnTo>
                      <a:pt x="1324" y="254"/>
                    </a:lnTo>
                    <a:lnTo>
                      <a:pt x="1328" y="262"/>
                    </a:lnTo>
                    <a:lnTo>
                      <a:pt x="1329" y="262"/>
                    </a:lnTo>
                    <a:lnTo>
                      <a:pt x="1332" y="273"/>
                    </a:lnTo>
                    <a:lnTo>
                      <a:pt x="1332" y="273"/>
                    </a:lnTo>
                    <a:lnTo>
                      <a:pt x="1336" y="282"/>
                    </a:lnTo>
                    <a:lnTo>
                      <a:pt x="1336" y="283"/>
                    </a:lnTo>
                    <a:lnTo>
                      <a:pt x="1340" y="290"/>
                    </a:lnTo>
                    <a:lnTo>
                      <a:pt x="1340" y="290"/>
                    </a:lnTo>
                    <a:lnTo>
                      <a:pt x="1344" y="298"/>
                    </a:lnTo>
                    <a:lnTo>
                      <a:pt x="1344" y="298"/>
                    </a:lnTo>
                    <a:lnTo>
                      <a:pt x="1348" y="306"/>
                    </a:lnTo>
                    <a:lnTo>
                      <a:pt x="1348" y="307"/>
                    </a:lnTo>
                    <a:lnTo>
                      <a:pt x="1352" y="314"/>
                    </a:lnTo>
                    <a:lnTo>
                      <a:pt x="1353" y="314"/>
                    </a:lnTo>
                    <a:lnTo>
                      <a:pt x="1356" y="322"/>
                    </a:lnTo>
                    <a:lnTo>
                      <a:pt x="1356" y="323"/>
                    </a:lnTo>
                    <a:lnTo>
                      <a:pt x="1361" y="336"/>
                    </a:lnTo>
                    <a:lnTo>
                      <a:pt x="1361" y="336"/>
                    </a:lnTo>
                    <a:lnTo>
                      <a:pt x="1364" y="348"/>
                    </a:lnTo>
                    <a:lnTo>
                      <a:pt x="1365" y="349"/>
                    </a:lnTo>
                    <a:lnTo>
                      <a:pt x="1368" y="357"/>
                    </a:lnTo>
                    <a:lnTo>
                      <a:pt x="1368" y="358"/>
                    </a:lnTo>
                    <a:lnTo>
                      <a:pt x="1373" y="366"/>
                    </a:lnTo>
                    <a:lnTo>
                      <a:pt x="1373" y="366"/>
                    </a:lnTo>
                    <a:lnTo>
                      <a:pt x="1376" y="376"/>
                    </a:lnTo>
                    <a:lnTo>
                      <a:pt x="1377" y="376"/>
                    </a:lnTo>
                    <a:lnTo>
                      <a:pt x="1380" y="387"/>
                    </a:lnTo>
                    <a:lnTo>
                      <a:pt x="1380" y="387"/>
                    </a:lnTo>
                    <a:lnTo>
                      <a:pt x="1385" y="396"/>
                    </a:lnTo>
                    <a:lnTo>
                      <a:pt x="1385" y="397"/>
                    </a:lnTo>
                    <a:lnTo>
                      <a:pt x="1388" y="405"/>
                    </a:lnTo>
                    <a:lnTo>
                      <a:pt x="1389" y="405"/>
                    </a:lnTo>
                    <a:lnTo>
                      <a:pt x="1392" y="413"/>
                    </a:lnTo>
                    <a:lnTo>
                      <a:pt x="1392" y="413"/>
                    </a:lnTo>
                    <a:lnTo>
                      <a:pt x="1397" y="422"/>
                    </a:lnTo>
                    <a:lnTo>
                      <a:pt x="1397" y="422"/>
                    </a:lnTo>
                    <a:lnTo>
                      <a:pt x="1400" y="429"/>
                    </a:lnTo>
                    <a:lnTo>
                      <a:pt x="1401" y="429"/>
                    </a:lnTo>
                    <a:lnTo>
                      <a:pt x="1404" y="436"/>
                    </a:lnTo>
                    <a:lnTo>
                      <a:pt x="1404" y="436"/>
                    </a:lnTo>
                    <a:lnTo>
                      <a:pt x="1409" y="444"/>
                    </a:lnTo>
                    <a:lnTo>
                      <a:pt x="1409" y="444"/>
                    </a:lnTo>
                    <a:lnTo>
                      <a:pt x="1412" y="452"/>
                    </a:lnTo>
                    <a:lnTo>
                      <a:pt x="1413" y="452"/>
                    </a:lnTo>
                    <a:lnTo>
                      <a:pt x="1416" y="459"/>
                    </a:lnTo>
                    <a:lnTo>
                      <a:pt x="1416" y="459"/>
                    </a:lnTo>
                    <a:lnTo>
                      <a:pt x="1421" y="465"/>
                    </a:lnTo>
                    <a:lnTo>
                      <a:pt x="1421" y="465"/>
                    </a:lnTo>
                    <a:lnTo>
                      <a:pt x="1424" y="471"/>
                    </a:lnTo>
                    <a:lnTo>
                      <a:pt x="1424" y="471"/>
                    </a:lnTo>
                    <a:lnTo>
                      <a:pt x="1429" y="476"/>
                    </a:lnTo>
                    <a:lnTo>
                      <a:pt x="1429" y="476"/>
                    </a:lnTo>
                    <a:lnTo>
                      <a:pt x="1433" y="478"/>
                    </a:lnTo>
                    <a:lnTo>
                      <a:pt x="1433" y="478"/>
                    </a:lnTo>
                    <a:lnTo>
                      <a:pt x="1436" y="479"/>
                    </a:lnTo>
                    <a:lnTo>
                      <a:pt x="1437" y="480"/>
                    </a:lnTo>
                    <a:lnTo>
                      <a:pt x="1441" y="482"/>
                    </a:lnTo>
                    <a:lnTo>
                      <a:pt x="1441" y="482"/>
                    </a:lnTo>
                    <a:lnTo>
                      <a:pt x="1445" y="486"/>
                    </a:lnTo>
                    <a:lnTo>
                      <a:pt x="1445" y="486"/>
                    </a:lnTo>
                    <a:lnTo>
                      <a:pt x="1448" y="491"/>
                    </a:lnTo>
                    <a:lnTo>
                      <a:pt x="1449" y="491"/>
                    </a:lnTo>
                    <a:lnTo>
                      <a:pt x="1453" y="496"/>
                    </a:lnTo>
                    <a:lnTo>
                      <a:pt x="1453" y="496"/>
                    </a:lnTo>
                    <a:lnTo>
                      <a:pt x="1457" y="500"/>
                    </a:lnTo>
                    <a:lnTo>
                      <a:pt x="1457" y="500"/>
                    </a:lnTo>
                    <a:lnTo>
                      <a:pt x="1460" y="504"/>
                    </a:lnTo>
                    <a:lnTo>
                      <a:pt x="1461" y="504"/>
                    </a:lnTo>
                    <a:lnTo>
                      <a:pt x="1465" y="507"/>
                    </a:lnTo>
                    <a:lnTo>
                      <a:pt x="1465" y="507"/>
                    </a:lnTo>
                    <a:lnTo>
                      <a:pt x="1469" y="513"/>
                    </a:lnTo>
                    <a:lnTo>
                      <a:pt x="1469" y="513"/>
                    </a:lnTo>
                    <a:lnTo>
                      <a:pt x="1472" y="516"/>
                    </a:lnTo>
                    <a:lnTo>
                      <a:pt x="1473" y="516"/>
                    </a:lnTo>
                    <a:lnTo>
                      <a:pt x="1477" y="519"/>
                    </a:lnTo>
                    <a:lnTo>
                      <a:pt x="1477" y="519"/>
                    </a:lnTo>
                    <a:lnTo>
                      <a:pt x="1481" y="522"/>
                    </a:lnTo>
                    <a:lnTo>
                      <a:pt x="1481" y="522"/>
                    </a:lnTo>
                    <a:lnTo>
                      <a:pt x="1484" y="527"/>
                    </a:lnTo>
                    <a:lnTo>
                      <a:pt x="1485" y="527"/>
                    </a:lnTo>
                    <a:lnTo>
                      <a:pt x="1489" y="532"/>
                    </a:lnTo>
                    <a:lnTo>
                      <a:pt x="1489" y="532"/>
                    </a:lnTo>
                    <a:lnTo>
                      <a:pt x="1493" y="538"/>
                    </a:lnTo>
                    <a:lnTo>
                      <a:pt x="1493" y="538"/>
                    </a:lnTo>
                    <a:lnTo>
                      <a:pt x="1497" y="544"/>
                    </a:lnTo>
                    <a:lnTo>
                      <a:pt x="1497" y="544"/>
                    </a:lnTo>
                    <a:lnTo>
                      <a:pt x="1501" y="551"/>
                    </a:lnTo>
                    <a:lnTo>
                      <a:pt x="1501" y="551"/>
                    </a:lnTo>
                    <a:lnTo>
                      <a:pt x="1505" y="559"/>
                    </a:lnTo>
                    <a:lnTo>
                      <a:pt x="1505" y="559"/>
                    </a:lnTo>
                    <a:lnTo>
                      <a:pt x="1509" y="568"/>
                    </a:lnTo>
                    <a:lnTo>
                      <a:pt x="1509" y="569"/>
                    </a:lnTo>
                    <a:lnTo>
                      <a:pt x="1513" y="578"/>
                    </a:lnTo>
                    <a:lnTo>
                      <a:pt x="1513" y="578"/>
                    </a:lnTo>
                    <a:lnTo>
                      <a:pt x="1517" y="584"/>
                    </a:lnTo>
                    <a:lnTo>
                      <a:pt x="1517" y="584"/>
                    </a:lnTo>
                    <a:lnTo>
                      <a:pt x="1521" y="591"/>
                    </a:lnTo>
                    <a:lnTo>
                      <a:pt x="1521" y="591"/>
                    </a:lnTo>
                    <a:lnTo>
                      <a:pt x="1525" y="597"/>
                    </a:lnTo>
                    <a:lnTo>
                      <a:pt x="1525" y="597"/>
                    </a:lnTo>
                    <a:lnTo>
                      <a:pt x="1529" y="603"/>
                    </a:lnTo>
                    <a:lnTo>
                      <a:pt x="1529" y="603"/>
                    </a:lnTo>
                    <a:lnTo>
                      <a:pt x="1530" y="606"/>
                    </a:lnTo>
                    <a:lnTo>
                      <a:pt x="1533" y="595"/>
                    </a:lnTo>
                    <a:lnTo>
                      <a:pt x="1533" y="595"/>
                    </a:lnTo>
                    <a:lnTo>
                      <a:pt x="1533" y="595"/>
                    </a:lnTo>
                    <a:lnTo>
                      <a:pt x="1533" y="594"/>
                    </a:lnTo>
                    <a:lnTo>
                      <a:pt x="1537" y="597"/>
                    </a:lnTo>
                    <a:lnTo>
                      <a:pt x="1537" y="597"/>
                    </a:lnTo>
                    <a:lnTo>
                      <a:pt x="1541" y="600"/>
                    </a:lnTo>
                    <a:lnTo>
                      <a:pt x="1541" y="600"/>
                    </a:lnTo>
                    <a:lnTo>
                      <a:pt x="1545" y="603"/>
                    </a:lnTo>
                    <a:lnTo>
                      <a:pt x="1545" y="603"/>
                    </a:lnTo>
                    <a:lnTo>
                      <a:pt x="1549" y="607"/>
                    </a:lnTo>
                    <a:lnTo>
                      <a:pt x="1549" y="607"/>
                    </a:lnTo>
                    <a:lnTo>
                      <a:pt x="1553" y="611"/>
                    </a:lnTo>
                    <a:lnTo>
                      <a:pt x="1553" y="611"/>
                    </a:lnTo>
                    <a:lnTo>
                      <a:pt x="1557" y="614"/>
                    </a:lnTo>
                    <a:lnTo>
                      <a:pt x="1557" y="614"/>
                    </a:lnTo>
                    <a:lnTo>
                      <a:pt x="1561" y="616"/>
                    </a:lnTo>
                    <a:lnTo>
                      <a:pt x="1561" y="616"/>
                    </a:lnTo>
                    <a:lnTo>
                      <a:pt x="1565" y="617"/>
                    </a:lnTo>
                    <a:lnTo>
                      <a:pt x="1565" y="617"/>
                    </a:lnTo>
                    <a:lnTo>
                      <a:pt x="1567" y="618"/>
                    </a:lnTo>
                    <a:lnTo>
                      <a:pt x="1569" y="611"/>
                    </a:lnTo>
                    <a:lnTo>
                      <a:pt x="1569" y="611"/>
                    </a:lnTo>
                    <a:lnTo>
                      <a:pt x="1569" y="611"/>
                    </a:lnTo>
                    <a:lnTo>
                      <a:pt x="1570" y="611"/>
                    </a:lnTo>
                    <a:lnTo>
                      <a:pt x="1573" y="610"/>
                    </a:lnTo>
                    <a:lnTo>
                      <a:pt x="1573" y="610"/>
                    </a:lnTo>
                    <a:lnTo>
                      <a:pt x="1577" y="609"/>
                    </a:lnTo>
                    <a:lnTo>
                      <a:pt x="1577" y="609"/>
                    </a:lnTo>
                    <a:lnTo>
                      <a:pt x="1581" y="608"/>
                    </a:lnTo>
                    <a:lnTo>
                      <a:pt x="1581" y="608"/>
                    </a:lnTo>
                    <a:lnTo>
                      <a:pt x="1585" y="607"/>
                    </a:lnTo>
                    <a:lnTo>
                      <a:pt x="1585" y="607"/>
                    </a:lnTo>
                    <a:lnTo>
                      <a:pt x="1589" y="606"/>
                    </a:lnTo>
                    <a:lnTo>
                      <a:pt x="1589" y="606"/>
                    </a:lnTo>
                    <a:lnTo>
                      <a:pt x="1593" y="604"/>
                    </a:lnTo>
                    <a:lnTo>
                      <a:pt x="1593" y="604"/>
                    </a:lnTo>
                    <a:lnTo>
                      <a:pt x="1597" y="603"/>
                    </a:lnTo>
                    <a:lnTo>
                      <a:pt x="1597" y="603"/>
                    </a:lnTo>
                    <a:lnTo>
                      <a:pt x="1601" y="602"/>
                    </a:lnTo>
                    <a:lnTo>
                      <a:pt x="1601" y="602"/>
                    </a:lnTo>
                    <a:lnTo>
                      <a:pt x="1605" y="601"/>
                    </a:lnTo>
                    <a:lnTo>
                      <a:pt x="1605" y="601"/>
                    </a:lnTo>
                    <a:lnTo>
                      <a:pt x="1607" y="600"/>
                    </a:lnTo>
                    <a:lnTo>
                      <a:pt x="1609" y="612"/>
                    </a:lnTo>
                    <a:lnTo>
                      <a:pt x="1609" y="612"/>
                    </a:lnTo>
                    <a:lnTo>
                      <a:pt x="1610" y="615"/>
                    </a:lnTo>
                    <a:lnTo>
                      <a:pt x="1613" y="615"/>
                    </a:lnTo>
                    <a:lnTo>
                      <a:pt x="1613" y="615"/>
                    </a:lnTo>
                    <a:lnTo>
                      <a:pt x="1617" y="614"/>
                    </a:lnTo>
                    <a:lnTo>
                      <a:pt x="1617" y="614"/>
                    </a:lnTo>
                    <a:lnTo>
                      <a:pt x="1621" y="613"/>
                    </a:lnTo>
                    <a:lnTo>
                      <a:pt x="1621" y="613"/>
                    </a:lnTo>
                    <a:lnTo>
                      <a:pt x="1625" y="613"/>
                    </a:lnTo>
                    <a:lnTo>
                      <a:pt x="1625" y="613"/>
                    </a:lnTo>
                    <a:lnTo>
                      <a:pt x="1629" y="612"/>
                    </a:lnTo>
                    <a:lnTo>
                      <a:pt x="1629" y="612"/>
                    </a:lnTo>
                    <a:lnTo>
                      <a:pt x="1633" y="612"/>
                    </a:lnTo>
                    <a:lnTo>
                      <a:pt x="1633" y="612"/>
                    </a:lnTo>
                    <a:lnTo>
                      <a:pt x="1637" y="611"/>
                    </a:lnTo>
                    <a:lnTo>
                      <a:pt x="1637" y="611"/>
                    </a:lnTo>
                    <a:lnTo>
                      <a:pt x="1641" y="610"/>
                    </a:lnTo>
                    <a:lnTo>
                      <a:pt x="1641" y="610"/>
                    </a:lnTo>
                    <a:lnTo>
                      <a:pt x="1643" y="610"/>
                    </a:lnTo>
                    <a:lnTo>
                      <a:pt x="1645" y="616"/>
                    </a:lnTo>
                    <a:lnTo>
                      <a:pt x="1645" y="616"/>
                    </a:lnTo>
                    <a:lnTo>
                      <a:pt x="1645" y="616"/>
                    </a:lnTo>
                    <a:lnTo>
                      <a:pt x="1645" y="616"/>
                    </a:lnTo>
                    <a:lnTo>
                      <a:pt x="1645" y="617"/>
                    </a:lnTo>
                    <a:lnTo>
                      <a:pt x="1649" y="616"/>
                    </a:lnTo>
                    <a:lnTo>
                      <a:pt x="1649" y="616"/>
                    </a:lnTo>
                    <a:lnTo>
                      <a:pt x="1649" y="616"/>
                    </a:lnTo>
                    <a:lnTo>
                      <a:pt x="1652" y="616"/>
                    </a:lnTo>
                    <a:lnTo>
                      <a:pt x="1653" y="616"/>
                    </a:lnTo>
                    <a:lnTo>
                      <a:pt x="1653" y="616"/>
                    </a:lnTo>
                    <a:lnTo>
                      <a:pt x="1657" y="616"/>
                    </a:lnTo>
                    <a:lnTo>
                      <a:pt x="1657" y="616"/>
                    </a:lnTo>
                    <a:lnTo>
                      <a:pt x="1657" y="616"/>
                    </a:lnTo>
                    <a:lnTo>
                      <a:pt x="1657" y="616"/>
                    </a:lnTo>
                    <a:lnTo>
                      <a:pt x="1661" y="616"/>
                    </a:lnTo>
                    <a:lnTo>
                      <a:pt x="1661" y="616"/>
                    </a:lnTo>
                    <a:lnTo>
                      <a:pt x="1665" y="616"/>
                    </a:lnTo>
                    <a:lnTo>
                      <a:pt x="1665" y="616"/>
                    </a:lnTo>
                    <a:lnTo>
                      <a:pt x="1667" y="616"/>
                    </a:lnTo>
                    <a:lnTo>
                      <a:pt x="1669" y="617"/>
                    </a:lnTo>
                    <a:lnTo>
                      <a:pt x="1669" y="617"/>
                    </a:lnTo>
                    <a:lnTo>
                      <a:pt x="1673" y="618"/>
                    </a:lnTo>
                    <a:lnTo>
                      <a:pt x="1673" y="618"/>
                    </a:lnTo>
                    <a:lnTo>
                      <a:pt x="1677" y="620"/>
                    </a:lnTo>
                    <a:lnTo>
                      <a:pt x="1677" y="620"/>
                    </a:lnTo>
                    <a:lnTo>
                      <a:pt x="1681" y="621"/>
                    </a:lnTo>
                    <a:lnTo>
                      <a:pt x="1681" y="621"/>
                    </a:lnTo>
                    <a:lnTo>
                      <a:pt x="1685" y="623"/>
                    </a:lnTo>
                    <a:lnTo>
                      <a:pt x="1685" y="623"/>
                    </a:lnTo>
                    <a:lnTo>
                      <a:pt x="1689" y="624"/>
                    </a:lnTo>
                    <a:lnTo>
                      <a:pt x="1689" y="624"/>
                    </a:lnTo>
                    <a:lnTo>
                      <a:pt x="1693" y="626"/>
                    </a:lnTo>
                    <a:lnTo>
                      <a:pt x="1693" y="626"/>
                    </a:lnTo>
                    <a:lnTo>
                      <a:pt x="1697" y="627"/>
                    </a:lnTo>
                    <a:lnTo>
                      <a:pt x="1697" y="627"/>
                    </a:lnTo>
                    <a:lnTo>
                      <a:pt x="1701" y="630"/>
                    </a:lnTo>
                    <a:lnTo>
                      <a:pt x="1701" y="630"/>
                    </a:lnTo>
                    <a:lnTo>
                      <a:pt x="1705" y="632"/>
                    </a:lnTo>
                    <a:lnTo>
                      <a:pt x="1705" y="632"/>
                    </a:lnTo>
                    <a:lnTo>
                      <a:pt x="1709" y="634"/>
                    </a:lnTo>
                    <a:lnTo>
                      <a:pt x="1709" y="634"/>
                    </a:lnTo>
                    <a:lnTo>
                      <a:pt x="1713" y="637"/>
                    </a:lnTo>
                    <a:lnTo>
                      <a:pt x="1713" y="637"/>
                    </a:lnTo>
                    <a:lnTo>
                      <a:pt x="1717" y="639"/>
                    </a:lnTo>
                    <a:lnTo>
                      <a:pt x="1717" y="639"/>
                    </a:lnTo>
                    <a:lnTo>
                      <a:pt x="1721" y="642"/>
                    </a:lnTo>
                    <a:lnTo>
                      <a:pt x="1721" y="642"/>
                    </a:lnTo>
                    <a:lnTo>
                      <a:pt x="1725" y="644"/>
                    </a:lnTo>
                    <a:lnTo>
                      <a:pt x="1725" y="644"/>
                    </a:lnTo>
                    <a:lnTo>
                      <a:pt x="1729" y="647"/>
                    </a:lnTo>
                    <a:lnTo>
                      <a:pt x="1729" y="647"/>
                    </a:lnTo>
                    <a:lnTo>
                      <a:pt x="1733" y="649"/>
                    </a:lnTo>
                    <a:lnTo>
                      <a:pt x="1733" y="649"/>
                    </a:lnTo>
                    <a:lnTo>
                      <a:pt x="1737" y="652"/>
                    </a:lnTo>
                    <a:lnTo>
                      <a:pt x="1737" y="652"/>
                    </a:lnTo>
                    <a:lnTo>
                      <a:pt x="1741" y="654"/>
                    </a:lnTo>
                    <a:lnTo>
                      <a:pt x="1741" y="654"/>
                    </a:lnTo>
                    <a:lnTo>
                      <a:pt x="1745" y="656"/>
                    </a:lnTo>
                    <a:lnTo>
                      <a:pt x="1745" y="656"/>
                    </a:lnTo>
                    <a:lnTo>
                      <a:pt x="1749" y="657"/>
                    </a:lnTo>
                    <a:lnTo>
                      <a:pt x="1749" y="657"/>
                    </a:lnTo>
                    <a:lnTo>
                      <a:pt x="1753" y="658"/>
                    </a:lnTo>
                    <a:lnTo>
                      <a:pt x="1753" y="658"/>
                    </a:lnTo>
                    <a:lnTo>
                      <a:pt x="1757" y="659"/>
                    </a:lnTo>
                    <a:lnTo>
                      <a:pt x="1757" y="659"/>
                    </a:lnTo>
                    <a:lnTo>
                      <a:pt x="1761" y="660"/>
                    </a:lnTo>
                    <a:lnTo>
                      <a:pt x="1761" y="660"/>
                    </a:lnTo>
                    <a:lnTo>
                      <a:pt x="1765" y="661"/>
                    </a:lnTo>
                    <a:lnTo>
                      <a:pt x="1765" y="661"/>
                    </a:lnTo>
                    <a:lnTo>
                      <a:pt x="1769" y="662"/>
                    </a:lnTo>
                    <a:lnTo>
                      <a:pt x="1769" y="662"/>
                    </a:lnTo>
                    <a:lnTo>
                      <a:pt x="1773" y="663"/>
                    </a:lnTo>
                    <a:lnTo>
                      <a:pt x="1773" y="663"/>
                    </a:lnTo>
                    <a:lnTo>
                      <a:pt x="1777" y="663"/>
                    </a:lnTo>
                    <a:lnTo>
                      <a:pt x="1777" y="663"/>
                    </a:lnTo>
                    <a:lnTo>
                      <a:pt x="1781" y="663"/>
                    </a:lnTo>
                    <a:lnTo>
                      <a:pt x="1781" y="663"/>
                    </a:lnTo>
                    <a:lnTo>
                      <a:pt x="1785" y="663"/>
                    </a:lnTo>
                    <a:lnTo>
                      <a:pt x="1785" y="663"/>
                    </a:lnTo>
                    <a:lnTo>
                      <a:pt x="1789" y="663"/>
                    </a:lnTo>
                    <a:lnTo>
                      <a:pt x="1789" y="663"/>
                    </a:lnTo>
                    <a:lnTo>
                      <a:pt x="1789" y="663"/>
                    </a:lnTo>
                    <a:lnTo>
                      <a:pt x="1793" y="663"/>
                    </a:lnTo>
                    <a:lnTo>
                      <a:pt x="1793" y="663"/>
                    </a:lnTo>
                    <a:lnTo>
                      <a:pt x="1797" y="663"/>
                    </a:lnTo>
                    <a:lnTo>
                      <a:pt x="1797" y="663"/>
                    </a:lnTo>
                    <a:lnTo>
                      <a:pt x="1801" y="663"/>
                    </a:lnTo>
                    <a:lnTo>
                      <a:pt x="1801" y="663"/>
                    </a:lnTo>
                    <a:lnTo>
                      <a:pt x="1805" y="663"/>
                    </a:lnTo>
                    <a:lnTo>
                      <a:pt x="1805" y="663"/>
                    </a:lnTo>
                    <a:lnTo>
                      <a:pt x="1805" y="663"/>
                    </a:lnTo>
                    <a:lnTo>
                      <a:pt x="1809" y="662"/>
                    </a:lnTo>
                    <a:lnTo>
                      <a:pt x="1809" y="662"/>
                    </a:lnTo>
                    <a:lnTo>
                      <a:pt x="1813" y="660"/>
                    </a:lnTo>
                    <a:lnTo>
                      <a:pt x="1813" y="660"/>
                    </a:lnTo>
                    <a:lnTo>
                      <a:pt x="1817" y="659"/>
                    </a:lnTo>
                    <a:lnTo>
                      <a:pt x="1817" y="659"/>
                    </a:lnTo>
                    <a:lnTo>
                      <a:pt x="1821" y="657"/>
                    </a:lnTo>
                    <a:lnTo>
                      <a:pt x="1821" y="657"/>
                    </a:lnTo>
                    <a:lnTo>
                      <a:pt x="1825" y="655"/>
                    </a:lnTo>
                    <a:lnTo>
                      <a:pt x="1825" y="655"/>
                    </a:lnTo>
                    <a:lnTo>
                      <a:pt x="1829" y="653"/>
                    </a:lnTo>
                    <a:lnTo>
                      <a:pt x="1829" y="653"/>
                    </a:lnTo>
                    <a:lnTo>
                      <a:pt x="1833" y="651"/>
                    </a:lnTo>
                    <a:lnTo>
                      <a:pt x="1833" y="651"/>
                    </a:lnTo>
                    <a:lnTo>
                      <a:pt x="1837" y="649"/>
                    </a:lnTo>
                    <a:lnTo>
                      <a:pt x="1837" y="649"/>
                    </a:lnTo>
                    <a:lnTo>
                      <a:pt x="1841" y="646"/>
                    </a:lnTo>
                    <a:lnTo>
                      <a:pt x="1841" y="646"/>
                    </a:lnTo>
                    <a:lnTo>
                      <a:pt x="1845" y="643"/>
                    </a:lnTo>
                    <a:lnTo>
                      <a:pt x="1846" y="643"/>
                    </a:lnTo>
                    <a:lnTo>
                      <a:pt x="1849" y="640"/>
                    </a:lnTo>
                    <a:lnTo>
                      <a:pt x="1849" y="640"/>
                    </a:lnTo>
                    <a:lnTo>
                      <a:pt x="1853" y="631"/>
                    </a:lnTo>
                    <a:lnTo>
                      <a:pt x="1853" y="630"/>
                    </a:lnTo>
                    <a:lnTo>
                      <a:pt x="1857" y="622"/>
                    </a:lnTo>
                    <a:lnTo>
                      <a:pt x="1858" y="622"/>
                    </a:lnTo>
                    <a:lnTo>
                      <a:pt x="1861" y="621"/>
                    </a:lnTo>
                    <a:lnTo>
                      <a:pt x="1861" y="620"/>
                    </a:lnTo>
                    <a:lnTo>
                      <a:pt x="1865" y="618"/>
                    </a:lnTo>
                    <a:lnTo>
                      <a:pt x="1865" y="618"/>
                    </a:lnTo>
                    <a:lnTo>
                      <a:pt x="1869" y="616"/>
                    </a:lnTo>
                    <a:lnTo>
                      <a:pt x="1870" y="616"/>
                    </a:lnTo>
                    <a:lnTo>
                      <a:pt x="1873" y="614"/>
                    </a:lnTo>
                    <a:lnTo>
                      <a:pt x="1873" y="614"/>
                    </a:lnTo>
                    <a:lnTo>
                      <a:pt x="1877" y="612"/>
                    </a:lnTo>
                    <a:lnTo>
                      <a:pt x="1877" y="611"/>
                    </a:lnTo>
                    <a:lnTo>
                      <a:pt x="1881" y="609"/>
                    </a:lnTo>
                    <a:lnTo>
                      <a:pt x="1881" y="609"/>
                    </a:lnTo>
                    <a:lnTo>
                      <a:pt x="1885" y="608"/>
                    </a:lnTo>
                    <a:lnTo>
                      <a:pt x="1885" y="608"/>
                    </a:lnTo>
                    <a:lnTo>
                      <a:pt x="1889" y="607"/>
                    </a:lnTo>
                    <a:lnTo>
                      <a:pt x="1889" y="607"/>
                    </a:lnTo>
                    <a:lnTo>
                      <a:pt x="1893" y="607"/>
                    </a:lnTo>
                    <a:lnTo>
                      <a:pt x="1893" y="607"/>
                    </a:lnTo>
                    <a:lnTo>
                      <a:pt x="1894" y="607"/>
                    </a:lnTo>
                    <a:lnTo>
                      <a:pt x="1897" y="608"/>
                    </a:lnTo>
                    <a:lnTo>
                      <a:pt x="1897" y="608"/>
                    </a:lnTo>
                    <a:lnTo>
                      <a:pt x="1901" y="609"/>
                    </a:lnTo>
                    <a:lnTo>
                      <a:pt x="1901" y="609"/>
                    </a:lnTo>
                    <a:lnTo>
                      <a:pt x="1905" y="610"/>
                    </a:lnTo>
                    <a:lnTo>
                      <a:pt x="1906" y="610"/>
                    </a:lnTo>
                    <a:lnTo>
                      <a:pt x="1909" y="612"/>
                    </a:lnTo>
                    <a:lnTo>
                      <a:pt x="1909" y="612"/>
                    </a:lnTo>
                    <a:lnTo>
                      <a:pt x="1914" y="613"/>
                    </a:lnTo>
                    <a:lnTo>
                      <a:pt x="1914" y="613"/>
                    </a:lnTo>
                    <a:lnTo>
                      <a:pt x="1917" y="616"/>
                    </a:lnTo>
                    <a:lnTo>
                      <a:pt x="1918" y="616"/>
                    </a:lnTo>
                    <a:lnTo>
                      <a:pt x="1918" y="616"/>
                    </a:lnTo>
                    <a:lnTo>
                      <a:pt x="1921" y="611"/>
                    </a:lnTo>
                    <a:lnTo>
                      <a:pt x="1921" y="611"/>
                    </a:lnTo>
                    <a:lnTo>
                      <a:pt x="1921" y="611"/>
                    </a:lnTo>
                    <a:lnTo>
                      <a:pt x="1926" y="613"/>
                    </a:lnTo>
                    <a:lnTo>
                      <a:pt x="1926" y="613"/>
                    </a:lnTo>
                    <a:lnTo>
                      <a:pt x="1929" y="621"/>
                    </a:lnTo>
                    <a:lnTo>
                      <a:pt x="1930" y="621"/>
                    </a:lnTo>
                    <a:lnTo>
                      <a:pt x="1933" y="630"/>
                    </a:lnTo>
                    <a:lnTo>
                      <a:pt x="1933" y="630"/>
                    </a:lnTo>
                    <a:lnTo>
                      <a:pt x="1938" y="630"/>
                    </a:lnTo>
                    <a:lnTo>
                      <a:pt x="1938" y="630"/>
                    </a:lnTo>
                    <a:lnTo>
                      <a:pt x="1941" y="632"/>
                    </a:lnTo>
                    <a:lnTo>
                      <a:pt x="1942" y="632"/>
                    </a:lnTo>
                    <a:lnTo>
                      <a:pt x="1945" y="634"/>
                    </a:lnTo>
                    <a:lnTo>
                      <a:pt x="1945" y="634"/>
                    </a:lnTo>
                    <a:lnTo>
                      <a:pt x="1950" y="636"/>
                    </a:lnTo>
                    <a:lnTo>
                      <a:pt x="1950" y="636"/>
                    </a:lnTo>
                    <a:lnTo>
                      <a:pt x="1953" y="637"/>
                    </a:lnTo>
                    <a:lnTo>
                      <a:pt x="1954" y="637"/>
                    </a:lnTo>
                    <a:lnTo>
                      <a:pt x="1956" y="639"/>
                    </a:lnTo>
                    <a:lnTo>
                      <a:pt x="1957" y="627"/>
                    </a:lnTo>
                    <a:lnTo>
                      <a:pt x="1957" y="627"/>
                    </a:lnTo>
                    <a:lnTo>
                      <a:pt x="1961" y="607"/>
                    </a:lnTo>
                    <a:lnTo>
                      <a:pt x="1962" y="607"/>
                    </a:lnTo>
                    <a:lnTo>
                      <a:pt x="1962" y="607"/>
                    </a:lnTo>
                    <a:lnTo>
                      <a:pt x="1965" y="609"/>
                    </a:lnTo>
                    <a:lnTo>
                      <a:pt x="1965" y="609"/>
                    </a:lnTo>
                    <a:lnTo>
                      <a:pt x="1969" y="611"/>
                    </a:lnTo>
                    <a:lnTo>
                      <a:pt x="1969" y="611"/>
                    </a:lnTo>
                    <a:lnTo>
                      <a:pt x="1974" y="611"/>
                    </a:lnTo>
                    <a:lnTo>
                      <a:pt x="1974" y="611"/>
                    </a:lnTo>
                    <a:lnTo>
                      <a:pt x="1977" y="611"/>
                    </a:lnTo>
                    <a:lnTo>
                      <a:pt x="1977" y="611"/>
                    </a:lnTo>
                    <a:lnTo>
                      <a:pt x="1978" y="611"/>
                    </a:lnTo>
                    <a:lnTo>
                      <a:pt x="1981" y="611"/>
                    </a:lnTo>
                    <a:lnTo>
                      <a:pt x="1982" y="611"/>
                    </a:lnTo>
                    <a:lnTo>
                      <a:pt x="1982" y="611"/>
                    </a:lnTo>
                    <a:lnTo>
                      <a:pt x="1985" y="611"/>
                    </a:lnTo>
                    <a:lnTo>
                      <a:pt x="1986" y="611"/>
                    </a:lnTo>
                    <a:lnTo>
                      <a:pt x="1986" y="611"/>
                    </a:lnTo>
                    <a:lnTo>
                      <a:pt x="1989" y="611"/>
                    </a:lnTo>
                    <a:lnTo>
                      <a:pt x="1989" y="608"/>
                    </a:lnTo>
                    <a:lnTo>
                      <a:pt x="1990" y="608"/>
                    </a:lnTo>
                    <a:lnTo>
                      <a:pt x="1991" y="600"/>
                    </a:lnTo>
                    <a:lnTo>
                      <a:pt x="1994" y="600"/>
                    </a:lnTo>
                    <a:lnTo>
                      <a:pt x="1994" y="600"/>
                    </a:lnTo>
                    <a:lnTo>
                      <a:pt x="1998" y="607"/>
                    </a:lnTo>
                    <a:lnTo>
                      <a:pt x="1998" y="607"/>
                    </a:lnTo>
                    <a:lnTo>
                      <a:pt x="1998" y="607"/>
                    </a:lnTo>
                    <a:lnTo>
                      <a:pt x="2001" y="607"/>
                    </a:lnTo>
                    <a:lnTo>
                      <a:pt x="2002" y="607"/>
                    </a:lnTo>
                    <a:lnTo>
                      <a:pt x="2006" y="608"/>
                    </a:lnTo>
                    <a:lnTo>
                      <a:pt x="2006" y="608"/>
                    </a:lnTo>
                    <a:lnTo>
                      <a:pt x="2010" y="608"/>
                    </a:lnTo>
                    <a:lnTo>
                      <a:pt x="2010" y="608"/>
                    </a:lnTo>
                    <a:lnTo>
                      <a:pt x="2013" y="609"/>
                    </a:lnTo>
                    <a:lnTo>
                      <a:pt x="2014" y="609"/>
                    </a:lnTo>
                    <a:lnTo>
                      <a:pt x="2017" y="609"/>
                    </a:lnTo>
                    <a:lnTo>
                      <a:pt x="2018" y="609"/>
                    </a:lnTo>
                    <a:lnTo>
                      <a:pt x="2018" y="609"/>
                    </a:lnTo>
                    <a:lnTo>
                      <a:pt x="2022" y="608"/>
                    </a:lnTo>
                    <a:lnTo>
                      <a:pt x="2022" y="608"/>
                    </a:lnTo>
                    <a:lnTo>
                      <a:pt x="2025" y="607"/>
                    </a:lnTo>
                    <a:lnTo>
                      <a:pt x="2026" y="607"/>
                    </a:lnTo>
                    <a:lnTo>
                      <a:pt x="2030" y="606"/>
                    </a:lnTo>
                    <a:lnTo>
                      <a:pt x="2030" y="606"/>
                    </a:lnTo>
                    <a:lnTo>
                      <a:pt x="2032" y="605"/>
                    </a:lnTo>
                    <a:lnTo>
                      <a:pt x="2034" y="614"/>
                    </a:lnTo>
                    <a:lnTo>
                      <a:pt x="2034" y="615"/>
                    </a:lnTo>
                    <a:lnTo>
                      <a:pt x="2037" y="639"/>
                    </a:lnTo>
                    <a:lnTo>
                      <a:pt x="2038" y="639"/>
                    </a:lnTo>
                    <a:lnTo>
                      <a:pt x="2042" y="639"/>
                    </a:lnTo>
                    <a:lnTo>
                      <a:pt x="2042" y="639"/>
                    </a:lnTo>
                    <a:lnTo>
                      <a:pt x="2046" y="639"/>
                    </a:lnTo>
                    <a:lnTo>
                      <a:pt x="2046" y="639"/>
                    </a:lnTo>
                    <a:lnTo>
                      <a:pt x="2050" y="640"/>
                    </a:lnTo>
                    <a:lnTo>
                      <a:pt x="2050" y="640"/>
                    </a:lnTo>
                    <a:lnTo>
                      <a:pt x="2054" y="640"/>
                    </a:lnTo>
                    <a:lnTo>
                      <a:pt x="2054" y="640"/>
                    </a:lnTo>
                    <a:lnTo>
                      <a:pt x="2058" y="641"/>
                    </a:lnTo>
                    <a:lnTo>
                      <a:pt x="2058" y="641"/>
                    </a:lnTo>
                    <a:lnTo>
                      <a:pt x="2062" y="641"/>
                    </a:lnTo>
                    <a:lnTo>
                      <a:pt x="2062" y="641"/>
                    </a:lnTo>
                    <a:lnTo>
                      <a:pt x="2066" y="644"/>
                    </a:lnTo>
                    <a:lnTo>
                      <a:pt x="2066" y="644"/>
                    </a:lnTo>
                    <a:lnTo>
                      <a:pt x="2070" y="654"/>
                    </a:lnTo>
                    <a:lnTo>
                      <a:pt x="2070" y="654"/>
                    </a:lnTo>
                    <a:lnTo>
                      <a:pt x="2074" y="654"/>
                    </a:lnTo>
                    <a:lnTo>
                      <a:pt x="2074" y="654"/>
                    </a:lnTo>
                    <a:lnTo>
                      <a:pt x="2078" y="655"/>
                    </a:lnTo>
                    <a:lnTo>
                      <a:pt x="2078" y="655"/>
                    </a:lnTo>
                    <a:lnTo>
                      <a:pt x="2082" y="655"/>
                    </a:lnTo>
                    <a:lnTo>
                      <a:pt x="2082" y="655"/>
                    </a:lnTo>
                    <a:lnTo>
                      <a:pt x="2086" y="656"/>
                    </a:lnTo>
                    <a:lnTo>
                      <a:pt x="2086" y="656"/>
                    </a:lnTo>
                    <a:lnTo>
                      <a:pt x="2090" y="656"/>
                    </a:lnTo>
                    <a:lnTo>
                      <a:pt x="2090" y="656"/>
                    </a:lnTo>
                    <a:lnTo>
                      <a:pt x="2094" y="656"/>
                    </a:lnTo>
                    <a:lnTo>
                      <a:pt x="2094" y="656"/>
                    </a:lnTo>
                    <a:lnTo>
                      <a:pt x="2098" y="657"/>
                    </a:lnTo>
                    <a:lnTo>
                      <a:pt x="2098" y="657"/>
                    </a:lnTo>
                    <a:lnTo>
                      <a:pt x="2102" y="659"/>
                    </a:lnTo>
                    <a:lnTo>
                      <a:pt x="2102" y="659"/>
                    </a:lnTo>
                    <a:lnTo>
                      <a:pt x="2106" y="661"/>
                    </a:lnTo>
                    <a:lnTo>
                      <a:pt x="2106" y="661"/>
                    </a:lnTo>
                    <a:lnTo>
                      <a:pt x="2110" y="662"/>
                    </a:lnTo>
                    <a:lnTo>
                      <a:pt x="2110" y="662"/>
                    </a:lnTo>
                    <a:lnTo>
                      <a:pt x="2114" y="663"/>
                    </a:lnTo>
                    <a:lnTo>
                      <a:pt x="2114" y="663"/>
                    </a:lnTo>
                    <a:lnTo>
                      <a:pt x="2118" y="663"/>
                    </a:lnTo>
                    <a:lnTo>
                      <a:pt x="2118" y="663"/>
                    </a:lnTo>
                    <a:lnTo>
                      <a:pt x="2118" y="663"/>
                    </a:lnTo>
                    <a:lnTo>
                      <a:pt x="2122" y="663"/>
                    </a:lnTo>
                    <a:lnTo>
                      <a:pt x="2122" y="663"/>
                    </a:lnTo>
                    <a:lnTo>
                      <a:pt x="2126" y="663"/>
                    </a:lnTo>
                    <a:lnTo>
                      <a:pt x="2126" y="663"/>
                    </a:lnTo>
                    <a:lnTo>
                      <a:pt x="2130" y="663"/>
                    </a:lnTo>
                    <a:lnTo>
                      <a:pt x="2130" y="663"/>
                    </a:lnTo>
                    <a:lnTo>
                      <a:pt x="2130" y="663"/>
                    </a:lnTo>
                    <a:lnTo>
                      <a:pt x="2133" y="663"/>
                    </a:lnTo>
                    <a:lnTo>
                      <a:pt x="2134" y="663"/>
                    </a:lnTo>
                    <a:lnTo>
                      <a:pt x="2134" y="663"/>
                    </a:lnTo>
                    <a:lnTo>
                      <a:pt x="2136" y="663"/>
                    </a:lnTo>
                    <a:lnTo>
                      <a:pt x="2138" y="663"/>
                    </a:lnTo>
                    <a:lnTo>
                      <a:pt x="2138" y="663"/>
                    </a:lnTo>
                    <a:lnTo>
                      <a:pt x="2138" y="663"/>
                    </a:lnTo>
                    <a:lnTo>
                      <a:pt x="2142" y="663"/>
                    </a:lnTo>
                    <a:lnTo>
                      <a:pt x="2142" y="663"/>
                    </a:lnTo>
                    <a:lnTo>
                      <a:pt x="2142" y="663"/>
                    </a:lnTo>
                    <a:lnTo>
                      <a:pt x="2146" y="663"/>
                    </a:lnTo>
                    <a:lnTo>
                      <a:pt x="2146" y="663"/>
                    </a:lnTo>
                    <a:lnTo>
                      <a:pt x="2149" y="663"/>
                    </a:lnTo>
                    <a:lnTo>
                      <a:pt x="2150" y="663"/>
                    </a:lnTo>
                    <a:lnTo>
                      <a:pt x="2150" y="663"/>
                    </a:lnTo>
                    <a:lnTo>
                      <a:pt x="2154" y="663"/>
                    </a:lnTo>
                    <a:lnTo>
                      <a:pt x="2154" y="663"/>
                    </a:lnTo>
                    <a:lnTo>
                      <a:pt x="2154" y="663"/>
                    </a:lnTo>
                    <a:lnTo>
                      <a:pt x="2157" y="663"/>
                    </a:lnTo>
                    <a:lnTo>
                      <a:pt x="2158" y="663"/>
                    </a:lnTo>
                    <a:lnTo>
                      <a:pt x="2158" y="663"/>
                    </a:lnTo>
                    <a:lnTo>
                      <a:pt x="2161" y="663"/>
                    </a:lnTo>
                    <a:lnTo>
                      <a:pt x="2162" y="663"/>
                    </a:lnTo>
                    <a:lnTo>
                      <a:pt x="2162" y="663"/>
                    </a:lnTo>
                    <a:lnTo>
                      <a:pt x="2162" y="663"/>
                    </a:lnTo>
                    <a:lnTo>
                      <a:pt x="2166" y="663"/>
                    </a:lnTo>
                    <a:lnTo>
                      <a:pt x="2166" y="663"/>
                    </a:lnTo>
                    <a:lnTo>
                      <a:pt x="2170" y="663"/>
                    </a:lnTo>
                    <a:lnTo>
                      <a:pt x="2170" y="663"/>
                    </a:lnTo>
                    <a:lnTo>
                      <a:pt x="2170" y="663"/>
                    </a:lnTo>
                    <a:lnTo>
                      <a:pt x="2172" y="663"/>
                    </a:lnTo>
                    <a:lnTo>
                      <a:pt x="2174" y="663"/>
                    </a:lnTo>
                    <a:lnTo>
                      <a:pt x="2174" y="663"/>
                    </a:lnTo>
                    <a:lnTo>
                      <a:pt x="2178" y="661"/>
                    </a:lnTo>
                    <a:lnTo>
                      <a:pt x="2178" y="661"/>
                    </a:lnTo>
                    <a:lnTo>
                      <a:pt x="2182" y="659"/>
                    </a:lnTo>
                    <a:lnTo>
                      <a:pt x="2182" y="659"/>
                    </a:lnTo>
                    <a:lnTo>
                      <a:pt x="2186" y="657"/>
                    </a:lnTo>
                    <a:lnTo>
                      <a:pt x="2186" y="657"/>
                    </a:lnTo>
                    <a:lnTo>
                      <a:pt x="2190" y="656"/>
                    </a:lnTo>
                    <a:lnTo>
                      <a:pt x="2190" y="656"/>
                    </a:lnTo>
                    <a:lnTo>
                      <a:pt x="2194" y="654"/>
                    </a:lnTo>
                    <a:lnTo>
                      <a:pt x="2194" y="654"/>
                    </a:lnTo>
                    <a:lnTo>
                      <a:pt x="2198" y="652"/>
                    </a:lnTo>
                    <a:lnTo>
                      <a:pt x="2198" y="652"/>
                    </a:lnTo>
                    <a:lnTo>
                      <a:pt x="2202" y="651"/>
                    </a:lnTo>
                    <a:lnTo>
                      <a:pt x="2202" y="651"/>
                    </a:lnTo>
                    <a:lnTo>
                      <a:pt x="2206" y="649"/>
                    </a:lnTo>
                    <a:lnTo>
                      <a:pt x="2206" y="649"/>
                    </a:lnTo>
                    <a:lnTo>
                      <a:pt x="2210" y="647"/>
                    </a:lnTo>
                    <a:lnTo>
                      <a:pt x="2210" y="647"/>
                    </a:lnTo>
                    <a:lnTo>
                      <a:pt x="2214" y="645"/>
                    </a:lnTo>
                    <a:lnTo>
                      <a:pt x="2214" y="645"/>
                    </a:lnTo>
                    <a:lnTo>
                      <a:pt x="2218" y="644"/>
                    </a:lnTo>
                    <a:lnTo>
                      <a:pt x="2218" y="644"/>
                    </a:lnTo>
                    <a:lnTo>
                      <a:pt x="2222" y="642"/>
                    </a:lnTo>
                    <a:lnTo>
                      <a:pt x="2222" y="642"/>
                    </a:lnTo>
                    <a:lnTo>
                      <a:pt x="2226" y="640"/>
                    </a:lnTo>
                    <a:lnTo>
                      <a:pt x="2226" y="640"/>
                    </a:lnTo>
                    <a:lnTo>
                      <a:pt x="2230" y="639"/>
                    </a:lnTo>
                    <a:lnTo>
                      <a:pt x="2230" y="639"/>
                    </a:lnTo>
                    <a:lnTo>
                      <a:pt x="2234" y="637"/>
                    </a:lnTo>
                    <a:lnTo>
                      <a:pt x="2234" y="637"/>
                    </a:lnTo>
                    <a:lnTo>
                      <a:pt x="2238" y="636"/>
                    </a:lnTo>
                    <a:lnTo>
                      <a:pt x="2238" y="636"/>
                    </a:lnTo>
                    <a:lnTo>
                      <a:pt x="2242" y="634"/>
                    </a:lnTo>
                    <a:lnTo>
                      <a:pt x="2242" y="634"/>
                    </a:lnTo>
                    <a:lnTo>
                      <a:pt x="2246" y="632"/>
                    </a:lnTo>
                    <a:lnTo>
                      <a:pt x="2246" y="632"/>
                    </a:lnTo>
                    <a:lnTo>
                      <a:pt x="2250" y="631"/>
                    </a:lnTo>
                    <a:lnTo>
                      <a:pt x="2250" y="631"/>
                    </a:lnTo>
                    <a:lnTo>
                      <a:pt x="2250" y="631"/>
                    </a:lnTo>
                    <a:lnTo>
                      <a:pt x="2251" y="631"/>
                    </a:lnTo>
                    <a:lnTo>
                      <a:pt x="2254" y="632"/>
                    </a:lnTo>
                    <a:lnTo>
                      <a:pt x="2254" y="632"/>
                    </a:lnTo>
                    <a:lnTo>
                      <a:pt x="2258" y="633"/>
                    </a:lnTo>
                    <a:lnTo>
                      <a:pt x="2258" y="634"/>
                    </a:lnTo>
                    <a:lnTo>
                      <a:pt x="2262" y="635"/>
                    </a:lnTo>
                    <a:lnTo>
                      <a:pt x="2262" y="635"/>
                    </a:lnTo>
                    <a:lnTo>
                      <a:pt x="2266" y="637"/>
                    </a:lnTo>
                    <a:lnTo>
                      <a:pt x="2266" y="637"/>
                    </a:lnTo>
                    <a:lnTo>
                      <a:pt x="2270" y="639"/>
                    </a:lnTo>
                    <a:lnTo>
                      <a:pt x="2270" y="639"/>
                    </a:lnTo>
                    <a:lnTo>
                      <a:pt x="2274" y="640"/>
                    </a:lnTo>
                    <a:lnTo>
                      <a:pt x="2274" y="640"/>
                    </a:lnTo>
                    <a:lnTo>
                      <a:pt x="2278" y="641"/>
                    </a:lnTo>
                    <a:lnTo>
                      <a:pt x="2278" y="641"/>
                    </a:lnTo>
                    <a:lnTo>
                      <a:pt x="2282" y="643"/>
                    </a:lnTo>
                    <a:lnTo>
                      <a:pt x="2282" y="643"/>
                    </a:lnTo>
                    <a:lnTo>
                      <a:pt x="2286" y="645"/>
                    </a:lnTo>
                    <a:lnTo>
                      <a:pt x="2286" y="645"/>
                    </a:lnTo>
                    <a:lnTo>
                      <a:pt x="2290" y="646"/>
                    </a:lnTo>
                    <a:lnTo>
                      <a:pt x="2290" y="646"/>
                    </a:lnTo>
                    <a:lnTo>
                      <a:pt x="2294" y="647"/>
                    </a:lnTo>
                    <a:lnTo>
                      <a:pt x="2294" y="647"/>
                    </a:lnTo>
                    <a:lnTo>
                      <a:pt x="2298" y="648"/>
                    </a:lnTo>
                    <a:lnTo>
                      <a:pt x="2298" y="648"/>
                    </a:lnTo>
                    <a:lnTo>
                      <a:pt x="2302" y="649"/>
                    </a:lnTo>
                    <a:lnTo>
                      <a:pt x="2302" y="649"/>
                    </a:lnTo>
                    <a:lnTo>
                      <a:pt x="2306" y="649"/>
                    </a:lnTo>
                    <a:lnTo>
                      <a:pt x="2306" y="650"/>
                    </a:lnTo>
                    <a:lnTo>
                      <a:pt x="2310" y="650"/>
                    </a:lnTo>
                    <a:lnTo>
                      <a:pt x="2310" y="650"/>
                    </a:lnTo>
                    <a:lnTo>
                      <a:pt x="2314" y="651"/>
                    </a:lnTo>
                    <a:lnTo>
                      <a:pt x="2314" y="651"/>
                    </a:lnTo>
                    <a:lnTo>
                      <a:pt x="2318" y="651"/>
                    </a:lnTo>
                    <a:lnTo>
                      <a:pt x="2318" y="651"/>
                    </a:lnTo>
                    <a:lnTo>
                      <a:pt x="2322" y="652"/>
                    </a:lnTo>
                    <a:lnTo>
                      <a:pt x="2322" y="652"/>
                    </a:lnTo>
                    <a:lnTo>
                      <a:pt x="2326" y="653"/>
                    </a:lnTo>
                    <a:lnTo>
                      <a:pt x="2326" y="653"/>
                    </a:lnTo>
                    <a:lnTo>
                      <a:pt x="2328" y="653"/>
                    </a:lnTo>
                    <a:lnTo>
                      <a:pt x="2330" y="653"/>
                    </a:lnTo>
                    <a:lnTo>
                      <a:pt x="2330" y="653"/>
                    </a:lnTo>
                    <a:lnTo>
                      <a:pt x="2334" y="652"/>
                    </a:lnTo>
                    <a:lnTo>
                      <a:pt x="2334" y="652"/>
                    </a:lnTo>
                    <a:lnTo>
                      <a:pt x="2338" y="651"/>
                    </a:lnTo>
                    <a:lnTo>
                      <a:pt x="2338" y="651"/>
                    </a:lnTo>
                    <a:lnTo>
                      <a:pt x="2342" y="650"/>
                    </a:lnTo>
                    <a:lnTo>
                      <a:pt x="2342" y="650"/>
                    </a:lnTo>
                    <a:lnTo>
                      <a:pt x="2346" y="649"/>
                    </a:lnTo>
                    <a:lnTo>
                      <a:pt x="2346" y="649"/>
                    </a:lnTo>
                    <a:lnTo>
                      <a:pt x="2350" y="648"/>
                    </a:lnTo>
                    <a:lnTo>
                      <a:pt x="2350" y="648"/>
                    </a:lnTo>
                    <a:lnTo>
                      <a:pt x="2354" y="648"/>
                    </a:lnTo>
                    <a:lnTo>
                      <a:pt x="2354" y="648"/>
                    </a:lnTo>
                    <a:lnTo>
                      <a:pt x="2358" y="647"/>
                    </a:lnTo>
                    <a:lnTo>
                      <a:pt x="2358" y="647"/>
                    </a:lnTo>
                    <a:lnTo>
                      <a:pt x="2362" y="646"/>
                    </a:lnTo>
                    <a:lnTo>
                      <a:pt x="2362" y="646"/>
                    </a:lnTo>
                    <a:lnTo>
                      <a:pt x="2366" y="645"/>
                    </a:lnTo>
                    <a:lnTo>
                      <a:pt x="2366" y="645"/>
                    </a:lnTo>
                    <a:lnTo>
                      <a:pt x="2368" y="645"/>
                    </a:lnTo>
                    <a:lnTo>
                      <a:pt x="2370" y="645"/>
                    </a:lnTo>
                    <a:lnTo>
                      <a:pt x="2370" y="645"/>
                    </a:lnTo>
                    <a:lnTo>
                      <a:pt x="2371" y="645"/>
                    </a:lnTo>
                    <a:lnTo>
                      <a:pt x="2374" y="645"/>
                    </a:lnTo>
                    <a:lnTo>
                      <a:pt x="2374" y="645"/>
                    </a:lnTo>
                    <a:lnTo>
                      <a:pt x="2378" y="645"/>
                    </a:lnTo>
                    <a:lnTo>
                      <a:pt x="2378" y="645"/>
                    </a:lnTo>
                    <a:lnTo>
                      <a:pt x="2382" y="645"/>
                    </a:lnTo>
                    <a:lnTo>
                      <a:pt x="2382" y="645"/>
                    </a:lnTo>
                    <a:lnTo>
                      <a:pt x="2386" y="645"/>
                    </a:lnTo>
                    <a:lnTo>
                      <a:pt x="2387" y="645"/>
                    </a:lnTo>
                    <a:lnTo>
                      <a:pt x="2390" y="645"/>
                    </a:lnTo>
                    <a:lnTo>
                      <a:pt x="2390" y="645"/>
                    </a:lnTo>
                    <a:lnTo>
                      <a:pt x="2394" y="645"/>
                    </a:lnTo>
                    <a:lnTo>
                      <a:pt x="2394" y="645"/>
                    </a:lnTo>
                    <a:lnTo>
                      <a:pt x="2398" y="644"/>
                    </a:lnTo>
                    <a:lnTo>
                      <a:pt x="2399" y="644"/>
                    </a:lnTo>
                    <a:lnTo>
                      <a:pt x="2402" y="644"/>
                    </a:lnTo>
                    <a:lnTo>
                      <a:pt x="2402" y="644"/>
                    </a:lnTo>
                    <a:lnTo>
                      <a:pt x="2406" y="642"/>
                    </a:lnTo>
                    <a:lnTo>
                      <a:pt x="2406" y="642"/>
                    </a:lnTo>
                    <a:lnTo>
                      <a:pt x="2410" y="641"/>
                    </a:lnTo>
                    <a:lnTo>
                      <a:pt x="2411" y="640"/>
                    </a:lnTo>
                    <a:lnTo>
                      <a:pt x="2414" y="639"/>
                    </a:lnTo>
                    <a:lnTo>
                      <a:pt x="2414" y="639"/>
                    </a:lnTo>
                    <a:lnTo>
                      <a:pt x="2418" y="636"/>
                    </a:lnTo>
                    <a:lnTo>
                      <a:pt x="2418" y="636"/>
                    </a:lnTo>
                    <a:lnTo>
                      <a:pt x="2422" y="634"/>
                    </a:lnTo>
                    <a:lnTo>
                      <a:pt x="2422" y="634"/>
                    </a:lnTo>
                    <a:lnTo>
                      <a:pt x="2426" y="631"/>
                    </a:lnTo>
                    <a:lnTo>
                      <a:pt x="2426" y="631"/>
                    </a:lnTo>
                    <a:lnTo>
                      <a:pt x="2430" y="628"/>
                    </a:lnTo>
                    <a:lnTo>
                      <a:pt x="2430" y="628"/>
                    </a:lnTo>
                    <a:lnTo>
                      <a:pt x="2434" y="626"/>
                    </a:lnTo>
                    <a:lnTo>
                      <a:pt x="2435" y="626"/>
                    </a:lnTo>
                    <a:lnTo>
                      <a:pt x="2438" y="623"/>
                    </a:lnTo>
                    <a:lnTo>
                      <a:pt x="2438" y="623"/>
                    </a:lnTo>
                    <a:lnTo>
                      <a:pt x="2442" y="620"/>
                    </a:lnTo>
                    <a:lnTo>
                      <a:pt x="2442" y="619"/>
                    </a:lnTo>
                  </a:path>
                </a:pathLst>
              </a:custGeom>
              <a:noFill/>
              <a:ln w="12700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158" name="Freeform 155">
                <a:extLst>
                  <a:ext uri="{FF2B5EF4-FFF2-40B4-BE49-F238E27FC236}">
                    <a16:creationId xmlns:a16="http://schemas.microsoft.com/office/drawing/2014/main" id="{1814EA52-F68D-7F48-B172-A8EC2569A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9769" y="3278471"/>
                <a:ext cx="1959716" cy="1199029"/>
              </a:xfrm>
              <a:custGeom>
                <a:avLst/>
                <a:gdLst>
                  <a:gd name="T0" fmla="*/ 42 w 2442"/>
                  <a:gd name="T1" fmla="*/ 640 h 681"/>
                  <a:gd name="T2" fmla="*/ 82 w 2442"/>
                  <a:gd name="T3" fmla="*/ 642 h 681"/>
                  <a:gd name="T4" fmla="*/ 120 w 2442"/>
                  <a:gd name="T5" fmla="*/ 636 h 681"/>
                  <a:gd name="T6" fmla="*/ 160 w 2442"/>
                  <a:gd name="T7" fmla="*/ 615 h 681"/>
                  <a:gd name="T8" fmla="*/ 202 w 2442"/>
                  <a:gd name="T9" fmla="*/ 633 h 681"/>
                  <a:gd name="T10" fmla="*/ 246 w 2442"/>
                  <a:gd name="T11" fmla="*/ 674 h 681"/>
                  <a:gd name="T12" fmla="*/ 282 w 2442"/>
                  <a:gd name="T13" fmla="*/ 676 h 681"/>
                  <a:gd name="T14" fmla="*/ 319 w 2442"/>
                  <a:gd name="T15" fmla="*/ 655 h 681"/>
                  <a:gd name="T16" fmla="*/ 363 w 2442"/>
                  <a:gd name="T17" fmla="*/ 637 h 681"/>
                  <a:gd name="T18" fmla="*/ 401 w 2442"/>
                  <a:gd name="T19" fmla="*/ 644 h 681"/>
                  <a:gd name="T20" fmla="*/ 443 w 2442"/>
                  <a:gd name="T21" fmla="*/ 649 h 681"/>
                  <a:gd name="T22" fmla="*/ 485 w 2442"/>
                  <a:gd name="T23" fmla="*/ 669 h 681"/>
                  <a:gd name="T24" fmla="*/ 527 w 2442"/>
                  <a:gd name="T25" fmla="*/ 681 h 681"/>
                  <a:gd name="T26" fmla="*/ 567 w 2442"/>
                  <a:gd name="T27" fmla="*/ 678 h 681"/>
                  <a:gd name="T28" fmla="*/ 611 w 2442"/>
                  <a:gd name="T29" fmla="*/ 658 h 681"/>
                  <a:gd name="T30" fmla="*/ 653 w 2442"/>
                  <a:gd name="T31" fmla="*/ 636 h 681"/>
                  <a:gd name="T32" fmla="*/ 695 w 2442"/>
                  <a:gd name="T33" fmla="*/ 611 h 681"/>
                  <a:gd name="T34" fmla="*/ 734 w 2442"/>
                  <a:gd name="T35" fmla="*/ 585 h 681"/>
                  <a:gd name="T36" fmla="*/ 775 w 2442"/>
                  <a:gd name="T37" fmla="*/ 521 h 681"/>
                  <a:gd name="T38" fmla="*/ 808 w 2442"/>
                  <a:gd name="T39" fmla="*/ 458 h 681"/>
                  <a:gd name="T40" fmla="*/ 847 w 2442"/>
                  <a:gd name="T41" fmla="*/ 299 h 681"/>
                  <a:gd name="T42" fmla="*/ 886 w 2442"/>
                  <a:gd name="T43" fmla="*/ 123 h 681"/>
                  <a:gd name="T44" fmla="*/ 919 w 2442"/>
                  <a:gd name="T45" fmla="*/ 58 h 681"/>
                  <a:gd name="T46" fmla="*/ 950 w 2442"/>
                  <a:gd name="T47" fmla="*/ 48 h 681"/>
                  <a:gd name="T48" fmla="*/ 986 w 2442"/>
                  <a:gd name="T49" fmla="*/ 15 h 681"/>
                  <a:gd name="T50" fmla="*/ 1022 w 2442"/>
                  <a:gd name="T51" fmla="*/ 5 h 681"/>
                  <a:gd name="T52" fmla="*/ 1054 w 2442"/>
                  <a:gd name="T53" fmla="*/ 22 h 681"/>
                  <a:gd name="T54" fmla="*/ 1086 w 2442"/>
                  <a:gd name="T55" fmla="*/ 22 h 681"/>
                  <a:gd name="T56" fmla="*/ 1117 w 2442"/>
                  <a:gd name="T57" fmla="*/ 14 h 681"/>
                  <a:gd name="T58" fmla="*/ 1144 w 2442"/>
                  <a:gd name="T59" fmla="*/ 14 h 681"/>
                  <a:gd name="T60" fmla="*/ 1176 w 2442"/>
                  <a:gd name="T61" fmla="*/ 36 h 681"/>
                  <a:gd name="T62" fmla="*/ 1210 w 2442"/>
                  <a:gd name="T63" fmla="*/ 56 h 681"/>
                  <a:gd name="T64" fmla="*/ 1246 w 2442"/>
                  <a:gd name="T65" fmla="*/ 125 h 681"/>
                  <a:gd name="T66" fmla="*/ 1284 w 2442"/>
                  <a:gd name="T67" fmla="*/ 181 h 681"/>
                  <a:gd name="T68" fmla="*/ 1317 w 2442"/>
                  <a:gd name="T69" fmla="*/ 235 h 681"/>
                  <a:gd name="T70" fmla="*/ 1346 w 2442"/>
                  <a:gd name="T71" fmla="*/ 290 h 681"/>
                  <a:gd name="T72" fmla="*/ 1383 w 2442"/>
                  <a:gd name="T73" fmla="*/ 390 h 681"/>
                  <a:gd name="T74" fmla="*/ 1424 w 2442"/>
                  <a:gd name="T75" fmla="*/ 459 h 681"/>
                  <a:gd name="T76" fmla="*/ 1465 w 2442"/>
                  <a:gd name="T77" fmla="*/ 506 h 681"/>
                  <a:gd name="T78" fmla="*/ 1505 w 2442"/>
                  <a:gd name="T79" fmla="*/ 545 h 681"/>
                  <a:gd name="T80" fmla="*/ 1549 w 2442"/>
                  <a:gd name="T81" fmla="*/ 598 h 681"/>
                  <a:gd name="T82" fmla="*/ 1591 w 2442"/>
                  <a:gd name="T83" fmla="*/ 628 h 681"/>
                  <a:gd name="T84" fmla="*/ 1635 w 2442"/>
                  <a:gd name="T85" fmla="*/ 648 h 681"/>
                  <a:gd name="T86" fmla="*/ 1677 w 2442"/>
                  <a:gd name="T87" fmla="*/ 659 h 681"/>
                  <a:gd name="T88" fmla="*/ 1721 w 2442"/>
                  <a:gd name="T89" fmla="*/ 662 h 681"/>
                  <a:gd name="T90" fmla="*/ 1761 w 2442"/>
                  <a:gd name="T91" fmla="*/ 662 h 681"/>
                  <a:gd name="T92" fmla="*/ 1805 w 2442"/>
                  <a:gd name="T93" fmla="*/ 653 h 681"/>
                  <a:gd name="T94" fmla="*/ 1840 w 2442"/>
                  <a:gd name="T95" fmla="*/ 648 h 681"/>
                  <a:gd name="T96" fmla="*/ 1876 w 2442"/>
                  <a:gd name="T97" fmla="*/ 652 h 681"/>
                  <a:gd name="T98" fmla="*/ 1912 w 2442"/>
                  <a:gd name="T99" fmla="*/ 638 h 681"/>
                  <a:gd name="T100" fmla="*/ 1953 w 2442"/>
                  <a:gd name="T101" fmla="*/ 630 h 681"/>
                  <a:gd name="T102" fmla="*/ 1990 w 2442"/>
                  <a:gd name="T103" fmla="*/ 629 h 681"/>
                  <a:gd name="T104" fmla="*/ 2030 w 2442"/>
                  <a:gd name="T105" fmla="*/ 627 h 681"/>
                  <a:gd name="T106" fmla="*/ 2062 w 2442"/>
                  <a:gd name="T107" fmla="*/ 643 h 681"/>
                  <a:gd name="T108" fmla="*/ 2104 w 2442"/>
                  <a:gd name="T109" fmla="*/ 657 h 681"/>
                  <a:gd name="T110" fmla="*/ 2148 w 2442"/>
                  <a:gd name="T111" fmla="*/ 674 h 681"/>
                  <a:gd name="T112" fmla="*/ 2186 w 2442"/>
                  <a:gd name="T113" fmla="*/ 656 h 681"/>
                  <a:gd name="T114" fmla="*/ 2226 w 2442"/>
                  <a:gd name="T115" fmla="*/ 657 h 681"/>
                  <a:gd name="T116" fmla="*/ 2260 w 2442"/>
                  <a:gd name="T117" fmla="*/ 669 h 681"/>
                  <a:gd name="T118" fmla="*/ 2304 w 2442"/>
                  <a:gd name="T119" fmla="*/ 651 h 681"/>
                  <a:gd name="T120" fmla="*/ 2344 w 2442"/>
                  <a:gd name="T121" fmla="*/ 647 h 681"/>
                  <a:gd name="T122" fmla="*/ 2386 w 2442"/>
                  <a:gd name="T123" fmla="*/ 662 h 681"/>
                  <a:gd name="T124" fmla="*/ 2428 w 2442"/>
                  <a:gd name="T125" fmla="*/ 672 h 6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442" h="681">
                    <a:moveTo>
                      <a:pt x="0" y="670"/>
                    </a:moveTo>
                    <a:lnTo>
                      <a:pt x="2" y="662"/>
                    </a:lnTo>
                    <a:lnTo>
                      <a:pt x="2" y="661"/>
                    </a:lnTo>
                    <a:lnTo>
                      <a:pt x="4" y="658"/>
                    </a:lnTo>
                    <a:lnTo>
                      <a:pt x="4" y="658"/>
                    </a:lnTo>
                    <a:lnTo>
                      <a:pt x="6" y="657"/>
                    </a:lnTo>
                    <a:lnTo>
                      <a:pt x="6" y="657"/>
                    </a:lnTo>
                    <a:lnTo>
                      <a:pt x="8" y="657"/>
                    </a:lnTo>
                    <a:lnTo>
                      <a:pt x="8" y="657"/>
                    </a:lnTo>
                    <a:lnTo>
                      <a:pt x="10" y="656"/>
                    </a:lnTo>
                    <a:lnTo>
                      <a:pt x="10" y="656"/>
                    </a:lnTo>
                    <a:lnTo>
                      <a:pt x="12" y="655"/>
                    </a:lnTo>
                    <a:lnTo>
                      <a:pt x="12" y="655"/>
                    </a:lnTo>
                    <a:lnTo>
                      <a:pt x="14" y="655"/>
                    </a:lnTo>
                    <a:lnTo>
                      <a:pt x="14" y="655"/>
                    </a:lnTo>
                    <a:lnTo>
                      <a:pt x="16" y="654"/>
                    </a:lnTo>
                    <a:lnTo>
                      <a:pt x="16" y="654"/>
                    </a:lnTo>
                    <a:lnTo>
                      <a:pt x="18" y="653"/>
                    </a:lnTo>
                    <a:lnTo>
                      <a:pt x="18" y="653"/>
                    </a:lnTo>
                    <a:lnTo>
                      <a:pt x="20" y="653"/>
                    </a:lnTo>
                    <a:lnTo>
                      <a:pt x="20" y="653"/>
                    </a:lnTo>
                    <a:lnTo>
                      <a:pt x="22" y="652"/>
                    </a:lnTo>
                    <a:lnTo>
                      <a:pt x="22" y="652"/>
                    </a:lnTo>
                    <a:lnTo>
                      <a:pt x="24" y="651"/>
                    </a:lnTo>
                    <a:lnTo>
                      <a:pt x="24" y="651"/>
                    </a:lnTo>
                    <a:lnTo>
                      <a:pt x="26" y="651"/>
                    </a:lnTo>
                    <a:lnTo>
                      <a:pt x="26" y="651"/>
                    </a:lnTo>
                    <a:lnTo>
                      <a:pt x="28" y="650"/>
                    </a:lnTo>
                    <a:lnTo>
                      <a:pt x="28" y="650"/>
                    </a:lnTo>
                    <a:lnTo>
                      <a:pt x="30" y="648"/>
                    </a:lnTo>
                    <a:lnTo>
                      <a:pt x="30" y="648"/>
                    </a:lnTo>
                    <a:lnTo>
                      <a:pt x="32" y="647"/>
                    </a:lnTo>
                    <a:lnTo>
                      <a:pt x="32" y="647"/>
                    </a:lnTo>
                    <a:lnTo>
                      <a:pt x="34" y="646"/>
                    </a:lnTo>
                    <a:lnTo>
                      <a:pt x="34" y="646"/>
                    </a:lnTo>
                    <a:lnTo>
                      <a:pt x="36" y="645"/>
                    </a:lnTo>
                    <a:lnTo>
                      <a:pt x="36" y="645"/>
                    </a:lnTo>
                    <a:lnTo>
                      <a:pt x="38" y="643"/>
                    </a:lnTo>
                    <a:lnTo>
                      <a:pt x="38" y="643"/>
                    </a:lnTo>
                    <a:lnTo>
                      <a:pt x="40" y="642"/>
                    </a:lnTo>
                    <a:lnTo>
                      <a:pt x="40" y="642"/>
                    </a:lnTo>
                    <a:lnTo>
                      <a:pt x="42" y="640"/>
                    </a:lnTo>
                    <a:lnTo>
                      <a:pt x="42" y="640"/>
                    </a:lnTo>
                    <a:lnTo>
                      <a:pt x="44" y="639"/>
                    </a:lnTo>
                    <a:lnTo>
                      <a:pt x="44" y="639"/>
                    </a:lnTo>
                    <a:lnTo>
                      <a:pt x="46" y="638"/>
                    </a:lnTo>
                    <a:lnTo>
                      <a:pt x="46" y="638"/>
                    </a:lnTo>
                    <a:lnTo>
                      <a:pt x="48" y="636"/>
                    </a:lnTo>
                    <a:lnTo>
                      <a:pt x="48" y="636"/>
                    </a:lnTo>
                    <a:lnTo>
                      <a:pt x="50" y="635"/>
                    </a:lnTo>
                    <a:lnTo>
                      <a:pt x="50" y="635"/>
                    </a:lnTo>
                    <a:lnTo>
                      <a:pt x="52" y="634"/>
                    </a:lnTo>
                    <a:lnTo>
                      <a:pt x="52" y="634"/>
                    </a:lnTo>
                    <a:lnTo>
                      <a:pt x="54" y="633"/>
                    </a:lnTo>
                    <a:lnTo>
                      <a:pt x="54" y="633"/>
                    </a:lnTo>
                    <a:lnTo>
                      <a:pt x="56" y="632"/>
                    </a:lnTo>
                    <a:lnTo>
                      <a:pt x="56" y="632"/>
                    </a:lnTo>
                    <a:lnTo>
                      <a:pt x="58" y="630"/>
                    </a:lnTo>
                    <a:lnTo>
                      <a:pt x="58" y="630"/>
                    </a:lnTo>
                    <a:lnTo>
                      <a:pt x="60" y="629"/>
                    </a:lnTo>
                    <a:lnTo>
                      <a:pt x="60" y="629"/>
                    </a:lnTo>
                    <a:lnTo>
                      <a:pt x="62" y="628"/>
                    </a:lnTo>
                    <a:lnTo>
                      <a:pt x="62" y="628"/>
                    </a:lnTo>
                    <a:lnTo>
                      <a:pt x="64" y="627"/>
                    </a:lnTo>
                    <a:lnTo>
                      <a:pt x="64" y="627"/>
                    </a:lnTo>
                    <a:lnTo>
                      <a:pt x="66" y="626"/>
                    </a:lnTo>
                    <a:lnTo>
                      <a:pt x="66" y="626"/>
                    </a:lnTo>
                    <a:lnTo>
                      <a:pt x="68" y="625"/>
                    </a:lnTo>
                    <a:lnTo>
                      <a:pt x="68" y="624"/>
                    </a:lnTo>
                    <a:lnTo>
                      <a:pt x="70" y="624"/>
                    </a:lnTo>
                    <a:lnTo>
                      <a:pt x="70" y="624"/>
                    </a:lnTo>
                    <a:lnTo>
                      <a:pt x="72" y="623"/>
                    </a:lnTo>
                    <a:lnTo>
                      <a:pt x="72" y="623"/>
                    </a:lnTo>
                    <a:lnTo>
                      <a:pt x="74" y="621"/>
                    </a:lnTo>
                    <a:lnTo>
                      <a:pt x="74" y="621"/>
                    </a:lnTo>
                    <a:lnTo>
                      <a:pt x="75" y="621"/>
                    </a:lnTo>
                    <a:lnTo>
                      <a:pt x="76" y="630"/>
                    </a:lnTo>
                    <a:lnTo>
                      <a:pt x="76" y="630"/>
                    </a:lnTo>
                    <a:lnTo>
                      <a:pt x="78" y="639"/>
                    </a:lnTo>
                    <a:lnTo>
                      <a:pt x="78" y="639"/>
                    </a:lnTo>
                    <a:lnTo>
                      <a:pt x="78" y="639"/>
                    </a:lnTo>
                    <a:lnTo>
                      <a:pt x="79" y="643"/>
                    </a:lnTo>
                    <a:lnTo>
                      <a:pt x="80" y="643"/>
                    </a:lnTo>
                    <a:lnTo>
                      <a:pt x="80" y="642"/>
                    </a:lnTo>
                    <a:lnTo>
                      <a:pt x="82" y="642"/>
                    </a:lnTo>
                    <a:lnTo>
                      <a:pt x="82" y="642"/>
                    </a:lnTo>
                    <a:lnTo>
                      <a:pt x="84" y="641"/>
                    </a:lnTo>
                    <a:lnTo>
                      <a:pt x="84" y="641"/>
                    </a:lnTo>
                    <a:lnTo>
                      <a:pt x="86" y="641"/>
                    </a:lnTo>
                    <a:lnTo>
                      <a:pt x="86" y="641"/>
                    </a:lnTo>
                    <a:lnTo>
                      <a:pt x="88" y="640"/>
                    </a:lnTo>
                    <a:lnTo>
                      <a:pt x="88" y="640"/>
                    </a:lnTo>
                    <a:lnTo>
                      <a:pt x="90" y="639"/>
                    </a:lnTo>
                    <a:lnTo>
                      <a:pt x="90" y="639"/>
                    </a:lnTo>
                    <a:lnTo>
                      <a:pt x="92" y="639"/>
                    </a:lnTo>
                    <a:lnTo>
                      <a:pt x="92" y="639"/>
                    </a:lnTo>
                    <a:lnTo>
                      <a:pt x="94" y="638"/>
                    </a:lnTo>
                    <a:lnTo>
                      <a:pt x="94" y="638"/>
                    </a:lnTo>
                    <a:lnTo>
                      <a:pt x="96" y="638"/>
                    </a:lnTo>
                    <a:lnTo>
                      <a:pt x="96" y="638"/>
                    </a:lnTo>
                    <a:lnTo>
                      <a:pt x="98" y="637"/>
                    </a:lnTo>
                    <a:lnTo>
                      <a:pt x="98" y="637"/>
                    </a:lnTo>
                    <a:lnTo>
                      <a:pt x="100" y="636"/>
                    </a:lnTo>
                    <a:lnTo>
                      <a:pt x="100" y="636"/>
                    </a:lnTo>
                    <a:lnTo>
                      <a:pt x="102" y="636"/>
                    </a:lnTo>
                    <a:lnTo>
                      <a:pt x="102" y="636"/>
                    </a:lnTo>
                    <a:lnTo>
                      <a:pt x="104" y="636"/>
                    </a:lnTo>
                    <a:lnTo>
                      <a:pt x="104" y="636"/>
                    </a:lnTo>
                    <a:lnTo>
                      <a:pt x="105" y="636"/>
                    </a:lnTo>
                    <a:lnTo>
                      <a:pt x="106" y="636"/>
                    </a:lnTo>
                    <a:lnTo>
                      <a:pt x="106" y="636"/>
                    </a:lnTo>
                    <a:lnTo>
                      <a:pt x="107" y="636"/>
                    </a:lnTo>
                    <a:lnTo>
                      <a:pt x="108" y="636"/>
                    </a:lnTo>
                    <a:lnTo>
                      <a:pt x="108" y="636"/>
                    </a:lnTo>
                    <a:lnTo>
                      <a:pt x="110" y="636"/>
                    </a:lnTo>
                    <a:lnTo>
                      <a:pt x="110" y="636"/>
                    </a:lnTo>
                    <a:lnTo>
                      <a:pt x="110" y="636"/>
                    </a:lnTo>
                    <a:lnTo>
                      <a:pt x="111" y="636"/>
                    </a:lnTo>
                    <a:lnTo>
                      <a:pt x="111" y="636"/>
                    </a:lnTo>
                    <a:lnTo>
                      <a:pt x="112" y="636"/>
                    </a:lnTo>
                    <a:lnTo>
                      <a:pt x="112" y="636"/>
                    </a:lnTo>
                    <a:lnTo>
                      <a:pt x="114" y="636"/>
                    </a:lnTo>
                    <a:lnTo>
                      <a:pt x="114" y="636"/>
                    </a:lnTo>
                    <a:lnTo>
                      <a:pt x="116" y="636"/>
                    </a:lnTo>
                    <a:lnTo>
                      <a:pt x="116" y="636"/>
                    </a:lnTo>
                    <a:lnTo>
                      <a:pt x="118" y="636"/>
                    </a:lnTo>
                    <a:lnTo>
                      <a:pt x="118" y="636"/>
                    </a:lnTo>
                    <a:lnTo>
                      <a:pt x="120" y="636"/>
                    </a:lnTo>
                    <a:lnTo>
                      <a:pt x="120" y="636"/>
                    </a:lnTo>
                    <a:lnTo>
                      <a:pt x="121" y="636"/>
                    </a:lnTo>
                    <a:lnTo>
                      <a:pt x="122" y="636"/>
                    </a:lnTo>
                    <a:lnTo>
                      <a:pt x="122" y="636"/>
                    </a:lnTo>
                    <a:lnTo>
                      <a:pt x="124" y="636"/>
                    </a:lnTo>
                    <a:lnTo>
                      <a:pt x="124" y="636"/>
                    </a:lnTo>
                    <a:lnTo>
                      <a:pt x="126" y="636"/>
                    </a:lnTo>
                    <a:lnTo>
                      <a:pt x="126" y="636"/>
                    </a:lnTo>
                    <a:lnTo>
                      <a:pt x="128" y="636"/>
                    </a:lnTo>
                    <a:lnTo>
                      <a:pt x="128" y="636"/>
                    </a:lnTo>
                    <a:lnTo>
                      <a:pt x="130" y="635"/>
                    </a:lnTo>
                    <a:lnTo>
                      <a:pt x="130" y="635"/>
                    </a:lnTo>
                    <a:lnTo>
                      <a:pt x="132" y="633"/>
                    </a:lnTo>
                    <a:lnTo>
                      <a:pt x="132" y="633"/>
                    </a:lnTo>
                    <a:lnTo>
                      <a:pt x="134" y="630"/>
                    </a:lnTo>
                    <a:lnTo>
                      <a:pt x="134" y="630"/>
                    </a:lnTo>
                    <a:lnTo>
                      <a:pt x="136" y="623"/>
                    </a:lnTo>
                    <a:lnTo>
                      <a:pt x="136" y="623"/>
                    </a:lnTo>
                    <a:lnTo>
                      <a:pt x="138" y="618"/>
                    </a:lnTo>
                    <a:lnTo>
                      <a:pt x="138" y="618"/>
                    </a:lnTo>
                    <a:lnTo>
                      <a:pt x="140" y="616"/>
                    </a:lnTo>
                    <a:lnTo>
                      <a:pt x="140" y="616"/>
                    </a:lnTo>
                    <a:lnTo>
                      <a:pt x="142" y="615"/>
                    </a:lnTo>
                    <a:lnTo>
                      <a:pt x="142" y="615"/>
                    </a:lnTo>
                    <a:lnTo>
                      <a:pt x="144" y="615"/>
                    </a:lnTo>
                    <a:lnTo>
                      <a:pt x="144" y="615"/>
                    </a:lnTo>
                    <a:lnTo>
                      <a:pt x="144" y="615"/>
                    </a:lnTo>
                    <a:lnTo>
                      <a:pt x="146" y="615"/>
                    </a:lnTo>
                    <a:lnTo>
                      <a:pt x="146" y="615"/>
                    </a:lnTo>
                    <a:lnTo>
                      <a:pt x="146" y="615"/>
                    </a:lnTo>
                    <a:lnTo>
                      <a:pt x="148" y="615"/>
                    </a:lnTo>
                    <a:lnTo>
                      <a:pt x="148" y="615"/>
                    </a:lnTo>
                    <a:lnTo>
                      <a:pt x="150" y="615"/>
                    </a:lnTo>
                    <a:lnTo>
                      <a:pt x="150" y="615"/>
                    </a:lnTo>
                    <a:lnTo>
                      <a:pt x="152" y="615"/>
                    </a:lnTo>
                    <a:lnTo>
                      <a:pt x="152" y="615"/>
                    </a:lnTo>
                    <a:lnTo>
                      <a:pt x="154" y="615"/>
                    </a:lnTo>
                    <a:lnTo>
                      <a:pt x="154" y="615"/>
                    </a:lnTo>
                    <a:lnTo>
                      <a:pt x="156" y="615"/>
                    </a:lnTo>
                    <a:lnTo>
                      <a:pt x="156" y="615"/>
                    </a:lnTo>
                    <a:lnTo>
                      <a:pt x="156" y="615"/>
                    </a:lnTo>
                    <a:lnTo>
                      <a:pt x="158" y="615"/>
                    </a:lnTo>
                    <a:lnTo>
                      <a:pt x="158" y="615"/>
                    </a:lnTo>
                    <a:lnTo>
                      <a:pt x="160" y="615"/>
                    </a:lnTo>
                    <a:lnTo>
                      <a:pt x="160" y="615"/>
                    </a:lnTo>
                    <a:lnTo>
                      <a:pt x="162" y="615"/>
                    </a:lnTo>
                    <a:lnTo>
                      <a:pt x="162" y="615"/>
                    </a:lnTo>
                    <a:lnTo>
                      <a:pt x="164" y="615"/>
                    </a:lnTo>
                    <a:lnTo>
                      <a:pt x="164" y="615"/>
                    </a:lnTo>
                    <a:lnTo>
                      <a:pt x="166" y="615"/>
                    </a:lnTo>
                    <a:lnTo>
                      <a:pt x="166" y="615"/>
                    </a:lnTo>
                    <a:lnTo>
                      <a:pt x="168" y="616"/>
                    </a:lnTo>
                    <a:lnTo>
                      <a:pt x="168" y="616"/>
                    </a:lnTo>
                    <a:lnTo>
                      <a:pt x="170" y="617"/>
                    </a:lnTo>
                    <a:lnTo>
                      <a:pt x="170" y="617"/>
                    </a:lnTo>
                    <a:lnTo>
                      <a:pt x="172" y="618"/>
                    </a:lnTo>
                    <a:lnTo>
                      <a:pt x="172" y="618"/>
                    </a:lnTo>
                    <a:lnTo>
                      <a:pt x="174" y="618"/>
                    </a:lnTo>
                    <a:lnTo>
                      <a:pt x="174" y="618"/>
                    </a:lnTo>
                    <a:lnTo>
                      <a:pt x="176" y="620"/>
                    </a:lnTo>
                    <a:lnTo>
                      <a:pt x="176" y="620"/>
                    </a:lnTo>
                    <a:lnTo>
                      <a:pt x="178" y="620"/>
                    </a:lnTo>
                    <a:lnTo>
                      <a:pt x="178" y="620"/>
                    </a:lnTo>
                    <a:lnTo>
                      <a:pt x="180" y="621"/>
                    </a:lnTo>
                    <a:lnTo>
                      <a:pt x="180" y="621"/>
                    </a:lnTo>
                    <a:lnTo>
                      <a:pt x="182" y="622"/>
                    </a:lnTo>
                    <a:lnTo>
                      <a:pt x="182" y="622"/>
                    </a:lnTo>
                    <a:lnTo>
                      <a:pt x="184" y="623"/>
                    </a:lnTo>
                    <a:lnTo>
                      <a:pt x="184" y="623"/>
                    </a:lnTo>
                    <a:lnTo>
                      <a:pt x="186" y="624"/>
                    </a:lnTo>
                    <a:lnTo>
                      <a:pt x="186" y="624"/>
                    </a:lnTo>
                    <a:lnTo>
                      <a:pt x="188" y="625"/>
                    </a:lnTo>
                    <a:lnTo>
                      <a:pt x="188" y="625"/>
                    </a:lnTo>
                    <a:lnTo>
                      <a:pt x="190" y="626"/>
                    </a:lnTo>
                    <a:lnTo>
                      <a:pt x="190" y="626"/>
                    </a:lnTo>
                    <a:lnTo>
                      <a:pt x="192" y="627"/>
                    </a:lnTo>
                    <a:lnTo>
                      <a:pt x="193" y="627"/>
                    </a:lnTo>
                    <a:lnTo>
                      <a:pt x="194" y="629"/>
                    </a:lnTo>
                    <a:lnTo>
                      <a:pt x="194" y="629"/>
                    </a:lnTo>
                    <a:lnTo>
                      <a:pt x="196" y="630"/>
                    </a:lnTo>
                    <a:lnTo>
                      <a:pt x="196" y="630"/>
                    </a:lnTo>
                    <a:lnTo>
                      <a:pt x="198" y="630"/>
                    </a:lnTo>
                    <a:lnTo>
                      <a:pt x="199" y="631"/>
                    </a:lnTo>
                    <a:lnTo>
                      <a:pt x="200" y="632"/>
                    </a:lnTo>
                    <a:lnTo>
                      <a:pt x="200" y="632"/>
                    </a:lnTo>
                    <a:lnTo>
                      <a:pt x="202" y="633"/>
                    </a:lnTo>
                    <a:lnTo>
                      <a:pt x="202" y="633"/>
                    </a:lnTo>
                    <a:lnTo>
                      <a:pt x="204" y="634"/>
                    </a:lnTo>
                    <a:lnTo>
                      <a:pt x="204" y="634"/>
                    </a:lnTo>
                    <a:lnTo>
                      <a:pt x="206" y="636"/>
                    </a:lnTo>
                    <a:lnTo>
                      <a:pt x="206" y="636"/>
                    </a:lnTo>
                    <a:lnTo>
                      <a:pt x="208" y="638"/>
                    </a:lnTo>
                    <a:lnTo>
                      <a:pt x="208" y="638"/>
                    </a:lnTo>
                    <a:lnTo>
                      <a:pt x="210" y="642"/>
                    </a:lnTo>
                    <a:lnTo>
                      <a:pt x="211" y="642"/>
                    </a:lnTo>
                    <a:lnTo>
                      <a:pt x="212" y="650"/>
                    </a:lnTo>
                    <a:lnTo>
                      <a:pt x="212" y="650"/>
                    </a:lnTo>
                    <a:lnTo>
                      <a:pt x="214" y="657"/>
                    </a:lnTo>
                    <a:lnTo>
                      <a:pt x="214" y="657"/>
                    </a:lnTo>
                    <a:lnTo>
                      <a:pt x="216" y="660"/>
                    </a:lnTo>
                    <a:lnTo>
                      <a:pt x="217" y="660"/>
                    </a:lnTo>
                    <a:lnTo>
                      <a:pt x="218" y="662"/>
                    </a:lnTo>
                    <a:lnTo>
                      <a:pt x="218" y="662"/>
                    </a:lnTo>
                    <a:lnTo>
                      <a:pt x="220" y="663"/>
                    </a:lnTo>
                    <a:lnTo>
                      <a:pt x="220" y="663"/>
                    </a:lnTo>
                    <a:lnTo>
                      <a:pt x="222" y="665"/>
                    </a:lnTo>
                    <a:lnTo>
                      <a:pt x="222" y="665"/>
                    </a:lnTo>
                    <a:lnTo>
                      <a:pt x="224" y="665"/>
                    </a:lnTo>
                    <a:lnTo>
                      <a:pt x="224" y="666"/>
                    </a:lnTo>
                    <a:lnTo>
                      <a:pt x="226" y="667"/>
                    </a:lnTo>
                    <a:lnTo>
                      <a:pt x="226" y="667"/>
                    </a:lnTo>
                    <a:lnTo>
                      <a:pt x="228" y="668"/>
                    </a:lnTo>
                    <a:lnTo>
                      <a:pt x="229" y="668"/>
                    </a:lnTo>
                    <a:lnTo>
                      <a:pt x="230" y="669"/>
                    </a:lnTo>
                    <a:lnTo>
                      <a:pt x="230" y="669"/>
                    </a:lnTo>
                    <a:lnTo>
                      <a:pt x="232" y="670"/>
                    </a:lnTo>
                    <a:lnTo>
                      <a:pt x="232" y="670"/>
                    </a:lnTo>
                    <a:lnTo>
                      <a:pt x="234" y="671"/>
                    </a:lnTo>
                    <a:lnTo>
                      <a:pt x="235" y="671"/>
                    </a:lnTo>
                    <a:lnTo>
                      <a:pt x="236" y="672"/>
                    </a:lnTo>
                    <a:lnTo>
                      <a:pt x="236" y="672"/>
                    </a:lnTo>
                    <a:lnTo>
                      <a:pt x="238" y="673"/>
                    </a:lnTo>
                    <a:lnTo>
                      <a:pt x="238" y="673"/>
                    </a:lnTo>
                    <a:lnTo>
                      <a:pt x="240" y="674"/>
                    </a:lnTo>
                    <a:lnTo>
                      <a:pt x="241" y="674"/>
                    </a:lnTo>
                    <a:lnTo>
                      <a:pt x="242" y="674"/>
                    </a:lnTo>
                    <a:lnTo>
                      <a:pt x="242" y="674"/>
                    </a:lnTo>
                    <a:lnTo>
                      <a:pt x="244" y="674"/>
                    </a:lnTo>
                    <a:lnTo>
                      <a:pt x="244" y="674"/>
                    </a:lnTo>
                    <a:lnTo>
                      <a:pt x="246" y="674"/>
                    </a:lnTo>
                    <a:lnTo>
                      <a:pt x="247" y="674"/>
                    </a:lnTo>
                    <a:lnTo>
                      <a:pt x="248" y="675"/>
                    </a:lnTo>
                    <a:lnTo>
                      <a:pt x="248" y="675"/>
                    </a:lnTo>
                    <a:lnTo>
                      <a:pt x="250" y="675"/>
                    </a:lnTo>
                    <a:lnTo>
                      <a:pt x="250" y="675"/>
                    </a:lnTo>
                    <a:lnTo>
                      <a:pt x="252" y="675"/>
                    </a:lnTo>
                    <a:lnTo>
                      <a:pt x="253" y="675"/>
                    </a:lnTo>
                    <a:lnTo>
                      <a:pt x="255" y="675"/>
                    </a:lnTo>
                    <a:lnTo>
                      <a:pt x="255" y="675"/>
                    </a:lnTo>
                    <a:lnTo>
                      <a:pt x="256" y="676"/>
                    </a:lnTo>
                    <a:lnTo>
                      <a:pt x="256" y="676"/>
                    </a:lnTo>
                    <a:lnTo>
                      <a:pt x="258" y="676"/>
                    </a:lnTo>
                    <a:lnTo>
                      <a:pt x="258" y="676"/>
                    </a:lnTo>
                    <a:lnTo>
                      <a:pt x="259" y="676"/>
                    </a:lnTo>
                    <a:lnTo>
                      <a:pt x="259" y="676"/>
                    </a:lnTo>
                    <a:lnTo>
                      <a:pt x="261" y="676"/>
                    </a:lnTo>
                    <a:lnTo>
                      <a:pt x="261" y="676"/>
                    </a:lnTo>
                    <a:lnTo>
                      <a:pt x="262" y="676"/>
                    </a:lnTo>
                    <a:lnTo>
                      <a:pt x="262" y="676"/>
                    </a:lnTo>
                    <a:lnTo>
                      <a:pt x="262" y="676"/>
                    </a:lnTo>
                    <a:lnTo>
                      <a:pt x="262" y="676"/>
                    </a:lnTo>
                    <a:lnTo>
                      <a:pt x="264" y="676"/>
                    </a:lnTo>
                    <a:lnTo>
                      <a:pt x="264" y="676"/>
                    </a:lnTo>
                    <a:lnTo>
                      <a:pt x="265" y="676"/>
                    </a:lnTo>
                    <a:lnTo>
                      <a:pt x="265" y="676"/>
                    </a:lnTo>
                    <a:lnTo>
                      <a:pt x="267" y="676"/>
                    </a:lnTo>
                    <a:lnTo>
                      <a:pt x="267" y="676"/>
                    </a:lnTo>
                    <a:lnTo>
                      <a:pt x="268" y="676"/>
                    </a:lnTo>
                    <a:lnTo>
                      <a:pt x="268" y="676"/>
                    </a:lnTo>
                    <a:lnTo>
                      <a:pt x="270" y="676"/>
                    </a:lnTo>
                    <a:lnTo>
                      <a:pt x="270" y="676"/>
                    </a:lnTo>
                    <a:lnTo>
                      <a:pt x="271" y="676"/>
                    </a:lnTo>
                    <a:lnTo>
                      <a:pt x="273" y="676"/>
                    </a:lnTo>
                    <a:lnTo>
                      <a:pt x="273" y="676"/>
                    </a:lnTo>
                    <a:lnTo>
                      <a:pt x="274" y="676"/>
                    </a:lnTo>
                    <a:lnTo>
                      <a:pt x="274" y="676"/>
                    </a:lnTo>
                    <a:lnTo>
                      <a:pt x="276" y="676"/>
                    </a:lnTo>
                    <a:lnTo>
                      <a:pt x="277" y="676"/>
                    </a:lnTo>
                    <a:lnTo>
                      <a:pt x="279" y="676"/>
                    </a:lnTo>
                    <a:lnTo>
                      <a:pt x="279" y="676"/>
                    </a:lnTo>
                    <a:lnTo>
                      <a:pt x="280" y="676"/>
                    </a:lnTo>
                    <a:lnTo>
                      <a:pt x="280" y="676"/>
                    </a:lnTo>
                    <a:lnTo>
                      <a:pt x="282" y="676"/>
                    </a:lnTo>
                    <a:lnTo>
                      <a:pt x="283" y="676"/>
                    </a:lnTo>
                    <a:lnTo>
                      <a:pt x="283" y="676"/>
                    </a:lnTo>
                    <a:lnTo>
                      <a:pt x="285" y="676"/>
                    </a:lnTo>
                    <a:lnTo>
                      <a:pt x="285" y="676"/>
                    </a:lnTo>
                    <a:lnTo>
                      <a:pt x="285" y="676"/>
                    </a:lnTo>
                    <a:lnTo>
                      <a:pt x="286" y="676"/>
                    </a:lnTo>
                    <a:lnTo>
                      <a:pt x="286" y="676"/>
                    </a:lnTo>
                    <a:lnTo>
                      <a:pt x="286" y="676"/>
                    </a:lnTo>
                    <a:lnTo>
                      <a:pt x="288" y="676"/>
                    </a:lnTo>
                    <a:lnTo>
                      <a:pt x="288" y="676"/>
                    </a:lnTo>
                    <a:lnTo>
                      <a:pt x="291" y="676"/>
                    </a:lnTo>
                    <a:lnTo>
                      <a:pt x="291" y="676"/>
                    </a:lnTo>
                    <a:lnTo>
                      <a:pt x="292" y="676"/>
                    </a:lnTo>
                    <a:lnTo>
                      <a:pt x="292" y="676"/>
                    </a:lnTo>
                    <a:lnTo>
                      <a:pt x="293" y="676"/>
                    </a:lnTo>
                    <a:lnTo>
                      <a:pt x="294" y="676"/>
                    </a:lnTo>
                    <a:lnTo>
                      <a:pt x="294" y="676"/>
                    </a:lnTo>
                    <a:lnTo>
                      <a:pt x="295" y="676"/>
                    </a:lnTo>
                    <a:lnTo>
                      <a:pt x="297" y="667"/>
                    </a:lnTo>
                    <a:lnTo>
                      <a:pt x="297" y="666"/>
                    </a:lnTo>
                    <a:lnTo>
                      <a:pt x="298" y="659"/>
                    </a:lnTo>
                    <a:lnTo>
                      <a:pt x="298" y="659"/>
                    </a:lnTo>
                    <a:lnTo>
                      <a:pt x="300" y="656"/>
                    </a:lnTo>
                    <a:lnTo>
                      <a:pt x="301" y="656"/>
                    </a:lnTo>
                    <a:lnTo>
                      <a:pt x="303" y="656"/>
                    </a:lnTo>
                    <a:lnTo>
                      <a:pt x="303" y="656"/>
                    </a:lnTo>
                    <a:lnTo>
                      <a:pt x="304" y="656"/>
                    </a:lnTo>
                    <a:lnTo>
                      <a:pt x="304" y="656"/>
                    </a:lnTo>
                    <a:lnTo>
                      <a:pt x="306" y="656"/>
                    </a:lnTo>
                    <a:lnTo>
                      <a:pt x="306" y="656"/>
                    </a:lnTo>
                    <a:lnTo>
                      <a:pt x="309" y="656"/>
                    </a:lnTo>
                    <a:lnTo>
                      <a:pt x="309" y="656"/>
                    </a:lnTo>
                    <a:lnTo>
                      <a:pt x="310" y="655"/>
                    </a:lnTo>
                    <a:lnTo>
                      <a:pt x="310" y="655"/>
                    </a:lnTo>
                    <a:lnTo>
                      <a:pt x="312" y="655"/>
                    </a:lnTo>
                    <a:lnTo>
                      <a:pt x="313" y="655"/>
                    </a:lnTo>
                    <a:lnTo>
                      <a:pt x="315" y="655"/>
                    </a:lnTo>
                    <a:lnTo>
                      <a:pt x="315" y="655"/>
                    </a:lnTo>
                    <a:lnTo>
                      <a:pt x="315" y="655"/>
                    </a:lnTo>
                    <a:lnTo>
                      <a:pt x="316" y="655"/>
                    </a:lnTo>
                    <a:lnTo>
                      <a:pt x="316" y="655"/>
                    </a:lnTo>
                    <a:lnTo>
                      <a:pt x="318" y="655"/>
                    </a:lnTo>
                    <a:lnTo>
                      <a:pt x="319" y="655"/>
                    </a:lnTo>
                    <a:lnTo>
                      <a:pt x="321" y="655"/>
                    </a:lnTo>
                    <a:lnTo>
                      <a:pt x="321" y="655"/>
                    </a:lnTo>
                    <a:lnTo>
                      <a:pt x="323" y="654"/>
                    </a:lnTo>
                    <a:lnTo>
                      <a:pt x="323" y="654"/>
                    </a:lnTo>
                    <a:lnTo>
                      <a:pt x="324" y="653"/>
                    </a:lnTo>
                    <a:lnTo>
                      <a:pt x="325" y="653"/>
                    </a:lnTo>
                    <a:lnTo>
                      <a:pt x="327" y="652"/>
                    </a:lnTo>
                    <a:lnTo>
                      <a:pt x="327" y="652"/>
                    </a:lnTo>
                    <a:lnTo>
                      <a:pt x="329" y="651"/>
                    </a:lnTo>
                    <a:lnTo>
                      <a:pt x="329" y="651"/>
                    </a:lnTo>
                    <a:lnTo>
                      <a:pt x="330" y="650"/>
                    </a:lnTo>
                    <a:lnTo>
                      <a:pt x="331" y="650"/>
                    </a:lnTo>
                    <a:lnTo>
                      <a:pt x="333" y="649"/>
                    </a:lnTo>
                    <a:lnTo>
                      <a:pt x="333" y="649"/>
                    </a:lnTo>
                    <a:lnTo>
                      <a:pt x="335" y="648"/>
                    </a:lnTo>
                    <a:lnTo>
                      <a:pt x="335" y="648"/>
                    </a:lnTo>
                    <a:lnTo>
                      <a:pt x="336" y="647"/>
                    </a:lnTo>
                    <a:lnTo>
                      <a:pt x="337" y="647"/>
                    </a:lnTo>
                    <a:lnTo>
                      <a:pt x="339" y="647"/>
                    </a:lnTo>
                    <a:lnTo>
                      <a:pt x="339" y="647"/>
                    </a:lnTo>
                    <a:lnTo>
                      <a:pt x="341" y="646"/>
                    </a:lnTo>
                    <a:lnTo>
                      <a:pt x="341" y="646"/>
                    </a:lnTo>
                    <a:lnTo>
                      <a:pt x="342" y="645"/>
                    </a:lnTo>
                    <a:lnTo>
                      <a:pt x="343" y="645"/>
                    </a:lnTo>
                    <a:lnTo>
                      <a:pt x="345" y="644"/>
                    </a:lnTo>
                    <a:lnTo>
                      <a:pt x="345" y="644"/>
                    </a:lnTo>
                    <a:lnTo>
                      <a:pt x="347" y="643"/>
                    </a:lnTo>
                    <a:lnTo>
                      <a:pt x="347" y="643"/>
                    </a:lnTo>
                    <a:lnTo>
                      <a:pt x="348" y="642"/>
                    </a:lnTo>
                    <a:lnTo>
                      <a:pt x="349" y="642"/>
                    </a:lnTo>
                    <a:lnTo>
                      <a:pt x="351" y="642"/>
                    </a:lnTo>
                    <a:lnTo>
                      <a:pt x="351" y="642"/>
                    </a:lnTo>
                    <a:lnTo>
                      <a:pt x="353" y="641"/>
                    </a:lnTo>
                    <a:lnTo>
                      <a:pt x="353" y="641"/>
                    </a:lnTo>
                    <a:lnTo>
                      <a:pt x="354" y="640"/>
                    </a:lnTo>
                    <a:lnTo>
                      <a:pt x="355" y="640"/>
                    </a:lnTo>
                    <a:lnTo>
                      <a:pt x="357" y="639"/>
                    </a:lnTo>
                    <a:lnTo>
                      <a:pt x="357" y="639"/>
                    </a:lnTo>
                    <a:lnTo>
                      <a:pt x="359" y="638"/>
                    </a:lnTo>
                    <a:lnTo>
                      <a:pt x="359" y="638"/>
                    </a:lnTo>
                    <a:lnTo>
                      <a:pt x="360" y="638"/>
                    </a:lnTo>
                    <a:lnTo>
                      <a:pt x="361" y="638"/>
                    </a:lnTo>
                    <a:lnTo>
                      <a:pt x="363" y="637"/>
                    </a:lnTo>
                    <a:lnTo>
                      <a:pt x="363" y="637"/>
                    </a:lnTo>
                    <a:lnTo>
                      <a:pt x="365" y="636"/>
                    </a:lnTo>
                    <a:lnTo>
                      <a:pt x="365" y="636"/>
                    </a:lnTo>
                    <a:lnTo>
                      <a:pt x="366" y="635"/>
                    </a:lnTo>
                    <a:lnTo>
                      <a:pt x="367" y="635"/>
                    </a:lnTo>
                    <a:lnTo>
                      <a:pt x="369" y="634"/>
                    </a:lnTo>
                    <a:lnTo>
                      <a:pt x="369" y="634"/>
                    </a:lnTo>
                    <a:lnTo>
                      <a:pt x="371" y="633"/>
                    </a:lnTo>
                    <a:lnTo>
                      <a:pt x="371" y="633"/>
                    </a:lnTo>
                    <a:lnTo>
                      <a:pt x="371" y="633"/>
                    </a:lnTo>
                    <a:lnTo>
                      <a:pt x="372" y="641"/>
                    </a:lnTo>
                    <a:lnTo>
                      <a:pt x="372" y="641"/>
                    </a:lnTo>
                    <a:lnTo>
                      <a:pt x="374" y="647"/>
                    </a:lnTo>
                    <a:lnTo>
                      <a:pt x="375" y="647"/>
                    </a:lnTo>
                    <a:lnTo>
                      <a:pt x="375" y="648"/>
                    </a:lnTo>
                    <a:lnTo>
                      <a:pt x="375" y="648"/>
                    </a:lnTo>
                    <a:lnTo>
                      <a:pt x="376" y="650"/>
                    </a:lnTo>
                    <a:lnTo>
                      <a:pt x="377" y="650"/>
                    </a:lnTo>
                    <a:lnTo>
                      <a:pt x="377" y="650"/>
                    </a:lnTo>
                    <a:lnTo>
                      <a:pt x="378" y="650"/>
                    </a:lnTo>
                    <a:lnTo>
                      <a:pt x="379" y="650"/>
                    </a:lnTo>
                    <a:lnTo>
                      <a:pt x="381" y="649"/>
                    </a:lnTo>
                    <a:lnTo>
                      <a:pt x="381" y="649"/>
                    </a:lnTo>
                    <a:lnTo>
                      <a:pt x="383" y="648"/>
                    </a:lnTo>
                    <a:lnTo>
                      <a:pt x="383" y="648"/>
                    </a:lnTo>
                    <a:lnTo>
                      <a:pt x="384" y="648"/>
                    </a:lnTo>
                    <a:lnTo>
                      <a:pt x="385" y="648"/>
                    </a:lnTo>
                    <a:lnTo>
                      <a:pt x="387" y="647"/>
                    </a:lnTo>
                    <a:lnTo>
                      <a:pt x="387" y="647"/>
                    </a:lnTo>
                    <a:lnTo>
                      <a:pt x="389" y="647"/>
                    </a:lnTo>
                    <a:lnTo>
                      <a:pt x="389" y="647"/>
                    </a:lnTo>
                    <a:lnTo>
                      <a:pt x="391" y="646"/>
                    </a:lnTo>
                    <a:lnTo>
                      <a:pt x="391" y="646"/>
                    </a:lnTo>
                    <a:lnTo>
                      <a:pt x="393" y="645"/>
                    </a:lnTo>
                    <a:lnTo>
                      <a:pt x="393" y="645"/>
                    </a:lnTo>
                    <a:lnTo>
                      <a:pt x="395" y="645"/>
                    </a:lnTo>
                    <a:lnTo>
                      <a:pt x="395" y="645"/>
                    </a:lnTo>
                    <a:lnTo>
                      <a:pt x="397" y="644"/>
                    </a:lnTo>
                    <a:lnTo>
                      <a:pt x="397" y="644"/>
                    </a:lnTo>
                    <a:lnTo>
                      <a:pt x="399" y="644"/>
                    </a:lnTo>
                    <a:lnTo>
                      <a:pt x="399" y="644"/>
                    </a:lnTo>
                    <a:lnTo>
                      <a:pt x="399" y="643"/>
                    </a:lnTo>
                    <a:lnTo>
                      <a:pt x="401" y="644"/>
                    </a:lnTo>
                    <a:lnTo>
                      <a:pt x="401" y="644"/>
                    </a:lnTo>
                    <a:lnTo>
                      <a:pt x="401" y="643"/>
                    </a:lnTo>
                    <a:lnTo>
                      <a:pt x="403" y="644"/>
                    </a:lnTo>
                    <a:lnTo>
                      <a:pt x="403" y="644"/>
                    </a:lnTo>
                    <a:lnTo>
                      <a:pt x="405" y="644"/>
                    </a:lnTo>
                    <a:lnTo>
                      <a:pt x="405" y="644"/>
                    </a:lnTo>
                    <a:lnTo>
                      <a:pt x="407" y="644"/>
                    </a:lnTo>
                    <a:lnTo>
                      <a:pt x="407" y="644"/>
                    </a:lnTo>
                    <a:lnTo>
                      <a:pt x="409" y="644"/>
                    </a:lnTo>
                    <a:lnTo>
                      <a:pt x="409" y="644"/>
                    </a:lnTo>
                    <a:lnTo>
                      <a:pt x="411" y="644"/>
                    </a:lnTo>
                    <a:lnTo>
                      <a:pt x="411" y="644"/>
                    </a:lnTo>
                    <a:lnTo>
                      <a:pt x="413" y="644"/>
                    </a:lnTo>
                    <a:lnTo>
                      <a:pt x="413" y="644"/>
                    </a:lnTo>
                    <a:lnTo>
                      <a:pt x="415" y="645"/>
                    </a:lnTo>
                    <a:lnTo>
                      <a:pt x="415" y="645"/>
                    </a:lnTo>
                    <a:lnTo>
                      <a:pt x="417" y="645"/>
                    </a:lnTo>
                    <a:lnTo>
                      <a:pt x="417" y="645"/>
                    </a:lnTo>
                    <a:lnTo>
                      <a:pt x="419" y="645"/>
                    </a:lnTo>
                    <a:lnTo>
                      <a:pt x="419" y="645"/>
                    </a:lnTo>
                    <a:lnTo>
                      <a:pt x="421" y="645"/>
                    </a:lnTo>
                    <a:lnTo>
                      <a:pt x="421" y="645"/>
                    </a:lnTo>
                    <a:lnTo>
                      <a:pt x="423" y="645"/>
                    </a:lnTo>
                    <a:lnTo>
                      <a:pt x="423" y="645"/>
                    </a:lnTo>
                    <a:lnTo>
                      <a:pt x="425" y="645"/>
                    </a:lnTo>
                    <a:lnTo>
                      <a:pt x="425" y="645"/>
                    </a:lnTo>
                    <a:lnTo>
                      <a:pt x="427" y="645"/>
                    </a:lnTo>
                    <a:lnTo>
                      <a:pt x="427" y="645"/>
                    </a:lnTo>
                    <a:lnTo>
                      <a:pt x="429" y="645"/>
                    </a:lnTo>
                    <a:lnTo>
                      <a:pt x="429" y="645"/>
                    </a:lnTo>
                    <a:lnTo>
                      <a:pt x="431" y="645"/>
                    </a:lnTo>
                    <a:lnTo>
                      <a:pt x="431" y="645"/>
                    </a:lnTo>
                    <a:lnTo>
                      <a:pt x="433" y="645"/>
                    </a:lnTo>
                    <a:lnTo>
                      <a:pt x="433" y="645"/>
                    </a:lnTo>
                    <a:lnTo>
                      <a:pt x="435" y="646"/>
                    </a:lnTo>
                    <a:lnTo>
                      <a:pt x="435" y="646"/>
                    </a:lnTo>
                    <a:lnTo>
                      <a:pt x="437" y="647"/>
                    </a:lnTo>
                    <a:lnTo>
                      <a:pt x="437" y="647"/>
                    </a:lnTo>
                    <a:lnTo>
                      <a:pt x="439" y="648"/>
                    </a:lnTo>
                    <a:lnTo>
                      <a:pt x="439" y="648"/>
                    </a:lnTo>
                    <a:lnTo>
                      <a:pt x="441" y="648"/>
                    </a:lnTo>
                    <a:lnTo>
                      <a:pt x="441" y="648"/>
                    </a:lnTo>
                    <a:lnTo>
                      <a:pt x="443" y="649"/>
                    </a:lnTo>
                    <a:lnTo>
                      <a:pt x="443" y="649"/>
                    </a:lnTo>
                    <a:lnTo>
                      <a:pt x="445" y="650"/>
                    </a:lnTo>
                    <a:lnTo>
                      <a:pt x="445" y="650"/>
                    </a:lnTo>
                    <a:lnTo>
                      <a:pt x="447" y="651"/>
                    </a:lnTo>
                    <a:lnTo>
                      <a:pt x="447" y="651"/>
                    </a:lnTo>
                    <a:lnTo>
                      <a:pt x="449" y="652"/>
                    </a:lnTo>
                    <a:lnTo>
                      <a:pt x="449" y="652"/>
                    </a:lnTo>
                    <a:lnTo>
                      <a:pt x="451" y="653"/>
                    </a:lnTo>
                    <a:lnTo>
                      <a:pt x="451" y="653"/>
                    </a:lnTo>
                    <a:lnTo>
                      <a:pt x="453" y="654"/>
                    </a:lnTo>
                    <a:lnTo>
                      <a:pt x="453" y="654"/>
                    </a:lnTo>
                    <a:lnTo>
                      <a:pt x="455" y="655"/>
                    </a:lnTo>
                    <a:lnTo>
                      <a:pt x="455" y="655"/>
                    </a:lnTo>
                    <a:lnTo>
                      <a:pt x="457" y="656"/>
                    </a:lnTo>
                    <a:lnTo>
                      <a:pt x="457" y="656"/>
                    </a:lnTo>
                    <a:lnTo>
                      <a:pt x="459" y="657"/>
                    </a:lnTo>
                    <a:lnTo>
                      <a:pt x="459" y="657"/>
                    </a:lnTo>
                    <a:lnTo>
                      <a:pt x="461" y="658"/>
                    </a:lnTo>
                    <a:lnTo>
                      <a:pt x="461" y="658"/>
                    </a:lnTo>
                    <a:lnTo>
                      <a:pt x="463" y="659"/>
                    </a:lnTo>
                    <a:lnTo>
                      <a:pt x="463" y="659"/>
                    </a:lnTo>
                    <a:lnTo>
                      <a:pt x="465" y="659"/>
                    </a:lnTo>
                    <a:lnTo>
                      <a:pt x="465" y="660"/>
                    </a:lnTo>
                    <a:lnTo>
                      <a:pt x="467" y="661"/>
                    </a:lnTo>
                    <a:lnTo>
                      <a:pt x="467" y="661"/>
                    </a:lnTo>
                    <a:lnTo>
                      <a:pt x="469" y="661"/>
                    </a:lnTo>
                    <a:lnTo>
                      <a:pt x="469" y="662"/>
                    </a:lnTo>
                    <a:lnTo>
                      <a:pt x="471" y="662"/>
                    </a:lnTo>
                    <a:lnTo>
                      <a:pt x="471" y="662"/>
                    </a:lnTo>
                    <a:lnTo>
                      <a:pt x="473" y="664"/>
                    </a:lnTo>
                    <a:lnTo>
                      <a:pt x="473" y="664"/>
                    </a:lnTo>
                    <a:lnTo>
                      <a:pt x="475" y="664"/>
                    </a:lnTo>
                    <a:lnTo>
                      <a:pt x="475" y="664"/>
                    </a:lnTo>
                    <a:lnTo>
                      <a:pt x="477" y="665"/>
                    </a:lnTo>
                    <a:lnTo>
                      <a:pt x="477" y="665"/>
                    </a:lnTo>
                    <a:lnTo>
                      <a:pt x="479" y="666"/>
                    </a:lnTo>
                    <a:lnTo>
                      <a:pt x="479" y="666"/>
                    </a:lnTo>
                    <a:lnTo>
                      <a:pt x="481" y="667"/>
                    </a:lnTo>
                    <a:lnTo>
                      <a:pt x="481" y="667"/>
                    </a:lnTo>
                    <a:lnTo>
                      <a:pt x="483" y="668"/>
                    </a:lnTo>
                    <a:lnTo>
                      <a:pt x="483" y="668"/>
                    </a:lnTo>
                    <a:lnTo>
                      <a:pt x="485" y="669"/>
                    </a:lnTo>
                    <a:lnTo>
                      <a:pt x="485" y="669"/>
                    </a:lnTo>
                    <a:lnTo>
                      <a:pt x="487" y="670"/>
                    </a:lnTo>
                    <a:lnTo>
                      <a:pt x="487" y="670"/>
                    </a:lnTo>
                    <a:lnTo>
                      <a:pt x="489" y="671"/>
                    </a:lnTo>
                    <a:lnTo>
                      <a:pt x="489" y="671"/>
                    </a:lnTo>
                    <a:lnTo>
                      <a:pt x="491" y="672"/>
                    </a:lnTo>
                    <a:lnTo>
                      <a:pt x="491" y="672"/>
                    </a:lnTo>
                    <a:lnTo>
                      <a:pt x="493" y="673"/>
                    </a:lnTo>
                    <a:lnTo>
                      <a:pt x="493" y="673"/>
                    </a:lnTo>
                    <a:lnTo>
                      <a:pt x="495" y="674"/>
                    </a:lnTo>
                    <a:lnTo>
                      <a:pt x="495" y="674"/>
                    </a:lnTo>
                    <a:lnTo>
                      <a:pt x="497" y="675"/>
                    </a:lnTo>
                    <a:lnTo>
                      <a:pt x="497" y="675"/>
                    </a:lnTo>
                    <a:lnTo>
                      <a:pt x="499" y="676"/>
                    </a:lnTo>
                    <a:lnTo>
                      <a:pt x="499" y="676"/>
                    </a:lnTo>
                    <a:lnTo>
                      <a:pt x="501" y="677"/>
                    </a:lnTo>
                    <a:lnTo>
                      <a:pt x="501" y="677"/>
                    </a:lnTo>
                    <a:lnTo>
                      <a:pt x="503" y="677"/>
                    </a:lnTo>
                    <a:lnTo>
                      <a:pt x="503" y="678"/>
                    </a:lnTo>
                    <a:lnTo>
                      <a:pt x="505" y="679"/>
                    </a:lnTo>
                    <a:lnTo>
                      <a:pt x="505" y="679"/>
                    </a:lnTo>
                    <a:lnTo>
                      <a:pt x="507" y="680"/>
                    </a:lnTo>
                    <a:lnTo>
                      <a:pt x="507" y="680"/>
                    </a:lnTo>
                    <a:lnTo>
                      <a:pt x="509" y="680"/>
                    </a:lnTo>
                    <a:lnTo>
                      <a:pt x="509" y="680"/>
                    </a:lnTo>
                    <a:lnTo>
                      <a:pt x="511" y="680"/>
                    </a:lnTo>
                    <a:lnTo>
                      <a:pt x="511" y="680"/>
                    </a:lnTo>
                    <a:lnTo>
                      <a:pt x="513" y="681"/>
                    </a:lnTo>
                    <a:lnTo>
                      <a:pt x="513" y="681"/>
                    </a:lnTo>
                    <a:lnTo>
                      <a:pt x="515" y="681"/>
                    </a:lnTo>
                    <a:lnTo>
                      <a:pt x="515" y="681"/>
                    </a:lnTo>
                    <a:lnTo>
                      <a:pt x="517" y="681"/>
                    </a:lnTo>
                    <a:lnTo>
                      <a:pt x="517" y="681"/>
                    </a:lnTo>
                    <a:lnTo>
                      <a:pt x="519" y="681"/>
                    </a:lnTo>
                    <a:lnTo>
                      <a:pt x="519" y="681"/>
                    </a:lnTo>
                    <a:lnTo>
                      <a:pt x="521" y="681"/>
                    </a:lnTo>
                    <a:lnTo>
                      <a:pt x="521" y="681"/>
                    </a:lnTo>
                    <a:lnTo>
                      <a:pt x="523" y="681"/>
                    </a:lnTo>
                    <a:lnTo>
                      <a:pt x="523" y="681"/>
                    </a:lnTo>
                    <a:lnTo>
                      <a:pt x="525" y="681"/>
                    </a:lnTo>
                    <a:lnTo>
                      <a:pt x="525" y="681"/>
                    </a:lnTo>
                    <a:lnTo>
                      <a:pt x="525" y="681"/>
                    </a:lnTo>
                    <a:lnTo>
                      <a:pt x="525" y="681"/>
                    </a:lnTo>
                    <a:lnTo>
                      <a:pt x="527" y="681"/>
                    </a:lnTo>
                    <a:lnTo>
                      <a:pt x="527" y="681"/>
                    </a:lnTo>
                    <a:lnTo>
                      <a:pt x="527" y="681"/>
                    </a:lnTo>
                    <a:lnTo>
                      <a:pt x="529" y="681"/>
                    </a:lnTo>
                    <a:lnTo>
                      <a:pt x="529" y="681"/>
                    </a:lnTo>
                    <a:lnTo>
                      <a:pt x="531" y="681"/>
                    </a:lnTo>
                    <a:lnTo>
                      <a:pt x="531" y="681"/>
                    </a:lnTo>
                    <a:lnTo>
                      <a:pt x="533" y="681"/>
                    </a:lnTo>
                    <a:lnTo>
                      <a:pt x="533" y="681"/>
                    </a:lnTo>
                    <a:lnTo>
                      <a:pt x="535" y="681"/>
                    </a:lnTo>
                    <a:lnTo>
                      <a:pt x="535" y="681"/>
                    </a:lnTo>
                    <a:lnTo>
                      <a:pt x="537" y="681"/>
                    </a:lnTo>
                    <a:lnTo>
                      <a:pt x="537" y="681"/>
                    </a:lnTo>
                    <a:lnTo>
                      <a:pt x="539" y="681"/>
                    </a:lnTo>
                    <a:lnTo>
                      <a:pt x="539" y="681"/>
                    </a:lnTo>
                    <a:lnTo>
                      <a:pt x="541" y="681"/>
                    </a:lnTo>
                    <a:lnTo>
                      <a:pt x="541" y="681"/>
                    </a:lnTo>
                    <a:lnTo>
                      <a:pt x="543" y="681"/>
                    </a:lnTo>
                    <a:lnTo>
                      <a:pt x="543" y="681"/>
                    </a:lnTo>
                    <a:lnTo>
                      <a:pt x="545" y="681"/>
                    </a:lnTo>
                    <a:lnTo>
                      <a:pt x="545" y="681"/>
                    </a:lnTo>
                    <a:lnTo>
                      <a:pt x="547" y="681"/>
                    </a:lnTo>
                    <a:lnTo>
                      <a:pt x="547" y="681"/>
                    </a:lnTo>
                    <a:lnTo>
                      <a:pt x="549" y="681"/>
                    </a:lnTo>
                    <a:lnTo>
                      <a:pt x="549" y="681"/>
                    </a:lnTo>
                    <a:lnTo>
                      <a:pt x="551" y="681"/>
                    </a:lnTo>
                    <a:lnTo>
                      <a:pt x="551" y="681"/>
                    </a:lnTo>
                    <a:lnTo>
                      <a:pt x="553" y="681"/>
                    </a:lnTo>
                    <a:lnTo>
                      <a:pt x="553" y="681"/>
                    </a:lnTo>
                    <a:lnTo>
                      <a:pt x="553" y="681"/>
                    </a:lnTo>
                    <a:lnTo>
                      <a:pt x="555" y="681"/>
                    </a:lnTo>
                    <a:lnTo>
                      <a:pt x="555" y="681"/>
                    </a:lnTo>
                    <a:lnTo>
                      <a:pt x="557" y="680"/>
                    </a:lnTo>
                    <a:lnTo>
                      <a:pt x="557" y="680"/>
                    </a:lnTo>
                    <a:lnTo>
                      <a:pt x="559" y="680"/>
                    </a:lnTo>
                    <a:lnTo>
                      <a:pt x="559" y="680"/>
                    </a:lnTo>
                    <a:lnTo>
                      <a:pt x="561" y="679"/>
                    </a:lnTo>
                    <a:lnTo>
                      <a:pt x="561" y="679"/>
                    </a:lnTo>
                    <a:lnTo>
                      <a:pt x="563" y="679"/>
                    </a:lnTo>
                    <a:lnTo>
                      <a:pt x="563" y="679"/>
                    </a:lnTo>
                    <a:lnTo>
                      <a:pt x="565" y="678"/>
                    </a:lnTo>
                    <a:lnTo>
                      <a:pt x="565" y="678"/>
                    </a:lnTo>
                    <a:lnTo>
                      <a:pt x="567" y="678"/>
                    </a:lnTo>
                    <a:lnTo>
                      <a:pt x="567" y="678"/>
                    </a:lnTo>
                    <a:lnTo>
                      <a:pt x="569" y="677"/>
                    </a:lnTo>
                    <a:lnTo>
                      <a:pt x="569" y="677"/>
                    </a:lnTo>
                    <a:lnTo>
                      <a:pt x="571" y="677"/>
                    </a:lnTo>
                    <a:lnTo>
                      <a:pt x="571" y="677"/>
                    </a:lnTo>
                    <a:lnTo>
                      <a:pt x="573" y="676"/>
                    </a:lnTo>
                    <a:lnTo>
                      <a:pt x="573" y="676"/>
                    </a:lnTo>
                    <a:lnTo>
                      <a:pt x="575" y="676"/>
                    </a:lnTo>
                    <a:lnTo>
                      <a:pt x="575" y="676"/>
                    </a:lnTo>
                    <a:lnTo>
                      <a:pt x="577" y="675"/>
                    </a:lnTo>
                    <a:lnTo>
                      <a:pt x="577" y="675"/>
                    </a:lnTo>
                    <a:lnTo>
                      <a:pt x="579" y="675"/>
                    </a:lnTo>
                    <a:lnTo>
                      <a:pt x="579" y="675"/>
                    </a:lnTo>
                    <a:lnTo>
                      <a:pt x="581" y="674"/>
                    </a:lnTo>
                    <a:lnTo>
                      <a:pt x="581" y="674"/>
                    </a:lnTo>
                    <a:lnTo>
                      <a:pt x="583" y="674"/>
                    </a:lnTo>
                    <a:lnTo>
                      <a:pt x="583" y="674"/>
                    </a:lnTo>
                    <a:lnTo>
                      <a:pt x="585" y="673"/>
                    </a:lnTo>
                    <a:lnTo>
                      <a:pt x="585" y="673"/>
                    </a:lnTo>
                    <a:lnTo>
                      <a:pt x="587" y="673"/>
                    </a:lnTo>
                    <a:lnTo>
                      <a:pt x="587" y="673"/>
                    </a:lnTo>
                    <a:lnTo>
                      <a:pt x="589" y="672"/>
                    </a:lnTo>
                    <a:lnTo>
                      <a:pt x="589" y="672"/>
                    </a:lnTo>
                    <a:lnTo>
                      <a:pt x="591" y="671"/>
                    </a:lnTo>
                    <a:lnTo>
                      <a:pt x="591" y="671"/>
                    </a:lnTo>
                    <a:lnTo>
                      <a:pt x="593" y="670"/>
                    </a:lnTo>
                    <a:lnTo>
                      <a:pt x="593" y="670"/>
                    </a:lnTo>
                    <a:lnTo>
                      <a:pt x="595" y="669"/>
                    </a:lnTo>
                    <a:lnTo>
                      <a:pt x="595" y="669"/>
                    </a:lnTo>
                    <a:lnTo>
                      <a:pt x="597" y="668"/>
                    </a:lnTo>
                    <a:lnTo>
                      <a:pt x="597" y="668"/>
                    </a:lnTo>
                    <a:lnTo>
                      <a:pt x="599" y="666"/>
                    </a:lnTo>
                    <a:lnTo>
                      <a:pt x="599" y="666"/>
                    </a:lnTo>
                    <a:lnTo>
                      <a:pt x="601" y="665"/>
                    </a:lnTo>
                    <a:lnTo>
                      <a:pt x="601" y="665"/>
                    </a:lnTo>
                    <a:lnTo>
                      <a:pt x="603" y="664"/>
                    </a:lnTo>
                    <a:lnTo>
                      <a:pt x="603" y="663"/>
                    </a:lnTo>
                    <a:lnTo>
                      <a:pt x="605" y="662"/>
                    </a:lnTo>
                    <a:lnTo>
                      <a:pt x="605" y="662"/>
                    </a:lnTo>
                    <a:lnTo>
                      <a:pt x="607" y="661"/>
                    </a:lnTo>
                    <a:lnTo>
                      <a:pt x="607" y="661"/>
                    </a:lnTo>
                    <a:lnTo>
                      <a:pt x="609" y="659"/>
                    </a:lnTo>
                    <a:lnTo>
                      <a:pt x="609" y="659"/>
                    </a:lnTo>
                    <a:lnTo>
                      <a:pt x="611" y="658"/>
                    </a:lnTo>
                    <a:lnTo>
                      <a:pt x="611" y="658"/>
                    </a:lnTo>
                    <a:lnTo>
                      <a:pt x="613" y="657"/>
                    </a:lnTo>
                    <a:lnTo>
                      <a:pt x="613" y="657"/>
                    </a:lnTo>
                    <a:lnTo>
                      <a:pt x="615" y="655"/>
                    </a:lnTo>
                    <a:lnTo>
                      <a:pt x="615" y="655"/>
                    </a:lnTo>
                    <a:lnTo>
                      <a:pt x="617" y="654"/>
                    </a:lnTo>
                    <a:lnTo>
                      <a:pt x="617" y="654"/>
                    </a:lnTo>
                    <a:lnTo>
                      <a:pt x="619" y="653"/>
                    </a:lnTo>
                    <a:lnTo>
                      <a:pt x="619" y="653"/>
                    </a:lnTo>
                    <a:lnTo>
                      <a:pt x="621" y="651"/>
                    </a:lnTo>
                    <a:lnTo>
                      <a:pt x="621" y="651"/>
                    </a:lnTo>
                    <a:lnTo>
                      <a:pt x="623" y="650"/>
                    </a:lnTo>
                    <a:lnTo>
                      <a:pt x="623" y="650"/>
                    </a:lnTo>
                    <a:lnTo>
                      <a:pt x="625" y="648"/>
                    </a:lnTo>
                    <a:lnTo>
                      <a:pt x="625" y="648"/>
                    </a:lnTo>
                    <a:lnTo>
                      <a:pt x="627" y="647"/>
                    </a:lnTo>
                    <a:lnTo>
                      <a:pt x="627" y="647"/>
                    </a:lnTo>
                    <a:lnTo>
                      <a:pt x="629" y="646"/>
                    </a:lnTo>
                    <a:lnTo>
                      <a:pt x="629" y="646"/>
                    </a:lnTo>
                    <a:lnTo>
                      <a:pt x="631" y="645"/>
                    </a:lnTo>
                    <a:lnTo>
                      <a:pt x="631" y="645"/>
                    </a:lnTo>
                    <a:lnTo>
                      <a:pt x="633" y="644"/>
                    </a:lnTo>
                    <a:lnTo>
                      <a:pt x="633" y="644"/>
                    </a:lnTo>
                    <a:lnTo>
                      <a:pt x="635" y="644"/>
                    </a:lnTo>
                    <a:lnTo>
                      <a:pt x="635" y="644"/>
                    </a:lnTo>
                    <a:lnTo>
                      <a:pt x="637" y="643"/>
                    </a:lnTo>
                    <a:lnTo>
                      <a:pt x="637" y="643"/>
                    </a:lnTo>
                    <a:lnTo>
                      <a:pt x="639" y="642"/>
                    </a:lnTo>
                    <a:lnTo>
                      <a:pt x="639" y="642"/>
                    </a:lnTo>
                    <a:lnTo>
                      <a:pt x="641" y="641"/>
                    </a:lnTo>
                    <a:lnTo>
                      <a:pt x="641" y="641"/>
                    </a:lnTo>
                    <a:lnTo>
                      <a:pt x="643" y="641"/>
                    </a:lnTo>
                    <a:lnTo>
                      <a:pt x="643" y="641"/>
                    </a:lnTo>
                    <a:lnTo>
                      <a:pt x="645" y="640"/>
                    </a:lnTo>
                    <a:lnTo>
                      <a:pt x="645" y="640"/>
                    </a:lnTo>
                    <a:lnTo>
                      <a:pt x="647" y="639"/>
                    </a:lnTo>
                    <a:lnTo>
                      <a:pt x="647" y="639"/>
                    </a:lnTo>
                    <a:lnTo>
                      <a:pt x="649" y="638"/>
                    </a:lnTo>
                    <a:lnTo>
                      <a:pt x="649" y="638"/>
                    </a:lnTo>
                    <a:lnTo>
                      <a:pt x="651" y="637"/>
                    </a:lnTo>
                    <a:lnTo>
                      <a:pt x="651" y="637"/>
                    </a:lnTo>
                    <a:lnTo>
                      <a:pt x="653" y="636"/>
                    </a:lnTo>
                    <a:lnTo>
                      <a:pt x="653" y="636"/>
                    </a:lnTo>
                    <a:lnTo>
                      <a:pt x="655" y="635"/>
                    </a:lnTo>
                    <a:lnTo>
                      <a:pt x="655" y="635"/>
                    </a:lnTo>
                    <a:lnTo>
                      <a:pt x="657" y="634"/>
                    </a:lnTo>
                    <a:lnTo>
                      <a:pt x="657" y="634"/>
                    </a:lnTo>
                    <a:lnTo>
                      <a:pt x="659" y="633"/>
                    </a:lnTo>
                    <a:lnTo>
                      <a:pt x="659" y="633"/>
                    </a:lnTo>
                    <a:lnTo>
                      <a:pt x="661" y="632"/>
                    </a:lnTo>
                    <a:lnTo>
                      <a:pt x="661" y="632"/>
                    </a:lnTo>
                    <a:lnTo>
                      <a:pt x="663" y="631"/>
                    </a:lnTo>
                    <a:lnTo>
                      <a:pt x="663" y="631"/>
                    </a:lnTo>
                    <a:lnTo>
                      <a:pt x="665" y="630"/>
                    </a:lnTo>
                    <a:lnTo>
                      <a:pt x="665" y="630"/>
                    </a:lnTo>
                    <a:lnTo>
                      <a:pt x="667" y="629"/>
                    </a:lnTo>
                    <a:lnTo>
                      <a:pt x="667" y="629"/>
                    </a:lnTo>
                    <a:lnTo>
                      <a:pt x="668" y="629"/>
                    </a:lnTo>
                    <a:lnTo>
                      <a:pt x="669" y="629"/>
                    </a:lnTo>
                    <a:lnTo>
                      <a:pt x="669" y="629"/>
                    </a:lnTo>
                    <a:lnTo>
                      <a:pt x="670" y="629"/>
                    </a:lnTo>
                    <a:lnTo>
                      <a:pt x="671" y="629"/>
                    </a:lnTo>
                    <a:lnTo>
                      <a:pt x="671" y="629"/>
                    </a:lnTo>
                    <a:lnTo>
                      <a:pt x="673" y="627"/>
                    </a:lnTo>
                    <a:lnTo>
                      <a:pt x="673" y="627"/>
                    </a:lnTo>
                    <a:lnTo>
                      <a:pt x="675" y="626"/>
                    </a:lnTo>
                    <a:lnTo>
                      <a:pt x="675" y="626"/>
                    </a:lnTo>
                    <a:lnTo>
                      <a:pt x="677" y="624"/>
                    </a:lnTo>
                    <a:lnTo>
                      <a:pt x="677" y="624"/>
                    </a:lnTo>
                    <a:lnTo>
                      <a:pt x="679" y="622"/>
                    </a:lnTo>
                    <a:lnTo>
                      <a:pt x="679" y="622"/>
                    </a:lnTo>
                    <a:lnTo>
                      <a:pt x="681" y="620"/>
                    </a:lnTo>
                    <a:lnTo>
                      <a:pt x="681" y="620"/>
                    </a:lnTo>
                    <a:lnTo>
                      <a:pt x="683" y="619"/>
                    </a:lnTo>
                    <a:lnTo>
                      <a:pt x="683" y="619"/>
                    </a:lnTo>
                    <a:lnTo>
                      <a:pt x="685" y="618"/>
                    </a:lnTo>
                    <a:lnTo>
                      <a:pt x="685" y="618"/>
                    </a:lnTo>
                    <a:lnTo>
                      <a:pt x="687" y="617"/>
                    </a:lnTo>
                    <a:lnTo>
                      <a:pt x="687" y="617"/>
                    </a:lnTo>
                    <a:lnTo>
                      <a:pt x="689" y="616"/>
                    </a:lnTo>
                    <a:lnTo>
                      <a:pt x="689" y="616"/>
                    </a:lnTo>
                    <a:lnTo>
                      <a:pt x="691" y="614"/>
                    </a:lnTo>
                    <a:lnTo>
                      <a:pt x="691" y="614"/>
                    </a:lnTo>
                    <a:lnTo>
                      <a:pt x="693" y="612"/>
                    </a:lnTo>
                    <a:lnTo>
                      <a:pt x="693" y="612"/>
                    </a:lnTo>
                    <a:lnTo>
                      <a:pt x="695" y="611"/>
                    </a:lnTo>
                    <a:lnTo>
                      <a:pt x="695" y="611"/>
                    </a:lnTo>
                    <a:lnTo>
                      <a:pt x="697" y="609"/>
                    </a:lnTo>
                    <a:lnTo>
                      <a:pt x="697" y="609"/>
                    </a:lnTo>
                    <a:lnTo>
                      <a:pt x="699" y="609"/>
                    </a:lnTo>
                    <a:lnTo>
                      <a:pt x="699" y="609"/>
                    </a:lnTo>
                    <a:lnTo>
                      <a:pt x="699" y="609"/>
                    </a:lnTo>
                    <a:lnTo>
                      <a:pt x="700" y="609"/>
                    </a:lnTo>
                    <a:lnTo>
                      <a:pt x="701" y="609"/>
                    </a:lnTo>
                    <a:lnTo>
                      <a:pt x="701" y="609"/>
                    </a:lnTo>
                    <a:lnTo>
                      <a:pt x="702" y="609"/>
                    </a:lnTo>
                    <a:lnTo>
                      <a:pt x="703" y="609"/>
                    </a:lnTo>
                    <a:lnTo>
                      <a:pt x="703" y="609"/>
                    </a:lnTo>
                    <a:lnTo>
                      <a:pt x="703" y="609"/>
                    </a:lnTo>
                    <a:lnTo>
                      <a:pt x="705" y="608"/>
                    </a:lnTo>
                    <a:lnTo>
                      <a:pt x="705" y="608"/>
                    </a:lnTo>
                    <a:lnTo>
                      <a:pt x="707" y="608"/>
                    </a:lnTo>
                    <a:lnTo>
                      <a:pt x="707" y="608"/>
                    </a:lnTo>
                    <a:lnTo>
                      <a:pt x="709" y="608"/>
                    </a:lnTo>
                    <a:lnTo>
                      <a:pt x="709" y="608"/>
                    </a:lnTo>
                    <a:lnTo>
                      <a:pt x="711" y="607"/>
                    </a:lnTo>
                    <a:lnTo>
                      <a:pt x="711" y="607"/>
                    </a:lnTo>
                    <a:lnTo>
                      <a:pt x="713" y="605"/>
                    </a:lnTo>
                    <a:lnTo>
                      <a:pt x="713" y="605"/>
                    </a:lnTo>
                    <a:lnTo>
                      <a:pt x="715" y="603"/>
                    </a:lnTo>
                    <a:lnTo>
                      <a:pt x="715" y="603"/>
                    </a:lnTo>
                    <a:lnTo>
                      <a:pt x="717" y="600"/>
                    </a:lnTo>
                    <a:lnTo>
                      <a:pt x="717" y="600"/>
                    </a:lnTo>
                    <a:lnTo>
                      <a:pt x="719" y="597"/>
                    </a:lnTo>
                    <a:lnTo>
                      <a:pt x="719" y="597"/>
                    </a:lnTo>
                    <a:lnTo>
                      <a:pt x="721" y="594"/>
                    </a:lnTo>
                    <a:lnTo>
                      <a:pt x="721" y="594"/>
                    </a:lnTo>
                    <a:lnTo>
                      <a:pt x="723" y="592"/>
                    </a:lnTo>
                    <a:lnTo>
                      <a:pt x="723" y="592"/>
                    </a:lnTo>
                    <a:lnTo>
                      <a:pt x="725" y="590"/>
                    </a:lnTo>
                    <a:lnTo>
                      <a:pt x="725" y="590"/>
                    </a:lnTo>
                    <a:lnTo>
                      <a:pt x="727" y="588"/>
                    </a:lnTo>
                    <a:lnTo>
                      <a:pt x="727" y="588"/>
                    </a:lnTo>
                    <a:lnTo>
                      <a:pt x="729" y="587"/>
                    </a:lnTo>
                    <a:lnTo>
                      <a:pt x="729" y="587"/>
                    </a:lnTo>
                    <a:lnTo>
                      <a:pt x="731" y="586"/>
                    </a:lnTo>
                    <a:lnTo>
                      <a:pt x="731" y="586"/>
                    </a:lnTo>
                    <a:lnTo>
                      <a:pt x="733" y="585"/>
                    </a:lnTo>
                    <a:lnTo>
                      <a:pt x="734" y="585"/>
                    </a:lnTo>
                    <a:lnTo>
                      <a:pt x="735" y="583"/>
                    </a:lnTo>
                    <a:lnTo>
                      <a:pt x="735" y="583"/>
                    </a:lnTo>
                    <a:lnTo>
                      <a:pt x="737" y="582"/>
                    </a:lnTo>
                    <a:lnTo>
                      <a:pt x="737" y="582"/>
                    </a:lnTo>
                    <a:lnTo>
                      <a:pt x="739" y="579"/>
                    </a:lnTo>
                    <a:lnTo>
                      <a:pt x="740" y="579"/>
                    </a:lnTo>
                    <a:lnTo>
                      <a:pt x="741" y="576"/>
                    </a:lnTo>
                    <a:lnTo>
                      <a:pt x="741" y="576"/>
                    </a:lnTo>
                    <a:lnTo>
                      <a:pt x="743" y="573"/>
                    </a:lnTo>
                    <a:lnTo>
                      <a:pt x="743" y="573"/>
                    </a:lnTo>
                    <a:lnTo>
                      <a:pt x="745" y="571"/>
                    </a:lnTo>
                    <a:lnTo>
                      <a:pt x="745" y="571"/>
                    </a:lnTo>
                    <a:lnTo>
                      <a:pt x="747" y="570"/>
                    </a:lnTo>
                    <a:lnTo>
                      <a:pt x="747" y="570"/>
                    </a:lnTo>
                    <a:lnTo>
                      <a:pt x="749" y="569"/>
                    </a:lnTo>
                    <a:lnTo>
                      <a:pt x="749" y="569"/>
                    </a:lnTo>
                    <a:lnTo>
                      <a:pt x="749" y="569"/>
                    </a:lnTo>
                    <a:lnTo>
                      <a:pt x="751" y="570"/>
                    </a:lnTo>
                    <a:lnTo>
                      <a:pt x="752" y="570"/>
                    </a:lnTo>
                    <a:lnTo>
                      <a:pt x="753" y="570"/>
                    </a:lnTo>
                    <a:lnTo>
                      <a:pt x="753" y="570"/>
                    </a:lnTo>
                    <a:lnTo>
                      <a:pt x="753" y="570"/>
                    </a:lnTo>
                    <a:lnTo>
                      <a:pt x="755" y="570"/>
                    </a:lnTo>
                    <a:lnTo>
                      <a:pt x="755" y="570"/>
                    </a:lnTo>
                    <a:lnTo>
                      <a:pt x="757" y="567"/>
                    </a:lnTo>
                    <a:lnTo>
                      <a:pt x="758" y="567"/>
                    </a:lnTo>
                    <a:lnTo>
                      <a:pt x="759" y="564"/>
                    </a:lnTo>
                    <a:lnTo>
                      <a:pt x="759" y="563"/>
                    </a:lnTo>
                    <a:lnTo>
                      <a:pt x="761" y="557"/>
                    </a:lnTo>
                    <a:lnTo>
                      <a:pt x="761" y="557"/>
                    </a:lnTo>
                    <a:lnTo>
                      <a:pt x="763" y="551"/>
                    </a:lnTo>
                    <a:lnTo>
                      <a:pt x="763" y="550"/>
                    </a:lnTo>
                    <a:lnTo>
                      <a:pt x="765" y="542"/>
                    </a:lnTo>
                    <a:lnTo>
                      <a:pt x="765" y="542"/>
                    </a:lnTo>
                    <a:lnTo>
                      <a:pt x="767" y="535"/>
                    </a:lnTo>
                    <a:lnTo>
                      <a:pt x="767" y="535"/>
                    </a:lnTo>
                    <a:lnTo>
                      <a:pt x="769" y="530"/>
                    </a:lnTo>
                    <a:lnTo>
                      <a:pt x="770" y="529"/>
                    </a:lnTo>
                    <a:lnTo>
                      <a:pt x="771" y="526"/>
                    </a:lnTo>
                    <a:lnTo>
                      <a:pt x="771" y="526"/>
                    </a:lnTo>
                    <a:lnTo>
                      <a:pt x="773" y="524"/>
                    </a:lnTo>
                    <a:lnTo>
                      <a:pt x="773" y="523"/>
                    </a:lnTo>
                    <a:lnTo>
                      <a:pt x="775" y="521"/>
                    </a:lnTo>
                    <a:lnTo>
                      <a:pt x="776" y="521"/>
                    </a:lnTo>
                    <a:lnTo>
                      <a:pt x="777" y="517"/>
                    </a:lnTo>
                    <a:lnTo>
                      <a:pt x="777" y="517"/>
                    </a:lnTo>
                    <a:lnTo>
                      <a:pt x="779" y="513"/>
                    </a:lnTo>
                    <a:lnTo>
                      <a:pt x="779" y="512"/>
                    </a:lnTo>
                    <a:lnTo>
                      <a:pt x="781" y="508"/>
                    </a:lnTo>
                    <a:lnTo>
                      <a:pt x="781" y="508"/>
                    </a:lnTo>
                    <a:lnTo>
                      <a:pt x="783" y="503"/>
                    </a:lnTo>
                    <a:lnTo>
                      <a:pt x="783" y="503"/>
                    </a:lnTo>
                    <a:lnTo>
                      <a:pt x="785" y="499"/>
                    </a:lnTo>
                    <a:lnTo>
                      <a:pt x="785" y="499"/>
                    </a:lnTo>
                    <a:lnTo>
                      <a:pt x="787" y="497"/>
                    </a:lnTo>
                    <a:lnTo>
                      <a:pt x="787" y="497"/>
                    </a:lnTo>
                    <a:lnTo>
                      <a:pt x="788" y="497"/>
                    </a:lnTo>
                    <a:lnTo>
                      <a:pt x="788" y="497"/>
                    </a:lnTo>
                    <a:lnTo>
                      <a:pt x="789" y="497"/>
                    </a:lnTo>
                    <a:lnTo>
                      <a:pt x="789" y="497"/>
                    </a:lnTo>
                    <a:lnTo>
                      <a:pt x="790" y="497"/>
                    </a:lnTo>
                    <a:lnTo>
                      <a:pt x="791" y="494"/>
                    </a:lnTo>
                    <a:lnTo>
                      <a:pt x="791" y="494"/>
                    </a:lnTo>
                    <a:lnTo>
                      <a:pt x="791" y="494"/>
                    </a:lnTo>
                    <a:lnTo>
                      <a:pt x="793" y="493"/>
                    </a:lnTo>
                    <a:lnTo>
                      <a:pt x="793" y="493"/>
                    </a:lnTo>
                    <a:lnTo>
                      <a:pt x="794" y="493"/>
                    </a:lnTo>
                    <a:lnTo>
                      <a:pt x="794" y="493"/>
                    </a:lnTo>
                    <a:lnTo>
                      <a:pt x="794" y="492"/>
                    </a:lnTo>
                    <a:lnTo>
                      <a:pt x="795" y="493"/>
                    </a:lnTo>
                    <a:lnTo>
                      <a:pt x="795" y="493"/>
                    </a:lnTo>
                    <a:lnTo>
                      <a:pt x="796" y="493"/>
                    </a:lnTo>
                    <a:lnTo>
                      <a:pt x="797" y="491"/>
                    </a:lnTo>
                    <a:lnTo>
                      <a:pt x="797" y="491"/>
                    </a:lnTo>
                    <a:lnTo>
                      <a:pt x="797" y="491"/>
                    </a:lnTo>
                    <a:lnTo>
                      <a:pt x="797" y="491"/>
                    </a:lnTo>
                    <a:lnTo>
                      <a:pt x="799" y="487"/>
                    </a:lnTo>
                    <a:lnTo>
                      <a:pt x="800" y="487"/>
                    </a:lnTo>
                    <a:lnTo>
                      <a:pt x="802" y="482"/>
                    </a:lnTo>
                    <a:lnTo>
                      <a:pt x="802" y="481"/>
                    </a:lnTo>
                    <a:lnTo>
                      <a:pt x="803" y="475"/>
                    </a:lnTo>
                    <a:lnTo>
                      <a:pt x="803" y="474"/>
                    </a:lnTo>
                    <a:lnTo>
                      <a:pt x="805" y="466"/>
                    </a:lnTo>
                    <a:lnTo>
                      <a:pt x="806" y="466"/>
                    </a:lnTo>
                    <a:lnTo>
                      <a:pt x="808" y="458"/>
                    </a:lnTo>
                    <a:lnTo>
                      <a:pt x="808" y="458"/>
                    </a:lnTo>
                    <a:lnTo>
                      <a:pt x="809" y="452"/>
                    </a:lnTo>
                    <a:lnTo>
                      <a:pt x="809" y="452"/>
                    </a:lnTo>
                    <a:lnTo>
                      <a:pt x="811" y="440"/>
                    </a:lnTo>
                    <a:lnTo>
                      <a:pt x="812" y="440"/>
                    </a:lnTo>
                    <a:lnTo>
                      <a:pt x="814" y="431"/>
                    </a:lnTo>
                    <a:lnTo>
                      <a:pt x="814" y="430"/>
                    </a:lnTo>
                    <a:lnTo>
                      <a:pt x="815" y="422"/>
                    </a:lnTo>
                    <a:lnTo>
                      <a:pt x="815" y="422"/>
                    </a:lnTo>
                    <a:lnTo>
                      <a:pt x="817" y="412"/>
                    </a:lnTo>
                    <a:lnTo>
                      <a:pt x="818" y="411"/>
                    </a:lnTo>
                    <a:lnTo>
                      <a:pt x="820" y="400"/>
                    </a:lnTo>
                    <a:lnTo>
                      <a:pt x="820" y="400"/>
                    </a:lnTo>
                    <a:lnTo>
                      <a:pt x="821" y="388"/>
                    </a:lnTo>
                    <a:lnTo>
                      <a:pt x="821" y="387"/>
                    </a:lnTo>
                    <a:lnTo>
                      <a:pt x="823" y="375"/>
                    </a:lnTo>
                    <a:lnTo>
                      <a:pt x="824" y="374"/>
                    </a:lnTo>
                    <a:lnTo>
                      <a:pt x="826" y="367"/>
                    </a:lnTo>
                    <a:lnTo>
                      <a:pt x="826" y="367"/>
                    </a:lnTo>
                    <a:lnTo>
                      <a:pt x="827" y="362"/>
                    </a:lnTo>
                    <a:lnTo>
                      <a:pt x="827" y="361"/>
                    </a:lnTo>
                    <a:lnTo>
                      <a:pt x="829" y="355"/>
                    </a:lnTo>
                    <a:lnTo>
                      <a:pt x="830" y="355"/>
                    </a:lnTo>
                    <a:lnTo>
                      <a:pt x="832" y="348"/>
                    </a:lnTo>
                    <a:lnTo>
                      <a:pt x="832" y="348"/>
                    </a:lnTo>
                    <a:lnTo>
                      <a:pt x="833" y="345"/>
                    </a:lnTo>
                    <a:lnTo>
                      <a:pt x="833" y="346"/>
                    </a:lnTo>
                    <a:lnTo>
                      <a:pt x="833" y="345"/>
                    </a:lnTo>
                    <a:lnTo>
                      <a:pt x="835" y="346"/>
                    </a:lnTo>
                    <a:lnTo>
                      <a:pt x="835" y="343"/>
                    </a:lnTo>
                    <a:lnTo>
                      <a:pt x="835" y="343"/>
                    </a:lnTo>
                    <a:lnTo>
                      <a:pt x="836" y="343"/>
                    </a:lnTo>
                    <a:lnTo>
                      <a:pt x="836" y="343"/>
                    </a:lnTo>
                    <a:lnTo>
                      <a:pt x="838" y="339"/>
                    </a:lnTo>
                    <a:lnTo>
                      <a:pt x="838" y="339"/>
                    </a:lnTo>
                    <a:lnTo>
                      <a:pt x="839" y="330"/>
                    </a:lnTo>
                    <a:lnTo>
                      <a:pt x="839" y="330"/>
                    </a:lnTo>
                    <a:lnTo>
                      <a:pt x="841" y="324"/>
                    </a:lnTo>
                    <a:lnTo>
                      <a:pt x="842" y="323"/>
                    </a:lnTo>
                    <a:lnTo>
                      <a:pt x="844" y="317"/>
                    </a:lnTo>
                    <a:lnTo>
                      <a:pt x="844" y="316"/>
                    </a:lnTo>
                    <a:lnTo>
                      <a:pt x="845" y="308"/>
                    </a:lnTo>
                    <a:lnTo>
                      <a:pt x="845" y="308"/>
                    </a:lnTo>
                    <a:lnTo>
                      <a:pt x="847" y="299"/>
                    </a:lnTo>
                    <a:lnTo>
                      <a:pt x="847" y="299"/>
                    </a:lnTo>
                    <a:lnTo>
                      <a:pt x="850" y="289"/>
                    </a:lnTo>
                    <a:lnTo>
                      <a:pt x="850" y="289"/>
                    </a:lnTo>
                    <a:lnTo>
                      <a:pt x="851" y="279"/>
                    </a:lnTo>
                    <a:lnTo>
                      <a:pt x="851" y="279"/>
                    </a:lnTo>
                    <a:lnTo>
                      <a:pt x="853" y="272"/>
                    </a:lnTo>
                    <a:lnTo>
                      <a:pt x="854" y="271"/>
                    </a:lnTo>
                    <a:lnTo>
                      <a:pt x="856" y="262"/>
                    </a:lnTo>
                    <a:lnTo>
                      <a:pt x="856" y="262"/>
                    </a:lnTo>
                    <a:lnTo>
                      <a:pt x="857" y="252"/>
                    </a:lnTo>
                    <a:lnTo>
                      <a:pt x="857" y="252"/>
                    </a:lnTo>
                    <a:lnTo>
                      <a:pt x="859" y="244"/>
                    </a:lnTo>
                    <a:lnTo>
                      <a:pt x="860" y="244"/>
                    </a:lnTo>
                    <a:lnTo>
                      <a:pt x="862" y="235"/>
                    </a:lnTo>
                    <a:lnTo>
                      <a:pt x="862" y="235"/>
                    </a:lnTo>
                    <a:lnTo>
                      <a:pt x="863" y="224"/>
                    </a:lnTo>
                    <a:lnTo>
                      <a:pt x="863" y="223"/>
                    </a:lnTo>
                    <a:lnTo>
                      <a:pt x="865" y="210"/>
                    </a:lnTo>
                    <a:lnTo>
                      <a:pt x="865" y="210"/>
                    </a:lnTo>
                    <a:lnTo>
                      <a:pt x="868" y="198"/>
                    </a:lnTo>
                    <a:lnTo>
                      <a:pt x="868" y="197"/>
                    </a:lnTo>
                    <a:lnTo>
                      <a:pt x="870" y="186"/>
                    </a:lnTo>
                    <a:lnTo>
                      <a:pt x="870" y="185"/>
                    </a:lnTo>
                    <a:lnTo>
                      <a:pt x="871" y="174"/>
                    </a:lnTo>
                    <a:lnTo>
                      <a:pt x="872" y="173"/>
                    </a:lnTo>
                    <a:lnTo>
                      <a:pt x="874" y="161"/>
                    </a:lnTo>
                    <a:lnTo>
                      <a:pt x="874" y="161"/>
                    </a:lnTo>
                    <a:lnTo>
                      <a:pt x="876" y="154"/>
                    </a:lnTo>
                    <a:lnTo>
                      <a:pt x="876" y="154"/>
                    </a:lnTo>
                    <a:lnTo>
                      <a:pt x="876" y="154"/>
                    </a:lnTo>
                    <a:lnTo>
                      <a:pt x="877" y="147"/>
                    </a:lnTo>
                    <a:lnTo>
                      <a:pt x="878" y="147"/>
                    </a:lnTo>
                    <a:lnTo>
                      <a:pt x="878" y="147"/>
                    </a:lnTo>
                    <a:lnTo>
                      <a:pt x="880" y="143"/>
                    </a:lnTo>
                    <a:lnTo>
                      <a:pt x="880" y="143"/>
                    </a:lnTo>
                    <a:lnTo>
                      <a:pt x="882" y="137"/>
                    </a:lnTo>
                    <a:lnTo>
                      <a:pt x="882" y="137"/>
                    </a:lnTo>
                    <a:lnTo>
                      <a:pt x="882" y="137"/>
                    </a:lnTo>
                    <a:lnTo>
                      <a:pt x="882" y="137"/>
                    </a:lnTo>
                    <a:lnTo>
                      <a:pt x="883" y="131"/>
                    </a:lnTo>
                    <a:lnTo>
                      <a:pt x="883" y="131"/>
                    </a:lnTo>
                    <a:lnTo>
                      <a:pt x="884" y="131"/>
                    </a:lnTo>
                    <a:lnTo>
                      <a:pt x="886" y="123"/>
                    </a:lnTo>
                    <a:lnTo>
                      <a:pt x="886" y="123"/>
                    </a:lnTo>
                    <a:lnTo>
                      <a:pt x="888" y="119"/>
                    </a:lnTo>
                    <a:lnTo>
                      <a:pt x="888" y="119"/>
                    </a:lnTo>
                    <a:lnTo>
                      <a:pt x="888" y="119"/>
                    </a:lnTo>
                    <a:lnTo>
                      <a:pt x="889" y="115"/>
                    </a:lnTo>
                    <a:lnTo>
                      <a:pt x="889" y="115"/>
                    </a:lnTo>
                    <a:lnTo>
                      <a:pt x="890" y="115"/>
                    </a:lnTo>
                    <a:lnTo>
                      <a:pt x="892" y="110"/>
                    </a:lnTo>
                    <a:lnTo>
                      <a:pt x="892" y="109"/>
                    </a:lnTo>
                    <a:lnTo>
                      <a:pt x="894" y="106"/>
                    </a:lnTo>
                    <a:lnTo>
                      <a:pt x="894" y="106"/>
                    </a:lnTo>
                    <a:lnTo>
                      <a:pt x="895" y="105"/>
                    </a:lnTo>
                    <a:lnTo>
                      <a:pt x="896" y="105"/>
                    </a:lnTo>
                    <a:lnTo>
                      <a:pt x="897" y="104"/>
                    </a:lnTo>
                    <a:lnTo>
                      <a:pt x="898" y="105"/>
                    </a:lnTo>
                    <a:lnTo>
                      <a:pt x="898" y="105"/>
                    </a:lnTo>
                    <a:lnTo>
                      <a:pt x="899" y="103"/>
                    </a:lnTo>
                    <a:lnTo>
                      <a:pt x="900" y="104"/>
                    </a:lnTo>
                    <a:lnTo>
                      <a:pt x="900" y="104"/>
                    </a:lnTo>
                    <a:lnTo>
                      <a:pt x="900" y="104"/>
                    </a:lnTo>
                    <a:lnTo>
                      <a:pt x="901" y="100"/>
                    </a:lnTo>
                    <a:lnTo>
                      <a:pt x="902" y="100"/>
                    </a:lnTo>
                    <a:lnTo>
                      <a:pt x="902" y="100"/>
                    </a:lnTo>
                    <a:lnTo>
                      <a:pt x="904" y="98"/>
                    </a:lnTo>
                    <a:lnTo>
                      <a:pt x="904" y="97"/>
                    </a:lnTo>
                    <a:lnTo>
                      <a:pt x="906" y="94"/>
                    </a:lnTo>
                    <a:lnTo>
                      <a:pt x="906" y="94"/>
                    </a:lnTo>
                    <a:lnTo>
                      <a:pt x="907" y="87"/>
                    </a:lnTo>
                    <a:lnTo>
                      <a:pt x="908" y="87"/>
                    </a:lnTo>
                    <a:lnTo>
                      <a:pt x="910" y="76"/>
                    </a:lnTo>
                    <a:lnTo>
                      <a:pt x="910" y="76"/>
                    </a:lnTo>
                    <a:lnTo>
                      <a:pt x="912" y="66"/>
                    </a:lnTo>
                    <a:lnTo>
                      <a:pt x="912" y="66"/>
                    </a:lnTo>
                    <a:lnTo>
                      <a:pt x="913" y="59"/>
                    </a:lnTo>
                    <a:lnTo>
                      <a:pt x="913" y="59"/>
                    </a:lnTo>
                    <a:lnTo>
                      <a:pt x="914" y="59"/>
                    </a:lnTo>
                    <a:lnTo>
                      <a:pt x="915" y="59"/>
                    </a:lnTo>
                    <a:lnTo>
                      <a:pt x="916" y="59"/>
                    </a:lnTo>
                    <a:lnTo>
                      <a:pt x="916" y="59"/>
                    </a:lnTo>
                    <a:lnTo>
                      <a:pt x="916" y="59"/>
                    </a:lnTo>
                    <a:lnTo>
                      <a:pt x="918" y="59"/>
                    </a:lnTo>
                    <a:lnTo>
                      <a:pt x="918" y="59"/>
                    </a:lnTo>
                    <a:lnTo>
                      <a:pt x="919" y="58"/>
                    </a:lnTo>
                    <a:lnTo>
                      <a:pt x="920" y="58"/>
                    </a:lnTo>
                    <a:lnTo>
                      <a:pt x="922" y="56"/>
                    </a:lnTo>
                    <a:lnTo>
                      <a:pt x="922" y="56"/>
                    </a:lnTo>
                    <a:lnTo>
                      <a:pt x="924" y="56"/>
                    </a:lnTo>
                    <a:lnTo>
                      <a:pt x="924" y="56"/>
                    </a:lnTo>
                    <a:lnTo>
                      <a:pt x="925" y="54"/>
                    </a:lnTo>
                    <a:lnTo>
                      <a:pt x="926" y="53"/>
                    </a:lnTo>
                    <a:lnTo>
                      <a:pt x="926" y="53"/>
                    </a:lnTo>
                    <a:lnTo>
                      <a:pt x="928" y="50"/>
                    </a:lnTo>
                    <a:lnTo>
                      <a:pt x="928" y="50"/>
                    </a:lnTo>
                    <a:lnTo>
                      <a:pt x="930" y="45"/>
                    </a:lnTo>
                    <a:lnTo>
                      <a:pt x="930" y="45"/>
                    </a:lnTo>
                    <a:lnTo>
                      <a:pt x="931" y="43"/>
                    </a:lnTo>
                    <a:lnTo>
                      <a:pt x="931" y="43"/>
                    </a:lnTo>
                    <a:lnTo>
                      <a:pt x="933" y="41"/>
                    </a:lnTo>
                    <a:lnTo>
                      <a:pt x="934" y="41"/>
                    </a:lnTo>
                    <a:lnTo>
                      <a:pt x="934" y="41"/>
                    </a:lnTo>
                    <a:lnTo>
                      <a:pt x="936" y="38"/>
                    </a:lnTo>
                    <a:lnTo>
                      <a:pt x="936" y="39"/>
                    </a:lnTo>
                    <a:lnTo>
                      <a:pt x="936" y="39"/>
                    </a:lnTo>
                    <a:lnTo>
                      <a:pt x="936" y="40"/>
                    </a:lnTo>
                    <a:lnTo>
                      <a:pt x="937" y="37"/>
                    </a:lnTo>
                    <a:lnTo>
                      <a:pt x="938" y="37"/>
                    </a:lnTo>
                    <a:lnTo>
                      <a:pt x="939" y="37"/>
                    </a:lnTo>
                    <a:lnTo>
                      <a:pt x="940" y="35"/>
                    </a:lnTo>
                    <a:lnTo>
                      <a:pt x="940" y="35"/>
                    </a:lnTo>
                    <a:lnTo>
                      <a:pt x="940" y="34"/>
                    </a:lnTo>
                    <a:lnTo>
                      <a:pt x="941" y="35"/>
                    </a:lnTo>
                    <a:lnTo>
                      <a:pt x="942" y="35"/>
                    </a:lnTo>
                    <a:lnTo>
                      <a:pt x="942" y="35"/>
                    </a:lnTo>
                    <a:lnTo>
                      <a:pt x="942" y="35"/>
                    </a:lnTo>
                    <a:lnTo>
                      <a:pt x="944" y="40"/>
                    </a:lnTo>
                    <a:lnTo>
                      <a:pt x="944" y="40"/>
                    </a:lnTo>
                    <a:lnTo>
                      <a:pt x="944" y="40"/>
                    </a:lnTo>
                    <a:lnTo>
                      <a:pt x="946" y="45"/>
                    </a:lnTo>
                    <a:lnTo>
                      <a:pt x="946" y="45"/>
                    </a:lnTo>
                    <a:lnTo>
                      <a:pt x="948" y="48"/>
                    </a:lnTo>
                    <a:lnTo>
                      <a:pt x="948" y="47"/>
                    </a:lnTo>
                    <a:lnTo>
                      <a:pt x="948" y="47"/>
                    </a:lnTo>
                    <a:lnTo>
                      <a:pt x="948" y="47"/>
                    </a:lnTo>
                    <a:lnTo>
                      <a:pt x="950" y="48"/>
                    </a:lnTo>
                    <a:lnTo>
                      <a:pt x="950" y="48"/>
                    </a:lnTo>
                    <a:lnTo>
                      <a:pt x="950" y="48"/>
                    </a:lnTo>
                    <a:lnTo>
                      <a:pt x="950" y="47"/>
                    </a:lnTo>
                    <a:lnTo>
                      <a:pt x="951" y="49"/>
                    </a:lnTo>
                    <a:lnTo>
                      <a:pt x="952" y="48"/>
                    </a:lnTo>
                    <a:lnTo>
                      <a:pt x="952" y="48"/>
                    </a:lnTo>
                    <a:lnTo>
                      <a:pt x="953" y="46"/>
                    </a:lnTo>
                    <a:lnTo>
                      <a:pt x="954" y="47"/>
                    </a:lnTo>
                    <a:lnTo>
                      <a:pt x="954" y="47"/>
                    </a:lnTo>
                    <a:lnTo>
                      <a:pt x="954" y="47"/>
                    </a:lnTo>
                    <a:lnTo>
                      <a:pt x="955" y="44"/>
                    </a:lnTo>
                    <a:lnTo>
                      <a:pt x="956" y="44"/>
                    </a:lnTo>
                    <a:lnTo>
                      <a:pt x="956" y="44"/>
                    </a:lnTo>
                    <a:lnTo>
                      <a:pt x="956" y="45"/>
                    </a:lnTo>
                    <a:lnTo>
                      <a:pt x="957" y="44"/>
                    </a:lnTo>
                    <a:lnTo>
                      <a:pt x="958" y="44"/>
                    </a:lnTo>
                    <a:lnTo>
                      <a:pt x="958" y="44"/>
                    </a:lnTo>
                    <a:lnTo>
                      <a:pt x="959" y="44"/>
                    </a:lnTo>
                    <a:lnTo>
                      <a:pt x="960" y="43"/>
                    </a:lnTo>
                    <a:lnTo>
                      <a:pt x="960" y="43"/>
                    </a:lnTo>
                    <a:lnTo>
                      <a:pt x="962" y="41"/>
                    </a:lnTo>
                    <a:lnTo>
                      <a:pt x="962" y="41"/>
                    </a:lnTo>
                    <a:lnTo>
                      <a:pt x="964" y="40"/>
                    </a:lnTo>
                    <a:lnTo>
                      <a:pt x="964" y="40"/>
                    </a:lnTo>
                    <a:lnTo>
                      <a:pt x="966" y="39"/>
                    </a:lnTo>
                    <a:lnTo>
                      <a:pt x="966" y="39"/>
                    </a:lnTo>
                    <a:lnTo>
                      <a:pt x="968" y="38"/>
                    </a:lnTo>
                    <a:lnTo>
                      <a:pt x="968" y="38"/>
                    </a:lnTo>
                    <a:lnTo>
                      <a:pt x="970" y="37"/>
                    </a:lnTo>
                    <a:lnTo>
                      <a:pt x="970" y="37"/>
                    </a:lnTo>
                    <a:lnTo>
                      <a:pt x="972" y="36"/>
                    </a:lnTo>
                    <a:lnTo>
                      <a:pt x="972" y="36"/>
                    </a:lnTo>
                    <a:lnTo>
                      <a:pt x="974" y="34"/>
                    </a:lnTo>
                    <a:lnTo>
                      <a:pt x="974" y="34"/>
                    </a:lnTo>
                    <a:lnTo>
                      <a:pt x="976" y="33"/>
                    </a:lnTo>
                    <a:lnTo>
                      <a:pt x="976" y="33"/>
                    </a:lnTo>
                    <a:lnTo>
                      <a:pt x="978" y="29"/>
                    </a:lnTo>
                    <a:lnTo>
                      <a:pt x="978" y="29"/>
                    </a:lnTo>
                    <a:lnTo>
                      <a:pt x="980" y="22"/>
                    </a:lnTo>
                    <a:lnTo>
                      <a:pt x="980" y="22"/>
                    </a:lnTo>
                    <a:lnTo>
                      <a:pt x="982" y="18"/>
                    </a:lnTo>
                    <a:lnTo>
                      <a:pt x="982" y="17"/>
                    </a:lnTo>
                    <a:lnTo>
                      <a:pt x="984" y="16"/>
                    </a:lnTo>
                    <a:lnTo>
                      <a:pt x="984" y="16"/>
                    </a:lnTo>
                    <a:lnTo>
                      <a:pt x="986" y="15"/>
                    </a:lnTo>
                    <a:lnTo>
                      <a:pt x="986" y="15"/>
                    </a:lnTo>
                    <a:lnTo>
                      <a:pt x="987" y="15"/>
                    </a:lnTo>
                    <a:lnTo>
                      <a:pt x="988" y="15"/>
                    </a:lnTo>
                    <a:lnTo>
                      <a:pt x="988" y="15"/>
                    </a:lnTo>
                    <a:lnTo>
                      <a:pt x="988" y="15"/>
                    </a:lnTo>
                    <a:lnTo>
                      <a:pt x="990" y="16"/>
                    </a:lnTo>
                    <a:lnTo>
                      <a:pt x="990" y="16"/>
                    </a:lnTo>
                    <a:lnTo>
                      <a:pt x="992" y="21"/>
                    </a:lnTo>
                    <a:lnTo>
                      <a:pt x="992" y="21"/>
                    </a:lnTo>
                    <a:lnTo>
                      <a:pt x="994" y="27"/>
                    </a:lnTo>
                    <a:lnTo>
                      <a:pt x="994" y="27"/>
                    </a:lnTo>
                    <a:lnTo>
                      <a:pt x="996" y="29"/>
                    </a:lnTo>
                    <a:lnTo>
                      <a:pt x="996" y="29"/>
                    </a:lnTo>
                    <a:lnTo>
                      <a:pt x="996" y="29"/>
                    </a:lnTo>
                    <a:lnTo>
                      <a:pt x="996" y="29"/>
                    </a:lnTo>
                    <a:lnTo>
                      <a:pt x="998" y="28"/>
                    </a:lnTo>
                    <a:lnTo>
                      <a:pt x="998" y="28"/>
                    </a:lnTo>
                    <a:lnTo>
                      <a:pt x="1000" y="27"/>
                    </a:lnTo>
                    <a:lnTo>
                      <a:pt x="1000" y="27"/>
                    </a:lnTo>
                    <a:lnTo>
                      <a:pt x="1002" y="26"/>
                    </a:lnTo>
                    <a:lnTo>
                      <a:pt x="1002" y="26"/>
                    </a:lnTo>
                    <a:lnTo>
                      <a:pt x="1004" y="25"/>
                    </a:lnTo>
                    <a:lnTo>
                      <a:pt x="1004" y="25"/>
                    </a:lnTo>
                    <a:lnTo>
                      <a:pt x="1006" y="24"/>
                    </a:lnTo>
                    <a:lnTo>
                      <a:pt x="1006" y="24"/>
                    </a:lnTo>
                    <a:lnTo>
                      <a:pt x="1008" y="23"/>
                    </a:lnTo>
                    <a:lnTo>
                      <a:pt x="1008" y="23"/>
                    </a:lnTo>
                    <a:lnTo>
                      <a:pt x="1010" y="22"/>
                    </a:lnTo>
                    <a:lnTo>
                      <a:pt x="1010" y="22"/>
                    </a:lnTo>
                    <a:lnTo>
                      <a:pt x="1010" y="22"/>
                    </a:lnTo>
                    <a:lnTo>
                      <a:pt x="1012" y="22"/>
                    </a:lnTo>
                    <a:lnTo>
                      <a:pt x="1012" y="22"/>
                    </a:lnTo>
                    <a:lnTo>
                      <a:pt x="1012" y="21"/>
                    </a:lnTo>
                    <a:lnTo>
                      <a:pt x="1014" y="19"/>
                    </a:lnTo>
                    <a:lnTo>
                      <a:pt x="1014" y="19"/>
                    </a:lnTo>
                    <a:lnTo>
                      <a:pt x="1016" y="18"/>
                    </a:lnTo>
                    <a:lnTo>
                      <a:pt x="1016" y="18"/>
                    </a:lnTo>
                    <a:lnTo>
                      <a:pt x="1018" y="16"/>
                    </a:lnTo>
                    <a:lnTo>
                      <a:pt x="1018" y="16"/>
                    </a:lnTo>
                    <a:lnTo>
                      <a:pt x="1020" y="11"/>
                    </a:lnTo>
                    <a:lnTo>
                      <a:pt x="1020" y="11"/>
                    </a:lnTo>
                    <a:lnTo>
                      <a:pt x="1022" y="5"/>
                    </a:lnTo>
                    <a:lnTo>
                      <a:pt x="1022" y="5"/>
                    </a:lnTo>
                    <a:lnTo>
                      <a:pt x="1023" y="3"/>
                    </a:lnTo>
                    <a:lnTo>
                      <a:pt x="1024" y="6"/>
                    </a:lnTo>
                    <a:lnTo>
                      <a:pt x="1024" y="6"/>
                    </a:lnTo>
                    <a:lnTo>
                      <a:pt x="1025" y="8"/>
                    </a:lnTo>
                    <a:lnTo>
                      <a:pt x="1026" y="8"/>
                    </a:lnTo>
                    <a:lnTo>
                      <a:pt x="1026" y="8"/>
                    </a:lnTo>
                    <a:lnTo>
                      <a:pt x="1027" y="10"/>
                    </a:lnTo>
                    <a:lnTo>
                      <a:pt x="1028" y="9"/>
                    </a:lnTo>
                    <a:lnTo>
                      <a:pt x="1028" y="9"/>
                    </a:lnTo>
                    <a:lnTo>
                      <a:pt x="1030" y="5"/>
                    </a:lnTo>
                    <a:lnTo>
                      <a:pt x="1030" y="5"/>
                    </a:lnTo>
                    <a:lnTo>
                      <a:pt x="1032" y="3"/>
                    </a:lnTo>
                    <a:lnTo>
                      <a:pt x="1032" y="3"/>
                    </a:lnTo>
                    <a:lnTo>
                      <a:pt x="1033" y="2"/>
                    </a:lnTo>
                    <a:lnTo>
                      <a:pt x="1034" y="2"/>
                    </a:lnTo>
                    <a:lnTo>
                      <a:pt x="1034" y="2"/>
                    </a:lnTo>
                    <a:lnTo>
                      <a:pt x="1035" y="0"/>
                    </a:lnTo>
                    <a:lnTo>
                      <a:pt x="1036" y="1"/>
                    </a:lnTo>
                    <a:lnTo>
                      <a:pt x="1036" y="1"/>
                    </a:lnTo>
                    <a:lnTo>
                      <a:pt x="1038" y="1"/>
                    </a:lnTo>
                    <a:lnTo>
                      <a:pt x="1038" y="1"/>
                    </a:lnTo>
                    <a:lnTo>
                      <a:pt x="1040" y="2"/>
                    </a:lnTo>
                    <a:lnTo>
                      <a:pt x="1040" y="3"/>
                    </a:lnTo>
                    <a:lnTo>
                      <a:pt x="1042" y="8"/>
                    </a:lnTo>
                    <a:lnTo>
                      <a:pt x="1042" y="8"/>
                    </a:lnTo>
                    <a:lnTo>
                      <a:pt x="1044" y="13"/>
                    </a:lnTo>
                    <a:lnTo>
                      <a:pt x="1044" y="13"/>
                    </a:lnTo>
                    <a:lnTo>
                      <a:pt x="1045" y="14"/>
                    </a:lnTo>
                    <a:lnTo>
                      <a:pt x="1046" y="14"/>
                    </a:lnTo>
                    <a:lnTo>
                      <a:pt x="1046" y="14"/>
                    </a:lnTo>
                    <a:lnTo>
                      <a:pt x="1046" y="13"/>
                    </a:lnTo>
                    <a:lnTo>
                      <a:pt x="1048" y="14"/>
                    </a:lnTo>
                    <a:lnTo>
                      <a:pt x="1048" y="14"/>
                    </a:lnTo>
                    <a:lnTo>
                      <a:pt x="1048" y="14"/>
                    </a:lnTo>
                    <a:lnTo>
                      <a:pt x="1048" y="14"/>
                    </a:lnTo>
                    <a:lnTo>
                      <a:pt x="1050" y="14"/>
                    </a:lnTo>
                    <a:lnTo>
                      <a:pt x="1050" y="14"/>
                    </a:lnTo>
                    <a:lnTo>
                      <a:pt x="1051" y="13"/>
                    </a:lnTo>
                    <a:lnTo>
                      <a:pt x="1052" y="16"/>
                    </a:lnTo>
                    <a:lnTo>
                      <a:pt x="1052" y="17"/>
                    </a:lnTo>
                    <a:lnTo>
                      <a:pt x="1052" y="17"/>
                    </a:lnTo>
                    <a:lnTo>
                      <a:pt x="1053" y="22"/>
                    </a:lnTo>
                    <a:lnTo>
                      <a:pt x="1054" y="22"/>
                    </a:lnTo>
                    <a:lnTo>
                      <a:pt x="1054" y="22"/>
                    </a:lnTo>
                    <a:lnTo>
                      <a:pt x="1054" y="22"/>
                    </a:lnTo>
                    <a:lnTo>
                      <a:pt x="1056" y="28"/>
                    </a:lnTo>
                    <a:lnTo>
                      <a:pt x="1056" y="28"/>
                    </a:lnTo>
                    <a:lnTo>
                      <a:pt x="1056" y="28"/>
                    </a:lnTo>
                    <a:lnTo>
                      <a:pt x="1057" y="27"/>
                    </a:lnTo>
                    <a:lnTo>
                      <a:pt x="1058" y="27"/>
                    </a:lnTo>
                    <a:lnTo>
                      <a:pt x="1058" y="27"/>
                    </a:lnTo>
                    <a:lnTo>
                      <a:pt x="1060" y="28"/>
                    </a:lnTo>
                    <a:lnTo>
                      <a:pt x="1060" y="29"/>
                    </a:lnTo>
                    <a:lnTo>
                      <a:pt x="1062" y="29"/>
                    </a:lnTo>
                    <a:lnTo>
                      <a:pt x="1062" y="29"/>
                    </a:lnTo>
                    <a:lnTo>
                      <a:pt x="1064" y="30"/>
                    </a:lnTo>
                    <a:lnTo>
                      <a:pt x="1064" y="30"/>
                    </a:lnTo>
                    <a:lnTo>
                      <a:pt x="1064" y="30"/>
                    </a:lnTo>
                    <a:lnTo>
                      <a:pt x="1064" y="30"/>
                    </a:lnTo>
                    <a:lnTo>
                      <a:pt x="1066" y="29"/>
                    </a:lnTo>
                    <a:lnTo>
                      <a:pt x="1066" y="29"/>
                    </a:lnTo>
                    <a:lnTo>
                      <a:pt x="1068" y="25"/>
                    </a:lnTo>
                    <a:lnTo>
                      <a:pt x="1068" y="25"/>
                    </a:lnTo>
                    <a:lnTo>
                      <a:pt x="1070" y="19"/>
                    </a:lnTo>
                    <a:lnTo>
                      <a:pt x="1070" y="19"/>
                    </a:lnTo>
                    <a:lnTo>
                      <a:pt x="1072" y="16"/>
                    </a:lnTo>
                    <a:lnTo>
                      <a:pt x="1072" y="16"/>
                    </a:lnTo>
                    <a:lnTo>
                      <a:pt x="1072" y="16"/>
                    </a:lnTo>
                    <a:lnTo>
                      <a:pt x="1072" y="16"/>
                    </a:lnTo>
                    <a:lnTo>
                      <a:pt x="1074" y="17"/>
                    </a:lnTo>
                    <a:lnTo>
                      <a:pt x="1074" y="17"/>
                    </a:lnTo>
                    <a:lnTo>
                      <a:pt x="1076" y="17"/>
                    </a:lnTo>
                    <a:lnTo>
                      <a:pt x="1076" y="17"/>
                    </a:lnTo>
                    <a:lnTo>
                      <a:pt x="1078" y="19"/>
                    </a:lnTo>
                    <a:lnTo>
                      <a:pt x="1078" y="19"/>
                    </a:lnTo>
                    <a:lnTo>
                      <a:pt x="1080" y="21"/>
                    </a:lnTo>
                    <a:lnTo>
                      <a:pt x="1080" y="21"/>
                    </a:lnTo>
                    <a:lnTo>
                      <a:pt x="1082" y="22"/>
                    </a:lnTo>
                    <a:lnTo>
                      <a:pt x="1082" y="22"/>
                    </a:lnTo>
                    <a:lnTo>
                      <a:pt x="1083" y="23"/>
                    </a:lnTo>
                    <a:lnTo>
                      <a:pt x="1084" y="22"/>
                    </a:lnTo>
                    <a:lnTo>
                      <a:pt x="1084" y="22"/>
                    </a:lnTo>
                    <a:lnTo>
                      <a:pt x="1084" y="22"/>
                    </a:lnTo>
                    <a:lnTo>
                      <a:pt x="1085" y="22"/>
                    </a:lnTo>
                    <a:lnTo>
                      <a:pt x="1086" y="22"/>
                    </a:lnTo>
                    <a:lnTo>
                      <a:pt x="1086" y="22"/>
                    </a:lnTo>
                    <a:lnTo>
                      <a:pt x="1088" y="22"/>
                    </a:lnTo>
                    <a:lnTo>
                      <a:pt x="1088" y="22"/>
                    </a:lnTo>
                    <a:lnTo>
                      <a:pt x="1088" y="22"/>
                    </a:lnTo>
                    <a:lnTo>
                      <a:pt x="1088" y="22"/>
                    </a:lnTo>
                    <a:lnTo>
                      <a:pt x="1090" y="23"/>
                    </a:lnTo>
                    <a:lnTo>
                      <a:pt x="1090" y="23"/>
                    </a:lnTo>
                    <a:lnTo>
                      <a:pt x="1092" y="23"/>
                    </a:lnTo>
                    <a:lnTo>
                      <a:pt x="1092" y="23"/>
                    </a:lnTo>
                    <a:lnTo>
                      <a:pt x="1094" y="24"/>
                    </a:lnTo>
                    <a:lnTo>
                      <a:pt x="1094" y="24"/>
                    </a:lnTo>
                    <a:lnTo>
                      <a:pt x="1096" y="25"/>
                    </a:lnTo>
                    <a:lnTo>
                      <a:pt x="1096" y="25"/>
                    </a:lnTo>
                    <a:lnTo>
                      <a:pt x="1097" y="25"/>
                    </a:lnTo>
                    <a:lnTo>
                      <a:pt x="1098" y="25"/>
                    </a:lnTo>
                    <a:lnTo>
                      <a:pt x="1098" y="25"/>
                    </a:lnTo>
                    <a:lnTo>
                      <a:pt x="1098" y="25"/>
                    </a:lnTo>
                    <a:lnTo>
                      <a:pt x="1098" y="25"/>
                    </a:lnTo>
                    <a:lnTo>
                      <a:pt x="1100" y="21"/>
                    </a:lnTo>
                    <a:lnTo>
                      <a:pt x="1100" y="21"/>
                    </a:lnTo>
                    <a:lnTo>
                      <a:pt x="1102" y="17"/>
                    </a:lnTo>
                    <a:lnTo>
                      <a:pt x="1102" y="17"/>
                    </a:lnTo>
                    <a:lnTo>
                      <a:pt x="1102" y="17"/>
                    </a:lnTo>
                    <a:lnTo>
                      <a:pt x="1102" y="17"/>
                    </a:lnTo>
                    <a:lnTo>
                      <a:pt x="1104" y="15"/>
                    </a:lnTo>
                    <a:lnTo>
                      <a:pt x="1104" y="15"/>
                    </a:lnTo>
                    <a:lnTo>
                      <a:pt x="1104" y="15"/>
                    </a:lnTo>
                    <a:lnTo>
                      <a:pt x="1106" y="16"/>
                    </a:lnTo>
                    <a:lnTo>
                      <a:pt x="1106" y="16"/>
                    </a:lnTo>
                    <a:lnTo>
                      <a:pt x="1108" y="16"/>
                    </a:lnTo>
                    <a:lnTo>
                      <a:pt x="1108" y="16"/>
                    </a:lnTo>
                    <a:lnTo>
                      <a:pt x="1110" y="16"/>
                    </a:lnTo>
                    <a:lnTo>
                      <a:pt x="1110" y="16"/>
                    </a:lnTo>
                    <a:lnTo>
                      <a:pt x="1112" y="17"/>
                    </a:lnTo>
                    <a:lnTo>
                      <a:pt x="1112" y="17"/>
                    </a:lnTo>
                    <a:lnTo>
                      <a:pt x="1113" y="17"/>
                    </a:lnTo>
                    <a:lnTo>
                      <a:pt x="1114" y="17"/>
                    </a:lnTo>
                    <a:lnTo>
                      <a:pt x="1114" y="17"/>
                    </a:lnTo>
                    <a:lnTo>
                      <a:pt x="1114" y="17"/>
                    </a:lnTo>
                    <a:lnTo>
                      <a:pt x="1114" y="17"/>
                    </a:lnTo>
                    <a:lnTo>
                      <a:pt x="1116" y="17"/>
                    </a:lnTo>
                    <a:lnTo>
                      <a:pt x="1116" y="17"/>
                    </a:lnTo>
                    <a:lnTo>
                      <a:pt x="1116" y="17"/>
                    </a:lnTo>
                    <a:lnTo>
                      <a:pt x="1117" y="14"/>
                    </a:lnTo>
                    <a:lnTo>
                      <a:pt x="1118" y="15"/>
                    </a:lnTo>
                    <a:lnTo>
                      <a:pt x="1118" y="15"/>
                    </a:lnTo>
                    <a:lnTo>
                      <a:pt x="1119" y="16"/>
                    </a:lnTo>
                    <a:lnTo>
                      <a:pt x="1120" y="13"/>
                    </a:lnTo>
                    <a:lnTo>
                      <a:pt x="1120" y="14"/>
                    </a:lnTo>
                    <a:lnTo>
                      <a:pt x="1120" y="14"/>
                    </a:lnTo>
                    <a:lnTo>
                      <a:pt x="1120" y="13"/>
                    </a:lnTo>
                    <a:lnTo>
                      <a:pt x="1122" y="14"/>
                    </a:lnTo>
                    <a:lnTo>
                      <a:pt x="1122" y="14"/>
                    </a:lnTo>
                    <a:lnTo>
                      <a:pt x="1124" y="16"/>
                    </a:lnTo>
                    <a:lnTo>
                      <a:pt x="1124" y="16"/>
                    </a:lnTo>
                    <a:lnTo>
                      <a:pt x="1126" y="16"/>
                    </a:lnTo>
                    <a:lnTo>
                      <a:pt x="1126" y="16"/>
                    </a:lnTo>
                    <a:lnTo>
                      <a:pt x="1128" y="17"/>
                    </a:lnTo>
                    <a:lnTo>
                      <a:pt x="1128" y="15"/>
                    </a:lnTo>
                    <a:lnTo>
                      <a:pt x="1128" y="15"/>
                    </a:lnTo>
                    <a:lnTo>
                      <a:pt x="1128" y="15"/>
                    </a:lnTo>
                    <a:lnTo>
                      <a:pt x="1129" y="9"/>
                    </a:lnTo>
                    <a:lnTo>
                      <a:pt x="1130" y="9"/>
                    </a:lnTo>
                    <a:lnTo>
                      <a:pt x="1130" y="9"/>
                    </a:lnTo>
                    <a:lnTo>
                      <a:pt x="1130" y="9"/>
                    </a:lnTo>
                    <a:lnTo>
                      <a:pt x="1132" y="6"/>
                    </a:lnTo>
                    <a:lnTo>
                      <a:pt x="1132" y="6"/>
                    </a:lnTo>
                    <a:lnTo>
                      <a:pt x="1132" y="6"/>
                    </a:lnTo>
                    <a:lnTo>
                      <a:pt x="1132" y="6"/>
                    </a:lnTo>
                    <a:lnTo>
                      <a:pt x="1134" y="8"/>
                    </a:lnTo>
                    <a:lnTo>
                      <a:pt x="1134" y="8"/>
                    </a:lnTo>
                    <a:lnTo>
                      <a:pt x="1134" y="8"/>
                    </a:lnTo>
                    <a:lnTo>
                      <a:pt x="1136" y="13"/>
                    </a:lnTo>
                    <a:lnTo>
                      <a:pt x="1136" y="14"/>
                    </a:lnTo>
                    <a:lnTo>
                      <a:pt x="1137" y="12"/>
                    </a:lnTo>
                    <a:lnTo>
                      <a:pt x="1138" y="15"/>
                    </a:lnTo>
                    <a:lnTo>
                      <a:pt x="1138" y="15"/>
                    </a:lnTo>
                    <a:lnTo>
                      <a:pt x="1138" y="15"/>
                    </a:lnTo>
                    <a:lnTo>
                      <a:pt x="1138" y="15"/>
                    </a:lnTo>
                    <a:lnTo>
                      <a:pt x="1139" y="14"/>
                    </a:lnTo>
                    <a:lnTo>
                      <a:pt x="1140" y="14"/>
                    </a:lnTo>
                    <a:lnTo>
                      <a:pt x="1140" y="14"/>
                    </a:lnTo>
                    <a:lnTo>
                      <a:pt x="1142" y="14"/>
                    </a:lnTo>
                    <a:lnTo>
                      <a:pt x="1142" y="14"/>
                    </a:lnTo>
                    <a:lnTo>
                      <a:pt x="1143" y="14"/>
                    </a:lnTo>
                    <a:lnTo>
                      <a:pt x="1144" y="14"/>
                    </a:lnTo>
                    <a:lnTo>
                      <a:pt x="1144" y="14"/>
                    </a:lnTo>
                    <a:lnTo>
                      <a:pt x="1144" y="14"/>
                    </a:lnTo>
                    <a:lnTo>
                      <a:pt x="1146" y="14"/>
                    </a:lnTo>
                    <a:lnTo>
                      <a:pt x="1146" y="14"/>
                    </a:lnTo>
                    <a:lnTo>
                      <a:pt x="1146" y="14"/>
                    </a:lnTo>
                    <a:lnTo>
                      <a:pt x="1146" y="14"/>
                    </a:lnTo>
                    <a:lnTo>
                      <a:pt x="1148" y="14"/>
                    </a:lnTo>
                    <a:lnTo>
                      <a:pt x="1148" y="14"/>
                    </a:lnTo>
                    <a:lnTo>
                      <a:pt x="1148" y="14"/>
                    </a:lnTo>
                    <a:lnTo>
                      <a:pt x="1149" y="14"/>
                    </a:lnTo>
                    <a:lnTo>
                      <a:pt x="1150" y="14"/>
                    </a:lnTo>
                    <a:lnTo>
                      <a:pt x="1150" y="14"/>
                    </a:lnTo>
                    <a:lnTo>
                      <a:pt x="1152" y="14"/>
                    </a:lnTo>
                    <a:lnTo>
                      <a:pt x="1152" y="14"/>
                    </a:lnTo>
                    <a:lnTo>
                      <a:pt x="1152" y="14"/>
                    </a:lnTo>
                    <a:lnTo>
                      <a:pt x="1153" y="14"/>
                    </a:lnTo>
                    <a:lnTo>
                      <a:pt x="1154" y="14"/>
                    </a:lnTo>
                    <a:lnTo>
                      <a:pt x="1154" y="14"/>
                    </a:lnTo>
                    <a:lnTo>
                      <a:pt x="1154" y="14"/>
                    </a:lnTo>
                    <a:lnTo>
                      <a:pt x="1155" y="12"/>
                    </a:lnTo>
                    <a:lnTo>
                      <a:pt x="1156" y="12"/>
                    </a:lnTo>
                    <a:lnTo>
                      <a:pt x="1156" y="12"/>
                    </a:lnTo>
                    <a:lnTo>
                      <a:pt x="1157" y="12"/>
                    </a:lnTo>
                    <a:lnTo>
                      <a:pt x="1158" y="11"/>
                    </a:lnTo>
                    <a:lnTo>
                      <a:pt x="1158" y="11"/>
                    </a:lnTo>
                    <a:lnTo>
                      <a:pt x="1158" y="11"/>
                    </a:lnTo>
                    <a:lnTo>
                      <a:pt x="1160" y="12"/>
                    </a:lnTo>
                    <a:lnTo>
                      <a:pt x="1160" y="12"/>
                    </a:lnTo>
                    <a:lnTo>
                      <a:pt x="1162" y="13"/>
                    </a:lnTo>
                    <a:lnTo>
                      <a:pt x="1162" y="13"/>
                    </a:lnTo>
                    <a:lnTo>
                      <a:pt x="1164" y="13"/>
                    </a:lnTo>
                    <a:lnTo>
                      <a:pt x="1164" y="13"/>
                    </a:lnTo>
                    <a:lnTo>
                      <a:pt x="1166" y="14"/>
                    </a:lnTo>
                    <a:lnTo>
                      <a:pt x="1166" y="14"/>
                    </a:lnTo>
                    <a:lnTo>
                      <a:pt x="1168" y="15"/>
                    </a:lnTo>
                    <a:lnTo>
                      <a:pt x="1168" y="15"/>
                    </a:lnTo>
                    <a:lnTo>
                      <a:pt x="1170" y="17"/>
                    </a:lnTo>
                    <a:lnTo>
                      <a:pt x="1170" y="17"/>
                    </a:lnTo>
                    <a:lnTo>
                      <a:pt x="1172" y="26"/>
                    </a:lnTo>
                    <a:lnTo>
                      <a:pt x="1172" y="26"/>
                    </a:lnTo>
                    <a:lnTo>
                      <a:pt x="1174" y="32"/>
                    </a:lnTo>
                    <a:lnTo>
                      <a:pt x="1174" y="32"/>
                    </a:lnTo>
                    <a:lnTo>
                      <a:pt x="1176" y="35"/>
                    </a:lnTo>
                    <a:lnTo>
                      <a:pt x="1176" y="36"/>
                    </a:lnTo>
                    <a:lnTo>
                      <a:pt x="1176" y="36"/>
                    </a:lnTo>
                    <a:lnTo>
                      <a:pt x="1178" y="37"/>
                    </a:lnTo>
                    <a:lnTo>
                      <a:pt x="1178" y="37"/>
                    </a:lnTo>
                    <a:lnTo>
                      <a:pt x="1178" y="37"/>
                    </a:lnTo>
                    <a:lnTo>
                      <a:pt x="1180" y="38"/>
                    </a:lnTo>
                    <a:lnTo>
                      <a:pt x="1180" y="38"/>
                    </a:lnTo>
                    <a:lnTo>
                      <a:pt x="1182" y="40"/>
                    </a:lnTo>
                    <a:lnTo>
                      <a:pt x="1182" y="40"/>
                    </a:lnTo>
                    <a:lnTo>
                      <a:pt x="1184" y="43"/>
                    </a:lnTo>
                    <a:lnTo>
                      <a:pt x="1184" y="43"/>
                    </a:lnTo>
                    <a:lnTo>
                      <a:pt x="1186" y="44"/>
                    </a:lnTo>
                    <a:lnTo>
                      <a:pt x="1186" y="44"/>
                    </a:lnTo>
                    <a:lnTo>
                      <a:pt x="1188" y="46"/>
                    </a:lnTo>
                    <a:lnTo>
                      <a:pt x="1188" y="46"/>
                    </a:lnTo>
                    <a:lnTo>
                      <a:pt x="1190" y="47"/>
                    </a:lnTo>
                    <a:lnTo>
                      <a:pt x="1190" y="47"/>
                    </a:lnTo>
                    <a:lnTo>
                      <a:pt x="1192" y="49"/>
                    </a:lnTo>
                    <a:lnTo>
                      <a:pt x="1192" y="49"/>
                    </a:lnTo>
                    <a:lnTo>
                      <a:pt x="1192" y="49"/>
                    </a:lnTo>
                    <a:lnTo>
                      <a:pt x="1194" y="47"/>
                    </a:lnTo>
                    <a:lnTo>
                      <a:pt x="1194" y="48"/>
                    </a:lnTo>
                    <a:lnTo>
                      <a:pt x="1194" y="47"/>
                    </a:lnTo>
                    <a:lnTo>
                      <a:pt x="1195" y="47"/>
                    </a:lnTo>
                    <a:lnTo>
                      <a:pt x="1196" y="47"/>
                    </a:lnTo>
                    <a:lnTo>
                      <a:pt x="1196" y="47"/>
                    </a:lnTo>
                    <a:lnTo>
                      <a:pt x="1196" y="47"/>
                    </a:lnTo>
                    <a:lnTo>
                      <a:pt x="1196" y="47"/>
                    </a:lnTo>
                    <a:lnTo>
                      <a:pt x="1198" y="48"/>
                    </a:lnTo>
                    <a:lnTo>
                      <a:pt x="1198" y="48"/>
                    </a:lnTo>
                    <a:lnTo>
                      <a:pt x="1200" y="50"/>
                    </a:lnTo>
                    <a:lnTo>
                      <a:pt x="1200" y="50"/>
                    </a:lnTo>
                    <a:lnTo>
                      <a:pt x="1202" y="51"/>
                    </a:lnTo>
                    <a:lnTo>
                      <a:pt x="1202" y="51"/>
                    </a:lnTo>
                    <a:lnTo>
                      <a:pt x="1204" y="53"/>
                    </a:lnTo>
                    <a:lnTo>
                      <a:pt x="1204" y="53"/>
                    </a:lnTo>
                    <a:lnTo>
                      <a:pt x="1206" y="53"/>
                    </a:lnTo>
                    <a:lnTo>
                      <a:pt x="1206" y="53"/>
                    </a:lnTo>
                    <a:lnTo>
                      <a:pt x="1206" y="53"/>
                    </a:lnTo>
                    <a:lnTo>
                      <a:pt x="1207" y="54"/>
                    </a:lnTo>
                    <a:lnTo>
                      <a:pt x="1208" y="53"/>
                    </a:lnTo>
                    <a:lnTo>
                      <a:pt x="1208" y="53"/>
                    </a:lnTo>
                    <a:lnTo>
                      <a:pt x="1208" y="53"/>
                    </a:lnTo>
                    <a:lnTo>
                      <a:pt x="1210" y="56"/>
                    </a:lnTo>
                    <a:lnTo>
                      <a:pt x="1210" y="55"/>
                    </a:lnTo>
                    <a:lnTo>
                      <a:pt x="1210" y="55"/>
                    </a:lnTo>
                    <a:lnTo>
                      <a:pt x="1211" y="56"/>
                    </a:lnTo>
                    <a:lnTo>
                      <a:pt x="1212" y="55"/>
                    </a:lnTo>
                    <a:lnTo>
                      <a:pt x="1212" y="55"/>
                    </a:lnTo>
                    <a:lnTo>
                      <a:pt x="1214" y="59"/>
                    </a:lnTo>
                    <a:lnTo>
                      <a:pt x="1214" y="58"/>
                    </a:lnTo>
                    <a:lnTo>
                      <a:pt x="1214" y="59"/>
                    </a:lnTo>
                    <a:lnTo>
                      <a:pt x="1216" y="65"/>
                    </a:lnTo>
                    <a:lnTo>
                      <a:pt x="1216" y="65"/>
                    </a:lnTo>
                    <a:lnTo>
                      <a:pt x="1216" y="65"/>
                    </a:lnTo>
                    <a:lnTo>
                      <a:pt x="1218" y="69"/>
                    </a:lnTo>
                    <a:lnTo>
                      <a:pt x="1218" y="69"/>
                    </a:lnTo>
                    <a:lnTo>
                      <a:pt x="1220" y="70"/>
                    </a:lnTo>
                    <a:lnTo>
                      <a:pt x="1220" y="70"/>
                    </a:lnTo>
                    <a:lnTo>
                      <a:pt x="1222" y="73"/>
                    </a:lnTo>
                    <a:lnTo>
                      <a:pt x="1222" y="73"/>
                    </a:lnTo>
                    <a:lnTo>
                      <a:pt x="1224" y="74"/>
                    </a:lnTo>
                    <a:lnTo>
                      <a:pt x="1224" y="74"/>
                    </a:lnTo>
                    <a:lnTo>
                      <a:pt x="1226" y="77"/>
                    </a:lnTo>
                    <a:lnTo>
                      <a:pt x="1226" y="78"/>
                    </a:lnTo>
                    <a:lnTo>
                      <a:pt x="1228" y="80"/>
                    </a:lnTo>
                    <a:lnTo>
                      <a:pt x="1228" y="80"/>
                    </a:lnTo>
                    <a:lnTo>
                      <a:pt x="1230" y="82"/>
                    </a:lnTo>
                    <a:lnTo>
                      <a:pt x="1230" y="83"/>
                    </a:lnTo>
                    <a:lnTo>
                      <a:pt x="1232" y="84"/>
                    </a:lnTo>
                    <a:lnTo>
                      <a:pt x="1232" y="84"/>
                    </a:lnTo>
                    <a:lnTo>
                      <a:pt x="1234" y="86"/>
                    </a:lnTo>
                    <a:lnTo>
                      <a:pt x="1234" y="86"/>
                    </a:lnTo>
                    <a:lnTo>
                      <a:pt x="1236" y="91"/>
                    </a:lnTo>
                    <a:lnTo>
                      <a:pt x="1236" y="91"/>
                    </a:lnTo>
                    <a:lnTo>
                      <a:pt x="1238" y="100"/>
                    </a:lnTo>
                    <a:lnTo>
                      <a:pt x="1238" y="100"/>
                    </a:lnTo>
                    <a:lnTo>
                      <a:pt x="1240" y="106"/>
                    </a:lnTo>
                    <a:lnTo>
                      <a:pt x="1240" y="106"/>
                    </a:lnTo>
                    <a:lnTo>
                      <a:pt x="1242" y="113"/>
                    </a:lnTo>
                    <a:lnTo>
                      <a:pt x="1242" y="114"/>
                    </a:lnTo>
                    <a:lnTo>
                      <a:pt x="1242" y="114"/>
                    </a:lnTo>
                    <a:lnTo>
                      <a:pt x="1244" y="121"/>
                    </a:lnTo>
                    <a:lnTo>
                      <a:pt x="1244" y="122"/>
                    </a:lnTo>
                    <a:lnTo>
                      <a:pt x="1246" y="126"/>
                    </a:lnTo>
                    <a:lnTo>
                      <a:pt x="1246" y="125"/>
                    </a:lnTo>
                    <a:lnTo>
                      <a:pt x="1246" y="125"/>
                    </a:lnTo>
                    <a:lnTo>
                      <a:pt x="1248" y="122"/>
                    </a:lnTo>
                    <a:lnTo>
                      <a:pt x="1248" y="122"/>
                    </a:lnTo>
                    <a:lnTo>
                      <a:pt x="1248" y="122"/>
                    </a:lnTo>
                    <a:lnTo>
                      <a:pt x="1249" y="120"/>
                    </a:lnTo>
                    <a:lnTo>
                      <a:pt x="1250" y="122"/>
                    </a:lnTo>
                    <a:lnTo>
                      <a:pt x="1250" y="122"/>
                    </a:lnTo>
                    <a:lnTo>
                      <a:pt x="1250" y="122"/>
                    </a:lnTo>
                    <a:lnTo>
                      <a:pt x="1252" y="125"/>
                    </a:lnTo>
                    <a:lnTo>
                      <a:pt x="1252" y="126"/>
                    </a:lnTo>
                    <a:lnTo>
                      <a:pt x="1254" y="130"/>
                    </a:lnTo>
                    <a:lnTo>
                      <a:pt x="1254" y="130"/>
                    </a:lnTo>
                    <a:lnTo>
                      <a:pt x="1256" y="137"/>
                    </a:lnTo>
                    <a:lnTo>
                      <a:pt x="1256" y="137"/>
                    </a:lnTo>
                    <a:lnTo>
                      <a:pt x="1258" y="141"/>
                    </a:lnTo>
                    <a:lnTo>
                      <a:pt x="1258" y="141"/>
                    </a:lnTo>
                    <a:lnTo>
                      <a:pt x="1258" y="141"/>
                    </a:lnTo>
                    <a:lnTo>
                      <a:pt x="1260" y="143"/>
                    </a:lnTo>
                    <a:lnTo>
                      <a:pt x="1260" y="143"/>
                    </a:lnTo>
                    <a:lnTo>
                      <a:pt x="1260" y="142"/>
                    </a:lnTo>
                    <a:lnTo>
                      <a:pt x="1262" y="144"/>
                    </a:lnTo>
                    <a:lnTo>
                      <a:pt x="1262" y="144"/>
                    </a:lnTo>
                    <a:lnTo>
                      <a:pt x="1264" y="147"/>
                    </a:lnTo>
                    <a:lnTo>
                      <a:pt x="1264" y="147"/>
                    </a:lnTo>
                    <a:lnTo>
                      <a:pt x="1266" y="149"/>
                    </a:lnTo>
                    <a:lnTo>
                      <a:pt x="1266" y="149"/>
                    </a:lnTo>
                    <a:lnTo>
                      <a:pt x="1266" y="149"/>
                    </a:lnTo>
                    <a:lnTo>
                      <a:pt x="1268" y="153"/>
                    </a:lnTo>
                    <a:lnTo>
                      <a:pt x="1268" y="153"/>
                    </a:lnTo>
                    <a:lnTo>
                      <a:pt x="1270" y="155"/>
                    </a:lnTo>
                    <a:lnTo>
                      <a:pt x="1270" y="155"/>
                    </a:lnTo>
                    <a:lnTo>
                      <a:pt x="1272" y="158"/>
                    </a:lnTo>
                    <a:lnTo>
                      <a:pt x="1272" y="158"/>
                    </a:lnTo>
                    <a:lnTo>
                      <a:pt x="1274" y="161"/>
                    </a:lnTo>
                    <a:lnTo>
                      <a:pt x="1274" y="161"/>
                    </a:lnTo>
                    <a:lnTo>
                      <a:pt x="1276" y="165"/>
                    </a:lnTo>
                    <a:lnTo>
                      <a:pt x="1276" y="165"/>
                    </a:lnTo>
                    <a:lnTo>
                      <a:pt x="1278" y="170"/>
                    </a:lnTo>
                    <a:lnTo>
                      <a:pt x="1278" y="170"/>
                    </a:lnTo>
                    <a:lnTo>
                      <a:pt x="1280" y="174"/>
                    </a:lnTo>
                    <a:lnTo>
                      <a:pt x="1280" y="174"/>
                    </a:lnTo>
                    <a:lnTo>
                      <a:pt x="1282" y="177"/>
                    </a:lnTo>
                    <a:lnTo>
                      <a:pt x="1282" y="178"/>
                    </a:lnTo>
                    <a:lnTo>
                      <a:pt x="1284" y="181"/>
                    </a:lnTo>
                    <a:lnTo>
                      <a:pt x="1284" y="181"/>
                    </a:lnTo>
                    <a:lnTo>
                      <a:pt x="1286" y="183"/>
                    </a:lnTo>
                    <a:lnTo>
                      <a:pt x="1287" y="183"/>
                    </a:lnTo>
                    <a:lnTo>
                      <a:pt x="1288" y="184"/>
                    </a:lnTo>
                    <a:lnTo>
                      <a:pt x="1288" y="184"/>
                    </a:lnTo>
                    <a:lnTo>
                      <a:pt x="1288" y="184"/>
                    </a:lnTo>
                    <a:lnTo>
                      <a:pt x="1289" y="185"/>
                    </a:lnTo>
                    <a:lnTo>
                      <a:pt x="1290" y="184"/>
                    </a:lnTo>
                    <a:lnTo>
                      <a:pt x="1290" y="185"/>
                    </a:lnTo>
                    <a:lnTo>
                      <a:pt x="1290" y="185"/>
                    </a:lnTo>
                    <a:lnTo>
                      <a:pt x="1292" y="183"/>
                    </a:lnTo>
                    <a:lnTo>
                      <a:pt x="1292" y="184"/>
                    </a:lnTo>
                    <a:lnTo>
                      <a:pt x="1293" y="184"/>
                    </a:lnTo>
                    <a:lnTo>
                      <a:pt x="1293" y="184"/>
                    </a:lnTo>
                    <a:lnTo>
                      <a:pt x="1294" y="186"/>
                    </a:lnTo>
                    <a:lnTo>
                      <a:pt x="1294" y="186"/>
                    </a:lnTo>
                    <a:lnTo>
                      <a:pt x="1294" y="186"/>
                    </a:lnTo>
                    <a:lnTo>
                      <a:pt x="1294" y="186"/>
                    </a:lnTo>
                    <a:lnTo>
                      <a:pt x="1296" y="192"/>
                    </a:lnTo>
                    <a:lnTo>
                      <a:pt x="1296" y="193"/>
                    </a:lnTo>
                    <a:lnTo>
                      <a:pt x="1298" y="197"/>
                    </a:lnTo>
                    <a:lnTo>
                      <a:pt x="1298" y="197"/>
                    </a:lnTo>
                    <a:lnTo>
                      <a:pt x="1299" y="197"/>
                    </a:lnTo>
                    <a:lnTo>
                      <a:pt x="1300" y="202"/>
                    </a:lnTo>
                    <a:lnTo>
                      <a:pt x="1300" y="203"/>
                    </a:lnTo>
                    <a:lnTo>
                      <a:pt x="1302" y="205"/>
                    </a:lnTo>
                    <a:lnTo>
                      <a:pt x="1302" y="205"/>
                    </a:lnTo>
                    <a:lnTo>
                      <a:pt x="1304" y="210"/>
                    </a:lnTo>
                    <a:lnTo>
                      <a:pt x="1304" y="210"/>
                    </a:lnTo>
                    <a:lnTo>
                      <a:pt x="1306" y="215"/>
                    </a:lnTo>
                    <a:lnTo>
                      <a:pt x="1306" y="215"/>
                    </a:lnTo>
                    <a:lnTo>
                      <a:pt x="1308" y="222"/>
                    </a:lnTo>
                    <a:lnTo>
                      <a:pt x="1308" y="222"/>
                    </a:lnTo>
                    <a:lnTo>
                      <a:pt x="1310" y="229"/>
                    </a:lnTo>
                    <a:lnTo>
                      <a:pt x="1311" y="229"/>
                    </a:lnTo>
                    <a:lnTo>
                      <a:pt x="1312" y="234"/>
                    </a:lnTo>
                    <a:lnTo>
                      <a:pt x="1312" y="234"/>
                    </a:lnTo>
                    <a:lnTo>
                      <a:pt x="1313" y="235"/>
                    </a:lnTo>
                    <a:lnTo>
                      <a:pt x="1314" y="234"/>
                    </a:lnTo>
                    <a:lnTo>
                      <a:pt x="1314" y="234"/>
                    </a:lnTo>
                    <a:lnTo>
                      <a:pt x="1315" y="234"/>
                    </a:lnTo>
                    <a:lnTo>
                      <a:pt x="1316" y="235"/>
                    </a:lnTo>
                    <a:lnTo>
                      <a:pt x="1317" y="235"/>
                    </a:lnTo>
                    <a:lnTo>
                      <a:pt x="1317" y="236"/>
                    </a:lnTo>
                    <a:lnTo>
                      <a:pt x="1318" y="236"/>
                    </a:lnTo>
                    <a:lnTo>
                      <a:pt x="1318" y="236"/>
                    </a:lnTo>
                    <a:lnTo>
                      <a:pt x="1320" y="237"/>
                    </a:lnTo>
                    <a:lnTo>
                      <a:pt x="1320" y="236"/>
                    </a:lnTo>
                    <a:lnTo>
                      <a:pt x="1320" y="236"/>
                    </a:lnTo>
                    <a:lnTo>
                      <a:pt x="1321" y="236"/>
                    </a:lnTo>
                    <a:lnTo>
                      <a:pt x="1322" y="238"/>
                    </a:lnTo>
                    <a:lnTo>
                      <a:pt x="1322" y="238"/>
                    </a:lnTo>
                    <a:lnTo>
                      <a:pt x="1323" y="238"/>
                    </a:lnTo>
                    <a:lnTo>
                      <a:pt x="1324" y="241"/>
                    </a:lnTo>
                    <a:lnTo>
                      <a:pt x="1324" y="242"/>
                    </a:lnTo>
                    <a:lnTo>
                      <a:pt x="1324" y="242"/>
                    </a:lnTo>
                    <a:lnTo>
                      <a:pt x="1326" y="244"/>
                    </a:lnTo>
                    <a:lnTo>
                      <a:pt x="1326" y="244"/>
                    </a:lnTo>
                    <a:lnTo>
                      <a:pt x="1326" y="244"/>
                    </a:lnTo>
                    <a:lnTo>
                      <a:pt x="1327" y="244"/>
                    </a:lnTo>
                    <a:lnTo>
                      <a:pt x="1328" y="243"/>
                    </a:lnTo>
                    <a:lnTo>
                      <a:pt x="1328" y="243"/>
                    </a:lnTo>
                    <a:lnTo>
                      <a:pt x="1329" y="244"/>
                    </a:lnTo>
                    <a:lnTo>
                      <a:pt x="1330" y="247"/>
                    </a:lnTo>
                    <a:lnTo>
                      <a:pt x="1330" y="247"/>
                    </a:lnTo>
                    <a:lnTo>
                      <a:pt x="1330" y="247"/>
                    </a:lnTo>
                    <a:lnTo>
                      <a:pt x="1331" y="247"/>
                    </a:lnTo>
                    <a:lnTo>
                      <a:pt x="1332" y="248"/>
                    </a:lnTo>
                    <a:lnTo>
                      <a:pt x="1332" y="248"/>
                    </a:lnTo>
                    <a:lnTo>
                      <a:pt x="1332" y="248"/>
                    </a:lnTo>
                    <a:lnTo>
                      <a:pt x="1333" y="248"/>
                    </a:lnTo>
                    <a:lnTo>
                      <a:pt x="1334" y="252"/>
                    </a:lnTo>
                    <a:lnTo>
                      <a:pt x="1335" y="252"/>
                    </a:lnTo>
                    <a:lnTo>
                      <a:pt x="1336" y="258"/>
                    </a:lnTo>
                    <a:lnTo>
                      <a:pt x="1336" y="258"/>
                    </a:lnTo>
                    <a:lnTo>
                      <a:pt x="1336" y="258"/>
                    </a:lnTo>
                    <a:lnTo>
                      <a:pt x="1338" y="263"/>
                    </a:lnTo>
                    <a:lnTo>
                      <a:pt x="1338" y="263"/>
                    </a:lnTo>
                    <a:lnTo>
                      <a:pt x="1340" y="269"/>
                    </a:lnTo>
                    <a:lnTo>
                      <a:pt x="1340" y="270"/>
                    </a:lnTo>
                    <a:lnTo>
                      <a:pt x="1342" y="277"/>
                    </a:lnTo>
                    <a:lnTo>
                      <a:pt x="1342" y="278"/>
                    </a:lnTo>
                    <a:lnTo>
                      <a:pt x="1344" y="285"/>
                    </a:lnTo>
                    <a:lnTo>
                      <a:pt x="1344" y="284"/>
                    </a:lnTo>
                    <a:lnTo>
                      <a:pt x="1344" y="284"/>
                    </a:lnTo>
                    <a:lnTo>
                      <a:pt x="1346" y="290"/>
                    </a:lnTo>
                    <a:lnTo>
                      <a:pt x="1346" y="290"/>
                    </a:lnTo>
                    <a:lnTo>
                      <a:pt x="1347" y="291"/>
                    </a:lnTo>
                    <a:lnTo>
                      <a:pt x="1348" y="296"/>
                    </a:lnTo>
                    <a:lnTo>
                      <a:pt x="1348" y="297"/>
                    </a:lnTo>
                    <a:lnTo>
                      <a:pt x="1350" y="304"/>
                    </a:lnTo>
                    <a:lnTo>
                      <a:pt x="1350" y="304"/>
                    </a:lnTo>
                    <a:lnTo>
                      <a:pt x="1352" y="308"/>
                    </a:lnTo>
                    <a:lnTo>
                      <a:pt x="1353" y="308"/>
                    </a:lnTo>
                    <a:lnTo>
                      <a:pt x="1355" y="312"/>
                    </a:lnTo>
                    <a:lnTo>
                      <a:pt x="1355" y="312"/>
                    </a:lnTo>
                    <a:lnTo>
                      <a:pt x="1355" y="313"/>
                    </a:lnTo>
                    <a:lnTo>
                      <a:pt x="1355" y="313"/>
                    </a:lnTo>
                    <a:lnTo>
                      <a:pt x="1356" y="319"/>
                    </a:lnTo>
                    <a:lnTo>
                      <a:pt x="1356" y="320"/>
                    </a:lnTo>
                    <a:lnTo>
                      <a:pt x="1358" y="329"/>
                    </a:lnTo>
                    <a:lnTo>
                      <a:pt x="1359" y="329"/>
                    </a:lnTo>
                    <a:lnTo>
                      <a:pt x="1361" y="339"/>
                    </a:lnTo>
                    <a:lnTo>
                      <a:pt x="1361" y="339"/>
                    </a:lnTo>
                    <a:lnTo>
                      <a:pt x="1362" y="349"/>
                    </a:lnTo>
                    <a:lnTo>
                      <a:pt x="1362" y="349"/>
                    </a:lnTo>
                    <a:lnTo>
                      <a:pt x="1364" y="356"/>
                    </a:lnTo>
                    <a:lnTo>
                      <a:pt x="1365" y="356"/>
                    </a:lnTo>
                    <a:lnTo>
                      <a:pt x="1367" y="362"/>
                    </a:lnTo>
                    <a:lnTo>
                      <a:pt x="1367" y="362"/>
                    </a:lnTo>
                    <a:lnTo>
                      <a:pt x="1368" y="367"/>
                    </a:lnTo>
                    <a:lnTo>
                      <a:pt x="1368" y="367"/>
                    </a:lnTo>
                    <a:lnTo>
                      <a:pt x="1370" y="371"/>
                    </a:lnTo>
                    <a:lnTo>
                      <a:pt x="1371" y="371"/>
                    </a:lnTo>
                    <a:lnTo>
                      <a:pt x="1373" y="374"/>
                    </a:lnTo>
                    <a:lnTo>
                      <a:pt x="1373" y="374"/>
                    </a:lnTo>
                    <a:lnTo>
                      <a:pt x="1374" y="378"/>
                    </a:lnTo>
                    <a:lnTo>
                      <a:pt x="1374" y="378"/>
                    </a:lnTo>
                    <a:lnTo>
                      <a:pt x="1374" y="378"/>
                    </a:lnTo>
                    <a:lnTo>
                      <a:pt x="1376" y="382"/>
                    </a:lnTo>
                    <a:lnTo>
                      <a:pt x="1377" y="382"/>
                    </a:lnTo>
                    <a:lnTo>
                      <a:pt x="1379" y="386"/>
                    </a:lnTo>
                    <a:lnTo>
                      <a:pt x="1379" y="386"/>
                    </a:lnTo>
                    <a:lnTo>
                      <a:pt x="1380" y="388"/>
                    </a:lnTo>
                    <a:lnTo>
                      <a:pt x="1380" y="388"/>
                    </a:lnTo>
                    <a:lnTo>
                      <a:pt x="1382" y="391"/>
                    </a:lnTo>
                    <a:lnTo>
                      <a:pt x="1382" y="391"/>
                    </a:lnTo>
                    <a:lnTo>
                      <a:pt x="1383" y="391"/>
                    </a:lnTo>
                    <a:lnTo>
                      <a:pt x="1383" y="390"/>
                    </a:lnTo>
                    <a:lnTo>
                      <a:pt x="1385" y="391"/>
                    </a:lnTo>
                    <a:lnTo>
                      <a:pt x="1385" y="392"/>
                    </a:lnTo>
                    <a:lnTo>
                      <a:pt x="1386" y="393"/>
                    </a:lnTo>
                    <a:lnTo>
                      <a:pt x="1386" y="393"/>
                    </a:lnTo>
                    <a:lnTo>
                      <a:pt x="1387" y="393"/>
                    </a:lnTo>
                    <a:lnTo>
                      <a:pt x="1388" y="395"/>
                    </a:lnTo>
                    <a:lnTo>
                      <a:pt x="1389" y="396"/>
                    </a:lnTo>
                    <a:lnTo>
                      <a:pt x="1391" y="400"/>
                    </a:lnTo>
                    <a:lnTo>
                      <a:pt x="1391" y="400"/>
                    </a:lnTo>
                    <a:lnTo>
                      <a:pt x="1392" y="405"/>
                    </a:lnTo>
                    <a:lnTo>
                      <a:pt x="1392" y="405"/>
                    </a:lnTo>
                    <a:lnTo>
                      <a:pt x="1394" y="409"/>
                    </a:lnTo>
                    <a:lnTo>
                      <a:pt x="1395" y="409"/>
                    </a:lnTo>
                    <a:lnTo>
                      <a:pt x="1397" y="412"/>
                    </a:lnTo>
                    <a:lnTo>
                      <a:pt x="1397" y="412"/>
                    </a:lnTo>
                    <a:lnTo>
                      <a:pt x="1398" y="415"/>
                    </a:lnTo>
                    <a:lnTo>
                      <a:pt x="1398" y="415"/>
                    </a:lnTo>
                    <a:lnTo>
                      <a:pt x="1400" y="420"/>
                    </a:lnTo>
                    <a:lnTo>
                      <a:pt x="1401" y="420"/>
                    </a:lnTo>
                    <a:lnTo>
                      <a:pt x="1403" y="426"/>
                    </a:lnTo>
                    <a:lnTo>
                      <a:pt x="1403" y="426"/>
                    </a:lnTo>
                    <a:lnTo>
                      <a:pt x="1404" y="432"/>
                    </a:lnTo>
                    <a:lnTo>
                      <a:pt x="1404" y="432"/>
                    </a:lnTo>
                    <a:lnTo>
                      <a:pt x="1406" y="438"/>
                    </a:lnTo>
                    <a:lnTo>
                      <a:pt x="1406" y="438"/>
                    </a:lnTo>
                    <a:lnTo>
                      <a:pt x="1409" y="443"/>
                    </a:lnTo>
                    <a:lnTo>
                      <a:pt x="1409" y="443"/>
                    </a:lnTo>
                    <a:lnTo>
                      <a:pt x="1410" y="447"/>
                    </a:lnTo>
                    <a:lnTo>
                      <a:pt x="1410" y="447"/>
                    </a:lnTo>
                    <a:lnTo>
                      <a:pt x="1412" y="451"/>
                    </a:lnTo>
                    <a:lnTo>
                      <a:pt x="1413" y="451"/>
                    </a:lnTo>
                    <a:lnTo>
                      <a:pt x="1415" y="453"/>
                    </a:lnTo>
                    <a:lnTo>
                      <a:pt x="1415" y="453"/>
                    </a:lnTo>
                    <a:lnTo>
                      <a:pt x="1416" y="453"/>
                    </a:lnTo>
                    <a:lnTo>
                      <a:pt x="1416" y="453"/>
                    </a:lnTo>
                    <a:lnTo>
                      <a:pt x="1418" y="454"/>
                    </a:lnTo>
                    <a:lnTo>
                      <a:pt x="1419" y="454"/>
                    </a:lnTo>
                    <a:lnTo>
                      <a:pt x="1421" y="456"/>
                    </a:lnTo>
                    <a:lnTo>
                      <a:pt x="1421" y="456"/>
                    </a:lnTo>
                    <a:lnTo>
                      <a:pt x="1423" y="457"/>
                    </a:lnTo>
                    <a:lnTo>
                      <a:pt x="1423" y="457"/>
                    </a:lnTo>
                    <a:lnTo>
                      <a:pt x="1424" y="459"/>
                    </a:lnTo>
                    <a:lnTo>
                      <a:pt x="1424" y="459"/>
                    </a:lnTo>
                    <a:lnTo>
                      <a:pt x="1427" y="460"/>
                    </a:lnTo>
                    <a:lnTo>
                      <a:pt x="1427" y="460"/>
                    </a:lnTo>
                    <a:lnTo>
                      <a:pt x="1429" y="462"/>
                    </a:lnTo>
                    <a:lnTo>
                      <a:pt x="1429" y="462"/>
                    </a:lnTo>
                    <a:lnTo>
                      <a:pt x="1430" y="464"/>
                    </a:lnTo>
                    <a:lnTo>
                      <a:pt x="1431" y="464"/>
                    </a:lnTo>
                    <a:lnTo>
                      <a:pt x="1433" y="465"/>
                    </a:lnTo>
                    <a:lnTo>
                      <a:pt x="1433" y="465"/>
                    </a:lnTo>
                    <a:lnTo>
                      <a:pt x="1433" y="465"/>
                    </a:lnTo>
                    <a:lnTo>
                      <a:pt x="1433" y="465"/>
                    </a:lnTo>
                    <a:lnTo>
                      <a:pt x="1435" y="465"/>
                    </a:lnTo>
                    <a:lnTo>
                      <a:pt x="1435" y="465"/>
                    </a:lnTo>
                    <a:lnTo>
                      <a:pt x="1435" y="465"/>
                    </a:lnTo>
                    <a:lnTo>
                      <a:pt x="1436" y="464"/>
                    </a:lnTo>
                    <a:lnTo>
                      <a:pt x="1437" y="464"/>
                    </a:lnTo>
                    <a:lnTo>
                      <a:pt x="1439" y="462"/>
                    </a:lnTo>
                    <a:lnTo>
                      <a:pt x="1439" y="462"/>
                    </a:lnTo>
                    <a:lnTo>
                      <a:pt x="1440" y="462"/>
                    </a:lnTo>
                    <a:lnTo>
                      <a:pt x="1441" y="462"/>
                    </a:lnTo>
                    <a:lnTo>
                      <a:pt x="1441" y="462"/>
                    </a:lnTo>
                    <a:lnTo>
                      <a:pt x="1442" y="464"/>
                    </a:lnTo>
                    <a:lnTo>
                      <a:pt x="1443" y="464"/>
                    </a:lnTo>
                    <a:lnTo>
                      <a:pt x="1445" y="467"/>
                    </a:lnTo>
                    <a:lnTo>
                      <a:pt x="1445" y="467"/>
                    </a:lnTo>
                    <a:lnTo>
                      <a:pt x="1447" y="471"/>
                    </a:lnTo>
                    <a:lnTo>
                      <a:pt x="1447" y="471"/>
                    </a:lnTo>
                    <a:lnTo>
                      <a:pt x="1448" y="475"/>
                    </a:lnTo>
                    <a:lnTo>
                      <a:pt x="1449" y="475"/>
                    </a:lnTo>
                    <a:lnTo>
                      <a:pt x="1451" y="479"/>
                    </a:lnTo>
                    <a:lnTo>
                      <a:pt x="1451" y="479"/>
                    </a:lnTo>
                    <a:lnTo>
                      <a:pt x="1453" y="483"/>
                    </a:lnTo>
                    <a:lnTo>
                      <a:pt x="1453" y="483"/>
                    </a:lnTo>
                    <a:lnTo>
                      <a:pt x="1454" y="487"/>
                    </a:lnTo>
                    <a:lnTo>
                      <a:pt x="1455" y="487"/>
                    </a:lnTo>
                    <a:lnTo>
                      <a:pt x="1457" y="491"/>
                    </a:lnTo>
                    <a:lnTo>
                      <a:pt x="1457" y="491"/>
                    </a:lnTo>
                    <a:lnTo>
                      <a:pt x="1459" y="495"/>
                    </a:lnTo>
                    <a:lnTo>
                      <a:pt x="1459" y="495"/>
                    </a:lnTo>
                    <a:lnTo>
                      <a:pt x="1460" y="499"/>
                    </a:lnTo>
                    <a:lnTo>
                      <a:pt x="1461" y="499"/>
                    </a:lnTo>
                    <a:lnTo>
                      <a:pt x="1463" y="503"/>
                    </a:lnTo>
                    <a:lnTo>
                      <a:pt x="1463" y="503"/>
                    </a:lnTo>
                    <a:lnTo>
                      <a:pt x="1465" y="506"/>
                    </a:lnTo>
                    <a:lnTo>
                      <a:pt x="1465" y="506"/>
                    </a:lnTo>
                    <a:lnTo>
                      <a:pt x="1466" y="508"/>
                    </a:lnTo>
                    <a:lnTo>
                      <a:pt x="1467" y="508"/>
                    </a:lnTo>
                    <a:lnTo>
                      <a:pt x="1467" y="508"/>
                    </a:lnTo>
                    <a:lnTo>
                      <a:pt x="1469" y="508"/>
                    </a:lnTo>
                    <a:lnTo>
                      <a:pt x="1469" y="508"/>
                    </a:lnTo>
                    <a:lnTo>
                      <a:pt x="1469" y="508"/>
                    </a:lnTo>
                    <a:lnTo>
                      <a:pt x="1471" y="509"/>
                    </a:lnTo>
                    <a:lnTo>
                      <a:pt x="1471" y="509"/>
                    </a:lnTo>
                    <a:lnTo>
                      <a:pt x="1472" y="512"/>
                    </a:lnTo>
                    <a:lnTo>
                      <a:pt x="1473" y="512"/>
                    </a:lnTo>
                    <a:lnTo>
                      <a:pt x="1475" y="515"/>
                    </a:lnTo>
                    <a:lnTo>
                      <a:pt x="1475" y="515"/>
                    </a:lnTo>
                    <a:lnTo>
                      <a:pt x="1477" y="516"/>
                    </a:lnTo>
                    <a:lnTo>
                      <a:pt x="1477" y="516"/>
                    </a:lnTo>
                    <a:lnTo>
                      <a:pt x="1478" y="517"/>
                    </a:lnTo>
                    <a:lnTo>
                      <a:pt x="1479" y="517"/>
                    </a:lnTo>
                    <a:lnTo>
                      <a:pt x="1481" y="517"/>
                    </a:lnTo>
                    <a:lnTo>
                      <a:pt x="1481" y="517"/>
                    </a:lnTo>
                    <a:lnTo>
                      <a:pt x="1483" y="517"/>
                    </a:lnTo>
                    <a:lnTo>
                      <a:pt x="1483" y="517"/>
                    </a:lnTo>
                    <a:lnTo>
                      <a:pt x="1484" y="517"/>
                    </a:lnTo>
                    <a:lnTo>
                      <a:pt x="1485" y="517"/>
                    </a:lnTo>
                    <a:lnTo>
                      <a:pt x="1487" y="518"/>
                    </a:lnTo>
                    <a:lnTo>
                      <a:pt x="1487" y="518"/>
                    </a:lnTo>
                    <a:lnTo>
                      <a:pt x="1489" y="519"/>
                    </a:lnTo>
                    <a:lnTo>
                      <a:pt x="1489" y="520"/>
                    </a:lnTo>
                    <a:lnTo>
                      <a:pt x="1491" y="522"/>
                    </a:lnTo>
                    <a:lnTo>
                      <a:pt x="1491" y="523"/>
                    </a:lnTo>
                    <a:lnTo>
                      <a:pt x="1493" y="526"/>
                    </a:lnTo>
                    <a:lnTo>
                      <a:pt x="1493" y="526"/>
                    </a:lnTo>
                    <a:lnTo>
                      <a:pt x="1495" y="529"/>
                    </a:lnTo>
                    <a:lnTo>
                      <a:pt x="1495" y="529"/>
                    </a:lnTo>
                    <a:lnTo>
                      <a:pt x="1497" y="532"/>
                    </a:lnTo>
                    <a:lnTo>
                      <a:pt x="1497" y="532"/>
                    </a:lnTo>
                    <a:lnTo>
                      <a:pt x="1499" y="535"/>
                    </a:lnTo>
                    <a:lnTo>
                      <a:pt x="1499" y="535"/>
                    </a:lnTo>
                    <a:lnTo>
                      <a:pt x="1501" y="539"/>
                    </a:lnTo>
                    <a:lnTo>
                      <a:pt x="1501" y="539"/>
                    </a:lnTo>
                    <a:lnTo>
                      <a:pt x="1503" y="542"/>
                    </a:lnTo>
                    <a:lnTo>
                      <a:pt x="1503" y="542"/>
                    </a:lnTo>
                    <a:lnTo>
                      <a:pt x="1505" y="545"/>
                    </a:lnTo>
                    <a:lnTo>
                      <a:pt x="1505" y="545"/>
                    </a:lnTo>
                    <a:lnTo>
                      <a:pt x="1507" y="547"/>
                    </a:lnTo>
                    <a:lnTo>
                      <a:pt x="1507" y="547"/>
                    </a:lnTo>
                    <a:lnTo>
                      <a:pt x="1509" y="550"/>
                    </a:lnTo>
                    <a:lnTo>
                      <a:pt x="1509" y="551"/>
                    </a:lnTo>
                    <a:lnTo>
                      <a:pt x="1511" y="553"/>
                    </a:lnTo>
                    <a:lnTo>
                      <a:pt x="1511" y="553"/>
                    </a:lnTo>
                    <a:lnTo>
                      <a:pt x="1513" y="556"/>
                    </a:lnTo>
                    <a:lnTo>
                      <a:pt x="1513" y="556"/>
                    </a:lnTo>
                    <a:lnTo>
                      <a:pt x="1515" y="558"/>
                    </a:lnTo>
                    <a:lnTo>
                      <a:pt x="1515" y="558"/>
                    </a:lnTo>
                    <a:lnTo>
                      <a:pt x="1517" y="561"/>
                    </a:lnTo>
                    <a:lnTo>
                      <a:pt x="1517" y="561"/>
                    </a:lnTo>
                    <a:lnTo>
                      <a:pt x="1519" y="564"/>
                    </a:lnTo>
                    <a:lnTo>
                      <a:pt x="1519" y="564"/>
                    </a:lnTo>
                    <a:lnTo>
                      <a:pt x="1521" y="567"/>
                    </a:lnTo>
                    <a:lnTo>
                      <a:pt x="1521" y="567"/>
                    </a:lnTo>
                    <a:lnTo>
                      <a:pt x="1523" y="569"/>
                    </a:lnTo>
                    <a:lnTo>
                      <a:pt x="1523" y="569"/>
                    </a:lnTo>
                    <a:lnTo>
                      <a:pt x="1525" y="571"/>
                    </a:lnTo>
                    <a:lnTo>
                      <a:pt x="1525" y="571"/>
                    </a:lnTo>
                    <a:lnTo>
                      <a:pt x="1527" y="573"/>
                    </a:lnTo>
                    <a:lnTo>
                      <a:pt x="1527" y="573"/>
                    </a:lnTo>
                    <a:lnTo>
                      <a:pt x="1529" y="575"/>
                    </a:lnTo>
                    <a:lnTo>
                      <a:pt x="1529" y="575"/>
                    </a:lnTo>
                    <a:lnTo>
                      <a:pt x="1531" y="577"/>
                    </a:lnTo>
                    <a:lnTo>
                      <a:pt x="1531" y="577"/>
                    </a:lnTo>
                    <a:lnTo>
                      <a:pt x="1533" y="580"/>
                    </a:lnTo>
                    <a:lnTo>
                      <a:pt x="1533" y="580"/>
                    </a:lnTo>
                    <a:lnTo>
                      <a:pt x="1535" y="582"/>
                    </a:lnTo>
                    <a:lnTo>
                      <a:pt x="1535" y="582"/>
                    </a:lnTo>
                    <a:lnTo>
                      <a:pt x="1537" y="585"/>
                    </a:lnTo>
                    <a:lnTo>
                      <a:pt x="1537" y="585"/>
                    </a:lnTo>
                    <a:lnTo>
                      <a:pt x="1539" y="587"/>
                    </a:lnTo>
                    <a:lnTo>
                      <a:pt x="1539" y="587"/>
                    </a:lnTo>
                    <a:lnTo>
                      <a:pt x="1541" y="589"/>
                    </a:lnTo>
                    <a:lnTo>
                      <a:pt x="1541" y="589"/>
                    </a:lnTo>
                    <a:lnTo>
                      <a:pt x="1543" y="592"/>
                    </a:lnTo>
                    <a:lnTo>
                      <a:pt x="1543" y="592"/>
                    </a:lnTo>
                    <a:lnTo>
                      <a:pt x="1545" y="594"/>
                    </a:lnTo>
                    <a:lnTo>
                      <a:pt x="1545" y="594"/>
                    </a:lnTo>
                    <a:lnTo>
                      <a:pt x="1547" y="596"/>
                    </a:lnTo>
                    <a:lnTo>
                      <a:pt x="1547" y="596"/>
                    </a:lnTo>
                    <a:lnTo>
                      <a:pt x="1549" y="598"/>
                    </a:lnTo>
                    <a:lnTo>
                      <a:pt x="1549" y="598"/>
                    </a:lnTo>
                    <a:lnTo>
                      <a:pt x="1551" y="600"/>
                    </a:lnTo>
                    <a:lnTo>
                      <a:pt x="1551" y="600"/>
                    </a:lnTo>
                    <a:lnTo>
                      <a:pt x="1553" y="602"/>
                    </a:lnTo>
                    <a:lnTo>
                      <a:pt x="1553" y="603"/>
                    </a:lnTo>
                    <a:lnTo>
                      <a:pt x="1555" y="605"/>
                    </a:lnTo>
                    <a:lnTo>
                      <a:pt x="1555" y="605"/>
                    </a:lnTo>
                    <a:lnTo>
                      <a:pt x="1557" y="606"/>
                    </a:lnTo>
                    <a:lnTo>
                      <a:pt x="1557" y="606"/>
                    </a:lnTo>
                    <a:lnTo>
                      <a:pt x="1559" y="608"/>
                    </a:lnTo>
                    <a:lnTo>
                      <a:pt x="1559" y="608"/>
                    </a:lnTo>
                    <a:lnTo>
                      <a:pt x="1561" y="610"/>
                    </a:lnTo>
                    <a:lnTo>
                      <a:pt x="1561" y="610"/>
                    </a:lnTo>
                    <a:lnTo>
                      <a:pt x="1563" y="612"/>
                    </a:lnTo>
                    <a:lnTo>
                      <a:pt x="1563" y="612"/>
                    </a:lnTo>
                    <a:lnTo>
                      <a:pt x="1565" y="614"/>
                    </a:lnTo>
                    <a:lnTo>
                      <a:pt x="1565" y="614"/>
                    </a:lnTo>
                    <a:lnTo>
                      <a:pt x="1567" y="616"/>
                    </a:lnTo>
                    <a:lnTo>
                      <a:pt x="1567" y="616"/>
                    </a:lnTo>
                    <a:lnTo>
                      <a:pt x="1569" y="618"/>
                    </a:lnTo>
                    <a:lnTo>
                      <a:pt x="1569" y="618"/>
                    </a:lnTo>
                    <a:lnTo>
                      <a:pt x="1571" y="620"/>
                    </a:lnTo>
                    <a:lnTo>
                      <a:pt x="1571" y="620"/>
                    </a:lnTo>
                    <a:lnTo>
                      <a:pt x="1573" y="621"/>
                    </a:lnTo>
                    <a:lnTo>
                      <a:pt x="1573" y="621"/>
                    </a:lnTo>
                    <a:lnTo>
                      <a:pt x="1575" y="622"/>
                    </a:lnTo>
                    <a:lnTo>
                      <a:pt x="1575" y="622"/>
                    </a:lnTo>
                    <a:lnTo>
                      <a:pt x="1577" y="623"/>
                    </a:lnTo>
                    <a:lnTo>
                      <a:pt x="1577" y="623"/>
                    </a:lnTo>
                    <a:lnTo>
                      <a:pt x="1579" y="623"/>
                    </a:lnTo>
                    <a:lnTo>
                      <a:pt x="1579" y="623"/>
                    </a:lnTo>
                    <a:lnTo>
                      <a:pt x="1581" y="624"/>
                    </a:lnTo>
                    <a:lnTo>
                      <a:pt x="1581" y="624"/>
                    </a:lnTo>
                    <a:lnTo>
                      <a:pt x="1583" y="624"/>
                    </a:lnTo>
                    <a:lnTo>
                      <a:pt x="1583" y="624"/>
                    </a:lnTo>
                    <a:lnTo>
                      <a:pt x="1585" y="626"/>
                    </a:lnTo>
                    <a:lnTo>
                      <a:pt x="1585" y="626"/>
                    </a:lnTo>
                    <a:lnTo>
                      <a:pt x="1587" y="627"/>
                    </a:lnTo>
                    <a:lnTo>
                      <a:pt x="1587" y="627"/>
                    </a:lnTo>
                    <a:lnTo>
                      <a:pt x="1589" y="627"/>
                    </a:lnTo>
                    <a:lnTo>
                      <a:pt x="1589" y="627"/>
                    </a:lnTo>
                    <a:lnTo>
                      <a:pt x="1591" y="628"/>
                    </a:lnTo>
                    <a:lnTo>
                      <a:pt x="1591" y="628"/>
                    </a:lnTo>
                    <a:lnTo>
                      <a:pt x="1593" y="629"/>
                    </a:lnTo>
                    <a:lnTo>
                      <a:pt x="1593" y="629"/>
                    </a:lnTo>
                    <a:lnTo>
                      <a:pt x="1595" y="630"/>
                    </a:lnTo>
                    <a:lnTo>
                      <a:pt x="1595" y="630"/>
                    </a:lnTo>
                    <a:lnTo>
                      <a:pt x="1597" y="630"/>
                    </a:lnTo>
                    <a:lnTo>
                      <a:pt x="1597" y="630"/>
                    </a:lnTo>
                    <a:lnTo>
                      <a:pt x="1599" y="632"/>
                    </a:lnTo>
                    <a:lnTo>
                      <a:pt x="1599" y="632"/>
                    </a:lnTo>
                    <a:lnTo>
                      <a:pt x="1601" y="632"/>
                    </a:lnTo>
                    <a:lnTo>
                      <a:pt x="1601" y="632"/>
                    </a:lnTo>
                    <a:lnTo>
                      <a:pt x="1603" y="633"/>
                    </a:lnTo>
                    <a:lnTo>
                      <a:pt x="1603" y="633"/>
                    </a:lnTo>
                    <a:lnTo>
                      <a:pt x="1605" y="634"/>
                    </a:lnTo>
                    <a:lnTo>
                      <a:pt x="1605" y="634"/>
                    </a:lnTo>
                    <a:lnTo>
                      <a:pt x="1607" y="635"/>
                    </a:lnTo>
                    <a:lnTo>
                      <a:pt x="1607" y="635"/>
                    </a:lnTo>
                    <a:lnTo>
                      <a:pt x="1609" y="636"/>
                    </a:lnTo>
                    <a:lnTo>
                      <a:pt x="1609" y="636"/>
                    </a:lnTo>
                    <a:lnTo>
                      <a:pt x="1611" y="636"/>
                    </a:lnTo>
                    <a:lnTo>
                      <a:pt x="1611" y="636"/>
                    </a:lnTo>
                    <a:lnTo>
                      <a:pt x="1613" y="638"/>
                    </a:lnTo>
                    <a:lnTo>
                      <a:pt x="1613" y="638"/>
                    </a:lnTo>
                    <a:lnTo>
                      <a:pt x="1615" y="638"/>
                    </a:lnTo>
                    <a:lnTo>
                      <a:pt x="1615" y="638"/>
                    </a:lnTo>
                    <a:lnTo>
                      <a:pt x="1617" y="639"/>
                    </a:lnTo>
                    <a:lnTo>
                      <a:pt x="1617" y="639"/>
                    </a:lnTo>
                    <a:lnTo>
                      <a:pt x="1619" y="640"/>
                    </a:lnTo>
                    <a:lnTo>
                      <a:pt x="1619" y="640"/>
                    </a:lnTo>
                    <a:lnTo>
                      <a:pt x="1621" y="641"/>
                    </a:lnTo>
                    <a:lnTo>
                      <a:pt x="1621" y="641"/>
                    </a:lnTo>
                    <a:lnTo>
                      <a:pt x="1623" y="642"/>
                    </a:lnTo>
                    <a:lnTo>
                      <a:pt x="1623" y="642"/>
                    </a:lnTo>
                    <a:lnTo>
                      <a:pt x="1625" y="643"/>
                    </a:lnTo>
                    <a:lnTo>
                      <a:pt x="1625" y="643"/>
                    </a:lnTo>
                    <a:lnTo>
                      <a:pt x="1627" y="644"/>
                    </a:lnTo>
                    <a:lnTo>
                      <a:pt x="1627" y="644"/>
                    </a:lnTo>
                    <a:lnTo>
                      <a:pt x="1629" y="645"/>
                    </a:lnTo>
                    <a:lnTo>
                      <a:pt x="1629" y="645"/>
                    </a:lnTo>
                    <a:lnTo>
                      <a:pt x="1631" y="646"/>
                    </a:lnTo>
                    <a:lnTo>
                      <a:pt x="1631" y="646"/>
                    </a:lnTo>
                    <a:lnTo>
                      <a:pt x="1633" y="647"/>
                    </a:lnTo>
                    <a:lnTo>
                      <a:pt x="1633" y="647"/>
                    </a:lnTo>
                    <a:lnTo>
                      <a:pt x="1635" y="648"/>
                    </a:lnTo>
                    <a:lnTo>
                      <a:pt x="1635" y="648"/>
                    </a:lnTo>
                    <a:lnTo>
                      <a:pt x="1637" y="649"/>
                    </a:lnTo>
                    <a:lnTo>
                      <a:pt x="1637" y="649"/>
                    </a:lnTo>
                    <a:lnTo>
                      <a:pt x="1639" y="650"/>
                    </a:lnTo>
                    <a:lnTo>
                      <a:pt x="1639" y="650"/>
                    </a:lnTo>
                    <a:lnTo>
                      <a:pt x="1641" y="650"/>
                    </a:lnTo>
                    <a:lnTo>
                      <a:pt x="1641" y="650"/>
                    </a:lnTo>
                    <a:lnTo>
                      <a:pt x="1643" y="651"/>
                    </a:lnTo>
                    <a:lnTo>
                      <a:pt x="1643" y="651"/>
                    </a:lnTo>
                    <a:lnTo>
                      <a:pt x="1645" y="652"/>
                    </a:lnTo>
                    <a:lnTo>
                      <a:pt x="1645" y="652"/>
                    </a:lnTo>
                    <a:lnTo>
                      <a:pt x="1647" y="653"/>
                    </a:lnTo>
                    <a:lnTo>
                      <a:pt x="1647" y="653"/>
                    </a:lnTo>
                    <a:lnTo>
                      <a:pt x="1649" y="653"/>
                    </a:lnTo>
                    <a:lnTo>
                      <a:pt x="1649" y="653"/>
                    </a:lnTo>
                    <a:lnTo>
                      <a:pt x="1651" y="654"/>
                    </a:lnTo>
                    <a:lnTo>
                      <a:pt x="1651" y="654"/>
                    </a:lnTo>
                    <a:lnTo>
                      <a:pt x="1653" y="655"/>
                    </a:lnTo>
                    <a:lnTo>
                      <a:pt x="1653" y="655"/>
                    </a:lnTo>
                    <a:lnTo>
                      <a:pt x="1655" y="656"/>
                    </a:lnTo>
                    <a:lnTo>
                      <a:pt x="1655" y="656"/>
                    </a:lnTo>
                    <a:lnTo>
                      <a:pt x="1657" y="657"/>
                    </a:lnTo>
                    <a:lnTo>
                      <a:pt x="1657" y="657"/>
                    </a:lnTo>
                    <a:lnTo>
                      <a:pt x="1659" y="657"/>
                    </a:lnTo>
                    <a:lnTo>
                      <a:pt x="1659" y="657"/>
                    </a:lnTo>
                    <a:lnTo>
                      <a:pt x="1661" y="658"/>
                    </a:lnTo>
                    <a:lnTo>
                      <a:pt x="1661" y="658"/>
                    </a:lnTo>
                    <a:lnTo>
                      <a:pt x="1663" y="658"/>
                    </a:lnTo>
                    <a:lnTo>
                      <a:pt x="1663" y="658"/>
                    </a:lnTo>
                    <a:lnTo>
                      <a:pt x="1665" y="658"/>
                    </a:lnTo>
                    <a:lnTo>
                      <a:pt x="1665" y="658"/>
                    </a:lnTo>
                    <a:lnTo>
                      <a:pt x="1667" y="658"/>
                    </a:lnTo>
                    <a:lnTo>
                      <a:pt x="1667" y="658"/>
                    </a:lnTo>
                    <a:lnTo>
                      <a:pt x="1669" y="658"/>
                    </a:lnTo>
                    <a:lnTo>
                      <a:pt x="1669" y="658"/>
                    </a:lnTo>
                    <a:lnTo>
                      <a:pt x="1671" y="658"/>
                    </a:lnTo>
                    <a:lnTo>
                      <a:pt x="1671" y="658"/>
                    </a:lnTo>
                    <a:lnTo>
                      <a:pt x="1673" y="659"/>
                    </a:lnTo>
                    <a:lnTo>
                      <a:pt x="1673" y="659"/>
                    </a:lnTo>
                    <a:lnTo>
                      <a:pt x="1675" y="659"/>
                    </a:lnTo>
                    <a:lnTo>
                      <a:pt x="1675" y="659"/>
                    </a:lnTo>
                    <a:lnTo>
                      <a:pt x="1677" y="659"/>
                    </a:lnTo>
                    <a:lnTo>
                      <a:pt x="1677" y="659"/>
                    </a:lnTo>
                    <a:lnTo>
                      <a:pt x="1679" y="659"/>
                    </a:lnTo>
                    <a:lnTo>
                      <a:pt x="1679" y="659"/>
                    </a:lnTo>
                    <a:lnTo>
                      <a:pt x="1681" y="659"/>
                    </a:lnTo>
                    <a:lnTo>
                      <a:pt x="1681" y="659"/>
                    </a:lnTo>
                    <a:lnTo>
                      <a:pt x="1683" y="660"/>
                    </a:lnTo>
                    <a:lnTo>
                      <a:pt x="1683" y="660"/>
                    </a:lnTo>
                    <a:lnTo>
                      <a:pt x="1685" y="660"/>
                    </a:lnTo>
                    <a:lnTo>
                      <a:pt x="1685" y="660"/>
                    </a:lnTo>
                    <a:lnTo>
                      <a:pt x="1687" y="660"/>
                    </a:lnTo>
                    <a:lnTo>
                      <a:pt x="1687" y="660"/>
                    </a:lnTo>
                    <a:lnTo>
                      <a:pt x="1689" y="660"/>
                    </a:lnTo>
                    <a:lnTo>
                      <a:pt x="1689" y="660"/>
                    </a:lnTo>
                    <a:lnTo>
                      <a:pt x="1691" y="660"/>
                    </a:lnTo>
                    <a:lnTo>
                      <a:pt x="1691" y="660"/>
                    </a:lnTo>
                    <a:lnTo>
                      <a:pt x="1693" y="661"/>
                    </a:lnTo>
                    <a:lnTo>
                      <a:pt x="1693" y="661"/>
                    </a:lnTo>
                    <a:lnTo>
                      <a:pt x="1695" y="661"/>
                    </a:lnTo>
                    <a:lnTo>
                      <a:pt x="1695" y="661"/>
                    </a:lnTo>
                    <a:lnTo>
                      <a:pt x="1697" y="661"/>
                    </a:lnTo>
                    <a:lnTo>
                      <a:pt x="1697" y="661"/>
                    </a:lnTo>
                    <a:lnTo>
                      <a:pt x="1699" y="661"/>
                    </a:lnTo>
                    <a:lnTo>
                      <a:pt x="1699" y="661"/>
                    </a:lnTo>
                    <a:lnTo>
                      <a:pt x="1701" y="661"/>
                    </a:lnTo>
                    <a:lnTo>
                      <a:pt x="1701" y="661"/>
                    </a:lnTo>
                    <a:lnTo>
                      <a:pt x="1703" y="661"/>
                    </a:lnTo>
                    <a:lnTo>
                      <a:pt x="1703" y="661"/>
                    </a:lnTo>
                    <a:lnTo>
                      <a:pt x="1705" y="661"/>
                    </a:lnTo>
                    <a:lnTo>
                      <a:pt x="1705" y="661"/>
                    </a:lnTo>
                    <a:lnTo>
                      <a:pt x="1707" y="661"/>
                    </a:lnTo>
                    <a:lnTo>
                      <a:pt x="1707" y="661"/>
                    </a:lnTo>
                    <a:lnTo>
                      <a:pt x="1709" y="662"/>
                    </a:lnTo>
                    <a:lnTo>
                      <a:pt x="1709" y="662"/>
                    </a:lnTo>
                    <a:lnTo>
                      <a:pt x="1711" y="662"/>
                    </a:lnTo>
                    <a:lnTo>
                      <a:pt x="1711" y="662"/>
                    </a:lnTo>
                    <a:lnTo>
                      <a:pt x="1713" y="662"/>
                    </a:lnTo>
                    <a:lnTo>
                      <a:pt x="1713" y="662"/>
                    </a:lnTo>
                    <a:lnTo>
                      <a:pt x="1715" y="662"/>
                    </a:lnTo>
                    <a:lnTo>
                      <a:pt x="1715" y="662"/>
                    </a:lnTo>
                    <a:lnTo>
                      <a:pt x="1717" y="662"/>
                    </a:lnTo>
                    <a:lnTo>
                      <a:pt x="1717" y="662"/>
                    </a:lnTo>
                    <a:lnTo>
                      <a:pt x="1719" y="662"/>
                    </a:lnTo>
                    <a:lnTo>
                      <a:pt x="1719" y="662"/>
                    </a:lnTo>
                    <a:lnTo>
                      <a:pt x="1721" y="662"/>
                    </a:lnTo>
                    <a:lnTo>
                      <a:pt x="1721" y="662"/>
                    </a:lnTo>
                    <a:lnTo>
                      <a:pt x="1723" y="662"/>
                    </a:lnTo>
                    <a:lnTo>
                      <a:pt x="1723" y="662"/>
                    </a:lnTo>
                    <a:lnTo>
                      <a:pt x="1725" y="663"/>
                    </a:lnTo>
                    <a:lnTo>
                      <a:pt x="1725" y="663"/>
                    </a:lnTo>
                    <a:lnTo>
                      <a:pt x="1727" y="663"/>
                    </a:lnTo>
                    <a:lnTo>
                      <a:pt x="1727" y="663"/>
                    </a:lnTo>
                    <a:lnTo>
                      <a:pt x="1729" y="663"/>
                    </a:lnTo>
                    <a:lnTo>
                      <a:pt x="1729" y="663"/>
                    </a:lnTo>
                    <a:lnTo>
                      <a:pt x="1731" y="663"/>
                    </a:lnTo>
                    <a:lnTo>
                      <a:pt x="1731" y="663"/>
                    </a:lnTo>
                    <a:lnTo>
                      <a:pt x="1733" y="663"/>
                    </a:lnTo>
                    <a:lnTo>
                      <a:pt x="1733" y="663"/>
                    </a:lnTo>
                    <a:lnTo>
                      <a:pt x="1735" y="663"/>
                    </a:lnTo>
                    <a:lnTo>
                      <a:pt x="1735" y="663"/>
                    </a:lnTo>
                    <a:lnTo>
                      <a:pt x="1737" y="664"/>
                    </a:lnTo>
                    <a:lnTo>
                      <a:pt x="1737" y="664"/>
                    </a:lnTo>
                    <a:lnTo>
                      <a:pt x="1739" y="664"/>
                    </a:lnTo>
                    <a:lnTo>
                      <a:pt x="1739" y="664"/>
                    </a:lnTo>
                    <a:lnTo>
                      <a:pt x="1741" y="664"/>
                    </a:lnTo>
                    <a:lnTo>
                      <a:pt x="1741" y="664"/>
                    </a:lnTo>
                    <a:lnTo>
                      <a:pt x="1743" y="664"/>
                    </a:lnTo>
                    <a:lnTo>
                      <a:pt x="1743" y="664"/>
                    </a:lnTo>
                    <a:lnTo>
                      <a:pt x="1745" y="664"/>
                    </a:lnTo>
                    <a:lnTo>
                      <a:pt x="1745" y="664"/>
                    </a:lnTo>
                    <a:lnTo>
                      <a:pt x="1747" y="664"/>
                    </a:lnTo>
                    <a:lnTo>
                      <a:pt x="1747" y="664"/>
                    </a:lnTo>
                    <a:lnTo>
                      <a:pt x="1747" y="664"/>
                    </a:lnTo>
                    <a:lnTo>
                      <a:pt x="1748" y="664"/>
                    </a:lnTo>
                    <a:lnTo>
                      <a:pt x="1749" y="664"/>
                    </a:lnTo>
                    <a:lnTo>
                      <a:pt x="1749" y="664"/>
                    </a:lnTo>
                    <a:lnTo>
                      <a:pt x="1751" y="664"/>
                    </a:lnTo>
                    <a:lnTo>
                      <a:pt x="1751" y="664"/>
                    </a:lnTo>
                    <a:lnTo>
                      <a:pt x="1753" y="663"/>
                    </a:lnTo>
                    <a:lnTo>
                      <a:pt x="1753" y="663"/>
                    </a:lnTo>
                    <a:lnTo>
                      <a:pt x="1755" y="663"/>
                    </a:lnTo>
                    <a:lnTo>
                      <a:pt x="1755" y="663"/>
                    </a:lnTo>
                    <a:lnTo>
                      <a:pt x="1757" y="662"/>
                    </a:lnTo>
                    <a:lnTo>
                      <a:pt x="1757" y="662"/>
                    </a:lnTo>
                    <a:lnTo>
                      <a:pt x="1759" y="662"/>
                    </a:lnTo>
                    <a:lnTo>
                      <a:pt x="1759" y="662"/>
                    </a:lnTo>
                    <a:lnTo>
                      <a:pt x="1761" y="662"/>
                    </a:lnTo>
                    <a:lnTo>
                      <a:pt x="1761" y="662"/>
                    </a:lnTo>
                    <a:lnTo>
                      <a:pt x="1763" y="661"/>
                    </a:lnTo>
                    <a:lnTo>
                      <a:pt x="1763" y="661"/>
                    </a:lnTo>
                    <a:lnTo>
                      <a:pt x="1765" y="661"/>
                    </a:lnTo>
                    <a:lnTo>
                      <a:pt x="1765" y="661"/>
                    </a:lnTo>
                    <a:lnTo>
                      <a:pt x="1767" y="661"/>
                    </a:lnTo>
                    <a:lnTo>
                      <a:pt x="1767" y="661"/>
                    </a:lnTo>
                    <a:lnTo>
                      <a:pt x="1769" y="660"/>
                    </a:lnTo>
                    <a:lnTo>
                      <a:pt x="1769" y="660"/>
                    </a:lnTo>
                    <a:lnTo>
                      <a:pt x="1771" y="660"/>
                    </a:lnTo>
                    <a:lnTo>
                      <a:pt x="1771" y="660"/>
                    </a:lnTo>
                    <a:lnTo>
                      <a:pt x="1773" y="659"/>
                    </a:lnTo>
                    <a:lnTo>
                      <a:pt x="1773" y="659"/>
                    </a:lnTo>
                    <a:lnTo>
                      <a:pt x="1775" y="659"/>
                    </a:lnTo>
                    <a:lnTo>
                      <a:pt x="1775" y="659"/>
                    </a:lnTo>
                    <a:lnTo>
                      <a:pt x="1777" y="659"/>
                    </a:lnTo>
                    <a:lnTo>
                      <a:pt x="1777" y="659"/>
                    </a:lnTo>
                    <a:lnTo>
                      <a:pt x="1779" y="658"/>
                    </a:lnTo>
                    <a:lnTo>
                      <a:pt x="1779" y="658"/>
                    </a:lnTo>
                    <a:lnTo>
                      <a:pt x="1781" y="658"/>
                    </a:lnTo>
                    <a:lnTo>
                      <a:pt x="1781" y="658"/>
                    </a:lnTo>
                    <a:lnTo>
                      <a:pt x="1783" y="658"/>
                    </a:lnTo>
                    <a:lnTo>
                      <a:pt x="1783" y="658"/>
                    </a:lnTo>
                    <a:lnTo>
                      <a:pt x="1785" y="657"/>
                    </a:lnTo>
                    <a:lnTo>
                      <a:pt x="1785" y="657"/>
                    </a:lnTo>
                    <a:lnTo>
                      <a:pt x="1787" y="656"/>
                    </a:lnTo>
                    <a:lnTo>
                      <a:pt x="1787" y="656"/>
                    </a:lnTo>
                    <a:lnTo>
                      <a:pt x="1789" y="656"/>
                    </a:lnTo>
                    <a:lnTo>
                      <a:pt x="1789" y="656"/>
                    </a:lnTo>
                    <a:lnTo>
                      <a:pt x="1791" y="656"/>
                    </a:lnTo>
                    <a:lnTo>
                      <a:pt x="1791" y="656"/>
                    </a:lnTo>
                    <a:lnTo>
                      <a:pt x="1793" y="655"/>
                    </a:lnTo>
                    <a:lnTo>
                      <a:pt x="1793" y="655"/>
                    </a:lnTo>
                    <a:lnTo>
                      <a:pt x="1795" y="655"/>
                    </a:lnTo>
                    <a:lnTo>
                      <a:pt x="1795" y="655"/>
                    </a:lnTo>
                    <a:lnTo>
                      <a:pt x="1797" y="655"/>
                    </a:lnTo>
                    <a:lnTo>
                      <a:pt x="1797" y="655"/>
                    </a:lnTo>
                    <a:lnTo>
                      <a:pt x="1799" y="654"/>
                    </a:lnTo>
                    <a:lnTo>
                      <a:pt x="1799" y="654"/>
                    </a:lnTo>
                    <a:lnTo>
                      <a:pt x="1801" y="654"/>
                    </a:lnTo>
                    <a:lnTo>
                      <a:pt x="1801" y="654"/>
                    </a:lnTo>
                    <a:lnTo>
                      <a:pt x="1803" y="653"/>
                    </a:lnTo>
                    <a:lnTo>
                      <a:pt x="1803" y="653"/>
                    </a:lnTo>
                    <a:lnTo>
                      <a:pt x="1805" y="653"/>
                    </a:lnTo>
                    <a:lnTo>
                      <a:pt x="1805" y="653"/>
                    </a:lnTo>
                    <a:lnTo>
                      <a:pt x="1807" y="653"/>
                    </a:lnTo>
                    <a:lnTo>
                      <a:pt x="1807" y="653"/>
                    </a:lnTo>
                    <a:lnTo>
                      <a:pt x="1809" y="652"/>
                    </a:lnTo>
                    <a:lnTo>
                      <a:pt x="1809" y="652"/>
                    </a:lnTo>
                    <a:lnTo>
                      <a:pt x="1811" y="652"/>
                    </a:lnTo>
                    <a:lnTo>
                      <a:pt x="1811" y="652"/>
                    </a:lnTo>
                    <a:lnTo>
                      <a:pt x="1813" y="651"/>
                    </a:lnTo>
                    <a:lnTo>
                      <a:pt x="1813" y="651"/>
                    </a:lnTo>
                    <a:lnTo>
                      <a:pt x="1815" y="651"/>
                    </a:lnTo>
                    <a:lnTo>
                      <a:pt x="1815" y="651"/>
                    </a:lnTo>
                    <a:lnTo>
                      <a:pt x="1817" y="651"/>
                    </a:lnTo>
                    <a:lnTo>
                      <a:pt x="1817" y="651"/>
                    </a:lnTo>
                    <a:lnTo>
                      <a:pt x="1819" y="650"/>
                    </a:lnTo>
                    <a:lnTo>
                      <a:pt x="1819" y="650"/>
                    </a:lnTo>
                    <a:lnTo>
                      <a:pt x="1821" y="650"/>
                    </a:lnTo>
                    <a:lnTo>
                      <a:pt x="1821" y="650"/>
                    </a:lnTo>
                    <a:lnTo>
                      <a:pt x="1823" y="649"/>
                    </a:lnTo>
                    <a:lnTo>
                      <a:pt x="1823" y="649"/>
                    </a:lnTo>
                    <a:lnTo>
                      <a:pt x="1823" y="649"/>
                    </a:lnTo>
                    <a:lnTo>
                      <a:pt x="1825" y="649"/>
                    </a:lnTo>
                    <a:lnTo>
                      <a:pt x="1825" y="649"/>
                    </a:lnTo>
                    <a:lnTo>
                      <a:pt x="1825" y="649"/>
                    </a:lnTo>
                    <a:lnTo>
                      <a:pt x="1826" y="649"/>
                    </a:lnTo>
                    <a:lnTo>
                      <a:pt x="1827" y="649"/>
                    </a:lnTo>
                    <a:lnTo>
                      <a:pt x="1827" y="649"/>
                    </a:lnTo>
                    <a:lnTo>
                      <a:pt x="1829" y="649"/>
                    </a:lnTo>
                    <a:lnTo>
                      <a:pt x="1829" y="649"/>
                    </a:lnTo>
                    <a:lnTo>
                      <a:pt x="1830" y="649"/>
                    </a:lnTo>
                    <a:lnTo>
                      <a:pt x="1831" y="649"/>
                    </a:lnTo>
                    <a:lnTo>
                      <a:pt x="1831" y="649"/>
                    </a:lnTo>
                    <a:lnTo>
                      <a:pt x="1832" y="649"/>
                    </a:lnTo>
                    <a:lnTo>
                      <a:pt x="1833" y="649"/>
                    </a:lnTo>
                    <a:lnTo>
                      <a:pt x="1833" y="648"/>
                    </a:lnTo>
                    <a:lnTo>
                      <a:pt x="1835" y="648"/>
                    </a:lnTo>
                    <a:lnTo>
                      <a:pt x="1835" y="648"/>
                    </a:lnTo>
                    <a:lnTo>
                      <a:pt x="1835" y="648"/>
                    </a:lnTo>
                    <a:lnTo>
                      <a:pt x="1835" y="648"/>
                    </a:lnTo>
                    <a:lnTo>
                      <a:pt x="1837" y="648"/>
                    </a:lnTo>
                    <a:lnTo>
                      <a:pt x="1837" y="648"/>
                    </a:lnTo>
                    <a:lnTo>
                      <a:pt x="1837" y="648"/>
                    </a:lnTo>
                    <a:lnTo>
                      <a:pt x="1839" y="648"/>
                    </a:lnTo>
                    <a:lnTo>
                      <a:pt x="1840" y="648"/>
                    </a:lnTo>
                    <a:lnTo>
                      <a:pt x="1841" y="648"/>
                    </a:lnTo>
                    <a:lnTo>
                      <a:pt x="1841" y="648"/>
                    </a:lnTo>
                    <a:lnTo>
                      <a:pt x="1843" y="648"/>
                    </a:lnTo>
                    <a:lnTo>
                      <a:pt x="1843" y="648"/>
                    </a:lnTo>
                    <a:lnTo>
                      <a:pt x="1845" y="648"/>
                    </a:lnTo>
                    <a:lnTo>
                      <a:pt x="1846" y="648"/>
                    </a:lnTo>
                    <a:lnTo>
                      <a:pt x="1847" y="648"/>
                    </a:lnTo>
                    <a:lnTo>
                      <a:pt x="1847" y="648"/>
                    </a:lnTo>
                    <a:lnTo>
                      <a:pt x="1849" y="648"/>
                    </a:lnTo>
                    <a:lnTo>
                      <a:pt x="1849" y="648"/>
                    </a:lnTo>
                    <a:lnTo>
                      <a:pt x="1851" y="648"/>
                    </a:lnTo>
                    <a:lnTo>
                      <a:pt x="1851" y="648"/>
                    </a:lnTo>
                    <a:lnTo>
                      <a:pt x="1852" y="648"/>
                    </a:lnTo>
                    <a:lnTo>
                      <a:pt x="1852" y="648"/>
                    </a:lnTo>
                    <a:lnTo>
                      <a:pt x="1853" y="648"/>
                    </a:lnTo>
                    <a:lnTo>
                      <a:pt x="1853" y="648"/>
                    </a:lnTo>
                    <a:lnTo>
                      <a:pt x="1853" y="648"/>
                    </a:lnTo>
                    <a:lnTo>
                      <a:pt x="1853" y="648"/>
                    </a:lnTo>
                    <a:lnTo>
                      <a:pt x="1855" y="648"/>
                    </a:lnTo>
                    <a:lnTo>
                      <a:pt x="1855" y="648"/>
                    </a:lnTo>
                    <a:lnTo>
                      <a:pt x="1857" y="648"/>
                    </a:lnTo>
                    <a:lnTo>
                      <a:pt x="1858" y="648"/>
                    </a:lnTo>
                    <a:lnTo>
                      <a:pt x="1859" y="648"/>
                    </a:lnTo>
                    <a:lnTo>
                      <a:pt x="1859" y="648"/>
                    </a:lnTo>
                    <a:lnTo>
                      <a:pt x="1861" y="648"/>
                    </a:lnTo>
                    <a:lnTo>
                      <a:pt x="1861" y="648"/>
                    </a:lnTo>
                    <a:lnTo>
                      <a:pt x="1863" y="648"/>
                    </a:lnTo>
                    <a:lnTo>
                      <a:pt x="1863" y="648"/>
                    </a:lnTo>
                    <a:lnTo>
                      <a:pt x="1865" y="648"/>
                    </a:lnTo>
                    <a:lnTo>
                      <a:pt x="1865" y="648"/>
                    </a:lnTo>
                    <a:lnTo>
                      <a:pt x="1865" y="648"/>
                    </a:lnTo>
                    <a:lnTo>
                      <a:pt x="1865" y="648"/>
                    </a:lnTo>
                    <a:lnTo>
                      <a:pt x="1867" y="649"/>
                    </a:lnTo>
                    <a:lnTo>
                      <a:pt x="1867" y="649"/>
                    </a:lnTo>
                    <a:lnTo>
                      <a:pt x="1867" y="649"/>
                    </a:lnTo>
                    <a:lnTo>
                      <a:pt x="1869" y="650"/>
                    </a:lnTo>
                    <a:lnTo>
                      <a:pt x="1870" y="650"/>
                    </a:lnTo>
                    <a:lnTo>
                      <a:pt x="1871" y="651"/>
                    </a:lnTo>
                    <a:lnTo>
                      <a:pt x="1871" y="651"/>
                    </a:lnTo>
                    <a:lnTo>
                      <a:pt x="1873" y="651"/>
                    </a:lnTo>
                    <a:lnTo>
                      <a:pt x="1873" y="651"/>
                    </a:lnTo>
                    <a:lnTo>
                      <a:pt x="1875" y="652"/>
                    </a:lnTo>
                    <a:lnTo>
                      <a:pt x="1876" y="652"/>
                    </a:lnTo>
                    <a:lnTo>
                      <a:pt x="1877" y="653"/>
                    </a:lnTo>
                    <a:lnTo>
                      <a:pt x="1877" y="653"/>
                    </a:lnTo>
                    <a:lnTo>
                      <a:pt x="1879" y="654"/>
                    </a:lnTo>
                    <a:lnTo>
                      <a:pt x="1879" y="654"/>
                    </a:lnTo>
                    <a:lnTo>
                      <a:pt x="1881" y="654"/>
                    </a:lnTo>
                    <a:lnTo>
                      <a:pt x="1881" y="654"/>
                    </a:lnTo>
                    <a:lnTo>
                      <a:pt x="1883" y="655"/>
                    </a:lnTo>
                    <a:lnTo>
                      <a:pt x="1883" y="655"/>
                    </a:lnTo>
                    <a:lnTo>
                      <a:pt x="1885" y="655"/>
                    </a:lnTo>
                    <a:lnTo>
                      <a:pt x="1885" y="655"/>
                    </a:lnTo>
                    <a:lnTo>
                      <a:pt x="1886" y="655"/>
                    </a:lnTo>
                    <a:lnTo>
                      <a:pt x="1887" y="649"/>
                    </a:lnTo>
                    <a:lnTo>
                      <a:pt x="1887" y="649"/>
                    </a:lnTo>
                    <a:lnTo>
                      <a:pt x="1888" y="648"/>
                    </a:lnTo>
                    <a:lnTo>
                      <a:pt x="1889" y="639"/>
                    </a:lnTo>
                    <a:lnTo>
                      <a:pt x="1889" y="639"/>
                    </a:lnTo>
                    <a:lnTo>
                      <a:pt x="1889" y="639"/>
                    </a:lnTo>
                    <a:lnTo>
                      <a:pt x="1890" y="639"/>
                    </a:lnTo>
                    <a:lnTo>
                      <a:pt x="1891" y="633"/>
                    </a:lnTo>
                    <a:lnTo>
                      <a:pt x="1891" y="633"/>
                    </a:lnTo>
                    <a:lnTo>
                      <a:pt x="1892" y="633"/>
                    </a:lnTo>
                    <a:lnTo>
                      <a:pt x="1892" y="632"/>
                    </a:lnTo>
                    <a:lnTo>
                      <a:pt x="1893" y="632"/>
                    </a:lnTo>
                    <a:lnTo>
                      <a:pt x="1894" y="632"/>
                    </a:lnTo>
                    <a:lnTo>
                      <a:pt x="1895" y="633"/>
                    </a:lnTo>
                    <a:lnTo>
                      <a:pt x="1895" y="633"/>
                    </a:lnTo>
                    <a:lnTo>
                      <a:pt x="1897" y="633"/>
                    </a:lnTo>
                    <a:lnTo>
                      <a:pt x="1897" y="633"/>
                    </a:lnTo>
                    <a:lnTo>
                      <a:pt x="1899" y="634"/>
                    </a:lnTo>
                    <a:lnTo>
                      <a:pt x="1899" y="634"/>
                    </a:lnTo>
                    <a:lnTo>
                      <a:pt x="1901" y="634"/>
                    </a:lnTo>
                    <a:lnTo>
                      <a:pt x="1901" y="634"/>
                    </a:lnTo>
                    <a:lnTo>
                      <a:pt x="1903" y="635"/>
                    </a:lnTo>
                    <a:lnTo>
                      <a:pt x="1903" y="635"/>
                    </a:lnTo>
                    <a:lnTo>
                      <a:pt x="1905" y="635"/>
                    </a:lnTo>
                    <a:lnTo>
                      <a:pt x="1906" y="635"/>
                    </a:lnTo>
                    <a:lnTo>
                      <a:pt x="1908" y="636"/>
                    </a:lnTo>
                    <a:lnTo>
                      <a:pt x="1908" y="636"/>
                    </a:lnTo>
                    <a:lnTo>
                      <a:pt x="1909" y="637"/>
                    </a:lnTo>
                    <a:lnTo>
                      <a:pt x="1909" y="637"/>
                    </a:lnTo>
                    <a:lnTo>
                      <a:pt x="1911" y="638"/>
                    </a:lnTo>
                    <a:lnTo>
                      <a:pt x="1911" y="638"/>
                    </a:lnTo>
                    <a:lnTo>
                      <a:pt x="1912" y="638"/>
                    </a:lnTo>
                    <a:lnTo>
                      <a:pt x="1914" y="638"/>
                    </a:lnTo>
                    <a:lnTo>
                      <a:pt x="1914" y="638"/>
                    </a:lnTo>
                    <a:lnTo>
                      <a:pt x="1914" y="638"/>
                    </a:lnTo>
                    <a:lnTo>
                      <a:pt x="1915" y="638"/>
                    </a:lnTo>
                    <a:lnTo>
                      <a:pt x="1915" y="638"/>
                    </a:lnTo>
                    <a:lnTo>
                      <a:pt x="1915" y="638"/>
                    </a:lnTo>
                    <a:lnTo>
                      <a:pt x="1917" y="638"/>
                    </a:lnTo>
                    <a:lnTo>
                      <a:pt x="1918" y="638"/>
                    </a:lnTo>
                    <a:lnTo>
                      <a:pt x="1920" y="638"/>
                    </a:lnTo>
                    <a:lnTo>
                      <a:pt x="1920" y="638"/>
                    </a:lnTo>
                    <a:lnTo>
                      <a:pt x="1921" y="638"/>
                    </a:lnTo>
                    <a:lnTo>
                      <a:pt x="1921" y="638"/>
                    </a:lnTo>
                    <a:lnTo>
                      <a:pt x="1923" y="637"/>
                    </a:lnTo>
                    <a:lnTo>
                      <a:pt x="1924" y="637"/>
                    </a:lnTo>
                    <a:lnTo>
                      <a:pt x="1926" y="637"/>
                    </a:lnTo>
                    <a:lnTo>
                      <a:pt x="1926" y="637"/>
                    </a:lnTo>
                    <a:lnTo>
                      <a:pt x="1927" y="637"/>
                    </a:lnTo>
                    <a:lnTo>
                      <a:pt x="1927" y="637"/>
                    </a:lnTo>
                    <a:lnTo>
                      <a:pt x="1929" y="637"/>
                    </a:lnTo>
                    <a:lnTo>
                      <a:pt x="1930" y="637"/>
                    </a:lnTo>
                    <a:lnTo>
                      <a:pt x="1932" y="637"/>
                    </a:lnTo>
                    <a:lnTo>
                      <a:pt x="1932" y="637"/>
                    </a:lnTo>
                    <a:lnTo>
                      <a:pt x="1933" y="636"/>
                    </a:lnTo>
                    <a:lnTo>
                      <a:pt x="1933" y="636"/>
                    </a:lnTo>
                    <a:lnTo>
                      <a:pt x="1935" y="636"/>
                    </a:lnTo>
                    <a:lnTo>
                      <a:pt x="1936" y="636"/>
                    </a:lnTo>
                    <a:lnTo>
                      <a:pt x="1938" y="636"/>
                    </a:lnTo>
                    <a:lnTo>
                      <a:pt x="1938" y="636"/>
                    </a:lnTo>
                    <a:lnTo>
                      <a:pt x="1939" y="636"/>
                    </a:lnTo>
                    <a:lnTo>
                      <a:pt x="1939" y="636"/>
                    </a:lnTo>
                    <a:lnTo>
                      <a:pt x="1941" y="636"/>
                    </a:lnTo>
                    <a:lnTo>
                      <a:pt x="1942" y="636"/>
                    </a:lnTo>
                    <a:lnTo>
                      <a:pt x="1944" y="635"/>
                    </a:lnTo>
                    <a:lnTo>
                      <a:pt x="1944" y="635"/>
                    </a:lnTo>
                    <a:lnTo>
                      <a:pt x="1945" y="634"/>
                    </a:lnTo>
                    <a:lnTo>
                      <a:pt x="1945" y="634"/>
                    </a:lnTo>
                    <a:lnTo>
                      <a:pt x="1947" y="633"/>
                    </a:lnTo>
                    <a:lnTo>
                      <a:pt x="1948" y="633"/>
                    </a:lnTo>
                    <a:lnTo>
                      <a:pt x="1950" y="632"/>
                    </a:lnTo>
                    <a:lnTo>
                      <a:pt x="1950" y="632"/>
                    </a:lnTo>
                    <a:lnTo>
                      <a:pt x="1951" y="631"/>
                    </a:lnTo>
                    <a:lnTo>
                      <a:pt x="1951" y="631"/>
                    </a:lnTo>
                    <a:lnTo>
                      <a:pt x="1953" y="630"/>
                    </a:lnTo>
                    <a:lnTo>
                      <a:pt x="1954" y="630"/>
                    </a:lnTo>
                    <a:lnTo>
                      <a:pt x="1956" y="629"/>
                    </a:lnTo>
                    <a:lnTo>
                      <a:pt x="1956" y="629"/>
                    </a:lnTo>
                    <a:lnTo>
                      <a:pt x="1957" y="629"/>
                    </a:lnTo>
                    <a:lnTo>
                      <a:pt x="1957" y="629"/>
                    </a:lnTo>
                    <a:lnTo>
                      <a:pt x="1959" y="629"/>
                    </a:lnTo>
                    <a:lnTo>
                      <a:pt x="1960" y="629"/>
                    </a:lnTo>
                    <a:lnTo>
                      <a:pt x="1962" y="628"/>
                    </a:lnTo>
                    <a:lnTo>
                      <a:pt x="1962" y="628"/>
                    </a:lnTo>
                    <a:lnTo>
                      <a:pt x="1962" y="628"/>
                    </a:lnTo>
                    <a:lnTo>
                      <a:pt x="1963" y="633"/>
                    </a:lnTo>
                    <a:lnTo>
                      <a:pt x="1963" y="633"/>
                    </a:lnTo>
                    <a:lnTo>
                      <a:pt x="1963" y="633"/>
                    </a:lnTo>
                    <a:lnTo>
                      <a:pt x="1965" y="642"/>
                    </a:lnTo>
                    <a:lnTo>
                      <a:pt x="1965" y="641"/>
                    </a:lnTo>
                    <a:lnTo>
                      <a:pt x="1967" y="638"/>
                    </a:lnTo>
                    <a:lnTo>
                      <a:pt x="1968" y="640"/>
                    </a:lnTo>
                    <a:lnTo>
                      <a:pt x="1968" y="640"/>
                    </a:lnTo>
                    <a:lnTo>
                      <a:pt x="1968" y="641"/>
                    </a:lnTo>
                    <a:lnTo>
                      <a:pt x="1969" y="636"/>
                    </a:lnTo>
                    <a:lnTo>
                      <a:pt x="1969" y="636"/>
                    </a:lnTo>
                    <a:lnTo>
                      <a:pt x="1971" y="635"/>
                    </a:lnTo>
                    <a:lnTo>
                      <a:pt x="1972" y="635"/>
                    </a:lnTo>
                    <a:lnTo>
                      <a:pt x="1974" y="634"/>
                    </a:lnTo>
                    <a:lnTo>
                      <a:pt x="1974" y="634"/>
                    </a:lnTo>
                    <a:lnTo>
                      <a:pt x="1976" y="634"/>
                    </a:lnTo>
                    <a:lnTo>
                      <a:pt x="1976" y="633"/>
                    </a:lnTo>
                    <a:lnTo>
                      <a:pt x="1977" y="633"/>
                    </a:lnTo>
                    <a:lnTo>
                      <a:pt x="1977" y="633"/>
                    </a:lnTo>
                    <a:lnTo>
                      <a:pt x="1978" y="633"/>
                    </a:lnTo>
                    <a:lnTo>
                      <a:pt x="1978" y="633"/>
                    </a:lnTo>
                    <a:lnTo>
                      <a:pt x="1980" y="633"/>
                    </a:lnTo>
                    <a:lnTo>
                      <a:pt x="1980" y="633"/>
                    </a:lnTo>
                    <a:lnTo>
                      <a:pt x="1982" y="632"/>
                    </a:lnTo>
                    <a:lnTo>
                      <a:pt x="1982" y="632"/>
                    </a:lnTo>
                    <a:lnTo>
                      <a:pt x="1983" y="631"/>
                    </a:lnTo>
                    <a:lnTo>
                      <a:pt x="1983" y="631"/>
                    </a:lnTo>
                    <a:lnTo>
                      <a:pt x="1986" y="630"/>
                    </a:lnTo>
                    <a:lnTo>
                      <a:pt x="1986" y="630"/>
                    </a:lnTo>
                    <a:lnTo>
                      <a:pt x="1988" y="629"/>
                    </a:lnTo>
                    <a:lnTo>
                      <a:pt x="1988" y="629"/>
                    </a:lnTo>
                    <a:lnTo>
                      <a:pt x="1989" y="629"/>
                    </a:lnTo>
                    <a:lnTo>
                      <a:pt x="1990" y="629"/>
                    </a:lnTo>
                    <a:lnTo>
                      <a:pt x="1992" y="628"/>
                    </a:lnTo>
                    <a:lnTo>
                      <a:pt x="1992" y="628"/>
                    </a:lnTo>
                    <a:lnTo>
                      <a:pt x="1994" y="628"/>
                    </a:lnTo>
                    <a:lnTo>
                      <a:pt x="1994" y="628"/>
                    </a:lnTo>
                    <a:lnTo>
                      <a:pt x="1995" y="627"/>
                    </a:lnTo>
                    <a:lnTo>
                      <a:pt x="1996" y="627"/>
                    </a:lnTo>
                    <a:lnTo>
                      <a:pt x="1998" y="627"/>
                    </a:lnTo>
                    <a:lnTo>
                      <a:pt x="1998" y="627"/>
                    </a:lnTo>
                    <a:lnTo>
                      <a:pt x="2000" y="627"/>
                    </a:lnTo>
                    <a:lnTo>
                      <a:pt x="2000" y="627"/>
                    </a:lnTo>
                    <a:lnTo>
                      <a:pt x="2001" y="627"/>
                    </a:lnTo>
                    <a:lnTo>
                      <a:pt x="2002" y="627"/>
                    </a:lnTo>
                    <a:lnTo>
                      <a:pt x="2004" y="627"/>
                    </a:lnTo>
                    <a:lnTo>
                      <a:pt x="2004" y="627"/>
                    </a:lnTo>
                    <a:lnTo>
                      <a:pt x="2006" y="627"/>
                    </a:lnTo>
                    <a:lnTo>
                      <a:pt x="2006" y="627"/>
                    </a:lnTo>
                    <a:lnTo>
                      <a:pt x="2007" y="627"/>
                    </a:lnTo>
                    <a:lnTo>
                      <a:pt x="2007" y="627"/>
                    </a:lnTo>
                    <a:lnTo>
                      <a:pt x="2008" y="627"/>
                    </a:lnTo>
                    <a:lnTo>
                      <a:pt x="2008" y="627"/>
                    </a:lnTo>
                    <a:lnTo>
                      <a:pt x="2010" y="627"/>
                    </a:lnTo>
                    <a:lnTo>
                      <a:pt x="2010" y="627"/>
                    </a:lnTo>
                    <a:lnTo>
                      <a:pt x="2012" y="627"/>
                    </a:lnTo>
                    <a:lnTo>
                      <a:pt x="2012" y="627"/>
                    </a:lnTo>
                    <a:lnTo>
                      <a:pt x="2013" y="627"/>
                    </a:lnTo>
                    <a:lnTo>
                      <a:pt x="2014" y="627"/>
                    </a:lnTo>
                    <a:lnTo>
                      <a:pt x="2016" y="627"/>
                    </a:lnTo>
                    <a:lnTo>
                      <a:pt x="2016" y="627"/>
                    </a:lnTo>
                    <a:lnTo>
                      <a:pt x="2018" y="627"/>
                    </a:lnTo>
                    <a:lnTo>
                      <a:pt x="2018" y="627"/>
                    </a:lnTo>
                    <a:lnTo>
                      <a:pt x="2019" y="627"/>
                    </a:lnTo>
                    <a:lnTo>
                      <a:pt x="2020" y="627"/>
                    </a:lnTo>
                    <a:lnTo>
                      <a:pt x="2022" y="627"/>
                    </a:lnTo>
                    <a:lnTo>
                      <a:pt x="2022" y="627"/>
                    </a:lnTo>
                    <a:lnTo>
                      <a:pt x="2024" y="627"/>
                    </a:lnTo>
                    <a:lnTo>
                      <a:pt x="2024" y="627"/>
                    </a:lnTo>
                    <a:lnTo>
                      <a:pt x="2025" y="627"/>
                    </a:lnTo>
                    <a:lnTo>
                      <a:pt x="2026" y="627"/>
                    </a:lnTo>
                    <a:lnTo>
                      <a:pt x="2028" y="627"/>
                    </a:lnTo>
                    <a:lnTo>
                      <a:pt x="2028" y="627"/>
                    </a:lnTo>
                    <a:lnTo>
                      <a:pt x="2029" y="627"/>
                    </a:lnTo>
                    <a:lnTo>
                      <a:pt x="2030" y="627"/>
                    </a:lnTo>
                    <a:lnTo>
                      <a:pt x="2030" y="627"/>
                    </a:lnTo>
                    <a:lnTo>
                      <a:pt x="2030" y="627"/>
                    </a:lnTo>
                    <a:lnTo>
                      <a:pt x="2031" y="627"/>
                    </a:lnTo>
                    <a:lnTo>
                      <a:pt x="2032" y="627"/>
                    </a:lnTo>
                    <a:lnTo>
                      <a:pt x="2034" y="627"/>
                    </a:lnTo>
                    <a:lnTo>
                      <a:pt x="2034" y="627"/>
                    </a:lnTo>
                    <a:lnTo>
                      <a:pt x="2036" y="627"/>
                    </a:lnTo>
                    <a:lnTo>
                      <a:pt x="2036" y="627"/>
                    </a:lnTo>
                    <a:lnTo>
                      <a:pt x="2037" y="627"/>
                    </a:lnTo>
                    <a:lnTo>
                      <a:pt x="2038" y="627"/>
                    </a:lnTo>
                    <a:lnTo>
                      <a:pt x="2039" y="627"/>
                    </a:lnTo>
                    <a:lnTo>
                      <a:pt x="2040" y="627"/>
                    </a:lnTo>
                    <a:lnTo>
                      <a:pt x="2040" y="627"/>
                    </a:lnTo>
                    <a:lnTo>
                      <a:pt x="2042" y="627"/>
                    </a:lnTo>
                    <a:lnTo>
                      <a:pt x="2042" y="627"/>
                    </a:lnTo>
                    <a:lnTo>
                      <a:pt x="2042" y="627"/>
                    </a:lnTo>
                    <a:lnTo>
                      <a:pt x="2044" y="636"/>
                    </a:lnTo>
                    <a:lnTo>
                      <a:pt x="2044" y="636"/>
                    </a:lnTo>
                    <a:lnTo>
                      <a:pt x="2044" y="636"/>
                    </a:lnTo>
                    <a:lnTo>
                      <a:pt x="2044" y="636"/>
                    </a:lnTo>
                    <a:lnTo>
                      <a:pt x="2046" y="641"/>
                    </a:lnTo>
                    <a:lnTo>
                      <a:pt x="2046" y="641"/>
                    </a:lnTo>
                    <a:lnTo>
                      <a:pt x="2046" y="642"/>
                    </a:lnTo>
                    <a:lnTo>
                      <a:pt x="2048" y="642"/>
                    </a:lnTo>
                    <a:lnTo>
                      <a:pt x="2048" y="642"/>
                    </a:lnTo>
                    <a:lnTo>
                      <a:pt x="2049" y="642"/>
                    </a:lnTo>
                    <a:lnTo>
                      <a:pt x="2050" y="642"/>
                    </a:lnTo>
                    <a:lnTo>
                      <a:pt x="2050" y="642"/>
                    </a:lnTo>
                    <a:lnTo>
                      <a:pt x="2051" y="642"/>
                    </a:lnTo>
                    <a:lnTo>
                      <a:pt x="2052" y="642"/>
                    </a:lnTo>
                    <a:lnTo>
                      <a:pt x="2052" y="642"/>
                    </a:lnTo>
                    <a:lnTo>
                      <a:pt x="2052" y="642"/>
                    </a:lnTo>
                    <a:lnTo>
                      <a:pt x="2053" y="642"/>
                    </a:lnTo>
                    <a:lnTo>
                      <a:pt x="2054" y="642"/>
                    </a:lnTo>
                    <a:lnTo>
                      <a:pt x="2054" y="642"/>
                    </a:lnTo>
                    <a:lnTo>
                      <a:pt x="2054" y="642"/>
                    </a:lnTo>
                    <a:lnTo>
                      <a:pt x="2056" y="642"/>
                    </a:lnTo>
                    <a:lnTo>
                      <a:pt x="2056" y="642"/>
                    </a:lnTo>
                    <a:lnTo>
                      <a:pt x="2056" y="642"/>
                    </a:lnTo>
                    <a:lnTo>
                      <a:pt x="2058" y="642"/>
                    </a:lnTo>
                    <a:lnTo>
                      <a:pt x="2058" y="642"/>
                    </a:lnTo>
                    <a:lnTo>
                      <a:pt x="2060" y="642"/>
                    </a:lnTo>
                    <a:lnTo>
                      <a:pt x="2060" y="642"/>
                    </a:lnTo>
                    <a:lnTo>
                      <a:pt x="2062" y="643"/>
                    </a:lnTo>
                    <a:lnTo>
                      <a:pt x="2062" y="643"/>
                    </a:lnTo>
                    <a:lnTo>
                      <a:pt x="2064" y="643"/>
                    </a:lnTo>
                    <a:lnTo>
                      <a:pt x="2064" y="643"/>
                    </a:lnTo>
                    <a:lnTo>
                      <a:pt x="2066" y="644"/>
                    </a:lnTo>
                    <a:lnTo>
                      <a:pt x="2066" y="644"/>
                    </a:lnTo>
                    <a:lnTo>
                      <a:pt x="2068" y="644"/>
                    </a:lnTo>
                    <a:lnTo>
                      <a:pt x="2068" y="644"/>
                    </a:lnTo>
                    <a:lnTo>
                      <a:pt x="2070" y="644"/>
                    </a:lnTo>
                    <a:lnTo>
                      <a:pt x="2070" y="644"/>
                    </a:lnTo>
                    <a:lnTo>
                      <a:pt x="2072" y="644"/>
                    </a:lnTo>
                    <a:lnTo>
                      <a:pt x="2072" y="644"/>
                    </a:lnTo>
                    <a:lnTo>
                      <a:pt x="2074" y="645"/>
                    </a:lnTo>
                    <a:lnTo>
                      <a:pt x="2074" y="645"/>
                    </a:lnTo>
                    <a:lnTo>
                      <a:pt x="2076" y="645"/>
                    </a:lnTo>
                    <a:lnTo>
                      <a:pt x="2076" y="645"/>
                    </a:lnTo>
                    <a:lnTo>
                      <a:pt x="2078" y="646"/>
                    </a:lnTo>
                    <a:lnTo>
                      <a:pt x="2078" y="646"/>
                    </a:lnTo>
                    <a:lnTo>
                      <a:pt x="2080" y="647"/>
                    </a:lnTo>
                    <a:lnTo>
                      <a:pt x="2080" y="647"/>
                    </a:lnTo>
                    <a:lnTo>
                      <a:pt x="2082" y="648"/>
                    </a:lnTo>
                    <a:lnTo>
                      <a:pt x="2082" y="648"/>
                    </a:lnTo>
                    <a:lnTo>
                      <a:pt x="2084" y="649"/>
                    </a:lnTo>
                    <a:lnTo>
                      <a:pt x="2084" y="649"/>
                    </a:lnTo>
                    <a:lnTo>
                      <a:pt x="2086" y="650"/>
                    </a:lnTo>
                    <a:lnTo>
                      <a:pt x="2086" y="650"/>
                    </a:lnTo>
                    <a:lnTo>
                      <a:pt x="2088" y="651"/>
                    </a:lnTo>
                    <a:lnTo>
                      <a:pt x="2088" y="651"/>
                    </a:lnTo>
                    <a:lnTo>
                      <a:pt x="2090" y="651"/>
                    </a:lnTo>
                    <a:lnTo>
                      <a:pt x="2090" y="651"/>
                    </a:lnTo>
                    <a:lnTo>
                      <a:pt x="2092" y="652"/>
                    </a:lnTo>
                    <a:lnTo>
                      <a:pt x="2092" y="652"/>
                    </a:lnTo>
                    <a:lnTo>
                      <a:pt x="2094" y="653"/>
                    </a:lnTo>
                    <a:lnTo>
                      <a:pt x="2094" y="653"/>
                    </a:lnTo>
                    <a:lnTo>
                      <a:pt x="2096" y="654"/>
                    </a:lnTo>
                    <a:lnTo>
                      <a:pt x="2096" y="654"/>
                    </a:lnTo>
                    <a:lnTo>
                      <a:pt x="2098" y="655"/>
                    </a:lnTo>
                    <a:lnTo>
                      <a:pt x="2098" y="655"/>
                    </a:lnTo>
                    <a:lnTo>
                      <a:pt x="2100" y="655"/>
                    </a:lnTo>
                    <a:lnTo>
                      <a:pt x="2100" y="655"/>
                    </a:lnTo>
                    <a:lnTo>
                      <a:pt x="2102" y="656"/>
                    </a:lnTo>
                    <a:lnTo>
                      <a:pt x="2102" y="656"/>
                    </a:lnTo>
                    <a:lnTo>
                      <a:pt x="2104" y="657"/>
                    </a:lnTo>
                    <a:lnTo>
                      <a:pt x="2104" y="657"/>
                    </a:lnTo>
                    <a:lnTo>
                      <a:pt x="2106" y="658"/>
                    </a:lnTo>
                    <a:lnTo>
                      <a:pt x="2106" y="658"/>
                    </a:lnTo>
                    <a:lnTo>
                      <a:pt x="2108" y="659"/>
                    </a:lnTo>
                    <a:lnTo>
                      <a:pt x="2108" y="659"/>
                    </a:lnTo>
                    <a:lnTo>
                      <a:pt x="2110" y="659"/>
                    </a:lnTo>
                    <a:lnTo>
                      <a:pt x="2110" y="659"/>
                    </a:lnTo>
                    <a:lnTo>
                      <a:pt x="2112" y="660"/>
                    </a:lnTo>
                    <a:lnTo>
                      <a:pt x="2112" y="660"/>
                    </a:lnTo>
                    <a:lnTo>
                      <a:pt x="2114" y="661"/>
                    </a:lnTo>
                    <a:lnTo>
                      <a:pt x="2114" y="661"/>
                    </a:lnTo>
                    <a:lnTo>
                      <a:pt x="2116" y="662"/>
                    </a:lnTo>
                    <a:lnTo>
                      <a:pt x="2116" y="662"/>
                    </a:lnTo>
                    <a:lnTo>
                      <a:pt x="2118" y="662"/>
                    </a:lnTo>
                    <a:lnTo>
                      <a:pt x="2118" y="662"/>
                    </a:lnTo>
                    <a:lnTo>
                      <a:pt x="2120" y="663"/>
                    </a:lnTo>
                    <a:lnTo>
                      <a:pt x="2120" y="663"/>
                    </a:lnTo>
                    <a:lnTo>
                      <a:pt x="2122" y="664"/>
                    </a:lnTo>
                    <a:lnTo>
                      <a:pt x="2122" y="664"/>
                    </a:lnTo>
                    <a:lnTo>
                      <a:pt x="2124" y="665"/>
                    </a:lnTo>
                    <a:lnTo>
                      <a:pt x="2124" y="665"/>
                    </a:lnTo>
                    <a:lnTo>
                      <a:pt x="2126" y="665"/>
                    </a:lnTo>
                    <a:lnTo>
                      <a:pt x="2126" y="665"/>
                    </a:lnTo>
                    <a:lnTo>
                      <a:pt x="2128" y="666"/>
                    </a:lnTo>
                    <a:lnTo>
                      <a:pt x="2128" y="666"/>
                    </a:lnTo>
                    <a:lnTo>
                      <a:pt x="2130" y="667"/>
                    </a:lnTo>
                    <a:lnTo>
                      <a:pt x="2130" y="667"/>
                    </a:lnTo>
                    <a:lnTo>
                      <a:pt x="2132" y="668"/>
                    </a:lnTo>
                    <a:lnTo>
                      <a:pt x="2132" y="668"/>
                    </a:lnTo>
                    <a:lnTo>
                      <a:pt x="2134" y="668"/>
                    </a:lnTo>
                    <a:lnTo>
                      <a:pt x="2134" y="668"/>
                    </a:lnTo>
                    <a:lnTo>
                      <a:pt x="2136" y="669"/>
                    </a:lnTo>
                    <a:lnTo>
                      <a:pt x="2136" y="669"/>
                    </a:lnTo>
                    <a:lnTo>
                      <a:pt x="2138" y="670"/>
                    </a:lnTo>
                    <a:lnTo>
                      <a:pt x="2138" y="670"/>
                    </a:lnTo>
                    <a:lnTo>
                      <a:pt x="2140" y="671"/>
                    </a:lnTo>
                    <a:lnTo>
                      <a:pt x="2140" y="671"/>
                    </a:lnTo>
                    <a:lnTo>
                      <a:pt x="2142" y="671"/>
                    </a:lnTo>
                    <a:lnTo>
                      <a:pt x="2142" y="671"/>
                    </a:lnTo>
                    <a:lnTo>
                      <a:pt x="2144" y="672"/>
                    </a:lnTo>
                    <a:lnTo>
                      <a:pt x="2144" y="672"/>
                    </a:lnTo>
                    <a:lnTo>
                      <a:pt x="2146" y="673"/>
                    </a:lnTo>
                    <a:lnTo>
                      <a:pt x="2146" y="673"/>
                    </a:lnTo>
                    <a:lnTo>
                      <a:pt x="2148" y="674"/>
                    </a:lnTo>
                    <a:lnTo>
                      <a:pt x="2148" y="674"/>
                    </a:lnTo>
                    <a:lnTo>
                      <a:pt x="2150" y="674"/>
                    </a:lnTo>
                    <a:lnTo>
                      <a:pt x="2150" y="674"/>
                    </a:lnTo>
                    <a:lnTo>
                      <a:pt x="2152" y="675"/>
                    </a:lnTo>
                    <a:lnTo>
                      <a:pt x="2152" y="675"/>
                    </a:lnTo>
                    <a:lnTo>
                      <a:pt x="2152" y="675"/>
                    </a:lnTo>
                    <a:lnTo>
                      <a:pt x="2152" y="675"/>
                    </a:lnTo>
                    <a:lnTo>
                      <a:pt x="2154" y="675"/>
                    </a:lnTo>
                    <a:lnTo>
                      <a:pt x="2154" y="675"/>
                    </a:lnTo>
                    <a:lnTo>
                      <a:pt x="2154" y="675"/>
                    </a:lnTo>
                    <a:lnTo>
                      <a:pt x="2156" y="675"/>
                    </a:lnTo>
                    <a:lnTo>
                      <a:pt x="2156" y="675"/>
                    </a:lnTo>
                    <a:lnTo>
                      <a:pt x="2158" y="675"/>
                    </a:lnTo>
                    <a:lnTo>
                      <a:pt x="2158" y="675"/>
                    </a:lnTo>
                    <a:lnTo>
                      <a:pt x="2160" y="675"/>
                    </a:lnTo>
                    <a:lnTo>
                      <a:pt x="2160" y="675"/>
                    </a:lnTo>
                    <a:lnTo>
                      <a:pt x="2160" y="675"/>
                    </a:lnTo>
                    <a:lnTo>
                      <a:pt x="2162" y="675"/>
                    </a:lnTo>
                    <a:lnTo>
                      <a:pt x="2162" y="675"/>
                    </a:lnTo>
                    <a:lnTo>
                      <a:pt x="2163" y="675"/>
                    </a:lnTo>
                    <a:lnTo>
                      <a:pt x="2164" y="675"/>
                    </a:lnTo>
                    <a:lnTo>
                      <a:pt x="2164" y="675"/>
                    </a:lnTo>
                    <a:lnTo>
                      <a:pt x="2166" y="675"/>
                    </a:lnTo>
                    <a:lnTo>
                      <a:pt x="2166" y="675"/>
                    </a:lnTo>
                    <a:lnTo>
                      <a:pt x="2168" y="675"/>
                    </a:lnTo>
                    <a:lnTo>
                      <a:pt x="2168" y="675"/>
                    </a:lnTo>
                    <a:lnTo>
                      <a:pt x="2170" y="672"/>
                    </a:lnTo>
                    <a:lnTo>
                      <a:pt x="2170" y="672"/>
                    </a:lnTo>
                    <a:lnTo>
                      <a:pt x="2172" y="664"/>
                    </a:lnTo>
                    <a:lnTo>
                      <a:pt x="2172" y="664"/>
                    </a:lnTo>
                    <a:lnTo>
                      <a:pt x="2174" y="657"/>
                    </a:lnTo>
                    <a:lnTo>
                      <a:pt x="2174" y="657"/>
                    </a:lnTo>
                    <a:lnTo>
                      <a:pt x="2176" y="656"/>
                    </a:lnTo>
                    <a:lnTo>
                      <a:pt x="2176" y="656"/>
                    </a:lnTo>
                    <a:lnTo>
                      <a:pt x="2178" y="656"/>
                    </a:lnTo>
                    <a:lnTo>
                      <a:pt x="2178" y="656"/>
                    </a:lnTo>
                    <a:lnTo>
                      <a:pt x="2180" y="656"/>
                    </a:lnTo>
                    <a:lnTo>
                      <a:pt x="2180" y="656"/>
                    </a:lnTo>
                    <a:lnTo>
                      <a:pt x="2182" y="656"/>
                    </a:lnTo>
                    <a:lnTo>
                      <a:pt x="2182" y="656"/>
                    </a:lnTo>
                    <a:lnTo>
                      <a:pt x="2184" y="656"/>
                    </a:lnTo>
                    <a:lnTo>
                      <a:pt x="2184" y="656"/>
                    </a:lnTo>
                    <a:lnTo>
                      <a:pt x="2186" y="656"/>
                    </a:lnTo>
                    <a:lnTo>
                      <a:pt x="2186" y="656"/>
                    </a:lnTo>
                    <a:lnTo>
                      <a:pt x="2188" y="655"/>
                    </a:lnTo>
                    <a:lnTo>
                      <a:pt x="2188" y="655"/>
                    </a:lnTo>
                    <a:lnTo>
                      <a:pt x="2189" y="655"/>
                    </a:lnTo>
                    <a:lnTo>
                      <a:pt x="2190" y="655"/>
                    </a:lnTo>
                    <a:lnTo>
                      <a:pt x="2190" y="655"/>
                    </a:lnTo>
                    <a:lnTo>
                      <a:pt x="2190" y="655"/>
                    </a:lnTo>
                    <a:lnTo>
                      <a:pt x="2192" y="655"/>
                    </a:lnTo>
                    <a:lnTo>
                      <a:pt x="2192" y="655"/>
                    </a:lnTo>
                    <a:lnTo>
                      <a:pt x="2194" y="656"/>
                    </a:lnTo>
                    <a:lnTo>
                      <a:pt x="2194" y="656"/>
                    </a:lnTo>
                    <a:lnTo>
                      <a:pt x="2196" y="656"/>
                    </a:lnTo>
                    <a:lnTo>
                      <a:pt x="2196" y="656"/>
                    </a:lnTo>
                    <a:lnTo>
                      <a:pt x="2198" y="656"/>
                    </a:lnTo>
                    <a:lnTo>
                      <a:pt x="2198" y="656"/>
                    </a:lnTo>
                    <a:lnTo>
                      <a:pt x="2200" y="656"/>
                    </a:lnTo>
                    <a:lnTo>
                      <a:pt x="2200" y="656"/>
                    </a:lnTo>
                    <a:lnTo>
                      <a:pt x="2202" y="656"/>
                    </a:lnTo>
                    <a:lnTo>
                      <a:pt x="2202" y="656"/>
                    </a:lnTo>
                    <a:lnTo>
                      <a:pt x="2204" y="656"/>
                    </a:lnTo>
                    <a:lnTo>
                      <a:pt x="2204" y="656"/>
                    </a:lnTo>
                    <a:lnTo>
                      <a:pt x="2206" y="656"/>
                    </a:lnTo>
                    <a:lnTo>
                      <a:pt x="2206" y="656"/>
                    </a:lnTo>
                    <a:lnTo>
                      <a:pt x="2208" y="656"/>
                    </a:lnTo>
                    <a:lnTo>
                      <a:pt x="2208" y="656"/>
                    </a:lnTo>
                    <a:lnTo>
                      <a:pt x="2210" y="656"/>
                    </a:lnTo>
                    <a:lnTo>
                      <a:pt x="2210" y="656"/>
                    </a:lnTo>
                    <a:lnTo>
                      <a:pt x="2212" y="656"/>
                    </a:lnTo>
                    <a:lnTo>
                      <a:pt x="2212" y="656"/>
                    </a:lnTo>
                    <a:lnTo>
                      <a:pt x="2214" y="656"/>
                    </a:lnTo>
                    <a:lnTo>
                      <a:pt x="2214" y="656"/>
                    </a:lnTo>
                    <a:lnTo>
                      <a:pt x="2216" y="656"/>
                    </a:lnTo>
                    <a:lnTo>
                      <a:pt x="2216" y="656"/>
                    </a:lnTo>
                    <a:lnTo>
                      <a:pt x="2218" y="657"/>
                    </a:lnTo>
                    <a:lnTo>
                      <a:pt x="2218" y="657"/>
                    </a:lnTo>
                    <a:lnTo>
                      <a:pt x="2220" y="657"/>
                    </a:lnTo>
                    <a:lnTo>
                      <a:pt x="2220" y="657"/>
                    </a:lnTo>
                    <a:lnTo>
                      <a:pt x="2222" y="657"/>
                    </a:lnTo>
                    <a:lnTo>
                      <a:pt x="2222" y="657"/>
                    </a:lnTo>
                    <a:lnTo>
                      <a:pt x="2224" y="657"/>
                    </a:lnTo>
                    <a:lnTo>
                      <a:pt x="2224" y="657"/>
                    </a:lnTo>
                    <a:lnTo>
                      <a:pt x="2226" y="657"/>
                    </a:lnTo>
                    <a:lnTo>
                      <a:pt x="2226" y="657"/>
                    </a:lnTo>
                    <a:lnTo>
                      <a:pt x="2228" y="657"/>
                    </a:lnTo>
                    <a:lnTo>
                      <a:pt x="2228" y="657"/>
                    </a:lnTo>
                    <a:lnTo>
                      <a:pt x="2230" y="657"/>
                    </a:lnTo>
                    <a:lnTo>
                      <a:pt x="2230" y="657"/>
                    </a:lnTo>
                    <a:lnTo>
                      <a:pt x="2232" y="658"/>
                    </a:lnTo>
                    <a:lnTo>
                      <a:pt x="2232" y="658"/>
                    </a:lnTo>
                    <a:lnTo>
                      <a:pt x="2234" y="658"/>
                    </a:lnTo>
                    <a:lnTo>
                      <a:pt x="2234" y="658"/>
                    </a:lnTo>
                    <a:lnTo>
                      <a:pt x="2236" y="658"/>
                    </a:lnTo>
                    <a:lnTo>
                      <a:pt x="2236" y="658"/>
                    </a:lnTo>
                    <a:lnTo>
                      <a:pt x="2238" y="658"/>
                    </a:lnTo>
                    <a:lnTo>
                      <a:pt x="2238" y="658"/>
                    </a:lnTo>
                    <a:lnTo>
                      <a:pt x="2240" y="658"/>
                    </a:lnTo>
                    <a:lnTo>
                      <a:pt x="2240" y="658"/>
                    </a:lnTo>
                    <a:lnTo>
                      <a:pt x="2240" y="658"/>
                    </a:lnTo>
                    <a:lnTo>
                      <a:pt x="2242" y="657"/>
                    </a:lnTo>
                    <a:lnTo>
                      <a:pt x="2242" y="657"/>
                    </a:lnTo>
                    <a:lnTo>
                      <a:pt x="2242" y="657"/>
                    </a:lnTo>
                    <a:lnTo>
                      <a:pt x="2242" y="657"/>
                    </a:lnTo>
                    <a:lnTo>
                      <a:pt x="2244" y="656"/>
                    </a:lnTo>
                    <a:lnTo>
                      <a:pt x="2244" y="656"/>
                    </a:lnTo>
                    <a:lnTo>
                      <a:pt x="2246" y="656"/>
                    </a:lnTo>
                    <a:lnTo>
                      <a:pt x="2246" y="658"/>
                    </a:lnTo>
                    <a:lnTo>
                      <a:pt x="2246" y="658"/>
                    </a:lnTo>
                    <a:lnTo>
                      <a:pt x="2246" y="658"/>
                    </a:lnTo>
                    <a:lnTo>
                      <a:pt x="2248" y="667"/>
                    </a:lnTo>
                    <a:lnTo>
                      <a:pt x="2248" y="666"/>
                    </a:lnTo>
                    <a:lnTo>
                      <a:pt x="2248" y="666"/>
                    </a:lnTo>
                    <a:lnTo>
                      <a:pt x="2249" y="666"/>
                    </a:lnTo>
                    <a:lnTo>
                      <a:pt x="2250" y="671"/>
                    </a:lnTo>
                    <a:lnTo>
                      <a:pt x="2250" y="671"/>
                    </a:lnTo>
                    <a:lnTo>
                      <a:pt x="2250" y="671"/>
                    </a:lnTo>
                    <a:lnTo>
                      <a:pt x="2251" y="673"/>
                    </a:lnTo>
                    <a:lnTo>
                      <a:pt x="2252" y="672"/>
                    </a:lnTo>
                    <a:lnTo>
                      <a:pt x="2252" y="672"/>
                    </a:lnTo>
                    <a:lnTo>
                      <a:pt x="2254" y="671"/>
                    </a:lnTo>
                    <a:lnTo>
                      <a:pt x="2254" y="671"/>
                    </a:lnTo>
                    <a:lnTo>
                      <a:pt x="2256" y="671"/>
                    </a:lnTo>
                    <a:lnTo>
                      <a:pt x="2256" y="670"/>
                    </a:lnTo>
                    <a:lnTo>
                      <a:pt x="2258" y="670"/>
                    </a:lnTo>
                    <a:lnTo>
                      <a:pt x="2258" y="670"/>
                    </a:lnTo>
                    <a:lnTo>
                      <a:pt x="2260" y="669"/>
                    </a:lnTo>
                    <a:lnTo>
                      <a:pt x="2260" y="669"/>
                    </a:lnTo>
                    <a:lnTo>
                      <a:pt x="2262" y="668"/>
                    </a:lnTo>
                    <a:lnTo>
                      <a:pt x="2262" y="668"/>
                    </a:lnTo>
                    <a:lnTo>
                      <a:pt x="2264" y="668"/>
                    </a:lnTo>
                    <a:lnTo>
                      <a:pt x="2264" y="668"/>
                    </a:lnTo>
                    <a:lnTo>
                      <a:pt x="2266" y="667"/>
                    </a:lnTo>
                    <a:lnTo>
                      <a:pt x="2266" y="667"/>
                    </a:lnTo>
                    <a:lnTo>
                      <a:pt x="2268" y="666"/>
                    </a:lnTo>
                    <a:lnTo>
                      <a:pt x="2268" y="666"/>
                    </a:lnTo>
                    <a:lnTo>
                      <a:pt x="2270" y="665"/>
                    </a:lnTo>
                    <a:lnTo>
                      <a:pt x="2270" y="665"/>
                    </a:lnTo>
                    <a:lnTo>
                      <a:pt x="2272" y="665"/>
                    </a:lnTo>
                    <a:lnTo>
                      <a:pt x="2272" y="665"/>
                    </a:lnTo>
                    <a:lnTo>
                      <a:pt x="2274" y="664"/>
                    </a:lnTo>
                    <a:lnTo>
                      <a:pt x="2274" y="664"/>
                    </a:lnTo>
                    <a:lnTo>
                      <a:pt x="2276" y="663"/>
                    </a:lnTo>
                    <a:lnTo>
                      <a:pt x="2276" y="663"/>
                    </a:lnTo>
                    <a:lnTo>
                      <a:pt x="2278" y="662"/>
                    </a:lnTo>
                    <a:lnTo>
                      <a:pt x="2278" y="662"/>
                    </a:lnTo>
                    <a:lnTo>
                      <a:pt x="2280" y="661"/>
                    </a:lnTo>
                    <a:lnTo>
                      <a:pt x="2280" y="661"/>
                    </a:lnTo>
                    <a:lnTo>
                      <a:pt x="2282" y="660"/>
                    </a:lnTo>
                    <a:lnTo>
                      <a:pt x="2282" y="660"/>
                    </a:lnTo>
                    <a:lnTo>
                      <a:pt x="2284" y="659"/>
                    </a:lnTo>
                    <a:lnTo>
                      <a:pt x="2284" y="659"/>
                    </a:lnTo>
                    <a:lnTo>
                      <a:pt x="2286" y="659"/>
                    </a:lnTo>
                    <a:lnTo>
                      <a:pt x="2286" y="659"/>
                    </a:lnTo>
                    <a:lnTo>
                      <a:pt x="2288" y="658"/>
                    </a:lnTo>
                    <a:lnTo>
                      <a:pt x="2288" y="658"/>
                    </a:lnTo>
                    <a:lnTo>
                      <a:pt x="2290" y="657"/>
                    </a:lnTo>
                    <a:lnTo>
                      <a:pt x="2290" y="657"/>
                    </a:lnTo>
                    <a:lnTo>
                      <a:pt x="2292" y="656"/>
                    </a:lnTo>
                    <a:lnTo>
                      <a:pt x="2292" y="656"/>
                    </a:lnTo>
                    <a:lnTo>
                      <a:pt x="2294" y="655"/>
                    </a:lnTo>
                    <a:lnTo>
                      <a:pt x="2294" y="655"/>
                    </a:lnTo>
                    <a:lnTo>
                      <a:pt x="2296" y="655"/>
                    </a:lnTo>
                    <a:lnTo>
                      <a:pt x="2296" y="655"/>
                    </a:lnTo>
                    <a:lnTo>
                      <a:pt x="2298" y="653"/>
                    </a:lnTo>
                    <a:lnTo>
                      <a:pt x="2298" y="653"/>
                    </a:lnTo>
                    <a:lnTo>
                      <a:pt x="2300" y="653"/>
                    </a:lnTo>
                    <a:lnTo>
                      <a:pt x="2300" y="653"/>
                    </a:lnTo>
                    <a:lnTo>
                      <a:pt x="2302" y="652"/>
                    </a:lnTo>
                    <a:lnTo>
                      <a:pt x="2302" y="652"/>
                    </a:lnTo>
                    <a:lnTo>
                      <a:pt x="2304" y="651"/>
                    </a:lnTo>
                    <a:lnTo>
                      <a:pt x="2304" y="651"/>
                    </a:lnTo>
                    <a:lnTo>
                      <a:pt x="2306" y="650"/>
                    </a:lnTo>
                    <a:lnTo>
                      <a:pt x="2306" y="650"/>
                    </a:lnTo>
                    <a:lnTo>
                      <a:pt x="2308" y="649"/>
                    </a:lnTo>
                    <a:lnTo>
                      <a:pt x="2308" y="649"/>
                    </a:lnTo>
                    <a:lnTo>
                      <a:pt x="2310" y="648"/>
                    </a:lnTo>
                    <a:lnTo>
                      <a:pt x="2310" y="648"/>
                    </a:lnTo>
                    <a:lnTo>
                      <a:pt x="2312" y="648"/>
                    </a:lnTo>
                    <a:lnTo>
                      <a:pt x="2312" y="648"/>
                    </a:lnTo>
                    <a:lnTo>
                      <a:pt x="2314" y="647"/>
                    </a:lnTo>
                    <a:lnTo>
                      <a:pt x="2314" y="647"/>
                    </a:lnTo>
                    <a:lnTo>
                      <a:pt x="2316" y="646"/>
                    </a:lnTo>
                    <a:lnTo>
                      <a:pt x="2316" y="646"/>
                    </a:lnTo>
                    <a:lnTo>
                      <a:pt x="2317" y="646"/>
                    </a:lnTo>
                    <a:lnTo>
                      <a:pt x="2318" y="646"/>
                    </a:lnTo>
                    <a:lnTo>
                      <a:pt x="2318" y="646"/>
                    </a:lnTo>
                    <a:lnTo>
                      <a:pt x="2318" y="646"/>
                    </a:lnTo>
                    <a:lnTo>
                      <a:pt x="2319" y="646"/>
                    </a:lnTo>
                    <a:lnTo>
                      <a:pt x="2320" y="646"/>
                    </a:lnTo>
                    <a:lnTo>
                      <a:pt x="2320" y="646"/>
                    </a:lnTo>
                    <a:lnTo>
                      <a:pt x="2322" y="646"/>
                    </a:lnTo>
                    <a:lnTo>
                      <a:pt x="2322" y="646"/>
                    </a:lnTo>
                    <a:lnTo>
                      <a:pt x="2324" y="646"/>
                    </a:lnTo>
                    <a:lnTo>
                      <a:pt x="2324" y="646"/>
                    </a:lnTo>
                    <a:lnTo>
                      <a:pt x="2326" y="646"/>
                    </a:lnTo>
                    <a:lnTo>
                      <a:pt x="2326" y="646"/>
                    </a:lnTo>
                    <a:lnTo>
                      <a:pt x="2328" y="646"/>
                    </a:lnTo>
                    <a:lnTo>
                      <a:pt x="2328" y="646"/>
                    </a:lnTo>
                    <a:lnTo>
                      <a:pt x="2330" y="646"/>
                    </a:lnTo>
                    <a:lnTo>
                      <a:pt x="2330" y="646"/>
                    </a:lnTo>
                    <a:lnTo>
                      <a:pt x="2332" y="647"/>
                    </a:lnTo>
                    <a:lnTo>
                      <a:pt x="2332" y="647"/>
                    </a:lnTo>
                    <a:lnTo>
                      <a:pt x="2334" y="647"/>
                    </a:lnTo>
                    <a:lnTo>
                      <a:pt x="2334" y="647"/>
                    </a:lnTo>
                    <a:lnTo>
                      <a:pt x="2336" y="647"/>
                    </a:lnTo>
                    <a:lnTo>
                      <a:pt x="2336" y="647"/>
                    </a:lnTo>
                    <a:lnTo>
                      <a:pt x="2338" y="647"/>
                    </a:lnTo>
                    <a:lnTo>
                      <a:pt x="2338" y="647"/>
                    </a:lnTo>
                    <a:lnTo>
                      <a:pt x="2340" y="647"/>
                    </a:lnTo>
                    <a:lnTo>
                      <a:pt x="2340" y="647"/>
                    </a:lnTo>
                    <a:lnTo>
                      <a:pt x="2342" y="647"/>
                    </a:lnTo>
                    <a:lnTo>
                      <a:pt x="2342" y="647"/>
                    </a:lnTo>
                    <a:lnTo>
                      <a:pt x="2344" y="647"/>
                    </a:lnTo>
                    <a:lnTo>
                      <a:pt x="2344" y="647"/>
                    </a:lnTo>
                    <a:lnTo>
                      <a:pt x="2344" y="647"/>
                    </a:lnTo>
                    <a:lnTo>
                      <a:pt x="2346" y="647"/>
                    </a:lnTo>
                    <a:lnTo>
                      <a:pt x="2346" y="647"/>
                    </a:lnTo>
                    <a:lnTo>
                      <a:pt x="2348" y="647"/>
                    </a:lnTo>
                    <a:lnTo>
                      <a:pt x="2348" y="647"/>
                    </a:lnTo>
                    <a:lnTo>
                      <a:pt x="2350" y="647"/>
                    </a:lnTo>
                    <a:lnTo>
                      <a:pt x="2350" y="647"/>
                    </a:lnTo>
                    <a:lnTo>
                      <a:pt x="2352" y="647"/>
                    </a:lnTo>
                    <a:lnTo>
                      <a:pt x="2352" y="647"/>
                    </a:lnTo>
                    <a:lnTo>
                      <a:pt x="2354" y="647"/>
                    </a:lnTo>
                    <a:lnTo>
                      <a:pt x="2354" y="647"/>
                    </a:lnTo>
                    <a:lnTo>
                      <a:pt x="2356" y="648"/>
                    </a:lnTo>
                    <a:lnTo>
                      <a:pt x="2356" y="648"/>
                    </a:lnTo>
                    <a:lnTo>
                      <a:pt x="2358" y="649"/>
                    </a:lnTo>
                    <a:lnTo>
                      <a:pt x="2358" y="649"/>
                    </a:lnTo>
                    <a:lnTo>
                      <a:pt x="2360" y="650"/>
                    </a:lnTo>
                    <a:lnTo>
                      <a:pt x="2360" y="650"/>
                    </a:lnTo>
                    <a:lnTo>
                      <a:pt x="2362" y="651"/>
                    </a:lnTo>
                    <a:lnTo>
                      <a:pt x="2362" y="651"/>
                    </a:lnTo>
                    <a:lnTo>
                      <a:pt x="2364" y="652"/>
                    </a:lnTo>
                    <a:lnTo>
                      <a:pt x="2364" y="652"/>
                    </a:lnTo>
                    <a:lnTo>
                      <a:pt x="2366" y="653"/>
                    </a:lnTo>
                    <a:lnTo>
                      <a:pt x="2366" y="653"/>
                    </a:lnTo>
                    <a:lnTo>
                      <a:pt x="2368" y="654"/>
                    </a:lnTo>
                    <a:lnTo>
                      <a:pt x="2368" y="654"/>
                    </a:lnTo>
                    <a:lnTo>
                      <a:pt x="2370" y="655"/>
                    </a:lnTo>
                    <a:lnTo>
                      <a:pt x="2370" y="655"/>
                    </a:lnTo>
                    <a:lnTo>
                      <a:pt x="2372" y="655"/>
                    </a:lnTo>
                    <a:lnTo>
                      <a:pt x="2372" y="655"/>
                    </a:lnTo>
                    <a:lnTo>
                      <a:pt x="2374" y="656"/>
                    </a:lnTo>
                    <a:lnTo>
                      <a:pt x="2374" y="656"/>
                    </a:lnTo>
                    <a:lnTo>
                      <a:pt x="2376" y="657"/>
                    </a:lnTo>
                    <a:lnTo>
                      <a:pt x="2376" y="657"/>
                    </a:lnTo>
                    <a:lnTo>
                      <a:pt x="2378" y="658"/>
                    </a:lnTo>
                    <a:lnTo>
                      <a:pt x="2378" y="658"/>
                    </a:lnTo>
                    <a:lnTo>
                      <a:pt x="2380" y="659"/>
                    </a:lnTo>
                    <a:lnTo>
                      <a:pt x="2380" y="659"/>
                    </a:lnTo>
                    <a:lnTo>
                      <a:pt x="2382" y="660"/>
                    </a:lnTo>
                    <a:lnTo>
                      <a:pt x="2382" y="660"/>
                    </a:lnTo>
                    <a:lnTo>
                      <a:pt x="2384" y="661"/>
                    </a:lnTo>
                    <a:lnTo>
                      <a:pt x="2384" y="661"/>
                    </a:lnTo>
                    <a:lnTo>
                      <a:pt x="2386" y="662"/>
                    </a:lnTo>
                    <a:lnTo>
                      <a:pt x="2387" y="662"/>
                    </a:lnTo>
                    <a:lnTo>
                      <a:pt x="2388" y="663"/>
                    </a:lnTo>
                    <a:lnTo>
                      <a:pt x="2388" y="663"/>
                    </a:lnTo>
                    <a:lnTo>
                      <a:pt x="2390" y="664"/>
                    </a:lnTo>
                    <a:lnTo>
                      <a:pt x="2390" y="664"/>
                    </a:lnTo>
                    <a:lnTo>
                      <a:pt x="2392" y="664"/>
                    </a:lnTo>
                    <a:lnTo>
                      <a:pt x="2393" y="664"/>
                    </a:lnTo>
                    <a:lnTo>
                      <a:pt x="2394" y="665"/>
                    </a:lnTo>
                    <a:lnTo>
                      <a:pt x="2394" y="665"/>
                    </a:lnTo>
                    <a:lnTo>
                      <a:pt x="2396" y="666"/>
                    </a:lnTo>
                    <a:lnTo>
                      <a:pt x="2396" y="666"/>
                    </a:lnTo>
                    <a:lnTo>
                      <a:pt x="2398" y="666"/>
                    </a:lnTo>
                    <a:lnTo>
                      <a:pt x="2399" y="666"/>
                    </a:lnTo>
                    <a:lnTo>
                      <a:pt x="2399" y="666"/>
                    </a:lnTo>
                    <a:lnTo>
                      <a:pt x="2400" y="666"/>
                    </a:lnTo>
                    <a:lnTo>
                      <a:pt x="2400" y="666"/>
                    </a:lnTo>
                    <a:lnTo>
                      <a:pt x="2402" y="667"/>
                    </a:lnTo>
                    <a:lnTo>
                      <a:pt x="2402" y="667"/>
                    </a:lnTo>
                    <a:lnTo>
                      <a:pt x="2404" y="667"/>
                    </a:lnTo>
                    <a:lnTo>
                      <a:pt x="2405" y="667"/>
                    </a:lnTo>
                    <a:lnTo>
                      <a:pt x="2406" y="667"/>
                    </a:lnTo>
                    <a:lnTo>
                      <a:pt x="2406" y="667"/>
                    </a:lnTo>
                    <a:lnTo>
                      <a:pt x="2408" y="668"/>
                    </a:lnTo>
                    <a:lnTo>
                      <a:pt x="2408" y="668"/>
                    </a:lnTo>
                    <a:lnTo>
                      <a:pt x="2410" y="668"/>
                    </a:lnTo>
                    <a:lnTo>
                      <a:pt x="2411" y="668"/>
                    </a:lnTo>
                    <a:lnTo>
                      <a:pt x="2412" y="668"/>
                    </a:lnTo>
                    <a:lnTo>
                      <a:pt x="2412" y="668"/>
                    </a:lnTo>
                    <a:lnTo>
                      <a:pt x="2414" y="669"/>
                    </a:lnTo>
                    <a:lnTo>
                      <a:pt x="2414" y="669"/>
                    </a:lnTo>
                    <a:lnTo>
                      <a:pt x="2416" y="669"/>
                    </a:lnTo>
                    <a:lnTo>
                      <a:pt x="2417" y="669"/>
                    </a:lnTo>
                    <a:lnTo>
                      <a:pt x="2418" y="670"/>
                    </a:lnTo>
                    <a:lnTo>
                      <a:pt x="2418" y="670"/>
                    </a:lnTo>
                    <a:lnTo>
                      <a:pt x="2420" y="670"/>
                    </a:lnTo>
                    <a:lnTo>
                      <a:pt x="2420" y="670"/>
                    </a:lnTo>
                    <a:lnTo>
                      <a:pt x="2422" y="671"/>
                    </a:lnTo>
                    <a:lnTo>
                      <a:pt x="2422" y="671"/>
                    </a:lnTo>
                    <a:lnTo>
                      <a:pt x="2424" y="671"/>
                    </a:lnTo>
                    <a:lnTo>
                      <a:pt x="2424" y="671"/>
                    </a:lnTo>
                    <a:lnTo>
                      <a:pt x="2426" y="671"/>
                    </a:lnTo>
                    <a:lnTo>
                      <a:pt x="2426" y="671"/>
                    </a:lnTo>
                    <a:lnTo>
                      <a:pt x="2428" y="672"/>
                    </a:lnTo>
                    <a:lnTo>
                      <a:pt x="2429" y="672"/>
                    </a:lnTo>
                    <a:lnTo>
                      <a:pt x="2429" y="672"/>
                    </a:lnTo>
                    <a:lnTo>
                      <a:pt x="2430" y="672"/>
                    </a:lnTo>
                    <a:lnTo>
                      <a:pt x="2430" y="672"/>
                    </a:lnTo>
                    <a:lnTo>
                      <a:pt x="2432" y="671"/>
                    </a:lnTo>
                    <a:lnTo>
                      <a:pt x="2432" y="671"/>
                    </a:lnTo>
                    <a:lnTo>
                      <a:pt x="2434" y="671"/>
                    </a:lnTo>
                    <a:lnTo>
                      <a:pt x="2435" y="671"/>
                    </a:lnTo>
                    <a:lnTo>
                      <a:pt x="2436" y="670"/>
                    </a:lnTo>
                    <a:lnTo>
                      <a:pt x="2436" y="670"/>
                    </a:lnTo>
                    <a:lnTo>
                      <a:pt x="2438" y="670"/>
                    </a:lnTo>
                    <a:lnTo>
                      <a:pt x="2438" y="670"/>
                    </a:lnTo>
                    <a:lnTo>
                      <a:pt x="2440" y="670"/>
                    </a:lnTo>
                    <a:lnTo>
                      <a:pt x="2440" y="670"/>
                    </a:lnTo>
                    <a:lnTo>
                      <a:pt x="2442" y="669"/>
                    </a:lnTo>
                    <a:lnTo>
                      <a:pt x="2442" y="669"/>
                    </a:lnTo>
                  </a:path>
                </a:pathLst>
              </a:custGeom>
              <a:noFill/>
              <a:ln w="28575" cap="flat">
                <a:solidFill>
                  <a:srgbClr val="FF0000">
                    <a:alpha val="69804"/>
                  </a:srgb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198" name="Freeform 194">
              <a:extLst>
                <a:ext uri="{FF2B5EF4-FFF2-40B4-BE49-F238E27FC236}">
                  <a16:creationId xmlns:a16="http://schemas.microsoft.com/office/drawing/2014/main" id="{1E878BEA-0899-3289-7859-1EC6438DC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9999" y="2236818"/>
              <a:ext cx="1470276" cy="401607"/>
            </a:xfrm>
            <a:custGeom>
              <a:avLst/>
              <a:gdLst>
                <a:gd name="T0" fmla="*/ 37 w 2338"/>
                <a:gd name="T1" fmla="*/ 311 h 688"/>
                <a:gd name="T2" fmla="*/ 74 w 2338"/>
                <a:gd name="T3" fmla="*/ 293 h 688"/>
                <a:gd name="T4" fmla="*/ 111 w 2338"/>
                <a:gd name="T5" fmla="*/ 342 h 688"/>
                <a:gd name="T6" fmla="*/ 147 w 2338"/>
                <a:gd name="T7" fmla="*/ 301 h 688"/>
                <a:gd name="T8" fmla="*/ 184 w 2338"/>
                <a:gd name="T9" fmla="*/ 315 h 688"/>
                <a:gd name="T10" fmla="*/ 220 w 2338"/>
                <a:gd name="T11" fmla="*/ 245 h 688"/>
                <a:gd name="T12" fmla="*/ 257 w 2338"/>
                <a:gd name="T13" fmla="*/ 233 h 688"/>
                <a:gd name="T14" fmla="*/ 294 w 2338"/>
                <a:gd name="T15" fmla="*/ 229 h 688"/>
                <a:gd name="T16" fmla="*/ 331 w 2338"/>
                <a:gd name="T17" fmla="*/ 612 h 688"/>
                <a:gd name="T18" fmla="*/ 369 w 2338"/>
                <a:gd name="T19" fmla="*/ 213 h 688"/>
                <a:gd name="T20" fmla="*/ 407 w 2338"/>
                <a:gd name="T21" fmla="*/ 231 h 688"/>
                <a:gd name="T22" fmla="*/ 445 w 2338"/>
                <a:gd name="T23" fmla="*/ 279 h 688"/>
                <a:gd name="T24" fmla="*/ 481 w 2338"/>
                <a:gd name="T25" fmla="*/ 258 h 688"/>
                <a:gd name="T26" fmla="*/ 517 w 2338"/>
                <a:gd name="T27" fmla="*/ 332 h 688"/>
                <a:gd name="T28" fmla="*/ 555 w 2338"/>
                <a:gd name="T29" fmla="*/ 253 h 688"/>
                <a:gd name="T30" fmla="*/ 591 w 2338"/>
                <a:gd name="T31" fmla="*/ 330 h 688"/>
                <a:gd name="T32" fmla="*/ 629 w 2338"/>
                <a:gd name="T33" fmla="*/ 252 h 688"/>
                <a:gd name="T34" fmla="*/ 665 w 2338"/>
                <a:gd name="T35" fmla="*/ 294 h 688"/>
                <a:gd name="T36" fmla="*/ 704 w 2338"/>
                <a:gd name="T37" fmla="*/ 298 h 688"/>
                <a:gd name="T38" fmla="*/ 741 w 2338"/>
                <a:gd name="T39" fmla="*/ 258 h 688"/>
                <a:gd name="T40" fmla="*/ 777 w 2338"/>
                <a:gd name="T41" fmla="*/ 221 h 688"/>
                <a:gd name="T42" fmla="*/ 814 w 2338"/>
                <a:gd name="T43" fmla="*/ 286 h 688"/>
                <a:gd name="T44" fmla="*/ 851 w 2338"/>
                <a:gd name="T45" fmla="*/ 256 h 688"/>
                <a:gd name="T46" fmla="*/ 888 w 2338"/>
                <a:gd name="T47" fmla="*/ 229 h 688"/>
                <a:gd name="T48" fmla="*/ 924 w 2338"/>
                <a:gd name="T49" fmla="*/ 192 h 688"/>
                <a:gd name="T50" fmla="*/ 961 w 2338"/>
                <a:gd name="T51" fmla="*/ 233 h 688"/>
                <a:gd name="T52" fmla="*/ 998 w 2338"/>
                <a:gd name="T53" fmla="*/ 244 h 688"/>
                <a:gd name="T54" fmla="*/ 1036 w 2338"/>
                <a:gd name="T55" fmla="*/ 239 h 688"/>
                <a:gd name="T56" fmla="*/ 1072 w 2338"/>
                <a:gd name="T57" fmla="*/ 412 h 688"/>
                <a:gd name="T58" fmla="*/ 1110 w 2338"/>
                <a:gd name="T59" fmla="*/ 267 h 688"/>
                <a:gd name="T60" fmla="*/ 1146 w 2338"/>
                <a:gd name="T61" fmla="*/ 290 h 688"/>
                <a:gd name="T62" fmla="*/ 1182 w 2338"/>
                <a:gd name="T63" fmla="*/ 265 h 688"/>
                <a:gd name="T64" fmla="*/ 1220 w 2338"/>
                <a:gd name="T65" fmla="*/ 262 h 688"/>
                <a:gd name="T66" fmla="*/ 1256 w 2338"/>
                <a:gd name="T67" fmla="*/ 308 h 688"/>
                <a:gd name="T68" fmla="*/ 1293 w 2338"/>
                <a:gd name="T69" fmla="*/ 239 h 688"/>
                <a:gd name="T70" fmla="*/ 1329 w 2338"/>
                <a:gd name="T71" fmla="*/ 294 h 688"/>
                <a:gd name="T72" fmla="*/ 1366 w 2338"/>
                <a:gd name="T73" fmla="*/ 294 h 688"/>
                <a:gd name="T74" fmla="*/ 1403 w 2338"/>
                <a:gd name="T75" fmla="*/ 233 h 688"/>
                <a:gd name="T76" fmla="*/ 1439 w 2338"/>
                <a:gd name="T77" fmla="*/ 0 h 688"/>
                <a:gd name="T78" fmla="*/ 1476 w 2338"/>
                <a:gd name="T79" fmla="*/ 322 h 688"/>
                <a:gd name="T80" fmla="*/ 1514 w 2338"/>
                <a:gd name="T81" fmla="*/ 286 h 688"/>
                <a:gd name="T82" fmla="*/ 1551 w 2338"/>
                <a:gd name="T83" fmla="*/ 308 h 688"/>
                <a:gd name="T84" fmla="*/ 1587 w 2338"/>
                <a:gd name="T85" fmla="*/ 272 h 688"/>
                <a:gd name="T86" fmla="*/ 1623 w 2338"/>
                <a:gd name="T87" fmla="*/ 226 h 688"/>
                <a:gd name="T88" fmla="*/ 1661 w 2338"/>
                <a:gd name="T89" fmla="*/ 288 h 688"/>
                <a:gd name="T90" fmla="*/ 1697 w 2338"/>
                <a:gd name="T91" fmla="*/ 263 h 688"/>
                <a:gd name="T92" fmla="*/ 1733 w 2338"/>
                <a:gd name="T93" fmla="*/ 220 h 688"/>
                <a:gd name="T94" fmla="*/ 1771 w 2338"/>
                <a:gd name="T95" fmla="*/ 218 h 688"/>
                <a:gd name="T96" fmla="*/ 1807 w 2338"/>
                <a:gd name="T97" fmla="*/ 270 h 688"/>
                <a:gd name="T98" fmla="*/ 1845 w 2338"/>
                <a:gd name="T99" fmla="*/ 215 h 688"/>
                <a:gd name="T100" fmla="*/ 1881 w 2338"/>
                <a:gd name="T101" fmla="*/ 281 h 688"/>
                <a:gd name="T102" fmla="*/ 1917 w 2338"/>
                <a:gd name="T103" fmla="*/ 264 h 688"/>
                <a:gd name="T104" fmla="*/ 1953 w 2338"/>
                <a:gd name="T105" fmla="*/ 281 h 688"/>
                <a:gd name="T106" fmla="*/ 1991 w 2338"/>
                <a:gd name="T107" fmla="*/ 280 h 688"/>
                <a:gd name="T108" fmla="*/ 2028 w 2338"/>
                <a:gd name="T109" fmla="*/ 274 h 688"/>
                <a:gd name="T110" fmla="*/ 2064 w 2338"/>
                <a:gd name="T111" fmla="*/ 242 h 688"/>
                <a:gd name="T112" fmla="*/ 2101 w 2338"/>
                <a:gd name="T113" fmla="*/ 294 h 688"/>
                <a:gd name="T114" fmla="*/ 2138 w 2338"/>
                <a:gd name="T115" fmla="*/ 296 h 688"/>
                <a:gd name="T116" fmla="*/ 2174 w 2338"/>
                <a:gd name="T117" fmla="*/ 261 h 688"/>
                <a:gd name="T118" fmla="*/ 2210 w 2338"/>
                <a:gd name="T119" fmla="*/ 227 h 688"/>
                <a:gd name="T120" fmla="*/ 2248 w 2338"/>
                <a:gd name="T121" fmla="*/ 277 h 688"/>
                <a:gd name="T122" fmla="*/ 2284 w 2338"/>
                <a:gd name="T123" fmla="*/ 255 h 688"/>
                <a:gd name="T124" fmla="*/ 2320 w 2338"/>
                <a:gd name="T125" fmla="*/ 236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38" h="688">
                  <a:moveTo>
                    <a:pt x="0" y="249"/>
                  </a:moveTo>
                  <a:lnTo>
                    <a:pt x="1" y="391"/>
                  </a:lnTo>
                  <a:lnTo>
                    <a:pt x="1" y="165"/>
                  </a:lnTo>
                  <a:lnTo>
                    <a:pt x="2" y="258"/>
                  </a:lnTo>
                  <a:lnTo>
                    <a:pt x="2" y="258"/>
                  </a:lnTo>
                  <a:lnTo>
                    <a:pt x="3" y="294"/>
                  </a:lnTo>
                  <a:lnTo>
                    <a:pt x="4" y="224"/>
                  </a:lnTo>
                  <a:lnTo>
                    <a:pt x="4" y="252"/>
                  </a:lnTo>
                  <a:lnTo>
                    <a:pt x="4" y="252"/>
                  </a:lnTo>
                  <a:lnTo>
                    <a:pt x="5" y="347"/>
                  </a:lnTo>
                  <a:lnTo>
                    <a:pt x="5" y="211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7" y="321"/>
                  </a:lnTo>
                  <a:lnTo>
                    <a:pt x="7" y="212"/>
                  </a:lnTo>
                  <a:lnTo>
                    <a:pt x="8" y="272"/>
                  </a:lnTo>
                  <a:lnTo>
                    <a:pt x="8" y="272"/>
                  </a:lnTo>
                  <a:lnTo>
                    <a:pt x="8" y="306"/>
                  </a:lnTo>
                  <a:lnTo>
                    <a:pt x="9" y="219"/>
                  </a:lnTo>
                  <a:lnTo>
                    <a:pt x="10" y="223"/>
                  </a:lnTo>
                  <a:lnTo>
                    <a:pt x="10" y="223"/>
                  </a:lnTo>
                  <a:lnTo>
                    <a:pt x="10" y="216"/>
                  </a:lnTo>
                  <a:lnTo>
                    <a:pt x="10" y="367"/>
                  </a:lnTo>
                  <a:lnTo>
                    <a:pt x="12" y="249"/>
                  </a:lnTo>
                  <a:lnTo>
                    <a:pt x="12" y="249"/>
                  </a:lnTo>
                  <a:lnTo>
                    <a:pt x="12" y="230"/>
                  </a:lnTo>
                  <a:lnTo>
                    <a:pt x="13" y="270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318"/>
                  </a:lnTo>
                  <a:lnTo>
                    <a:pt x="16" y="183"/>
                  </a:lnTo>
                  <a:lnTo>
                    <a:pt x="16" y="253"/>
                  </a:lnTo>
                  <a:lnTo>
                    <a:pt x="16" y="253"/>
                  </a:lnTo>
                  <a:lnTo>
                    <a:pt x="16" y="322"/>
                  </a:lnTo>
                  <a:lnTo>
                    <a:pt x="17" y="172"/>
                  </a:lnTo>
                  <a:lnTo>
                    <a:pt x="18" y="291"/>
                  </a:lnTo>
                  <a:lnTo>
                    <a:pt x="18" y="291"/>
                  </a:lnTo>
                  <a:lnTo>
                    <a:pt x="19" y="217"/>
                  </a:lnTo>
                  <a:lnTo>
                    <a:pt x="20" y="300"/>
                  </a:lnTo>
                  <a:lnTo>
                    <a:pt x="20" y="300"/>
                  </a:lnTo>
                  <a:lnTo>
                    <a:pt x="20" y="226"/>
                  </a:lnTo>
                  <a:lnTo>
                    <a:pt x="22" y="317"/>
                  </a:lnTo>
                  <a:lnTo>
                    <a:pt x="22" y="291"/>
                  </a:lnTo>
                  <a:lnTo>
                    <a:pt x="22" y="291"/>
                  </a:lnTo>
                  <a:lnTo>
                    <a:pt x="22" y="303"/>
                  </a:lnTo>
                  <a:lnTo>
                    <a:pt x="24" y="211"/>
                  </a:lnTo>
                  <a:lnTo>
                    <a:pt x="24" y="211"/>
                  </a:lnTo>
                  <a:lnTo>
                    <a:pt x="24" y="186"/>
                  </a:lnTo>
                  <a:lnTo>
                    <a:pt x="24" y="384"/>
                  </a:lnTo>
                  <a:lnTo>
                    <a:pt x="26" y="264"/>
                  </a:lnTo>
                  <a:lnTo>
                    <a:pt x="26" y="264"/>
                  </a:lnTo>
                  <a:lnTo>
                    <a:pt x="26" y="206"/>
                  </a:lnTo>
                  <a:lnTo>
                    <a:pt x="28" y="299"/>
                  </a:lnTo>
                  <a:lnTo>
                    <a:pt x="28" y="259"/>
                  </a:lnTo>
                  <a:lnTo>
                    <a:pt x="28" y="259"/>
                  </a:lnTo>
                  <a:lnTo>
                    <a:pt x="29" y="161"/>
                  </a:lnTo>
                  <a:lnTo>
                    <a:pt x="30" y="314"/>
                  </a:lnTo>
                  <a:lnTo>
                    <a:pt x="30" y="311"/>
                  </a:lnTo>
                  <a:lnTo>
                    <a:pt x="30" y="310"/>
                  </a:lnTo>
                  <a:lnTo>
                    <a:pt x="31" y="223"/>
                  </a:lnTo>
                  <a:lnTo>
                    <a:pt x="32" y="274"/>
                  </a:lnTo>
                  <a:lnTo>
                    <a:pt x="32" y="274"/>
                  </a:lnTo>
                  <a:lnTo>
                    <a:pt x="33" y="302"/>
                  </a:lnTo>
                  <a:lnTo>
                    <a:pt x="34" y="201"/>
                  </a:lnTo>
                  <a:lnTo>
                    <a:pt x="34" y="273"/>
                  </a:lnTo>
                  <a:lnTo>
                    <a:pt x="34" y="273"/>
                  </a:lnTo>
                  <a:lnTo>
                    <a:pt x="35" y="204"/>
                  </a:lnTo>
                  <a:lnTo>
                    <a:pt x="36" y="298"/>
                  </a:lnTo>
                  <a:lnTo>
                    <a:pt x="36" y="284"/>
                  </a:lnTo>
                  <a:lnTo>
                    <a:pt x="36" y="284"/>
                  </a:lnTo>
                  <a:lnTo>
                    <a:pt x="36" y="223"/>
                  </a:lnTo>
                  <a:lnTo>
                    <a:pt x="37" y="311"/>
                  </a:lnTo>
                  <a:lnTo>
                    <a:pt x="38" y="256"/>
                  </a:lnTo>
                  <a:lnTo>
                    <a:pt x="38" y="256"/>
                  </a:lnTo>
                  <a:lnTo>
                    <a:pt x="39" y="355"/>
                  </a:lnTo>
                  <a:lnTo>
                    <a:pt x="39" y="207"/>
                  </a:lnTo>
                  <a:lnTo>
                    <a:pt x="40" y="261"/>
                  </a:lnTo>
                  <a:lnTo>
                    <a:pt x="40" y="261"/>
                  </a:lnTo>
                  <a:lnTo>
                    <a:pt x="41" y="183"/>
                  </a:lnTo>
                  <a:lnTo>
                    <a:pt x="41" y="302"/>
                  </a:lnTo>
                  <a:lnTo>
                    <a:pt x="42" y="283"/>
                  </a:lnTo>
                  <a:lnTo>
                    <a:pt x="42" y="283"/>
                  </a:lnTo>
                  <a:lnTo>
                    <a:pt x="43" y="118"/>
                  </a:lnTo>
                  <a:lnTo>
                    <a:pt x="43" y="357"/>
                  </a:lnTo>
                  <a:lnTo>
                    <a:pt x="44" y="267"/>
                  </a:lnTo>
                  <a:lnTo>
                    <a:pt x="44" y="267"/>
                  </a:lnTo>
                  <a:lnTo>
                    <a:pt x="44" y="278"/>
                  </a:lnTo>
                  <a:lnTo>
                    <a:pt x="46" y="213"/>
                  </a:lnTo>
                  <a:lnTo>
                    <a:pt x="46" y="228"/>
                  </a:lnTo>
                  <a:lnTo>
                    <a:pt x="46" y="228"/>
                  </a:lnTo>
                  <a:lnTo>
                    <a:pt x="46" y="312"/>
                  </a:lnTo>
                  <a:lnTo>
                    <a:pt x="47" y="208"/>
                  </a:lnTo>
                  <a:lnTo>
                    <a:pt x="48" y="232"/>
                  </a:lnTo>
                  <a:lnTo>
                    <a:pt x="48" y="232"/>
                  </a:lnTo>
                  <a:lnTo>
                    <a:pt x="49" y="172"/>
                  </a:lnTo>
                  <a:lnTo>
                    <a:pt x="49" y="351"/>
                  </a:lnTo>
                  <a:lnTo>
                    <a:pt x="50" y="286"/>
                  </a:lnTo>
                  <a:lnTo>
                    <a:pt x="50" y="286"/>
                  </a:lnTo>
                  <a:lnTo>
                    <a:pt x="51" y="308"/>
                  </a:lnTo>
                  <a:lnTo>
                    <a:pt x="51" y="222"/>
                  </a:lnTo>
                  <a:lnTo>
                    <a:pt x="52" y="276"/>
                  </a:lnTo>
                  <a:lnTo>
                    <a:pt x="52" y="276"/>
                  </a:lnTo>
                  <a:lnTo>
                    <a:pt x="53" y="233"/>
                  </a:lnTo>
                  <a:lnTo>
                    <a:pt x="54" y="309"/>
                  </a:lnTo>
                  <a:lnTo>
                    <a:pt x="54" y="270"/>
                  </a:lnTo>
                  <a:lnTo>
                    <a:pt x="54" y="270"/>
                  </a:lnTo>
                  <a:lnTo>
                    <a:pt x="55" y="259"/>
                  </a:lnTo>
                  <a:lnTo>
                    <a:pt x="56" y="322"/>
                  </a:lnTo>
                  <a:lnTo>
                    <a:pt x="56" y="306"/>
                  </a:lnTo>
                  <a:lnTo>
                    <a:pt x="56" y="306"/>
                  </a:lnTo>
                  <a:lnTo>
                    <a:pt x="57" y="343"/>
                  </a:lnTo>
                  <a:lnTo>
                    <a:pt x="57" y="153"/>
                  </a:lnTo>
                  <a:lnTo>
                    <a:pt x="58" y="244"/>
                  </a:lnTo>
                  <a:lnTo>
                    <a:pt x="58" y="244"/>
                  </a:lnTo>
                  <a:lnTo>
                    <a:pt x="59" y="395"/>
                  </a:lnTo>
                  <a:lnTo>
                    <a:pt x="60" y="283"/>
                  </a:lnTo>
                  <a:lnTo>
                    <a:pt x="60" y="283"/>
                  </a:lnTo>
                  <a:lnTo>
                    <a:pt x="60" y="304"/>
                  </a:lnTo>
                  <a:lnTo>
                    <a:pt x="62" y="233"/>
                  </a:lnTo>
                  <a:lnTo>
                    <a:pt x="62" y="297"/>
                  </a:lnTo>
                  <a:lnTo>
                    <a:pt x="62" y="297"/>
                  </a:lnTo>
                  <a:lnTo>
                    <a:pt x="62" y="206"/>
                  </a:lnTo>
                  <a:lnTo>
                    <a:pt x="64" y="321"/>
                  </a:lnTo>
                  <a:lnTo>
                    <a:pt x="64" y="318"/>
                  </a:lnTo>
                  <a:lnTo>
                    <a:pt x="64" y="318"/>
                  </a:lnTo>
                  <a:lnTo>
                    <a:pt x="65" y="117"/>
                  </a:lnTo>
                  <a:lnTo>
                    <a:pt x="66" y="334"/>
                  </a:lnTo>
                  <a:lnTo>
                    <a:pt x="66" y="297"/>
                  </a:lnTo>
                  <a:lnTo>
                    <a:pt x="66" y="297"/>
                  </a:lnTo>
                  <a:lnTo>
                    <a:pt x="67" y="232"/>
                  </a:lnTo>
                  <a:lnTo>
                    <a:pt x="67" y="424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69" y="329"/>
                  </a:lnTo>
                  <a:lnTo>
                    <a:pt x="70" y="212"/>
                  </a:lnTo>
                  <a:lnTo>
                    <a:pt x="70" y="308"/>
                  </a:lnTo>
                  <a:lnTo>
                    <a:pt x="70" y="308"/>
                  </a:lnTo>
                  <a:lnTo>
                    <a:pt x="70" y="318"/>
                  </a:lnTo>
                  <a:lnTo>
                    <a:pt x="72" y="196"/>
                  </a:lnTo>
                  <a:lnTo>
                    <a:pt x="72" y="211"/>
                  </a:lnTo>
                  <a:lnTo>
                    <a:pt x="72" y="210"/>
                  </a:lnTo>
                  <a:lnTo>
                    <a:pt x="72" y="172"/>
                  </a:lnTo>
                  <a:lnTo>
                    <a:pt x="74" y="318"/>
                  </a:lnTo>
                  <a:lnTo>
                    <a:pt x="74" y="293"/>
                  </a:lnTo>
                  <a:lnTo>
                    <a:pt x="74" y="293"/>
                  </a:lnTo>
                  <a:lnTo>
                    <a:pt x="76" y="208"/>
                  </a:lnTo>
                  <a:lnTo>
                    <a:pt x="76" y="380"/>
                  </a:lnTo>
                  <a:lnTo>
                    <a:pt x="76" y="377"/>
                  </a:lnTo>
                  <a:lnTo>
                    <a:pt x="76" y="377"/>
                  </a:lnTo>
                  <a:lnTo>
                    <a:pt x="76" y="377"/>
                  </a:lnTo>
                  <a:lnTo>
                    <a:pt x="76" y="255"/>
                  </a:lnTo>
                  <a:lnTo>
                    <a:pt x="78" y="286"/>
                  </a:lnTo>
                  <a:lnTo>
                    <a:pt x="78" y="286"/>
                  </a:lnTo>
                  <a:lnTo>
                    <a:pt x="79" y="442"/>
                  </a:lnTo>
                  <a:lnTo>
                    <a:pt x="80" y="217"/>
                  </a:lnTo>
                  <a:lnTo>
                    <a:pt x="80" y="257"/>
                  </a:lnTo>
                  <a:lnTo>
                    <a:pt x="80" y="257"/>
                  </a:lnTo>
                  <a:lnTo>
                    <a:pt x="81" y="319"/>
                  </a:lnTo>
                  <a:lnTo>
                    <a:pt x="81" y="218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2" y="232"/>
                  </a:lnTo>
                  <a:lnTo>
                    <a:pt x="83" y="343"/>
                  </a:lnTo>
                  <a:lnTo>
                    <a:pt x="84" y="293"/>
                  </a:lnTo>
                  <a:lnTo>
                    <a:pt x="84" y="293"/>
                  </a:lnTo>
                  <a:lnTo>
                    <a:pt x="85" y="309"/>
                  </a:lnTo>
                  <a:lnTo>
                    <a:pt x="86" y="242"/>
                  </a:lnTo>
                  <a:lnTo>
                    <a:pt x="86" y="252"/>
                  </a:lnTo>
                  <a:lnTo>
                    <a:pt x="86" y="252"/>
                  </a:lnTo>
                  <a:lnTo>
                    <a:pt x="86" y="231"/>
                  </a:lnTo>
                  <a:lnTo>
                    <a:pt x="88" y="448"/>
                  </a:lnTo>
                  <a:lnTo>
                    <a:pt x="88" y="268"/>
                  </a:lnTo>
                  <a:lnTo>
                    <a:pt x="88" y="268"/>
                  </a:lnTo>
                  <a:lnTo>
                    <a:pt x="89" y="240"/>
                  </a:lnTo>
                  <a:lnTo>
                    <a:pt x="90" y="311"/>
                  </a:lnTo>
                  <a:lnTo>
                    <a:pt x="90" y="269"/>
                  </a:lnTo>
                  <a:lnTo>
                    <a:pt x="90" y="269"/>
                  </a:lnTo>
                  <a:lnTo>
                    <a:pt x="91" y="279"/>
                  </a:lnTo>
                  <a:lnTo>
                    <a:pt x="91" y="208"/>
                  </a:lnTo>
                  <a:lnTo>
                    <a:pt x="92" y="258"/>
                  </a:lnTo>
                  <a:lnTo>
                    <a:pt x="92" y="258"/>
                  </a:lnTo>
                  <a:lnTo>
                    <a:pt x="93" y="241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5" y="31"/>
                  </a:lnTo>
                  <a:lnTo>
                    <a:pt x="95" y="419"/>
                  </a:lnTo>
                  <a:lnTo>
                    <a:pt x="96" y="256"/>
                  </a:lnTo>
                  <a:lnTo>
                    <a:pt x="96" y="256"/>
                  </a:lnTo>
                  <a:lnTo>
                    <a:pt x="96" y="220"/>
                  </a:lnTo>
                  <a:lnTo>
                    <a:pt x="97" y="447"/>
                  </a:lnTo>
                  <a:lnTo>
                    <a:pt x="98" y="262"/>
                  </a:lnTo>
                  <a:lnTo>
                    <a:pt x="98" y="262"/>
                  </a:lnTo>
                  <a:lnTo>
                    <a:pt x="99" y="313"/>
                  </a:lnTo>
                  <a:lnTo>
                    <a:pt x="100" y="221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101" y="297"/>
                  </a:lnTo>
                  <a:lnTo>
                    <a:pt x="102" y="232"/>
                  </a:lnTo>
                  <a:lnTo>
                    <a:pt x="102" y="237"/>
                  </a:lnTo>
                  <a:lnTo>
                    <a:pt x="102" y="236"/>
                  </a:lnTo>
                  <a:lnTo>
                    <a:pt x="102" y="236"/>
                  </a:lnTo>
                  <a:lnTo>
                    <a:pt x="104" y="333"/>
                  </a:lnTo>
                  <a:lnTo>
                    <a:pt x="104" y="334"/>
                  </a:lnTo>
                  <a:lnTo>
                    <a:pt x="104" y="367"/>
                  </a:lnTo>
                  <a:lnTo>
                    <a:pt x="105" y="187"/>
                  </a:lnTo>
                  <a:lnTo>
                    <a:pt x="106" y="265"/>
                  </a:lnTo>
                  <a:lnTo>
                    <a:pt x="106" y="265"/>
                  </a:lnTo>
                  <a:lnTo>
                    <a:pt x="107" y="300"/>
                  </a:lnTo>
                  <a:lnTo>
                    <a:pt x="108" y="213"/>
                  </a:lnTo>
                  <a:lnTo>
                    <a:pt x="108" y="252"/>
                  </a:lnTo>
                  <a:lnTo>
                    <a:pt x="108" y="252"/>
                  </a:lnTo>
                  <a:lnTo>
                    <a:pt x="108" y="324"/>
                  </a:lnTo>
                  <a:lnTo>
                    <a:pt x="109" y="210"/>
                  </a:lnTo>
                  <a:lnTo>
                    <a:pt x="110" y="230"/>
                  </a:lnTo>
                  <a:lnTo>
                    <a:pt x="110" y="230"/>
                  </a:lnTo>
                  <a:lnTo>
                    <a:pt x="111" y="342"/>
                  </a:lnTo>
                  <a:lnTo>
                    <a:pt x="111" y="218"/>
                  </a:lnTo>
                  <a:lnTo>
                    <a:pt x="112" y="268"/>
                  </a:lnTo>
                  <a:lnTo>
                    <a:pt x="112" y="268"/>
                  </a:lnTo>
                  <a:lnTo>
                    <a:pt x="113" y="345"/>
                  </a:lnTo>
                  <a:lnTo>
                    <a:pt x="114" y="190"/>
                  </a:lnTo>
                  <a:lnTo>
                    <a:pt x="114" y="266"/>
                  </a:lnTo>
                  <a:lnTo>
                    <a:pt x="114" y="266"/>
                  </a:lnTo>
                  <a:lnTo>
                    <a:pt x="115" y="234"/>
                  </a:lnTo>
                  <a:lnTo>
                    <a:pt x="116" y="349"/>
                  </a:lnTo>
                  <a:lnTo>
                    <a:pt x="116" y="270"/>
                  </a:lnTo>
                  <a:lnTo>
                    <a:pt x="116" y="270"/>
                  </a:lnTo>
                  <a:lnTo>
                    <a:pt x="116" y="190"/>
                  </a:lnTo>
                  <a:lnTo>
                    <a:pt x="116" y="311"/>
                  </a:lnTo>
                  <a:lnTo>
                    <a:pt x="118" y="275"/>
                  </a:lnTo>
                  <a:lnTo>
                    <a:pt x="118" y="275"/>
                  </a:lnTo>
                  <a:lnTo>
                    <a:pt x="119" y="330"/>
                  </a:lnTo>
                  <a:lnTo>
                    <a:pt x="120" y="167"/>
                  </a:lnTo>
                  <a:lnTo>
                    <a:pt x="120" y="283"/>
                  </a:lnTo>
                  <a:lnTo>
                    <a:pt x="120" y="283"/>
                  </a:lnTo>
                  <a:lnTo>
                    <a:pt x="121" y="338"/>
                  </a:lnTo>
                  <a:lnTo>
                    <a:pt x="122" y="247"/>
                  </a:lnTo>
                  <a:lnTo>
                    <a:pt x="122" y="292"/>
                  </a:lnTo>
                  <a:lnTo>
                    <a:pt x="122" y="292"/>
                  </a:lnTo>
                  <a:lnTo>
                    <a:pt x="123" y="307"/>
                  </a:lnTo>
                  <a:lnTo>
                    <a:pt x="124" y="247"/>
                  </a:lnTo>
                  <a:lnTo>
                    <a:pt x="124" y="251"/>
                  </a:lnTo>
                  <a:lnTo>
                    <a:pt x="124" y="251"/>
                  </a:lnTo>
                  <a:lnTo>
                    <a:pt x="125" y="234"/>
                  </a:lnTo>
                  <a:lnTo>
                    <a:pt x="125" y="289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7" y="217"/>
                  </a:lnTo>
                  <a:lnTo>
                    <a:pt x="127" y="413"/>
                  </a:lnTo>
                  <a:lnTo>
                    <a:pt x="128" y="261"/>
                  </a:lnTo>
                  <a:lnTo>
                    <a:pt x="128" y="261"/>
                  </a:lnTo>
                  <a:lnTo>
                    <a:pt x="128" y="244"/>
                  </a:lnTo>
                  <a:lnTo>
                    <a:pt x="129" y="511"/>
                  </a:lnTo>
                  <a:lnTo>
                    <a:pt x="130" y="287"/>
                  </a:lnTo>
                  <a:lnTo>
                    <a:pt x="130" y="287"/>
                  </a:lnTo>
                  <a:lnTo>
                    <a:pt x="130" y="325"/>
                  </a:lnTo>
                  <a:lnTo>
                    <a:pt x="132" y="220"/>
                  </a:lnTo>
                  <a:lnTo>
                    <a:pt x="132" y="252"/>
                  </a:lnTo>
                  <a:lnTo>
                    <a:pt x="132" y="252"/>
                  </a:lnTo>
                  <a:lnTo>
                    <a:pt x="133" y="309"/>
                  </a:lnTo>
                  <a:lnTo>
                    <a:pt x="133" y="149"/>
                  </a:lnTo>
                  <a:lnTo>
                    <a:pt x="134" y="221"/>
                  </a:lnTo>
                  <a:lnTo>
                    <a:pt x="134" y="221"/>
                  </a:lnTo>
                  <a:lnTo>
                    <a:pt x="135" y="205"/>
                  </a:lnTo>
                  <a:lnTo>
                    <a:pt x="136" y="313"/>
                  </a:lnTo>
                  <a:lnTo>
                    <a:pt x="136" y="304"/>
                  </a:lnTo>
                  <a:lnTo>
                    <a:pt x="136" y="304"/>
                  </a:lnTo>
                  <a:lnTo>
                    <a:pt x="137" y="326"/>
                  </a:lnTo>
                  <a:lnTo>
                    <a:pt x="138" y="221"/>
                  </a:lnTo>
                  <a:lnTo>
                    <a:pt x="138" y="284"/>
                  </a:lnTo>
                  <a:lnTo>
                    <a:pt x="138" y="284"/>
                  </a:lnTo>
                  <a:lnTo>
                    <a:pt x="139" y="222"/>
                  </a:lnTo>
                  <a:lnTo>
                    <a:pt x="140" y="323"/>
                  </a:lnTo>
                  <a:lnTo>
                    <a:pt x="140" y="295"/>
                  </a:lnTo>
                  <a:lnTo>
                    <a:pt x="140" y="295"/>
                  </a:lnTo>
                  <a:lnTo>
                    <a:pt x="140" y="307"/>
                  </a:lnTo>
                  <a:lnTo>
                    <a:pt x="141" y="190"/>
                  </a:lnTo>
                  <a:lnTo>
                    <a:pt x="142" y="249"/>
                  </a:lnTo>
                  <a:lnTo>
                    <a:pt x="142" y="249"/>
                  </a:lnTo>
                  <a:lnTo>
                    <a:pt x="143" y="312"/>
                  </a:lnTo>
                  <a:lnTo>
                    <a:pt x="143" y="223"/>
                  </a:lnTo>
                  <a:lnTo>
                    <a:pt x="144" y="272"/>
                  </a:lnTo>
                  <a:lnTo>
                    <a:pt x="144" y="272"/>
                  </a:lnTo>
                  <a:lnTo>
                    <a:pt x="145" y="300"/>
                  </a:lnTo>
                  <a:lnTo>
                    <a:pt x="146" y="215"/>
                  </a:lnTo>
                  <a:lnTo>
                    <a:pt x="146" y="276"/>
                  </a:lnTo>
                  <a:lnTo>
                    <a:pt x="146" y="276"/>
                  </a:lnTo>
                  <a:lnTo>
                    <a:pt x="147" y="301"/>
                  </a:lnTo>
                  <a:lnTo>
                    <a:pt x="147" y="239"/>
                  </a:lnTo>
                  <a:lnTo>
                    <a:pt x="148" y="274"/>
                  </a:lnTo>
                  <a:lnTo>
                    <a:pt x="148" y="274"/>
                  </a:lnTo>
                  <a:lnTo>
                    <a:pt x="148" y="286"/>
                  </a:lnTo>
                  <a:lnTo>
                    <a:pt x="150" y="224"/>
                  </a:lnTo>
                  <a:lnTo>
                    <a:pt x="150" y="254"/>
                  </a:lnTo>
                  <a:lnTo>
                    <a:pt x="150" y="254"/>
                  </a:lnTo>
                  <a:lnTo>
                    <a:pt x="150" y="386"/>
                  </a:lnTo>
                  <a:lnTo>
                    <a:pt x="152" y="205"/>
                  </a:lnTo>
                  <a:lnTo>
                    <a:pt x="152" y="312"/>
                  </a:lnTo>
                  <a:lnTo>
                    <a:pt x="152" y="312"/>
                  </a:lnTo>
                  <a:lnTo>
                    <a:pt x="152" y="312"/>
                  </a:lnTo>
                  <a:lnTo>
                    <a:pt x="153" y="218"/>
                  </a:lnTo>
                  <a:lnTo>
                    <a:pt x="154" y="265"/>
                  </a:lnTo>
                  <a:lnTo>
                    <a:pt x="154" y="265"/>
                  </a:lnTo>
                  <a:lnTo>
                    <a:pt x="155" y="222"/>
                  </a:lnTo>
                  <a:lnTo>
                    <a:pt x="155" y="308"/>
                  </a:lnTo>
                  <a:lnTo>
                    <a:pt x="156" y="276"/>
                  </a:lnTo>
                  <a:lnTo>
                    <a:pt x="156" y="276"/>
                  </a:lnTo>
                  <a:lnTo>
                    <a:pt x="157" y="286"/>
                  </a:lnTo>
                  <a:lnTo>
                    <a:pt x="158" y="237"/>
                  </a:lnTo>
                  <a:lnTo>
                    <a:pt x="158" y="240"/>
                  </a:lnTo>
                  <a:lnTo>
                    <a:pt x="158" y="240"/>
                  </a:lnTo>
                  <a:lnTo>
                    <a:pt x="158" y="236"/>
                  </a:lnTo>
                  <a:lnTo>
                    <a:pt x="158" y="273"/>
                  </a:lnTo>
                  <a:lnTo>
                    <a:pt x="160" y="257"/>
                  </a:lnTo>
                  <a:lnTo>
                    <a:pt x="160" y="257"/>
                  </a:lnTo>
                  <a:lnTo>
                    <a:pt x="161" y="302"/>
                  </a:lnTo>
                  <a:lnTo>
                    <a:pt x="161" y="224"/>
                  </a:lnTo>
                  <a:lnTo>
                    <a:pt x="162" y="244"/>
                  </a:lnTo>
                  <a:lnTo>
                    <a:pt x="162" y="244"/>
                  </a:lnTo>
                  <a:lnTo>
                    <a:pt x="163" y="200"/>
                  </a:lnTo>
                  <a:lnTo>
                    <a:pt x="163" y="291"/>
                  </a:lnTo>
                  <a:lnTo>
                    <a:pt x="164" y="256"/>
                  </a:lnTo>
                  <a:lnTo>
                    <a:pt x="164" y="256"/>
                  </a:lnTo>
                  <a:lnTo>
                    <a:pt x="165" y="208"/>
                  </a:lnTo>
                  <a:lnTo>
                    <a:pt x="166" y="294"/>
                  </a:lnTo>
                  <a:lnTo>
                    <a:pt x="166" y="258"/>
                  </a:lnTo>
                  <a:lnTo>
                    <a:pt x="166" y="258"/>
                  </a:lnTo>
                  <a:lnTo>
                    <a:pt x="168" y="212"/>
                  </a:lnTo>
                  <a:lnTo>
                    <a:pt x="168" y="287"/>
                  </a:lnTo>
                  <a:lnTo>
                    <a:pt x="168" y="272"/>
                  </a:lnTo>
                  <a:lnTo>
                    <a:pt x="168" y="272"/>
                  </a:lnTo>
                  <a:lnTo>
                    <a:pt x="169" y="294"/>
                  </a:lnTo>
                  <a:lnTo>
                    <a:pt x="169" y="197"/>
                  </a:lnTo>
                  <a:lnTo>
                    <a:pt x="170" y="240"/>
                  </a:lnTo>
                  <a:lnTo>
                    <a:pt x="170" y="240"/>
                  </a:lnTo>
                  <a:lnTo>
                    <a:pt x="171" y="292"/>
                  </a:lnTo>
                  <a:lnTo>
                    <a:pt x="172" y="222"/>
                  </a:lnTo>
                  <a:lnTo>
                    <a:pt x="172" y="248"/>
                  </a:lnTo>
                  <a:lnTo>
                    <a:pt x="172" y="248"/>
                  </a:lnTo>
                  <a:lnTo>
                    <a:pt x="172" y="247"/>
                  </a:lnTo>
                  <a:lnTo>
                    <a:pt x="173" y="297"/>
                  </a:lnTo>
                  <a:lnTo>
                    <a:pt x="174" y="265"/>
                  </a:lnTo>
                  <a:lnTo>
                    <a:pt x="174" y="265"/>
                  </a:lnTo>
                  <a:lnTo>
                    <a:pt x="174" y="223"/>
                  </a:lnTo>
                  <a:lnTo>
                    <a:pt x="176" y="292"/>
                  </a:lnTo>
                  <a:lnTo>
                    <a:pt x="176" y="246"/>
                  </a:lnTo>
                  <a:lnTo>
                    <a:pt x="176" y="246"/>
                  </a:lnTo>
                  <a:lnTo>
                    <a:pt x="177" y="232"/>
                  </a:lnTo>
                  <a:lnTo>
                    <a:pt x="178" y="300"/>
                  </a:lnTo>
                  <a:lnTo>
                    <a:pt x="178" y="292"/>
                  </a:lnTo>
                  <a:lnTo>
                    <a:pt x="178" y="292"/>
                  </a:lnTo>
                  <a:lnTo>
                    <a:pt x="179" y="346"/>
                  </a:lnTo>
                  <a:lnTo>
                    <a:pt x="179" y="165"/>
                  </a:lnTo>
                  <a:lnTo>
                    <a:pt x="180" y="273"/>
                  </a:lnTo>
                  <a:lnTo>
                    <a:pt x="180" y="273"/>
                  </a:lnTo>
                  <a:lnTo>
                    <a:pt x="182" y="295"/>
                  </a:lnTo>
                  <a:lnTo>
                    <a:pt x="182" y="244"/>
                  </a:lnTo>
                  <a:lnTo>
                    <a:pt x="182" y="244"/>
                  </a:lnTo>
                  <a:lnTo>
                    <a:pt x="184" y="185"/>
                  </a:lnTo>
                  <a:lnTo>
                    <a:pt x="184" y="315"/>
                  </a:lnTo>
                  <a:lnTo>
                    <a:pt x="184" y="269"/>
                  </a:lnTo>
                  <a:lnTo>
                    <a:pt x="184" y="269"/>
                  </a:lnTo>
                  <a:lnTo>
                    <a:pt x="185" y="234"/>
                  </a:lnTo>
                  <a:lnTo>
                    <a:pt x="185" y="330"/>
                  </a:lnTo>
                  <a:lnTo>
                    <a:pt x="186" y="274"/>
                  </a:lnTo>
                  <a:lnTo>
                    <a:pt x="186" y="274"/>
                  </a:lnTo>
                  <a:lnTo>
                    <a:pt x="187" y="316"/>
                  </a:lnTo>
                  <a:lnTo>
                    <a:pt x="188" y="248"/>
                  </a:lnTo>
                  <a:lnTo>
                    <a:pt x="188" y="274"/>
                  </a:lnTo>
                  <a:lnTo>
                    <a:pt x="188" y="274"/>
                  </a:lnTo>
                  <a:lnTo>
                    <a:pt x="188" y="218"/>
                  </a:lnTo>
                  <a:lnTo>
                    <a:pt x="190" y="325"/>
                  </a:lnTo>
                  <a:lnTo>
                    <a:pt x="190" y="270"/>
                  </a:lnTo>
                  <a:lnTo>
                    <a:pt x="190" y="270"/>
                  </a:lnTo>
                  <a:lnTo>
                    <a:pt x="192" y="255"/>
                  </a:lnTo>
                  <a:lnTo>
                    <a:pt x="192" y="339"/>
                  </a:lnTo>
                  <a:lnTo>
                    <a:pt x="192" y="316"/>
                  </a:lnTo>
                  <a:lnTo>
                    <a:pt x="192" y="316"/>
                  </a:lnTo>
                  <a:lnTo>
                    <a:pt x="193" y="201"/>
                  </a:lnTo>
                  <a:lnTo>
                    <a:pt x="194" y="287"/>
                  </a:lnTo>
                  <a:lnTo>
                    <a:pt x="194" y="287"/>
                  </a:lnTo>
                  <a:lnTo>
                    <a:pt x="196" y="219"/>
                  </a:lnTo>
                  <a:lnTo>
                    <a:pt x="196" y="332"/>
                  </a:lnTo>
                  <a:lnTo>
                    <a:pt x="196" y="271"/>
                  </a:lnTo>
                  <a:lnTo>
                    <a:pt x="196" y="271"/>
                  </a:lnTo>
                  <a:lnTo>
                    <a:pt x="197" y="345"/>
                  </a:lnTo>
                  <a:lnTo>
                    <a:pt x="197" y="172"/>
                  </a:lnTo>
                  <a:lnTo>
                    <a:pt x="198" y="276"/>
                  </a:lnTo>
                  <a:lnTo>
                    <a:pt x="198" y="276"/>
                  </a:lnTo>
                  <a:lnTo>
                    <a:pt x="200" y="190"/>
                  </a:lnTo>
                  <a:lnTo>
                    <a:pt x="200" y="341"/>
                  </a:lnTo>
                  <a:lnTo>
                    <a:pt x="200" y="304"/>
                  </a:lnTo>
                  <a:lnTo>
                    <a:pt x="200" y="304"/>
                  </a:lnTo>
                  <a:lnTo>
                    <a:pt x="202" y="270"/>
                  </a:lnTo>
                  <a:lnTo>
                    <a:pt x="202" y="338"/>
                  </a:lnTo>
                  <a:lnTo>
                    <a:pt x="202" y="328"/>
                  </a:lnTo>
                  <a:lnTo>
                    <a:pt x="202" y="328"/>
                  </a:lnTo>
                  <a:lnTo>
                    <a:pt x="203" y="357"/>
                  </a:lnTo>
                  <a:lnTo>
                    <a:pt x="203" y="206"/>
                  </a:lnTo>
                  <a:lnTo>
                    <a:pt x="204" y="267"/>
                  </a:lnTo>
                  <a:lnTo>
                    <a:pt x="204" y="267"/>
                  </a:lnTo>
                  <a:lnTo>
                    <a:pt x="205" y="254"/>
                  </a:lnTo>
                  <a:lnTo>
                    <a:pt x="206" y="321"/>
                  </a:lnTo>
                  <a:lnTo>
                    <a:pt x="206" y="297"/>
                  </a:lnTo>
                  <a:lnTo>
                    <a:pt x="206" y="297"/>
                  </a:lnTo>
                  <a:lnTo>
                    <a:pt x="207" y="320"/>
                  </a:lnTo>
                  <a:lnTo>
                    <a:pt x="208" y="220"/>
                  </a:lnTo>
                  <a:lnTo>
                    <a:pt x="208" y="241"/>
                  </a:lnTo>
                  <a:lnTo>
                    <a:pt x="208" y="241"/>
                  </a:lnTo>
                  <a:lnTo>
                    <a:pt x="209" y="213"/>
                  </a:lnTo>
                  <a:lnTo>
                    <a:pt x="210" y="292"/>
                  </a:lnTo>
                  <a:lnTo>
                    <a:pt x="210" y="292"/>
                  </a:lnTo>
                  <a:lnTo>
                    <a:pt x="212" y="328"/>
                  </a:lnTo>
                  <a:lnTo>
                    <a:pt x="212" y="234"/>
                  </a:lnTo>
                  <a:lnTo>
                    <a:pt x="212" y="271"/>
                  </a:lnTo>
                  <a:lnTo>
                    <a:pt x="212" y="271"/>
                  </a:lnTo>
                  <a:lnTo>
                    <a:pt x="214" y="220"/>
                  </a:lnTo>
                  <a:lnTo>
                    <a:pt x="214" y="326"/>
                  </a:lnTo>
                  <a:lnTo>
                    <a:pt x="214" y="258"/>
                  </a:lnTo>
                  <a:lnTo>
                    <a:pt x="214" y="258"/>
                  </a:lnTo>
                  <a:lnTo>
                    <a:pt x="214" y="132"/>
                  </a:lnTo>
                  <a:lnTo>
                    <a:pt x="215" y="326"/>
                  </a:lnTo>
                  <a:lnTo>
                    <a:pt x="216" y="308"/>
                  </a:lnTo>
                  <a:lnTo>
                    <a:pt x="216" y="308"/>
                  </a:lnTo>
                  <a:lnTo>
                    <a:pt x="217" y="324"/>
                  </a:lnTo>
                  <a:lnTo>
                    <a:pt x="217" y="248"/>
                  </a:lnTo>
                  <a:lnTo>
                    <a:pt x="218" y="297"/>
                  </a:lnTo>
                  <a:lnTo>
                    <a:pt x="218" y="297"/>
                  </a:lnTo>
                  <a:lnTo>
                    <a:pt x="218" y="297"/>
                  </a:lnTo>
                  <a:lnTo>
                    <a:pt x="220" y="226"/>
                  </a:lnTo>
                  <a:lnTo>
                    <a:pt x="220" y="245"/>
                  </a:lnTo>
                  <a:lnTo>
                    <a:pt x="220" y="245"/>
                  </a:lnTo>
                  <a:lnTo>
                    <a:pt x="220" y="230"/>
                  </a:lnTo>
                  <a:lnTo>
                    <a:pt x="221" y="338"/>
                  </a:lnTo>
                  <a:lnTo>
                    <a:pt x="222" y="289"/>
                  </a:lnTo>
                  <a:lnTo>
                    <a:pt x="222" y="288"/>
                  </a:lnTo>
                  <a:lnTo>
                    <a:pt x="223" y="295"/>
                  </a:lnTo>
                  <a:lnTo>
                    <a:pt x="224" y="250"/>
                  </a:lnTo>
                  <a:lnTo>
                    <a:pt x="224" y="276"/>
                  </a:lnTo>
                  <a:lnTo>
                    <a:pt x="224" y="276"/>
                  </a:lnTo>
                  <a:lnTo>
                    <a:pt x="225" y="122"/>
                  </a:lnTo>
                  <a:lnTo>
                    <a:pt x="225" y="486"/>
                  </a:lnTo>
                  <a:lnTo>
                    <a:pt x="226" y="249"/>
                  </a:lnTo>
                  <a:lnTo>
                    <a:pt x="226" y="249"/>
                  </a:lnTo>
                  <a:lnTo>
                    <a:pt x="227" y="339"/>
                  </a:lnTo>
                  <a:lnTo>
                    <a:pt x="228" y="219"/>
                  </a:lnTo>
                  <a:lnTo>
                    <a:pt x="228" y="280"/>
                  </a:lnTo>
                  <a:lnTo>
                    <a:pt x="228" y="280"/>
                  </a:lnTo>
                  <a:lnTo>
                    <a:pt x="229" y="288"/>
                  </a:lnTo>
                  <a:lnTo>
                    <a:pt x="230" y="188"/>
                  </a:lnTo>
                  <a:lnTo>
                    <a:pt x="230" y="239"/>
                  </a:lnTo>
                  <a:lnTo>
                    <a:pt x="230" y="239"/>
                  </a:lnTo>
                  <a:lnTo>
                    <a:pt x="231" y="226"/>
                  </a:lnTo>
                  <a:lnTo>
                    <a:pt x="231" y="321"/>
                  </a:lnTo>
                  <a:lnTo>
                    <a:pt x="232" y="276"/>
                  </a:lnTo>
                  <a:lnTo>
                    <a:pt x="232" y="276"/>
                  </a:lnTo>
                  <a:lnTo>
                    <a:pt x="233" y="376"/>
                  </a:lnTo>
                  <a:lnTo>
                    <a:pt x="234" y="264"/>
                  </a:lnTo>
                  <a:lnTo>
                    <a:pt x="234" y="308"/>
                  </a:lnTo>
                  <a:lnTo>
                    <a:pt x="234" y="308"/>
                  </a:lnTo>
                  <a:lnTo>
                    <a:pt x="235" y="383"/>
                  </a:lnTo>
                  <a:lnTo>
                    <a:pt x="235" y="153"/>
                  </a:lnTo>
                  <a:lnTo>
                    <a:pt x="236" y="200"/>
                  </a:lnTo>
                  <a:lnTo>
                    <a:pt x="236" y="200"/>
                  </a:lnTo>
                  <a:lnTo>
                    <a:pt x="236" y="182"/>
                  </a:lnTo>
                  <a:lnTo>
                    <a:pt x="237" y="355"/>
                  </a:lnTo>
                  <a:lnTo>
                    <a:pt x="238" y="215"/>
                  </a:lnTo>
                  <a:lnTo>
                    <a:pt x="238" y="215"/>
                  </a:lnTo>
                  <a:lnTo>
                    <a:pt x="239" y="288"/>
                  </a:lnTo>
                  <a:lnTo>
                    <a:pt x="239" y="150"/>
                  </a:lnTo>
                  <a:lnTo>
                    <a:pt x="240" y="245"/>
                  </a:lnTo>
                  <a:lnTo>
                    <a:pt x="240" y="245"/>
                  </a:lnTo>
                  <a:lnTo>
                    <a:pt x="241" y="344"/>
                  </a:lnTo>
                  <a:lnTo>
                    <a:pt x="242" y="293"/>
                  </a:lnTo>
                  <a:lnTo>
                    <a:pt x="242" y="293"/>
                  </a:lnTo>
                  <a:lnTo>
                    <a:pt x="244" y="377"/>
                  </a:lnTo>
                  <a:lnTo>
                    <a:pt x="244" y="188"/>
                  </a:lnTo>
                  <a:lnTo>
                    <a:pt x="244" y="200"/>
                  </a:lnTo>
                  <a:lnTo>
                    <a:pt x="244" y="200"/>
                  </a:lnTo>
                  <a:lnTo>
                    <a:pt x="245" y="165"/>
                  </a:lnTo>
                  <a:lnTo>
                    <a:pt x="246" y="266"/>
                  </a:lnTo>
                  <a:lnTo>
                    <a:pt x="246" y="236"/>
                  </a:lnTo>
                  <a:lnTo>
                    <a:pt x="246" y="236"/>
                  </a:lnTo>
                  <a:lnTo>
                    <a:pt x="248" y="214"/>
                  </a:lnTo>
                  <a:lnTo>
                    <a:pt x="248" y="300"/>
                  </a:lnTo>
                  <a:lnTo>
                    <a:pt x="248" y="290"/>
                  </a:lnTo>
                  <a:lnTo>
                    <a:pt x="248" y="290"/>
                  </a:lnTo>
                  <a:lnTo>
                    <a:pt x="250" y="333"/>
                  </a:lnTo>
                  <a:lnTo>
                    <a:pt x="250" y="228"/>
                  </a:lnTo>
                  <a:lnTo>
                    <a:pt x="250" y="265"/>
                  </a:lnTo>
                  <a:lnTo>
                    <a:pt x="250" y="265"/>
                  </a:lnTo>
                  <a:lnTo>
                    <a:pt x="251" y="182"/>
                  </a:lnTo>
                  <a:lnTo>
                    <a:pt x="251" y="319"/>
                  </a:lnTo>
                  <a:lnTo>
                    <a:pt x="252" y="292"/>
                  </a:lnTo>
                  <a:lnTo>
                    <a:pt x="252" y="292"/>
                  </a:lnTo>
                  <a:lnTo>
                    <a:pt x="254" y="317"/>
                  </a:lnTo>
                  <a:lnTo>
                    <a:pt x="254" y="274"/>
                  </a:lnTo>
                  <a:lnTo>
                    <a:pt x="255" y="282"/>
                  </a:lnTo>
                  <a:lnTo>
                    <a:pt x="255" y="282"/>
                  </a:lnTo>
                  <a:lnTo>
                    <a:pt x="255" y="299"/>
                  </a:lnTo>
                  <a:lnTo>
                    <a:pt x="256" y="167"/>
                  </a:lnTo>
                  <a:lnTo>
                    <a:pt x="256" y="239"/>
                  </a:lnTo>
                  <a:lnTo>
                    <a:pt x="256" y="239"/>
                  </a:lnTo>
                  <a:lnTo>
                    <a:pt x="257" y="233"/>
                  </a:lnTo>
                  <a:lnTo>
                    <a:pt x="258" y="282"/>
                  </a:lnTo>
                  <a:lnTo>
                    <a:pt x="258" y="250"/>
                  </a:lnTo>
                  <a:lnTo>
                    <a:pt x="258" y="250"/>
                  </a:lnTo>
                  <a:lnTo>
                    <a:pt x="260" y="434"/>
                  </a:lnTo>
                  <a:lnTo>
                    <a:pt x="260" y="161"/>
                  </a:lnTo>
                  <a:lnTo>
                    <a:pt x="261" y="236"/>
                  </a:lnTo>
                  <a:lnTo>
                    <a:pt x="261" y="236"/>
                  </a:lnTo>
                  <a:lnTo>
                    <a:pt x="262" y="192"/>
                  </a:lnTo>
                  <a:lnTo>
                    <a:pt x="262" y="343"/>
                  </a:lnTo>
                  <a:lnTo>
                    <a:pt x="262" y="274"/>
                  </a:lnTo>
                  <a:lnTo>
                    <a:pt x="262" y="274"/>
                  </a:lnTo>
                  <a:lnTo>
                    <a:pt x="263" y="299"/>
                  </a:lnTo>
                  <a:lnTo>
                    <a:pt x="264" y="262"/>
                  </a:lnTo>
                  <a:lnTo>
                    <a:pt x="264" y="267"/>
                  </a:lnTo>
                  <a:lnTo>
                    <a:pt x="264" y="267"/>
                  </a:lnTo>
                  <a:lnTo>
                    <a:pt x="265" y="298"/>
                  </a:lnTo>
                  <a:lnTo>
                    <a:pt x="266" y="197"/>
                  </a:lnTo>
                  <a:lnTo>
                    <a:pt x="267" y="265"/>
                  </a:lnTo>
                  <a:lnTo>
                    <a:pt x="267" y="265"/>
                  </a:lnTo>
                  <a:lnTo>
                    <a:pt x="268" y="277"/>
                  </a:lnTo>
                  <a:lnTo>
                    <a:pt x="268" y="212"/>
                  </a:lnTo>
                  <a:lnTo>
                    <a:pt x="268" y="228"/>
                  </a:lnTo>
                  <a:lnTo>
                    <a:pt x="268" y="228"/>
                  </a:lnTo>
                  <a:lnTo>
                    <a:pt x="268" y="226"/>
                  </a:lnTo>
                  <a:lnTo>
                    <a:pt x="270" y="308"/>
                  </a:lnTo>
                  <a:lnTo>
                    <a:pt x="270" y="257"/>
                  </a:lnTo>
                  <a:lnTo>
                    <a:pt x="270" y="257"/>
                  </a:lnTo>
                  <a:lnTo>
                    <a:pt x="271" y="346"/>
                  </a:lnTo>
                  <a:lnTo>
                    <a:pt x="272" y="111"/>
                  </a:lnTo>
                  <a:lnTo>
                    <a:pt x="273" y="257"/>
                  </a:lnTo>
                  <a:lnTo>
                    <a:pt x="273" y="257"/>
                  </a:lnTo>
                  <a:lnTo>
                    <a:pt x="273" y="194"/>
                  </a:lnTo>
                  <a:lnTo>
                    <a:pt x="273" y="312"/>
                  </a:lnTo>
                  <a:lnTo>
                    <a:pt x="274" y="275"/>
                  </a:lnTo>
                  <a:lnTo>
                    <a:pt x="274" y="275"/>
                  </a:lnTo>
                  <a:lnTo>
                    <a:pt x="275" y="337"/>
                  </a:lnTo>
                  <a:lnTo>
                    <a:pt x="276" y="247"/>
                  </a:lnTo>
                  <a:lnTo>
                    <a:pt x="276" y="247"/>
                  </a:lnTo>
                  <a:lnTo>
                    <a:pt x="276" y="247"/>
                  </a:lnTo>
                  <a:lnTo>
                    <a:pt x="277" y="318"/>
                  </a:lnTo>
                  <a:lnTo>
                    <a:pt x="277" y="232"/>
                  </a:lnTo>
                  <a:lnTo>
                    <a:pt x="279" y="250"/>
                  </a:lnTo>
                  <a:lnTo>
                    <a:pt x="279" y="250"/>
                  </a:lnTo>
                  <a:lnTo>
                    <a:pt x="279" y="314"/>
                  </a:lnTo>
                  <a:lnTo>
                    <a:pt x="280" y="164"/>
                  </a:lnTo>
                  <a:lnTo>
                    <a:pt x="280" y="258"/>
                  </a:lnTo>
                  <a:lnTo>
                    <a:pt x="280" y="258"/>
                  </a:lnTo>
                  <a:lnTo>
                    <a:pt x="282" y="213"/>
                  </a:lnTo>
                  <a:lnTo>
                    <a:pt x="282" y="323"/>
                  </a:lnTo>
                  <a:lnTo>
                    <a:pt x="282" y="321"/>
                  </a:lnTo>
                  <a:lnTo>
                    <a:pt x="282" y="321"/>
                  </a:lnTo>
                  <a:lnTo>
                    <a:pt x="283" y="205"/>
                  </a:lnTo>
                  <a:lnTo>
                    <a:pt x="285" y="255"/>
                  </a:lnTo>
                  <a:lnTo>
                    <a:pt x="285" y="255"/>
                  </a:lnTo>
                  <a:lnTo>
                    <a:pt x="285" y="220"/>
                  </a:lnTo>
                  <a:lnTo>
                    <a:pt x="286" y="303"/>
                  </a:lnTo>
                  <a:lnTo>
                    <a:pt x="286" y="241"/>
                  </a:lnTo>
                  <a:lnTo>
                    <a:pt x="286" y="241"/>
                  </a:lnTo>
                  <a:lnTo>
                    <a:pt x="287" y="323"/>
                  </a:lnTo>
                  <a:lnTo>
                    <a:pt x="288" y="220"/>
                  </a:lnTo>
                  <a:lnTo>
                    <a:pt x="288" y="283"/>
                  </a:lnTo>
                  <a:lnTo>
                    <a:pt x="288" y="283"/>
                  </a:lnTo>
                  <a:lnTo>
                    <a:pt x="290" y="430"/>
                  </a:lnTo>
                  <a:lnTo>
                    <a:pt x="290" y="144"/>
                  </a:lnTo>
                  <a:lnTo>
                    <a:pt x="291" y="266"/>
                  </a:lnTo>
                  <a:lnTo>
                    <a:pt x="291" y="266"/>
                  </a:lnTo>
                  <a:lnTo>
                    <a:pt x="291" y="302"/>
                  </a:lnTo>
                  <a:lnTo>
                    <a:pt x="292" y="226"/>
                  </a:lnTo>
                  <a:lnTo>
                    <a:pt x="292" y="297"/>
                  </a:lnTo>
                  <a:lnTo>
                    <a:pt x="292" y="297"/>
                  </a:lnTo>
                  <a:lnTo>
                    <a:pt x="294" y="352"/>
                  </a:lnTo>
                  <a:lnTo>
                    <a:pt x="294" y="229"/>
                  </a:lnTo>
                  <a:lnTo>
                    <a:pt x="294" y="270"/>
                  </a:lnTo>
                  <a:lnTo>
                    <a:pt x="294" y="270"/>
                  </a:lnTo>
                  <a:lnTo>
                    <a:pt x="295" y="327"/>
                  </a:lnTo>
                  <a:lnTo>
                    <a:pt x="296" y="249"/>
                  </a:lnTo>
                  <a:lnTo>
                    <a:pt x="297" y="270"/>
                  </a:lnTo>
                  <a:lnTo>
                    <a:pt x="297" y="270"/>
                  </a:lnTo>
                  <a:lnTo>
                    <a:pt x="297" y="225"/>
                  </a:lnTo>
                  <a:lnTo>
                    <a:pt x="297" y="353"/>
                  </a:lnTo>
                  <a:lnTo>
                    <a:pt x="298" y="229"/>
                  </a:lnTo>
                  <a:lnTo>
                    <a:pt x="298" y="230"/>
                  </a:lnTo>
                  <a:lnTo>
                    <a:pt x="300" y="288"/>
                  </a:lnTo>
                  <a:lnTo>
                    <a:pt x="300" y="199"/>
                  </a:lnTo>
                  <a:lnTo>
                    <a:pt x="300" y="211"/>
                  </a:lnTo>
                  <a:lnTo>
                    <a:pt x="300" y="211"/>
                  </a:lnTo>
                  <a:lnTo>
                    <a:pt x="301" y="287"/>
                  </a:lnTo>
                  <a:lnTo>
                    <a:pt x="303" y="229"/>
                  </a:lnTo>
                  <a:lnTo>
                    <a:pt x="303" y="229"/>
                  </a:lnTo>
                  <a:lnTo>
                    <a:pt x="303" y="150"/>
                  </a:lnTo>
                  <a:lnTo>
                    <a:pt x="304" y="350"/>
                  </a:lnTo>
                  <a:lnTo>
                    <a:pt x="304" y="308"/>
                  </a:lnTo>
                  <a:lnTo>
                    <a:pt x="304" y="308"/>
                  </a:lnTo>
                  <a:lnTo>
                    <a:pt x="304" y="338"/>
                  </a:lnTo>
                  <a:lnTo>
                    <a:pt x="305" y="215"/>
                  </a:lnTo>
                  <a:lnTo>
                    <a:pt x="306" y="291"/>
                  </a:lnTo>
                  <a:lnTo>
                    <a:pt x="306" y="291"/>
                  </a:lnTo>
                  <a:lnTo>
                    <a:pt x="307" y="237"/>
                  </a:lnTo>
                  <a:lnTo>
                    <a:pt x="308" y="302"/>
                  </a:lnTo>
                  <a:lnTo>
                    <a:pt x="309" y="263"/>
                  </a:lnTo>
                  <a:lnTo>
                    <a:pt x="309" y="263"/>
                  </a:lnTo>
                  <a:lnTo>
                    <a:pt x="309" y="180"/>
                  </a:lnTo>
                  <a:lnTo>
                    <a:pt x="309" y="308"/>
                  </a:lnTo>
                  <a:lnTo>
                    <a:pt x="310" y="256"/>
                  </a:lnTo>
                  <a:lnTo>
                    <a:pt x="310" y="256"/>
                  </a:lnTo>
                  <a:lnTo>
                    <a:pt x="311" y="305"/>
                  </a:lnTo>
                  <a:lnTo>
                    <a:pt x="312" y="234"/>
                  </a:lnTo>
                  <a:lnTo>
                    <a:pt x="312" y="257"/>
                  </a:lnTo>
                  <a:lnTo>
                    <a:pt x="312" y="257"/>
                  </a:lnTo>
                  <a:lnTo>
                    <a:pt x="314" y="328"/>
                  </a:lnTo>
                  <a:lnTo>
                    <a:pt x="314" y="173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368"/>
                  </a:lnTo>
                  <a:lnTo>
                    <a:pt x="316" y="230"/>
                  </a:lnTo>
                  <a:lnTo>
                    <a:pt x="316" y="327"/>
                  </a:lnTo>
                  <a:lnTo>
                    <a:pt x="316" y="328"/>
                  </a:lnTo>
                  <a:lnTo>
                    <a:pt x="316" y="369"/>
                  </a:lnTo>
                  <a:lnTo>
                    <a:pt x="318" y="157"/>
                  </a:lnTo>
                  <a:lnTo>
                    <a:pt x="318" y="262"/>
                  </a:lnTo>
                  <a:lnTo>
                    <a:pt x="318" y="262"/>
                  </a:lnTo>
                  <a:lnTo>
                    <a:pt x="319" y="249"/>
                  </a:lnTo>
                  <a:lnTo>
                    <a:pt x="320" y="333"/>
                  </a:lnTo>
                  <a:lnTo>
                    <a:pt x="321" y="280"/>
                  </a:lnTo>
                  <a:lnTo>
                    <a:pt x="321" y="280"/>
                  </a:lnTo>
                  <a:lnTo>
                    <a:pt x="321" y="315"/>
                  </a:lnTo>
                  <a:lnTo>
                    <a:pt x="322" y="181"/>
                  </a:lnTo>
                  <a:lnTo>
                    <a:pt x="323" y="232"/>
                  </a:lnTo>
                  <a:lnTo>
                    <a:pt x="323" y="232"/>
                  </a:lnTo>
                  <a:lnTo>
                    <a:pt x="323" y="312"/>
                  </a:lnTo>
                  <a:lnTo>
                    <a:pt x="324" y="274"/>
                  </a:lnTo>
                  <a:lnTo>
                    <a:pt x="324" y="274"/>
                  </a:lnTo>
                  <a:lnTo>
                    <a:pt x="326" y="186"/>
                  </a:lnTo>
                  <a:lnTo>
                    <a:pt x="326" y="297"/>
                  </a:lnTo>
                  <a:lnTo>
                    <a:pt x="327" y="284"/>
                  </a:lnTo>
                  <a:lnTo>
                    <a:pt x="327" y="284"/>
                  </a:lnTo>
                  <a:lnTo>
                    <a:pt x="329" y="361"/>
                  </a:lnTo>
                  <a:lnTo>
                    <a:pt x="329" y="238"/>
                  </a:lnTo>
                  <a:lnTo>
                    <a:pt x="329" y="239"/>
                  </a:lnTo>
                  <a:lnTo>
                    <a:pt x="329" y="240"/>
                  </a:lnTo>
                  <a:lnTo>
                    <a:pt x="330" y="204"/>
                  </a:lnTo>
                  <a:lnTo>
                    <a:pt x="330" y="409"/>
                  </a:lnTo>
                  <a:lnTo>
                    <a:pt x="330" y="410"/>
                  </a:lnTo>
                  <a:lnTo>
                    <a:pt x="331" y="612"/>
                  </a:lnTo>
                  <a:lnTo>
                    <a:pt x="331" y="174"/>
                  </a:lnTo>
                  <a:lnTo>
                    <a:pt x="333" y="245"/>
                  </a:lnTo>
                  <a:lnTo>
                    <a:pt x="333" y="245"/>
                  </a:lnTo>
                  <a:lnTo>
                    <a:pt x="333" y="333"/>
                  </a:lnTo>
                  <a:lnTo>
                    <a:pt x="334" y="168"/>
                  </a:lnTo>
                  <a:lnTo>
                    <a:pt x="335" y="189"/>
                  </a:lnTo>
                  <a:lnTo>
                    <a:pt x="335" y="189"/>
                  </a:lnTo>
                  <a:lnTo>
                    <a:pt x="336" y="422"/>
                  </a:lnTo>
                  <a:lnTo>
                    <a:pt x="336" y="245"/>
                  </a:lnTo>
                  <a:lnTo>
                    <a:pt x="336" y="245"/>
                  </a:lnTo>
                  <a:lnTo>
                    <a:pt x="337" y="234"/>
                  </a:lnTo>
                  <a:lnTo>
                    <a:pt x="338" y="362"/>
                  </a:lnTo>
                  <a:lnTo>
                    <a:pt x="339" y="309"/>
                  </a:lnTo>
                  <a:lnTo>
                    <a:pt x="339" y="309"/>
                  </a:lnTo>
                  <a:lnTo>
                    <a:pt x="339" y="338"/>
                  </a:lnTo>
                  <a:lnTo>
                    <a:pt x="340" y="266"/>
                  </a:lnTo>
                  <a:lnTo>
                    <a:pt x="341" y="294"/>
                  </a:lnTo>
                  <a:lnTo>
                    <a:pt x="341" y="294"/>
                  </a:lnTo>
                  <a:lnTo>
                    <a:pt x="342" y="597"/>
                  </a:lnTo>
                  <a:lnTo>
                    <a:pt x="342" y="131"/>
                  </a:lnTo>
                  <a:lnTo>
                    <a:pt x="342" y="207"/>
                  </a:lnTo>
                  <a:lnTo>
                    <a:pt x="342" y="207"/>
                  </a:lnTo>
                  <a:lnTo>
                    <a:pt x="342" y="207"/>
                  </a:lnTo>
                  <a:lnTo>
                    <a:pt x="344" y="309"/>
                  </a:lnTo>
                  <a:lnTo>
                    <a:pt x="345" y="232"/>
                  </a:lnTo>
                  <a:lnTo>
                    <a:pt x="345" y="232"/>
                  </a:lnTo>
                  <a:lnTo>
                    <a:pt x="345" y="345"/>
                  </a:lnTo>
                  <a:lnTo>
                    <a:pt x="346" y="163"/>
                  </a:lnTo>
                  <a:lnTo>
                    <a:pt x="347" y="190"/>
                  </a:lnTo>
                  <a:lnTo>
                    <a:pt x="347" y="190"/>
                  </a:lnTo>
                  <a:lnTo>
                    <a:pt x="348" y="323"/>
                  </a:lnTo>
                  <a:lnTo>
                    <a:pt x="348" y="276"/>
                  </a:lnTo>
                  <a:lnTo>
                    <a:pt x="348" y="276"/>
                  </a:lnTo>
                  <a:lnTo>
                    <a:pt x="350" y="311"/>
                  </a:lnTo>
                  <a:lnTo>
                    <a:pt x="350" y="188"/>
                  </a:lnTo>
                  <a:lnTo>
                    <a:pt x="351" y="293"/>
                  </a:lnTo>
                  <a:lnTo>
                    <a:pt x="351" y="293"/>
                  </a:lnTo>
                  <a:lnTo>
                    <a:pt x="351" y="239"/>
                  </a:lnTo>
                  <a:lnTo>
                    <a:pt x="352" y="357"/>
                  </a:lnTo>
                  <a:lnTo>
                    <a:pt x="353" y="257"/>
                  </a:lnTo>
                  <a:lnTo>
                    <a:pt x="353" y="257"/>
                  </a:lnTo>
                  <a:lnTo>
                    <a:pt x="353" y="221"/>
                  </a:lnTo>
                  <a:lnTo>
                    <a:pt x="354" y="340"/>
                  </a:lnTo>
                  <a:lnTo>
                    <a:pt x="354" y="279"/>
                  </a:lnTo>
                  <a:lnTo>
                    <a:pt x="354" y="279"/>
                  </a:lnTo>
                  <a:lnTo>
                    <a:pt x="356" y="341"/>
                  </a:lnTo>
                  <a:lnTo>
                    <a:pt x="356" y="25"/>
                  </a:lnTo>
                  <a:lnTo>
                    <a:pt x="357" y="213"/>
                  </a:lnTo>
                  <a:lnTo>
                    <a:pt x="357" y="213"/>
                  </a:lnTo>
                  <a:lnTo>
                    <a:pt x="359" y="270"/>
                  </a:lnTo>
                  <a:lnTo>
                    <a:pt x="359" y="261"/>
                  </a:lnTo>
                  <a:lnTo>
                    <a:pt x="359" y="261"/>
                  </a:lnTo>
                  <a:lnTo>
                    <a:pt x="359" y="238"/>
                  </a:lnTo>
                  <a:lnTo>
                    <a:pt x="359" y="337"/>
                  </a:lnTo>
                  <a:lnTo>
                    <a:pt x="360" y="302"/>
                  </a:lnTo>
                  <a:lnTo>
                    <a:pt x="360" y="302"/>
                  </a:lnTo>
                  <a:lnTo>
                    <a:pt x="362" y="394"/>
                  </a:lnTo>
                  <a:lnTo>
                    <a:pt x="363" y="150"/>
                  </a:lnTo>
                  <a:lnTo>
                    <a:pt x="363" y="161"/>
                  </a:lnTo>
                  <a:lnTo>
                    <a:pt x="363" y="162"/>
                  </a:lnTo>
                  <a:lnTo>
                    <a:pt x="363" y="422"/>
                  </a:lnTo>
                  <a:lnTo>
                    <a:pt x="365" y="287"/>
                  </a:lnTo>
                  <a:lnTo>
                    <a:pt x="365" y="287"/>
                  </a:lnTo>
                  <a:lnTo>
                    <a:pt x="366" y="350"/>
                  </a:lnTo>
                  <a:lnTo>
                    <a:pt x="366" y="152"/>
                  </a:lnTo>
                  <a:lnTo>
                    <a:pt x="366" y="223"/>
                  </a:lnTo>
                  <a:lnTo>
                    <a:pt x="366" y="224"/>
                  </a:lnTo>
                  <a:lnTo>
                    <a:pt x="367" y="386"/>
                  </a:lnTo>
                  <a:lnTo>
                    <a:pt x="367" y="191"/>
                  </a:lnTo>
                  <a:lnTo>
                    <a:pt x="369" y="257"/>
                  </a:lnTo>
                  <a:lnTo>
                    <a:pt x="369" y="257"/>
                  </a:lnTo>
                  <a:lnTo>
                    <a:pt x="369" y="213"/>
                  </a:lnTo>
                  <a:lnTo>
                    <a:pt x="370" y="316"/>
                  </a:lnTo>
                  <a:lnTo>
                    <a:pt x="371" y="291"/>
                  </a:lnTo>
                  <a:lnTo>
                    <a:pt x="371" y="291"/>
                  </a:lnTo>
                  <a:lnTo>
                    <a:pt x="371" y="261"/>
                  </a:lnTo>
                  <a:lnTo>
                    <a:pt x="372" y="313"/>
                  </a:lnTo>
                  <a:lnTo>
                    <a:pt x="372" y="307"/>
                  </a:lnTo>
                  <a:lnTo>
                    <a:pt x="372" y="307"/>
                  </a:lnTo>
                  <a:lnTo>
                    <a:pt x="373" y="448"/>
                  </a:lnTo>
                  <a:lnTo>
                    <a:pt x="374" y="196"/>
                  </a:lnTo>
                  <a:lnTo>
                    <a:pt x="375" y="258"/>
                  </a:lnTo>
                  <a:lnTo>
                    <a:pt x="375" y="258"/>
                  </a:lnTo>
                  <a:lnTo>
                    <a:pt x="375" y="223"/>
                  </a:lnTo>
                  <a:lnTo>
                    <a:pt x="377" y="454"/>
                  </a:lnTo>
                  <a:lnTo>
                    <a:pt x="377" y="389"/>
                  </a:lnTo>
                  <a:lnTo>
                    <a:pt x="377" y="389"/>
                  </a:lnTo>
                  <a:lnTo>
                    <a:pt x="377" y="104"/>
                  </a:lnTo>
                  <a:lnTo>
                    <a:pt x="378" y="260"/>
                  </a:lnTo>
                  <a:lnTo>
                    <a:pt x="378" y="260"/>
                  </a:lnTo>
                  <a:lnTo>
                    <a:pt x="380" y="233"/>
                  </a:lnTo>
                  <a:lnTo>
                    <a:pt x="380" y="271"/>
                  </a:lnTo>
                  <a:lnTo>
                    <a:pt x="381" y="257"/>
                  </a:lnTo>
                  <a:lnTo>
                    <a:pt x="381" y="257"/>
                  </a:lnTo>
                  <a:lnTo>
                    <a:pt x="381" y="221"/>
                  </a:lnTo>
                  <a:lnTo>
                    <a:pt x="382" y="339"/>
                  </a:lnTo>
                  <a:lnTo>
                    <a:pt x="383" y="295"/>
                  </a:lnTo>
                  <a:lnTo>
                    <a:pt x="383" y="295"/>
                  </a:lnTo>
                  <a:lnTo>
                    <a:pt x="383" y="320"/>
                  </a:lnTo>
                  <a:lnTo>
                    <a:pt x="384" y="183"/>
                  </a:lnTo>
                  <a:lnTo>
                    <a:pt x="384" y="273"/>
                  </a:lnTo>
                  <a:lnTo>
                    <a:pt x="384" y="273"/>
                  </a:lnTo>
                  <a:lnTo>
                    <a:pt x="385" y="199"/>
                  </a:lnTo>
                  <a:lnTo>
                    <a:pt x="386" y="329"/>
                  </a:lnTo>
                  <a:lnTo>
                    <a:pt x="387" y="281"/>
                  </a:lnTo>
                  <a:lnTo>
                    <a:pt x="387" y="281"/>
                  </a:lnTo>
                  <a:lnTo>
                    <a:pt x="388" y="238"/>
                  </a:lnTo>
                  <a:lnTo>
                    <a:pt x="388" y="334"/>
                  </a:lnTo>
                  <a:lnTo>
                    <a:pt x="389" y="306"/>
                  </a:lnTo>
                  <a:lnTo>
                    <a:pt x="389" y="306"/>
                  </a:lnTo>
                  <a:lnTo>
                    <a:pt x="389" y="310"/>
                  </a:lnTo>
                  <a:lnTo>
                    <a:pt x="389" y="188"/>
                  </a:lnTo>
                  <a:lnTo>
                    <a:pt x="391" y="259"/>
                  </a:lnTo>
                  <a:lnTo>
                    <a:pt x="391" y="259"/>
                  </a:lnTo>
                  <a:lnTo>
                    <a:pt x="392" y="241"/>
                  </a:lnTo>
                  <a:lnTo>
                    <a:pt x="393" y="312"/>
                  </a:lnTo>
                  <a:lnTo>
                    <a:pt x="393" y="312"/>
                  </a:lnTo>
                  <a:lnTo>
                    <a:pt x="393" y="336"/>
                  </a:lnTo>
                  <a:lnTo>
                    <a:pt x="394" y="270"/>
                  </a:lnTo>
                  <a:lnTo>
                    <a:pt x="395" y="289"/>
                  </a:lnTo>
                  <a:lnTo>
                    <a:pt x="395" y="289"/>
                  </a:lnTo>
                  <a:lnTo>
                    <a:pt x="395" y="400"/>
                  </a:lnTo>
                  <a:lnTo>
                    <a:pt x="396" y="133"/>
                  </a:lnTo>
                  <a:lnTo>
                    <a:pt x="397" y="221"/>
                  </a:lnTo>
                  <a:lnTo>
                    <a:pt x="397" y="221"/>
                  </a:lnTo>
                  <a:lnTo>
                    <a:pt x="397" y="189"/>
                  </a:lnTo>
                  <a:lnTo>
                    <a:pt x="398" y="333"/>
                  </a:lnTo>
                  <a:lnTo>
                    <a:pt x="399" y="287"/>
                  </a:lnTo>
                  <a:lnTo>
                    <a:pt x="399" y="287"/>
                  </a:lnTo>
                  <a:lnTo>
                    <a:pt x="400" y="328"/>
                  </a:lnTo>
                  <a:lnTo>
                    <a:pt x="400" y="193"/>
                  </a:lnTo>
                  <a:lnTo>
                    <a:pt x="401" y="247"/>
                  </a:lnTo>
                  <a:lnTo>
                    <a:pt x="401" y="247"/>
                  </a:lnTo>
                  <a:lnTo>
                    <a:pt x="402" y="208"/>
                  </a:lnTo>
                  <a:lnTo>
                    <a:pt x="402" y="286"/>
                  </a:lnTo>
                  <a:lnTo>
                    <a:pt x="403" y="277"/>
                  </a:lnTo>
                  <a:lnTo>
                    <a:pt x="403" y="277"/>
                  </a:lnTo>
                  <a:lnTo>
                    <a:pt x="403" y="262"/>
                  </a:lnTo>
                  <a:lnTo>
                    <a:pt x="404" y="328"/>
                  </a:lnTo>
                  <a:lnTo>
                    <a:pt x="405" y="309"/>
                  </a:lnTo>
                  <a:lnTo>
                    <a:pt x="405" y="309"/>
                  </a:lnTo>
                  <a:lnTo>
                    <a:pt x="406" y="364"/>
                  </a:lnTo>
                  <a:lnTo>
                    <a:pt x="407" y="166"/>
                  </a:lnTo>
                  <a:lnTo>
                    <a:pt x="407" y="231"/>
                  </a:lnTo>
                  <a:lnTo>
                    <a:pt x="407" y="231"/>
                  </a:lnTo>
                  <a:lnTo>
                    <a:pt x="409" y="338"/>
                  </a:lnTo>
                  <a:lnTo>
                    <a:pt x="409" y="338"/>
                  </a:lnTo>
                  <a:lnTo>
                    <a:pt x="409" y="343"/>
                  </a:lnTo>
                  <a:lnTo>
                    <a:pt x="410" y="239"/>
                  </a:lnTo>
                  <a:lnTo>
                    <a:pt x="411" y="251"/>
                  </a:lnTo>
                  <a:lnTo>
                    <a:pt x="411" y="251"/>
                  </a:lnTo>
                  <a:lnTo>
                    <a:pt x="412" y="304"/>
                  </a:lnTo>
                  <a:lnTo>
                    <a:pt x="413" y="241"/>
                  </a:lnTo>
                  <a:lnTo>
                    <a:pt x="413" y="266"/>
                  </a:lnTo>
                  <a:lnTo>
                    <a:pt x="413" y="266"/>
                  </a:lnTo>
                  <a:lnTo>
                    <a:pt x="413" y="241"/>
                  </a:lnTo>
                  <a:lnTo>
                    <a:pt x="415" y="313"/>
                  </a:lnTo>
                  <a:lnTo>
                    <a:pt x="415" y="302"/>
                  </a:lnTo>
                  <a:lnTo>
                    <a:pt x="415" y="302"/>
                  </a:lnTo>
                  <a:lnTo>
                    <a:pt x="415" y="306"/>
                  </a:lnTo>
                  <a:lnTo>
                    <a:pt x="416" y="244"/>
                  </a:lnTo>
                  <a:lnTo>
                    <a:pt x="417" y="249"/>
                  </a:lnTo>
                  <a:lnTo>
                    <a:pt x="417" y="249"/>
                  </a:lnTo>
                  <a:lnTo>
                    <a:pt x="417" y="203"/>
                  </a:lnTo>
                  <a:lnTo>
                    <a:pt x="418" y="303"/>
                  </a:lnTo>
                  <a:lnTo>
                    <a:pt x="419" y="262"/>
                  </a:lnTo>
                  <a:lnTo>
                    <a:pt x="419" y="262"/>
                  </a:lnTo>
                  <a:lnTo>
                    <a:pt x="419" y="237"/>
                  </a:lnTo>
                  <a:lnTo>
                    <a:pt x="420" y="309"/>
                  </a:lnTo>
                  <a:lnTo>
                    <a:pt x="421" y="269"/>
                  </a:lnTo>
                  <a:lnTo>
                    <a:pt x="421" y="269"/>
                  </a:lnTo>
                  <a:lnTo>
                    <a:pt x="422" y="365"/>
                  </a:lnTo>
                  <a:lnTo>
                    <a:pt x="422" y="241"/>
                  </a:lnTo>
                  <a:lnTo>
                    <a:pt x="423" y="262"/>
                  </a:lnTo>
                  <a:lnTo>
                    <a:pt x="423" y="262"/>
                  </a:lnTo>
                  <a:lnTo>
                    <a:pt x="423" y="288"/>
                  </a:lnTo>
                  <a:lnTo>
                    <a:pt x="424" y="241"/>
                  </a:lnTo>
                  <a:lnTo>
                    <a:pt x="425" y="272"/>
                  </a:lnTo>
                  <a:lnTo>
                    <a:pt x="425" y="272"/>
                  </a:lnTo>
                  <a:lnTo>
                    <a:pt x="425" y="224"/>
                  </a:lnTo>
                  <a:lnTo>
                    <a:pt x="425" y="299"/>
                  </a:lnTo>
                  <a:lnTo>
                    <a:pt x="427" y="263"/>
                  </a:lnTo>
                  <a:lnTo>
                    <a:pt x="427" y="263"/>
                  </a:lnTo>
                  <a:lnTo>
                    <a:pt x="428" y="455"/>
                  </a:lnTo>
                  <a:lnTo>
                    <a:pt x="428" y="195"/>
                  </a:lnTo>
                  <a:lnTo>
                    <a:pt x="429" y="262"/>
                  </a:lnTo>
                  <a:lnTo>
                    <a:pt x="429" y="262"/>
                  </a:lnTo>
                  <a:lnTo>
                    <a:pt x="430" y="311"/>
                  </a:lnTo>
                  <a:lnTo>
                    <a:pt x="430" y="209"/>
                  </a:lnTo>
                  <a:lnTo>
                    <a:pt x="431" y="250"/>
                  </a:lnTo>
                  <a:lnTo>
                    <a:pt x="431" y="250"/>
                  </a:lnTo>
                  <a:lnTo>
                    <a:pt x="432" y="229"/>
                  </a:lnTo>
                  <a:lnTo>
                    <a:pt x="432" y="463"/>
                  </a:lnTo>
                  <a:lnTo>
                    <a:pt x="433" y="254"/>
                  </a:lnTo>
                  <a:lnTo>
                    <a:pt x="433" y="254"/>
                  </a:lnTo>
                  <a:lnTo>
                    <a:pt x="434" y="215"/>
                  </a:lnTo>
                  <a:lnTo>
                    <a:pt x="434" y="288"/>
                  </a:lnTo>
                  <a:lnTo>
                    <a:pt x="435" y="230"/>
                  </a:lnTo>
                  <a:lnTo>
                    <a:pt x="435" y="230"/>
                  </a:lnTo>
                  <a:lnTo>
                    <a:pt x="436" y="308"/>
                  </a:lnTo>
                  <a:lnTo>
                    <a:pt x="437" y="118"/>
                  </a:lnTo>
                  <a:lnTo>
                    <a:pt x="437" y="191"/>
                  </a:lnTo>
                  <a:lnTo>
                    <a:pt x="437" y="191"/>
                  </a:lnTo>
                  <a:lnTo>
                    <a:pt x="438" y="288"/>
                  </a:lnTo>
                  <a:lnTo>
                    <a:pt x="439" y="282"/>
                  </a:lnTo>
                  <a:lnTo>
                    <a:pt x="439" y="282"/>
                  </a:lnTo>
                  <a:lnTo>
                    <a:pt x="440" y="217"/>
                  </a:lnTo>
                  <a:lnTo>
                    <a:pt x="441" y="384"/>
                  </a:lnTo>
                  <a:lnTo>
                    <a:pt x="441" y="374"/>
                  </a:lnTo>
                  <a:lnTo>
                    <a:pt x="441" y="374"/>
                  </a:lnTo>
                  <a:lnTo>
                    <a:pt x="442" y="252"/>
                  </a:lnTo>
                  <a:lnTo>
                    <a:pt x="443" y="289"/>
                  </a:lnTo>
                  <a:lnTo>
                    <a:pt x="443" y="289"/>
                  </a:lnTo>
                  <a:lnTo>
                    <a:pt x="443" y="321"/>
                  </a:lnTo>
                  <a:lnTo>
                    <a:pt x="443" y="218"/>
                  </a:lnTo>
                  <a:lnTo>
                    <a:pt x="445" y="279"/>
                  </a:lnTo>
                  <a:lnTo>
                    <a:pt x="445" y="279"/>
                  </a:lnTo>
                  <a:lnTo>
                    <a:pt x="446" y="239"/>
                  </a:lnTo>
                  <a:lnTo>
                    <a:pt x="446" y="332"/>
                  </a:lnTo>
                  <a:lnTo>
                    <a:pt x="447" y="279"/>
                  </a:lnTo>
                  <a:lnTo>
                    <a:pt x="447" y="279"/>
                  </a:lnTo>
                  <a:lnTo>
                    <a:pt x="447" y="351"/>
                  </a:lnTo>
                  <a:lnTo>
                    <a:pt x="448" y="242"/>
                  </a:lnTo>
                  <a:lnTo>
                    <a:pt x="449" y="281"/>
                  </a:lnTo>
                  <a:lnTo>
                    <a:pt x="449" y="281"/>
                  </a:lnTo>
                  <a:lnTo>
                    <a:pt x="450" y="217"/>
                  </a:lnTo>
                  <a:lnTo>
                    <a:pt x="451" y="289"/>
                  </a:lnTo>
                  <a:lnTo>
                    <a:pt x="451" y="289"/>
                  </a:lnTo>
                  <a:lnTo>
                    <a:pt x="451" y="319"/>
                  </a:lnTo>
                  <a:lnTo>
                    <a:pt x="452" y="238"/>
                  </a:lnTo>
                  <a:lnTo>
                    <a:pt x="453" y="261"/>
                  </a:lnTo>
                  <a:lnTo>
                    <a:pt x="453" y="261"/>
                  </a:lnTo>
                  <a:lnTo>
                    <a:pt x="453" y="227"/>
                  </a:lnTo>
                  <a:lnTo>
                    <a:pt x="453" y="312"/>
                  </a:lnTo>
                  <a:lnTo>
                    <a:pt x="455" y="281"/>
                  </a:lnTo>
                  <a:lnTo>
                    <a:pt x="455" y="281"/>
                  </a:lnTo>
                  <a:lnTo>
                    <a:pt x="455" y="243"/>
                  </a:lnTo>
                  <a:lnTo>
                    <a:pt x="457" y="419"/>
                  </a:lnTo>
                  <a:lnTo>
                    <a:pt x="457" y="248"/>
                  </a:lnTo>
                  <a:lnTo>
                    <a:pt x="457" y="248"/>
                  </a:lnTo>
                  <a:lnTo>
                    <a:pt x="457" y="236"/>
                  </a:lnTo>
                  <a:lnTo>
                    <a:pt x="459" y="307"/>
                  </a:lnTo>
                  <a:lnTo>
                    <a:pt x="459" y="291"/>
                  </a:lnTo>
                  <a:lnTo>
                    <a:pt x="459" y="291"/>
                  </a:lnTo>
                  <a:lnTo>
                    <a:pt x="459" y="389"/>
                  </a:lnTo>
                  <a:lnTo>
                    <a:pt x="459" y="192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62" y="303"/>
                  </a:lnTo>
                  <a:lnTo>
                    <a:pt x="463" y="242"/>
                  </a:lnTo>
                  <a:lnTo>
                    <a:pt x="463" y="250"/>
                  </a:lnTo>
                  <a:lnTo>
                    <a:pt x="463" y="250"/>
                  </a:lnTo>
                  <a:lnTo>
                    <a:pt x="464" y="312"/>
                  </a:lnTo>
                  <a:lnTo>
                    <a:pt x="464" y="238"/>
                  </a:lnTo>
                  <a:lnTo>
                    <a:pt x="465" y="292"/>
                  </a:lnTo>
                  <a:lnTo>
                    <a:pt x="465" y="292"/>
                  </a:lnTo>
                  <a:lnTo>
                    <a:pt x="465" y="230"/>
                  </a:lnTo>
                  <a:lnTo>
                    <a:pt x="466" y="316"/>
                  </a:lnTo>
                  <a:lnTo>
                    <a:pt x="467" y="261"/>
                  </a:lnTo>
                  <a:lnTo>
                    <a:pt x="467" y="261"/>
                  </a:lnTo>
                  <a:lnTo>
                    <a:pt x="468" y="223"/>
                  </a:lnTo>
                  <a:lnTo>
                    <a:pt x="468" y="399"/>
                  </a:lnTo>
                  <a:lnTo>
                    <a:pt x="469" y="294"/>
                  </a:lnTo>
                  <a:lnTo>
                    <a:pt x="469" y="294"/>
                  </a:lnTo>
                  <a:lnTo>
                    <a:pt x="470" y="247"/>
                  </a:lnTo>
                  <a:lnTo>
                    <a:pt x="471" y="303"/>
                  </a:lnTo>
                  <a:lnTo>
                    <a:pt x="471" y="254"/>
                  </a:lnTo>
                  <a:lnTo>
                    <a:pt x="471" y="254"/>
                  </a:lnTo>
                  <a:lnTo>
                    <a:pt x="471" y="410"/>
                  </a:lnTo>
                  <a:lnTo>
                    <a:pt x="472" y="211"/>
                  </a:lnTo>
                  <a:lnTo>
                    <a:pt x="473" y="359"/>
                  </a:lnTo>
                  <a:lnTo>
                    <a:pt x="473" y="359"/>
                  </a:lnTo>
                  <a:lnTo>
                    <a:pt x="474" y="106"/>
                  </a:lnTo>
                  <a:lnTo>
                    <a:pt x="475" y="374"/>
                  </a:lnTo>
                  <a:lnTo>
                    <a:pt x="475" y="328"/>
                  </a:lnTo>
                  <a:lnTo>
                    <a:pt x="475" y="328"/>
                  </a:lnTo>
                  <a:lnTo>
                    <a:pt x="475" y="331"/>
                  </a:lnTo>
                  <a:lnTo>
                    <a:pt x="476" y="225"/>
                  </a:lnTo>
                  <a:lnTo>
                    <a:pt x="477" y="269"/>
                  </a:lnTo>
                  <a:lnTo>
                    <a:pt x="477" y="269"/>
                  </a:lnTo>
                  <a:lnTo>
                    <a:pt x="478" y="238"/>
                  </a:lnTo>
                  <a:lnTo>
                    <a:pt x="478" y="286"/>
                  </a:lnTo>
                  <a:lnTo>
                    <a:pt x="479" y="271"/>
                  </a:lnTo>
                  <a:lnTo>
                    <a:pt x="479" y="271"/>
                  </a:lnTo>
                  <a:lnTo>
                    <a:pt x="479" y="317"/>
                  </a:lnTo>
                  <a:lnTo>
                    <a:pt x="480" y="256"/>
                  </a:lnTo>
                  <a:lnTo>
                    <a:pt x="481" y="258"/>
                  </a:lnTo>
                  <a:lnTo>
                    <a:pt x="481" y="258"/>
                  </a:lnTo>
                  <a:lnTo>
                    <a:pt x="481" y="251"/>
                  </a:lnTo>
                  <a:lnTo>
                    <a:pt x="481" y="296"/>
                  </a:lnTo>
                  <a:lnTo>
                    <a:pt x="483" y="263"/>
                  </a:lnTo>
                  <a:lnTo>
                    <a:pt x="483" y="263"/>
                  </a:lnTo>
                  <a:lnTo>
                    <a:pt x="483" y="258"/>
                  </a:lnTo>
                  <a:lnTo>
                    <a:pt x="483" y="355"/>
                  </a:lnTo>
                  <a:lnTo>
                    <a:pt x="485" y="280"/>
                  </a:lnTo>
                  <a:lnTo>
                    <a:pt x="485" y="280"/>
                  </a:lnTo>
                  <a:lnTo>
                    <a:pt x="485" y="200"/>
                  </a:lnTo>
                  <a:lnTo>
                    <a:pt x="487" y="293"/>
                  </a:lnTo>
                  <a:lnTo>
                    <a:pt x="487" y="256"/>
                  </a:lnTo>
                  <a:lnTo>
                    <a:pt x="487" y="256"/>
                  </a:lnTo>
                  <a:lnTo>
                    <a:pt x="487" y="293"/>
                  </a:lnTo>
                  <a:lnTo>
                    <a:pt x="488" y="217"/>
                  </a:lnTo>
                  <a:lnTo>
                    <a:pt x="489" y="261"/>
                  </a:lnTo>
                  <a:lnTo>
                    <a:pt x="489" y="261"/>
                  </a:lnTo>
                  <a:lnTo>
                    <a:pt x="490" y="241"/>
                  </a:lnTo>
                  <a:lnTo>
                    <a:pt x="490" y="301"/>
                  </a:lnTo>
                  <a:lnTo>
                    <a:pt x="491" y="297"/>
                  </a:lnTo>
                  <a:lnTo>
                    <a:pt x="491" y="297"/>
                  </a:lnTo>
                  <a:lnTo>
                    <a:pt x="492" y="241"/>
                  </a:lnTo>
                  <a:lnTo>
                    <a:pt x="493" y="333"/>
                  </a:lnTo>
                  <a:lnTo>
                    <a:pt x="493" y="318"/>
                  </a:lnTo>
                  <a:lnTo>
                    <a:pt x="493" y="318"/>
                  </a:lnTo>
                  <a:lnTo>
                    <a:pt x="493" y="320"/>
                  </a:lnTo>
                  <a:lnTo>
                    <a:pt x="495" y="212"/>
                  </a:lnTo>
                  <a:lnTo>
                    <a:pt x="495" y="248"/>
                  </a:lnTo>
                  <a:lnTo>
                    <a:pt x="495" y="248"/>
                  </a:lnTo>
                  <a:lnTo>
                    <a:pt x="495" y="226"/>
                  </a:lnTo>
                  <a:lnTo>
                    <a:pt x="496" y="295"/>
                  </a:lnTo>
                  <a:lnTo>
                    <a:pt x="497" y="279"/>
                  </a:lnTo>
                  <a:lnTo>
                    <a:pt x="497" y="279"/>
                  </a:lnTo>
                  <a:lnTo>
                    <a:pt x="498" y="296"/>
                  </a:lnTo>
                  <a:lnTo>
                    <a:pt x="499" y="217"/>
                  </a:lnTo>
                  <a:lnTo>
                    <a:pt x="499" y="242"/>
                  </a:lnTo>
                  <a:lnTo>
                    <a:pt x="499" y="242"/>
                  </a:lnTo>
                  <a:lnTo>
                    <a:pt x="499" y="232"/>
                  </a:lnTo>
                  <a:lnTo>
                    <a:pt x="501" y="294"/>
                  </a:lnTo>
                  <a:lnTo>
                    <a:pt x="501" y="266"/>
                  </a:lnTo>
                  <a:lnTo>
                    <a:pt x="501" y="266"/>
                  </a:lnTo>
                  <a:lnTo>
                    <a:pt x="501" y="247"/>
                  </a:lnTo>
                  <a:lnTo>
                    <a:pt x="501" y="294"/>
                  </a:lnTo>
                  <a:lnTo>
                    <a:pt x="503" y="258"/>
                  </a:lnTo>
                  <a:lnTo>
                    <a:pt x="503" y="258"/>
                  </a:lnTo>
                  <a:lnTo>
                    <a:pt x="504" y="241"/>
                  </a:lnTo>
                  <a:lnTo>
                    <a:pt x="504" y="279"/>
                  </a:lnTo>
                  <a:lnTo>
                    <a:pt x="505" y="278"/>
                  </a:lnTo>
                  <a:lnTo>
                    <a:pt x="505" y="278"/>
                  </a:lnTo>
                  <a:lnTo>
                    <a:pt x="506" y="320"/>
                  </a:lnTo>
                  <a:lnTo>
                    <a:pt x="507" y="212"/>
                  </a:lnTo>
                  <a:lnTo>
                    <a:pt x="507" y="247"/>
                  </a:lnTo>
                  <a:lnTo>
                    <a:pt x="507" y="247"/>
                  </a:lnTo>
                  <a:lnTo>
                    <a:pt x="508" y="296"/>
                  </a:lnTo>
                  <a:lnTo>
                    <a:pt x="509" y="231"/>
                  </a:lnTo>
                  <a:lnTo>
                    <a:pt x="509" y="231"/>
                  </a:lnTo>
                  <a:lnTo>
                    <a:pt x="509" y="231"/>
                  </a:lnTo>
                  <a:lnTo>
                    <a:pt x="509" y="222"/>
                  </a:lnTo>
                  <a:lnTo>
                    <a:pt x="511" y="313"/>
                  </a:lnTo>
                  <a:lnTo>
                    <a:pt x="511" y="302"/>
                  </a:lnTo>
                  <a:lnTo>
                    <a:pt x="511" y="302"/>
                  </a:lnTo>
                  <a:lnTo>
                    <a:pt x="511" y="313"/>
                  </a:lnTo>
                  <a:lnTo>
                    <a:pt x="511" y="239"/>
                  </a:lnTo>
                  <a:lnTo>
                    <a:pt x="513" y="258"/>
                  </a:lnTo>
                  <a:lnTo>
                    <a:pt x="513" y="258"/>
                  </a:lnTo>
                  <a:lnTo>
                    <a:pt x="514" y="294"/>
                  </a:lnTo>
                  <a:lnTo>
                    <a:pt x="515" y="218"/>
                  </a:lnTo>
                  <a:lnTo>
                    <a:pt x="515" y="218"/>
                  </a:lnTo>
                  <a:lnTo>
                    <a:pt x="515" y="202"/>
                  </a:lnTo>
                  <a:lnTo>
                    <a:pt x="516" y="279"/>
                  </a:lnTo>
                  <a:lnTo>
                    <a:pt x="517" y="245"/>
                  </a:lnTo>
                  <a:lnTo>
                    <a:pt x="517" y="245"/>
                  </a:lnTo>
                  <a:lnTo>
                    <a:pt x="517" y="332"/>
                  </a:lnTo>
                  <a:lnTo>
                    <a:pt x="518" y="190"/>
                  </a:lnTo>
                  <a:lnTo>
                    <a:pt x="519" y="282"/>
                  </a:lnTo>
                  <a:lnTo>
                    <a:pt x="519" y="282"/>
                  </a:lnTo>
                  <a:lnTo>
                    <a:pt x="521" y="335"/>
                  </a:lnTo>
                  <a:lnTo>
                    <a:pt x="521" y="246"/>
                  </a:lnTo>
                  <a:lnTo>
                    <a:pt x="521" y="246"/>
                  </a:lnTo>
                  <a:lnTo>
                    <a:pt x="521" y="235"/>
                  </a:lnTo>
                  <a:lnTo>
                    <a:pt x="522" y="359"/>
                  </a:lnTo>
                  <a:lnTo>
                    <a:pt x="523" y="246"/>
                  </a:lnTo>
                  <a:lnTo>
                    <a:pt x="523" y="246"/>
                  </a:lnTo>
                  <a:lnTo>
                    <a:pt x="524" y="330"/>
                  </a:lnTo>
                  <a:lnTo>
                    <a:pt x="525" y="213"/>
                  </a:lnTo>
                  <a:lnTo>
                    <a:pt x="525" y="265"/>
                  </a:lnTo>
                  <a:lnTo>
                    <a:pt x="525" y="265"/>
                  </a:lnTo>
                  <a:lnTo>
                    <a:pt x="525" y="287"/>
                  </a:lnTo>
                  <a:lnTo>
                    <a:pt x="527" y="220"/>
                  </a:lnTo>
                  <a:lnTo>
                    <a:pt x="527" y="249"/>
                  </a:lnTo>
                  <a:lnTo>
                    <a:pt x="527" y="249"/>
                  </a:lnTo>
                  <a:lnTo>
                    <a:pt x="528" y="211"/>
                  </a:lnTo>
                  <a:lnTo>
                    <a:pt x="529" y="309"/>
                  </a:lnTo>
                  <a:lnTo>
                    <a:pt x="529" y="263"/>
                  </a:lnTo>
                  <a:lnTo>
                    <a:pt x="529" y="263"/>
                  </a:lnTo>
                  <a:lnTo>
                    <a:pt x="530" y="195"/>
                  </a:lnTo>
                  <a:lnTo>
                    <a:pt x="530" y="327"/>
                  </a:lnTo>
                  <a:lnTo>
                    <a:pt x="531" y="292"/>
                  </a:lnTo>
                  <a:lnTo>
                    <a:pt x="531" y="291"/>
                  </a:lnTo>
                  <a:lnTo>
                    <a:pt x="532" y="303"/>
                  </a:lnTo>
                  <a:lnTo>
                    <a:pt x="533" y="248"/>
                  </a:lnTo>
                  <a:lnTo>
                    <a:pt x="533" y="279"/>
                  </a:lnTo>
                  <a:lnTo>
                    <a:pt x="533" y="279"/>
                  </a:lnTo>
                  <a:lnTo>
                    <a:pt x="535" y="195"/>
                  </a:lnTo>
                  <a:lnTo>
                    <a:pt x="535" y="302"/>
                  </a:lnTo>
                  <a:lnTo>
                    <a:pt x="535" y="300"/>
                  </a:lnTo>
                  <a:lnTo>
                    <a:pt x="535" y="300"/>
                  </a:lnTo>
                  <a:lnTo>
                    <a:pt x="535" y="212"/>
                  </a:lnTo>
                  <a:lnTo>
                    <a:pt x="537" y="282"/>
                  </a:lnTo>
                  <a:lnTo>
                    <a:pt x="537" y="282"/>
                  </a:lnTo>
                  <a:lnTo>
                    <a:pt x="537" y="302"/>
                  </a:lnTo>
                  <a:lnTo>
                    <a:pt x="538" y="233"/>
                  </a:lnTo>
                  <a:lnTo>
                    <a:pt x="539" y="279"/>
                  </a:lnTo>
                  <a:lnTo>
                    <a:pt x="539" y="279"/>
                  </a:lnTo>
                  <a:lnTo>
                    <a:pt x="539" y="365"/>
                  </a:lnTo>
                  <a:lnTo>
                    <a:pt x="540" y="188"/>
                  </a:lnTo>
                  <a:lnTo>
                    <a:pt x="541" y="277"/>
                  </a:lnTo>
                  <a:lnTo>
                    <a:pt x="541" y="277"/>
                  </a:lnTo>
                  <a:lnTo>
                    <a:pt x="542" y="315"/>
                  </a:lnTo>
                  <a:lnTo>
                    <a:pt x="543" y="254"/>
                  </a:lnTo>
                  <a:lnTo>
                    <a:pt x="543" y="279"/>
                  </a:lnTo>
                  <a:lnTo>
                    <a:pt x="543" y="279"/>
                  </a:lnTo>
                  <a:lnTo>
                    <a:pt x="543" y="250"/>
                  </a:lnTo>
                  <a:lnTo>
                    <a:pt x="545" y="297"/>
                  </a:lnTo>
                  <a:lnTo>
                    <a:pt x="545" y="262"/>
                  </a:lnTo>
                  <a:lnTo>
                    <a:pt x="545" y="262"/>
                  </a:lnTo>
                  <a:lnTo>
                    <a:pt x="545" y="287"/>
                  </a:lnTo>
                  <a:lnTo>
                    <a:pt x="546" y="226"/>
                  </a:lnTo>
                  <a:lnTo>
                    <a:pt x="547" y="254"/>
                  </a:lnTo>
                  <a:lnTo>
                    <a:pt x="547" y="254"/>
                  </a:lnTo>
                  <a:lnTo>
                    <a:pt x="547" y="237"/>
                  </a:lnTo>
                  <a:lnTo>
                    <a:pt x="549" y="288"/>
                  </a:lnTo>
                  <a:lnTo>
                    <a:pt x="549" y="285"/>
                  </a:lnTo>
                  <a:lnTo>
                    <a:pt x="549" y="285"/>
                  </a:lnTo>
                  <a:lnTo>
                    <a:pt x="551" y="306"/>
                  </a:lnTo>
                  <a:lnTo>
                    <a:pt x="551" y="233"/>
                  </a:lnTo>
                  <a:lnTo>
                    <a:pt x="551" y="249"/>
                  </a:lnTo>
                  <a:lnTo>
                    <a:pt x="551" y="249"/>
                  </a:lnTo>
                  <a:lnTo>
                    <a:pt x="552" y="229"/>
                  </a:lnTo>
                  <a:lnTo>
                    <a:pt x="553" y="296"/>
                  </a:lnTo>
                  <a:lnTo>
                    <a:pt x="553" y="291"/>
                  </a:lnTo>
                  <a:lnTo>
                    <a:pt x="553" y="291"/>
                  </a:lnTo>
                  <a:lnTo>
                    <a:pt x="555" y="298"/>
                  </a:lnTo>
                  <a:lnTo>
                    <a:pt x="555" y="230"/>
                  </a:lnTo>
                  <a:lnTo>
                    <a:pt x="555" y="253"/>
                  </a:lnTo>
                  <a:lnTo>
                    <a:pt x="555" y="253"/>
                  </a:lnTo>
                  <a:lnTo>
                    <a:pt x="556" y="188"/>
                  </a:lnTo>
                  <a:lnTo>
                    <a:pt x="557" y="311"/>
                  </a:lnTo>
                  <a:lnTo>
                    <a:pt x="557" y="275"/>
                  </a:lnTo>
                  <a:lnTo>
                    <a:pt x="557" y="275"/>
                  </a:lnTo>
                  <a:lnTo>
                    <a:pt x="558" y="286"/>
                  </a:lnTo>
                  <a:lnTo>
                    <a:pt x="559" y="193"/>
                  </a:lnTo>
                  <a:lnTo>
                    <a:pt x="559" y="218"/>
                  </a:lnTo>
                  <a:lnTo>
                    <a:pt x="559" y="218"/>
                  </a:lnTo>
                  <a:lnTo>
                    <a:pt x="560" y="152"/>
                  </a:lnTo>
                  <a:lnTo>
                    <a:pt x="561" y="381"/>
                  </a:lnTo>
                  <a:lnTo>
                    <a:pt x="561" y="369"/>
                  </a:lnTo>
                  <a:lnTo>
                    <a:pt x="561" y="368"/>
                  </a:lnTo>
                  <a:lnTo>
                    <a:pt x="561" y="177"/>
                  </a:lnTo>
                  <a:lnTo>
                    <a:pt x="563" y="238"/>
                  </a:lnTo>
                  <a:lnTo>
                    <a:pt x="563" y="238"/>
                  </a:lnTo>
                  <a:lnTo>
                    <a:pt x="564" y="349"/>
                  </a:lnTo>
                  <a:lnTo>
                    <a:pt x="565" y="229"/>
                  </a:lnTo>
                  <a:lnTo>
                    <a:pt x="565" y="282"/>
                  </a:lnTo>
                  <a:lnTo>
                    <a:pt x="565" y="282"/>
                  </a:lnTo>
                  <a:lnTo>
                    <a:pt x="566" y="306"/>
                  </a:lnTo>
                  <a:lnTo>
                    <a:pt x="566" y="235"/>
                  </a:lnTo>
                  <a:lnTo>
                    <a:pt x="567" y="253"/>
                  </a:lnTo>
                  <a:lnTo>
                    <a:pt x="567" y="253"/>
                  </a:lnTo>
                  <a:lnTo>
                    <a:pt x="567" y="244"/>
                  </a:lnTo>
                  <a:lnTo>
                    <a:pt x="569" y="289"/>
                  </a:lnTo>
                  <a:lnTo>
                    <a:pt x="569" y="274"/>
                  </a:lnTo>
                  <a:lnTo>
                    <a:pt x="569" y="274"/>
                  </a:lnTo>
                  <a:lnTo>
                    <a:pt x="570" y="334"/>
                  </a:lnTo>
                  <a:lnTo>
                    <a:pt x="570" y="221"/>
                  </a:lnTo>
                  <a:lnTo>
                    <a:pt x="571" y="247"/>
                  </a:lnTo>
                  <a:lnTo>
                    <a:pt x="571" y="247"/>
                  </a:lnTo>
                  <a:lnTo>
                    <a:pt x="571" y="246"/>
                  </a:lnTo>
                  <a:lnTo>
                    <a:pt x="572" y="301"/>
                  </a:lnTo>
                  <a:lnTo>
                    <a:pt x="573" y="252"/>
                  </a:lnTo>
                  <a:lnTo>
                    <a:pt x="573" y="252"/>
                  </a:lnTo>
                  <a:lnTo>
                    <a:pt x="573" y="315"/>
                  </a:lnTo>
                  <a:lnTo>
                    <a:pt x="574" y="216"/>
                  </a:lnTo>
                  <a:lnTo>
                    <a:pt x="575" y="239"/>
                  </a:lnTo>
                  <a:lnTo>
                    <a:pt x="575" y="239"/>
                  </a:lnTo>
                  <a:lnTo>
                    <a:pt x="576" y="202"/>
                  </a:lnTo>
                  <a:lnTo>
                    <a:pt x="576" y="303"/>
                  </a:lnTo>
                  <a:lnTo>
                    <a:pt x="577" y="267"/>
                  </a:lnTo>
                  <a:lnTo>
                    <a:pt x="577" y="267"/>
                  </a:lnTo>
                  <a:lnTo>
                    <a:pt x="578" y="286"/>
                  </a:lnTo>
                  <a:lnTo>
                    <a:pt x="578" y="222"/>
                  </a:lnTo>
                  <a:lnTo>
                    <a:pt x="579" y="250"/>
                  </a:lnTo>
                  <a:lnTo>
                    <a:pt x="579" y="250"/>
                  </a:lnTo>
                  <a:lnTo>
                    <a:pt x="580" y="285"/>
                  </a:lnTo>
                  <a:lnTo>
                    <a:pt x="580" y="184"/>
                  </a:lnTo>
                  <a:lnTo>
                    <a:pt x="581" y="253"/>
                  </a:lnTo>
                  <a:lnTo>
                    <a:pt x="581" y="252"/>
                  </a:lnTo>
                  <a:lnTo>
                    <a:pt x="582" y="221"/>
                  </a:lnTo>
                  <a:lnTo>
                    <a:pt x="582" y="365"/>
                  </a:lnTo>
                  <a:lnTo>
                    <a:pt x="583" y="304"/>
                  </a:lnTo>
                  <a:lnTo>
                    <a:pt x="583" y="304"/>
                  </a:lnTo>
                  <a:lnTo>
                    <a:pt x="585" y="218"/>
                  </a:lnTo>
                  <a:lnTo>
                    <a:pt x="585" y="233"/>
                  </a:lnTo>
                  <a:lnTo>
                    <a:pt x="585" y="233"/>
                  </a:lnTo>
                  <a:lnTo>
                    <a:pt x="586" y="198"/>
                  </a:lnTo>
                  <a:lnTo>
                    <a:pt x="586" y="281"/>
                  </a:lnTo>
                  <a:lnTo>
                    <a:pt x="587" y="254"/>
                  </a:lnTo>
                  <a:lnTo>
                    <a:pt x="587" y="254"/>
                  </a:lnTo>
                  <a:lnTo>
                    <a:pt x="587" y="249"/>
                  </a:lnTo>
                  <a:lnTo>
                    <a:pt x="588" y="300"/>
                  </a:lnTo>
                  <a:lnTo>
                    <a:pt x="589" y="272"/>
                  </a:lnTo>
                  <a:lnTo>
                    <a:pt x="589" y="272"/>
                  </a:lnTo>
                  <a:lnTo>
                    <a:pt x="590" y="371"/>
                  </a:lnTo>
                  <a:lnTo>
                    <a:pt x="590" y="219"/>
                  </a:lnTo>
                  <a:lnTo>
                    <a:pt x="591" y="242"/>
                  </a:lnTo>
                  <a:lnTo>
                    <a:pt x="591" y="242"/>
                  </a:lnTo>
                  <a:lnTo>
                    <a:pt x="591" y="330"/>
                  </a:lnTo>
                  <a:lnTo>
                    <a:pt x="593" y="220"/>
                  </a:lnTo>
                  <a:lnTo>
                    <a:pt x="593" y="283"/>
                  </a:lnTo>
                  <a:lnTo>
                    <a:pt x="593" y="283"/>
                  </a:lnTo>
                  <a:lnTo>
                    <a:pt x="593" y="344"/>
                  </a:lnTo>
                  <a:lnTo>
                    <a:pt x="594" y="217"/>
                  </a:lnTo>
                  <a:lnTo>
                    <a:pt x="595" y="273"/>
                  </a:lnTo>
                  <a:lnTo>
                    <a:pt x="595" y="273"/>
                  </a:lnTo>
                  <a:lnTo>
                    <a:pt x="596" y="230"/>
                  </a:lnTo>
                  <a:lnTo>
                    <a:pt x="597" y="282"/>
                  </a:lnTo>
                  <a:lnTo>
                    <a:pt x="597" y="270"/>
                  </a:lnTo>
                  <a:lnTo>
                    <a:pt x="597" y="270"/>
                  </a:lnTo>
                  <a:lnTo>
                    <a:pt x="599" y="305"/>
                  </a:lnTo>
                  <a:lnTo>
                    <a:pt x="599" y="238"/>
                  </a:lnTo>
                  <a:lnTo>
                    <a:pt x="599" y="238"/>
                  </a:lnTo>
                  <a:lnTo>
                    <a:pt x="599" y="175"/>
                  </a:lnTo>
                  <a:lnTo>
                    <a:pt x="599" y="326"/>
                  </a:lnTo>
                  <a:lnTo>
                    <a:pt x="601" y="275"/>
                  </a:lnTo>
                  <a:lnTo>
                    <a:pt x="601" y="275"/>
                  </a:lnTo>
                  <a:lnTo>
                    <a:pt x="602" y="316"/>
                  </a:lnTo>
                  <a:lnTo>
                    <a:pt x="602" y="193"/>
                  </a:lnTo>
                  <a:lnTo>
                    <a:pt x="603" y="286"/>
                  </a:lnTo>
                  <a:lnTo>
                    <a:pt x="603" y="286"/>
                  </a:lnTo>
                  <a:lnTo>
                    <a:pt x="604" y="203"/>
                  </a:lnTo>
                  <a:lnTo>
                    <a:pt x="605" y="311"/>
                  </a:lnTo>
                  <a:lnTo>
                    <a:pt x="605" y="232"/>
                  </a:lnTo>
                  <a:lnTo>
                    <a:pt x="605" y="232"/>
                  </a:lnTo>
                  <a:lnTo>
                    <a:pt x="606" y="202"/>
                  </a:lnTo>
                  <a:lnTo>
                    <a:pt x="606" y="284"/>
                  </a:lnTo>
                  <a:lnTo>
                    <a:pt x="607" y="244"/>
                  </a:lnTo>
                  <a:lnTo>
                    <a:pt x="607" y="244"/>
                  </a:lnTo>
                  <a:lnTo>
                    <a:pt x="607" y="281"/>
                  </a:lnTo>
                  <a:lnTo>
                    <a:pt x="609" y="223"/>
                  </a:lnTo>
                  <a:lnTo>
                    <a:pt x="609" y="261"/>
                  </a:lnTo>
                  <a:lnTo>
                    <a:pt x="609" y="261"/>
                  </a:lnTo>
                  <a:lnTo>
                    <a:pt x="610" y="295"/>
                  </a:lnTo>
                  <a:lnTo>
                    <a:pt x="611" y="221"/>
                  </a:lnTo>
                  <a:lnTo>
                    <a:pt x="611" y="224"/>
                  </a:lnTo>
                  <a:lnTo>
                    <a:pt x="611" y="224"/>
                  </a:lnTo>
                  <a:lnTo>
                    <a:pt x="613" y="294"/>
                  </a:lnTo>
                  <a:lnTo>
                    <a:pt x="613" y="262"/>
                  </a:lnTo>
                  <a:lnTo>
                    <a:pt x="613" y="262"/>
                  </a:lnTo>
                  <a:lnTo>
                    <a:pt x="613" y="210"/>
                  </a:lnTo>
                  <a:lnTo>
                    <a:pt x="614" y="334"/>
                  </a:lnTo>
                  <a:lnTo>
                    <a:pt x="615" y="245"/>
                  </a:lnTo>
                  <a:lnTo>
                    <a:pt x="615" y="245"/>
                  </a:lnTo>
                  <a:lnTo>
                    <a:pt x="616" y="327"/>
                  </a:lnTo>
                  <a:lnTo>
                    <a:pt x="616" y="240"/>
                  </a:lnTo>
                  <a:lnTo>
                    <a:pt x="617" y="245"/>
                  </a:lnTo>
                  <a:lnTo>
                    <a:pt x="617" y="245"/>
                  </a:lnTo>
                  <a:lnTo>
                    <a:pt x="618" y="221"/>
                  </a:lnTo>
                  <a:lnTo>
                    <a:pt x="619" y="305"/>
                  </a:lnTo>
                  <a:lnTo>
                    <a:pt x="619" y="289"/>
                  </a:lnTo>
                  <a:lnTo>
                    <a:pt x="619" y="289"/>
                  </a:lnTo>
                  <a:lnTo>
                    <a:pt x="620" y="324"/>
                  </a:lnTo>
                  <a:lnTo>
                    <a:pt x="621" y="170"/>
                  </a:lnTo>
                  <a:lnTo>
                    <a:pt x="621" y="215"/>
                  </a:lnTo>
                  <a:lnTo>
                    <a:pt x="621" y="215"/>
                  </a:lnTo>
                  <a:lnTo>
                    <a:pt x="621" y="278"/>
                  </a:lnTo>
                  <a:lnTo>
                    <a:pt x="623" y="264"/>
                  </a:lnTo>
                  <a:lnTo>
                    <a:pt x="623" y="264"/>
                  </a:lnTo>
                  <a:lnTo>
                    <a:pt x="624" y="312"/>
                  </a:lnTo>
                  <a:lnTo>
                    <a:pt x="625" y="239"/>
                  </a:lnTo>
                  <a:lnTo>
                    <a:pt x="625" y="283"/>
                  </a:lnTo>
                  <a:lnTo>
                    <a:pt x="625" y="283"/>
                  </a:lnTo>
                  <a:lnTo>
                    <a:pt x="626" y="306"/>
                  </a:lnTo>
                  <a:lnTo>
                    <a:pt x="626" y="233"/>
                  </a:lnTo>
                  <a:lnTo>
                    <a:pt x="627" y="253"/>
                  </a:lnTo>
                  <a:lnTo>
                    <a:pt x="627" y="253"/>
                  </a:lnTo>
                  <a:lnTo>
                    <a:pt x="628" y="233"/>
                  </a:lnTo>
                  <a:lnTo>
                    <a:pt x="629" y="308"/>
                  </a:lnTo>
                  <a:lnTo>
                    <a:pt x="629" y="252"/>
                  </a:lnTo>
                  <a:lnTo>
                    <a:pt x="629" y="252"/>
                  </a:lnTo>
                  <a:lnTo>
                    <a:pt x="629" y="236"/>
                  </a:lnTo>
                  <a:lnTo>
                    <a:pt x="629" y="300"/>
                  </a:lnTo>
                  <a:lnTo>
                    <a:pt x="631" y="299"/>
                  </a:lnTo>
                  <a:lnTo>
                    <a:pt x="631" y="299"/>
                  </a:lnTo>
                  <a:lnTo>
                    <a:pt x="631" y="303"/>
                  </a:lnTo>
                  <a:lnTo>
                    <a:pt x="633" y="215"/>
                  </a:lnTo>
                  <a:lnTo>
                    <a:pt x="633" y="272"/>
                  </a:lnTo>
                  <a:lnTo>
                    <a:pt x="633" y="272"/>
                  </a:lnTo>
                  <a:lnTo>
                    <a:pt x="635" y="289"/>
                  </a:lnTo>
                  <a:lnTo>
                    <a:pt x="635" y="226"/>
                  </a:lnTo>
                  <a:lnTo>
                    <a:pt x="635" y="239"/>
                  </a:lnTo>
                  <a:lnTo>
                    <a:pt x="635" y="239"/>
                  </a:lnTo>
                  <a:lnTo>
                    <a:pt x="636" y="52"/>
                  </a:lnTo>
                  <a:lnTo>
                    <a:pt x="637" y="332"/>
                  </a:lnTo>
                  <a:lnTo>
                    <a:pt x="637" y="263"/>
                  </a:lnTo>
                  <a:lnTo>
                    <a:pt x="637" y="263"/>
                  </a:lnTo>
                  <a:lnTo>
                    <a:pt x="638" y="227"/>
                  </a:lnTo>
                  <a:lnTo>
                    <a:pt x="639" y="402"/>
                  </a:lnTo>
                  <a:lnTo>
                    <a:pt x="639" y="402"/>
                  </a:lnTo>
                  <a:lnTo>
                    <a:pt x="639" y="412"/>
                  </a:lnTo>
                  <a:lnTo>
                    <a:pt x="640" y="258"/>
                  </a:lnTo>
                  <a:lnTo>
                    <a:pt x="641" y="282"/>
                  </a:lnTo>
                  <a:lnTo>
                    <a:pt x="641" y="282"/>
                  </a:lnTo>
                  <a:lnTo>
                    <a:pt x="643" y="246"/>
                  </a:lnTo>
                  <a:lnTo>
                    <a:pt x="643" y="301"/>
                  </a:lnTo>
                  <a:lnTo>
                    <a:pt x="643" y="265"/>
                  </a:lnTo>
                  <a:lnTo>
                    <a:pt x="643" y="266"/>
                  </a:lnTo>
                  <a:lnTo>
                    <a:pt x="643" y="196"/>
                  </a:lnTo>
                  <a:lnTo>
                    <a:pt x="643" y="319"/>
                  </a:lnTo>
                  <a:lnTo>
                    <a:pt x="645" y="276"/>
                  </a:lnTo>
                  <a:lnTo>
                    <a:pt x="645" y="276"/>
                  </a:lnTo>
                  <a:lnTo>
                    <a:pt x="645" y="298"/>
                  </a:lnTo>
                  <a:lnTo>
                    <a:pt x="646" y="52"/>
                  </a:lnTo>
                  <a:lnTo>
                    <a:pt x="647" y="247"/>
                  </a:lnTo>
                  <a:lnTo>
                    <a:pt x="647" y="247"/>
                  </a:lnTo>
                  <a:lnTo>
                    <a:pt x="648" y="189"/>
                  </a:lnTo>
                  <a:lnTo>
                    <a:pt x="649" y="311"/>
                  </a:lnTo>
                  <a:lnTo>
                    <a:pt x="649" y="254"/>
                  </a:lnTo>
                  <a:lnTo>
                    <a:pt x="649" y="254"/>
                  </a:lnTo>
                  <a:lnTo>
                    <a:pt x="649" y="233"/>
                  </a:lnTo>
                  <a:lnTo>
                    <a:pt x="650" y="305"/>
                  </a:lnTo>
                  <a:lnTo>
                    <a:pt x="651" y="264"/>
                  </a:lnTo>
                  <a:lnTo>
                    <a:pt x="651" y="264"/>
                  </a:lnTo>
                  <a:lnTo>
                    <a:pt x="652" y="252"/>
                  </a:lnTo>
                  <a:lnTo>
                    <a:pt x="653" y="305"/>
                  </a:lnTo>
                  <a:lnTo>
                    <a:pt x="653" y="288"/>
                  </a:lnTo>
                  <a:lnTo>
                    <a:pt x="653" y="288"/>
                  </a:lnTo>
                  <a:lnTo>
                    <a:pt x="653" y="305"/>
                  </a:lnTo>
                  <a:lnTo>
                    <a:pt x="655" y="144"/>
                  </a:lnTo>
                  <a:lnTo>
                    <a:pt x="655" y="231"/>
                  </a:lnTo>
                  <a:lnTo>
                    <a:pt x="655" y="231"/>
                  </a:lnTo>
                  <a:lnTo>
                    <a:pt x="655" y="230"/>
                  </a:lnTo>
                  <a:lnTo>
                    <a:pt x="657" y="318"/>
                  </a:lnTo>
                  <a:lnTo>
                    <a:pt x="657" y="283"/>
                  </a:lnTo>
                  <a:lnTo>
                    <a:pt x="657" y="283"/>
                  </a:lnTo>
                  <a:lnTo>
                    <a:pt x="658" y="329"/>
                  </a:lnTo>
                  <a:lnTo>
                    <a:pt x="659" y="203"/>
                  </a:lnTo>
                  <a:lnTo>
                    <a:pt x="659" y="274"/>
                  </a:lnTo>
                  <a:lnTo>
                    <a:pt x="659" y="274"/>
                  </a:lnTo>
                  <a:lnTo>
                    <a:pt x="659" y="235"/>
                  </a:lnTo>
                  <a:lnTo>
                    <a:pt x="661" y="299"/>
                  </a:lnTo>
                  <a:lnTo>
                    <a:pt x="661" y="276"/>
                  </a:lnTo>
                  <a:lnTo>
                    <a:pt x="661" y="275"/>
                  </a:lnTo>
                  <a:lnTo>
                    <a:pt x="661" y="242"/>
                  </a:lnTo>
                  <a:lnTo>
                    <a:pt x="661" y="308"/>
                  </a:lnTo>
                  <a:lnTo>
                    <a:pt x="663" y="293"/>
                  </a:lnTo>
                  <a:lnTo>
                    <a:pt x="663" y="293"/>
                  </a:lnTo>
                  <a:lnTo>
                    <a:pt x="664" y="246"/>
                  </a:lnTo>
                  <a:lnTo>
                    <a:pt x="665" y="311"/>
                  </a:lnTo>
                  <a:lnTo>
                    <a:pt x="665" y="290"/>
                  </a:lnTo>
                  <a:lnTo>
                    <a:pt x="665" y="290"/>
                  </a:lnTo>
                  <a:lnTo>
                    <a:pt x="665" y="294"/>
                  </a:lnTo>
                  <a:lnTo>
                    <a:pt x="667" y="199"/>
                  </a:lnTo>
                  <a:lnTo>
                    <a:pt x="667" y="248"/>
                  </a:lnTo>
                  <a:lnTo>
                    <a:pt x="667" y="248"/>
                  </a:lnTo>
                  <a:lnTo>
                    <a:pt x="668" y="218"/>
                  </a:lnTo>
                  <a:lnTo>
                    <a:pt x="668" y="314"/>
                  </a:lnTo>
                  <a:lnTo>
                    <a:pt x="669" y="243"/>
                  </a:lnTo>
                  <a:lnTo>
                    <a:pt x="669" y="243"/>
                  </a:lnTo>
                  <a:lnTo>
                    <a:pt x="670" y="272"/>
                  </a:lnTo>
                  <a:lnTo>
                    <a:pt x="670" y="166"/>
                  </a:lnTo>
                  <a:lnTo>
                    <a:pt x="671" y="223"/>
                  </a:lnTo>
                  <a:lnTo>
                    <a:pt x="671" y="223"/>
                  </a:lnTo>
                  <a:lnTo>
                    <a:pt x="672" y="221"/>
                  </a:lnTo>
                  <a:lnTo>
                    <a:pt x="673" y="302"/>
                  </a:lnTo>
                  <a:lnTo>
                    <a:pt x="673" y="291"/>
                  </a:lnTo>
                  <a:lnTo>
                    <a:pt x="673" y="291"/>
                  </a:lnTo>
                  <a:lnTo>
                    <a:pt x="674" y="249"/>
                  </a:lnTo>
                  <a:lnTo>
                    <a:pt x="675" y="310"/>
                  </a:lnTo>
                  <a:lnTo>
                    <a:pt x="675" y="310"/>
                  </a:lnTo>
                  <a:lnTo>
                    <a:pt x="675" y="311"/>
                  </a:lnTo>
                  <a:lnTo>
                    <a:pt x="677" y="209"/>
                  </a:lnTo>
                  <a:lnTo>
                    <a:pt x="677" y="209"/>
                  </a:lnTo>
                  <a:lnTo>
                    <a:pt x="678" y="180"/>
                  </a:lnTo>
                  <a:lnTo>
                    <a:pt x="679" y="294"/>
                  </a:lnTo>
                  <a:lnTo>
                    <a:pt x="679" y="289"/>
                  </a:lnTo>
                  <a:lnTo>
                    <a:pt x="679" y="289"/>
                  </a:lnTo>
                  <a:lnTo>
                    <a:pt x="681" y="98"/>
                  </a:lnTo>
                  <a:lnTo>
                    <a:pt x="681" y="267"/>
                  </a:lnTo>
                  <a:lnTo>
                    <a:pt x="681" y="267"/>
                  </a:lnTo>
                  <a:lnTo>
                    <a:pt x="682" y="243"/>
                  </a:lnTo>
                  <a:lnTo>
                    <a:pt x="683" y="309"/>
                  </a:lnTo>
                  <a:lnTo>
                    <a:pt x="683" y="275"/>
                  </a:lnTo>
                  <a:lnTo>
                    <a:pt x="683" y="275"/>
                  </a:lnTo>
                  <a:lnTo>
                    <a:pt x="684" y="308"/>
                  </a:lnTo>
                  <a:lnTo>
                    <a:pt x="685" y="244"/>
                  </a:lnTo>
                  <a:lnTo>
                    <a:pt x="685" y="256"/>
                  </a:lnTo>
                  <a:lnTo>
                    <a:pt x="685" y="256"/>
                  </a:lnTo>
                  <a:lnTo>
                    <a:pt x="687" y="360"/>
                  </a:lnTo>
                  <a:lnTo>
                    <a:pt x="687" y="58"/>
                  </a:lnTo>
                  <a:lnTo>
                    <a:pt x="687" y="58"/>
                  </a:lnTo>
                  <a:lnTo>
                    <a:pt x="687" y="57"/>
                  </a:lnTo>
                  <a:lnTo>
                    <a:pt x="688" y="327"/>
                  </a:lnTo>
                  <a:lnTo>
                    <a:pt x="689" y="256"/>
                  </a:lnTo>
                  <a:lnTo>
                    <a:pt x="689" y="256"/>
                  </a:lnTo>
                  <a:lnTo>
                    <a:pt x="690" y="228"/>
                  </a:lnTo>
                  <a:lnTo>
                    <a:pt x="690" y="288"/>
                  </a:lnTo>
                  <a:lnTo>
                    <a:pt x="691" y="266"/>
                  </a:lnTo>
                  <a:lnTo>
                    <a:pt x="691" y="266"/>
                  </a:lnTo>
                  <a:lnTo>
                    <a:pt x="692" y="232"/>
                  </a:lnTo>
                  <a:lnTo>
                    <a:pt x="693" y="359"/>
                  </a:lnTo>
                  <a:lnTo>
                    <a:pt x="693" y="255"/>
                  </a:lnTo>
                  <a:lnTo>
                    <a:pt x="693" y="255"/>
                  </a:lnTo>
                  <a:lnTo>
                    <a:pt x="693" y="164"/>
                  </a:lnTo>
                  <a:lnTo>
                    <a:pt x="694" y="339"/>
                  </a:lnTo>
                  <a:lnTo>
                    <a:pt x="695" y="280"/>
                  </a:lnTo>
                  <a:lnTo>
                    <a:pt x="695" y="280"/>
                  </a:lnTo>
                  <a:lnTo>
                    <a:pt x="696" y="290"/>
                  </a:lnTo>
                  <a:lnTo>
                    <a:pt x="697" y="218"/>
                  </a:lnTo>
                  <a:lnTo>
                    <a:pt x="697" y="241"/>
                  </a:lnTo>
                  <a:lnTo>
                    <a:pt x="697" y="241"/>
                  </a:lnTo>
                  <a:lnTo>
                    <a:pt x="699" y="303"/>
                  </a:lnTo>
                  <a:lnTo>
                    <a:pt x="699" y="199"/>
                  </a:lnTo>
                  <a:lnTo>
                    <a:pt x="699" y="199"/>
                  </a:lnTo>
                  <a:lnTo>
                    <a:pt x="699" y="199"/>
                  </a:lnTo>
                  <a:lnTo>
                    <a:pt x="699" y="178"/>
                  </a:lnTo>
                  <a:lnTo>
                    <a:pt x="701" y="294"/>
                  </a:lnTo>
                  <a:lnTo>
                    <a:pt x="701" y="267"/>
                  </a:lnTo>
                  <a:lnTo>
                    <a:pt x="701" y="267"/>
                  </a:lnTo>
                  <a:lnTo>
                    <a:pt x="702" y="305"/>
                  </a:lnTo>
                  <a:lnTo>
                    <a:pt x="703" y="249"/>
                  </a:lnTo>
                  <a:lnTo>
                    <a:pt x="703" y="249"/>
                  </a:lnTo>
                  <a:lnTo>
                    <a:pt x="704" y="235"/>
                  </a:lnTo>
                  <a:lnTo>
                    <a:pt x="704" y="298"/>
                  </a:lnTo>
                  <a:lnTo>
                    <a:pt x="705" y="281"/>
                  </a:lnTo>
                  <a:lnTo>
                    <a:pt x="705" y="281"/>
                  </a:lnTo>
                  <a:lnTo>
                    <a:pt x="706" y="292"/>
                  </a:lnTo>
                  <a:lnTo>
                    <a:pt x="706" y="219"/>
                  </a:lnTo>
                  <a:lnTo>
                    <a:pt x="707" y="246"/>
                  </a:lnTo>
                  <a:lnTo>
                    <a:pt x="707" y="246"/>
                  </a:lnTo>
                  <a:lnTo>
                    <a:pt x="708" y="226"/>
                  </a:lnTo>
                  <a:lnTo>
                    <a:pt x="709" y="298"/>
                  </a:lnTo>
                  <a:lnTo>
                    <a:pt x="709" y="247"/>
                  </a:lnTo>
                  <a:lnTo>
                    <a:pt x="709" y="247"/>
                  </a:lnTo>
                  <a:lnTo>
                    <a:pt x="710" y="184"/>
                  </a:lnTo>
                  <a:lnTo>
                    <a:pt x="711" y="345"/>
                  </a:lnTo>
                  <a:lnTo>
                    <a:pt x="711" y="296"/>
                  </a:lnTo>
                  <a:lnTo>
                    <a:pt x="711" y="296"/>
                  </a:lnTo>
                  <a:lnTo>
                    <a:pt x="713" y="320"/>
                  </a:lnTo>
                  <a:lnTo>
                    <a:pt x="713" y="246"/>
                  </a:lnTo>
                  <a:lnTo>
                    <a:pt x="713" y="245"/>
                  </a:lnTo>
                  <a:lnTo>
                    <a:pt x="713" y="236"/>
                  </a:lnTo>
                  <a:lnTo>
                    <a:pt x="715" y="323"/>
                  </a:lnTo>
                  <a:lnTo>
                    <a:pt x="715" y="305"/>
                  </a:lnTo>
                  <a:lnTo>
                    <a:pt x="715" y="305"/>
                  </a:lnTo>
                  <a:lnTo>
                    <a:pt x="716" y="312"/>
                  </a:lnTo>
                  <a:lnTo>
                    <a:pt x="717" y="232"/>
                  </a:lnTo>
                  <a:lnTo>
                    <a:pt x="717" y="263"/>
                  </a:lnTo>
                  <a:lnTo>
                    <a:pt x="717" y="263"/>
                  </a:lnTo>
                  <a:lnTo>
                    <a:pt x="717" y="222"/>
                  </a:lnTo>
                  <a:lnTo>
                    <a:pt x="718" y="276"/>
                  </a:lnTo>
                  <a:lnTo>
                    <a:pt x="719" y="253"/>
                  </a:lnTo>
                  <a:lnTo>
                    <a:pt x="719" y="253"/>
                  </a:lnTo>
                  <a:lnTo>
                    <a:pt x="720" y="211"/>
                  </a:lnTo>
                  <a:lnTo>
                    <a:pt x="721" y="296"/>
                  </a:lnTo>
                  <a:lnTo>
                    <a:pt x="721" y="263"/>
                  </a:lnTo>
                  <a:lnTo>
                    <a:pt x="721" y="263"/>
                  </a:lnTo>
                  <a:lnTo>
                    <a:pt x="721" y="170"/>
                  </a:lnTo>
                  <a:lnTo>
                    <a:pt x="722" y="456"/>
                  </a:lnTo>
                  <a:lnTo>
                    <a:pt x="723" y="270"/>
                  </a:lnTo>
                  <a:lnTo>
                    <a:pt x="723" y="270"/>
                  </a:lnTo>
                  <a:lnTo>
                    <a:pt x="724" y="203"/>
                  </a:lnTo>
                  <a:lnTo>
                    <a:pt x="725" y="280"/>
                  </a:lnTo>
                  <a:lnTo>
                    <a:pt x="725" y="254"/>
                  </a:lnTo>
                  <a:lnTo>
                    <a:pt x="725" y="254"/>
                  </a:lnTo>
                  <a:lnTo>
                    <a:pt x="726" y="198"/>
                  </a:lnTo>
                  <a:lnTo>
                    <a:pt x="727" y="326"/>
                  </a:lnTo>
                  <a:lnTo>
                    <a:pt x="727" y="276"/>
                  </a:lnTo>
                  <a:lnTo>
                    <a:pt x="727" y="276"/>
                  </a:lnTo>
                  <a:lnTo>
                    <a:pt x="728" y="119"/>
                  </a:lnTo>
                  <a:lnTo>
                    <a:pt x="729" y="288"/>
                  </a:lnTo>
                  <a:lnTo>
                    <a:pt x="729" y="260"/>
                  </a:lnTo>
                  <a:lnTo>
                    <a:pt x="729" y="260"/>
                  </a:lnTo>
                  <a:lnTo>
                    <a:pt x="731" y="232"/>
                  </a:lnTo>
                  <a:lnTo>
                    <a:pt x="731" y="289"/>
                  </a:lnTo>
                  <a:lnTo>
                    <a:pt x="731" y="283"/>
                  </a:lnTo>
                  <a:lnTo>
                    <a:pt x="731" y="283"/>
                  </a:lnTo>
                  <a:lnTo>
                    <a:pt x="732" y="133"/>
                  </a:lnTo>
                  <a:lnTo>
                    <a:pt x="732" y="380"/>
                  </a:lnTo>
                  <a:lnTo>
                    <a:pt x="733" y="297"/>
                  </a:lnTo>
                  <a:lnTo>
                    <a:pt x="733" y="297"/>
                  </a:lnTo>
                  <a:lnTo>
                    <a:pt x="734" y="331"/>
                  </a:lnTo>
                  <a:lnTo>
                    <a:pt x="734" y="192"/>
                  </a:lnTo>
                  <a:lnTo>
                    <a:pt x="735" y="272"/>
                  </a:lnTo>
                  <a:lnTo>
                    <a:pt x="735" y="272"/>
                  </a:lnTo>
                  <a:lnTo>
                    <a:pt x="735" y="290"/>
                  </a:lnTo>
                  <a:lnTo>
                    <a:pt x="736" y="224"/>
                  </a:lnTo>
                  <a:lnTo>
                    <a:pt x="737" y="265"/>
                  </a:lnTo>
                  <a:lnTo>
                    <a:pt x="737" y="265"/>
                  </a:lnTo>
                  <a:lnTo>
                    <a:pt x="738" y="241"/>
                  </a:lnTo>
                  <a:lnTo>
                    <a:pt x="739" y="309"/>
                  </a:lnTo>
                  <a:lnTo>
                    <a:pt x="739" y="288"/>
                  </a:lnTo>
                  <a:lnTo>
                    <a:pt x="739" y="288"/>
                  </a:lnTo>
                  <a:lnTo>
                    <a:pt x="740" y="295"/>
                  </a:lnTo>
                  <a:lnTo>
                    <a:pt x="740" y="226"/>
                  </a:lnTo>
                  <a:lnTo>
                    <a:pt x="741" y="258"/>
                  </a:lnTo>
                  <a:lnTo>
                    <a:pt x="741" y="258"/>
                  </a:lnTo>
                  <a:lnTo>
                    <a:pt x="742" y="318"/>
                  </a:lnTo>
                  <a:lnTo>
                    <a:pt x="742" y="132"/>
                  </a:lnTo>
                  <a:lnTo>
                    <a:pt x="743" y="255"/>
                  </a:lnTo>
                  <a:lnTo>
                    <a:pt x="743" y="255"/>
                  </a:lnTo>
                  <a:lnTo>
                    <a:pt x="744" y="359"/>
                  </a:lnTo>
                  <a:lnTo>
                    <a:pt x="745" y="251"/>
                  </a:lnTo>
                  <a:lnTo>
                    <a:pt x="745" y="256"/>
                  </a:lnTo>
                  <a:lnTo>
                    <a:pt x="745" y="256"/>
                  </a:lnTo>
                  <a:lnTo>
                    <a:pt x="747" y="171"/>
                  </a:lnTo>
                  <a:lnTo>
                    <a:pt x="747" y="308"/>
                  </a:lnTo>
                  <a:lnTo>
                    <a:pt x="747" y="239"/>
                  </a:lnTo>
                  <a:lnTo>
                    <a:pt x="747" y="239"/>
                  </a:lnTo>
                  <a:lnTo>
                    <a:pt x="747" y="236"/>
                  </a:lnTo>
                  <a:lnTo>
                    <a:pt x="749" y="288"/>
                  </a:lnTo>
                  <a:lnTo>
                    <a:pt x="749" y="247"/>
                  </a:lnTo>
                  <a:lnTo>
                    <a:pt x="749" y="247"/>
                  </a:lnTo>
                  <a:lnTo>
                    <a:pt x="751" y="298"/>
                  </a:lnTo>
                  <a:lnTo>
                    <a:pt x="751" y="216"/>
                  </a:lnTo>
                  <a:lnTo>
                    <a:pt x="751" y="238"/>
                  </a:lnTo>
                  <a:lnTo>
                    <a:pt x="751" y="238"/>
                  </a:lnTo>
                  <a:lnTo>
                    <a:pt x="753" y="292"/>
                  </a:lnTo>
                  <a:lnTo>
                    <a:pt x="753" y="225"/>
                  </a:lnTo>
                  <a:lnTo>
                    <a:pt x="753" y="256"/>
                  </a:lnTo>
                  <a:lnTo>
                    <a:pt x="753" y="256"/>
                  </a:lnTo>
                  <a:lnTo>
                    <a:pt x="754" y="272"/>
                  </a:lnTo>
                  <a:lnTo>
                    <a:pt x="755" y="166"/>
                  </a:lnTo>
                  <a:lnTo>
                    <a:pt x="755" y="264"/>
                  </a:lnTo>
                  <a:lnTo>
                    <a:pt x="755" y="264"/>
                  </a:lnTo>
                  <a:lnTo>
                    <a:pt x="755" y="296"/>
                  </a:lnTo>
                  <a:lnTo>
                    <a:pt x="756" y="247"/>
                  </a:lnTo>
                  <a:lnTo>
                    <a:pt x="757" y="266"/>
                  </a:lnTo>
                  <a:lnTo>
                    <a:pt x="757" y="266"/>
                  </a:lnTo>
                  <a:lnTo>
                    <a:pt x="758" y="226"/>
                  </a:lnTo>
                  <a:lnTo>
                    <a:pt x="759" y="323"/>
                  </a:lnTo>
                  <a:lnTo>
                    <a:pt x="759" y="241"/>
                  </a:lnTo>
                  <a:lnTo>
                    <a:pt x="759" y="241"/>
                  </a:lnTo>
                  <a:lnTo>
                    <a:pt x="761" y="236"/>
                  </a:lnTo>
                  <a:lnTo>
                    <a:pt x="761" y="336"/>
                  </a:lnTo>
                  <a:lnTo>
                    <a:pt x="761" y="273"/>
                  </a:lnTo>
                  <a:lnTo>
                    <a:pt x="761" y="272"/>
                  </a:lnTo>
                  <a:lnTo>
                    <a:pt x="762" y="441"/>
                  </a:lnTo>
                  <a:lnTo>
                    <a:pt x="762" y="218"/>
                  </a:lnTo>
                  <a:lnTo>
                    <a:pt x="763" y="244"/>
                  </a:lnTo>
                  <a:lnTo>
                    <a:pt x="763" y="243"/>
                  </a:lnTo>
                  <a:lnTo>
                    <a:pt x="764" y="302"/>
                  </a:lnTo>
                  <a:lnTo>
                    <a:pt x="764" y="23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66" y="223"/>
                  </a:lnTo>
                  <a:lnTo>
                    <a:pt x="767" y="319"/>
                  </a:lnTo>
                  <a:lnTo>
                    <a:pt x="767" y="255"/>
                  </a:lnTo>
                  <a:lnTo>
                    <a:pt x="767" y="255"/>
                  </a:lnTo>
                  <a:lnTo>
                    <a:pt x="769" y="250"/>
                  </a:lnTo>
                  <a:lnTo>
                    <a:pt x="769" y="291"/>
                  </a:lnTo>
                  <a:lnTo>
                    <a:pt x="769" y="270"/>
                  </a:lnTo>
                  <a:lnTo>
                    <a:pt x="769" y="270"/>
                  </a:lnTo>
                  <a:lnTo>
                    <a:pt x="770" y="337"/>
                  </a:lnTo>
                  <a:lnTo>
                    <a:pt x="770" y="203"/>
                  </a:lnTo>
                  <a:lnTo>
                    <a:pt x="771" y="278"/>
                  </a:lnTo>
                  <a:lnTo>
                    <a:pt x="771" y="278"/>
                  </a:lnTo>
                  <a:lnTo>
                    <a:pt x="773" y="309"/>
                  </a:lnTo>
                  <a:lnTo>
                    <a:pt x="773" y="215"/>
                  </a:lnTo>
                  <a:lnTo>
                    <a:pt x="773" y="258"/>
                  </a:lnTo>
                  <a:lnTo>
                    <a:pt x="773" y="258"/>
                  </a:lnTo>
                  <a:lnTo>
                    <a:pt x="774" y="343"/>
                  </a:lnTo>
                  <a:lnTo>
                    <a:pt x="774" y="253"/>
                  </a:lnTo>
                  <a:lnTo>
                    <a:pt x="775" y="283"/>
                  </a:lnTo>
                  <a:lnTo>
                    <a:pt x="775" y="283"/>
                  </a:lnTo>
                  <a:lnTo>
                    <a:pt x="777" y="304"/>
                  </a:lnTo>
                  <a:lnTo>
                    <a:pt x="777" y="207"/>
                  </a:lnTo>
                  <a:lnTo>
                    <a:pt x="777" y="221"/>
                  </a:lnTo>
                  <a:lnTo>
                    <a:pt x="777" y="221"/>
                  </a:lnTo>
                  <a:lnTo>
                    <a:pt x="777" y="221"/>
                  </a:lnTo>
                  <a:lnTo>
                    <a:pt x="779" y="280"/>
                  </a:lnTo>
                  <a:lnTo>
                    <a:pt x="779" y="252"/>
                  </a:lnTo>
                  <a:lnTo>
                    <a:pt x="779" y="252"/>
                  </a:lnTo>
                  <a:lnTo>
                    <a:pt x="780" y="308"/>
                  </a:lnTo>
                  <a:lnTo>
                    <a:pt x="780" y="234"/>
                  </a:lnTo>
                  <a:lnTo>
                    <a:pt x="781" y="268"/>
                  </a:lnTo>
                  <a:lnTo>
                    <a:pt x="781" y="268"/>
                  </a:lnTo>
                  <a:lnTo>
                    <a:pt x="783" y="316"/>
                  </a:lnTo>
                  <a:lnTo>
                    <a:pt x="783" y="245"/>
                  </a:lnTo>
                  <a:lnTo>
                    <a:pt x="783" y="262"/>
                  </a:lnTo>
                  <a:lnTo>
                    <a:pt x="783" y="262"/>
                  </a:lnTo>
                  <a:lnTo>
                    <a:pt x="783" y="227"/>
                  </a:lnTo>
                  <a:lnTo>
                    <a:pt x="784" y="340"/>
                  </a:lnTo>
                  <a:lnTo>
                    <a:pt x="785" y="280"/>
                  </a:lnTo>
                  <a:lnTo>
                    <a:pt x="785" y="280"/>
                  </a:lnTo>
                  <a:lnTo>
                    <a:pt x="786" y="243"/>
                  </a:lnTo>
                  <a:lnTo>
                    <a:pt x="787" y="322"/>
                  </a:lnTo>
                  <a:lnTo>
                    <a:pt x="787" y="265"/>
                  </a:lnTo>
                  <a:lnTo>
                    <a:pt x="787" y="265"/>
                  </a:lnTo>
                  <a:lnTo>
                    <a:pt x="789" y="374"/>
                  </a:lnTo>
                  <a:lnTo>
                    <a:pt x="789" y="233"/>
                  </a:lnTo>
                  <a:lnTo>
                    <a:pt x="789" y="244"/>
                  </a:lnTo>
                  <a:lnTo>
                    <a:pt x="789" y="244"/>
                  </a:lnTo>
                  <a:lnTo>
                    <a:pt x="791" y="231"/>
                  </a:lnTo>
                  <a:lnTo>
                    <a:pt x="791" y="292"/>
                  </a:lnTo>
                  <a:lnTo>
                    <a:pt x="791" y="278"/>
                  </a:lnTo>
                  <a:lnTo>
                    <a:pt x="791" y="278"/>
                  </a:lnTo>
                  <a:lnTo>
                    <a:pt x="792" y="249"/>
                  </a:lnTo>
                  <a:lnTo>
                    <a:pt x="793" y="353"/>
                  </a:lnTo>
                  <a:lnTo>
                    <a:pt x="793" y="353"/>
                  </a:lnTo>
                  <a:lnTo>
                    <a:pt x="794" y="371"/>
                  </a:lnTo>
                  <a:lnTo>
                    <a:pt x="794" y="241"/>
                  </a:lnTo>
                  <a:lnTo>
                    <a:pt x="795" y="257"/>
                  </a:lnTo>
                  <a:lnTo>
                    <a:pt x="795" y="257"/>
                  </a:lnTo>
                  <a:lnTo>
                    <a:pt x="795" y="247"/>
                  </a:lnTo>
                  <a:lnTo>
                    <a:pt x="797" y="302"/>
                  </a:lnTo>
                  <a:lnTo>
                    <a:pt x="797" y="279"/>
                  </a:lnTo>
                  <a:lnTo>
                    <a:pt x="797" y="279"/>
                  </a:lnTo>
                  <a:lnTo>
                    <a:pt x="798" y="308"/>
                  </a:lnTo>
                  <a:lnTo>
                    <a:pt x="798" y="218"/>
                  </a:lnTo>
                  <a:lnTo>
                    <a:pt x="799" y="246"/>
                  </a:lnTo>
                  <a:lnTo>
                    <a:pt x="799" y="246"/>
                  </a:lnTo>
                  <a:lnTo>
                    <a:pt x="800" y="229"/>
                  </a:lnTo>
                  <a:lnTo>
                    <a:pt x="800" y="275"/>
                  </a:lnTo>
                  <a:lnTo>
                    <a:pt x="802" y="271"/>
                  </a:lnTo>
                  <a:lnTo>
                    <a:pt x="802" y="271"/>
                  </a:lnTo>
                  <a:lnTo>
                    <a:pt x="802" y="233"/>
                  </a:lnTo>
                  <a:lnTo>
                    <a:pt x="803" y="325"/>
                  </a:lnTo>
                  <a:lnTo>
                    <a:pt x="803" y="290"/>
                  </a:lnTo>
                  <a:lnTo>
                    <a:pt x="803" y="290"/>
                  </a:lnTo>
                  <a:lnTo>
                    <a:pt x="804" y="263"/>
                  </a:lnTo>
                  <a:lnTo>
                    <a:pt x="805" y="353"/>
                  </a:lnTo>
                  <a:lnTo>
                    <a:pt x="805" y="295"/>
                  </a:lnTo>
                  <a:lnTo>
                    <a:pt x="805" y="295"/>
                  </a:lnTo>
                  <a:lnTo>
                    <a:pt x="806" y="260"/>
                  </a:lnTo>
                  <a:lnTo>
                    <a:pt x="807" y="305"/>
                  </a:lnTo>
                  <a:lnTo>
                    <a:pt x="808" y="285"/>
                  </a:lnTo>
                  <a:lnTo>
                    <a:pt x="808" y="284"/>
                  </a:lnTo>
                  <a:lnTo>
                    <a:pt x="808" y="321"/>
                  </a:lnTo>
                  <a:lnTo>
                    <a:pt x="809" y="244"/>
                  </a:lnTo>
                  <a:lnTo>
                    <a:pt x="809" y="277"/>
                  </a:lnTo>
                  <a:lnTo>
                    <a:pt x="809" y="278"/>
                  </a:lnTo>
                  <a:lnTo>
                    <a:pt x="809" y="341"/>
                  </a:lnTo>
                  <a:lnTo>
                    <a:pt x="811" y="221"/>
                  </a:lnTo>
                  <a:lnTo>
                    <a:pt x="811" y="230"/>
                  </a:lnTo>
                  <a:lnTo>
                    <a:pt x="811" y="230"/>
                  </a:lnTo>
                  <a:lnTo>
                    <a:pt x="812" y="196"/>
                  </a:lnTo>
                  <a:lnTo>
                    <a:pt x="814" y="292"/>
                  </a:lnTo>
                  <a:lnTo>
                    <a:pt x="814" y="286"/>
                  </a:lnTo>
                  <a:lnTo>
                    <a:pt x="814" y="286"/>
                  </a:lnTo>
                  <a:lnTo>
                    <a:pt x="814" y="290"/>
                  </a:lnTo>
                  <a:lnTo>
                    <a:pt x="815" y="216"/>
                  </a:lnTo>
                  <a:lnTo>
                    <a:pt x="815" y="267"/>
                  </a:lnTo>
                  <a:lnTo>
                    <a:pt x="815" y="267"/>
                  </a:lnTo>
                  <a:lnTo>
                    <a:pt x="816" y="178"/>
                  </a:lnTo>
                  <a:lnTo>
                    <a:pt x="817" y="303"/>
                  </a:lnTo>
                  <a:lnTo>
                    <a:pt x="817" y="262"/>
                  </a:lnTo>
                  <a:lnTo>
                    <a:pt x="817" y="262"/>
                  </a:lnTo>
                  <a:lnTo>
                    <a:pt x="818" y="361"/>
                  </a:lnTo>
                  <a:lnTo>
                    <a:pt x="818" y="155"/>
                  </a:lnTo>
                  <a:lnTo>
                    <a:pt x="820" y="274"/>
                  </a:lnTo>
                  <a:lnTo>
                    <a:pt x="820" y="274"/>
                  </a:lnTo>
                  <a:lnTo>
                    <a:pt x="821" y="248"/>
                  </a:lnTo>
                  <a:lnTo>
                    <a:pt x="821" y="326"/>
                  </a:lnTo>
                  <a:lnTo>
                    <a:pt x="821" y="318"/>
                  </a:lnTo>
                  <a:lnTo>
                    <a:pt x="821" y="318"/>
                  </a:lnTo>
                  <a:lnTo>
                    <a:pt x="822" y="325"/>
                  </a:lnTo>
                  <a:lnTo>
                    <a:pt x="823" y="189"/>
                  </a:lnTo>
                  <a:lnTo>
                    <a:pt x="823" y="231"/>
                  </a:lnTo>
                  <a:lnTo>
                    <a:pt x="823" y="231"/>
                  </a:lnTo>
                  <a:lnTo>
                    <a:pt x="824" y="269"/>
                  </a:lnTo>
                  <a:lnTo>
                    <a:pt x="826" y="245"/>
                  </a:lnTo>
                  <a:lnTo>
                    <a:pt x="826" y="245"/>
                  </a:lnTo>
                  <a:lnTo>
                    <a:pt x="826" y="318"/>
                  </a:lnTo>
                  <a:lnTo>
                    <a:pt x="827" y="173"/>
                  </a:lnTo>
                  <a:lnTo>
                    <a:pt x="827" y="269"/>
                  </a:lnTo>
                  <a:lnTo>
                    <a:pt x="827" y="269"/>
                  </a:lnTo>
                  <a:lnTo>
                    <a:pt x="828" y="304"/>
                  </a:lnTo>
                  <a:lnTo>
                    <a:pt x="829" y="253"/>
                  </a:lnTo>
                  <a:lnTo>
                    <a:pt x="829" y="297"/>
                  </a:lnTo>
                  <a:lnTo>
                    <a:pt x="829" y="297"/>
                  </a:lnTo>
                  <a:lnTo>
                    <a:pt x="830" y="326"/>
                  </a:lnTo>
                  <a:lnTo>
                    <a:pt x="831" y="240"/>
                  </a:lnTo>
                  <a:lnTo>
                    <a:pt x="832" y="272"/>
                  </a:lnTo>
                  <a:lnTo>
                    <a:pt x="832" y="272"/>
                  </a:lnTo>
                  <a:lnTo>
                    <a:pt x="833" y="309"/>
                  </a:lnTo>
                  <a:lnTo>
                    <a:pt x="833" y="252"/>
                  </a:lnTo>
                  <a:lnTo>
                    <a:pt x="833" y="252"/>
                  </a:lnTo>
                  <a:lnTo>
                    <a:pt x="835" y="239"/>
                  </a:lnTo>
                  <a:lnTo>
                    <a:pt x="835" y="336"/>
                  </a:lnTo>
                  <a:lnTo>
                    <a:pt x="835" y="336"/>
                  </a:lnTo>
                  <a:lnTo>
                    <a:pt x="836" y="459"/>
                  </a:lnTo>
                  <a:lnTo>
                    <a:pt x="836" y="238"/>
                  </a:lnTo>
                  <a:lnTo>
                    <a:pt x="838" y="254"/>
                  </a:lnTo>
                  <a:lnTo>
                    <a:pt x="838" y="254"/>
                  </a:lnTo>
                  <a:lnTo>
                    <a:pt x="838" y="232"/>
                  </a:lnTo>
                  <a:lnTo>
                    <a:pt x="839" y="294"/>
                  </a:lnTo>
                  <a:lnTo>
                    <a:pt x="839" y="288"/>
                  </a:lnTo>
                  <a:lnTo>
                    <a:pt x="839" y="287"/>
                  </a:lnTo>
                  <a:lnTo>
                    <a:pt x="840" y="437"/>
                  </a:lnTo>
                  <a:lnTo>
                    <a:pt x="841" y="243"/>
                  </a:lnTo>
                  <a:lnTo>
                    <a:pt x="841" y="278"/>
                  </a:lnTo>
                  <a:lnTo>
                    <a:pt x="841" y="278"/>
                  </a:lnTo>
                  <a:lnTo>
                    <a:pt x="842" y="282"/>
                  </a:lnTo>
                  <a:lnTo>
                    <a:pt x="842" y="185"/>
                  </a:lnTo>
                  <a:lnTo>
                    <a:pt x="844" y="270"/>
                  </a:lnTo>
                  <a:lnTo>
                    <a:pt x="844" y="270"/>
                  </a:lnTo>
                  <a:lnTo>
                    <a:pt x="845" y="295"/>
                  </a:lnTo>
                  <a:lnTo>
                    <a:pt x="845" y="231"/>
                  </a:lnTo>
                  <a:lnTo>
                    <a:pt x="845" y="261"/>
                  </a:lnTo>
                  <a:lnTo>
                    <a:pt x="845" y="261"/>
                  </a:lnTo>
                  <a:lnTo>
                    <a:pt x="847" y="233"/>
                  </a:lnTo>
                  <a:lnTo>
                    <a:pt x="847" y="302"/>
                  </a:lnTo>
                  <a:lnTo>
                    <a:pt x="847" y="243"/>
                  </a:lnTo>
                  <a:lnTo>
                    <a:pt x="847" y="244"/>
                  </a:lnTo>
                  <a:lnTo>
                    <a:pt x="848" y="400"/>
                  </a:lnTo>
                  <a:lnTo>
                    <a:pt x="850" y="277"/>
                  </a:lnTo>
                  <a:lnTo>
                    <a:pt x="850" y="277"/>
                  </a:lnTo>
                  <a:lnTo>
                    <a:pt x="851" y="215"/>
                  </a:lnTo>
                  <a:lnTo>
                    <a:pt x="851" y="286"/>
                  </a:lnTo>
                  <a:lnTo>
                    <a:pt x="851" y="256"/>
                  </a:lnTo>
                  <a:lnTo>
                    <a:pt x="851" y="256"/>
                  </a:lnTo>
                  <a:lnTo>
                    <a:pt x="853" y="348"/>
                  </a:lnTo>
                  <a:lnTo>
                    <a:pt x="853" y="239"/>
                  </a:lnTo>
                  <a:lnTo>
                    <a:pt x="853" y="288"/>
                  </a:lnTo>
                  <a:lnTo>
                    <a:pt x="853" y="288"/>
                  </a:lnTo>
                  <a:lnTo>
                    <a:pt x="854" y="338"/>
                  </a:lnTo>
                  <a:lnTo>
                    <a:pt x="854" y="199"/>
                  </a:lnTo>
                  <a:lnTo>
                    <a:pt x="856" y="311"/>
                  </a:lnTo>
                  <a:lnTo>
                    <a:pt x="856" y="311"/>
                  </a:lnTo>
                  <a:lnTo>
                    <a:pt x="856" y="215"/>
                  </a:lnTo>
                  <a:lnTo>
                    <a:pt x="857" y="333"/>
                  </a:lnTo>
                  <a:lnTo>
                    <a:pt x="857" y="260"/>
                  </a:lnTo>
                  <a:lnTo>
                    <a:pt x="857" y="260"/>
                  </a:lnTo>
                  <a:lnTo>
                    <a:pt x="858" y="113"/>
                  </a:lnTo>
                  <a:lnTo>
                    <a:pt x="859" y="300"/>
                  </a:lnTo>
                  <a:lnTo>
                    <a:pt x="859" y="274"/>
                  </a:lnTo>
                  <a:lnTo>
                    <a:pt x="859" y="274"/>
                  </a:lnTo>
                  <a:lnTo>
                    <a:pt x="860" y="304"/>
                  </a:lnTo>
                  <a:lnTo>
                    <a:pt x="862" y="243"/>
                  </a:lnTo>
                  <a:lnTo>
                    <a:pt x="862" y="247"/>
                  </a:lnTo>
                  <a:lnTo>
                    <a:pt x="862" y="247"/>
                  </a:lnTo>
                  <a:lnTo>
                    <a:pt x="862" y="226"/>
                  </a:lnTo>
                  <a:lnTo>
                    <a:pt x="862" y="313"/>
                  </a:lnTo>
                  <a:lnTo>
                    <a:pt x="863" y="247"/>
                  </a:lnTo>
                  <a:lnTo>
                    <a:pt x="863" y="247"/>
                  </a:lnTo>
                  <a:lnTo>
                    <a:pt x="863" y="269"/>
                  </a:lnTo>
                  <a:lnTo>
                    <a:pt x="865" y="200"/>
                  </a:lnTo>
                  <a:lnTo>
                    <a:pt x="865" y="232"/>
                  </a:lnTo>
                  <a:lnTo>
                    <a:pt x="865" y="232"/>
                  </a:lnTo>
                  <a:lnTo>
                    <a:pt x="867" y="145"/>
                  </a:lnTo>
                  <a:lnTo>
                    <a:pt x="867" y="379"/>
                  </a:lnTo>
                  <a:lnTo>
                    <a:pt x="868" y="292"/>
                  </a:lnTo>
                  <a:lnTo>
                    <a:pt x="868" y="292"/>
                  </a:lnTo>
                  <a:lnTo>
                    <a:pt x="869" y="305"/>
                  </a:lnTo>
                  <a:lnTo>
                    <a:pt x="869" y="145"/>
                  </a:lnTo>
                  <a:lnTo>
                    <a:pt x="870" y="253"/>
                  </a:lnTo>
                  <a:lnTo>
                    <a:pt x="870" y="253"/>
                  </a:lnTo>
                  <a:lnTo>
                    <a:pt x="870" y="229"/>
                  </a:lnTo>
                  <a:lnTo>
                    <a:pt x="871" y="307"/>
                  </a:lnTo>
                  <a:lnTo>
                    <a:pt x="871" y="268"/>
                  </a:lnTo>
                  <a:lnTo>
                    <a:pt x="871" y="268"/>
                  </a:lnTo>
                  <a:lnTo>
                    <a:pt x="873" y="323"/>
                  </a:lnTo>
                  <a:lnTo>
                    <a:pt x="874" y="250"/>
                  </a:lnTo>
                  <a:lnTo>
                    <a:pt x="874" y="250"/>
                  </a:lnTo>
                  <a:lnTo>
                    <a:pt x="874" y="250"/>
                  </a:lnTo>
                  <a:lnTo>
                    <a:pt x="874" y="219"/>
                  </a:lnTo>
                  <a:lnTo>
                    <a:pt x="874" y="280"/>
                  </a:lnTo>
                  <a:lnTo>
                    <a:pt x="876" y="243"/>
                  </a:lnTo>
                  <a:lnTo>
                    <a:pt x="876" y="243"/>
                  </a:lnTo>
                  <a:lnTo>
                    <a:pt x="876" y="214"/>
                  </a:lnTo>
                  <a:lnTo>
                    <a:pt x="877" y="276"/>
                  </a:lnTo>
                  <a:lnTo>
                    <a:pt x="877" y="255"/>
                  </a:lnTo>
                  <a:lnTo>
                    <a:pt x="877" y="255"/>
                  </a:lnTo>
                  <a:lnTo>
                    <a:pt x="878" y="245"/>
                  </a:lnTo>
                  <a:lnTo>
                    <a:pt x="879" y="333"/>
                  </a:lnTo>
                  <a:lnTo>
                    <a:pt x="880" y="285"/>
                  </a:lnTo>
                  <a:lnTo>
                    <a:pt x="880" y="285"/>
                  </a:lnTo>
                  <a:lnTo>
                    <a:pt x="880" y="350"/>
                  </a:lnTo>
                  <a:lnTo>
                    <a:pt x="881" y="198"/>
                  </a:lnTo>
                  <a:lnTo>
                    <a:pt x="882" y="220"/>
                  </a:lnTo>
                  <a:lnTo>
                    <a:pt x="882" y="219"/>
                  </a:lnTo>
                  <a:lnTo>
                    <a:pt x="882" y="213"/>
                  </a:lnTo>
                  <a:lnTo>
                    <a:pt x="883" y="336"/>
                  </a:lnTo>
                  <a:lnTo>
                    <a:pt x="883" y="249"/>
                  </a:lnTo>
                  <a:lnTo>
                    <a:pt x="883" y="249"/>
                  </a:lnTo>
                  <a:lnTo>
                    <a:pt x="884" y="316"/>
                  </a:lnTo>
                  <a:lnTo>
                    <a:pt x="885" y="176"/>
                  </a:lnTo>
                  <a:lnTo>
                    <a:pt x="886" y="299"/>
                  </a:lnTo>
                  <a:lnTo>
                    <a:pt x="886" y="299"/>
                  </a:lnTo>
                  <a:lnTo>
                    <a:pt x="886" y="301"/>
                  </a:lnTo>
                  <a:lnTo>
                    <a:pt x="887" y="220"/>
                  </a:lnTo>
                  <a:lnTo>
                    <a:pt x="888" y="229"/>
                  </a:lnTo>
                  <a:lnTo>
                    <a:pt x="888" y="229"/>
                  </a:lnTo>
                  <a:lnTo>
                    <a:pt x="889" y="275"/>
                  </a:lnTo>
                  <a:lnTo>
                    <a:pt x="889" y="229"/>
                  </a:lnTo>
                  <a:lnTo>
                    <a:pt x="889" y="239"/>
                  </a:lnTo>
                  <a:lnTo>
                    <a:pt x="889" y="239"/>
                  </a:lnTo>
                  <a:lnTo>
                    <a:pt x="890" y="238"/>
                  </a:lnTo>
                  <a:lnTo>
                    <a:pt x="891" y="328"/>
                  </a:lnTo>
                  <a:lnTo>
                    <a:pt x="892" y="266"/>
                  </a:lnTo>
                  <a:lnTo>
                    <a:pt x="892" y="266"/>
                  </a:lnTo>
                  <a:lnTo>
                    <a:pt x="892" y="239"/>
                  </a:lnTo>
                  <a:lnTo>
                    <a:pt x="893" y="355"/>
                  </a:lnTo>
                  <a:lnTo>
                    <a:pt x="894" y="272"/>
                  </a:lnTo>
                  <a:lnTo>
                    <a:pt x="894" y="272"/>
                  </a:lnTo>
                  <a:lnTo>
                    <a:pt x="894" y="257"/>
                  </a:lnTo>
                  <a:lnTo>
                    <a:pt x="895" y="301"/>
                  </a:lnTo>
                  <a:lnTo>
                    <a:pt x="895" y="297"/>
                  </a:lnTo>
                  <a:lnTo>
                    <a:pt x="895" y="297"/>
                  </a:lnTo>
                  <a:lnTo>
                    <a:pt x="896" y="321"/>
                  </a:lnTo>
                  <a:lnTo>
                    <a:pt x="897" y="240"/>
                  </a:lnTo>
                  <a:lnTo>
                    <a:pt x="898" y="271"/>
                  </a:lnTo>
                  <a:lnTo>
                    <a:pt x="898" y="271"/>
                  </a:lnTo>
                  <a:lnTo>
                    <a:pt x="898" y="297"/>
                  </a:lnTo>
                  <a:lnTo>
                    <a:pt x="899" y="225"/>
                  </a:lnTo>
                  <a:lnTo>
                    <a:pt x="900" y="258"/>
                  </a:lnTo>
                  <a:lnTo>
                    <a:pt x="900" y="258"/>
                  </a:lnTo>
                  <a:lnTo>
                    <a:pt x="900" y="244"/>
                  </a:lnTo>
                  <a:lnTo>
                    <a:pt x="901" y="285"/>
                  </a:lnTo>
                  <a:lnTo>
                    <a:pt x="901" y="280"/>
                  </a:lnTo>
                  <a:lnTo>
                    <a:pt x="901" y="280"/>
                  </a:lnTo>
                  <a:lnTo>
                    <a:pt x="902" y="290"/>
                  </a:lnTo>
                  <a:lnTo>
                    <a:pt x="903" y="250"/>
                  </a:lnTo>
                  <a:lnTo>
                    <a:pt x="904" y="265"/>
                  </a:lnTo>
                  <a:lnTo>
                    <a:pt x="904" y="265"/>
                  </a:lnTo>
                  <a:lnTo>
                    <a:pt x="904" y="242"/>
                  </a:lnTo>
                  <a:lnTo>
                    <a:pt x="905" y="297"/>
                  </a:lnTo>
                  <a:lnTo>
                    <a:pt x="906" y="250"/>
                  </a:lnTo>
                  <a:lnTo>
                    <a:pt x="906" y="250"/>
                  </a:lnTo>
                  <a:lnTo>
                    <a:pt x="907" y="296"/>
                  </a:lnTo>
                  <a:lnTo>
                    <a:pt x="907" y="233"/>
                  </a:lnTo>
                  <a:lnTo>
                    <a:pt x="907" y="243"/>
                  </a:lnTo>
                  <a:lnTo>
                    <a:pt x="907" y="243"/>
                  </a:lnTo>
                  <a:lnTo>
                    <a:pt x="909" y="309"/>
                  </a:lnTo>
                  <a:lnTo>
                    <a:pt x="909" y="203"/>
                  </a:lnTo>
                  <a:lnTo>
                    <a:pt x="910" y="263"/>
                  </a:lnTo>
                  <a:lnTo>
                    <a:pt x="910" y="263"/>
                  </a:lnTo>
                  <a:lnTo>
                    <a:pt x="910" y="278"/>
                  </a:lnTo>
                  <a:lnTo>
                    <a:pt x="911" y="244"/>
                  </a:lnTo>
                  <a:lnTo>
                    <a:pt x="912" y="270"/>
                  </a:lnTo>
                  <a:lnTo>
                    <a:pt x="912" y="270"/>
                  </a:lnTo>
                  <a:lnTo>
                    <a:pt x="912" y="217"/>
                  </a:lnTo>
                  <a:lnTo>
                    <a:pt x="912" y="310"/>
                  </a:lnTo>
                  <a:lnTo>
                    <a:pt x="913" y="266"/>
                  </a:lnTo>
                  <a:lnTo>
                    <a:pt x="913" y="266"/>
                  </a:lnTo>
                  <a:lnTo>
                    <a:pt x="915" y="242"/>
                  </a:lnTo>
                  <a:lnTo>
                    <a:pt x="915" y="304"/>
                  </a:lnTo>
                  <a:lnTo>
                    <a:pt x="916" y="268"/>
                  </a:lnTo>
                  <a:lnTo>
                    <a:pt x="916" y="268"/>
                  </a:lnTo>
                  <a:lnTo>
                    <a:pt x="916" y="289"/>
                  </a:lnTo>
                  <a:lnTo>
                    <a:pt x="916" y="233"/>
                  </a:lnTo>
                  <a:lnTo>
                    <a:pt x="918" y="264"/>
                  </a:lnTo>
                  <a:lnTo>
                    <a:pt x="918" y="264"/>
                  </a:lnTo>
                  <a:lnTo>
                    <a:pt x="918" y="317"/>
                  </a:lnTo>
                  <a:lnTo>
                    <a:pt x="919" y="241"/>
                  </a:lnTo>
                  <a:lnTo>
                    <a:pt x="919" y="256"/>
                  </a:lnTo>
                  <a:lnTo>
                    <a:pt x="919" y="256"/>
                  </a:lnTo>
                  <a:lnTo>
                    <a:pt x="920" y="314"/>
                  </a:lnTo>
                  <a:lnTo>
                    <a:pt x="921" y="254"/>
                  </a:lnTo>
                  <a:lnTo>
                    <a:pt x="922" y="270"/>
                  </a:lnTo>
                  <a:lnTo>
                    <a:pt x="922" y="270"/>
                  </a:lnTo>
                  <a:lnTo>
                    <a:pt x="922" y="292"/>
                  </a:lnTo>
                  <a:lnTo>
                    <a:pt x="924" y="173"/>
                  </a:lnTo>
                  <a:lnTo>
                    <a:pt x="924" y="192"/>
                  </a:lnTo>
                  <a:lnTo>
                    <a:pt x="924" y="192"/>
                  </a:lnTo>
                  <a:lnTo>
                    <a:pt x="924" y="183"/>
                  </a:lnTo>
                  <a:lnTo>
                    <a:pt x="925" y="322"/>
                  </a:lnTo>
                  <a:lnTo>
                    <a:pt x="925" y="279"/>
                  </a:lnTo>
                  <a:lnTo>
                    <a:pt x="925" y="279"/>
                  </a:lnTo>
                  <a:lnTo>
                    <a:pt x="927" y="238"/>
                  </a:lnTo>
                  <a:lnTo>
                    <a:pt x="927" y="301"/>
                  </a:lnTo>
                  <a:lnTo>
                    <a:pt x="928" y="265"/>
                  </a:lnTo>
                  <a:lnTo>
                    <a:pt x="928" y="265"/>
                  </a:lnTo>
                  <a:lnTo>
                    <a:pt x="929" y="133"/>
                  </a:lnTo>
                  <a:lnTo>
                    <a:pt x="929" y="347"/>
                  </a:lnTo>
                  <a:lnTo>
                    <a:pt x="930" y="276"/>
                  </a:lnTo>
                  <a:lnTo>
                    <a:pt x="930" y="276"/>
                  </a:lnTo>
                  <a:lnTo>
                    <a:pt x="930" y="295"/>
                  </a:lnTo>
                  <a:lnTo>
                    <a:pt x="931" y="217"/>
                  </a:lnTo>
                  <a:lnTo>
                    <a:pt x="931" y="272"/>
                  </a:lnTo>
                  <a:lnTo>
                    <a:pt x="931" y="272"/>
                  </a:lnTo>
                  <a:lnTo>
                    <a:pt x="933" y="244"/>
                  </a:lnTo>
                  <a:lnTo>
                    <a:pt x="933" y="288"/>
                  </a:lnTo>
                  <a:lnTo>
                    <a:pt x="934" y="256"/>
                  </a:lnTo>
                  <a:lnTo>
                    <a:pt x="934" y="256"/>
                  </a:lnTo>
                  <a:lnTo>
                    <a:pt x="935" y="220"/>
                  </a:lnTo>
                  <a:lnTo>
                    <a:pt x="935" y="308"/>
                  </a:lnTo>
                  <a:lnTo>
                    <a:pt x="936" y="257"/>
                  </a:lnTo>
                  <a:lnTo>
                    <a:pt x="936" y="257"/>
                  </a:lnTo>
                  <a:lnTo>
                    <a:pt x="937" y="220"/>
                  </a:lnTo>
                  <a:lnTo>
                    <a:pt x="937" y="350"/>
                  </a:lnTo>
                  <a:lnTo>
                    <a:pt x="937" y="316"/>
                  </a:lnTo>
                  <a:lnTo>
                    <a:pt x="937" y="316"/>
                  </a:lnTo>
                  <a:lnTo>
                    <a:pt x="939" y="218"/>
                  </a:lnTo>
                  <a:lnTo>
                    <a:pt x="940" y="256"/>
                  </a:lnTo>
                  <a:lnTo>
                    <a:pt x="940" y="256"/>
                  </a:lnTo>
                  <a:lnTo>
                    <a:pt x="941" y="235"/>
                  </a:lnTo>
                  <a:lnTo>
                    <a:pt x="941" y="332"/>
                  </a:lnTo>
                  <a:lnTo>
                    <a:pt x="942" y="257"/>
                  </a:lnTo>
                  <a:lnTo>
                    <a:pt x="942" y="258"/>
                  </a:lnTo>
                  <a:lnTo>
                    <a:pt x="942" y="298"/>
                  </a:lnTo>
                  <a:lnTo>
                    <a:pt x="944" y="271"/>
                  </a:lnTo>
                  <a:lnTo>
                    <a:pt x="944" y="271"/>
                  </a:lnTo>
                  <a:lnTo>
                    <a:pt x="945" y="244"/>
                  </a:lnTo>
                  <a:lnTo>
                    <a:pt x="945" y="306"/>
                  </a:lnTo>
                  <a:lnTo>
                    <a:pt x="946" y="259"/>
                  </a:lnTo>
                  <a:lnTo>
                    <a:pt x="946" y="259"/>
                  </a:lnTo>
                  <a:lnTo>
                    <a:pt x="946" y="193"/>
                  </a:lnTo>
                  <a:lnTo>
                    <a:pt x="947" y="347"/>
                  </a:lnTo>
                  <a:lnTo>
                    <a:pt x="948" y="267"/>
                  </a:lnTo>
                  <a:lnTo>
                    <a:pt x="948" y="267"/>
                  </a:lnTo>
                  <a:lnTo>
                    <a:pt x="949" y="310"/>
                  </a:lnTo>
                  <a:lnTo>
                    <a:pt x="949" y="164"/>
                  </a:lnTo>
                  <a:lnTo>
                    <a:pt x="950" y="253"/>
                  </a:lnTo>
                  <a:lnTo>
                    <a:pt x="950" y="253"/>
                  </a:lnTo>
                  <a:lnTo>
                    <a:pt x="951" y="206"/>
                  </a:lnTo>
                  <a:lnTo>
                    <a:pt x="952" y="324"/>
                  </a:lnTo>
                  <a:lnTo>
                    <a:pt x="952" y="303"/>
                  </a:lnTo>
                  <a:lnTo>
                    <a:pt x="952" y="303"/>
                  </a:lnTo>
                  <a:lnTo>
                    <a:pt x="952" y="306"/>
                  </a:lnTo>
                  <a:lnTo>
                    <a:pt x="952" y="252"/>
                  </a:lnTo>
                  <a:lnTo>
                    <a:pt x="954" y="286"/>
                  </a:lnTo>
                  <a:lnTo>
                    <a:pt x="954" y="286"/>
                  </a:lnTo>
                  <a:lnTo>
                    <a:pt x="955" y="306"/>
                  </a:lnTo>
                  <a:lnTo>
                    <a:pt x="955" y="235"/>
                  </a:lnTo>
                  <a:lnTo>
                    <a:pt x="956" y="255"/>
                  </a:lnTo>
                  <a:lnTo>
                    <a:pt x="956" y="255"/>
                  </a:lnTo>
                  <a:lnTo>
                    <a:pt x="957" y="303"/>
                  </a:lnTo>
                  <a:lnTo>
                    <a:pt x="958" y="229"/>
                  </a:lnTo>
                  <a:lnTo>
                    <a:pt x="958" y="234"/>
                  </a:lnTo>
                  <a:lnTo>
                    <a:pt x="958" y="234"/>
                  </a:lnTo>
                  <a:lnTo>
                    <a:pt x="959" y="489"/>
                  </a:lnTo>
                  <a:lnTo>
                    <a:pt x="959" y="188"/>
                  </a:lnTo>
                  <a:lnTo>
                    <a:pt x="960" y="243"/>
                  </a:lnTo>
                  <a:lnTo>
                    <a:pt x="960" y="243"/>
                  </a:lnTo>
                  <a:lnTo>
                    <a:pt x="960" y="275"/>
                  </a:lnTo>
                  <a:lnTo>
                    <a:pt x="961" y="233"/>
                  </a:lnTo>
                  <a:lnTo>
                    <a:pt x="962" y="246"/>
                  </a:lnTo>
                  <a:lnTo>
                    <a:pt x="962" y="246"/>
                  </a:lnTo>
                  <a:lnTo>
                    <a:pt x="962" y="229"/>
                  </a:lnTo>
                  <a:lnTo>
                    <a:pt x="963" y="326"/>
                  </a:lnTo>
                  <a:lnTo>
                    <a:pt x="964" y="271"/>
                  </a:lnTo>
                  <a:lnTo>
                    <a:pt x="964" y="271"/>
                  </a:lnTo>
                  <a:lnTo>
                    <a:pt x="965" y="316"/>
                  </a:lnTo>
                  <a:lnTo>
                    <a:pt x="965" y="260"/>
                  </a:lnTo>
                  <a:lnTo>
                    <a:pt x="966" y="277"/>
                  </a:lnTo>
                  <a:lnTo>
                    <a:pt x="966" y="277"/>
                  </a:lnTo>
                  <a:lnTo>
                    <a:pt x="967" y="324"/>
                  </a:lnTo>
                  <a:lnTo>
                    <a:pt x="968" y="242"/>
                  </a:lnTo>
                  <a:lnTo>
                    <a:pt x="968" y="267"/>
                  </a:lnTo>
                  <a:lnTo>
                    <a:pt x="968" y="267"/>
                  </a:lnTo>
                  <a:lnTo>
                    <a:pt x="969" y="290"/>
                  </a:lnTo>
                  <a:lnTo>
                    <a:pt x="970" y="218"/>
                  </a:lnTo>
                  <a:lnTo>
                    <a:pt x="970" y="218"/>
                  </a:lnTo>
                  <a:lnTo>
                    <a:pt x="970" y="201"/>
                  </a:lnTo>
                  <a:lnTo>
                    <a:pt x="970" y="347"/>
                  </a:lnTo>
                  <a:lnTo>
                    <a:pt x="972" y="265"/>
                  </a:lnTo>
                  <a:lnTo>
                    <a:pt x="972" y="265"/>
                  </a:lnTo>
                  <a:lnTo>
                    <a:pt x="973" y="279"/>
                  </a:lnTo>
                  <a:lnTo>
                    <a:pt x="974" y="246"/>
                  </a:lnTo>
                  <a:lnTo>
                    <a:pt x="974" y="261"/>
                  </a:lnTo>
                  <a:lnTo>
                    <a:pt x="974" y="261"/>
                  </a:lnTo>
                  <a:lnTo>
                    <a:pt x="975" y="226"/>
                  </a:lnTo>
                  <a:lnTo>
                    <a:pt x="975" y="305"/>
                  </a:lnTo>
                  <a:lnTo>
                    <a:pt x="976" y="303"/>
                  </a:lnTo>
                  <a:lnTo>
                    <a:pt x="976" y="303"/>
                  </a:lnTo>
                  <a:lnTo>
                    <a:pt x="976" y="261"/>
                  </a:lnTo>
                  <a:lnTo>
                    <a:pt x="978" y="273"/>
                  </a:lnTo>
                  <a:lnTo>
                    <a:pt x="978" y="273"/>
                  </a:lnTo>
                  <a:lnTo>
                    <a:pt x="979" y="231"/>
                  </a:lnTo>
                  <a:lnTo>
                    <a:pt x="979" y="283"/>
                  </a:lnTo>
                  <a:lnTo>
                    <a:pt x="980" y="279"/>
                  </a:lnTo>
                  <a:lnTo>
                    <a:pt x="980" y="280"/>
                  </a:lnTo>
                  <a:lnTo>
                    <a:pt x="981" y="223"/>
                  </a:lnTo>
                  <a:lnTo>
                    <a:pt x="981" y="309"/>
                  </a:lnTo>
                  <a:lnTo>
                    <a:pt x="982" y="261"/>
                  </a:lnTo>
                  <a:lnTo>
                    <a:pt x="982" y="261"/>
                  </a:lnTo>
                  <a:lnTo>
                    <a:pt x="982" y="232"/>
                  </a:lnTo>
                  <a:lnTo>
                    <a:pt x="982" y="285"/>
                  </a:lnTo>
                  <a:lnTo>
                    <a:pt x="984" y="251"/>
                  </a:lnTo>
                  <a:lnTo>
                    <a:pt x="984" y="251"/>
                  </a:lnTo>
                  <a:lnTo>
                    <a:pt x="984" y="248"/>
                  </a:lnTo>
                  <a:lnTo>
                    <a:pt x="986" y="288"/>
                  </a:lnTo>
                  <a:lnTo>
                    <a:pt x="986" y="280"/>
                  </a:lnTo>
                  <a:lnTo>
                    <a:pt x="986" y="280"/>
                  </a:lnTo>
                  <a:lnTo>
                    <a:pt x="986" y="294"/>
                  </a:lnTo>
                  <a:lnTo>
                    <a:pt x="987" y="242"/>
                  </a:lnTo>
                  <a:lnTo>
                    <a:pt x="988" y="285"/>
                  </a:lnTo>
                  <a:lnTo>
                    <a:pt x="988" y="285"/>
                  </a:lnTo>
                  <a:lnTo>
                    <a:pt x="988" y="286"/>
                  </a:lnTo>
                  <a:lnTo>
                    <a:pt x="988" y="246"/>
                  </a:lnTo>
                  <a:lnTo>
                    <a:pt x="990" y="273"/>
                  </a:lnTo>
                  <a:lnTo>
                    <a:pt x="990" y="273"/>
                  </a:lnTo>
                  <a:lnTo>
                    <a:pt x="991" y="250"/>
                  </a:lnTo>
                  <a:lnTo>
                    <a:pt x="992" y="309"/>
                  </a:lnTo>
                  <a:lnTo>
                    <a:pt x="992" y="305"/>
                  </a:lnTo>
                  <a:lnTo>
                    <a:pt x="992" y="305"/>
                  </a:lnTo>
                  <a:lnTo>
                    <a:pt x="993" y="243"/>
                  </a:lnTo>
                  <a:lnTo>
                    <a:pt x="994" y="266"/>
                  </a:lnTo>
                  <a:lnTo>
                    <a:pt x="994" y="266"/>
                  </a:lnTo>
                  <a:lnTo>
                    <a:pt x="995" y="285"/>
                  </a:lnTo>
                  <a:lnTo>
                    <a:pt x="995" y="252"/>
                  </a:lnTo>
                  <a:lnTo>
                    <a:pt x="996" y="253"/>
                  </a:lnTo>
                  <a:lnTo>
                    <a:pt x="996" y="253"/>
                  </a:lnTo>
                  <a:lnTo>
                    <a:pt x="996" y="245"/>
                  </a:lnTo>
                  <a:lnTo>
                    <a:pt x="997" y="294"/>
                  </a:lnTo>
                  <a:lnTo>
                    <a:pt x="998" y="262"/>
                  </a:lnTo>
                  <a:lnTo>
                    <a:pt x="998" y="262"/>
                  </a:lnTo>
                  <a:lnTo>
                    <a:pt x="998" y="244"/>
                  </a:lnTo>
                  <a:lnTo>
                    <a:pt x="999" y="281"/>
                  </a:lnTo>
                  <a:lnTo>
                    <a:pt x="1000" y="255"/>
                  </a:lnTo>
                  <a:lnTo>
                    <a:pt x="1000" y="255"/>
                  </a:lnTo>
                  <a:lnTo>
                    <a:pt x="1000" y="281"/>
                  </a:lnTo>
                  <a:lnTo>
                    <a:pt x="1001" y="215"/>
                  </a:lnTo>
                  <a:lnTo>
                    <a:pt x="1002" y="255"/>
                  </a:lnTo>
                  <a:lnTo>
                    <a:pt x="1002" y="255"/>
                  </a:lnTo>
                  <a:lnTo>
                    <a:pt x="1003" y="283"/>
                  </a:lnTo>
                  <a:lnTo>
                    <a:pt x="1004" y="230"/>
                  </a:lnTo>
                  <a:lnTo>
                    <a:pt x="1004" y="281"/>
                  </a:lnTo>
                  <a:lnTo>
                    <a:pt x="1004" y="281"/>
                  </a:lnTo>
                  <a:lnTo>
                    <a:pt x="1004" y="292"/>
                  </a:lnTo>
                  <a:lnTo>
                    <a:pt x="1005" y="250"/>
                  </a:lnTo>
                  <a:lnTo>
                    <a:pt x="1006" y="265"/>
                  </a:lnTo>
                  <a:lnTo>
                    <a:pt x="1006" y="265"/>
                  </a:lnTo>
                  <a:lnTo>
                    <a:pt x="1007" y="239"/>
                  </a:lnTo>
                  <a:lnTo>
                    <a:pt x="1008" y="288"/>
                  </a:lnTo>
                  <a:lnTo>
                    <a:pt x="1008" y="274"/>
                  </a:lnTo>
                  <a:lnTo>
                    <a:pt x="1008" y="274"/>
                  </a:lnTo>
                  <a:lnTo>
                    <a:pt x="1009" y="282"/>
                  </a:lnTo>
                  <a:lnTo>
                    <a:pt x="1009" y="255"/>
                  </a:lnTo>
                  <a:lnTo>
                    <a:pt x="1010" y="271"/>
                  </a:lnTo>
                  <a:lnTo>
                    <a:pt x="1010" y="271"/>
                  </a:lnTo>
                  <a:lnTo>
                    <a:pt x="1010" y="224"/>
                  </a:lnTo>
                  <a:lnTo>
                    <a:pt x="1011" y="302"/>
                  </a:lnTo>
                  <a:lnTo>
                    <a:pt x="1012" y="272"/>
                  </a:lnTo>
                  <a:lnTo>
                    <a:pt x="1012" y="272"/>
                  </a:lnTo>
                  <a:lnTo>
                    <a:pt x="1013" y="291"/>
                  </a:lnTo>
                  <a:lnTo>
                    <a:pt x="1013" y="222"/>
                  </a:lnTo>
                  <a:lnTo>
                    <a:pt x="1014" y="272"/>
                  </a:lnTo>
                  <a:lnTo>
                    <a:pt x="1014" y="272"/>
                  </a:lnTo>
                  <a:lnTo>
                    <a:pt x="1014" y="246"/>
                  </a:lnTo>
                  <a:lnTo>
                    <a:pt x="1016" y="305"/>
                  </a:lnTo>
                  <a:lnTo>
                    <a:pt x="1016" y="305"/>
                  </a:lnTo>
                  <a:lnTo>
                    <a:pt x="1016" y="305"/>
                  </a:lnTo>
                  <a:lnTo>
                    <a:pt x="1017" y="234"/>
                  </a:lnTo>
                  <a:lnTo>
                    <a:pt x="1018" y="279"/>
                  </a:lnTo>
                  <a:lnTo>
                    <a:pt x="1018" y="279"/>
                  </a:lnTo>
                  <a:lnTo>
                    <a:pt x="1019" y="242"/>
                  </a:lnTo>
                  <a:lnTo>
                    <a:pt x="1019" y="297"/>
                  </a:lnTo>
                  <a:lnTo>
                    <a:pt x="1020" y="267"/>
                  </a:lnTo>
                  <a:lnTo>
                    <a:pt x="1020" y="267"/>
                  </a:lnTo>
                  <a:lnTo>
                    <a:pt x="1020" y="295"/>
                  </a:lnTo>
                  <a:lnTo>
                    <a:pt x="1022" y="215"/>
                  </a:lnTo>
                  <a:lnTo>
                    <a:pt x="1022" y="252"/>
                  </a:lnTo>
                  <a:lnTo>
                    <a:pt x="1022" y="252"/>
                  </a:lnTo>
                  <a:lnTo>
                    <a:pt x="1023" y="280"/>
                  </a:lnTo>
                  <a:lnTo>
                    <a:pt x="1024" y="225"/>
                  </a:lnTo>
                  <a:lnTo>
                    <a:pt x="1024" y="225"/>
                  </a:lnTo>
                  <a:lnTo>
                    <a:pt x="1024" y="225"/>
                  </a:lnTo>
                  <a:lnTo>
                    <a:pt x="1025" y="291"/>
                  </a:lnTo>
                  <a:lnTo>
                    <a:pt x="1025" y="200"/>
                  </a:lnTo>
                  <a:lnTo>
                    <a:pt x="1026" y="258"/>
                  </a:lnTo>
                  <a:lnTo>
                    <a:pt x="1026" y="258"/>
                  </a:lnTo>
                  <a:lnTo>
                    <a:pt x="1026" y="248"/>
                  </a:lnTo>
                  <a:lnTo>
                    <a:pt x="1026" y="313"/>
                  </a:lnTo>
                  <a:lnTo>
                    <a:pt x="1028" y="283"/>
                  </a:lnTo>
                  <a:lnTo>
                    <a:pt x="1028" y="283"/>
                  </a:lnTo>
                  <a:lnTo>
                    <a:pt x="1030" y="329"/>
                  </a:lnTo>
                  <a:lnTo>
                    <a:pt x="1030" y="153"/>
                  </a:lnTo>
                  <a:lnTo>
                    <a:pt x="1030" y="175"/>
                  </a:lnTo>
                  <a:lnTo>
                    <a:pt x="1030" y="176"/>
                  </a:lnTo>
                  <a:lnTo>
                    <a:pt x="1031" y="303"/>
                  </a:lnTo>
                  <a:lnTo>
                    <a:pt x="1032" y="235"/>
                  </a:lnTo>
                  <a:lnTo>
                    <a:pt x="1032" y="235"/>
                  </a:lnTo>
                  <a:lnTo>
                    <a:pt x="1032" y="207"/>
                  </a:lnTo>
                  <a:lnTo>
                    <a:pt x="1034" y="327"/>
                  </a:lnTo>
                  <a:lnTo>
                    <a:pt x="1034" y="327"/>
                  </a:lnTo>
                  <a:lnTo>
                    <a:pt x="1034" y="327"/>
                  </a:lnTo>
                  <a:lnTo>
                    <a:pt x="1036" y="237"/>
                  </a:lnTo>
                  <a:lnTo>
                    <a:pt x="1036" y="239"/>
                  </a:lnTo>
                  <a:lnTo>
                    <a:pt x="1036" y="239"/>
                  </a:lnTo>
                  <a:lnTo>
                    <a:pt x="1036" y="232"/>
                  </a:lnTo>
                  <a:lnTo>
                    <a:pt x="1037" y="300"/>
                  </a:lnTo>
                  <a:lnTo>
                    <a:pt x="1038" y="282"/>
                  </a:lnTo>
                  <a:lnTo>
                    <a:pt x="1038" y="282"/>
                  </a:lnTo>
                  <a:lnTo>
                    <a:pt x="1039" y="260"/>
                  </a:lnTo>
                  <a:lnTo>
                    <a:pt x="1040" y="300"/>
                  </a:lnTo>
                  <a:lnTo>
                    <a:pt x="1040" y="289"/>
                  </a:lnTo>
                  <a:lnTo>
                    <a:pt x="1040" y="288"/>
                  </a:lnTo>
                  <a:lnTo>
                    <a:pt x="1040" y="299"/>
                  </a:lnTo>
                  <a:lnTo>
                    <a:pt x="1041" y="223"/>
                  </a:lnTo>
                  <a:lnTo>
                    <a:pt x="1042" y="257"/>
                  </a:lnTo>
                  <a:lnTo>
                    <a:pt x="1042" y="257"/>
                  </a:lnTo>
                  <a:lnTo>
                    <a:pt x="1043" y="186"/>
                  </a:lnTo>
                  <a:lnTo>
                    <a:pt x="1043" y="294"/>
                  </a:lnTo>
                  <a:lnTo>
                    <a:pt x="1044" y="258"/>
                  </a:lnTo>
                  <a:lnTo>
                    <a:pt x="1044" y="258"/>
                  </a:lnTo>
                  <a:lnTo>
                    <a:pt x="1044" y="283"/>
                  </a:lnTo>
                  <a:lnTo>
                    <a:pt x="1045" y="214"/>
                  </a:lnTo>
                  <a:lnTo>
                    <a:pt x="1046" y="267"/>
                  </a:lnTo>
                  <a:lnTo>
                    <a:pt x="1046" y="267"/>
                  </a:lnTo>
                  <a:lnTo>
                    <a:pt x="1047" y="209"/>
                  </a:lnTo>
                  <a:lnTo>
                    <a:pt x="1048" y="298"/>
                  </a:lnTo>
                  <a:lnTo>
                    <a:pt x="1048" y="246"/>
                  </a:lnTo>
                  <a:lnTo>
                    <a:pt x="1048" y="246"/>
                  </a:lnTo>
                  <a:lnTo>
                    <a:pt x="1048" y="213"/>
                  </a:lnTo>
                  <a:lnTo>
                    <a:pt x="1048" y="317"/>
                  </a:lnTo>
                  <a:lnTo>
                    <a:pt x="1050" y="277"/>
                  </a:lnTo>
                  <a:lnTo>
                    <a:pt x="1050" y="277"/>
                  </a:lnTo>
                  <a:lnTo>
                    <a:pt x="1051" y="259"/>
                  </a:lnTo>
                  <a:lnTo>
                    <a:pt x="1052" y="452"/>
                  </a:lnTo>
                  <a:lnTo>
                    <a:pt x="1052" y="452"/>
                  </a:lnTo>
                  <a:lnTo>
                    <a:pt x="1052" y="478"/>
                  </a:lnTo>
                  <a:lnTo>
                    <a:pt x="1052" y="137"/>
                  </a:lnTo>
                  <a:lnTo>
                    <a:pt x="1054" y="253"/>
                  </a:lnTo>
                  <a:lnTo>
                    <a:pt x="1054" y="253"/>
                  </a:lnTo>
                  <a:lnTo>
                    <a:pt x="1055" y="313"/>
                  </a:lnTo>
                  <a:lnTo>
                    <a:pt x="1055" y="236"/>
                  </a:lnTo>
                  <a:lnTo>
                    <a:pt x="1056" y="259"/>
                  </a:lnTo>
                  <a:lnTo>
                    <a:pt x="1056" y="259"/>
                  </a:lnTo>
                  <a:lnTo>
                    <a:pt x="1057" y="251"/>
                  </a:lnTo>
                  <a:lnTo>
                    <a:pt x="1058" y="292"/>
                  </a:lnTo>
                  <a:lnTo>
                    <a:pt x="1058" y="282"/>
                  </a:lnTo>
                  <a:lnTo>
                    <a:pt x="1058" y="282"/>
                  </a:lnTo>
                  <a:lnTo>
                    <a:pt x="1058" y="302"/>
                  </a:lnTo>
                  <a:lnTo>
                    <a:pt x="1059" y="232"/>
                  </a:lnTo>
                  <a:lnTo>
                    <a:pt x="1060" y="266"/>
                  </a:lnTo>
                  <a:lnTo>
                    <a:pt x="1060" y="266"/>
                  </a:lnTo>
                  <a:lnTo>
                    <a:pt x="1060" y="300"/>
                  </a:lnTo>
                  <a:lnTo>
                    <a:pt x="1061" y="249"/>
                  </a:lnTo>
                  <a:lnTo>
                    <a:pt x="1062" y="280"/>
                  </a:lnTo>
                  <a:lnTo>
                    <a:pt x="1062" y="281"/>
                  </a:lnTo>
                  <a:lnTo>
                    <a:pt x="1062" y="319"/>
                  </a:lnTo>
                  <a:lnTo>
                    <a:pt x="1062" y="209"/>
                  </a:lnTo>
                  <a:lnTo>
                    <a:pt x="1064" y="269"/>
                  </a:lnTo>
                  <a:lnTo>
                    <a:pt x="1064" y="269"/>
                  </a:lnTo>
                  <a:lnTo>
                    <a:pt x="1065" y="255"/>
                  </a:lnTo>
                  <a:lnTo>
                    <a:pt x="1066" y="294"/>
                  </a:lnTo>
                  <a:lnTo>
                    <a:pt x="1066" y="274"/>
                  </a:lnTo>
                  <a:lnTo>
                    <a:pt x="1066" y="274"/>
                  </a:lnTo>
                  <a:lnTo>
                    <a:pt x="1066" y="157"/>
                  </a:lnTo>
                  <a:lnTo>
                    <a:pt x="1067" y="285"/>
                  </a:lnTo>
                  <a:lnTo>
                    <a:pt x="1068" y="268"/>
                  </a:lnTo>
                  <a:lnTo>
                    <a:pt x="1068" y="268"/>
                  </a:lnTo>
                  <a:lnTo>
                    <a:pt x="1069" y="300"/>
                  </a:lnTo>
                  <a:lnTo>
                    <a:pt x="1070" y="215"/>
                  </a:lnTo>
                  <a:lnTo>
                    <a:pt x="1070" y="259"/>
                  </a:lnTo>
                  <a:lnTo>
                    <a:pt x="1070" y="259"/>
                  </a:lnTo>
                  <a:lnTo>
                    <a:pt x="1071" y="274"/>
                  </a:lnTo>
                  <a:lnTo>
                    <a:pt x="1071" y="247"/>
                  </a:lnTo>
                  <a:lnTo>
                    <a:pt x="1072" y="265"/>
                  </a:lnTo>
                  <a:lnTo>
                    <a:pt x="1072" y="265"/>
                  </a:lnTo>
                  <a:lnTo>
                    <a:pt x="1072" y="412"/>
                  </a:lnTo>
                  <a:lnTo>
                    <a:pt x="1073" y="218"/>
                  </a:lnTo>
                  <a:lnTo>
                    <a:pt x="1074" y="289"/>
                  </a:lnTo>
                  <a:lnTo>
                    <a:pt x="1074" y="289"/>
                  </a:lnTo>
                  <a:lnTo>
                    <a:pt x="1074" y="232"/>
                  </a:lnTo>
                  <a:lnTo>
                    <a:pt x="1075" y="291"/>
                  </a:lnTo>
                  <a:lnTo>
                    <a:pt x="1076" y="269"/>
                  </a:lnTo>
                  <a:lnTo>
                    <a:pt x="1076" y="269"/>
                  </a:lnTo>
                  <a:lnTo>
                    <a:pt x="1077" y="253"/>
                  </a:lnTo>
                  <a:lnTo>
                    <a:pt x="1078" y="285"/>
                  </a:lnTo>
                  <a:lnTo>
                    <a:pt x="1078" y="280"/>
                  </a:lnTo>
                  <a:lnTo>
                    <a:pt x="1078" y="280"/>
                  </a:lnTo>
                  <a:lnTo>
                    <a:pt x="1080" y="132"/>
                  </a:lnTo>
                  <a:lnTo>
                    <a:pt x="1080" y="308"/>
                  </a:lnTo>
                  <a:lnTo>
                    <a:pt x="1080" y="292"/>
                  </a:lnTo>
                  <a:lnTo>
                    <a:pt x="1080" y="292"/>
                  </a:lnTo>
                  <a:lnTo>
                    <a:pt x="1080" y="292"/>
                  </a:lnTo>
                  <a:lnTo>
                    <a:pt x="1080" y="244"/>
                  </a:lnTo>
                  <a:lnTo>
                    <a:pt x="1082" y="255"/>
                  </a:lnTo>
                  <a:lnTo>
                    <a:pt x="1082" y="255"/>
                  </a:lnTo>
                  <a:lnTo>
                    <a:pt x="1082" y="279"/>
                  </a:lnTo>
                  <a:lnTo>
                    <a:pt x="1083" y="210"/>
                  </a:lnTo>
                  <a:lnTo>
                    <a:pt x="1084" y="260"/>
                  </a:lnTo>
                  <a:lnTo>
                    <a:pt x="1084" y="260"/>
                  </a:lnTo>
                  <a:lnTo>
                    <a:pt x="1085" y="309"/>
                  </a:lnTo>
                  <a:lnTo>
                    <a:pt x="1086" y="240"/>
                  </a:lnTo>
                  <a:lnTo>
                    <a:pt x="1086" y="272"/>
                  </a:lnTo>
                  <a:lnTo>
                    <a:pt x="1086" y="271"/>
                  </a:lnTo>
                  <a:lnTo>
                    <a:pt x="1086" y="256"/>
                  </a:lnTo>
                  <a:lnTo>
                    <a:pt x="1088" y="329"/>
                  </a:lnTo>
                  <a:lnTo>
                    <a:pt x="1088" y="311"/>
                  </a:lnTo>
                  <a:lnTo>
                    <a:pt x="1088" y="311"/>
                  </a:lnTo>
                  <a:lnTo>
                    <a:pt x="1089" y="245"/>
                  </a:lnTo>
                  <a:lnTo>
                    <a:pt x="1090" y="345"/>
                  </a:lnTo>
                  <a:lnTo>
                    <a:pt x="1090" y="330"/>
                  </a:lnTo>
                  <a:lnTo>
                    <a:pt x="1090" y="330"/>
                  </a:lnTo>
                  <a:lnTo>
                    <a:pt x="1090" y="331"/>
                  </a:lnTo>
                  <a:lnTo>
                    <a:pt x="1091" y="243"/>
                  </a:lnTo>
                  <a:lnTo>
                    <a:pt x="1092" y="266"/>
                  </a:lnTo>
                  <a:lnTo>
                    <a:pt x="1092" y="266"/>
                  </a:lnTo>
                  <a:lnTo>
                    <a:pt x="1094" y="210"/>
                  </a:lnTo>
                  <a:lnTo>
                    <a:pt x="1094" y="358"/>
                  </a:lnTo>
                  <a:lnTo>
                    <a:pt x="1094" y="358"/>
                  </a:lnTo>
                  <a:lnTo>
                    <a:pt x="1094" y="385"/>
                  </a:lnTo>
                  <a:lnTo>
                    <a:pt x="1094" y="203"/>
                  </a:lnTo>
                  <a:lnTo>
                    <a:pt x="1096" y="288"/>
                  </a:lnTo>
                  <a:lnTo>
                    <a:pt x="1096" y="288"/>
                  </a:lnTo>
                  <a:lnTo>
                    <a:pt x="1096" y="249"/>
                  </a:lnTo>
                  <a:lnTo>
                    <a:pt x="1097" y="303"/>
                  </a:lnTo>
                  <a:lnTo>
                    <a:pt x="1098" y="278"/>
                  </a:lnTo>
                  <a:lnTo>
                    <a:pt x="1098" y="278"/>
                  </a:lnTo>
                  <a:lnTo>
                    <a:pt x="1098" y="236"/>
                  </a:lnTo>
                  <a:lnTo>
                    <a:pt x="1099" y="292"/>
                  </a:lnTo>
                  <a:lnTo>
                    <a:pt x="1100" y="271"/>
                  </a:lnTo>
                  <a:lnTo>
                    <a:pt x="1100" y="271"/>
                  </a:lnTo>
                  <a:lnTo>
                    <a:pt x="1100" y="300"/>
                  </a:lnTo>
                  <a:lnTo>
                    <a:pt x="1102" y="240"/>
                  </a:lnTo>
                  <a:lnTo>
                    <a:pt x="1102" y="255"/>
                  </a:lnTo>
                  <a:lnTo>
                    <a:pt x="1102" y="255"/>
                  </a:lnTo>
                  <a:lnTo>
                    <a:pt x="1102" y="320"/>
                  </a:lnTo>
                  <a:lnTo>
                    <a:pt x="1104" y="275"/>
                  </a:lnTo>
                  <a:lnTo>
                    <a:pt x="1104" y="276"/>
                  </a:lnTo>
                  <a:lnTo>
                    <a:pt x="1105" y="292"/>
                  </a:lnTo>
                  <a:lnTo>
                    <a:pt x="1105" y="211"/>
                  </a:lnTo>
                  <a:lnTo>
                    <a:pt x="1106" y="261"/>
                  </a:lnTo>
                  <a:lnTo>
                    <a:pt x="1106" y="261"/>
                  </a:lnTo>
                  <a:lnTo>
                    <a:pt x="1106" y="241"/>
                  </a:lnTo>
                  <a:lnTo>
                    <a:pt x="1108" y="309"/>
                  </a:lnTo>
                  <a:lnTo>
                    <a:pt x="1108" y="288"/>
                  </a:lnTo>
                  <a:lnTo>
                    <a:pt x="1108" y="288"/>
                  </a:lnTo>
                  <a:lnTo>
                    <a:pt x="1109" y="311"/>
                  </a:lnTo>
                  <a:lnTo>
                    <a:pt x="1110" y="253"/>
                  </a:lnTo>
                  <a:lnTo>
                    <a:pt x="1110" y="267"/>
                  </a:lnTo>
                  <a:lnTo>
                    <a:pt x="1110" y="267"/>
                  </a:lnTo>
                  <a:lnTo>
                    <a:pt x="1111" y="295"/>
                  </a:lnTo>
                  <a:lnTo>
                    <a:pt x="1111" y="258"/>
                  </a:lnTo>
                  <a:lnTo>
                    <a:pt x="1112" y="269"/>
                  </a:lnTo>
                  <a:lnTo>
                    <a:pt x="1112" y="268"/>
                  </a:lnTo>
                  <a:lnTo>
                    <a:pt x="1112" y="227"/>
                  </a:lnTo>
                  <a:lnTo>
                    <a:pt x="1113" y="289"/>
                  </a:lnTo>
                  <a:lnTo>
                    <a:pt x="1114" y="265"/>
                  </a:lnTo>
                  <a:lnTo>
                    <a:pt x="1114" y="265"/>
                  </a:lnTo>
                  <a:lnTo>
                    <a:pt x="1114" y="260"/>
                  </a:lnTo>
                  <a:lnTo>
                    <a:pt x="1114" y="308"/>
                  </a:lnTo>
                  <a:lnTo>
                    <a:pt x="1116" y="282"/>
                  </a:lnTo>
                  <a:lnTo>
                    <a:pt x="1116" y="282"/>
                  </a:lnTo>
                  <a:lnTo>
                    <a:pt x="1117" y="192"/>
                  </a:lnTo>
                  <a:lnTo>
                    <a:pt x="1117" y="301"/>
                  </a:lnTo>
                  <a:lnTo>
                    <a:pt x="1118" y="260"/>
                  </a:lnTo>
                  <a:lnTo>
                    <a:pt x="1118" y="260"/>
                  </a:lnTo>
                  <a:lnTo>
                    <a:pt x="1118" y="242"/>
                  </a:lnTo>
                  <a:lnTo>
                    <a:pt x="1119" y="325"/>
                  </a:lnTo>
                  <a:lnTo>
                    <a:pt x="1120" y="286"/>
                  </a:lnTo>
                  <a:lnTo>
                    <a:pt x="1120" y="285"/>
                  </a:lnTo>
                  <a:lnTo>
                    <a:pt x="1121" y="244"/>
                  </a:lnTo>
                  <a:lnTo>
                    <a:pt x="1122" y="289"/>
                  </a:lnTo>
                  <a:lnTo>
                    <a:pt x="1122" y="278"/>
                  </a:lnTo>
                  <a:lnTo>
                    <a:pt x="1122" y="278"/>
                  </a:lnTo>
                  <a:lnTo>
                    <a:pt x="1122" y="319"/>
                  </a:lnTo>
                  <a:lnTo>
                    <a:pt x="1123" y="196"/>
                  </a:lnTo>
                  <a:lnTo>
                    <a:pt x="1124" y="273"/>
                  </a:lnTo>
                  <a:lnTo>
                    <a:pt x="1124" y="273"/>
                  </a:lnTo>
                  <a:lnTo>
                    <a:pt x="1124" y="253"/>
                  </a:lnTo>
                  <a:lnTo>
                    <a:pt x="1125" y="298"/>
                  </a:lnTo>
                  <a:lnTo>
                    <a:pt x="1126" y="281"/>
                  </a:lnTo>
                  <a:lnTo>
                    <a:pt x="1126" y="281"/>
                  </a:lnTo>
                  <a:lnTo>
                    <a:pt x="1126" y="289"/>
                  </a:lnTo>
                  <a:lnTo>
                    <a:pt x="1128" y="212"/>
                  </a:lnTo>
                  <a:lnTo>
                    <a:pt x="1128" y="243"/>
                  </a:lnTo>
                  <a:lnTo>
                    <a:pt x="1128" y="243"/>
                  </a:lnTo>
                  <a:lnTo>
                    <a:pt x="1128" y="228"/>
                  </a:lnTo>
                  <a:lnTo>
                    <a:pt x="1128" y="280"/>
                  </a:lnTo>
                  <a:lnTo>
                    <a:pt x="1130" y="259"/>
                  </a:lnTo>
                  <a:lnTo>
                    <a:pt x="1130" y="259"/>
                  </a:lnTo>
                  <a:lnTo>
                    <a:pt x="1130" y="250"/>
                  </a:lnTo>
                  <a:lnTo>
                    <a:pt x="1130" y="333"/>
                  </a:lnTo>
                  <a:lnTo>
                    <a:pt x="1132" y="270"/>
                  </a:lnTo>
                  <a:lnTo>
                    <a:pt x="1132" y="270"/>
                  </a:lnTo>
                  <a:lnTo>
                    <a:pt x="1133" y="306"/>
                  </a:lnTo>
                  <a:lnTo>
                    <a:pt x="1134" y="234"/>
                  </a:lnTo>
                  <a:lnTo>
                    <a:pt x="1134" y="266"/>
                  </a:lnTo>
                  <a:lnTo>
                    <a:pt x="1134" y="266"/>
                  </a:lnTo>
                  <a:lnTo>
                    <a:pt x="1135" y="246"/>
                  </a:lnTo>
                  <a:lnTo>
                    <a:pt x="1135" y="301"/>
                  </a:lnTo>
                  <a:lnTo>
                    <a:pt x="1136" y="274"/>
                  </a:lnTo>
                  <a:lnTo>
                    <a:pt x="1136" y="275"/>
                  </a:lnTo>
                  <a:lnTo>
                    <a:pt x="1136" y="230"/>
                  </a:lnTo>
                  <a:lnTo>
                    <a:pt x="1138" y="301"/>
                  </a:lnTo>
                  <a:lnTo>
                    <a:pt x="1138" y="294"/>
                  </a:lnTo>
                  <a:lnTo>
                    <a:pt x="1138" y="294"/>
                  </a:lnTo>
                  <a:lnTo>
                    <a:pt x="1138" y="213"/>
                  </a:lnTo>
                  <a:lnTo>
                    <a:pt x="1139" y="316"/>
                  </a:lnTo>
                  <a:lnTo>
                    <a:pt x="1140" y="265"/>
                  </a:lnTo>
                  <a:lnTo>
                    <a:pt x="1140" y="265"/>
                  </a:lnTo>
                  <a:lnTo>
                    <a:pt x="1141" y="258"/>
                  </a:lnTo>
                  <a:lnTo>
                    <a:pt x="1141" y="299"/>
                  </a:lnTo>
                  <a:lnTo>
                    <a:pt x="1142" y="261"/>
                  </a:lnTo>
                  <a:lnTo>
                    <a:pt x="1142" y="261"/>
                  </a:lnTo>
                  <a:lnTo>
                    <a:pt x="1143" y="252"/>
                  </a:lnTo>
                  <a:lnTo>
                    <a:pt x="1144" y="284"/>
                  </a:lnTo>
                  <a:lnTo>
                    <a:pt x="1144" y="256"/>
                  </a:lnTo>
                  <a:lnTo>
                    <a:pt x="1144" y="256"/>
                  </a:lnTo>
                  <a:lnTo>
                    <a:pt x="1144" y="204"/>
                  </a:lnTo>
                  <a:lnTo>
                    <a:pt x="1146" y="293"/>
                  </a:lnTo>
                  <a:lnTo>
                    <a:pt x="1146" y="290"/>
                  </a:lnTo>
                  <a:lnTo>
                    <a:pt x="1146" y="290"/>
                  </a:lnTo>
                  <a:lnTo>
                    <a:pt x="1146" y="303"/>
                  </a:lnTo>
                  <a:lnTo>
                    <a:pt x="1147" y="236"/>
                  </a:lnTo>
                  <a:lnTo>
                    <a:pt x="1148" y="256"/>
                  </a:lnTo>
                  <a:lnTo>
                    <a:pt x="1148" y="256"/>
                  </a:lnTo>
                  <a:lnTo>
                    <a:pt x="1149" y="297"/>
                  </a:lnTo>
                  <a:lnTo>
                    <a:pt x="1149" y="241"/>
                  </a:lnTo>
                  <a:lnTo>
                    <a:pt x="1150" y="279"/>
                  </a:lnTo>
                  <a:lnTo>
                    <a:pt x="1150" y="279"/>
                  </a:lnTo>
                  <a:lnTo>
                    <a:pt x="1151" y="293"/>
                  </a:lnTo>
                  <a:lnTo>
                    <a:pt x="1151" y="245"/>
                  </a:lnTo>
                  <a:lnTo>
                    <a:pt x="1152" y="263"/>
                  </a:lnTo>
                  <a:lnTo>
                    <a:pt x="1152" y="263"/>
                  </a:lnTo>
                  <a:lnTo>
                    <a:pt x="1153" y="246"/>
                  </a:lnTo>
                  <a:lnTo>
                    <a:pt x="1154" y="296"/>
                  </a:lnTo>
                  <a:lnTo>
                    <a:pt x="1154" y="288"/>
                  </a:lnTo>
                  <a:lnTo>
                    <a:pt x="1154" y="288"/>
                  </a:lnTo>
                  <a:lnTo>
                    <a:pt x="1154" y="288"/>
                  </a:lnTo>
                  <a:lnTo>
                    <a:pt x="1155" y="246"/>
                  </a:lnTo>
                  <a:lnTo>
                    <a:pt x="1156" y="265"/>
                  </a:lnTo>
                  <a:lnTo>
                    <a:pt x="1156" y="265"/>
                  </a:lnTo>
                  <a:lnTo>
                    <a:pt x="1157" y="289"/>
                  </a:lnTo>
                  <a:lnTo>
                    <a:pt x="1158" y="245"/>
                  </a:lnTo>
                  <a:lnTo>
                    <a:pt x="1158" y="249"/>
                  </a:lnTo>
                  <a:lnTo>
                    <a:pt x="1158" y="249"/>
                  </a:lnTo>
                  <a:lnTo>
                    <a:pt x="1160" y="306"/>
                  </a:lnTo>
                  <a:lnTo>
                    <a:pt x="1160" y="170"/>
                  </a:lnTo>
                  <a:lnTo>
                    <a:pt x="1160" y="259"/>
                  </a:lnTo>
                  <a:lnTo>
                    <a:pt x="1160" y="259"/>
                  </a:lnTo>
                  <a:lnTo>
                    <a:pt x="1160" y="294"/>
                  </a:lnTo>
                  <a:lnTo>
                    <a:pt x="1162" y="270"/>
                  </a:lnTo>
                  <a:lnTo>
                    <a:pt x="1162" y="270"/>
                  </a:lnTo>
                  <a:lnTo>
                    <a:pt x="1163" y="297"/>
                  </a:lnTo>
                  <a:lnTo>
                    <a:pt x="1164" y="248"/>
                  </a:lnTo>
                  <a:lnTo>
                    <a:pt x="1164" y="284"/>
                  </a:lnTo>
                  <a:lnTo>
                    <a:pt x="1164" y="284"/>
                  </a:lnTo>
                  <a:lnTo>
                    <a:pt x="1164" y="311"/>
                  </a:lnTo>
                  <a:lnTo>
                    <a:pt x="1164" y="251"/>
                  </a:lnTo>
                  <a:lnTo>
                    <a:pt x="1166" y="285"/>
                  </a:lnTo>
                  <a:lnTo>
                    <a:pt x="1166" y="285"/>
                  </a:lnTo>
                  <a:lnTo>
                    <a:pt x="1167" y="289"/>
                  </a:lnTo>
                  <a:lnTo>
                    <a:pt x="1167" y="242"/>
                  </a:lnTo>
                  <a:lnTo>
                    <a:pt x="1168" y="252"/>
                  </a:lnTo>
                  <a:lnTo>
                    <a:pt x="1168" y="252"/>
                  </a:lnTo>
                  <a:lnTo>
                    <a:pt x="1169" y="341"/>
                  </a:lnTo>
                  <a:lnTo>
                    <a:pt x="1169" y="197"/>
                  </a:lnTo>
                  <a:lnTo>
                    <a:pt x="1170" y="268"/>
                  </a:lnTo>
                  <a:lnTo>
                    <a:pt x="1170" y="269"/>
                  </a:lnTo>
                  <a:lnTo>
                    <a:pt x="1170" y="312"/>
                  </a:lnTo>
                  <a:lnTo>
                    <a:pt x="1171" y="246"/>
                  </a:lnTo>
                  <a:lnTo>
                    <a:pt x="1172" y="281"/>
                  </a:lnTo>
                  <a:lnTo>
                    <a:pt x="1172" y="281"/>
                  </a:lnTo>
                  <a:lnTo>
                    <a:pt x="1172" y="312"/>
                  </a:lnTo>
                  <a:lnTo>
                    <a:pt x="1174" y="249"/>
                  </a:lnTo>
                  <a:lnTo>
                    <a:pt x="1174" y="271"/>
                  </a:lnTo>
                  <a:lnTo>
                    <a:pt x="1174" y="271"/>
                  </a:lnTo>
                  <a:lnTo>
                    <a:pt x="1175" y="296"/>
                  </a:lnTo>
                  <a:lnTo>
                    <a:pt x="1175" y="253"/>
                  </a:lnTo>
                  <a:lnTo>
                    <a:pt x="1176" y="272"/>
                  </a:lnTo>
                  <a:lnTo>
                    <a:pt x="1176" y="272"/>
                  </a:lnTo>
                  <a:lnTo>
                    <a:pt x="1176" y="273"/>
                  </a:lnTo>
                  <a:lnTo>
                    <a:pt x="1177" y="238"/>
                  </a:lnTo>
                  <a:lnTo>
                    <a:pt x="1178" y="258"/>
                  </a:lnTo>
                  <a:lnTo>
                    <a:pt x="1178" y="258"/>
                  </a:lnTo>
                  <a:lnTo>
                    <a:pt x="1178" y="282"/>
                  </a:lnTo>
                  <a:lnTo>
                    <a:pt x="1179" y="244"/>
                  </a:lnTo>
                  <a:lnTo>
                    <a:pt x="1180" y="263"/>
                  </a:lnTo>
                  <a:lnTo>
                    <a:pt x="1180" y="263"/>
                  </a:lnTo>
                  <a:lnTo>
                    <a:pt x="1181" y="249"/>
                  </a:lnTo>
                  <a:lnTo>
                    <a:pt x="1181" y="293"/>
                  </a:lnTo>
                  <a:lnTo>
                    <a:pt x="1182" y="265"/>
                  </a:lnTo>
                  <a:lnTo>
                    <a:pt x="1182" y="265"/>
                  </a:lnTo>
                  <a:lnTo>
                    <a:pt x="1183" y="248"/>
                  </a:lnTo>
                  <a:lnTo>
                    <a:pt x="1184" y="298"/>
                  </a:lnTo>
                  <a:lnTo>
                    <a:pt x="1184" y="261"/>
                  </a:lnTo>
                  <a:lnTo>
                    <a:pt x="1184" y="261"/>
                  </a:lnTo>
                  <a:lnTo>
                    <a:pt x="1185" y="363"/>
                  </a:lnTo>
                  <a:lnTo>
                    <a:pt x="1186" y="255"/>
                  </a:lnTo>
                  <a:lnTo>
                    <a:pt x="1186" y="269"/>
                  </a:lnTo>
                  <a:lnTo>
                    <a:pt x="1186" y="269"/>
                  </a:lnTo>
                  <a:lnTo>
                    <a:pt x="1187" y="247"/>
                  </a:lnTo>
                  <a:lnTo>
                    <a:pt x="1187" y="297"/>
                  </a:lnTo>
                  <a:lnTo>
                    <a:pt x="1188" y="261"/>
                  </a:lnTo>
                  <a:lnTo>
                    <a:pt x="1188" y="261"/>
                  </a:lnTo>
                  <a:lnTo>
                    <a:pt x="1189" y="269"/>
                  </a:lnTo>
                  <a:lnTo>
                    <a:pt x="1190" y="220"/>
                  </a:lnTo>
                  <a:lnTo>
                    <a:pt x="1190" y="244"/>
                  </a:lnTo>
                  <a:lnTo>
                    <a:pt x="1190" y="244"/>
                  </a:lnTo>
                  <a:lnTo>
                    <a:pt x="1190" y="231"/>
                  </a:lnTo>
                  <a:lnTo>
                    <a:pt x="1192" y="303"/>
                  </a:lnTo>
                  <a:lnTo>
                    <a:pt x="1192" y="301"/>
                  </a:lnTo>
                  <a:lnTo>
                    <a:pt x="1192" y="301"/>
                  </a:lnTo>
                  <a:lnTo>
                    <a:pt x="1193" y="250"/>
                  </a:lnTo>
                  <a:lnTo>
                    <a:pt x="1194" y="283"/>
                  </a:lnTo>
                  <a:lnTo>
                    <a:pt x="1194" y="283"/>
                  </a:lnTo>
                  <a:lnTo>
                    <a:pt x="1194" y="303"/>
                  </a:lnTo>
                  <a:lnTo>
                    <a:pt x="1195" y="255"/>
                  </a:lnTo>
                  <a:lnTo>
                    <a:pt x="1196" y="286"/>
                  </a:lnTo>
                  <a:lnTo>
                    <a:pt x="1196" y="286"/>
                  </a:lnTo>
                  <a:lnTo>
                    <a:pt x="1197" y="225"/>
                  </a:lnTo>
                  <a:lnTo>
                    <a:pt x="1197" y="326"/>
                  </a:lnTo>
                  <a:lnTo>
                    <a:pt x="1198" y="271"/>
                  </a:lnTo>
                  <a:lnTo>
                    <a:pt x="1198" y="271"/>
                  </a:lnTo>
                  <a:lnTo>
                    <a:pt x="1199" y="292"/>
                  </a:lnTo>
                  <a:lnTo>
                    <a:pt x="1199" y="244"/>
                  </a:lnTo>
                  <a:lnTo>
                    <a:pt x="1200" y="265"/>
                  </a:lnTo>
                  <a:lnTo>
                    <a:pt x="1200" y="265"/>
                  </a:lnTo>
                  <a:lnTo>
                    <a:pt x="1201" y="275"/>
                  </a:lnTo>
                  <a:lnTo>
                    <a:pt x="1202" y="236"/>
                  </a:lnTo>
                  <a:lnTo>
                    <a:pt x="1202" y="257"/>
                  </a:lnTo>
                  <a:lnTo>
                    <a:pt x="1202" y="257"/>
                  </a:lnTo>
                  <a:lnTo>
                    <a:pt x="1202" y="252"/>
                  </a:lnTo>
                  <a:lnTo>
                    <a:pt x="1203" y="295"/>
                  </a:lnTo>
                  <a:lnTo>
                    <a:pt x="1204" y="268"/>
                  </a:lnTo>
                  <a:lnTo>
                    <a:pt x="1204" y="267"/>
                  </a:lnTo>
                  <a:lnTo>
                    <a:pt x="1205" y="312"/>
                  </a:lnTo>
                  <a:lnTo>
                    <a:pt x="1205" y="206"/>
                  </a:lnTo>
                  <a:lnTo>
                    <a:pt x="1206" y="273"/>
                  </a:lnTo>
                  <a:lnTo>
                    <a:pt x="1206" y="273"/>
                  </a:lnTo>
                  <a:lnTo>
                    <a:pt x="1208" y="239"/>
                  </a:lnTo>
                  <a:lnTo>
                    <a:pt x="1208" y="296"/>
                  </a:lnTo>
                  <a:lnTo>
                    <a:pt x="1208" y="296"/>
                  </a:lnTo>
                  <a:lnTo>
                    <a:pt x="1210" y="299"/>
                  </a:lnTo>
                  <a:lnTo>
                    <a:pt x="1210" y="217"/>
                  </a:lnTo>
                  <a:lnTo>
                    <a:pt x="1210" y="256"/>
                  </a:lnTo>
                  <a:lnTo>
                    <a:pt x="1210" y="256"/>
                  </a:lnTo>
                  <a:lnTo>
                    <a:pt x="1210" y="251"/>
                  </a:lnTo>
                  <a:lnTo>
                    <a:pt x="1212" y="308"/>
                  </a:lnTo>
                  <a:lnTo>
                    <a:pt x="1212" y="292"/>
                  </a:lnTo>
                  <a:lnTo>
                    <a:pt x="1212" y="292"/>
                  </a:lnTo>
                  <a:lnTo>
                    <a:pt x="1213" y="342"/>
                  </a:lnTo>
                  <a:lnTo>
                    <a:pt x="1214" y="241"/>
                  </a:lnTo>
                  <a:lnTo>
                    <a:pt x="1214" y="245"/>
                  </a:lnTo>
                  <a:lnTo>
                    <a:pt x="1214" y="245"/>
                  </a:lnTo>
                  <a:lnTo>
                    <a:pt x="1215" y="273"/>
                  </a:lnTo>
                  <a:lnTo>
                    <a:pt x="1216" y="261"/>
                  </a:lnTo>
                  <a:lnTo>
                    <a:pt x="1216" y="261"/>
                  </a:lnTo>
                  <a:lnTo>
                    <a:pt x="1217" y="221"/>
                  </a:lnTo>
                  <a:lnTo>
                    <a:pt x="1217" y="307"/>
                  </a:lnTo>
                  <a:lnTo>
                    <a:pt x="1218" y="267"/>
                  </a:lnTo>
                  <a:lnTo>
                    <a:pt x="1218" y="267"/>
                  </a:lnTo>
                  <a:lnTo>
                    <a:pt x="1219" y="285"/>
                  </a:lnTo>
                  <a:lnTo>
                    <a:pt x="1219" y="195"/>
                  </a:lnTo>
                  <a:lnTo>
                    <a:pt x="1220" y="262"/>
                  </a:lnTo>
                  <a:lnTo>
                    <a:pt x="1220" y="262"/>
                  </a:lnTo>
                  <a:lnTo>
                    <a:pt x="1222" y="294"/>
                  </a:lnTo>
                  <a:lnTo>
                    <a:pt x="1222" y="227"/>
                  </a:lnTo>
                  <a:lnTo>
                    <a:pt x="1222" y="270"/>
                  </a:lnTo>
                  <a:lnTo>
                    <a:pt x="1222" y="270"/>
                  </a:lnTo>
                  <a:lnTo>
                    <a:pt x="1223" y="246"/>
                  </a:lnTo>
                  <a:lnTo>
                    <a:pt x="1224" y="294"/>
                  </a:lnTo>
                  <a:lnTo>
                    <a:pt x="1224" y="268"/>
                  </a:lnTo>
                  <a:lnTo>
                    <a:pt x="1224" y="268"/>
                  </a:lnTo>
                  <a:lnTo>
                    <a:pt x="1225" y="240"/>
                  </a:lnTo>
                  <a:lnTo>
                    <a:pt x="1225" y="291"/>
                  </a:lnTo>
                  <a:lnTo>
                    <a:pt x="1226" y="254"/>
                  </a:lnTo>
                  <a:lnTo>
                    <a:pt x="1226" y="254"/>
                  </a:lnTo>
                  <a:lnTo>
                    <a:pt x="1227" y="297"/>
                  </a:lnTo>
                  <a:lnTo>
                    <a:pt x="1228" y="224"/>
                  </a:lnTo>
                  <a:lnTo>
                    <a:pt x="1228" y="248"/>
                  </a:lnTo>
                  <a:lnTo>
                    <a:pt x="1228" y="248"/>
                  </a:lnTo>
                  <a:lnTo>
                    <a:pt x="1229" y="215"/>
                  </a:lnTo>
                  <a:lnTo>
                    <a:pt x="1229" y="284"/>
                  </a:lnTo>
                  <a:lnTo>
                    <a:pt x="1230" y="259"/>
                  </a:lnTo>
                  <a:lnTo>
                    <a:pt x="1230" y="259"/>
                  </a:lnTo>
                  <a:lnTo>
                    <a:pt x="1231" y="282"/>
                  </a:lnTo>
                  <a:lnTo>
                    <a:pt x="1232" y="235"/>
                  </a:lnTo>
                  <a:lnTo>
                    <a:pt x="1232" y="241"/>
                  </a:lnTo>
                  <a:lnTo>
                    <a:pt x="1232" y="241"/>
                  </a:lnTo>
                  <a:lnTo>
                    <a:pt x="1232" y="240"/>
                  </a:lnTo>
                  <a:lnTo>
                    <a:pt x="1234" y="315"/>
                  </a:lnTo>
                  <a:lnTo>
                    <a:pt x="1234" y="274"/>
                  </a:lnTo>
                  <a:lnTo>
                    <a:pt x="1234" y="273"/>
                  </a:lnTo>
                  <a:lnTo>
                    <a:pt x="1235" y="286"/>
                  </a:lnTo>
                  <a:lnTo>
                    <a:pt x="1236" y="217"/>
                  </a:lnTo>
                  <a:lnTo>
                    <a:pt x="1236" y="264"/>
                  </a:lnTo>
                  <a:lnTo>
                    <a:pt x="1236" y="264"/>
                  </a:lnTo>
                  <a:lnTo>
                    <a:pt x="1238" y="188"/>
                  </a:lnTo>
                  <a:lnTo>
                    <a:pt x="1238" y="424"/>
                  </a:lnTo>
                  <a:lnTo>
                    <a:pt x="1238" y="425"/>
                  </a:lnTo>
                  <a:lnTo>
                    <a:pt x="1238" y="445"/>
                  </a:lnTo>
                  <a:lnTo>
                    <a:pt x="1240" y="246"/>
                  </a:lnTo>
                  <a:lnTo>
                    <a:pt x="1240" y="268"/>
                  </a:lnTo>
                  <a:lnTo>
                    <a:pt x="1240" y="269"/>
                  </a:lnTo>
                  <a:lnTo>
                    <a:pt x="1241" y="242"/>
                  </a:lnTo>
                  <a:lnTo>
                    <a:pt x="1241" y="291"/>
                  </a:lnTo>
                  <a:lnTo>
                    <a:pt x="1242" y="274"/>
                  </a:lnTo>
                  <a:lnTo>
                    <a:pt x="1242" y="274"/>
                  </a:lnTo>
                  <a:lnTo>
                    <a:pt x="1242" y="295"/>
                  </a:lnTo>
                  <a:lnTo>
                    <a:pt x="1243" y="212"/>
                  </a:lnTo>
                  <a:lnTo>
                    <a:pt x="1244" y="219"/>
                  </a:lnTo>
                  <a:lnTo>
                    <a:pt x="1244" y="220"/>
                  </a:lnTo>
                  <a:lnTo>
                    <a:pt x="1245" y="323"/>
                  </a:lnTo>
                  <a:lnTo>
                    <a:pt x="1246" y="270"/>
                  </a:lnTo>
                  <a:lnTo>
                    <a:pt x="1246" y="270"/>
                  </a:lnTo>
                  <a:lnTo>
                    <a:pt x="1247" y="282"/>
                  </a:lnTo>
                  <a:lnTo>
                    <a:pt x="1247" y="224"/>
                  </a:lnTo>
                  <a:lnTo>
                    <a:pt x="1248" y="273"/>
                  </a:lnTo>
                  <a:lnTo>
                    <a:pt x="1248" y="273"/>
                  </a:lnTo>
                  <a:lnTo>
                    <a:pt x="1249" y="244"/>
                  </a:lnTo>
                  <a:lnTo>
                    <a:pt x="1249" y="325"/>
                  </a:lnTo>
                  <a:lnTo>
                    <a:pt x="1250" y="267"/>
                  </a:lnTo>
                  <a:lnTo>
                    <a:pt x="1250" y="267"/>
                  </a:lnTo>
                  <a:lnTo>
                    <a:pt x="1251" y="249"/>
                  </a:lnTo>
                  <a:lnTo>
                    <a:pt x="1252" y="291"/>
                  </a:lnTo>
                  <a:lnTo>
                    <a:pt x="1252" y="271"/>
                  </a:lnTo>
                  <a:lnTo>
                    <a:pt x="1252" y="271"/>
                  </a:lnTo>
                  <a:lnTo>
                    <a:pt x="1252" y="294"/>
                  </a:lnTo>
                  <a:lnTo>
                    <a:pt x="1254" y="238"/>
                  </a:lnTo>
                  <a:lnTo>
                    <a:pt x="1254" y="239"/>
                  </a:lnTo>
                  <a:lnTo>
                    <a:pt x="1254" y="239"/>
                  </a:lnTo>
                  <a:lnTo>
                    <a:pt x="1254" y="236"/>
                  </a:lnTo>
                  <a:lnTo>
                    <a:pt x="1255" y="323"/>
                  </a:lnTo>
                  <a:lnTo>
                    <a:pt x="1256" y="277"/>
                  </a:lnTo>
                  <a:lnTo>
                    <a:pt x="1256" y="277"/>
                  </a:lnTo>
                  <a:lnTo>
                    <a:pt x="1256" y="308"/>
                  </a:lnTo>
                  <a:lnTo>
                    <a:pt x="1258" y="224"/>
                  </a:lnTo>
                  <a:lnTo>
                    <a:pt x="1258" y="258"/>
                  </a:lnTo>
                  <a:lnTo>
                    <a:pt x="1258" y="258"/>
                  </a:lnTo>
                  <a:lnTo>
                    <a:pt x="1259" y="271"/>
                  </a:lnTo>
                  <a:lnTo>
                    <a:pt x="1259" y="240"/>
                  </a:lnTo>
                  <a:lnTo>
                    <a:pt x="1260" y="263"/>
                  </a:lnTo>
                  <a:lnTo>
                    <a:pt x="1260" y="263"/>
                  </a:lnTo>
                  <a:lnTo>
                    <a:pt x="1261" y="240"/>
                  </a:lnTo>
                  <a:lnTo>
                    <a:pt x="1262" y="285"/>
                  </a:lnTo>
                  <a:lnTo>
                    <a:pt x="1262" y="273"/>
                  </a:lnTo>
                  <a:lnTo>
                    <a:pt x="1262" y="273"/>
                  </a:lnTo>
                  <a:lnTo>
                    <a:pt x="1262" y="282"/>
                  </a:lnTo>
                  <a:lnTo>
                    <a:pt x="1263" y="237"/>
                  </a:lnTo>
                  <a:lnTo>
                    <a:pt x="1264" y="269"/>
                  </a:lnTo>
                  <a:lnTo>
                    <a:pt x="1264" y="269"/>
                  </a:lnTo>
                  <a:lnTo>
                    <a:pt x="1265" y="278"/>
                  </a:lnTo>
                  <a:lnTo>
                    <a:pt x="1266" y="239"/>
                  </a:lnTo>
                  <a:lnTo>
                    <a:pt x="1266" y="256"/>
                  </a:lnTo>
                  <a:lnTo>
                    <a:pt x="1266" y="256"/>
                  </a:lnTo>
                  <a:lnTo>
                    <a:pt x="1266" y="245"/>
                  </a:lnTo>
                  <a:lnTo>
                    <a:pt x="1267" y="323"/>
                  </a:lnTo>
                  <a:lnTo>
                    <a:pt x="1268" y="271"/>
                  </a:lnTo>
                  <a:lnTo>
                    <a:pt x="1268" y="271"/>
                  </a:lnTo>
                  <a:lnTo>
                    <a:pt x="1268" y="305"/>
                  </a:lnTo>
                  <a:lnTo>
                    <a:pt x="1269" y="196"/>
                  </a:lnTo>
                  <a:lnTo>
                    <a:pt x="1270" y="257"/>
                  </a:lnTo>
                  <a:lnTo>
                    <a:pt x="1270" y="257"/>
                  </a:lnTo>
                  <a:lnTo>
                    <a:pt x="1272" y="239"/>
                  </a:lnTo>
                  <a:lnTo>
                    <a:pt x="1272" y="272"/>
                  </a:lnTo>
                  <a:lnTo>
                    <a:pt x="1272" y="258"/>
                  </a:lnTo>
                  <a:lnTo>
                    <a:pt x="1272" y="257"/>
                  </a:lnTo>
                  <a:lnTo>
                    <a:pt x="1272" y="231"/>
                  </a:lnTo>
                  <a:lnTo>
                    <a:pt x="1273" y="308"/>
                  </a:lnTo>
                  <a:lnTo>
                    <a:pt x="1274" y="256"/>
                  </a:lnTo>
                  <a:lnTo>
                    <a:pt x="1274" y="256"/>
                  </a:lnTo>
                  <a:lnTo>
                    <a:pt x="1275" y="283"/>
                  </a:lnTo>
                  <a:lnTo>
                    <a:pt x="1276" y="233"/>
                  </a:lnTo>
                  <a:lnTo>
                    <a:pt x="1276" y="233"/>
                  </a:lnTo>
                  <a:lnTo>
                    <a:pt x="1276" y="233"/>
                  </a:lnTo>
                  <a:lnTo>
                    <a:pt x="1276" y="232"/>
                  </a:lnTo>
                  <a:lnTo>
                    <a:pt x="1278" y="289"/>
                  </a:lnTo>
                  <a:lnTo>
                    <a:pt x="1278" y="269"/>
                  </a:lnTo>
                  <a:lnTo>
                    <a:pt x="1278" y="269"/>
                  </a:lnTo>
                  <a:lnTo>
                    <a:pt x="1279" y="304"/>
                  </a:lnTo>
                  <a:lnTo>
                    <a:pt x="1279" y="243"/>
                  </a:lnTo>
                  <a:lnTo>
                    <a:pt x="1280" y="261"/>
                  </a:lnTo>
                  <a:lnTo>
                    <a:pt x="1280" y="261"/>
                  </a:lnTo>
                  <a:lnTo>
                    <a:pt x="1280" y="276"/>
                  </a:lnTo>
                  <a:lnTo>
                    <a:pt x="1281" y="212"/>
                  </a:lnTo>
                  <a:lnTo>
                    <a:pt x="1282" y="264"/>
                  </a:lnTo>
                  <a:lnTo>
                    <a:pt x="1282" y="264"/>
                  </a:lnTo>
                  <a:lnTo>
                    <a:pt x="1284" y="286"/>
                  </a:lnTo>
                  <a:lnTo>
                    <a:pt x="1284" y="218"/>
                  </a:lnTo>
                  <a:lnTo>
                    <a:pt x="1284" y="249"/>
                  </a:lnTo>
                  <a:lnTo>
                    <a:pt x="1284" y="249"/>
                  </a:lnTo>
                  <a:lnTo>
                    <a:pt x="1284" y="242"/>
                  </a:lnTo>
                  <a:lnTo>
                    <a:pt x="1285" y="280"/>
                  </a:lnTo>
                  <a:lnTo>
                    <a:pt x="1286" y="264"/>
                  </a:lnTo>
                  <a:lnTo>
                    <a:pt x="1286" y="264"/>
                  </a:lnTo>
                  <a:lnTo>
                    <a:pt x="1287" y="238"/>
                  </a:lnTo>
                  <a:lnTo>
                    <a:pt x="1288" y="289"/>
                  </a:lnTo>
                  <a:lnTo>
                    <a:pt x="1288" y="279"/>
                  </a:lnTo>
                  <a:lnTo>
                    <a:pt x="1288" y="279"/>
                  </a:lnTo>
                  <a:lnTo>
                    <a:pt x="1290" y="250"/>
                  </a:lnTo>
                  <a:lnTo>
                    <a:pt x="1290" y="297"/>
                  </a:lnTo>
                  <a:lnTo>
                    <a:pt x="1290" y="276"/>
                  </a:lnTo>
                  <a:lnTo>
                    <a:pt x="1290" y="276"/>
                  </a:lnTo>
                  <a:lnTo>
                    <a:pt x="1291" y="293"/>
                  </a:lnTo>
                  <a:lnTo>
                    <a:pt x="1292" y="241"/>
                  </a:lnTo>
                  <a:lnTo>
                    <a:pt x="1292" y="249"/>
                  </a:lnTo>
                  <a:lnTo>
                    <a:pt x="1292" y="249"/>
                  </a:lnTo>
                  <a:lnTo>
                    <a:pt x="1293" y="239"/>
                  </a:lnTo>
                  <a:lnTo>
                    <a:pt x="1294" y="280"/>
                  </a:lnTo>
                  <a:lnTo>
                    <a:pt x="1294" y="270"/>
                  </a:lnTo>
                  <a:lnTo>
                    <a:pt x="1294" y="270"/>
                  </a:lnTo>
                  <a:lnTo>
                    <a:pt x="1296" y="301"/>
                  </a:lnTo>
                  <a:lnTo>
                    <a:pt x="1296" y="209"/>
                  </a:lnTo>
                  <a:lnTo>
                    <a:pt x="1296" y="276"/>
                  </a:lnTo>
                  <a:lnTo>
                    <a:pt x="1296" y="276"/>
                  </a:lnTo>
                  <a:lnTo>
                    <a:pt x="1298" y="291"/>
                  </a:lnTo>
                  <a:lnTo>
                    <a:pt x="1298" y="239"/>
                  </a:lnTo>
                  <a:lnTo>
                    <a:pt x="1298" y="255"/>
                  </a:lnTo>
                  <a:lnTo>
                    <a:pt x="1298" y="255"/>
                  </a:lnTo>
                  <a:lnTo>
                    <a:pt x="1300" y="274"/>
                  </a:lnTo>
                  <a:lnTo>
                    <a:pt x="1300" y="246"/>
                  </a:lnTo>
                  <a:lnTo>
                    <a:pt x="1300" y="268"/>
                  </a:lnTo>
                  <a:lnTo>
                    <a:pt x="1300" y="268"/>
                  </a:lnTo>
                  <a:lnTo>
                    <a:pt x="1301" y="250"/>
                  </a:lnTo>
                  <a:lnTo>
                    <a:pt x="1301" y="316"/>
                  </a:lnTo>
                  <a:lnTo>
                    <a:pt x="1302" y="273"/>
                  </a:lnTo>
                  <a:lnTo>
                    <a:pt x="1302" y="273"/>
                  </a:lnTo>
                  <a:lnTo>
                    <a:pt x="1303" y="294"/>
                  </a:lnTo>
                  <a:lnTo>
                    <a:pt x="1304" y="250"/>
                  </a:lnTo>
                  <a:lnTo>
                    <a:pt x="1304" y="267"/>
                  </a:lnTo>
                  <a:lnTo>
                    <a:pt x="1304" y="267"/>
                  </a:lnTo>
                  <a:lnTo>
                    <a:pt x="1306" y="240"/>
                  </a:lnTo>
                  <a:lnTo>
                    <a:pt x="1306" y="297"/>
                  </a:lnTo>
                  <a:lnTo>
                    <a:pt x="1306" y="279"/>
                  </a:lnTo>
                  <a:lnTo>
                    <a:pt x="1306" y="280"/>
                  </a:lnTo>
                  <a:lnTo>
                    <a:pt x="1306" y="250"/>
                  </a:lnTo>
                  <a:lnTo>
                    <a:pt x="1308" y="300"/>
                  </a:lnTo>
                  <a:lnTo>
                    <a:pt x="1308" y="276"/>
                  </a:lnTo>
                  <a:lnTo>
                    <a:pt x="1308" y="276"/>
                  </a:lnTo>
                  <a:lnTo>
                    <a:pt x="1309" y="288"/>
                  </a:lnTo>
                  <a:lnTo>
                    <a:pt x="1309" y="221"/>
                  </a:lnTo>
                  <a:lnTo>
                    <a:pt x="1310" y="265"/>
                  </a:lnTo>
                  <a:lnTo>
                    <a:pt x="1310" y="265"/>
                  </a:lnTo>
                  <a:lnTo>
                    <a:pt x="1311" y="241"/>
                  </a:lnTo>
                  <a:lnTo>
                    <a:pt x="1312" y="299"/>
                  </a:lnTo>
                  <a:lnTo>
                    <a:pt x="1312" y="276"/>
                  </a:lnTo>
                  <a:lnTo>
                    <a:pt x="1312" y="276"/>
                  </a:lnTo>
                  <a:lnTo>
                    <a:pt x="1314" y="297"/>
                  </a:lnTo>
                  <a:lnTo>
                    <a:pt x="1314" y="256"/>
                  </a:lnTo>
                  <a:lnTo>
                    <a:pt x="1314" y="257"/>
                  </a:lnTo>
                  <a:lnTo>
                    <a:pt x="1314" y="257"/>
                  </a:lnTo>
                  <a:lnTo>
                    <a:pt x="1315" y="221"/>
                  </a:lnTo>
                  <a:lnTo>
                    <a:pt x="1316" y="289"/>
                  </a:lnTo>
                  <a:lnTo>
                    <a:pt x="1316" y="239"/>
                  </a:lnTo>
                  <a:lnTo>
                    <a:pt x="1316" y="239"/>
                  </a:lnTo>
                  <a:lnTo>
                    <a:pt x="1318" y="311"/>
                  </a:lnTo>
                  <a:lnTo>
                    <a:pt x="1318" y="235"/>
                  </a:lnTo>
                  <a:lnTo>
                    <a:pt x="1318" y="267"/>
                  </a:lnTo>
                  <a:lnTo>
                    <a:pt x="1318" y="267"/>
                  </a:lnTo>
                  <a:lnTo>
                    <a:pt x="1319" y="326"/>
                  </a:lnTo>
                  <a:lnTo>
                    <a:pt x="1319" y="244"/>
                  </a:lnTo>
                  <a:lnTo>
                    <a:pt x="1320" y="272"/>
                  </a:lnTo>
                  <a:lnTo>
                    <a:pt x="1320" y="272"/>
                  </a:lnTo>
                  <a:lnTo>
                    <a:pt x="1320" y="277"/>
                  </a:lnTo>
                  <a:lnTo>
                    <a:pt x="1322" y="240"/>
                  </a:lnTo>
                  <a:lnTo>
                    <a:pt x="1322" y="253"/>
                  </a:lnTo>
                  <a:lnTo>
                    <a:pt x="1322" y="253"/>
                  </a:lnTo>
                  <a:lnTo>
                    <a:pt x="1323" y="215"/>
                  </a:lnTo>
                  <a:lnTo>
                    <a:pt x="1323" y="299"/>
                  </a:lnTo>
                  <a:lnTo>
                    <a:pt x="1324" y="275"/>
                  </a:lnTo>
                  <a:lnTo>
                    <a:pt x="1324" y="275"/>
                  </a:lnTo>
                  <a:lnTo>
                    <a:pt x="1326" y="251"/>
                  </a:lnTo>
                  <a:lnTo>
                    <a:pt x="1326" y="309"/>
                  </a:lnTo>
                  <a:lnTo>
                    <a:pt x="1326" y="275"/>
                  </a:lnTo>
                  <a:lnTo>
                    <a:pt x="1326" y="275"/>
                  </a:lnTo>
                  <a:lnTo>
                    <a:pt x="1328" y="302"/>
                  </a:lnTo>
                  <a:lnTo>
                    <a:pt x="1328" y="249"/>
                  </a:lnTo>
                  <a:lnTo>
                    <a:pt x="1328" y="282"/>
                  </a:lnTo>
                  <a:lnTo>
                    <a:pt x="1328" y="282"/>
                  </a:lnTo>
                  <a:lnTo>
                    <a:pt x="1329" y="294"/>
                  </a:lnTo>
                  <a:lnTo>
                    <a:pt x="1329" y="247"/>
                  </a:lnTo>
                  <a:lnTo>
                    <a:pt x="1330" y="268"/>
                  </a:lnTo>
                  <a:lnTo>
                    <a:pt x="1330" y="268"/>
                  </a:lnTo>
                  <a:lnTo>
                    <a:pt x="1331" y="292"/>
                  </a:lnTo>
                  <a:lnTo>
                    <a:pt x="1332" y="228"/>
                  </a:lnTo>
                  <a:lnTo>
                    <a:pt x="1332" y="261"/>
                  </a:lnTo>
                  <a:lnTo>
                    <a:pt x="1332" y="261"/>
                  </a:lnTo>
                  <a:lnTo>
                    <a:pt x="1333" y="275"/>
                  </a:lnTo>
                  <a:lnTo>
                    <a:pt x="1334" y="241"/>
                  </a:lnTo>
                  <a:lnTo>
                    <a:pt x="1334" y="256"/>
                  </a:lnTo>
                  <a:lnTo>
                    <a:pt x="1334" y="256"/>
                  </a:lnTo>
                  <a:lnTo>
                    <a:pt x="1335" y="251"/>
                  </a:lnTo>
                  <a:lnTo>
                    <a:pt x="1335" y="297"/>
                  </a:lnTo>
                  <a:lnTo>
                    <a:pt x="1336" y="282"/>
                  </a:lnTo>
                  <a:lnTo>
                    <a:pt x="1336" y="282"/>
                  </a:lnTo>
                  <a:lnTo>
                    <a:pt x="1336" y="257"/>
                  </a:lnTo>
                  <a:lnTo>
                    <a:pt x="1338" y="304"/>
                  </a:lnTo>
                  <a:lnTo>
                    <a:pt x="1338" y="280"/>
                  </a:lnTo>
                  <a:lnTo>
                    <a:pt x="1338" y="280"/>
                  </a:lnTo>
                  <a:lnTo>
                    <a:pt x="1338" y="295"/>
                  </a:lnTo>
                  <a:lnTo>
                    <a:pt x="1339" y="252"/>
                  </a:lnTo>
                  <a:lnTo>
                    <a:pt x="1340" y="276"/>
                  </a:lnTo>
                  <a:lnTo>
                    <a:pt x="1340" y="276"/>
                  </a:lnTo>
                  <a:lnTo>
                    <a:pt x="1341" y="250"/>
                  </a:lnTo>
                  <a:lnTo>
                    <a:pt x="1342" y="375"/>
                  </a:lnTo>
                  <a:lnTo>
                    <a:pt x="1342" y="271"/>
                  </a:lnTo>
                  <a:lnTo>
                    <a:pt x="1342" y="271"/>
                  </a:lnTo>
                  <a:lnTo>
                    <a:pt x="1343" y="329"/>
                  </a:lnTo>
                  <a:lnTo>
                    <a:pt x="1344" y="184"/>
                  </a:lnTo>
                  <a:lnTo>
                    <a:pt x="1344" y="263"/>
                  </a:lnTo>
                  <a:lnTo>
                    <a:pt x="1344" y="263"/>
                  </a:lnTo>
                  <a:lnTo>
                    <a:pt x="1345" y="280"/>
                  </a:lnTo>
                  <a:lnTo>
                    <a:pt x="1345" y="227"/>
                  </a:lnTo>
                  <a:lnTo>
                    <a:pt x="1346" y="270"/>
                  </a:lnTo>
                  <a:lnTo>
                    <a:pt x="1346" y="270"/>
                  </a:lnTo>
                  <a:lnTo>
                    <a:pt x="1347" y="299"/>
                  </a:lnTo>
                  <a:lnTo>
                    <a:pt x="1348" y="233"/>
                  </a:lnTo>
                  <a:lnTo>
                    <a:pt x="1348" y="233"/>
                  </a:lnTo>
                  <a:lnTo>
                    <a:pt x="1348" y="233"/>
                  </a:lnTo>
                  <a:lnTo>
                    <a:pt x="1348" y="301"/>
                  </a:lnTo>
                  <a:lnTo>
                    <a:pt x="1349" y="226"/>
                  </a:lnTo>
                  <a:lnTo>
                    <a:pt x="1350" y="268"/>
                  </a:lnTo>
                  <a:lnTo>
                    <a:pt x="1350" y="268"/>
                  </a:lnTo>
                  <a:lnTo>
                    <a:pt x="1351" y="198"/>
                  </a:lnTo>
                  <a:lnTo>
                    <a:pt x="1352" y="274"/>
                  </a:lnTo>
                  <a:lnTo>
                    <a:pt x="1352" y="231"/>
                  </a:lnTo>
                  <a:lnTo>
                    <a:pt x="1352" y="230"/>
                  </a:lnTo>
                  <a:lnTo>
                    <a:pt x="1353" y="199"/>
                  </a:lnTo>
                  <a:lnTo>
                    <a:pt x="1353" y="282"/>
                  </a:lnTo>
                  <a:lnTo>
                    <a:pt x="1355" y="263"/>
                  </a:lnTo>
                  <a:lnTo>
                    <a:pt x="1355" y="263"/>
                  </a:lnTo>
                  <a:lnTo>
                    <a:pt x="1355" y="215"/>
                  </a:lnTo>
                  <a:lnTo>
                    <a:pt x="1355" y="328"/>
                  </a:lnTo>
                  <a:lnTo>
                    <a:pt x="1356" y="253"/>
                  </a:lnTo>
                  <a:lnTo>
                    <a:pt x="1356" y="253"/>
                  </a:lnTo>
                  <a:lnTo>
                    <a:pt x="1358" y="312"/>
                  </a:lnTo>
                  <a:lnTo>
                    <a:pt x="1358" y="177"/>
                  </a:lnTo>
                  <a:lnTo>
                    <a:pt x="1358" y="263"/>
                  </a:lnTo>
                  <a:lnTo>
                    <a:pt x="1358" y="263"/>
                  </a:lnTo>
                  <a:lnTo>
                    <a:pt x="1359" y="242"/>
                  </a:lnTo>
                  <a:lnTo>
                    <a:pt x="1359" y="295"/>
                  </a:lnTo>
                  <a:lnTo>
                    <a:pt x="1361" y="278"/>
                  </a:lnTo>
                  <a:lnTo>
                    <a:pt x="1361" y="279"/>
                  </a:lnTo>
                  <a:lnTo>
                    <a:pt x="1362" y="336"/>
                  </a:lnTo>
                  <a:lnTo>
                    <a:pt x="1362" y="217"/>
                  </a:lnTo>
                  <a:lnTo>
                    <a:pt x="1362" y="219"/>
                  </a:lnTo>
                  <a:lnTo>
                    <a:pt x="1362" y="220"/>
                  </a:lnTo>
                  <a:lnTo>
                    <a:pt x="1364" y="282"/>
                  </a:lnTo>
                  <a:lnTo>
                    <a:pt x="1364" y="264"/>
                  </a:lnTo>
                  <a:lnTo>
                    <a:pt x="1364" y="264"/>
                  </a:lnTo>
                  <a:lnTo>
                    <a:pt x="1365" y="230"/>
                  </a:lnTo>
                  <a:lnTo>
                    <a:pt x="1366" y="294"/>
                  </a:lnTo>
                  <a:lnTo>
                    <a:pt x="1367" y="260"/>
                  </a:lnTo>
                  <a:lnTo>
                    <a:pt x="1367" y="261"/>
                  </a:lnTo>
                  <a:lnTo>
                    <a:pt x="1367" y="215"/>
                  </a:lnTo>
                  <a:lnTo>
                    <a:pt x="1368" y="376"/>
                  </a:lnTo>
                  <a:lnTo>
                    <a:pt x="1368" y="376"/>
                  </a:lnTo>
                  <a:lnTo>
                    <a:pt x="1368" y="377"/>
                  </a:lnTo>
                  <a:lnTo>
                    <a:pt x="1370" y="256"/>
                  </a:lnTo>
                  <a:lnTo>
                    <a:pt x="1370" y="287"/>
                  </a:lnTo>
                  <a:lnTo>
                    <a:pt x="1370" y="287"/>
                  </a:lnTo>
                  <a:lnTo>
                    <a:pt x="1371" y="297"/>
                  </a:lnTo>
                  <a:lnTo>
                    <a:pt x="1371" y="259"/>
                  </a:lnTo>
                  <a:lnTo>
                    <a:pt x="1373" y="294"/>
                  </a:lnTo>
                  <a:lnTo>
                    <a:pt x="1373" y="294"/>
                  </a:lnTo>
                  <a:lnTo>
                    <a:pt x="1373" y="295"/>
                  </a:lnTo>
                  <a:lnTo>
                    <a:pt x="1373" y="182"/>
                  </a:lnTo>
                  <a:lnTo>
                    <a:pt x="1374" y="212"/>
                  </a:lnTo>
                  <a:lnTo>
                    <a:pt x="1374" y="211"/>
                  </a:lnTo>
                  <a:lnTo>
                    <a:pt x="1374" y="199"/>
                  </a:lnTo>
                  <a:lnTo>
                    <a:pt x="1375" y="277"/>
                  </a:lnTo>
                  <a:lnTo>
                    <a:pt x="1376" y="264"/>
                  </a:lnTo>
                  <a:lnTo>
                    <a:pt x="1376" y="264"/>
                  </a:lnTo>
                  <a:lnTo>
                    <a:pt x="1377" y="282"/>
                  </a:lnTo>
                  <a:lnTo>
                    <a:pt x="1378" y="232"/>
                  </a:lnTo>
                  <a:lnTo>
                    <a:pt x="1379" y="247"/>
                  </a:lnTo>
                  <a:lnTo>
                    <a:pt x="1379" y="247"/>
                  </a:lnTo>
                  <a:lnTo>
                    <a:pt x="1379" y="247"/>
                  </a:lnTo>
                  <a:lnTo>
                    <a:pt x="1380" y="352"/>
                  </a:lnTo>
                  <a:lnTo>
                    <a:pt x="1380" y="275"/>
                  </a:lnTo>
                  <a:lnTo>
                    <a:pt x="1380" y="275"/>
                  </a:lnTo>
                  <a:lnTo>
                    <a:pt x="1382" y="244"/>
                  </a:lnTo>
                  <a:lnTo>
                    <a:pt x="1382" y="375"/>
                  </a:lnTo>
                  <a:lnTo>
                    <a:pt x="1382" y="289"/>
                  </a:lnTo>
                  <a:lnTo>
                    <a:pt x="1382" y="289"/>
                  </a:lnTo>
                  <a:lnTo>
                    <a:pt x="1383" y="235"/>
                  </a:lnTo>
                  <a:lnTo>
                    <a:pt x="1385" y="416"/>
                  </a:lnTo>
                  <a:lnTo>
                    <a:pt x="1385" y="410"/>
                  </a:lnTo>
                  <a:lnTo>
                    <a:pt x="1385" y="410"/>
                  </a:lnTo>
                  <a:lnTo>
                    <a:pt x="1385" y="200"/>
                  </a:lnTo>
                  <a:lnTo>
                    <a:pt x="1386" y="509"/>
                  </a:lnTo>
                  <a:lnTo>
                    <a:pt x="1386" y="306"/>
                  </a:lnTo>
                  <a:lnTo>
                    <a:pt x="1386" y="306"/>
                  </a:lnTo>
                  <a:lnTo>
                    <a:pt x="1386" y="309"/>
                  </a:lnTo>
                  <a:lnTo>
                    <a:pt x="1388" y="217"/>
                  </a:lnTo>
                  <a:lnTo>
                    <a:pt x="1388" y="243"/>
                  </a:lnTo>
                  <a:lnTo>
                    <a:pt x="1388" y="243"/>
                  </a:lnTo>
                  <a:lnTo>
                    <a:pt x="1389" y="232"/>
                  </a:lnTo>
                  <a:lnTo>
                    <a:pt x="1390" y="292"/>
                  </a:lnTo>
                  <a:lnTo>
                    <a:pt x="1391" y="251"/>
                  </a:lnTo>
                  <a:lnTo>
                    <a:pt x="1391" y="251"/>
                  </a:lnTo>
                  <a:lnTo>
                    <a:pt x="1391" y="343"/>
                  </a:lnTo>
                  <a:lnTo>
                    <a:pt x="1392" y="299"/>
                  </a:lnTo>
                  <a:lnTo>
                    <a:pt x="1392" y="299"/>
                  </a:lnTo>
                  <a:lnTo>
                    <a:pt x="1392" y="300"/>
                  </a:lnTo>
                  <a:lnTo>
                    <a:pt x="1394" y="220"/>
                  </a:lnTo>
                  <a:lnTo>
                    <a:pt x="1394" y="224"/>
                  </a:lnTo>
                  <a:lnTo>
                    <a:pt x="1394" y="224"/>
                  </a:lnTo>
                  <a:lnTo>
                    <a:pt x="1395" y="179"/>
                  </a:lnTo>
                  <a:lnTo>
                    <a:pt x="1396" y="347"/>
                  </a:lnTo>
                  <a:lnTo>
                    <a:pt x="1397" y="333"/>
                  </a:lnTo>
                  <a:lnTo>
                    <a:pt x="1397" y="333"/>
                  </a:lnTo>
                  <a:lnTo>
                    <a:pt x="1397" y="334"/>
                  </a:lnTo>
                  <a:lnTo>
                    <a:pt x="1398" y="260"/>
                  </a:lnTo>
                  <a:lnTo>
                    <a:pt x="1398" y="264"/>
                  </a:lnTo>
                  <a:lnTo>
                    <a:pt x="1398" y="264"/>
                  </a:lnTo>
                  <a:lnTo>
                    <a:pt x="1400" y="200"/>
                  </a:lnTo>
                  <a:lnTo>
                    <a:pt x="1400" y="404"/>
                  </a:lnTo>
                  <a:lnTo>
                    <a:pt x="1400" y="362"/>
                  </a:lnTo>
                  <a:lnTo>
                    <a:pt x="1400" y="362"/>
                  </a:lnTo>
                  <a:lnTo>
                    <a:pt x="1401" y="243"/>
                  </a:lnTo>
                  <a:lnTo>
                    <a:pt x="1403" y="270"/>
                  </a:lnTo>
                  <a:lnTo>
                    <a:pt x="1403" y="270"/>
                  </a:lnTo>
                  <a:lnTo>
                    <a:pt x="1403" y="233"/>
                  </a:lnTo>
                  <a:lnTo>
                    <a:pt x="1403" y="315"/>
                  </a:lnTo>
                  <a:lnTo>
                    <a:pt x="1404" y="276"/>
                  </a:lnTo>
                  <a:lnTo>
                    <a:pt x="1404" y="276"/>
                  </a:lnTo>
                  <a:lnTo>
                    <a:pt x="1405" y="231"/>
                  </a:lnTo>
                  <a:lnTo>
                    <a:pt x="1406" y="309"/>
                  </a:lnTo>
                  <a:lnTo>
                    <a:pt x="1406" y="272"/>
                  </a:lnTo>
                  <a:lnTo>
                    <a:pt x="1406" y="272"/>
                  </a:lnTo>
                  <a:lnTo>
                    <a:pt x="1407" y="305"/>
                  </a:lnTo>
                  <a:lnTo>
                    <a:pt x="1408" y="203"/>
                  </a:lnTo>
                  <a:lnTo>
                    <a:pt x="1409" y="258"/>
                  </a:lnTo>
                  <a:lnTo>
                    <a:pt x="1409" y="257"/>
                  </a:lnTo>
                  <a:lnTo>
                    <a:pt x="1409" y="220"/>
                  </a:lnTo>
                  <a:lnTo>
                    <a:pt x="1409" y="306"/>
                  </a:lnTo>
                  <a:lnTo>
                    <a:pt x="1410" y="279"/>
                  </a:lnTo>
                  <a:lnTo>
                    <a:pt x="1410" y="279"/>
                  </a:lnTo>
                  <a:lnTo>
                    <a:pt x="1411" y="297"/>
                  </a:lnTo>
                  <a:lnTo>
                    <a:pt x="1412" y="183"/>
                  </a:lnTo>
                  <a:lnTo>
                    <a:pt x="1412" y="253"/>
                  </a:lnTo>
                  <a:lnTo>
                    <a:pt x="1412" y="253"/>
                  </a:lnTo>
                  <a:lnTo>
                    <a:pt x="1413" y="243"/>
                  </a:lnTo>
                  <a:lnTo>
                    <a:pt x="1414" y="315"/>
                  </a:lnTo>
                  <a:lnTo>
                    <a:pt x="1415" y="282"/>
                  </a:lnTo>
                  <a:lnTo>
                    <a:pt x="1415" y="282"/>
                  </a:lnTo>
                  <a:lnTo>
                    <a:pt x="1416" y="234"/>
                  </a:lnTo>
                  <a:lnTo>
                    <a:pt x="1416" y="298"/>
                  </a:lnTo>
                  <a:lnTo>
                    <a:pt x="1416" y="290"/>
                  </a:lnTo>
                  <a:lnTo>
                    <a:pt x="1416" y="290"/>
                  </a:lnTo>
                  <a:lnTo>
                    <a:pt x="1417" y="241"/>
                  </a:lnTo>
                  <a:lnTo>
                    <a:pt x="1418" y="321"/>
                  </a:lnTo>
                  <a:lnTo>
                    <a:pt x="1418" y="265"/>
                  </a:lnTo>
                  <a:lnTo>
                    <a:pt x="1418" y="265"/>
                  </a:lnTo>
                  <a:lnTo>
                    <a:pt x="1420" y="285"/>
                  </a:lnTo>
                  <a:lnTo>
                    <a:pt x="1420" y="222"/>
                  </a:lnTo>
                  <a:lnTo>
                    <a:pt x="1421" y="267"/>
                  </a:lnTo>
                  <a:lnTo>
                    <a:pt x="1421" y="267"/>
                  </a:lnTo>
                  <a:lnTo>
                    <a:pt x="1421" y="284"/>
                  </a:lnTo>
                  <a:lnTo>
                    <a:pt x="1422" y="225"/>
                  </a:lnTo>
                  <a:lnTo>
                    <a:pt x="1423" y="253"/>
                  </a:lnTo>
                  <a:lnTo>
                    <a:pt x="1423" y="253"/>
                  </a:lnTo>
                  <a:lnTo>
                    <a:pt x="1423" y="235"/>
                  </a:lnTo>
                  <a:lnTo>
                    <a:pt x="1424" y="302"/>
                  </a:lnTo>
                  <a:lnTo>
                    <a:pt x="1424" y="288"/>
                  </a:lnTo>
                  <a:lnTo>
                    <a:pt x="1424" y="288"/>
                  </a:lnTo>
                  <a:lnTo>
                    <a:pt x="1426" y="299"/>
                  </a:lnTo>
                  <a:lnTo>
                    <a:pt x="1426" y="237"/>
                  </a:lnTo>
                  <a:lnTo>
                    <a:pt x="1427" y="257"/>
                  </a:lnTo>
                  <a:lnTo>
                    <a:pt x="1427" y="257"/>
                  </a:lnTo>
                  <a:lnTo>
                    <a:pt x="1428" y="143"/>
                  </a:lnTo>
                  <a:lnTo>
                    <a:pt x="1428" y="688"/>
                  </a:lnTo>
                  <a:lnTo>
                    <a:pt x="1429" y="311"/>
                  </a:lnTo>
                  <a:lnTo>
                    <a:pt x="1429" y="311"/>
                  </a:lnTo>
                  <a:lnTo>
                    <a:pt x="1429" y="123"/>
                  </a:lnTo>
                  <a:lnTo>
                    <a:pt x="1429" y="481"/>
                  </a:lnTo>
                  <a:lnTo>
                    <a:pt x="1430" y="273"/>
                  </a:lnTo>
                  <a:lnTo>
                    <a:pt x="1430" y="273"/>
                  </a:lnTo>
                  <a:lnTo>
                    <a:pt x="1431" y="235"/>
                  </a:lnTo>
                  <a:lnTo>
                    <a:pt x="1432" y="281"/>
                  </a:lnTo>
                  <a:lnTo>
                    <a:pt x="1433" y="247"/>
                  </a:lnTo>
                  <a:lnTo>
                    <a:pt x="1433" y="247"/>
                  </a:lnTo>
                  <a:lnTo>
                    <a:pt x="1433" y="325"/>
                  </a:lnTo>
                  <a:lnTo>
                    <a:pt x="1433" y="232"/>
                  </a:lnTo>
                  <a:lnTo>
                    <a:pt x="1435" y="273"/>
                  </a:lnTo>
                  <a:lnTo>
                    <a:pt x="1435" y="273"/>
                  </a:lnTo>
                  <a:lnTo>
                    <a:pt x="1435" y="314"/>
                  </a:lnTo>
                  <a:lnTo>
                    <a:pt x="1436" y="265"/>
                  </a:lnTo>
                  <a:lnTo>
                    <a:pt x="1436" y="285"/>
                  </a:lnTo>
                  <a:lnTo>
                    <a:pt x="1436" y="285"/>
                  </a:lnTo>
                  <a:lnTo>
                    <a:pt x="1436" y="288"/>
                  </a:lnTo>
                  <a:lnTo>
                    <a:pt x="1437" y="239"/>
                  </a:lnTo>
                  <a:lnTo>
                    <a:pt x="1439" y="267"/>
                  </a:lnTo>
                  <a:lnTo>
                    <a:pt x="1439" y="267"/>
                  </a:lnTo>
                  <a:lnTo>
                    <a:pt x="1439" y="0"/>
                  </a:lnTo>
                  <a:lnTo>
                    <a:pt x="1440" y="324"/>
                  </a:lnTo>
                  <a:lnTo>
                    <a:pt x="1441" y="278"/>
                  </a:lnTo>
                  <a:lnTo>
                    <a:pt x="1441" y="278"/>
                  </a:lnTo>
                  <a:lnTo>
                    <a:pt x="1441" y="312"/>
                  </a:lnTo>
                  <a:lnTo>
                    <a:pt x="1442" y="161"/>
                  </a:lnTo>
                  <a:lnTo>
                    <a:pt x="1442" y="172"/>
                  </a:lnTo>
                  <a:lnTo>
                    <a:pt x="1442" y="172"/>
                  </a:lnTo>
                  <a:lnTo>
                    <a:pt x="1443" y="286"/>
                  </a:lnTo>
                  <a:lnTo>
                    <a:pt x="1445" y="261"/>
                  </a:lnTo>
                  <a:lnTo>
                    <a:pt x="1445" y="261"/>
                  </a:lnTo>
                  <a:lnTo>
                    <a:pt x="1445" y="252"/>
                  </a:lnTo>
                  <a:lnTo>
                    <a:pt x="1446" y="302"/>
                  </a:lnTo>
                  <a:lnTo>
                    <a:pt x="1447" y="282"/>
                  </a:lnTo>
                  <a:lnTo>
                    <a:pt x="1447" y="282"/>
                  </a:lnTo>
                  <a:lnTo>
                    <a:pt x="1448" y="186"/>
                  </a:lnTo>
                  <a:lnTo>
                    <a:pt x="1448" y="309"/>
                  </a:lnTo>
                  <a:lnTo>
                    <a:pt x="1448" y="303"/>
                  </a:lnTo>
                  <a:lnTo>
                    <a:pt x="1448" y="303"/>
                  </a:lnTo>
                  <a:lnTo>
                    <a:pt x="1449" y="348"/>
                  </a:lnTo>
                  <a:lnTo>
                    <a:pt x="1450" y="238"/>
                  </a:lnTo>
                  <a:lnTo>
                    <a:pt x="1451" y="260"/>
                  </a:lnTo>
                  <a:lnTo>
                    <a:pt x="1451" y="260"/>
                  </a:lnTo>
                  <a:lnTo>
                    <a:pt x="1452" y="285"/>
                  </a:lnTo>
                  <a:lnTo>
                    <a:pt x="1452" y="230"/>
                  </a:lnTo>
                  <a:lnTo>
                    <a:pt x="1453" y="236"/>
                  </a:lnTo>
                  <a:lnTo>
                    <a:pt x="1453" y="236"/>
                  </a:lnTo>
                  <a:lnTo>
                    <a:pt x="1453" y="325"/>
                  </a:lnTo>
                  <a:lnTo>
                    <a:pt x="1453" y="150"/>
                  </a:lnTo>
                  <a:lnTo>
                    <a:pt x="1454" y="286"/>
                  </a:lnTo>
                  <a:lnTo>
                    <a:pt x="1454" y="286"/>
                  </a:lnTo>
                  <a:lnTo>
                    <a:pt x="1456" y="307"/>
                  </a:lnTo>
                  <a:lnTo>
                    <a:pt x="1457" y="235"/>
                  </a:lnTo>
                  <a:lnTo>
                    <a:pt x="1457" y="277"/>
                  </a:lnTo>
                  <a:lnTo>
                    <a:pt x="1457" y="277"/>
                  </a:lnTo>
                  <a:lnTo>
                    <a:pt x="1457" y="171"/>
                  </a:lnTo>
                  <a:lnTo>
                    <a:pt x="1457" y="316"/>
                  </a:lnTo>
                  <a:lnTo>
                    <a:pt x="1459" y="247"/>
                  </a:lnTo>
                  <a:lnTo>
                    <a:pt x="1459" y="247"/>
                  </a:lnTo>
                  <a:lnTo>
                    <a:pt x="1459" y="192"/>
                  </a:lnTo>
                  <a:lnTo>
                    <a:pt x="1460" y="286"/>
                  </a:lnTo>
                  <a:lnTo>
                    <a:pt x="1460" y="270"/>
                  </a:lnTo>
                  <a:lnTo>
                    <a:pt x="1460" y="271"/>
                  </a:lnTo>
                  <a:lnTo>
                    <a:pt x="1461" y="276"/>
                  </a:lnTo>
                  <a:lnTo>
                    <a:pt x="1462" y="215"/>
                  </a:lnTo>
                  <a:lnTo>
                    <a:pt x="1463" y="269"/>
                  </a:lnTo>
                  <a:lnTo>
                    <a:pt x="1463" y="269"/>
                  </a:lnTo>
                  <a:lnTo>
                    <a:pt x="1463" y="239"/>
                  </a:lnTo>
                  <a:lnTo>
                    <a:pt x="1464" y="290"/>
                  </a:lnTo>
                  <a:lnTo>
                    <a:pt x="1465" y="264"/>
                  </a:lnTo>
                  <a:lnTo>
                    <a:pt x="1465" y="264"/>
                  </a:lnTo>
                  <a:lnTo>
                    <a:pt x="1465" y="193"/>
                  </a:lnTo>
                  <a:lnTo>
                    <a:pt x="1466" y="295"/>
                  </a:lnTo>
                  <a:lnTo>
                    <a:pt x="1466" y="274"/>
                  </a:lnTo>
                  <a:lnTo>
                    <a:pt x="1466" y="274"/>
                  </a:lnTo>
                  <a:lnTo>
                    <a:pt x="1467" y="250"/>
                  </a:lnTo>
                  <a:lnTo>
                    <a:pt x="1468" y="288"/>
                  </a:lnTo>
                  <a:lnTo>
                    <a:pt x="1469" y="271"/>
                  </a:lnTo>
                  <a:lnTo>
                    <a:pt x="1469" y="271"/>
                  </a:lnTo>
                  <a:lnTo>
                    <a:pt x="1470" y="234"/>
                  </a:lnTo>
                  <a:lnTo>
                    <a:pt x="1470" y="340"/>
                  </a:lnTo>
                  <a:lnTo>
                    <a:pt x="1471" y="276"/>
                  </a:lnTo>
                  <a:lnTo>
                    <a:pt x="1471" y="276"/>
                  </a:lnTo>
                  <a:lnTo>
                    <a:pt x="1471" y="303"/>
                  </a:lnTo>
                  <a:lnTo>
                    <a:pt x="1472" y="159"/>
                  </a:lnTo>
                  <a:lnTo>
                    <a:pt x="1472" y="229"/>
                  </a:lnTo>
                  <a:lnTo>
                    <a:pt x="1472" y="229"/>
                  </a:lnTo>
                  <a:lnTo>
                    <a:pt x="1473" y="221"/>
                  </a:lnTo>
                  <a:lnTo>
                    <a:pt x="1474" y="265"/>
                  </a:lnTo>
                  <a:lnTo>
                    <a:pt x="1475" y="253"/>
                  </a:lnTo>
                  <a:lnTo>
                    <a:pt x="1475" y="253"/>
                  </a:lnTo>
                  <a:lnTo>
                    <a:pt x="1475" y="234"/>
                  </a:lnTo>
                  <a:lnTo>
                    <a:pt x="1476" y="322"/>
                  </a:lnTo>
                  <a:lnTo>
                    <a:pt x="1477" y="285"/>
                  </a:lnTo>
                  <a:lnTo>
                    <a:pt x="1477" y="285"/>
                  </a:lnTo>
                  <a:lnTo>
                    <a:pt x="1477" y="308"/>
                  </a:lnTo>
                  <a:lnTo>
                    <a:pt x="1478" y="265"/>
                  </a:lnTo>
                  <a:lnTo>
                    <a:pt x="1478" y="265"/>
                  </a:lnTo>
                  <a:lnTo>
                    <a:pt x="1480" y="339"/>
                  </a:lnTo>
                  <a:lnTo>
                    <a:pt x="1481" y="212"/>
                  </a:lnTo>
                  <a:lnTo>
                    <a:pt x="1481" y="212"/>
                  </a:lnTo>
                  <a:lnTo>
                    <a:pt x="1481" y="208"/>
                  </a:lnTo>
                  <a:lnTo>
                    <a:pt x="1482" y="317"/>
                  </a:lnTo>
                  <a:lnTo>
                    <a:pt x="1483" y="295"/>
                  </a:lnTo>
                  <a:lnTo>
                    <a:pt x="1483" y="295"/>
                  </a:lnTo>
                  <a:lnTo>
                    <a:pt x="1484" y="212"/>
                  </a:lnTo>
                  <a:lnTo>
                    <a:pt x="1484" y="249"/>
                  </a:lnTo>
                  <a:lnTo>
                    <a:pt x="1484" y="249"/>
                  </a:lnTo>
                  <a:lnTo>
                    <a:pt x="1486" y="208"/>
                  </a:lnTo>
                  <a:lnTo>
                    <a:pt x="1486" y="290"/>
                  </a:lnTo>
                  <a:lnTo>
                    <a:pt x="1487" y="262"/>
                  </a:lnTo>
                  <a:lnTo>
                    <a:pt x="1487" y="262"/>
                  </a:lnTo>
                  <a:lnTo>
                    <a:pt x="1489" y="232"/>
                  </a:lnTo>
                  <a:lnTo>
                    <a:pt x="1489" y="283"/>
                  </a:lnTo>
                  <a:lnTo>
                    <a:pt x="1489" y="283"/>
                  </a:lnTo>
                  <a:lnTo>
                    <a:pt x="1489" y="335"/>
                  </a:lnTo>
                  <a:lnTo>
                    <a:pt x="1489" y="267"/>
                  </a:lnTo>
                  <a:lnTo>
                    <a:pt x="1491" y="276"/>
                  </a:lnTo>
                  <a:lnTo>
                    <a:pt x="1491" y="276"/>
                  </a:lnTo>
                  <a:lnTo>
                    <a:pt x="1491" y="240"/>
                  </a:lnTo>
                  <a:lnTo>
                    <a:pt x="1492" y="327"/>
                  </a:lnTo>
                  <a:lnTo>
                    <a:pt x="1493" y="276"/>
                  </a:lnTo>
                  <a:lnTo>
                    <a:pt x="1493" y="276"/>
                  </a:lnTo>
                  <a:lnTo>
                    <a:pt x="1494" y="262"/>
                  </a:lnTo>
                  <a:lnTo>
                    <a:pt x="1495" y="299"/>
                  </a:lnTo>
                  <a:lnTo>
                    <a:pt x="1495" y="299"/>
                  </a:lnTo>
                  <a:lnTo>
                    <a:pt x="1495" y="299"/>
                  </a:lnTo>
                  <a:lnTo>
                    <a:pt x="1495" y="300"/>
                  </a:lnTo>
                  <a:lnTo>
                    <a:pt x="1497" y="211"/>
                  </a:lnTo>
                  <a:lnTo>
                    <a:pt x="1497" y="254"/>
                  </a:lnTo>
                  <a:lnTo>
                    <a:pt x="1497" y="254"/>
                  </a:lnTo>
                  <a:lnTo>
                    <a:pt x="1497" y="274"/>
                  </a:lnTo>
                  <a:lnTo>
                    <a:pt x="1498" y="247"/>
                  </a:lnTo>
                  <a:lnTo>
                    <a:pt x="1499" y="268"/>
                  </a:lnTo>
                  <a:lnTo>
                    <a:pt x="1499" y="268"/>
                  </a:lnTo>
                  <a:lnTo>
                    <a:pt x="1499" y="316"/>
                  </a:lnTo>
                  <a:lnTo>
                    <a:pt x="1500" y="239"/>
                  </a:lnTo>
                  <a:lnTo>
                    <a:pt x="1501" y="286"/>
                  </a:lnTo>
                  <a:lnTo>
                    <a:pt x="1501" y="286"/>
                  </a:lnTo>
                  <a:lnTo>
                    <a:pt x="1502" y="219"/>
                  </a:lnTo>
                  <a:lnTo>
                    <a:pt x="1503" y="341"/>
                  </a:lnTo>
                  <a:lnTo>
                    <a:pt x="1503" y="322"/>
                  </a:lnTo>
                  <a:lnTo>
                    <a:pt x="1503" y="322"/>
                  </a:lnTo>
                  <a:lnTo>
                    <a:pt x="1503" y="333"/>
                  </a:lnTo>
                  <a:lnTo>
                    <a:pt x="1503" y="220"/>
                  </a:lnTo>
                  <a:lnTo>
                    <a:pt x="1505" y="280"/>
                  </a:lnTo>
                  <a:lnTo>
                    <a:pt x="1505" y="280"/>
                  </a:lnTo>
                  <a:lnTo>
                    <a:pt x="1506" y="15"/>
                  </a:lnTo>
                  <a:lnTo>
                    <a:pt x="1506" y="370"/>
                  </a:lnTo>
                  <a:lnTo>
                    <a:pt x="1507" y="277"/>
                  </a:lnTo>
                  <a:lnTo>
                    <a:pt x="1507" y="277"/>
                  </a:lnTo>
                  <a:lnTo>
                    <a:pt x="1508" y="151"/>
                  </a:lnTo>
                  <a:lnTo>
                    <a:pt x="1508" y="330"/>
                  </a:lnTo>
                  <a:lnTo>
                    <a:pt x="1509" y="240"/>
                  </a:lnTo>
                  <a:lnTo>
                    <a:pt x="1509" y="240"/>
                  </a:lnTo>
                  <a:lnTo>
                    <a:pt x="1509" y="228"/>
                  </a:lnTo>
                  <a:lnTo>
                    <a:pt x="1510" y="274"/>
                  </a:lnTo>
                  <a:lnTo>
                    <a:pt x="1511" y="253"/>
                  </a:lnTo>
                  <a:lnTo>
                    <a:pt x="1511" y="253"/>
                  </a:lnTo>
                  <a:lnTo>
                    <a:pt x="1511" y="166"/>
                  </a:lnTo>
                  <a:lnTo>
                    <a:pt x="1512" y="448"/>
                  </a:lnTo>
                  <a:lnTo>
                    <a:pt x="1513" y="260"/>
                  </a:lnTo>
                  <a:lnTo>
                    <a:pt x="1513" y="260"/>
                  </a:lnTo>
                  <a:lnTo>
                    <a:pt x="1513" y="236"/>
                  </a:lnTo>
                  <a:lnTo>
                    <a:pt x="1514" y="286"/>
                  </a:lnTo>
                  <a:lnTo>
                    <a:pt x="1515" y="264"/>
                  </a:lnTo>
                  <a:lnTo>
                    <a:pt x="1515" y="264"/>
                  </a:lnTo>
                  <a:lnTo>
                    <a:pt x="1515" y="308"/>
                  </a:lnTo>
                  <a:lnTo>
                    <a:pt x="1517" y="248"/>
                  </a:lnTo>
                  <a:lnTo>
                    <a:pt x="1517" y="258"/>
                  </a:lnTo>
                  <a:lnTo>
                    <a:pt x="1517" y="258"/>
                  </a:lnTo>
                  <a:lnTo>
                    <a:pt x="1517" y="443"/>
                  </a:lnTo>
                  <a:lnTo>
                    <a:pt x="1519" y="177"/>
                  </a:lnTo>
                  <a:lnTo>
                    <a:pt x="1519" y="229"/>
                  </a:lnTo>
                  <a:lnTo>
                    <a:pt x="1519" y="230"/>
                  </a:lnTo>
                  <a:lnTo>
                    <a:pt x="1519" y="294"/>
                  </a:lnTo>
                  <a:lnTo>
                    <a:pt x="1521" y="247"/>
                  </a:lnTo>
                  <a:lnTo>
                    <a:pt x="1521" y="247"/>
                  </a:lnTo>
                  <a:lnTo>
                    <a:pt x="1521" y="204"/>
                  </a:lnTo>
                  <a:lnTo>
                    <a:pt x="1522" y="392"/>
                  </a:lnTo>
                  <a:lnTo>
                    <a:pt x="1523" y="277"/>
                  </a:lnTo>
                  <a:lnTo>
                    <a:pt x="1523" y="277"/>
                  </a:lnTo>
                  <a:lnTo>
                    <a:pt x="1524" y="254"/>
                  </a:lnTo>
                  <a:lnTo>
                    <a:pt x="1525" y="282"/>
                  </a:lnTo>
                  <a:lnTo>
                    <a:pt x="1525" y="257"/>
                  </a:lnTo>
                  <a:lnTo>
                    <a:pt x="1525" y="257"/>
                  </a:lnTo>
                  <a:lnTo>
                    <a:pt x="1525" y="293"/>
                  </a:lnTo>
                  <a:lnTo>
                    <a:pt x="1525" y="241"/>
                  </a:lnTo>
                  <a:lnTo>
                    <a:pt x="1527" y="258"/>
                  </a:lnTo>
                  <a:lnTo>
                    <a:pt x="1527" y="258"/>
                  </a:lnTo>
                  <a:lnTo>
                    <a:pt x="1529" y="224"/>
                  </a:lnTo>
                  <a:lnTo>
                    <a:pt x="1529" y="376"/>
                  </a:lnTo>
                  <a:lnTo>
                    <a:pt x="1529" y="377"/>
                  </a:lnTo>
                  <a:lnTo>
                    <a:pt x="1529" y="441"/>
                  </a:lnTo>
                  <a:lnTo>
                    <a:pt x="1530" y="185"/>
                  </a:lnTo>
                  <a:lnTo>
                    <a:pt x="1531" y="279"/>
                  </a:lnTo>
                  <a:lnTo>
                    <a:pt x="1531" y="279"/>
                  </a:lnTo>
                  <a:lnTo>
                    <a:pt x="1531" y="203"/>
                  </a:lnTo>
                  <a:lnTo>
                    <a:pt x="1532" y="359"/>
                  </a:lnTo>
                  <a:lnTo>
                    <a:pt x="1533" y="247"/>
                  </a:lnTo>
                  <a:lnTo>
                    <a:pt x="1533" y="247"/>
                  </a:lnTo>
                  <a:lnTo>
                    <a:pt x="1533" y="289"/>
                  </a:lnTo>
                  <a:lnTo>
                    <a:pt x="1533" y="234"/>
                  </a:lnTo>
                  <a:lnTo>
                    <a:pt x="1535" y="269"/>
                  </a:lnTo>
                  <a:lnTo>
                    <a:pt x="1535" y="269"/>
                  </a:lnTo>
                  <a:lnTo>
                    <a:pt x="1536" y="305"/>
                  </a:lnTo>
                  <a:lnTo>
                    <a:pt x="1536" y="234"/>
                  </a:lnTo>
                  <a:lnTo>
                    <a:pt x="1537" y="271"/>
                  </a:lnTo>
                  <a:lnTo>
                    <a:pt x="1537" y="271"/>
                  </a:lnTo>
                  <a:lnTo>
                    <a:pt x="1538" y="181"/>
                  </a:lnTo>
                  <a:lnTo>
                    <a:pt x="1539" y="289"/>
                  </a:lnTo>
                  <a:lnTo>
                    <a:pt x="1539" y="289"/>
                  </a:lnTo>
                  <a:lnTo>
                    <a:pt x="1539" y="256"/>
                  </a:lnTo>
                  <a:lnTo>
                    <a:pt x="1540" y="323"/>
                  </a:lnTo>
                  <a:lnTo>
                    <a:pt x="1541" y="268"/>
                  </a:lnTo>
                  <a:lnTo>
                    <a:pt x="1541" y="268"/>
                  </a:lnTo>
                  <a:lnTo>
                    <a:pt x="1542" y="343"/>
                  </a:lnTo>
                  <a:lnTo>
                    <a:pt x="1543" y="130"/>
                  </a:lnTo>
                  <a:lnTo>
                    <a:pt x="1543" y="132"/>
                  </a:lnTo>
                  <a:lnTo>
                    <a:pt x="1543" y="132"/>
                  </a:lnTo>
                  <a:lnTo>
                    <a:pt x="1543" y="124"/>
                  </a:lnTo>
                  <a:lnTo>
                    <a:pt x="1543" y="289"/>
                  </a:lnTo>
                  <a:lnTo>
                    <a:pt x="1545" y="265"/>
                  </a:lnTo>
                  <a:lnTo>
                    <a:pt x="1545" y="265"/>
                  </a:lnTo>
                  <a:lnTo>
                    <a:pt x="1546" y="293"/>
                  </a:lnTo>
                  <a:lnTo>
                    <a:pt x="1546" y="238"/>
                  </a:lnTo>
                  <a:lnTo>
                    <a:pt x="1547" y="279"/>
                  </a:lnTo>
                  <a:lnTo>
                    <a:pt x="1547" y="279"/>
                  </a:lnTo>
                  <a:lnTo>
                    <a:pt x="1547" y="368"/>
                  </a:lnTo>
                  <a:lnTo>
                    <a:pt x="1547" y="180"/>
                  </a:lnTo>
                  <a:lnTo>
                    <a:pt x="1549" y="270"/>
                  </a:lnTo>
                  <a:lnTo>
                    <a:pt x="1549" y="270"/>
                  </a:lnTo>
                  <a:lnTo>
                    <a:pt x="1550" y="218"/>
                  </a:lnTo>
                  <a:lnTo>
                    <a:pt x="1550" y="412"/>
                  </a:lnTo>
                  <a:lnTo>
                    <a:pt x="1551" y="263"/>
                  </a:lnTo>
                  <a:lnTo>
                    <a:pt x="1551" y="264"/>
                  </a:lnTo>
                  <a:lnTo>
                    <a:pt x="1551" y="308"/>
                  </a:lnTo>
                  <a:lnTo>
                    <a:pt x="1551" y="233"/>
                  </a:lnTo>
                  <a:lnTo>
                    <a:pt x="1553" y="271"/>
                  </a:lnTo>
                  <a:lnTo>
                    <a:pt x="1553" y="271"/>
                  </a:lnTo>
                  <a:lnTo>
                    <a:pt x="1554" y="216"/>
                  </a:lnTo>
                  <a:lnTo>
                    <a:pt x="1555" y="319"/>
                  </a:lnTo>
                  <a:lnTo>
                    <a:pt x="1555" y="296"/>
                  </a:lnTo>
                  <a:lnTo>
                    <a:pt x="1555" y="296"/>
                  </a:lnTo>
                  <a:lnTo>
                    <a:pt x="1555" y="240"/>
                  </a:lnTo>
                  <a:lnTo>
                    <a:pt x="1555" y="309"/>
                  </a:lnTo>
                  <a:lnTo>
                    <a:pt x="1557" y="294"/>
                  </a:lnTo>
                  <a:lnTo>
                    <a:pt x="1557" y="294"/>
                  </a:lnTo>
                  <a:lnTo>
                    <a:pt x="1557" y="261"/>
                  </a:lnTo>
                  <a:lnTo>
                    <a:pt x="1559" y="295"/>
                  </a:lnTo>
                  <a:lnTo>
                    <a:pt x="1559" y="277"/>
                  </a:lnTo>
                  <a:lnTo>
                    <a:pt x="1559" y="277"/>
                  </a:lnTo>
                  <a:lnTo>
                    <a:pt x="1559" y="301"/>
                  </a:lnTo>
                  <a:lnTo>
                    <a:pt x="1561" y="221"/>
                  </a:lnTo>
                  <a:lnTo>
                    <a:pt x="1561" y="259"/>
                  </a:lnTo>
                  <a:lnTo>
                    <a:pt x="1561" y="259"/>
                  </a:lnTo>
                  <a:lnTo>
                    <a:pt x="1562" y="297"/>
                  </a:lnTo>
                  <a:lnTo>
                    <a:pt x="1563" y="234"/>
                  </a:lnTo>
                  <a:lnTo>
                    <a:pt x="1563" y="267"/>
                  </a:lnTo>
                  <a:lnTo>
                    <a:pt x="1563" y="267"/>
                  </a:lnTo>
                  <a:lnTo>
                    <a:pt x="1563" y="257"/>
                  </a:lnTo>
                  <a:lnTo>
                    <a:pt x="1563" y="289"/>
                  </a:lnTo>
                  <a:lnTo>
                    <a:pt x="1565" y="277"/>
                  </a:lnTo>
                  <a:lnTo>
                    <a:pt x="1565" y="277"/>
                  </a:lnTo>
                  <a:lnTo>
                    <a:pt x="1566" y="301"/>
                  </a:lnTo>
                  <a:lnTo>
                    <a:pt x="1566" y="229"/>
                  </a:lnTo>
                  <a:lnTo>
                    <a:pt x="1567" y="265"/>
                  </a:lnTo>
                  <a:lnTo>
                    <a:pt x="1567" y="265"/>
                  </a:lnTo>
                  <a:lnTo>
                    <a:pt x="1568" y="283"/>
                  </a:lnTo>
                  <a:lnTo>
                    <a:pt x="1569" y="248"/>
                  </a:lnTo>
                  <a:lnTo>
                    <a:pt x="1569" y="265"/>
                  </a:lnTo>
                  <a:lnTo>
                    <a:pt x="1569" y="265"/>
                  </a:lnTo>
                  <a:lnTo>
                    <a:pt x="1569" y="319"/>
                  </a:lnTo>
                  <a:lnTo>
                    <a:pt x="1570" y="258"/>
                  </a:lnTo>
                  <a:lnTo>
                    <a:pt x="1571" y="267"/>
                  </a:lnTo>
                  <a:lnTo>
                    <a:pt x="1571" y="267"/>
                  </a:lnTo>
                  <a:lnTo>
                    <a:pt x="1572" y="231"/>
                  </a:lnTo>
                  <a:lnTo>
                    <a:pt x="1573" y="312"/>
                  </a:lnTo>
                  <a:lnTo>
                    <a:pt x="1573" y="277"/>
                  </a:lnTo>
                  <a:lnTo>
                    <a:pt x="1573" y="277"/>
                  </a:lnTo>
                  <a:lnTo>
                    <a:pt x="1573" y="287"/>
                  </a:lnTo>
                  <a:lnTo>
                    <a:pt x="1575" y="257"/>
                  </a:lnTo>
                  <a:lnTo>
                    <a:pt x="1575" y="273"/>
                  </a:lnTo>
                  <a:lnTo>
                    <a:pt x="1575" y="273"/>
                  </a:lnTo>
                  <a:lnTo>
                    <a:pt x="1575" y="211"/>
                  </a:lnTo>
                  <a:lnTo>
                    <a:pt x="1575" y="349"/>
                  </a:lnTo>
                  <a:lnTo>
                    <a:pt x="1577" y="259"/>
                  </a:lnTo>
                  <a:lnTo>
                    <a:pt x="1577" y="259"/>
                  </a:lnTo>
                  <a:lnTo>
                    <a:pt x="1577" y="244"/>
                  </a:lnTo>
                  <a:lnTo>
                    <a:pt x="1578" y="277"/>
                  </a:lnTo>
                  <a:lnTo>
                    <a:pt x="1579" y="260"/>
                  </a:lnTo>
                  <a:lnTo>
                    <a:pt x="1579" y="260"/>
                  </a:lnTo>
                  <a:lnTo>
                    <a:pt x="1579" y="246"/>
                  </a:lnTo>
                  <a:lnTo>
                    <a:pt x="1580" y="309"/>
                  </a:lnTo>
                  <a:lnTo>
                    <a:pt x="1581" y="271"/>
                  </a:lnTo>
                  <a:lnTo>
                    <a:pt x="1581" y="271"/>
                  </a:lnTo>
                  <a:lnTo>
                    <a:pt x="1583" y="187"/>
                  </a:lnTo>
                  <a:lnTo>
                    <a:pt x="1583" y="309"/>
                  </a:lnTo>
                  <a:lnTo>
                    <a:pt x="1583" y="286"/>
                  </a:lnTo>
                  <a:lnTo>
                    <a:pt x="1583" y="286"/>
                  </a:lnTo>
                  <a:lnTo>
                    <a:pt x="1584" y="313"/>
                  </a:lnTo>
                  <a:lnTo>
                    <a:pt x="1584" y="254"/>
                  </a:lnTo>
                  <a:lnTo>
                    <a:pt x="1585" y="286"/>
                  </a:lnTo>
                  <a:lnTo>
                    <a:pt x="1585" y="286"/>
                  </a:lnTo>
                  <a:lnTo>
                    <a:pt x="1585" y="294"/>
                  </a:lnTo>
                  <a:lnTo>
                    <a:pt x="1586" y="234"/>
                  </a:lnTo>
                  <a:lnTo>
                    <a:pt x="1587" y="258"/>
                  </a:lnTo>
                  <a:lnTo>
                    <a:pt x="1587" y="258"/>
                  </a:lnTo>
                  <a:lnTo>
                    <a:pt x="1587" y="272"/>
                  </a:lnTo>
                  <a:lnTo>
                    <a:pt x="1587" y="236"/>
                  </a:lnTo>
                  <a:lnTo>
                    <a:pt x="1589" y="259"/>
                  </a:lnTo>
                  <a:lnTo>
                    <a:pt x="1589" y="259"/>
                  </a:lnTo>
                  <a:lnTo>
                    <a:pt x="1590" y="292"/>
                  </a:lnTo>
                  <a:lnTo>
                    <a:pt x="1591" y="240"/>
                  </a:lnTo>
                  <a:lnTo>
                    <a:pt x="1591" y="269"/>
                  </a:lnTo>
                  <a:lnTo>
                    <a:pt x="1591" y="269"/>
                  </a:lnTo>
                  <a:lnTo>
                    <a:pt x="1591" y="238"/>
                  </a:lnTo>
                  <a:lnTo>
                    <a:pt x="1592" y="332"/>
                  </a:lnTo>
                  <a:lnTo>
                    <a:pt x="1593" y="256"/>
                  </a:lnTo>
                  <a:lnTo>
                    <a:pt x="1593" y="256"/>
                  </a:lnTo>
                  <a:lnTo>
                    <a:pt x="1594" y="295"/>
                  </a:lnTo>
                  <a:lnTo>
                    <a:pt x="1595" y="235"/>
                  </a:lnTo>
                  <a:lnTo>
                    <a:pt x="1595" y="236"/>
                  </a:lnTo>
                  <a:lnTo>
                    <a:pt x="1595" y="236"/>
                  </a:lnTo>
                  <a:lnTo>
                    <a:pt x="1596" y="291"/>
                  </a:lnTo>
                  <a:lnTo>
                    <a:pt x="1597" y="230"/>
                  </a:lnTo>
                  <a:lnTo>
                    <a:pt x="1597" y="261"/>
                  </a:lnTo>
                  <a:lnTo>
                    <a:pt x="1597" y="261"/>
                  </a:lnTo>
                  <a:lnTo>
                    <a:pt x="1597" y="312"/>
                  </a:lnTo>
                  <a:lnTo>
                    <a:pt x="1598" y="188"/>
                  </a:lnTo>
                  <a:lnTo>
                    <a:pt x="1599" y="260"/>
                  </a:lnTo>
                  <a:lnTo>
                    <a:pt x="1599" y="260"/>
                  </a:lnTo>
                  <a:lnTo>
                    <a:pt x="1600" y="299"/>
                  </a:lnTo>
                  <a:lnTo>
                    <a:pt x="1600" y="173"/>
                  </a:lnTo>
                  <a:lnTo>
                    <a:pt x="1601" y="271"/>
                  </a:lnTo>
                  <a:lnTo>
                    <a:pt x="1601" y="271"/>
                  </a:lnTo>
                  <a:lnTo>
                    <a:pt x="1601" y="229"/>
                  </a:lnTo>
                  <a:lnTo>
                    <a:pt x="1602" y="303"/>
                  </a:lnTo>
                  <a:lnTo>
                    <a:pt x="1603" y="286"/>
                  </a:lnTo>
                  <a:lnTo>
                    <a:pt x="1603" y="286"/>
                  </a:lnTo>
                  <a:lnTo>
                    <a:pt x="1604" y="217"/>
                  </a:lnTo>
                  <a:lnTo>
                    <a:pt x="1604" y="301"/>
                  </a:lnTo>
                  <a:lnTo>
                    <a:pt x="1605" y="273"/>
                  </a:lnTo>
                  <a:lnTo>
                    <a:pt x="1605" y="273"/>
                  </a:lnTo>
                  <a:lnTo>
                    <a:pt x="1606" y="197"/>
                  </a:lnTo>
                  <a:lnTo>
                    <a:pt x="1606" y="287"/>
                  </a:lnTo>
                  <a:lnTo>
                    <a:pt x="1607" y="259"/>
                  </a:lnTo>
                  <a:lnTo>
                    <a:pt x="1607" y="259"/>
                  </a:lnTo>
                  <a:lnTo>
                    <a:pt x="1608" y="294"/>
                  </a:lnTo>
                  <a:lnTo>
                    <a:pt x="1609" y="248"/>
                  </a:lnTo>
                  <a:lnTo>
                    <a:pt x="1609" y="275"/>
                  </a:lnTo>
                  <a:lnTo>
                    <a:pt x="1609" y="275"/>
                  </a:lnTo>
                  <a:lnTo>
                    <a:pt x="1610" y="203"/>
                  </a:lnTo>
                  <a:lnTo>
                    <a:pt x="1610" y="323"/>
                  </a:lnTo>
                  <a:lnTo>
                    <a:pt x="1611" y="268"/>
                  </a:lnTo>
                  <a:lnTo>
                    <a:pt x="1611" y="268"/>
                  </a:lnTo>
                  <a:lnTo>
                    <a:pt x="1613" y="297"/>
                  </a:lnTo>
                  <a:lnTo>
                    <a:pt x="1613" y="249"/>
                  </a:lnTo>
                  <a:lnTo>
                    <a:pt x="1613" y="260"/>
                  </a:lnTo>
                  <a:lnTo>
                    <a:pt x="1613" y="260"/>
                  </a:lnTo>
                  <a:lnTo>
                    <a:pt x="1613" y="215"/>
                  </a:lnTo>
                  <a:lnTo>
                    <a:pt x="1615" y="379"/>
                  </a:lnTo>
                  <a:lnTo>
                    <a:pt x="1615" y="320"/>
                  </a:lnTo>
                  <a:lnTo>
                    <a:pt x="1615" y="320"/>
                  </a:lnTo>
                  <a:lnTo>
                    <a:pt x="1615" y="321"/>
                  </a:lnTo>
                  <a:lnTo>
                    <a:pt x="1615" y="234"/>
                  </a:lnTo>
                  <a:lnTo>
                    <a:pt x="1617" y="254"/>
                  </a:lnTo>
                  <a:lnTo>
                    <a:pt x="1617" y="254"/>
                  </a:lnTo>
                  <a:lnTo>
                    <a:pt x="1618" y="229"/>
                  </a:lnTo>
                  <a:lnTo>
                    <a:pt x="1619" y="278"/>
                  </a:lnTo>
                  <a:lnTo>
                    <a:pt x="1619" y="258"/>
                  </a:lnTo>
                  <a:lnTo>
                    <a:pt x="1619" y="258"/>
                  </a:lnTo>
                  <a:lnTo>
                    <a:pt x="1619" y="250"/>
                  </a:lnTo>
                  <a:lnTo>
                    <a:pt x="1620" y="286"/>
                  </a:lnTo>
                  <a:lnTo>
                    <a:pt x="1621" y="266"/>
                  </a:lnTo>
                  <a:lnTo>
                    <a:pt x="1621" y="266"/>
                  </a:lnTo>
                  <a:lnTo>
                    <a:pt x="1622" y="285"/>
                  </a:lnTo>
                  <a:lnTo>
                    <a:pt x="1623" y="226"/>
                  </a:lnTo>
                  <a:lnTo>
                    <a:pt x="1623" y="226"/>
                  </a:lnTo>
                  <a:lnTo>
                    <a:pt x="1623" y="226"/>
                  </a:lnTo>
                  <a:lnTo>
                    <a:pt x="1623" y="226"/>
                  </a:lnTo>
                  <a:lnTo>
                    <a:pt x="1623" y="315"/>
                  </a:lnTo>
                  <a:lnTo>
                    <a:pt x="1625" y="244"/>
                  </a:lnTo>
                  <a:lnTo>
                    <a:pt x="1625" y="244"/>
                  </a:lnTo>
                  <a:lnTo>
                    <a:pt x="1626" y="337"/>
                  </a:lnTo>
                  <a:lnTo>
                    <a:pt x="1627" y="280"/>
                  </a:lnTo>
                  <a:lnTo>
                    <a:pt x="1627" y="280"/>
                  </a:lnTo>
                  <a:lnTo>
                    <a:pt x="1627" y="284"/>
                  </a:lnTo>
                  <a:lnTo>
                    <a:pt x="1628" y="220"/>
                  </a:lnTo>
                  <a:lnTo>
                    <a:pt x="1629" y="259"/>
                  </a:lnTo>
                  <a:lnTo>
                    <a:pt x="1629" y="259"/>
                  </a:lnTo>
                  <a:lnTo>
                    <a:pt x="1630" y="217"/>
                  </a:lnTo>
                  <a:lnTo>
                    <a:pt x="1631" y="275"/>
                  </a:lnTo>
                  <a:lnTo>
                    <a:pt x="1631" y="265"/>
                  </a:lnTo>
                  <a:lnTo>
                    <a:pt x="1631" y="265"/>
                  </a:lnTo>
                  <a:lnTo>
                    <a:pt x="1631" y="249"/>
                  </a:lnTo>
                  <a:lnTo>
                    <a:pt x="1631" y="307"/>
                  </a:lnTo>
                  <a:lnTo>
                    <a:pt x="1633" y="258"/>
                  </a:lnTo>
                  <a:lnTo>
                    <a:pt x="1633" y="258"/>
                  </a:lnTo>
                  <a:lnTo>
                    <a:pt x="1635" y="284"/>
                  </a:lnTo>
                  <a:lnTo>
                    <a:pt x="1635" y="223"/>
                  </a:lnTo>
                  <a:lnTo>
                    <a:pt x="1635" y="224"/>
                  </a:lnTo>
                  <a:lnTo>
                    <a:pt x="1635" y="224"/>
                  </a:lnTo>
                  <a:lnTo>
                    <a:pt x="1636" y="285"/>
                  </a:lnTo>
                  <a:lnTo>
                    <a:pt x="1637" y="245"/>
                  </a:lnTo>
                  <a:lnTo>
                    <a:pt x="1637" y="245"/>
                  </a:lnTo>
                  <a:lnTo>
                    <a:pt x="1638" y="218"/>
                  </a:lnTo>
                  <a:lnTo>
                    <a:pt x="1639" y="370"/>
                  </a:lnTo>
                  <a:lnTo>
                    <a:pt x="1639" y="226"/>
                  </a:lnTo>
                  <a:lnTo>
                    <a:pt x="1639" y="226"/>
                  </a:lnTo>
                  <a:lnTo>
                    <a:pt x="1640" y="343"/>
                  </a:lnTo>
                  <a:lnTo>
                    <a:pt x="1640" y="213"/>
                  </a:lnTo>
                  <a:lnTo>
                    <a:pt x="1641" y="265"/>
                  </a:lnTo>
                  <a:lnTo>
                    <a:pt x="1641" y="265"/>
                  </a:lnTo>
                  <a:lnTo>
                    <a:pt x="1642" y="160"/>
                  </a:lnTo>
                  <a:lnTo>
                    <a:pt x="1642" y="414"/>
                  </a:lnTo>
                  <a:lnTo>
                    <a:pt x="1643" y="281"/>
                  </a:lnTo>
                  <a:lnTo>
                    <a:pt x="1643" y="281"/>
                  </a:lnTo>
                  <a:lnTo>
                    <a:pt x="1643" y="303"/>
                  </a:lnTo>
                  <a:lnTo>
                    <a:pt x="1645" y="220"/>
                  </a:lnTo>
                  <a:lnTo>
                    <a:pt x="1645" y="235"/>
                  </a:lnTo>
                  <a:lnTo>
                    <a:pt x="1645" y="235"/>
                  </a:lnTo>
                  <a:lnTo>
                    <a:pt x="1646" y="217"/>
                  </a:lnTo>
                  <a:lnTo>
                    <a:pt x="1646" y="292"/>
                  </a:lnTo>
                  <a:lnTo>
                    <a:pt x="1647" y="261"/>
                  </a:lnTo>
                  <a:lnTo>
                    <a:pt x="1647" y="261"/>
                  </a:lnTo>
                  <a:lnTo>
                    <a:pt x="1648" y="294"/>
                  </a:lnTo>
                  <a:lnTo>
                    <a:pt x="1649" y="224"/>
                  </a:lnTo>
                  <a:lnTo>
                    <a:pt x="1649" y="258"/>
                  </a:lnTo>
                  <a:lnTo>
                    <a:pt x="1649" y="258"/>
                  </a:lnTo>
                  <a:lnTo>
                    <a:pt x="1651" y="360"/>
                  </a:lnTo>
                  <a:lnTo>
                    <a:pt x="1651" y="201"/>
                  </a:lnTo>
                  <a:lnTo>
                    <a:pt x="1651" y="221"/>
                  </a:lnTo>
                  <a:lnTo>
                    <a:pt x="1651" y="222"/>
                  </a:lnTo>
                  <a:lnTo>
                    <a:pt x="1651" y="325"/>
                  </a:lnTo>
                  <a:lnTo>
                    <a:pt x="1652" y="202"/>
                  </a:lnTo>
                  <a:lnTo>
                    <a:pt x="1653" y="260"/>
                  </a:lnTo>
                  <a:lnTo>
                    <a:pt x="1653" y="260"/>
                  </a:lnTo>
                  <a:lnTo>
                    <a:pt x="1653" y="235"/>
                  </a:lnTo>
                  <a:lnTo>
                    <a:pt x="1654" y="300"/>
                  </a:lnTo>
                  <a:lnTo>
                    <a:pt x="1655" y="269"/>
                  </a:lnTo>
                  <a:lnTo>
                    <a:pt x="1655" y="269"/>
                  </a:lnTo>
                  <a:lnTo>
                    <a:pt x="1656" y="297"/>
                  </a:lnTo>
                  <a:lnTo>
                    <a:pt x="1657" y="221"/>
                  </a:lnTo>
                  <a:lnTo>
                    <a:pt x="1657" y="242"/>
                  </a:lnTo>
                  <a:lnTo>
                    <a:pt x="1657" y="242"/>
                  </a:lnTo>
                  <a:lnTo>
                    <a:pt x="1658" y="280"/>
                  </a:lnTo>
                  <a:lnTo>
                    <a:pt x="1658" y="228"/>
                  </a:lnTo>
                  <a:lnTo>
                    <a:pt x="1659" y="250"/>
                  </a:lnTo>
                  <a:lnTo>
                    <a:pt x="1659" y="250"/>
                  </a:lnTo>
                  <a:lnTo>
                    <a:pt x="1659" y="248"/>
                  </a:lnTo>
                  <a:lnTo>
                    <a:pt x="1661" y="291"/>
                  </a:lnTo>
                  <a:lnTo>
                    <a:pt x="1661" y="288"/>
                  </a:lnTo>
                  <a:lnTo>
                    <a:pt x="1661" y="288"/>
                  </a:lnTo>
                  <a:lnTo>
                    <a:pt x="1662" y="302"/>
                  </a:lnTo>
                  <a:lnTo>
                    <a:pt x="1662" y="209"/>
                  </a:lnTo>
                  <a:lnTo>
                    <a:pt x="1663" y="256"/>
                  </a:lnTo>
                  <a:lnTo>
                    <a:pt x="1663" y="256"/>
                  </a:lnTo>
                  <a:lnTo>
                    <a:pt x="1664" y="246"/>
                  </a:lnTo>
                  <a:lnTo>
                    <a:pt x="1665" y="317"/>
                  </a:lnTo>
                  <a:lnTo>
                    <a:pt x="1665" y="272"/>
                  </a:lnTo>
                  <a:lnTo>
                    <a:pt x="1665" y="272"/>
                  </a:lnTo>
                  <a:lnTo>
                    <a:pt x="1665" y="294"/>
                  </a:lnTo>
                  <a:lnTo>
                    <a:pt x="1667" y="248"/>
                  </a:lnTo>
                  <a:lnTo>
                    <a:pt x="1667" y="259"/>
                  </a:lnTo>
                  <a:lnTo>
                    <a:pt x="1667" y="259"/>
                  </a:lnTo>
                  <a:lnTo>
                    <a:pt x="1668" y="282"/>
                  </a:lnTo>
                  <a:lnTo>
                    <a:pt x="1668" y="229"/>
                  </a:lnTo>
                  <a:lnTo>
                    <a:pt x="1669" y="264"/>
                  </a:lnTo>
                  <a:lnTo>
                    <a:pt x="1669" y="264"/>
                  </a:lnTo>
                  <a:lnTo>
                    <a:pt x="1669" y="298"/>
                  </a:lnTo>
                  <a:lnTo>
                    <a:pt x="1670" y="250"/>
                  </a:lnTo>
                  <a:lnTo>
                    <a:pt x="1671" y="275"/>
                  </a:lnTo>
                  <a:lnTo>
                    <a:pt x="1671" y="275"/>
                  </a:lnTo>
                  <a:lnTo>
                    <a:pt x="1672" y="224"/>
                  </a:lnTo>
                  <a:lnTo>
                    <a:pt x="1672" y="294"/>
                  </a:lnTo>
                  <a:lnTo>
                    <a:pt x="1673" y="265"/>
                  </a:lnTo>
                  <a:lnTo>
                    <a:pt x="1673" y="265"/>
                  </a:lnTo>
                  <a:lnTo>
                    <a:pt x="1674" y="330"/>
                  </a:lnTo>
                  <a:lnTo>
                    <a:pt x="1674" y="235"/>
                  </a:lnTo>
                  <a:lnTo>
                    <a:pt x="1675" y="269"/>
                  </a:lnTo>
                  <a:lnTo>
                    <a:pt x="1675" y="269"/>
                  </a:lnTo>
                  <a:lnTo>
                    <a:pt x="1677" y="248"/>
                  </a:lnTo>
                  <a:lnTo>
                    <a:pt x="1677" y="290"/>
                  </a:lnTo>
                  <a:lnTo>
                    <a:pt x="1677" y="268"/>
                  </a:lnTo>
                  <a:lnTo>
                    <a:pt x="1677" y="268"/>
                  </a:lnTo>
                  <a:lnTo>
                    <a:pt x="1679" y="295"/>
                  </a:lnTo>
                  <a:lnTo>
                    <a:pt x="1679" y="218"/>
                  </a:lnTo>
                  <a:lnTo>
                    <a:pt x="1679" y="226"/>
                  </a:lnTo>
                  <a:lnTo>
                    <a:pt x="1679" y="226"/>
                  </a:lnTo>
                  <a:lnTo>
                    <a:pt x="1679" y="202"/>
                  </a:lnTo>
                  <a:lnTo>
                    <a:pt x="1681" y="327"/>
                  </a:lnTo>
                  <a:lnTo>
                    <a:pt x="1681" y="270"/>
                  </a:lnTo>
                  <a:lnTo>
                    <a:pt x="1681" y="270"/>
                  </a:lnTo>
                  <a:lnTo>
                    <a:pt x="1681" y="252"/>
                  </a:lnTo>
                  <a:lnTo>
                    <a:pt x="1682" y="288"/>
                  </a:lnTo>
                  <a:lnTo>
                    <a:pt x="1683" y="269"/>
                  </a:lnTo>
                  <a:lnTo>
                    <a:pt x="1683" y="269"/>
                  </a:lnTo>
                  <a:lnTo>
                    <a:pt x="1684" y="220"/>
                  </a:lnTo>
                  <a:lnTo>
                    <a:pt x="1685" y="294"/>
                  </a:lnTo>
                  <a:lnTo>
                    <a:pt x="1685" y="284"/>
                  </a:lnTo>
                  <a:lnTo>
                    <a:pt x="1685" y="284"/>
                  </a:lnTo>
                  <a:lnTo>
                    <a:pt x="1686" y="317"/>
                  </a:lnTo>
                  <a:lnTo>
                    <a:pt x="1687" y="246"/>
                  </a:lnTo>
                  <a:lnTo>
                    <a:pt x="1687" y="266"/>
                  </a:lnTo>
                  <a:lnTo>
                    <a:pt x="1687" y="266"/>
                  </a:lnTo>
                  <a:lnTo>
                    <a:pt x="1687" y="214"/>
                  </a:lnTo>
                  <a:lnTo>
                    <a:pt x="1689" y="272"/>
                  </a:lnTo>
                  <a:lnTo>
                    <a:pt x="1689" y="263"/>
                  </a:lnTo>
                  <a:lnTo>
                    <a:pt x="1689" y="263"/>
                  </a:lnTo>
                  <a:lnTo>
                    <a:pt x="1690" y="243"/>
                  </a:lnTo>
                  <a:lnTo>
                    <a:pt x="1690" y="336"/>
                  </a:lnTo>
                  <a:lnTo>
                    <a:pt x="1691" y="262"/>
                  </a:lnTo>
                  <a:lnTo>
                    <a:pt x="1691" y="262"/>
                  </a:lnTo>
                  <a:lnTo>
                    <a:pt x="1692" y="247"/>
                  </a:lnTo>
                  <a:lnTo>
                    <a:pt x="1693" y="283"/>
                  </a:lnTo>
                  <a:lnTo>
                    <a:pt x="1693" y="267"/>
                  </a:lnTo>
                  <a:lnTo>
                    <a:pt x="1693" y="267"/>
                  </a:lnTo>
                  <a:lnTo>
                    <a:pt x="1695" y="311"/>
                  </a:lnTo>
                  <a:lnTo>
                    <a:pt x="1695" y="197"/>
                  </a:lnTo>
                  <a:lnTo>
                    <a:pt x="1695" y="205"/>
                  </a:lnTo>
                  <a:lnTo>
                    <a:pt x="1695" y="205"/>
                  </a:lnTo>
                  <a:lnTo>
                    <a:pt x="1696" y="368"/>
                  </a:lnTo>
                  <a:lnTo>
                    <a:pt x="1696" y="147"/>
                  </a:lnTo>
                  <a:lnTo>
                    <a:pt x="1697" y="263"/>
                  </a:lnTo>
                  <a:lnTo>
                    <a:pt x="1697" y="264"/>
                  </a:lnTo>
                  <a:lnTo>
                    <a:pt x="1699" y="308"/>
                  </a:lnTo>
                  <a:lnTo>
                    <a:pt x="1699" y="211"/>
                  </a:lnTo>
                  <a:lnTo>
                    <a:pt x="1699" y="247"/>
                  </a:lnTo>
                  <a:lnTo>
                    <a:pt x="1699" y="247"/>
                  </a:lnTo>
                  <a:lnTo>
                    <a:pt x="1700" y="217"/>
                  </a:lnTo>
                  <a:lnTo>
                    <a:pt x="1701" y="327"/>
                  </a:lnTo>
                  <a:lnTo>
                    <a:pt x="1701" y="262"/>
                  </a:lnTo>
                  <a:lnTo>
                    <a:pt x="1701" y="262"/>
                  </a:lnTo>
                  <a:lnTo>
                    <a:pt x="1701" y="261"/>
                  </a:lnTo>
                  <a:lnTo>
                    <a:pt x="1703" y="298"/>
                  </a:lnTo>
                  <a:lnTo>
                    <a:pt x="1703" y="279"/>
                  </a:lnTo>
                  <a:lnTo>
                    <a:pt x="1703" y="279"/>
                  </a:lnTo>
                  <a:lnTo>
                    <a:pt x="1703" y="294"/>
                  </a:lnTo>
                  <a:lnTo>
                    <a:pt x="1705" y="242"/>
                  </a:lnTo>
                  <a:lnTo>
                    <a:pt x="1705" y="262"/>
                  </a:lnTo>
                  <a:lnTo>
                    <a:pt x="1705" y="262"/>
                  </a:lnTo>
                  <a:lnTo>
                    <a:pt x="1705" y="238"/>
                  </a:lnTo>
                  <a:lnTo>
                    <a:pt x="1707" y="311"/>
                  </a:lnTo>
                  <a:lnTo>
                    <a:pt x="1707" y="301"/>
                  </a:lnTo>
                  <a:lnTo>
                    <a:pt x="1707" y="301"/>
                  </a:lnTo>
                  <a:lnTo>
                    <a:pt x="1707" y="248"/>
                  </a:lnTo>
                  <a:lnTo>
                    <a:pt x="1709" y="266"/>
                  </a:lnTo>
                  <a:lnTo>
                    <a:pt x="1709" y="266"/>
                  </a:lnTo>
                  <a:lnTo>
                    <a:pt x="1710" y="282"/>
                  </a:lnTo>
                  <a:lnTo>
                    <a:pt x="1710" y="240"/>
                  </a:lnTo>
                  <a:lnTo>
                    <a:pt x="1711" y="263"/>
                  </a:lnTo>
                  <a:lnTo>
                    <a:pt x="1711" y="263"/>
                  </a:lnTo>
                  <a:lnTo>
                    <a:pt x="1713" y="168"/>
                  </a:lnTo>
                  <a:lnTo>
                    <a:pt x="1713" y="327"/>
                  </a:lnTo>
                  <a:lnTo>
                    <a:pt x="1713" y="269"/>
                  </a:lnTo>
                  <a:lnTo>
                    <a:pt x="1713" y="269"/>
                  </a:lnTo>
                  <a:lnTo>
                    <a:pt x="1714" y="280"/>
                  </a:lnTo>
                  <a:lnTo>
                    <a:pt x="1715" y="257"/>
                  </a:lnTo>
                  <a:lnTo>
                    <a:pt x="1715" y="272"/>
                  </a:lnTo>
                  <a:lnTo>
                    <a:pt x="1715" y="272"/>
                  </a:lnTo>
                  <a:lnTo>
                    <a:pt x="1716" y="243"/>
                  </a:lnTo>
                  <a:lnTo>
                    <a:pt x="1717" y="279"/>
                  </a:lnTo>
                  <a:lnTo>
                    <a:pt x="1717" y="264"/>
                  </a:lnTo>
                  <a:lnTo>
                    <a:pt x="1717" y="264"/>
                  </a:lnTo>
                  <a:lnTo>
                    <a:pt x="1717" y="295"/>
                  </a:lnTo>
                  <a:lnTo>
                    <a:pt x="1717" y="247"/>
                  </a:lnTo>
                  <a:lnTo>
                    <a:pt x="1719" y="272"/>
                  </a:lnTo>
                  <a:lnTo>
                    <a:pt x="1719" y="273"/>
                  </a:lnTo>
                  <a:lnTo>
                    <a:pt x="1719" y="276"/>
                  </a:lnTo>
                  <a:lnTo>
                    <a:pt x="1720" y="226"/>
                  </a:lnTo>
                  <a:lnTo>
                    <a:pt x="1721" y="270"/>
                  </a:lnTo>
                  <a:lnTo>
                    <a:pt x="1721" y="270"/>
                  </a:lnTo>
                  <a:lnTo>
                    <a:pt x="1721" y="247"/>
                  </a:lnTo>
                  <a:lnTo>
                    <a:pt x="1723" y="281"/>
                  </a:lnTo>
                  <a:lnTo>
                    <a:pt x="1723" y="271"/>
                  </a:lnTo>
                  <a:lnTo>
                    <a:pt x="1723" y="271"/>
                  </a:lnTo>
                  <a:lnTo>
                    <a:pt x="1723" y="292"/>
                  </a:lnTo>
                  <a:lnTo>
                    <a:pt x="1724" y="259"/>
                  </a:lnTo>
                  <a:lnTo>
                    <a:pt x="1725" y="274"/>
                  </a:lnTo>
                  <a:lnTo>
                    <a:pt x="1725" y="274"/>
                  </a:lnTo>
                  <a:lnTo>
                    <a:pt x="1725" y="315"/>
                  </a:lnTo>
                  <a:lnTo>
                    <a:pt x="1726" y="223"/>
                  </a:lnTo>
                  <a:lnTo>
                    <a:pt x="1727" y="261"/>
                  </a:lnTo>
                  <a:lnTo>
                    <a:pt x="1727" y="261"/>
                  </a:lnTo>
                  <a:lnTo>
                    <a:pt x="1728" y="226"/>
                  </a:lnTo>
                  <a:lnTo>
                    <a:pt x="1728" y="324"/>
                  </a:lnTo>
                  <a:lnTo>
                    <a:pt x="1729" y="273"/>
                  </a:lnTo>
                  <a:lnTo>
                    <a:pt x="1729" y="273"/>
                  </a:lnTo>
                  <a:lnTo>
                    <a:pt x="1731" y="235"/>
                  </a:lnTo>
                  <a:lnTo>
                    <a:pt x="1731" y="310"/>
                  </a:lnTo>
                  <a:lnTo>
                    <a:pt x="1731" y="236"/>
                  </a:lnTo>
                  <a:lnTo>
                    <a:pt x="1731" y="236"/>
                  </a:lnTo>
                  <a:lnTo>
                    <a:pt x="1731" y="311"/>
                  </a:lnTo>
                  <a:lnTo>
                    <a:pt x="1732" y="219"/>
                  </a:lnTo>
                  <a:lnTo>
                    <a:pt x="1733" y="221"/>
                  </a:lnTo>
                  <a:lnTo>
                    <a:pt x="1733" y="220"/>
                  </a:lnTo>
                  <a:lnTo>
                    <a:pt x="1733" y="186"/>
                  </a:lnTo>
                  <a:lnTo>
                    <a:pt x="1734" y="310"/>
                  </a:lnTo>
                  <a:lnTo>
                    <a:pt x="1735" y="271"/>
                  </a:lnTo>
                  <a:lnTo>
                    <a:pt x="1735" y="271"/>
                  </a:lnTo>
                  <a:lnTo>
                    <a:pt x="1736" y="167"/>
                  </a:lnTo>
                  <a:lnTo>
                    <a:pt x="1736" y="366"/>
                  </a:lnTo>
                  <a:lnTo>
                    <a:pt x="1737" y="253"/>
                  </a:lnTo>
                  <a:lnTo>
                    <a:pt x="1737" y="253"/>
                  </a:lnTo>
                  <a:lnTo>
                    <a:pt x="1738" y="245"/>
                  </a:lnTo>
                  <a:lnTo>
                    <a:pt x="1738" y="309"/>
                  </a:lnTo>
                  <a:lnTo>
                    <a:pt x="1739" y="283"/>
                  </a:lnTo>
                  <a:lnTo>
                    <a:pt x="1739" y="283"/>
                  </a:lnTo>
                  <a:lnTo>
                    <a:pt x="1740" y="246"/>
                  </a:lnTo>
                  <a:lnTo>
                    <a:pt x="1741" y="291"/>
                  </a:lnTo>
                  <a:lnTo>
                    <a:pt x="1741" y="283"/>
                  </a:lnTo>
                  <a:lnTo>
                    <a:pt x="1741" y="283"/>
                  </a:lnTo>
                  <a:lnTo>
                    <a:pt x="1742" y="375"/>
                  </a:lnTo>
                  <a:lnTo>
                    <a:pt x="1743" y="241"/>
                  </a:lnTo>
                  <a:lnTo>
                    <a:pt x="1743" y="269"/>
                  </a:lnTo>
                  <a:lnTo>
                    <a:pt x="1743" y="269"/>
                  </a:lnTo>
                  <a:lnTo>
                    <a:pt x="1743" y="222"/>
                  </a:lnTo>
                  <a:lnTo>
                    <a:pt x="1745" y="291"/>
                  </a:lnTo>
                  <a:lnTo>
                    <a:pt x="1745" y="266"/>
                  </a:lnTo>
                  <a:lnTo>
                    <a:pt x="1745" y="266"/>
                  </a:lnTo>
                  <a:lnTo>
                    <a:pt x="1745" y="287"/>
                  </a:lnTo>
                  <a:lnTo>
                    <a:pt x="1747" y="254"/>
                  </a:lnTo>
                  <a:lnTo>
                    <a:pt x="1747" y="254"/>
                  </a:lnTo>
                  <a:lnTo>
                    <a:pt x="1749" y="223"/>
                  </a:lnTo>
                  <a:lnTo>
                    <a:pt x="1749" y="282"/>
                  </a:lnTo>
                  <a:lnTo>
                    <a:pt x="1749" y="282"/>
                  </a:lnTo>
                  <a:lnTo>
                    <a:pt x="1749" y="288"/>
                  </a:lnTo>
                  <a:lnTo>
                    <a:pt x="1750" y="250"/>
                  </a:lnTo>
                  <a:lnTo>
                    <a:pt x="1751" y="270"/>
                  </a:lnTo>
                  <a:lnTo>
                    <a:pt x="1751" y="271"/>
                  </a:lnTo>
                  <a:lnTo>
                    <a:pt x="1752" y="285"/>
                  </a:lnTo>
                  <a:lnTo>
                    <a:pt x="1753" y="236"/>
                  </a:lnTo>
                  <a:lnTo>
                    <a:pt x="1753" y="252"/>
                  </a:lnTo>
                  <a:lnTo>
                    <a:pt x="1753" y="252"/>
                  </a:lnTo>
                  <a:lnTo>
                    <a:pt x="1754" y="192"/>
                  </a:lnTo>
                  <a:lnTo>
                    <a:pt x="1754" y="317"/>
                  </a:lnTo>
                  <a:lnTo>
                    <a:pt x="1755" y="281"/>
                  </a:lnTo>
                  <a:lnTo>
                    <a:pt x="1755" y="280"/>
                  </a:lnTo>
                  <a:lnTo>
                    <a:pt x="1756" y="288"/>
                  </a:lnTo>
                  <a:lnTo>
                    <a:pt x="1757" y="244"/>
                  </a:lnTo>
                  <a:lnTo>
                    <a:pt x="1757" y="274"/>
                  </a:lnTo>
                  <a:lnTo>
                    <a:pt x="1757" y="274"/>
                  </a:lnTo>
                  <a:lnTo>
                    <a:pt x="1758" y="249"/>
                  </a:lnTo>
                  <a:lnTo>
                    <a:pt x="1758" y="298"/>
                  </a:lnTo>
                  <a:lnTo>
                    <a:pt x="1759" y="274"/>
                  </a:lnTo>
                  <a:lnTo>
                    <a:pt x="1759" y="274"/>
                  </a:lnTo>
                  <a:lnTo>
                    <a:pt x="1760" y="223"/>
                  </a:lnTo>
                  <a:lnTo>
                    <a:pt x="1760" y="297"/>
                  </a:lnTo>
                  <a:lnTo>
                    <a:pt x="1761" y="258"/>
                  </a:lnTo>
                  <a:lnTo>
                    <a:pt x="1761" y="258"/>
                  </a:lnTo>
                  <a:lnTo>
                    <a:pt x="1763" y="309"/>
                  </a:lnTo>
                  <a:lnTo>
                    <a:pt x="1763" y="218"/>
                  </a:lnTo>
                  <a:lnTo>
                    <a:pt x="1763" y="231"/>
                  </a:lnTo>
                  <a:lnTo>
                    <a:pt x="1763" y="232"/>
                  </a:lnTo>
                  <a:lnTo>
                    <a:pt x="1763" y="291"/>
                  </a:lnTo>
                  <a:lnTo>
                    <a:pt x="1765" y="287"/>
                  </a:lnTo>
                  <a:lnTo>
                    <a:pt x="1765" y="287"/>
                  </a:lnTo>
                  <a:lnTo>
                    <a:pt x="1765" y="296"/>
                  </a:lnTo>
                  <a:lnTo>
                    <a:pt x="1766" y="217"/>
                  </a:lnTo>
                  <a:lnTo>
                    <a:pt x="1767" y="267"/>
                  </a:lnTo>
                  <a:lnTo>
                    <a:pt x="1767" y="267"/>
                  </a:lnTo>
                  <a:lnTo>
                    <a:pt x="1767" y="283"/>
                  </a:lnTo>
                  <a:lnTo>
                    <a:pt x="1768" y="250"/>
                  </a:lnTo>
                  <a:lnTo>
                    <a:pt x="1769" y="259"/>
                  </a:lnTo>
                  <a:lnTo>
                    <a:pt x="1769" y="259"/>
                  </a:lnTo>
                  <a:lnTo>
                    <a:pt x="1770" y="292"/>
                  </a:lnTo>
                  <a:lnTo>
                    <a:pt x="1771" y="211"/>
                  </a:lnTo>
                  <a:lnTo>
                    <a:pt x="1771" y="218"/>
                  </a:lnTo>
                  <a:lnTo>
                    <a:pt x="1771" y="218"/>
                  </a:lnTo>
                  <a:lnTo>
                    <a:pt x="1771" y="200"/>
                  </a:lnTo>
                  <a:lnTo>
                    <a:pt x="1772" y="276"/>
                  </a:lnTo>
                  <a:lnTo>
                    <a:pt x="1773" y="254"/>
                  </a:lnTo>
                  <a:lnTo>
                    <a:pt x="1773" y="253"/>
                  </a:lnTo>
                  <a:lnTo>
                    <a:pt x="1774" y="302"/>
                  </a:lnTo>
                  <a:lnTo>
                    <a:pt x="1774" y="221"/>
                  </a:lnTo>
                  <a:lnTo>
                    <a:pt x="1775" y="274"/>
                  </a:lnTo>
                  <a:lnTo>
                    <a:pt x="1775" y="274"/>
                  </a:lnTo>
                  <a:lnTo>
                    <a:pt x="1776" y="306"/>
                  </a:lnTo>
                  <a:lnTo>
                    <a:pt x="1776" y="207"/>
                  </a:lnTo>
                  <a:lnTo>
                    <a:pt x="1777" y="249"/>
                  </a:lnTo>
                  <a:lnTo>
                    <a:pt x="1777" y="249"/>
                  </a:lnTo>
                  <a:lnTo>
                    <a:pt x="1777" y="240"/>
                  </a:lnTo>
                  <a:lnTo>
                    <a:pt x="1778" y="273"/>
                  </a:lnTo>
                  <a:lnTo>
                    <a:pt x="1779" y="257"/>
                  </a:lnTo>
                  <a:lnTo>
                    <a:pt x="1779" y="257"/>
                  </a:lnTo>
                  <a:lnTo>
                    <a:pt x="1780" y="253"/>
                  </a:lnTo>
                  <a:lnTo>
                    <a:pt x="1781" y="332"/>
                  </a:lnTo>
                  <a:lnTo>
                    <a:pt x="1781" y="332"/>
                  </a:lnTo>
                  <a:lnTo>
                    <a:pt x="1781" y="359"/>
                  </a:lnTo>
                  <a:lnTo>
                    <a:pt x="1782" y="165"/>
                  </a:lnTo>
                  <a:lnTo>
                    <a:pt x="1783" y="267"/>
                  </a:lnTo>
                  <a:lnTo>
                    <a:pt x="1783" y="267"/>
                  </a:lnTo>
                  <a:lnTo>
                    <a:pt x="1784" y="226"/>
                  </a:lnTo>
                  <a:lnTo>
                    <a:pt x="1785" y="314"/>
                  </a:lnTo>
                  <a:lnTo>
                    <a:pt x="1785" y="271"/>
                  </a:lnTo>
                  <a:lnTo>
                    <a:pt x="1785" y="271"/>
                  </a:lnTo>
                  <a:lnTo>
                    <a:pt x="1785" y="254"/>
                  </a:lnTo>
                  <a:lnTo>
                    <a:pt x="1787" y="286"/>
                  </a:lnTo>
                  <a:lnTo>
                    <a:pt x="1787" y="267"/>
                  </a:lnTo>
                  <a:lnTo>
                    <a:pt x="1787" y="267"/>
                  </a:lnTo>
                  <a:lnTo>
                    <a:pt x="1788" y="218"/>
                  </a:lnTo>
                  <a:lnTo>
                    <a:pt x="1789" y="291"/>
                  </a:lnTo>
                  <a:lnTo>
                    <a:pt x="1789" y="289"/>
                  </a:lnTo>
                  <a:lnTo>
                    <a:pt x="1789" y="289"/>
                  </a:lnTo>
                  <a:lnTo>
                    <a:pt x="1790" y="228"/>
                  </a:lnTo>
                  <a:lnTo>
                    <a:pt x="1790" y="309"/>
                  </a:lnTo>
                  <a:lnTo>
                    <a:pt x="1791" y="297"/>
                  </a:lnTo>
                  <a:lnTo>
                    <a:pt x="1791" y="297"/>
                  </a:lnTo>
                  <a:lnTo>
                    <a:pt x="1791" y="329"/>
                  </a:lnTo>
                  <a:lnTo>
                    <a:pt x="1793" y="249"/>
                  </a:lnTo>
                  <a:lnTo>
                    <a:pt x="1793" y="261"/>
                  </a:lnTo>
                  <a:lnTo>
                    <a:pt x="1793" y="261"/>
                  </a:lnTo>
                  <a:lnTo>
                    <a:pt x="1794" y="222"/>
                  </a:lnTo>
                  <a:lnTo>
                    <a:pt x="1795" y="297"/>
                  </a:lnTo>
                  <a:lnTo>
                    <a:pt x="1795" y="294"/>
                  </a:lnTo>
                  <a:lnTo>
                    <a:pt x="1795" y="294"/>
                  </a:lnTo>
                  <a:lnTo>
                    <a:pt x="1796" y="297"/>
                  </a:lnTo>
                  <a:lnTo>
                    <a:pt x="1797" y="262"/>
                  </a:lnTo>
                  <a:lnTo>
                    <a:pt x="1797" y="275"/>
                  </a:lnTo>
                  <a:lnTo>
                    <a:pt x="1797" y="276"/>
                  </a:lnTo>
                  <a:lnTo>
                    <a:pt x="1797" y="263"/>
                  </a:lnTo>
                  <a:lnTo>
                    <a:pt x="1798" y="287"/>
                  </a:lnTo>
                  <a:lnTo>
                    <a:pt x="1799" y="278"/>
                  </a:lnTo>
                  <a:lnTo>
                    <a:pt x="1799" y="278"/>
                  </a:lnTo>
                  <a:lnTo>
                    <a:pt x="1799" y="292"/>
                  </a:lnTo>
                  <a:lnTo>
                    <a:pt x="1800" y="211"/>
                  </a:lnTo>
                  <a:lnTo>
                    <a:pt x="1801" y="265"/>
                  </a:lnTo>
                  <a:lnTo>
                    <a:pt x="1801" y="265"/>
                  </a:lnTo>
                  <a:lnTo>
                    <a:pt x="1802" y="254"/>
                  </a:lnTo>
                  <a:lnTo>
                    <a:pt x="1803" y="288"/>
                  </a:lnTo>
                  <a:lnTo>
                    <a:pt x="1803" y="260"/>
                  </a:lnTo>
                  <a:lnTo>
                    <a:pt x="1803" y="260"/>
                  </a:lnTo>
                  <a:lnTo>
                    <a:pt x="1804" y="318"/>
                  </a:lnTo>
                  <a:lnTo>
                    <a:pt x="1804" y="214"/>
                  </a:lnTo>
                  <a:lnTo>
                    <a:pt x="1805" y="245"/>
                  </a:lnTo>
                  <a:lnTo>
                    <a:pt x="1805" y="245"/>
                  </a:lnTo>
                  <a:lnTo>
                    <a:pt x="1806" y="178"/>
                  </a:lnTo>
                  <a:lnTo>
                    <a:pt x="1806" y="348"/>
                  </a:lnTo>
                  <a:lnTo>
                    <a:pt x="1807" y="270"/>
                  </a:lnTo>
                  <a:lnTo>
                    <a:pt x="1807" y="270"/>
                  </a:lnTo>
                  <a:lnTo>
                    <a:pt x="1808" y="260"/>
                  </a:lnTo>
                  <a:lnTo>
                    <a:pt x="1809" y="283"/>
                  </a:lnTo>
                  <a:lnTo>
                    <a:pt x="1809" y="271"/>
                  </a:lnTo>
                  <a:lnTo>
                    <a:pt x="1809" y="271"/>
                  </a:lnTo>
                  <a:lnTo>
                    <a:pt x="1810" y="288"/>
                  </a:lnTo>
                  <a:lnTo>
                    <a:pt x="1810" y="168"/>
                  </a:lnTo>
                  <a:lnTo>
                    <a:pt x="1811" y="276"/>
                  </a:lnTo>
                  <a:lnTo>
                    <a:pt x="1811" y="276"/>
                  </a:lnTo>
                  <a:lnTo>
                    <a:pt x="1813" y="183"/>
                  </a:lnTo>
                  <a:lnTo>
                    <a:pt x="1813" y="304"/>
                  </a:lnTo>
                  <a:lnTo>
                    <a:pt x="1813" y="283"/>
                  </a:lnTo>
                  <a:lnTo>
                    <a:pt x="1813" y="283"/>
                  </a:lnTo>
                  <a:lnTo>
                    <a:pt x="1814" y="246"/>
                  </a:lnTo>
                  <a:lnTo>
                    <a:pt x="1815" y="302"/>
                  </a:lnTo>
                  <a:lnTo>
                    <a:pt x="1815" y="278"/>
                  </a:lnTo>
                  <a:lnTo>
                    <a:pt x="1815" y="278"/>
                  </a:lnTo>
                  <a:lnTo>
                    <a:pt x="1816" y="247"/>
                  </a:lnTo>
                  <a:lnTo>
                    <a:pt x="1817" y="283"/>
                  </a:lnTo>
                  <a:lnTo>
                    <a:pt x="1817" y="283"/>
                  </a:lnTo>
                  <a:lnTo>
                    <a:pt x="1818" y="245"/>
                  </a:lnTo>
                  <a:lnTo>
                    <a:pt x="1819" y="290"/>
                  </a:lnTo>
                  <a:lnTo>
                    <a:pt x="1819" y="262"/>
                  </a:lnTo>
                  <a:lnTo>
                    <a:pt x="1819" y="262"/>
                  </a:lnTo>
                  <a:lnTo>
                    <a:pt x="1821" y="286"/>
                  </a:lnTo>
                  <a:lnTo>
                    <a:pt x="1821" y="249"/>
                  </a:lnTo>
                  <a:lnTo>
                    <a:pt x="1821" y="251"/>
                  </a:lnTo>
                  <a:lnTo>
                    <a:pt x="1821" y="251"/>
                  </a:lnTo>
                  <a:lnTo>
                    <a:pt x="1821" y="251"/>
                  </a:lnTo>
                  <a:lnTo>
                    <a:pt x="1823" y="292"/>
                  </a:lnTo>
                  <a:lnTo>
                    <a:pt x="1823" y="259"/>
                  </a:lnTo>
                  <a:lnTo>
                    <a:pt x="1823" y="259"/>
                  </a:lnTo>
                  <a:lnTo>
                    <a:pt x="1825" y="247"/>
                  </a:lnTo>
                  <a:lnTo>
                    <a:pt x="1825" y="289"/>
                  </a:lnTo>
                  <a:lnTo>
                    <a:pt x="1825" y="276"/>
                  </a:lnTo>
                  <a:lnTo>
                    <a:pt x="1825" y="276"/>
                  </a:lnTo>
                  <a:lnTo>
                    <a:pt x="1826" y="235"/>
                  </a:lnTo>
                  <a:lnTo>
                    <a:pt x="1826" y="283"/>
                  </a:lnTo>
                  <a:lnTo>
                    <a:pt x="1827" y="256"/>
                  </a:lnTo>
                  <a:lnTo>
                    <a:pt x="1827" y="256"/>
                  </a:lnTo>
                  <a:lnTo>
                    <a:pt x="1827" y="228"/>
                  </a:lnTo>
                  <a:lnTo>
                    <a:pt x="1828" y="341"/>
                  </a:lnTo>
                  <a:lnTo>
                    <a:pt x="1829" y="271"/>
                  </a:lnTo>
                  <a:lnTo>
                    <a:pt x="1829" y="271"/>
                  </a:lnTo>
                  <a:lnTo>
                    <a:pt x="1830" y="236"/>
                  </a:lnTo>
                  <a:lnTo>
                    <a:pt x="1830" y="314"/>
                  </a:lnTo>
                  <a:lnTo>
                    <a:pt x="1831" y="252"/>
                  </a:lnTo>
                  <a:lnTo>
                    <a:pt x="1831" y="252"/>
                  </a:lnTo>
                  <a:lnTo>
                    <a:pt x="1833" y="287"/>
                  </a:lnTo>
                  <a:lnTo>
                    <a:pt x="1833" y="273"/>
                  </a:lnTo>
                  <a:lnTo>
                    <a:pt x="1833" y="273"/>
                  </a:lnTo>
                  <a:lnTo>
                    <a:pt x="1834" y="228"/>
                  </a:lnTo>
                  <a:lnTo>
                    <a:pt x="1835" y="282"/>
                  </a:lnTo>
                  <a:lnTo>
                    <a:pt x="1835" y="268"/>
                  </a:lnTo>
                  <a:lnTo>
                    <a:pt x="1835" y="268"/>
                  </a:lnTo>
                  <a:lnTo>
                    <a:pt x="1837" y="252"/>
                  </a:lnTo>
                  <a:lnTo>
                    <a:pt x="1837" y="307"/>
                  </a:lnTo>
                  <a:lnTo>
                    <a:pt x="1837" y="273"/>
                  </a:lnTo>
                  <a:lnTo>
                    <a:pt x="1837" y="273"/>
                  </a:lnTo>
                  <a:lnTo>
                    <a:pt x="1838" y="258"/>
                  </a:lnTo>
                  <a:lnTo>
                    <a:pt x="1838" y="314"/>
                  </a:lnTo>
                  <a:lnTo>
                    <a:pt x="1839" y="279"/>
                  </a:lnTo>
                  <a:lnTo>
                    <a:pt x="1839" y="279"/>
                  </a:lnTo>
                  <a:lnTo>
                    <a:pt x="1840" y="285"/>
                  </a:lnTo>
                  <a:lnTo>
                    <a:pt x="1841" y="248"/>
                  </a:lnTo>
                  <a:lnTo>
                    <a:pt x="1841" y="250"/>
                  </a:lnTo>
                  <a:lnTo>
                    <a:pt x="1841" y="250"/>
                  </a:lnTo>
                  <a:lnTo>
                    <a:pt x="1842" y="229"/>
                  </a:lnTo>
                  <a:lnTo>
                    <a:pt x="1843" y="272"/>
                  </a:lnTo>
                  <a:lnTo>
                    <a:pt x="1843" y="255"/>
                  </a:lnTo>
                  <a:lnTo>
                    <a:pt x="1843" y="255"/>
                  </a:lnTo>
                  <a:lnTo>
                    <a:pt x="1844" y="298"/>
                  </a:lnTo>
                  <a:lnTo>
                    <a:pt x="1845" y="215"/>
                  </a:lnTo>
                  <a:lnTo>
                    <a:pt x="1845" y="237"/>
                  </a:lnTo>
                  <a:lnTo>
                    <a:pt x="1845" y="238"/>
                  </a:lnTo>
                  <a:lnTo>
                    <a:pt x="1846" y="233"/>
                  </a:lnTo>
                  <a:lnTo>
                    <a:pt x="1846" y="291"/>
                  </a:lnTo>
                  <a:lnTo>
                    <a:pt x="1847" y="274"/>
                  </a:lnTo>
                  <a:lnTo>
                    <a:pt x="1847" y="274"/>
                  </a:lnTo>
                  <a:lnTo>
                    <a:pt x="1849" y="256"/>
                  </a:lnTo>
                  <a:lnTo>
                    <a:pt x="1849" y="311"/>
                  </a:lnTo>
                  <a:lnTo>
                    <a:pt x="1849" y="308"/>
                  </a:lnTo>
                  <a:lnTo>
                    <a:pt x="1849" y="308"/>
                  </a:lnTo>
                  <a:lnTo>
                    <a:pt x="1851" y="256"/>
                  </a:lnTo>
                  <a:lnTo>
                    <a:pt x="1851" y="282"/>
                  </a:lnTo>
                  <a:lnTo>
                    <a:pt x="1851" y="282"/>
                  </a:lnTo>
                  <a:lnTo>
                    <a:pt x="1852" y="298"/>
                  </a:lnTo>
                  <a:lnTo>
                    <a:pt x="1852" y="215"/>
                  </a:lnTo>
                  <a:lnTo>
                    <a:pt x="1853" y="268"/>
                  </a:lnTo>
                  <a:lnTo>
                    <a:pt x="1853" y="268"/>
                  </a:lnTo>
                  <a:lnTo>
                    <a:pt x="1855" y="207"/>
                  </a:lnTo>
                  <a:lnTo>
                    <a:pt x="1855" y="285"/>
                  </a:lnTo>
                  <a:lnTo>
                    <a:pt x="1855" y="253"/>
                  </a:lnTo>
                  <a:lnTo>
                    <a:pt x="1855" y="253"/>
                  </a:lnTo>
                  <a:lnTo>
                    <a:pt x="1856" y="247"/>
                  </a:lnTo>
                  <a:lnTo>
                    <a:pt x="1856" y="273"/>
                  </a:lnTo>
                  <a:lnTo>
                    <a:pt x="1857" y="253"/>
                  </a:lnTo>
                  <a:lnTo>
                    <a:pt x="1857" y="253"/>
                  </a:lnTo>
                  <a:lnTo>
                    <a:pt x="1858" y="242"/>
                  </a:lnTo>
                  <a:lnTo>
                    <a:pt x="1858" y="291"/>
                  </a:lnTo>
                  <a:lnTo>
                    <a:pt x="1859" y="282"/>
                  </a:lnTo>
                  <a:lnTo>
                    <a:pt x="1859" y="282"/>
                  </a:lnTo>
                  <a:lnTo>
                    <a:pt x="1859" y="255"/>
                  </a:lnTo>
                  <a:lnTo>
                    <a:pt x="1860" y="288"/>
                  </a:lnTo>
                  <a:lnTo>
                    <a:pt x="1861" y="268"/>
                  </a:lnTo>
                  <a:lnTo>
                    <a:pt x="1861" y="268"/>
                  </a:lnTo>
                  <a:lnTo>
                    <a:pt x="1863" y="284"/>
                  </a:lnTo>
                  <a:lnTo>
                    <a:pt x="1863" y="250"/>
                  </a:lnTo>
                  <a:lnTo>
                    <a:pt x="1863" y="251"/>
                  </a:lnTo>
                  <a:lnTo>
                    <a:pt x="1863" y="251"/>
                  </a:lnTo>
                  <a:lnTo>
                    <a:pt x="1864" y="218"/>
                  </a:lnTo>
                  <a:lnTo>
                    <a:pt x="1864" y="304"/>
                  </a:lnTo>
                  <a:lnTo>
                    <a:pt x="1865" y="263"/>
                  </a:lnTo>
                  <a:lnTo>
                    <a:pt x="1865" y="263"/>
                  </a:lnTo>
                  <a:lnTo>
                    <a:pt x="1866" y="297"/>
                  </a:lnTo>
                  <a:lnTo>
                    <a:pt x="1866" y="231"/>
                  </a:lnTo>
                  <a:lnTo>
                    <a:pt x="1867" y="261"/>
                  </a:lnTo>
                  <a:lnTo>
                    <a:pt x="1867" y="261"/>
                  </a:lnTo>
                  <a:lnTo>
                    <a:pt x="1868" y="294"/>
                  </a:lnTo>
                  <a:lnTo>
                    <a:pt x="1868" y="250"/>
                  </a:lnTo>
                  <a:lnTo>
                    <a:pt x="1869" y="286"/>
                  </a:lnTo>
                  <a:lnTo>
                    <a:pt x="1869" y="286"/>
                  </a:lnTo>
                  <a:lnTo>
                    <a:pt x="1870" y="297"/>
                  </a:lnTo>
                  <a:lnTo>
                    <a:pt x="1871" y="259"/>
                  </a:lnTo>
                  <a:lnTo>
                    <a:pt x="1871" y="271"/>
                  </a:lnTo>
                  <a:lnTo>
                    <a:pt x="1871" y="271"/>
                  </a:lnTo>
                  <a:lnTo>
                    <a:pt x="1873" y="288"/>
                  </a:lnTo>
                  <a:lnTo>
                    <a:pt x="1873" y="250"/>
                  </a:lnTo>
                  <a:lnTo>
                    <a:pt x="1873" y="269"/>
                  </a:lnTo>
                  <a:lnTo>
                    <a:pt x="1873" y="269"/>
                  </a:lnTo>
                  <a:lnTo>
                    <a:pt x="1874" y="273"/>
                  </a:lnTo>
                  <a:lnTo>
                    <a:pt x="1874" y="232"/>
                  </a:lnTo>
                  <a:lnTo>
                    <a:pt x="1875" y="259"/>
                  </a:lnTo>
                  <a:lnTo>
                    <a:pt x="1875" y="259"/>
                  </a:lnTo>
                  <a:lnTo>
                    <a:pt x="1876" y="290"/>
                  </a:lnTo>
                  <a:lnTo>
                    <a:pt x="1876" y="220"/>
                  </a:lnTo>
                  <a:lnTo>
                    <a:pt x="1877" y="276"/>
                  </a:lnTo>
                  <a:lnTo>
                    <a:pt x="1877" y="276"/>
                  </a:lnTo>
                  <a:lnTo>
                    <a:pt x="1879" y="202"/>
                  </a:lnTo>
                  <a:lnTo>
                    <a:pt x="1879" y="342"/>
                  </a:lnTo>
                  <a:lnTo>
                    <a:pt x="1879" y="270"/>
                  </a:lnTo>
                  <a:lnTo>
                    <a:pt x="1879" y="270"/>
                  </a:lnTo>
                  <a:lnTo>
                    <a:pt x="1880" y="284"/>
                  </a:lnTo>
                  <a:lnTo>
                    <a:pt x="1880" y="258"/>
                  </a:lnTo>
                  <a:lnTo>
                    <a:pt x="1881" y="281"/>
                  </a:lnTo>
                  <a:lnTo>
                    <a:pt x="1881" y="281"/>
                  </a:lnTo>
                  <a:lnTo>
                    <a:pt x="1882" y="287"/>
                  </a:lnTo>
                  <a:lnTo>
                    <a:pt x="1882" y="250"/>
                  </a:lnTo>
                  <a:lnTo>
                    <a:pt x="1883" y="261"/>
                  </a:lnTo>
                  <a:lnTo>
                    <a:pt x="1883" y="261"/>
                  </a:lnTo>
                  <a:lnTo>
                    <a:pt x="1884" y="215"/>
                  </a:lnTo>
                  <a:lnTo>
                    <a:pt x="1885" y="281"/>
                  </a:lnTo>
                  <a:lnTo>
                    <a:pt x="1885" y="263"/>
                  </a:lnTo>
                  <a:lnTo>
                    <a:pt x="1885" y="263"/>
                  </a:lnTo>
                  <a:lnTo>
                    <a:pt x="1886" y="300"/>
                  </a:lnTo>
                  <a:lnTo>
                    <a:pt x="1886" y="192"/>
                  </a:lnTo>
                  <a:lnTo>
                    <a:pt x="1887" y="252"/>
                  </a:lnTo>
                  <a:lnTo>
                    <a:pt x="1887" y="251"/>
                  </a:lnTo>
                  <a:lnTo>
                    <a:pt x="1889" y="232"/>
                  </a:lnTo>
                  <a:lnTo>
                    <a:pt x="1889" y="290"/>
                  </a:lnTo>
                  <a:lnTo>
                    <a:pt x="1889" y="286"/>
                  </a:lnTo>
                  <a:lnTo>
                    <a:pt x="1889" y="286"/>
                  </a:lnTo>
                  <a:lnTo>
                    <a:pt x="1889" y="286"/>
                  </a:lnTo>
                  <a:lnTo>
                    <a:pt x="1891" y="249"/>
                  </a:lnTo>
                  <a:lnTo>
                    <a:pt x="1891" y="277"/>
                  </a:lnTo>
                  <a:lnTo>
                    <a:pt x="1891" y="277"/>
                  </a:lnTo>
                  <a:lnTo>
                    <a:pt x="1891" y="282"/>
                  </a:lnTo>
                  <a:lnTo>
                    <a:pt x="1893" y="239"/>
                  </a:lnTo>
                  <a:lnTo>
                    <a:pt x="1893" y="260"/>
                  </a:lnTo>
                  <a:lnTo>
                    <a:pt x="1893" y="260"/>
                  </a:lnTo>
                  <a:lnTo>
                    <a:pt x="1895" y="221"/>
                  </a:lnTo>
                  <a:lnTo>
                    <a:pt x="1895" y="284"/>
                  </a:lnTo>
                  <a:lnTo>
                    <a:pt x="1895" y="261"/>
                  </a:lnTo>
                  <a:lnTo>
                    <a:pt x="1895" y="261"/>
                  </a:lnTo>
                  <a:lnTo>
                    <a:pt x="1897" y="232"/>
                  </a:lnTo>
                  <a:lnTo>
                    <a:pt x="1897" y="287"/>
                  </a:lnTo>
                  <a:lnTo>
                    <a:pt x="1897" y="285"/>
                  </a:lnTo>
                  <a:lnTo>
                    <a:pt x="1897" y="285"/>
                  </a:lnTo>
                  <a:lnTo>
                    <a:pt x="1898" y="248"/>
                  </a:lnTo>
                  <a:lnTo>
                    <a:pt x="1898" y="287"/>
                  </a:lnTo>
                  <a:lnTo>
                    <a:pt x="1899" y="259"/>
                  </a:lnTo>
                  <a:lnTo>
                    <a:pt x="1899" y="258"/>
                  </a:lnTo>
                  <a:lnTo>
                    <a:pt x="1900" y="242"/>
                  </a:lnTo>
                  <a:lnTo>
                    <a:pt x="1900" y="303"/>
                  </a:lnTo>
                  <a:lnTo>
                    <a:pt x="1901" y="262"/>
                  </a:lnTo>
                  <a:lnTo>
                    <a:pt x="1901" y="262"/>
                  </a:lnTo>
                  <a:lnTo>
                    <a:pt x="1902" y="283"/>
                  </a:lnTo>
                  <a:lnTo>
                    <a:pt x="1903" y="251"/>
                  </a:lnTo>
                  <a:lnTo>
                    <a:pt x="1903" y="276"/>
                  </a:lnTo>
                  <a:lnTo>
                    <a:pt x="1903" y="276"/>
                  </a:lnTo>
                  <a:lnTo>
                    <a:pt x="1904" y="245"/>
                  </a:lnTo>
                  <a:lnTo>
                    <a:pt x="1905" y="292"/>
                  </a:lnTo>
                  <a:lnTo>
                    <a:pt x="1905" y="257"/>
                  </a:lnTo>
                  <a:lnTo>
                    <a:pt x="1905" y="257"/>
                  </a:lnTo>
                  <a:lnTo>
                    <a:pt x="1907" y="236"/>
                  </a:lnTo>
                  <a:lnTo>
                    <a:pt x="1907" y="299"/>
                  </a:lnTo>
                  <a:lnTo>
                    <a:pt x="1908" y="273"/>
                  </a:lnTo>
                  <a:lnTo>
                    <a:pt x="1908" y="273"/>
                  </a:lnTo>
                  <a:lnTo>
                    <a:pt x="1908" y="245"/>
                  </a:lnTo>
                  <a:lnTo>
                    <a:pt x="1909" y="308"/>
                  </a:lnTo>
                  <a:lnTo>
                    <a:pt x="1909" y="308"/>
                  </a:lnTo>
                  <a:lnTo>
                    <a:pt x="1909" y="308"/>
                  </a:lnTo>
                  <a:lnTo>
                    <a:pt x="1909" y="310"/>
                  </a:lnTo>
                  <a:lnTo>
                    <a:pt x="1910" y="226"/>
                  </a:lnTo>
                  <a:lnTo>
                    <a:pt x="1911" y="265"/>
                  </a:lnTo>
                  <a:lnTo>
                    <a:pt x="1911" y="265"/>
                  </a:lnTo>
                  <a:lnTo>
                    <a:pt x="1912" y="282"/>
                  </a:lnTo>
                  <a:lnTo>
                    <a:pt x="1913" y="245"/>
                  </a:lnTo>
                  <a:lnTo>
                    <a:pt x="1914" y="270"/>
                  </a:lnTo>
                  <a:lnTo>
                    <a:pt x="1914" y="270"/>
                  </a:lnTo>
                  <a:lnTo>
                    <a:pt x="1914" y="299"/>
                  </a:lnTo>
                  <a:lnTo>
                    <a:pt x="1915" y="242"/>
                  </a:lnTo>
                  <a:lnTo>
                    <a:pt x="1915" y="283"/>
                  </a:lnTo>
                  <a:lnTo>
                    <a:pt x="1915" y="283"/>
                  </a:lnTo>
                  <a:lnTo>
                    <a:pt x="1915" y="290"/>
                  </a:lnTo>
                  <a:lnTo>
                    <a:pt x="1916" y="245"/>
                  </a:lnTo>
                  <a:lnTo>
                    <a:pt x="1917" y="264"/>
                  </a:lnTo>
                  <a:lnTo>
                    <a:pt x="1917" y="264"/>
                  </a:lnTo>
                  <a:lnTo>
                    <a:pt x="1918" y="241"/>
                  </a:lnTo>
                  <a:lnTo>
                    <a:pt x="1918" y="311"/>
                  </a:lnTo>
                  <a:lnTo>
                    <a:pt x="1920" y="268"/>
                  </a:lnTo>
                  <a:lnTo>
                    <a:pt x="1920" y="268"/>
                  </a:lnTo>
                  <a:lnTo>
                    <a:pt x="1921" y="239"/>
                  </a:lnTo>
                  <a:lnTo>
                    <a:pt x="1921" y="298"/>
                  </a:lnTo>
                  <a:lnTo>
                    <a:pt x="1921" y="293"/>
                  </a:lnTo>
                  <a:lnTo>
                    <a:pt x="1921" y="293"/>
                  </a:lnTo>
                  <a:lnTo>
                    <a:pt x="1922" y="221"/>
                  </a:lnTo>
                  <a:lnTo>
                    <a:pt x="1922" y="306"/>
                  </a:lnTo>
                  <a:lnTo>
                    <a:pt x="1923" y="253"/>
                  </a:lnTo>
                  <a:lnTo>
                    <a:pt x="1923" y="253"/>
                  </a:lnTo>
                  <a:lnTo>
                    <a:pt x="1924" y="241"/>
                  </a:lnTo>
                  <a:lnTo>
                    <a:pt x="1924" y="284"/>
                  </a:lnTo>
                  <a:lnTo>
                    <a:pt x="1926" y="261"/>
                  </a:lnTo>
                  <a:lnTo>
                    <a:pt x="1926" y="261"/>
                  </a:lnTo>
                  <a:lnTo>
                    <a:pt x="1926" y="239"/>
                  </a:lnTo>
                  <a:lnTo>
                    <a:pt x="1927" y="289"/>
                  </a:lnTo>
                  <a:lnTo>
                    <a:pt x="1927" y="274"/>
                  </a:lnTo>
                  <a:lnTo>
                    <a:pt x="1927" y="274"/>
                  </a:lnTo>
                  <a:lnTo>
                    <a:pt x="1928" y="223"/>
                  </a:lnTo>
                  <a:lnTo>
                    <a:pt x="1929" y="321"/>
                  </a:lnTo>
                  <a:lnTo>
                    <a:pt x="1929" y="298"/>
                  </a:lnTo>
                  <a:lnTo>
                    <a:pt x="1929" y="298"/>
                  </a:lnTo>
                  <a:lnTo>
                    <a:pt x="1930" y="303"/>
                  </a:lnTo>
                  <a:lnTo>
                    <a:pt x="1932" y="259"/>
                  </a:lnTo>
                  <a:lnTo>
                    <a:pt x="1932" y="259"/>
                  </a:lnTo>
                  <a:lnTo>
                    <a:pt x="1933" y="279"/>
                  </a:lnTo>
                  <a:lnTo>
                    <a:pt x="1933" y="208"/>
                  </a:lnTo>
                  <a:lnTo>
                    <a:pt x="1933" y="255"/>
                  </a:lnTo>
                  <a:lnTo>
                    <a:pt x="1933" y="255"/>
                  </a:lnTo>
                  <a:lnTo>
                    <a:pt x="1934" y="233"/>
                  </a:lnTo>
                  <a:lnTo>
                    <a:pt x="1935" y="271"/>
                  </a:lnTo>
                  <a:lnTo>
                    <a:pt x="1935" y="261"/>
                  </a:lnTo>
                  <a:lnTo>
                    <a:pt x="1935" y="261"/>
                  </a:lnTo>
                  <a:lnTo>
                    <a:pt x="1936" y="241"/>
                  </a:lnTo>
                  <a:lnTo>
                    <a:pt x="1937" y="309"/>
                  </a:lnTo>
                  <a:lnTo>
                    <a:pt x="1938" y="270"/>
                  </a:lnTo>
                  <a:lnTo>
                    <a:pt x="1938" y="270"/>
                  </a:lnTo>
                  <a:lnTo>
                    <a:pt x="1938" y="288"/>
                  </a:lnTo>
                  <a:lnTo>
                    <a:pt x="1939" y="234"/>
                  </a:lnTo>
                  <a:lnTo>
                    <a:pt x="1939" y="257"/>
                  </a:lnTo>
                  <a:lnTo>
                    <a:pt x="1939" y="257"/>
                  </a:lnTo>
                  <a:lnTo>
                    <a:pt x="1940" y="253"/>
                  </a:lnTo>
                  <a:lnTo>
                    <a:pt x="1940" y="321"/>
                  </a:lnTo>
                  <a:lnTo>
                    <a:pt x="1941" y="280"/>
                  </a:lnTo>
                  <a:lnTo>
                    <a:pt x="1941" y="280"/>
                  </a:lnTo>
                  <a:lnTo>
                    <a:pt x="1942" y="304"/>
                  </a:lnTo>
                  <a:lnTo>
                    <a:pt x="1942" y="230"/>
                  </a:lnTo>
                  <a:lnTo>
                    <a:pt x="1944" y="250"/>
                  </a:lnTo>
                  <a:lnTo>
                    <a:pt x="1944" y="250"/>
                  </a:lnTo>
                  <a:lnTo>
                    <a:pt x="1944" y="225"/>
                  </a:lnTo>
                  <a:lnTo>
                    <a:pt x="1944" y="282"/>
                  </a:lnTo>
                  <a:lnTo>
                    <a:pt x="1945" y="276"/>
                  </a:lnTo>
                  <a:lnTo>
                    <a:pt x="1945" y="276"/>
                  </a:lnTo>
                  <a:lnTo>
                    <a:pt x="1946" y="246"/>
                  </a:lnTo>
                  <a:lnTo>
                    <a:pt x="1947" y="280"/>
                  </a:lnTo>
                  <a:lnTo>
                    <a:pt x="1947" y="266"/>
                  </a:lnTo>
                  <a:lnTo>
                    <a:pt x="1947" y="266"/>
                  </a:lnTo>
                  <a:lnTo>
                    <a:pt x="1948" y="240"/>
                  </a:lnTo>
                  <a:lnTo>
                    <a:pt x="1948" y="279"/>
                  </a:lnTo>
                  <a:lnTo>
                    <a:pt x="1950" y="257"/>
                  </a:lnTo>
                  <a:lnTo>
                    <a:pt x="1950" y="257"/>
                  </a:lnTo>
                  <a:lnTo>
                    <a:pt x="1950" y="228"/>
                  </a:lnTo>
                  <a:lnTo>
                    <a:pt x="1951" y="284"/>
                  </a:lnTo>
                  <a:lnTo>
                    <a:pt x="1951" y="278"/>
                  </a:lnTo>
                  <a:lnTo>
                    <a:pt x="1951" y="278"/>
                  </a:lnTo>
                  <a:lnTo>
                    <a:pt x="1952" y="287"/>
                  </a:lnTo>
                  <a:lnTo>
                    <a:pt x="1952" y="253"/>
                  </a:lnTo>
                  <a:lnTo>
                    <a:pt x="1953" y="281"/>
                  </a:lnTo>
                  <a:lnTo>
                    <a:pt x="1953" y="281"/>
                  </a:lnTo>
                  <a:lnTo>
                    <a:pt x="1955" y="286"/>
                  </a:lnTo>
                  <a:lnTo>
                    <a:pt x="1956" y="250"/>
                  </a:lnTo>
                  <a:lnTo>
                    <a:pt x="1956" y="255"/>
                  </a:lnTo>
                  <a:lnTo>
                    <a:pt x="1956" y="255"/>
                  </a:lnTo>
                  <a:lnTo>
                    <a:pt x="1956" y="228"/>
                  </a:lnTo>
                  <a:lnTo>
                    <a:pt x="1956" y="274"/>
                  </a:lnTo>
                  <a:lnTo>
                    <a:pt x="1957" y="269"/>
                  </a:lnTo>
                  <a:lnTo>
                    <a:pt x="1957" y="269"/>
                  </a:lnTo>
                  <a:lnTo>
                    <a:pt x="1959" y="234"/>
                  </a:lnTo>
                  <a:lnTo>
                    <a:pt x="1959" y="292"/>
                  </a:lnTo>
                  <a:lnTo>
                    <a:pt x="1959" y="267"/>
                  </a:lnTo>
                  <a:lnTo>
                    <a:pt x="1959" y="267"/>
                  </a:lnTo>
                  <a:lnTo>
                    <a:pt x="1960" y="250"/>
                  </a:lnTo>
                  <a:lnTo>
                    <a:pt x="1961" y="279"/>
                  </a:lnTo>
                  <a:lnTo>
                    <a:pt x="1962" y="269"/>
                  </a:lnTo>
                  <a:lnTo>
                    <a:pt x="1962" y="269"/>
                  </a:lnTo>
                  <a:lnTo>
                    <a:pt x="1962" y="241"/>
                  </a:lnTo>
                  <a:lnTo>
                    <a:pt x="1963" y="282"/>
                  </a:lnTo>
                  <a:lnTo>
                    <a:pt x="1963" y="274"/>
                  </a:lnTo>
                  <a:lnTo>
                    <a:pt x="1963" y="274"/>
                  </a:lnTo>
                  <a:lnTo>
                    <a:pt x="1964" y="250"/>
                  </a:lnTo>
                  <a:lnTo>
                    <a:pt x="1965" y="277"/>
                  </a:lnTo>
                  <a:lnTo>
                    <a:pt x="1965" y="273"/>
                  </a:lnTo>
                  <a:lnTo>
                    <a:pt x="1965" y="273"/>
                  </a:lnTo>
                  <a:lnTo>
                    <a:pt x="1966" y="309"/>
                  </a:lnTo>
                  <a:lnTo>
                    <a:pt x="1967" y="244"/>
                  </a:lnTo>
                  <a:lnTo>
                    <a:pt x="1968" y="247"/>
                  </a:lnTo>
                  <a:lnTo>
                    <a:pt x="1968" y="247"/>
                  </a:lnTo>
                  <a:lnTo>
                    <a:pt x="1968" y="241"/>
                  </a:lnTo>
                  <a:lnTo>
                    <a:pt x="1969" y="288"/>
                  </a:lnTo>
                  <a:lnTo>
                    <a:pt x="1969" y="269"/>
                  </a:lnTo>
                  <a:lnTo>
                    <a:pt x="1969" y="269"/>
                  </a:lnTo>
                  <a:lnTo>
                    <a:pt x="1971" y="291"/>
                  </a:lnTo>
                  <a:lnTo>
                    <a:pt x="1971" y="237"/>
                  </a:lnTo>
                  <a:lnTo>
                    <a:pt x="1971" y="253"/>
                  </a:lnTo>
                  <a:lnTo>
                    <a:pt x="1971" y="253"/>
                  </a:lnTo>
                  <a:lnTo>
                    <a:pt x="1973" y="197"/>
                  </a:lnTo>
                  <a:lnTo>
                    <a:pt x="1974" y="296"/>
                  </a:lnTo>
                  <a:lnTo>
                    <a:pt x="1974" y="296"/>
                  </a:lnTo>
                  <a:lnTo>
                    <a:pt x="1974" y="300"/>
                  </a:lnTo>
                  <a:lnTo>
                    <a:pt x="1974" y="250"/>
                  </a:lnTo>
                  <a:lnTo>
                    <a:pt x="1976" y="280"/>
                  </a:lnTo>
                  <a:lnTo>
                    <a:pt x="1976" y="280"/>
                  </a:lnTo>
                  <a:lnTo>
                    <a:pt x="1977" y="250"/>
                  </a:lnTo>
                  <a:lnTo>
                    <a:pt x="1977" y="302"/>
                  </a:lnTo>
                  <a:lnTo>
                    <a:pt x="1977" y="268"/>
                  </a:lnTo>
                  <a:lnTo>
                    <a:pt x="1977" y="268"/>
                  </a:lnTo>
                  <a:lnTo>
                    <a:pt x="1978" y="249"/>
                  </a:lnTo>
                  <a:lnTo>
                    <a:pt x="1978" y="286"/>
                  </a:lnTo>
                  <a:lnTo>
                    <a:pt x="1980" y="285"/>
                  </a:lnTo>
                  <a:lnTo>
                    <a:pt x="1980" y="285"/>
                  </a:lnTo>
                  <a:lnTo>
                    <a:pt x="1981" y="289"/>
                  </a:lnTo>
                  <a:lnTo>
                    <a:pt x="1981" y="224"/>
                  </a:lnTo>
                  <a:lnTo>
                    <a:pt x="1982" y="254"/>
                  </a:lnTo>
                  <a:lnTo>
                    <a:pt x="1982" y="254"/>
                  </a:lnTo>
                  <a:lnTo>
                    <a:pt x="1983" y="238"/>
                  </a:lnTo>
                  <a:lnTo>
                    <a:pt x="1983" y="287"/>
                  </a:lnTo>
                  <a:lnTo>
                    <a:pt x="1983" y="279"/>
                  </a:lnTo>
                  <a:lnTo>
                    <a:pt x="1983" y="279"/>
                  </a:lnTo>
                  <a:lnTo>
                    <a:pt x="1985" y="175"/>
                  </a:lnTo>
                  <a:lnTo>
                    <a:pt x="1986" y="286"/>
                  </a:lnTo>
                  <a:lnTo>
                    <a:pt x="1986" y="280"/>
                  </a:lnTo>
                  <a:lnTo>
                    <a:pt x="1986" y="280"/>
                  </a:lnTo>
                  <a:lnTo>
                    <a:pt x="1986" y="240"/>
                  </a:lnTo>
                  <a:lnTo>
                    <a:pt x="1988" y="258"/>
                  </a:lnTo>
                  <a:lnTo>
                    <a:pt x="1988" y="258"/>
                  </a:lnTo>
                  <a:lnTo>
                    <a:pt x="1988" y="247"/>
                  </a:lnTo>
                  <a:lnTo>
                    <a:pt x="1989" y="300"/>
                  </a:lnTo>
                  <a:lnTo>
                    <a:pt x="1989" y="268"/>
                  </a:lnTo>
                  <a:lnTo>
                    <a:pt x="1989" y="268"/>
                  </a:lnTo>
                  <a:lnTo>
                    <a:pt x="1990" y="253"/>
                  </a:lnTo>
                  <a:lnTo>
                    <a:pt x="1991" y="280"/>
                  </a:lnTo>
                  <a:lnTo>
                    <a:pt x="1992" y="267"/>
                  </a:lnTo>
                  <a:lnTo>
                    <a:pt x="1992" y="267"/>
                  </a:lnTo>
                  <a:lnTo>
                    <a:pt x="1992" y="276"/>
                  </a:lnTo>
                  <a:lnTo>
                    <a:pt x="1994" y="234"/>
                  </a:lnTo>
                  <a:lnTo>
                    <a:pt x="1994" y="234"/>
                  </a:lnTo>
                  <a:lnTo>
                    <a:pt x="1995" y="286"/>
                  </a:lnTo>
                  <a:lnTo>
                    <a:pt x="1995" y="179"/>
                  </a:lnTo>
                  <a:lnTo>
                    <a:pt x="1995" y="179"/>
                  </a:lnTo>
                  <a:lnTo>
                    <a:pt x="1996" y="166"/>
                  </a:lnTo>
                  <a:lnTo>
                    <a:pt x="1996" y="315"/>
                  </a:lnTo>
                  <a:lnTo>
                    <a:pt x="1998" y="271"/>
                  </a:lnTo>
                  <a:lnTo>
                    <a:pt x="1998" y="271"/>
                  </a:lnTo>
                  <a:lnTo>
                    <a:pt x="1998" y="247"/>
                  </a:lnTo>
                  <a:lnTo>
                    <a:pt x="1998" y="280"/>
                  </a:lnTo>
                  <a:lnTo>
                    <a:pt x="2000" y="267"/>
                  </a:lnTo>
                  <a:lnTo>
                    <a:pt x="2000" y="267"/>
                  </a:lnTo>
                  <a:lnTo>
                    <a:pt x="2001" y="214"/>
                  </a:lnTo>
                  <a:lnTo>
                    <a:pt x="2001" y="304"/>
                  </a:lnTo>
                  <a:lnTo>
                    <a:pt x="2001" y="276"/>
                  </a:lnTo>
                  <a:lnTo>
                    <a:pt x="2001" y="276"/>
                  </a:lnTo>
                  <a:lnTo>
                    <a:pt x="2003" y="311"/>
                  </a:lnTo>
                  <a:lnTo>
                    <a:pt x="2003" y="239"/>
                  </a:lnTo>
                  <a:lnTo>
                    <a:pt x="2004" y="264"/>
                  </a:lnTo>
                  <a:lnTo>
                    <a:pt x="2004" y="264"/>
                  </a:lnTo>
                  <a:lnTo>
                    <a:pt x="2004" y="291"/>
                  </a:lnTo>
                  <a:lnTo>
                    <a:pt x="2005" y="213"/>
                  </a:lnTo>
                  <a:lnTo>
                    <a:pt x="2006" y="247"/>
                  </a:lnTo>
                  <a:lnTo>
                    <a:pt x="2006" y="247"/>
                  </a:lnTo>
                  <a:lnTo>
                    <a:pt x="2006" y="240"/>
                  </a:lnTo>
                  <a:lnTo>
                    <a:pt x="2007" y="277"/>
                  </a:lnTo>
                  <a:lnTo>
                    <a:pt x="2007" y="265"/>
                  </a:lnTo>
                  <a:lnTo>
                    <a:pt x="2007" y="265"/>
                  </a:lnTo>
                  <a:lnTo>
                    <a:pt x="2008" y="278"/>
                  </a:lnTo>
                  <a:lnTo>
                    <a:pt x="2009" y="235"/>
                  </a:lnTo>
                  <a:lnTo>
                    <a:pt x="2010" y="276"/>
                  </a:lnTo>
                  <a:lnTo>
                    <a:pt x="2010" y="276"/>
                  </a:lnTo>
                  <a:lnTo>
                    <a:pt x="2010" y="323"/>
                  </a:lnTo>
                  <a:lnTo>
                    <a:pt x="2010" y="254"/>
                  </a:lnTo>
                  <a:lnTo>
                    <a:pt x="2012" y="280"/>
                  </a:lnTo>
                  <a:lnTo>
                    <a:pt x="2012" y="280"/>
                  </a:lnTo>
                  <a:lnTo>
                    <a:pt x="2013" y="319"/>
                  </a:lnTo>
                  <a:lnTo>
                    <a:pt x="2013" y="223"/>
                  </a:lnTo>
                  <a:lnTo>
                    <a:pt x="2013" y="262"/>
                  </a:lnTo>
                  <a:lnTo>
                    <a:pt x="2013" y="263"/>
                  </a:lnTo>
                  <a:lnTo>
                    <a:pt x="2014" y="285"/>
                  </a:lnTo>
                  <a:lnTo>
                    <a:pt x="2015" y="239"/>
                  </a:lnTo>
                  <a:lnTo>
                    <a:pt x="2016" y="276"/>
                  </a:lnTo>
                  <a:lnTo>
                    <a:pt x="2016" y="276"/>
                  </a:lnTo>
                  <a:lnTo>
                    <a:pt x="2016" y="283"/>
                  </a:lnTo>
                  <a:lnTo>
                    <a:pt x="2017" y="234"/>
                  </a:lnTo>
                  <a:lnTo>
                    <a:pt x="2018" y="262"/>
                  </a:lnTo>
                  <a:lnTo>
                    <a:pt x="2018" y="262"/>
                  </a:lnTo>
                  <a:lnTo>
                    <a:pt x="2018" y="244"/>
                  </a:lnTo>
                  <a:lnTo>
                    <a:pt x="2019" y="275"/>
                  </a:lnTo>
                  <a:lnTo>
                    <a:pt x="2019" y="255"/>
                  </a:lnTo>
                  <a:lnTo>
                    <a:pt x="2019" y="255"/>
                  </a:lnTo>
                  <a:lnTo>
                    <a:pt x="2021" y="212"/>
                  </a:lnTo>
                  <a:lnTo>
                    <a:pt x="2021" y="288"/>
                  </a:lnTo>
                  <a:lnTo>
                    <a:pt x="2022" y="269"/>
                  </a:lnTo>
                  <a:lnTo>
                    <a:pt x="2022" y="269"/>
                  </a:lnTo>
                  <a:lnTo>
                    <a:pt x="2024" y="244"/>
                  </a:lnTo>
                  <a:lnTo>
                    <a:pt x="2024" y="310"/>
                  </a:lnTo>
                  <a:lnTo>
                    <a:pt x="2024" y="308"/>
                  </a:lnTo>
                  <a:lnTo>
                    <a:pt x="2024" y="308"/>
                  </a:lnTo>
                  <a:lnTo>
                    <a:pt x="2024" y="310"/>
                  </a:lnTo>
                  <a:lnTo>
                    <a:pt x="2025" y="232"/>
                  </a:lnTo>
                  <a:lnTo>
                    <a:pt x="2025" y="260"/>
                  </a:lnTo>
                  <a:lnTo>
                    <a:pt x="2025" y="260"/>
                  </a:lnTo>
                  <a:lnTo>
                    <a:pt x="2027" y="287"/>
                  </a:lnTo>
                  <a:lnTo>
                    <a:pt x="2027" y="205"/>
                  </a:lnTo>
                  <a:lnTo>
                    <a:pt x="2028" y="274"/>
                  </a:lnTo>
                  <a:lnTo>
                    <a:pt x="2028" y="274"/>
                  </a:lnTo>
                  <a:lnTo>
                    <a:pt x="2028" y="282"/>
                  </a:lnTo>
                  <a:lnTo>
                    <a:pt x="2028" y="241"/>
                  </a:lnTo>
                  <a:lnTo>
                    <a:pt x="2030" y="255"/>
                  </a:lnTo>
                  <a:lnTo>
                    <a:pt x="2030" y="255"/>
                  </a:lnTo>
                  <a:lnTo>
                    <a:pt x="2031" y="230"/>
                  </a:lnTo>
                  <a:lnTo>
                    <a:pt x="2031" y="320"/>
                  </a:lnTo>
                  <a:lnTo>
                    <a:pt x="2031" y="276"/>
                  </a:lnTo>
                  <a:lnTo>
                    <a:pt x="2031" y="276"/>
                  </a:lnTo>
                  <a:lnTo>
                    <a:pt x="2033" y="289"/>
                  </a:lnTo>
                  <a:lnTo>
                    <a:pt x="2034" y="255"/>
                  </a:lnTo>
                  <a:lnTo>
                    <a:pt x="2034" y="258"/>
                  </a:lnTo>
                  <a:lnTo>
                    <a:pt x="2034" y="258"/>
                  </a:lnTo>
                  <a:lnTo>
                    <a:pt x="2034" y="240"/>
                  </a:lnTo>
                  <a:lnTo>
                    <a:pt x="2036" y="280"/>
                  </a:lnTo>
                  <a:lnTo>
                    <a:pt x="2036" y="274"/>
                  </a:lnTo>
                  <a:lnTo>
                    <a:pt x="2036" y="274"/>
                  </a:lnTo>
                  <a:lnTo>
                    <a:pt x="2036" y="303"/>
                  </a:lnTo>
                  <a:lnTo>
                    <a:pt x="2037" y="230"/>
                  </a:lnTo>
                  <a:lnTo>
                    <a:pt x="2037" y="274"/>
                  </a:lnTo>
                  <a:lnTo>
                    <a:pt x="2037" y="274"/>
                  </a:lnTo>
                  <a:lnTo>
                    <a:pt x="2038" y="208"/>
                  </a:lnTo>
                  <a:lnTo>
                    <a:pt x="2038" y="287"/>
                  </a:lnTo>
                  <a:lnTo>
                    <a:pt x="2040" y="259"/>
                  </a:lnTo>
                  <a:lnTo>
                    <a:pt x="2040" y="259"/>
                  </a:lnTo>
                  <a:lnTo>
                    <a:pt x="2042" y="286"/>
                  </a:lnTo>
                  <a:lnTo>
                    <a:pt x="2042" y="248"/>
                  </a:lnTo>
                  <a:lnTo>
                    <a:pt x="2042" y="249"/>
                  </a:lnTo>
                  <a:lnTo>
                    <a:pt x="2042" y="249"/>
                  </a:lnTo>
                  <a:lnTo>
                    <a:pt x="2042" y="249"/>
                  </a:lnTo>
                  <a:lnTo>
                    <a:pt x="2042" y="293"/>
                  </a:lnTo>
                  <a:lnTo>
                    <a:pt x="2044" y="282"/>
                  </a:lnTo>
                  <a:lnTo>
                    <a:pt x="2044" y="282"/>
                  </a:lnTo>
                  <a:lnTo>
                    <a:pt x="2045" y="236"/>
                  </a:lnTo>
                  <a:lnTo>
                    <a:pt x="2046" y="296"/>
                  </a:lnTo>
                  <a:lnTo>
                    <a:pt x="2046" y="279"/>
                  </a:lnTo>
                  <a:lnTo>
                    <a:pt x="2046" y="279"/>
                  </a:lnTo>
                  <a:lnTo>
                    <a:pt x="2047" y="232"/>
                  </a:lnTo>
                  <a:lnTo>
                    <a:pt x="2047" y="299"/>
                  </a:lnTo>
                  <a:lnTo>
                    <a:pt x="2048" y="288"/>
                  </a:lnTo>
                  <a:lnTo>
                    <a:pt x="2048" y="287"/>
                  </a:lnTo>
                  <a:lnTo>
                    <a:pt x="2048" y="302"/>
                  </a:lnTo>
                  <a:lnTo>
                    <a:pt x="2050" y="226"/>
                  </a:lnTo>
                  <a:lnTo>
                    <a:pt x="2050" y="279"/>
                  </a:lnTo>
                  <a:lnTo>
                    <a:pt x="2050" y="279"/>
                  </a:lnTo>
                  <a:lnTo>
                    <a:pt x="2050" y="248"/>
                  </a:lnTo>
                  <a:lnTo>
                    <a:pt x="2051" y="284"/>
                  </a:lnTo>
                  <a:lnTo>
                    <a:pt x="2052" y="261"/>
                  </a:lnTo>
                  <a:lnTo>
                    <a:pt x="2052" y="261"/>
                  </a:lnTo>
                  <a:lnTo>
                    <a:pt x="2053" y="334"/>
                  </a:lnTo>
                  <a:lnTo>
                    <a:pt x="2053" y="222"/>
                  </a:lnTo>
                  <a:lnTo>
                    <a:pt x="2054" y="261"/>
                  </a:lnTo>
                  <a:lnTo>
                    <a:pt x="2054" y="261"/>
                  </a:lnTo>
                  <a:lnTo>
                    <a:pt x="2054" y="228"/>
                  </a:lnTo>
                  <a:lnTo>
                    <a:pt x="2054" y="280"/>
                  </a:lnTo>
                  <a:lnTo>
                    <a:pt x="2056" y="261"/>
                  </a:lnTo>
                  <a:lnTo>
                    <a:pt x="2056" y="262"/>
                  </a:lnTo>
                  <a:lnTo>
                    <a:pt x="2056" y="205"/>
                  </a:lnTo>
                  <a:lnTo>
                    <a:pt x="2056" y="353"/>
                  </a:lnTo>
                  <a:lnTo>
                    <a:pt x="2058" y="267"/>
                  </a:lnTo>
                  <a:lnTo>
                    <a:pt x="2058" y="267"/>
                  </a:lnTo>
                  <a:lnTo>
                    <a:pt x="2059" y="256"/>
                  </a:lnTo>
                  <a:lnTo>
                    <a:pt x="2059" y="292"/>
                  </a:lnTo>
                  <a:lnTo>
                    <a:pt x="2060" y="261"/>
                  </a:lnTo>
                  <a:lnTo>
                    <a:pt x="2060" y="261"/>
                  </a:lnTo>
                  <a:lnTo>
                    <a:pt x="2060" y="310"/>
                  </a:lnTo>
                  <a:lnTo>
                    <a:pt x="2061" y="249"/>
                  </a:lnTo>
                  <a:lnTo>
                    <a:pt x="2062" y="275"/>
                  </a:lnTo>
                  <a:lnTo>
                    <a:pt x="2062" y="275"/>
                  </a:lnTo>
                  <a:lnTo>
                    <a:pt x="2062" y="286"/>
                  </a:lnTo>
                  <a:lnTo>
                    <a:pt x="2063" y="221"/>
                  </a:lnTo>
                  <a:lnTo>
                    <a:pt x="2064" y="242"/>
                  </a:lnTo>
                  <a:lnTo>
                    <a:pt x="2064" y="242"/>
                  </a:lnTo>
                  <a:lnTo>
                    <a:pt x="2064" y="291"/>
                  </a:lnTo>
                  <a:lnTo>
                    <a:pt x="2065" y="222"/>
                  </a:lnTo>
                  <a:lnTo>
                    <a:pt x="2066" y="256"/>
                  </a:lnTo>
                  <a:lnTo>
                    <a:pt x="2066" y="256"/>
                  </a:lnTo>
                  <a:lnTo>
                    <a:pt x="2067" y="202"/>
                  </a:lnTo>
                  <a:lnTo>
                    <a:pt x="2068" y="304"/>
                  </a:lnTo>
                  <a:lnTo>
                    <a:pt x="2068" y="284"/>
                  </a:lnTo>
                  <a:lnTo>
                    <a:pt x="2068" y="284"/>
                  </a:lnTo>
                  <a:lnTo>
                    <a:pt x="2068" y="249"/>
                  </a:lnTo>
                  <a:lnTo>
                    <a:pt x="2070" y="265"/>
                  </a:lnTo>
                  <a:lnTo>
                    <a:pt x="2070" y="265"/>
                  </a:lnTo>
                  <a:lnTo>
                    <a:pt x="2071" y="150"/>
                  </a:lnTo>
                  <a:lnTo>
                    <a:pt x="2071" y="310"/>
                  </a:lnTo>
                  <a:lnTo>
                    <a:pt x="2072" y="258"/>
                  </a:lnTo>
                  <a:lnTo>
                    <a:pt x="2072" y="258"/>
                  </a:lnTo>
                  <a:lnTo>
                    <a:pt x="2072" y="279"/>
                  </a:lnTo>
                  <a:lnTo>
                    <a:pt x="2074" y="193"/>
                  </a:lnTo>
                  <a:lnTo>
                    <a:pt x="2074" y="192"/>
                  </a:lnTo>
                  <a:lnTo>
                    <a:pt x="2074" y="162"/>
                  </a:lnTo>
                  <a:lnTo>
                    <a:pt x="2075" y="294"/>
                  </a:lnTo>
                  <a:lnTo>
                    <a:pt x="2076" y="252"/>
                  </a:lnTo>
                  <a:lnTo>
                    <a:pt x="2076" y="252"/>
                  </a:lnTo>
                  <a:lnTo>
                    <a:pt x="2076" y="239"/>
                  </a:lnTo>
                  <a:lnTo>
                    <a:pt x="2076" y="286"/>
                  </a:lnTo>
                  <a:lnTo>
                    <a:pt x="2078" y="261"/>
                  </a:lnTo>
                  <a:lnTo>
                    <a:pt x="2078" y="261"/>
                  </a:lnTo>
                  <a:lnTo>
                    <a:pt x="2078" y="246"/>
                  </a:lnTo>
                  <a:lnTo>
                    <a:pt x="2079" y="289"/>
                  </a:lnTo>
                  <a:lnTo>
                    <a:pt x="2080" y="265"/>
                  </a:lnTo>
                  <a:lnTo>
                    <a:pt x="2080" y="265"/>
                  </a:lnTo>
                  <a:lnTo>
                    <a:pt x="2080" y="246"/>
                  </a:lnTo>
                  <a:lnTo>
                    <a:pt x="2082" y="291"/>
                  </a:lnTo>
                  <a:lnTo>
                    <a:pt x="2082" y="281"/>
                  </a:lnTo>
                  <a:lnTo>
                    <a:pt x="2082" y="281"/>
                  </a:lnTo>
                  <a:lnTo>
                    <a:pt x="2083" y="259"/>
                  </a:lnTo>
                  <a:lnTo>
                    <a:pt x="2084" y="284"/>
                  </a:lnTo>
                  <a:lnTo>
                    <a:pt x="2084" y="283"/>
                  </a:lnTo>
                  <a:lnTo>
                    <a:pt x="2084" y="283"/>
                  </a:lnTo>
                  <a:lnTo>
                    <a:pt x="2084" y="304"/>
                  </a:lnTo>
                  <a:lnTo>
                    <a:pt x="2085" y="204"/>
                  </a:lnTo>
                  <a:lnTo>
                    <a:pt x="2086" y="248"/>
                  </a:lnTo>
                  <a:lnTo>
                    <a:pt x="2086" y="248"/>
                  </a:lnTo>
                  <a:lnTo>
                    <a:pt x="2086" y="241"/>
                  </a:lnTo>
                  <a:lnTo>
                    <a:pt x="2087" y="267"/>
                  </a:lnTo>
                  <a:lnTo>
                    <a:pt x="2088" y="261"/>
                  </a:lnTo>
                  <a:lnTo>
                    <a:pt x="2088" y="261"/>
                  </a:lnTo>
                  <a:lnTo>
                    <a:pt x="2088" y="238"/>
                  </a:lnTo>
                  <a:lnTo>
                    <a:pt x="2089" y="284"/>
                  </a:lnTo>
                  <a:lnTo>
                    <a:pt x="2090" y="258"/>
                  </a:lnTo>
                  <a:lnTo>
                    <a:pt x="2090" y="258"/>
                  </a:lnTo>
                  <a:lnTo>
                    <a:pt x="2090" y="292"/>
                  </a:lnTo>
                  <a:lnTo>
                    <a:pt x="2091" y="230"/>
                  </a:lnTo>
                  <a:lnTo>
                    <a:pt x="2092" y="258"/>
                  </a:lnTo>
                  <a:lnTo>
                    <a:pt x="2092" y="258"/>
                  </a:lnTo>
                  <a:lnTo>
                    <a:pt x="2092" y="286"/>
                  </a:lnTo>
                  <a:lnTo>
                    <a:pt x="2093" y="255"/>
                  </a:lnTo>
                  <a:lnTo>
                    <a:pt x="2094" y="277"/>
                  </a:lnTo>
                  <a:lnTo>
                    <a:pt x="2094" y="277"/>
                  </a:lnTo>
                  <a:lnTo>
                    <a:pt x="2095" y="235"/>
                  </a:lnTo>
                  <a:lnTo>
                    <a:pt x="2095" y="289"/>
                  </a:lnTo>
                  <a:lnTo>
                    <a:pt x="2096" y="256"/>
                  </a:lnTo>
                  <a:lnTo>
                    <a:pt x="2096" y="256"/>
                  </a:lnTo>
                  <a:lnTo>
                    <a:pt x="2097" y="298"/>
                  </a:lnTo>
                  <a:lnTo>
                    <a:pt x="2098" y="218"/>
                  </a:lnTo>
                  <a:lnTo>
                    <a:pt x="2098" y="271"/>
                  </a:lnTo>
                  <a:lnTo>
                    <a:pt x="2098" y="271"/>
                  </a:lnTo>
                  <a:lnTo>
                    <a:pt x="2098" y="293"/>
                  </a:lnTo>
                  <a:lnTo>
                    <a:pt x="2098" y="240"/>
                  </a:lnTo>
                  <a:lnTo>
                    <a:pt x="2100" y="270"/>
                  </a:lnTo>
                  <a:lnTo>
                    <a:pt x="2100" y="270"/>
                  </a:lnTo>
                  <a:lnTo>
                    <a:pt x="2101" y="250"/>
                  </a:lnTo>
                  <a:lnTo>
                    <a:pt x="2101" y="294"/>
                  </a:lnTo>
                  <a:lnTo>
                    <a:pt x="2102" y="262"/>
                  </a:lnTo>
                  <a:lnTo>
                    <a:pt x="2102" y="262"/>
                  </a:lnTo>
                  <a:lnTo>
                    <a:pt x="2102" y="250"/>
                  </a:lnTo>
                  <a:lnTo>
                    <a:pt x="2104" y="304"/>
                  </a:lnTo>
                  <a:lnTo>
                    <a:pt x="2104" y="299"/>
                  </a:lnTo>
                  <a:lnTo>
                    <a:pt x="2104" y="300"/>
                  </a:lnTo>
                  <a:lnTo>
                    <a:pt x="2104" y="317"/>
                  </a:lnTo>
                  <a:lnTo>
                    <a:pt x="2105" y="251"/>
                  </a:lnTo>
                  <a:lnTo>
                    <a:pt x="2106" y="253"/>
                  </a:lnTo>
                  <a:lnTo>
                    <a:pt x="2106" y="253"/>
                  </a:lnTo>
                  <a:lnTo>
                    <a:pt x="2108" y="244"/>
                  </a:lnTo>
                  <a:lnTo>
                    <a:pt x="2108" y="305"/>
                  </a:lnTo>
                  <a:lnTo>
                    <a:pt x="2108" y="302"/>
                  </a:lnTo>
                  <a:lnTo>
                    <a:pt x="2108" y="302"/>
                  </a:lnTo>
                  <a:lnTo>
                    <a:pt x="2108" y="307"/>
                  </a:lnTo>
                  <a:lnTo>
                    <a:pt x="2109" y="218"/>
                  </a:lnTo>
                  <a:lnTo>
                    <a:pt x="2110" y="261"/>
                  </a:lnTo>
                  <a:lnTo>
                    <a:pt x="2110" y="261"/>
                  </a:lnTo>
                  <a:lnTo>
                    <a:pt x="2111" y="247"/>
                  </a:lnTo>
                  <a:lnTo>
                    <a:pt x="2112" y="288"/>
                  </a:lnTo>
                  <a:lnTo>
                    <a:pt x="2112" y="263"/>
                  </a:lnTo>
                  <a:lnTo>
                    <a:pt x="2112" y="263"/>
                  </a:lnTo>
                  <a:lnTo>
                    <a:pt x="2113" y="207"/>
                  </a:lnTo>
                  <a:lnTo>
                    <a:pt x="2114" y="344"/>
                  </a:lnTo>
                  <a:lnTo>
                    <a:pt x="2114" y="305"/>
                  </a:lnTo>
                  <a:lnTo>
                    <a:pt x="2114" y="305"/>
                  </a:lnTo>
                  <a:lnTo>
                    <a:pt x="2114" y="305"/>
                  </a:lnTo>
                  <a:lnTo>
                    <a:pt x="2116" y="251"/>
                  </a:lnTo>
                  <a:lnTo>
                    <a:pt x="2116" y="261"/>
                  </a:lnTo>
                  <a:lnTo>
                    <a:pt x="2116" y="261"/>
                  </a:lnTo>
                  <a:lnTo>
                    <a:pt x="2116" y="231"/>
                  </a:lnTo>
                  <a:lnTo>
                    <a:pt x="2118" y="318"/>
                  </a:lnTo>
                  <a:lnTo>
                    <a:pt x="2118" y="296"/>
                  </a:lnTo>
                  <a:lnTo>
                    <a:pt x="2118" y="296"/>
                  </a:lnTo>
                  <a:lnTo>
                    <a:pt x="2118" y="297"/>
                  </a:lnTo>
                  <a:lnTo>
                    <a:pt x="2118" y="233"/>
                  </a:lnTo>
                  <a:lnTo>
                    <a:pt x="2120" y="251"/>
                  </a:lnTo>
                  <a:lnTo>
                    <a:pt x="2120" y="251"/>
                  </a:lnTo>
                  <a:lnTo>
                    <a:pt x="2120" y="244"/>
                  </a:lnTo>
                  <a:lnTo>
                    <a:pt x="2120" y="283"/>
                  </a:lnTo>
                  <a:lnTo>
                    <a:pt x="2122" y="263"/>
                  </a:lnTo>
                  <a:lnTo>
                    <a:pt x="2122" y="263"/>
                  </a:lnTo>
                  <a:lnTo>
                    <a:pt x="2123" y="221"/>
                  </a:lnTo>
                  <a:lnTo>
                    <a:pt x="2123" y="360"/>
                  </a:lnTo>
                  <a:lnTo>
                    <a:pt x="2124" y="256"/>
                  </a:lnTo>
                  <a:lnTo>
                    <a:pt x="2124" y="256"/>
                  </a:lnTo>
                  <a:lnTo>
                    <a:pt x="2125" y="249"/>
                  </a:lnTo>
                  <a:lnTo>
                    <a:pt x="2126" y="289"/>
                  </a:lnTo>
                  <a:lnTo>
                    <a:pt x="2126" y="270"/>
                  </a:lnTo>
                  <a:lnTo>
                    <a:pt x="2126" y="270"/>
                  </a:lnTo>
                  <a:lnTo>
                    <a:pt x="2127" y="232"/>
                  </a:lnTo>
                  <a:lnTo>
                    <a:pt x="2127" y="277"/>
                  </a:lnTo>
                  <a:lnTo>
                    <a:pt x="2128" y="259"/>
                  </a:lnTo>
                  <a:lnTo>
                    <a:pt x="2128" y="259"/>
                  </a:lnTo>
                  <a:lnTo>
                    <a:pt x="2129" y="297"/>
                  </a:lnTo>
                  <a:lnTo>
                    <a:pt x="2129" y="149"/>
                  </a:lnTo>
                  <a:lnTo>
                    <a:pt x="2130" y="259"/>
                  </a:lnTo>
                  <a:lnTo>
                    <a:pt x="2130" y="259"/>
                  </a:lnTo>
                  <a:lnTo>
                    <a:pt x="2131" y="241"/>
                  </a:lnTo>
                  <a:lnTo>
                    <a:pt x="2131" y="291"/>
                  </a:lnTo>
                  <a:lnTo>
                    <a:pt x="2132" y="259"/>
                  </a:lnTo>
                  <a:lnTo>
                    <a:pt x="2132" y="259"/>
                  </a:lnTo>
                  <a:lnTo>
                    <a:pt x="2132" y="290"/>
                  </a:lnTo>
                  <a:lnTo>
                    <a:pt x="2133" y="258"/>
                  </a:lnTo>
                  <a:lnTo>
                    <a:pt x="2134" y="275"/>
                  </a:lnTo>
                  <a:lnTo>
                    <a:pt x="2134" y="275"/>
                  </a:lnTo>
                  <a:lnTo>
                    <a:pt x="2135" y="314"/>
                  </a:lnTo>
                  <a:lnTo>
                    <a:pt x="2135" y="244"/>
                  </a:lnTo>
                  <a:lnTo>
                    <a:pt x="2136" y="266"/>
                  </a:lnTo>
                  <a:lnTo>
                    <a:pt x="2136" y="266"/>
                  </a:lnTo>
                  <a:lnTo>
                    <a:pt x="2136" y="244"/>
                  </a:lnTo>
                  <a:lnTo>
                    <a:pt x="2138" y="296"/>
                  </a:lnTo>
                  <a:lnTo>
                    <a:pt x="2138" y="250"/>
                  </a:lnTo>
                  <a:lnTo>
                    <a:pt x="2138" y="250"/>
                  </a:lnTo>
                  <a:lnTo>
                    <a:pt x="2138" y="234"/>
                  </a:lnTo>
                  <a:lnTo>
                    <a:pt x="2138" y="297"/>
                  </a:lnTo>
                  <a:lnTo>
                    <a:pt x="2140" y="262"/>
                  </a:lnTo>
                  <a:lnTo>
                    <a:pt x="2140" y="262"/>
                  </a:lnTo>
                  <a:lnTo>
                    <a:pt x="2140" y="277"/>
                  </a:lnTo>
                  <a:lnTo>
                    <a:pt x="2142" y="250"/>
                  </a:lnTo>
                  <a:lnTo>
                    <a:pt x="2142" y="265"/>
                  </a:lnTo>
                  <a:lnTo>
                    <a:pt x="2142" y="265"/>
                  </a:lnTo>
                  <a:lnTo>
                    <a:pt x="2143" y="271"/>
                  </a:lnTo>
                  <a:lnTo>
                    <a:pt x="2143" y="247"/>
                  </a:lnTo>
                  <a:lnTo>
                    <a:pt x="2144" y="259"/>
                  </a:lnTo>
                  <a:lnTo>
                    <a:pt x="2144" y="259"/>
                  </a:lnTo>
                  <a:lnTo>
                    <a:pt x="2144" y="240"/>
                  </a:lnTo>
                  <a:lnTo>
                    <a:pt x="2145" y="319"/>
                  </a:lnTo>
                  <a:lnTo>
                    <a:pt x="2146" y="261"/>
                  </a:lnTo>
                  <a:lnTo>
                    <a:pt x="2146" y="261"/>
                  </a:lnTo>
                  <a:lnTo>
                    <a:pt x="2146" y="284"/>
                  </a:lnTo>
                  <a:lnTo>
                    <a:pt x="2146" y="242"/>
                  </a:lnTo>
                  <a:lnTo>
                    <a:pt x="2148" y="259"/>
                  </a:lnTo>
                  <a:lnTo>
                    <a:pt x="2148" y="259"/>
                  </a:lnTo>
                  <a:lnTo>
                    <a:pt x="2148" y="236"/>
                  </a:lnTo>
                  <a:lnTo>
                    <a:pt x="2148" y="288"/>
                  </a:lnTo>
                  <a:lnTo>
                    <a:pt x="2150" y="256"/>
                  </a:lnTo>
                  <a:lnTo>
                    <a:pt x="2150" y="256"/>
                  </a:lnTo>
                  <a:lnTo>
                    <a:pt x="2150" y="241"/>
                  </a:lnTo>
                  <a:lnTo>
                    <a:pt x="2151" y="289"/>
                  </a:lnTo>
                  <a:lnTo>
                    <a:pt x="2152" y="261"/>
                  </a:lnTo>
                  <a:lnTo>
                    <a:pt x="2152" y="261"/>
                  </a:lnTo>
                  <a:lnTo>
                    <a:pt x="2152" y="190"/>
                  </a:lnTo>
                  <a:lnTo>
                    <a:pt x="2152" y="290"/>
                  </a:lnTo>
                  <a:lnTo>
                    <a:pt x="2154" y="220"/>
                  </a:lnTo>
                  <a:lnTo>
                    <a:pt x="2154" y="220"/>
                  </a:lnTo>
                  <a:lnTo>
                    <a:pt x="2154" y="214"/>
                  </a:lnTo>
                  <a:lnTo>
                    <a:pt x="2156" y="289"/>
                  </a:lnTo>
                  <a:lnTo>
                    <a:pt x="2156" y="289"/>
                  </a:lnTo>
                  <a:lnTo>
                    <a:pt x="2156" y="294"/>
                  </a:lnTo>
                  <a:lnTo>
                    <a:pt x="2157" y="226"/>
                  </a:lnTo>
                  <a:lnTo>
                    <a:pt x="2158" y="256"/>
                  </a:lnTo>
                  <a:lnTo>
                    <a:pt x="2158" y="256"/>
                  </a:lnTo>
                  <a:lnTo>
                    <a:pt x="2159" y="283"/>
                  </a:lnTo>
                  <a:lnTo>
                    <a:pt x="2159" y="234"/>
                  </a:lnTo>
                  <a:lnTo>
                    <a:pt x="2160" y="255"/>
                  </a:lnTo>
                  <a:lnTo>
                    <a:pt x="2160" y="255"/>
                  </a:lnTo>
                  <a:lnTo>
                    <a:pt x="2161" y="229"/>
                  </a:lnTo>
                  <a:lnTo>
                    <a:pt x="2161" y="329"/>
                  </a:lnTo>
                  <a:lnTo>
                    <a:pt x="2162" y="276"/>
                  </a:lnTo>
                  <a:lnTo>
                    <a:pt x="2162" y="276"/>
                  </a:lnTo>
                  <a:lnTo>
                    <a:pt x="2164" y="185"/>
                  </a:lnTo>
                  <a:lnTo>
                    <a:pt x="2164" y="319"/>
                  </a:lnTo>
                  <a:lnTo>
                    <a:pt x="2164" y="314"/>
                  </a:lnTo>
                  <a:lnTo>
                    <a:pt x="2164" y="314"/>
                  </a:lnTo>
                  <a:lnTo>
                    <a:pt x="2164" y="315"/>
                  </a:lnTo>
                  <a:lnTo>
                    <a:pt x="2165" y="233"/>
                  </a:lnTo>
                  <a:lnTo>
                    <a:pt x="2166" y="264"/>
                  </a:lnTo>
                  <a:lnTo>
                    <a:pt x="2166" y="264"/>
                  </a:lnTo>
                  <a:lnTo>
                    <a:pt x="2167" y="230"/>
                  </a:lnTo>
                  <a:lnTo>
                    <a:pt x="2168" y="333"/>
                  </a:lnTo>
                  <a:lnTo>
                    <a:pt x="2168" y="281"/>
                  </a:lnTo>
                  <a:lnTo>
                    <a:pt x="2168" y="281"/>
                  </a:lnTo>
                  <a:lnTo>
                    <a:pt x="2168" y="283"/>
                  </a:lnTo>
                  <a:lnTo>
                    <a:pt x="2169" y="242"/>
                  </a:lnTo>
                  <a:lnTo>
                    <a:pt x="2170" y="280"/>
                  </a:lnTo>
                  <a:lnTo>
                    <a:pt x="2170" y="280"/>
                  </a:lnTo>
                  <a:lnTo>
                    <a:pt x="2170" y="323"/>
                  </a:lnTo>
                  <a:lnTo>
                    <a:pt x="2171" y="256"/>
                  </a:lnTo>
                  <a:lnTo>
                    <a:pt x="2172" y="263"/>
                  </a:lnTo>
                  <a:lnTo>
                    <a:pt x="2172" y="263"/>
                  </a:lnTo>
                  <a:lnTo>
                    <a:pt x="2172" y="233"/>
                  </a:lnTo>
                  <a:lnTo>
                    <a:pt x="2173" y="282"/>
                  </a:lnTo>
                  <a:lnTo>
                    <a:pt x="2174" y="261"/>
                  </a:lnTo>
                  <a:lnTo>
                    <a:pt x="2174" y="261"/>
                  </a:lnTo>
                  <a:lnTo>
                    <a:pt x="2175" y="311"/>
                  </a:lnTo>
                  <a:lnTo>
                    <a:pt x="2175" y="241"/>
                  </a:lnTo>
                  <a:lnTo>
                    <a:pt x="2176" y="253"/>
                  </a:lnTo>
                  <a:lnTo>
                    <a:pt x="2176" y="253"/>
                  </a:lnTo>
                  <a:lnTo>
                    <a:pt x="2176" y="288"/>
                  </a:lnTo>
                  <a:lnTo>
                    <a:pt x="2177" y="237"/>
                  </a:lnTo>
                  <a:lnTo>
                    <a:pt x="2178" y="265"/>
                  </a:lnTo>
                  <a:lnTo>
                    <a:pt x="2178" y="265"/>
                  </a:lnTo>
                  <a:lnTo>
                    <a:pt x="2178" y="287"/>
                  </a:lnTo>
                  <a:lnTo>
                    <a:pt x="2179" y="238"/>
                  </a:lnTo>
                  <a:lnTo>
                    <a:pt x="2180" y="252"/>
                  </a:lnTo>
                  <a:lnTo>
                    <a:pt x="2180" y="252"/>
                  </a:lnTo>
                  <a:lnTo>
                    <a:pt x="2181" y="225"/>
                  </a:lnTo>
                  <a:lnTo>
                    <a:pt x="2182" y="312"/>
                  </a:lnTo>
                  <a:lnTo>
                    <a:pt x="2182" y="298"/>
                  </a:lnTo>
                  <a:lnTo>
                    <a:pt x="2182" y="298"/>
                  </a:lnTo>
                  <a:lnTo>
                    <a:pt x="2182" y="312"/>
                  </a:lnTo>
                  <a:lnTo>
                    <a:pt x="2182" y="197"/>
                  </a:lnTo>
                  <a:lnTo>
                    <a:pt x="2184" y="235"/>
                  </a:lnTo>
                  <a:lnTo>
                    <a:pt x="2184" y="235"/>
                  </a:lnTo>
                  <a:lnTo>
                    <a:pt x="2186" y="279"/>
                  </a:lnTo>
                  <a:lnTo>
                    <a:pt x="2186" y="258"/>
                  </a:lnTo>
                  <a:lnTo>
                    <a:pt x="2186" y="258"/>
                  </a:lnTo>
                  <a:lnTo>
                    <a:pt x="2187" y="285"/>
                  </a:lnTo>
                  <a:lnTo>
                    <a:pt x="2188" y="245"/>
                  </a:lnTo>
                  <a:lnTo>
                    <a:pt x="2188" y="266"/>
                  </a:lnTo>
                  <a:lnTo>
                    <a:pt x="2188" y="266"/>
                  </a:lnTo>
                  <a:lnTo>
                    <a:pt x="2189" y="277"/>
                  </a:lnTo>
                  <a:lnTo>
                    <a:pt x="2190" y="188"/>
                  </a:lnTo>
                  <a:lnTo>
                    <a:pt x="2190" y="195"/>
                  </a:lnTo>
                  <a:lnTo>
                    <a:pt x="2190" y="195"/>
                  </a:lnTo>
                  <a:lnTo>
                    <a:pt x="2190" y="195"/>
                  </a:lnTo>
                  <a:lnTo>
                    <a:pt x="2190" y="311"/>
                  </a:lnTo>
                  <a:lnTo>
                    <a:pt x="2192" y="271"/>
                  </a:lnTo>
                  <a:lnTo>
                    <a:pt x="2192" y="271"/>
                  </a:lnTo>
                  <a:lnTo>
                    <a:pt x="2193" y="241"/>
                  </a:lnTo>
                  <a:lnTo>
                    <a:pt x="2193" y="291"/>
                  </a:lnTo>
                  <a:lnTo>
                    <a:pt x="2194" y="272"/>
                  </a:lnTo>
                  <a:lnTo>
                    <a:pt x="2194" y="272"/>
                  </a:lnTo>
                  <a:lnTo>
                    <a:pt x="2195" y="281"/>
                  </a:lnTo>
                  <a:lnTo>
                    <a:pt x="2195" y="247"/>
                  </a:lnTo>
                  <a:lnTo>
                    <a:pt x="2196" y="260"/>
                  </a:lnTo>
                  <a:lnTo>
                    <a:pt x="2196" y="260"/>
                  </a:lnTo>
                  <a:lnTo>
                    <a:pt x="2197" y="247"/>
                  </a:lnTo>
                  <a:lnTo>
                    <a:pt x="2198" y="316"/>
                  </a:lnTo>
                  <a:lnTo>
                    <a:pt x="2198" y="259"/>
                  </a:lnTo>
                  <a:lnTo>
                    <a:pt x="2198" y="259"/>
                  </a:lnTo>
                  <a:lnTo>
                    <a:pt x="2199" y="305"/>
                  </a:lnTo>
                  <a:lnTo>
                    <a:pt x="2200" y="244"/>
                  </a:lnTo>
                  <a:lnTo>
                    <a:pt x="2200" y="255"/>
                  </a:lnTo>
                  <a:lnTo>
                    <a:pt x="2200" y="255"/>
                  </a:lnTo>
                  <a:lnTo>
                    <a:pt x="2201" y="288"/>
                  </a:lnTo>
                  <a:lnTo>
                    <a:pt x="2202" y="229"/>
                  </a:lnTo>
                  <a:lnTo>
                    <a:pt x="2202" y="268"/>
                  </a:lnTo>
                  <a:lnTo>
                    <a:pt x="2202" y="268"/>
                  </a:lnTo>
                  <a:lnTo>
                    <a:pt x="2202" y="282"/>
                  </a:lnTo>
                  <a:lnTo>
                    <a:pt x="2203" y="249"/>
                  </a:lnTo>
                  <a:lnTo>
                    <a:pt x="2204" y="273"/>
                  </a:lnTo>
                  <a:lnTo>
                    <a:pt x="2204" y="273"/>
                  </a:lnTo>
                  <a:lnTo>
                    <a:pt x="2204" y="298"/>
                  </a:lnTo>
                  <a:lnTo>
                    <a:pt x="2205" y="184"/>
                  </a:lnTo>
                  <a:lnTo>
                    <a:pt x="2206" y="275"/>
                  </a:lnTo>
                  <a:lnTo>
                    <a:pt x="2206" y="275"/>
                  </a:lnTo>
                  <a:lnTo>
                    <a:pt x="2207" y="225"/>
                  </a:lnTo>
                  <a:lnTo>
                    <a:pt x="2208" y="357"/>
                  </a:lnTo>
                  <a:lnTo>
                    <a:pt x="2208" y="320"/>
                  </a:lnTo>
                  <a:lnTo>
                    <a:pt x="2208" y="320"/>
                  </a:lnTo>
                  <a:lnTo>
                    <a:pt x="2208" y="370"/>
                  </a:lnTo>
                  <a:lnTo>
                    <a:pt x="2209" y="204"/>
                  </a:lnTo>
                  <a:lnTo>
                    <a:pt x="2210" y="227"/>
                  </a:lnTo>
                  <a:lnTo>
                    <a:pt x="2210" y="227"/>
                  </a:lnTo>
                  <a:lnTo>
                    <a:pt x="2210" y="218"/>
                  </a:lnTo>
                  <a:lnTo>
                    <a:pt x="2211" y="299"/>
                  </a:lnTo>
                  <a:lnTo>
                    <a:pt x="2212" y="285"/>
                  </a:lnTo>
                  <a:lnTo>
                    <a:pt x="2212" y="285"/>
                  </a:lnTo>
                  <a:lnTo>
                    <a:pt x="2213" y="226"/>
                  </a:lnTo>
                  <a:lnTo>
                    <a:pt x="2214" y="236"/>
                  </a:lnTo>
                  <a:lnTo>
                    <a:pt x="2214" y="236"/>
                  </a:lnTo>
                  <a:lnTo>
                    <a:pt x="2214" y="232"/>
                  </a:lnTo>
                  <a:lnTo>
                    <a:pt x="2214" y="292"/>
                  </a:lnTo>
                  <a:lnTo>
                    <a:pt x="2216" y="275"/>
                  </a:lnTo>
                  <a:lnTo>
                    <a:pt x="2216" y="274"/>
                  </a:lnTo>
                  <a:lnTo>
                    <a:pt x="2217" y="239"/>
                  </a:lnTo>
                  <a:lnTo>
                    <a:pt x="2218" y="310"/>
                  </a:lnTo>
                  <a:lnTo>
                    <a:pt x="2218" y="266"/>
                  </a:lnTo>
                  <a:lnTo>
                    <a:pt x="2218" y="266"/>
                  </a:lnTo>
                  <a:lnTo>
                    <a:pt x="2219" y="295"/>
                  </a:lnTo>
                  <a:lnTo>
                    <a:pt x="2220" y="239"/>
                  </a:lnTo>
                  <a:lnTo>
                    <a:pt x="2220" y="254"/>
                  </a:lnTo>
                  <a:lnTo>
                    <a:pt x="2220" y="254"/>
                  </a:lnTo>
                  <a:lnTo>
                    <a:pt x="2221" y="221"/>
                  </a:lnTo>
                  <a:lnTo>
                    <a:pt x="2222" y="279"/>
                  </a:lnTo>
                  <a:lnTo>
                    <a:pt x="2222" y="262"/>
                  </a:lnTo>
                  <a:lnTo>
                    <a:pt x="2222" y="262"/>
                  </a:lnTo>
                  <a:lnTo>
                    <a:pt x="2223" y="286"/>
                  </a:lnTo>
                  <a:lnTo>
                    <a:pt x="2224" y="215"/>
                  </a:lnTo>
                  <a:lnTo>
                    <a:pt x="2224" y="268"/>
                  </a:lnTo>
                  <a:lnTo>
                    <a:pt x="2224" y="268"/>
                  </a:lnTo>
                  <a:lnTo>
                    <a:pt x="2225" y="205"/>
                  </a:lnTo>
                  <a:lnTo>
                    <a:pt x="2226" y="290"/>
                  </a:lnTo>
                  <a:lnTo>
                    <a:pt x="2226" y="279"/>
                  </a:lnTo>
                  <a:lnTo>
                    <a:pt x="2226" y="279"/>
                  </a:lnTo>
                  <a:lnTo>
                    <a:pt x="2226" y="305"/>
                  </a:lnTo>
                  <a:lnTo>
                    <a:pt x="2227" y="241"/>
                  </a:lnTo>
                  <a:lnTo>
                    <a:pt x="2228" y="281"/>
                  </a:lnTo>
                  <a:lnTo>
                    <a:pt x="2228" y="281"/>
                  </a:lnTo>
                  <a:lnTo>
                    <a:pt x="2229" y="345"/>
                  </a:lnTo>
                  <a:lnTo>
                    <a:pt x="2229" y="248"/>
                  </a:lnTo>
                  <a:lnTo>
                    <a:pt x="2230" y="275"/>
                  </a:lnTo>
                  <a:lnTo>
                    <a:pt x="2230" y="275"/>
                  </a:lnTo>
                  <a:lnTo>
                    <a:pt x="2231" y="334"/>
                  </a:lnTo>
                  <a:lnTo>
                    <a:pt x="2232" y="218"/>
                  </a:lnTo>
                  <a:lnTo>
                    <a:pt x="2232" y="218"/>
                  </a:lnTo>
                  <a:lnTo>
                    <a:pt x="2232" y="218"/>
                  </a:lnTo>
                  <a:lnTo>
                    <a:pt x="2232" y="210"/>
                  </a:lnTo>
                  <a:lnTo>
                    <a:pt x="2234" y="283"/>
                  </a:lnTo>
                  <a:lnTo>
                    <a:pt x="2234" y="280"/>
                  </a:lnTo>
                  <a:lnTo>
                    <a:pt x="2234" y="280"/>
                  </a:lnTo>
                  <a:lnTo>
                    <a:pt x="2234" y="297"/>
                  </a:lnTo>
                  <a:lnTo>
                    <a:pt x="2235" y="230"/>
                  </a:lnTo>
                  <a:lnTo>
                    <a:pt x="2236" y="262"/>
                  </a:lnTo>
                  <a:lnTo>
                    <a:pt x="2236" y="261"/>
                  </a:lnTo>
                  <a:lnTo>
                    <a:pt x="2238" y="297"/>
                  </a:lnTo>
                  <a:lnTo>
                    <a:pt x="2238" y="198"/>
                  </a:lnTo>
                  <a:lnTo>
                    <a:pt x="2238" y="238"/>
                  </a:lnTo>
                  <a:lnTo>
                    <a:pt x="2238" y="238"/>
                  </a:lnTo>
                  <a:lnTo>
                    <a:pt x="2239" y="225"/>
                  </a:lnTo>
                  <a:lnTo>
                    <a:pt x="2239" y="324"/>
                  </a:lnTo>
                  <a:lnTo>
                    <a:pt x="2240" y="276"/>
                  </a:lnTo>
                  <a:lnTo>
                    <a:pt x="2240" y="276"/>
                  </a:lnTo>
                  <a:lnTo>
                    <a:pt x="2240" y="258"/>
                  </a:lnTo>
                  <a:lnTo>
                    <a:pt x="2241" y="291"/>
                  </a:lnTo>
                  <a:lnTo>
                    <a:pt x="2242" y="265"/>
                  </a:lnTo>
                  <a:lnTo>
                    <a:pt x="2242" y="265"/>
                  </a:lnTo>
                  <a:lnTo>
                    <a:pt x="2243" y="231"/>
                  </a:lnTo>
                  <a:lnTo>
                    <a:pt x="2243" y="277"/>
                  </a:lnTo>
                  <a:lnTo>
                    <a:pt x="2244" y="252"/>
                  </a:lnTo>
                  <a:lnTo>
                    <a:pt x="2244" y="252"/>
                  </a:lnTo>
                  <a:lnTo>
                    <a:pt x="2246" y="321"/>
                  </a:lnTo>
                  <a:lnTo>
                    <a:pt x="2246" y="214"/>
                  </a:lnTo>
                  <a:lnTo>
                    <a:pt x="2246" y="214"/>
                  </a:lnTo>
                  <a:lnTo>
                    <a:pt x="2246" y="170"/>
                  </a:lnTo>
                  <a:lnTo>
                    <a:pt x="2248" y="277"/>
                  </a:lnTo>
                  <a:lnTo>
                    <a:pt x="2248" y="268"/>
                  </a:lnTo>
                  <a:lnTo>
                    <a:pt x="2248" y="268"/>
                  </a:lnTo>
                  <a:lnTo>
                    <a:pt x="2249" y="295"/>
                  </a:lnTo>
                  <a:lnTo>
                    <a:pt x="2249" y="219"/>
                  </a:lnTo>
                  <a:lnTo>
                    <a:pt x="2250" y="244"/>
                  </a:lnTo>
                  <a:lnTo>
                    <a:pt x="2250" y="243"/>
                  </a:lnTo>
                  <a:lnTo>
                    <a:pt x="2250" y="211"/>
                  </a:lnTo>
                  <a:lnTo>
                    <a:pt x="2251" y="423"/>
                  </a:lnTo>
                  <a:lnTo>
                    <a:pt x="2252" y="256"/>
                  </a:lnTo>
                  <a:lnTo>
                    <a:pt x="2252" y="256"/>
                  </a:lnTo>
                  <a:lnTo>
                    <a:pt x="2253" y="300"/>
                  </a:lnTo>
                  <a:lnTo>
                    <a:pt x="2254" y="236"/>
                  </a:lnTo>
                  <a:lnTo>
                    <a:pt x="2254" y="285"/>
                  </a:lnTo>
                  <a:lnTo>
                    <a:pt x="2254" y="285"/>
                  </a:lnTo>
                  <a:lnTo>
                    <a:pt x="2254" y="295"/>
                  </a:lnTo>
                  <a:lnTo>
                    <a:pt x="2255" y="242"/>
                  </a:lnTo>
                  <a:lnTo>
                    <a:pt x="2256" y="265"/>
                  </a:lnTo>
                  <a:lnTo>
                    <a:pt x="2256" y="265"/>
                  </a:lnTo>
                  <a:lnTo>
                    <a:pt x="2257" y="247"/>
                  </a:lnTo>
                  <a:lnTo>
                    <a:pt x="2258" y="294"/>
                  </a:lnTo>
                  <a:lnTo>
                    <a:pt x="2258" y="263"/>
                  </a:lnTo>
                  <a:lnTo>
                    <a:pt x="2258" y="263"/>
                  </a:lnTo>
                  <a:lnTo>
                    <a:pt x="2260" y="285"/>
                  </a:lnTo>
                  <a:lnTo>
                    <a:pt x="2260" y="229"/>
                  </a:lnTo>
                  <a:lnTo>
                    <a:pt x="2260" y="259"/>
                  </a:lnTo>
                  <a:lnTo>
                    <a:pt x="2260" y="259"/>
                  </a:lnTo>
                  <a:lnTo>
                    <a:pt x="2261" y="297"/>
                  </a:lnTo>
                  <a:lnTo>
                    <a:pt x="2262" y="250"/>
                  </a:lnTo>
                  <a:lnTo>
                    <a:pt x="2262" y="263"/>
                  </a:lnTo>
                  <a:lnTo>
                    <a:pt x="2262" y="263"/>
                  </a:lnTo>
                  <a:lnTo>
                    <a:pt x="2263" y="250"/>
                  </a:lnTo>
                  <a:lnTo>
                    <a:pt x="2263" y="278"/>
                  </a:lnTo>
                  <a:lnTo>
                    <a:pt x="2264" y="275"/>
                  </a:lnTo>
                  <a:lnTo>
                    <a:pt x="2264" y="275"/>
                  </a:lnTo>
                  <a:lnTo>
                    <a:pt x="2264" y="250"/>
                  </a:lnTo>
                  <a:lnTo>
                    <a:pt x="2266" y="277"/>
                  </a:lnTo>
                  <a:lnTo>
                    <a:pt x="2266" y="259"/>
                  </a:lnTo>
                  <a:lnTo>
                    <a:pt x="2266" y="259"/>
                  </a:lnTo>
                  <a:lnTo>
                    <a:pt x="2267" y="307"/>
                  </a:lnTo>
                  <a:lnTo>
                    <a:pt x="2268" y="240"/>
                  </a:lnTo>
                  <a:lnTo>
                    <a:pt x="2268" y="241"/>
                  </a:lnTo>
                  <a:lnTo>
                    <a:pt x="2268" y="241"/>
                  </a:lnTo>
                  <a:lnTo>
                    <a:pt x="2269" y="322"/>
                  </a:lnTo>
                  <a:lnTo>
                    <a:pt x="2270" y="256"/>
                  </a:lnTo>
                  <a:lnTo>
                    <a:pt x="2270" y="256"/>
                  </a:lnTo>
                  <a:lnTo>
                    <a:pt x="2272" y="223"/>
                  </a:lnTo>
                  <a:lnTo>
                    <a:pt x="2272" y="280"/>
                  </a:lnTo>
                  <a:lnTo>
                    <a:pt x="2272" y="276"/>
                  </a:lnTo>
                  <a:lnTo>
                    <a:pt x="2272" y="276"/>
                  </a:lnTo>
                  <a:lnTo>
                    <a:pt x="2272" y="305"/>
                  </a:lnTo>
                  <a:lnTo>
                    <a:pt x="2273" y="191"/>
                  </a:lnTo>
                  <a:lnTo>
                    <a:pt x="2274" y="271"/>
                  </a:lnTo>
                  <a:lnTo>
                    <a:pt x="2274" y="271"/>
                  </a:lnTo>
                  <a:lnTo>
                    <a:pt x="2275" y="244"/>
                  </a:lnTo>
                  <a:lnTo>
                    <a:pt x="2275" y="282"/>
                  </a:lnTo>
                  <a:lnTo>
                    <a:pt x="2276" y="271"/>
                  </a:lnTo>
                  <a:lnTo>
                    <a:pt x="2276" y="271"/>
                  </a:lnTo>
                  <a:lnTo>
                    <a:pt x="2278" y="200"/>
                  </a:lnTo>
                  <a:lnTo>
                    <a:pt x="2278" y="326"/>
                  </a:lnTo>
                  <a:lnTo>
                    <a:pt x="2278" y="257"/>
                  </a:lnTo>
                  <a:lnTo>
                    <a:pt x="2278" y="257"/>
                  </a:lnTo>
                  <a:lnTo>
                    <a:pt x="2279" y="220"/>
                  </a:lnTo>
                  <a:lnTo>
                    <a:pt x="2280" y="301"/>
                  </a:lnTo>
                  <a:lnTo>
                    <a:pt x="2280" y="272"/>
                  </a:lnTo>
                  <a:lnTo>
                    <a:pt x="2280" y="272"/>
                  </a:lnTo>
                  <a:lnTo>
                    <a:pt x="2281" y="288"/>
                  </a:lnTo>
                  <a:lnTo>
                    <a:pt x="2282" y="240"/>
                  </a:lnTo>
                  <a:lnTo>
                    <a:pt x="2282" y="265"/>
                  </a:lnTo>
                  <a:lnTo>
                    <a:pt x="2282" y="265"/>
                  </a:lnTo>
                  <a:lnTo>
                    <a:pt x="2282" y="241"/>
                  </a:lnTo>
                  <a:lnTo>
                    <a:pt x="2283" y="316"/>
                  </a:lnTo>
                  <a:lnTo>
                    <a:pt x="2284" y="255"/>
                  </a:lnTo>
                  <a:lnTo>
                    <a:pt x="2284" y="255"/>
                  </a:lnTo>
                  <a:lnTo>
                    <a:pt x="2284" y="280"/>
                  </a:lnTo>
                  <a:lnTo>
                    <a:pt x="2285" y="231"/>
                  </a:lnTo>
                  <a:lnTo>
                    <a:pt x="2286" y="266"/>
                  </a:lnTo>
                  <a:lnTo>
                    <a:pt x="2286" y="266"/>
                  </a:lnTo>
                  <a:lnTo>
                    <a:pt x="2286" y="276"/>
                  </a:lnTo>
                  <a:lnTo>
                    <a:pt x="2287" y="245"/>
                  </a:lnTo>
                  <a:lnTo>
                    <a:pt x="2288" y="264"/>
                  </a:lnTo>
                  <a:lnTo>
                    <a:pt x="2288" y="264"/>
                  </a:lnTo>
                  <a:lnTo>
                    <a:pt x="2289" y="218"/>
                  </a:lnTo>
                  <a:lnTo>
                    <a:pt x="2289" y="290"/>
                  </a:lnTo>
                  <a:lnTo>
                    <a:pt x="2290" y="258"/>
                  </a:lnTo>
                  <a:lnTo>
                    <a:pt x="2290" y="258"/>
                  </a:lnTo>
                  <a:lnTo>
                    <a:pt x="2290" y="253"/>
                  </a:lnTo>
                  <a:lnTo>
                    <a:pt x="2292" y="294"/>
                  </a:lnTo>
                  <a:lnTo>
                    <a:pt x="2292" y="292"/>
                  </a:lnTo>
                  <a:lnTo>
                    <a:pt x="2292" y="292"/>
                  </a:lnTo>
                  <a:lnTo>
                    <a:pt x="2292" y="292"/>
                  </a:lnTo>
                  <a:lnTo>
                    <a:pt x="2294" y="226"/>
                  </a:lnTo>
                  <a:lnTo>
                    <a:pt x="2294" y="244"/>
                  </a:lnTo>
                  <a:lnTo>
                    <a:pt x="2294" y="245"/>
                  </a:lnTo>
                  <a:lnTo>
                    <a:pt x="2294" y="289"/>
                  </a:lnTo>
                  <a:lnTo>
                    <a:pt x="2295" y="173"/>
                  </a:lnTo>
                  <a:lnTo>
                    <a:pt x="2296" y="268"/>
                  </a:lnTo>
                  <a:lnTo>
                    <a:pt x="2296" y="268"/>
                  </a:lnTo>
                  <a:lnTo>
                    <a:pt x="2298" y="191"/>
                  </a:lnTo>
                  <a:lnTo>
                    <a:pt x="2298" y="288"/>
                  </a:lnTo>
                  <a:lnTo>
                    <a:pt x="2298" y="286"/>
                  </a:lnTo>
                  <a:lnTo>
                    <a:pt x="2298" y="286"/>
                  </a:lnTo>
                  <a:lnTo>
                    <a:pt x="2298" y="289"/>
                  </a:lnTo>
                  <a:lnTo>
                    <a:pt x="2300" y="233"/>
                  </a:lnTo>
                  <a:lnTo>
                    <a:pt x="2300" y="264"/>
                  </a:lnTo>
                  <a:lnTo>
                    <a:pt x="2300" y="264"/>
                  </a:lnTo>
                  <a:lnTo>
                    <a:pt x="2302" y="273"/>
                  </a:lnTo>
                  <a:lnTo>
                    <a:pt x="2302" y="239"/>
                  </a:lnTo>
                  <a:lnTo>
                    <a:pt x="2302" y="240"/>
                  </a:lnTo>
                  <a:lnTo>
                    <a:pt x="2302" y="240"/>
                  </a:lnTo>
                  <a:lnTo>
                    <a:pt x="2303" y="308"/>
                  </a:lnTo>
                  <a:lnTo>
                    <a:pt x="2303" y="239"/>
                  </a:lnTo>
                  <a:lnTo>
                    <a:pt x="2304" y="265"/>
                  </a:lnTo>
                  <a:lnTo>
                    <a:pt x="2304" y="265"/>
                  </a:lnTo>
                  <a:lnTo>
                    <a:pt x="2305" y="378"/>
                  </a:lnTo>
                  <a:lnTo>
                    <a:pt x="2306" y="253"/>
                  </a:lnTo>
                  <a:lnTo>
                    <a:pt x="2306" y="256"/>
                  </a:lnTo>
                  <a:lnTo>
                    <a:pt x="2306" y="256"/>
                  </a:lnTo>
                  <a:lnTo>
                    <a:pt x="2307" y="316"/>
                  </a:lnTo>
                  <a:lnTo>
                    <a:pt x="2308" y="227"/>
                  </a:lnTo>
                  <a:lnTo>
                    <a:pt x="2308" y="238"/>
                  </a:lnTo>
                  <a:lnTo>
                    <a:pt x="2308" y="238"/>
                  </a:lnTo>
                  <a:lnTo>
                    <a:pt x="2309" y="288"/>
                  </a:lnTo>
                  <a:lnTo>
                    <a:pt x="2309" y="226"/>
                  </a:lnTo>
                  <a:lnTo>
                    <a:pt x="2310" y="255"/>
                  </a:lnTo>
                  <a:lnTo>
                    <a:pt x="2310" y="256"/>
                  </a:lnTo>
                  <a:lnTo>
                    <a:pt x="2311" y="248"/>
                  </a:lnTo>
                  <a:lnTo>
                    <a:pt x="2312" y="273"/>
                  </a:lnTo>
                  <a:lnTo>
                    <a:pt x="2312" y="262"/>
                  </a:lnTo>
                  <a:lnTo>
                    <a:pt x="2312" y="262"/>
                  </a:lnTo>
                  <a:lnTo>
                    <a:pt x="2313" y="171"/>
                  </a:lnTo>
                  <a:lnTo>
                    <a:pt x="2314" y="289"/>
                  </a:lnTo>
                  <a:lnTo>
                    <a:pt x="2314" y="283"/>
                  </a:lnTo>
                  <a:lnTo>
                    <a:pt x="2314" y="283"/>
                  </a:lnTo>
                  <a:lnTo>
                    <a:pt x="2314" y="295"/>
                  </a:lnTo>
                  <a:lnTo>
                    <a:pt x="2316" y="250"/>
                  </a:lnTo>
                  <a:lnTo>
                    <a:pt x="2316" y="266"/>
                  </a:lnTo>
                  <a:lnTo>
                    <a:pt x="2316" y="266"/>
                  </a:lnTo>
                  <a:lnTo>
                    <a:pt x="2317" y="220"/>
                  </a:lnTo>
                  <a:lnTo>
                    <a:pt x="2318" y="306"/>
                  </a:lnTo>
                  <a:lnTo>
                    <a:pt x="2318" y="256"/>
                  </a:lnTo>
                  <a:lnTo>
                    <a:pt x="2318" y="256"/>
                  </a:lnTo>
                  <a:lnTo>
                    <a:pt x="2319" y="286"/>
                  </a:lnTo>
                  <a:lnTo>
                    <a:pt x="2320" y="237"/>
                  </a:lnTo>
                  <a:lnTo>
                    <a:pt x="2320" y="236"/>
                  </a:lnTo>
                  <a:lnTo>
                    <a:pt x="2320" y="224"/>
                  </a:lnTo>
                  <a:lnTo>
                    <a:pt x="2322" y="280"/>
                  </a:lnTo>
                  <a:lnTo>
                    <a:pt x="2322" y="246"/>
                  </a:lnTo>
                  <a:lnTo>
                    <a:pt x="2322" y="246"/>
                  </a:lnTo>
                  <a:lnTo>
                    <a:pt x="2324" y="285"/>
                  </a:lnTo>
                  <a:lnTo>
                    <a:pt x="2324" y="209"/>
                  </a:lnTo>
                  <a:lnTo>
                    <a:pt x="2324" y="213"/>
                  </a:lnTo>
                  <a:lnTo>
                    <a:pt x="2324" y="213"/>
                  </a:lnTo>
                  <a:lnTo>
                    <a:pt x="2324" y="200"/>
                  </a:lnTo>
                  <a:lnTo>
                    <a:pt x="2325" y="309"/>
                  </a:lnTo>
                  <a:lnTo>
                    <a:pt x="2326" y="265"/>
                  </a:lnTo>
                  <a:lnTo>
                    <a:pt x="2326" y="265"/>
                  </a:lnTo>
                  <a:lnTo>
                    <a:pt x="2328" y="239"/>
                  </a:lnTo>
                  <a:lnTo>
                    <a:pt x="2328" y="288"/>
                  </a:lnTo>
                  <a:lnTo>
                    <a:pt x="2328" y="288"/>
                  </a:lnTo>
                  <a:lnTo>
                    <a:pt x="2328" y="288"/>
                  </a:lnTo>
                  <a:lnTo>
                    <a:pt x="2328" y="294"/>
                  </a:lnTo>
                  <a:lnTo>
                    <a:pt x="2330" y="231"/>
                  </a:lnTo>
                  <a:lnTo>
                    <a:pt x="2330" y="239"/>
                  </a:lnTo>
                  <a:lnTo>
                    <a:pt x="2330" y="239"/>
                  </a:lnTo>
                  <a:lnTo>
                    <a:pt x="2330" y="231"/>
                  </a:lnTo>
                  <a:lnTo>
                    <a:pt x="2332" y="277"/>
                  </a:lnTo>
                  <a:lnTo>
                    <a:pt x="2332" y="262"/>
                  </a:lnTo>
                  <a:lnTo>
                    <a:pt x="2332" y="263"/>
                  </a:lnTo>
                  <a:lnTo>
                    <a:pt x="2333" y="244"/>
                  </a:lnTo>
                  <a:lnTo>
                    <a:pt x="2334" y="335"/>
                  </a:lnTo>
                  <a:lnTo>
                    <a:pt x="2334" y="260"/>
                  </a:lnTo>
                  <a:lnTo>
                    <a:pt x="2334" y="260"/>
                  </a:lnTo>
                  <a:lnTo>
                    <a:pt x="2335" y="232"/>
                  </a:lnTo>
                  <a:lnTo>
                    <a:pt x="2335" y="291"/>
                  </a:lnTo>
                  <a:lnTo>
                    <a:pt x="2336" y="261"/>
                  </a:lnTo>
                  <a:lnTo>
                    <a:pt x="2336" y="261"/>
                  </a:lnTo>
                  <a:lnTo>
                    <a:pt x="2337" y="241"/>
                  </a:lnTo>
                  <a:lnTo>
                    <a:pt x="2337" y="335"/>
                  </a:lnTo>
                  <a:lnTo>
                    <a:pt x="2338" y="281"/>
                  </a:lnTo>
                </a:path>
              </a:pathLst>
            </a:custGeom>
            <a:noFill/>
            <a:ln w="1270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9A3E4862-0181-AC9A-AA33-28BB771FC44C}"/>
                </a:ext>
              </a:extLst>
            </p:cNvPr>
            <p:cNvGrpSpPr/>
            <p:nvPr/>
          </p:nvGrpSpPr>
          <p:grpSpPr>
            <a:xfrm>
              <a:off x="7749714" y="2050255"/>
              <a:ext cx="2080085" cy="1376363"/>
              <a:chOff x="7959265" y="3351747"/>
              <a:chExt cx="1955856" cy="1174750"/>
            </a:xfrm>
          </p:grpSpPr>
          <p:sp>
            <p:nvSpPr>
              <p:cNvPr id="236" name="Freeform 232">
                <a:extLst>
                  <a:ext uri="{FF2B5EF4-FFF2-40B4-BE49-F238E27FC236}">
                    <a16:creationId xmlns:a16="http://schemas.microsoft.com/office/drawing/2014/main" id="{873BDB14-89D8-A46D-E39B-3B3373FFF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9265" y="3351747"/>
                <a:ext cx="1955856" cy="995363"/>
              </a:xfrm>
              <a:custGeom>
                <a:avLst/>
                <a:gdLst>
                  <a:gd name="T0" fmla="*/ 38 w 2442"/>
                  <a:gd name="T1" fmla="*/ 467 h 627"/>
                  <a:gd name="T2" fmla="*/ 78 w 2442"/>
                  <a:gd name="T3" fmla="*/ 521 h 627"/>
                  <a:gd name="T4" fmla="*/ 114 w 2442"/>
                  <a:gd name="T5" fmla="*/ 512 h 627"/>
                  <a:gd name="T6" fmla="*/ 154 w 2442"/>
                  <a:gd name="T7" fmla="*/ 529 h 627"/>
                  <a:gd name="T8" fmla="*/ 196 w 2442"/>
                  <a:gd name="T9" fmla="*/ 462 h 627"/>
                  <a:gd name="T10" fmla="*/ 235 w 2442"/>
                  <a:gd name="T11" fmla="*/ 462 h 627"/>
                  <a:gd name="T12" fmla="*/ 279 w 2442"/>
                  <a:gd name="T13" fmla="*/ 534 h 627"/>
                  <a:gd name="T14" fmla="*/ 315 w 2442"/>
                  <a:gd name="T15" fmla="*/ 579 h 627"/>
                  <a:gd name="T16" fmla="*/ 358 w 2442"/>
                  <a:gd name="T17" fmla="*/ 542 h 627"/>
                  <a:gd name="T18" fmla="*/ 399 w 2442"/>
                  <a:gd name="T19" fmla="*/ 488 h 627"/>
                  <a:gd name="T20" fmla="*/ 431 w 2442"/>
                  <a:gd name="T21" fmla="*/ 464 h 627"/>
                  <a:gd name="T22" fmla="*/ 467 w 2442"/>
                  <a:gd name="T23" fmla="*/ 490 h 627"/>
                  <a:gd name="T24" fmla="*/ 509 w 2442"/>
                  <a:gd name="T25" fmla="*/ 264 h 627"/>
                  <a:gd name="T26" fmla="*/ 551 w 2442"/>
                  <a:gd name="T27" fmla="*/ 45 h 627"/>
                  <a:gd name="T28" fmla="*/ 603 w 2442"/>
                  <a:gd name="T29" fmla="*/ 290 h 627"/>
                  <a:gd name="T30" fmla="*/ 647 w 2442"/>
                  <a:gd name="T31" fmla="*/ 360 h 627"/>
                  <a:gd name="T32" fmla="*/ 695 w 2442"/>
                  <a:gd name="T33" fmla="*/ 406 h 627"/>
                  <a:gd name="T34" fmla="*/ 735 w 2442"/>
                  <a:gd name="T35" fmla="*/ 448 h 627"/>
                  <a:gd name="T36" fmla="*/ 779 w 2442"/>
                  <a:gd name="T37" fmla="*/ 467 h 627"/>
                  <a:gd name="T38" fmla="*/ 808 w 2442"/>
                  <a:gd name="T39" fmla="*/ 473 h 627"/>
                  <a:gd name="T40" fmla="*/ 847 w 2442"/>
                  <a:gd name="T41" fmla="*/ 472 h 627"/>
                  <a:gd name="T42" fmla="*/ 884 w 2442"/>
                  <a:gd name="T43" fmla="*/ 479 h 627"/>
                  <a:gd name="T44" fmla="*/ 928 w 2442"/>
                  <a:gd name="T45" fmla="*/ 570 h 627"/>
                  <a:gd name="T46" fmla="*/ 980 w 2442"/>
                  <a:gd name="T47" fmla="*/ 380 h 627"/>
                  <a:gd name="T48" fmla="*/ 1024 w 2442"/>
                  <a:gd name="T49" fmla="*/ 365 h 627"/>
                  <a:gd name="T50" fmla="*/ 1060 w 2442"/>
                  <a:gd name="T51" fmla="*/ 347 h 627"/>
                  <a:gd name="T52" fmla="*/ 1104 w 2442"/>
                  <a:gd name="T53" fmla="*/ 439 h 627"/>
                  <a:gd name="T54" fmla="*/ 1148 w 2442"/>
                  <a:gd name="T55" fmla="*/ 606 h 627"/>
                  <a:gd name="T56" fmla="*/ 1192 w 2442"/>
                  <a:gd name="T57" fmla="*/ 355 h 627"/>
                  <a:gd name="T58" fmla="*/ 1228 w 2442"/>
                  <a:gd name="T59" fmla="*/ 473 h 627"/>
                  <a:gd name="T60" fmla="*/ 1267 w 2442"/>
                  <a:gd name="T61" fmla="*/ 458 h 627"/>
                  <a:gd name="T62" fmla="*/ 1304 w 2442"/>
                  <a:gd name="T63" fmla="*/ 481 h 627"/>
                  <a:gd name="T64" fmla="*/ 1336 w 2442"/>
                  <a:gd name="T65" fmla="*/ 477 h 627"/>
                  <a:gd name="T66" fmla="*/ 1373 w 2442"/>
                  <a:gd name="T67" fmla="*/ 490 h 627"/>
                  <a:gd name="T68" fmla="*/ 1408 w 2442"/>
                  <a:gd name="T69" fmla="*/ 445 h 627"/>
                  <a:gd name="T70" fmla="*/ 1445 w 2442"/>
                  <a:gd name="T71" fmla="*/ 470 h 627"/>
                  <a:gd name="T72" fmla="*/ 1489 w 2442"/>
                  <a:gd name="T73" fmla="*/ 559 h 627"/>
                  <a:gd name="T74" fmla="*/ 1525 w 2442"/>
                  <a:gd name="T75" fmla="*/ 586 h 627"/>
                  <a:gd name="T76" fmla="*/ 1565 w 2442"/>
                  <a:gd name="T77" fmla="*/ 536 h 627"/>
                  <a:gd name="T78" fmla="*/ 1600 w 2442"/>
                  <a:gd name="T79" fmla="*/ 515 h 627"/>
                  <a:gd name="T80" fmla="*/ 1641 w 2442"/>
                  <a:gd name="T81" fmla="*/ 591 h 627"/>
                  <a:gd name="T82" fmla="*/ 1681 w 2442"/>
                  <a:gd name="T83" fmla="*/ 612 h 627"/>
                  <a:gd name="T84" fmla="*/ 1715 w 2442"/>
                  <a:gd name="T85" fmla="*/ 561 h 627"/>
                  <a:gd name="T86" fmla="*/ 1757 w 2442"/>
                  <a:gd name="T87" fmla="*/ 576 h 627"/>
                  <a:gd name="T88" fmla="*/ 1791 w 2442"/>
                  <a:gd name="T89" fmla="*/ 527 h 627"/>
                  <a:gd name="T90" fmla="*/ 1825 w 2442"/>
                  <a:gd name="T91" fmla="*/ 511 h 627"/>
                  <a:gd name="T92" fmla="*/ 1858 w 2442"/>
                  <a:gd name="T93" fmla="*/ 517 h 627"/>
                  <a:gd name="T94" fmla="*/ 1889 w 2442"/>
                  <a:gd name="T95" fmla="*/ 538 h 627"/>
                  <a:gd name="T96" fmla="*/ 1929 w 2442"/>
                  <a:gd name="T97" fmla="*/ 550 h 627"/>
                  <a:gd name="T98" fmla="*/ 1965 w 2442"/>
                  <a:gd name="T99" fmla="*/ 577 h 627"/>
                  <a:gd name="T100" fmla="*/ 2010 w 2442"/>
                  <a:gd name="T101" fmla="*/ 603 h 627"/>
                  <a:gd name="T102" fmla="*/ 2046 w 2442"/>
                  <a:gd name="T103" fmla="*/ 553 h 627"/>
                  <a:gd name="T104" fmla="*/ 2078 w 2442"/>
                  <a:gd name="T105" fmla="*/ 553 h 627"/>
                  <a:gd name="T106" fmla="*/ 2122 w 2442"/>
                  <a:gd name="T107" fmla="*/ 513 h 627"/>
                  <a:gd name="T108" fmla="*/ 2166 w 2442"/>
                  <a:gd name="T109" fmla="*/ 574 h 627"/>
                  <a:gd name="T110" fmla="*/ 2204 w 2442"/>
                  <a:gd name="T111" fmla="*/ 531 h 627"/>
                  <a:gd name="T112" fmla="*/ 2242 w 2442"/>
                  <a:gd name="T113" fmla="*/ 533 h 627"/>
                  <a:gd name="T114" fmla="*/ 2280 w 2442"/>
                  <a:gd name="T115" fmla="*/ 586 h 627"/>
                  <a:gd name="T116" fmla="*/ 2314 w 2442"/>
                  <a:gd name="T117" fmla="*/ 611 h 627"/>
                  <a:gd name="T118" fmla="*/ 2350 w 2442"/>
                  <a:gd name="T119" fmla="*/ 585 h 627"/>
                  <a:gd name="T120" fmla="*/ 2391 w 2442"/>
                  <a:gd name="T121" fmla="*/ 580 h 627"/>
                  <a:gd name="T122" fmla="*/ 2426 w 2442"/>
                  <a:gd name="T123" fmla="*/ 565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442" h="627">
                    <a:moveTo>
                      <a:pt x="0" y="480"/>
                    </a:moveTo>
                    <a:lnTo>
                      <a:pt x="2" y="475"/>
                    </a:lnTo>
                    <a:lnTo>
                      <a:pt x="2" y="475"/>
                    </a:lnTo>
                    <a:lnTo>
                      <a:pt x="4" y="473"/>
                    </a:lnTo>
                    <a:lnTo>
                      <a:pt x="6" y="476"/>
                    </a:lnTo>
                    <a:lnTo>
                      <a:pt x="6" y="476"/>
                    </a:lnTo>
                    <a:lnTo>
                      <a:pt x="10" y="483"/>
                    </a:lnTo>
                    <a:lnTo>
                      <a:pt x="10" y="483"/>
                    </a:lnTo>
                    <a:lnTo>
                      <a:pt x="10" y="483"/>
                    </a:lnTo>
                    <a:lnTo>
                      <a:pt x="12" y="483"/>
                    </a:lnTo>
                    <a:lnTo>
                      <a:pt x="14" y="486"/>
                    </a:lnTo>
                    <a:lnTo>
                      <a:pt x="14" y="486"/>
                    </a:lnTo>
                    <a:lnTo>
                      <a:pt x="18" y="491"/>
                    </a:lnTo>
                    <a:lnTo>
                      <a:pt x="18" y="491"/>
                    </a:lnTo>
                    <a:lnTo>
                      <a:pt x="20" y="493"/>
                    </a:lnTo>
                    <a:lnTo>
                      <a:pt x="22" y="491"/>
                    </a:lnTo>
                    <a:lnTo>
                      <a:pt x="22" y="491"/>
                    </a:lnTo>
                    <a:lnTo>
                      <a:pt x="25" y="486"/>
                    </a:lnTo>
                    <a:lnTo>
                      <a:pt x="26" y="488"/>
                    </a:lnTo>
                    <a:lnTo>
                      <a:pt x="26" y="488"/>
                    </a:lnTo>
                    <a:lnTo>
                      <a:pt x="30" y="473"/>
                    </a:lnTo>
                    <a:lnTo>
                      <a:pt x="30" y="473"/>
                    </a:lnTo>
                    <a:lnTo>
                      <a:pt x="34" y="461"/>
                    </a:lnTo>
                    <a:lnTo>
                      <a:pt x="34" y="461"/>
                    </a:lnTo>
                    <a:lnTo>
                      <a:pt x="34" y="460"/>
                    </a:lnTo>
                    <a:lnTo>
                      <a:pt x="38" y="467"/>
                    </a:lnTo>
                    <a:lnTo>
                      <a:pt x="38" y="467"/>
                    </a:lnTo>
                    <a:lnTo>
                      <a:pt x="40" y="473"/>
                    </a:lnTo>
                    <a:lnTo>
                      <a:pt x="42" y="471"/>
                    </a:lnTo>
                    <a:lnTo>
                      <a:pt x="42" y="472"/>
                    </a:lnTo>
                    <a:lnTo>
                      <a:pt x="46" y="481"/>
                    </a:lnTo>
                    <a:lnTo>
                      <a:pt x="46" y="481"/>
                    </a:lnTo>
                    <a:lnTo>
                      <a:pt x="50" y="497"/>
                    </a:lnTo>
                    <a:lnTo>
                      <a:pt x="50" y="497"/>
                    </a:lnTo>
                    <a:lnTo>
                      <a:pt x="51" y="499"/>
                    </a:lnTo>
                    <a:lnTo>
                      <a:pt x="54" y="493"/>
                    </a:lnTo>
                    <a:lnTo>
                      <a:pt x="54" y="493"/>
                    </a:lnTo>
                    <a:lnTo>
                      <a:pt x="58" y="488"/>
                    </a:lnTo>
                    <a:lnTo>
                      <a:pt x="58" y="488"/>
                    </a:lnTo>
                    <a:lnTo>
                      <a:pt x="62" y="497"/>
                    </a:lnTo>
                    <a:lnTo>
                      <a:pt x="62" y="496"/>
                    </a:lnTo>
                    <a:lnTo>
                      <a:pt x="62" y="496"/>
                    </a:lnTo>
                    <a:lnTo>
                      <a:pt x="63" y="495"/>
                    </a:lnTo>
                    <a:lnTo>
                      <a:pt x="66" y="500"/>
                    </a:lnTo>
                    <a:lnTo>
                      <a:pt x="66" y="500"/>
                    </a:lnTo>
                    <a:lnTo>
                      <a:pt x="70" y="511"/>
                    </a:lnTo>
                    <a:lnTo>
                      <a:pt x="70" y="511"/>
                    </a:lnTo>
                    <a:lnTo>
                      <a:pt x="73" y="519"/>
                    </a:lnTo>
                    <a:lnTo>
                      <a:pt x="74" y="518"/>
                    </a:lnTo>
                    <a:lnTo>
                      <a:pt x="74" y="518"/>
                    </a:lnTo>
                    <a:lnTo>
                      <a:pt x="76" y="517"/>
                    </a:lnTo>
                    <a:lnTo>
                      <a:pt x="78" y="521"/>
                    </a:lnTo>
                    <a:lnTo>
                      <a:pt x="78" y="521"/>
                    </a:lnTo>
                    <a:lnTo>
                      <a:pt x="82" y="530"/>
                    </a:lnTo>
                    <a:lnTo>
                      <a:pt x="82" y="530"/>
                    </a:lnTo>
                    <a:lnTo>
                      <a:pt x="82" y="530"/>
                    </a:lnTo>
                    <a:lnTo>
                      <a:pt x="82" y="530"/>
                    </a:lnTo>
                    <a:lnTo>
                      <a:pt x="86" y="524"/>
                    </a:lnTo>
                    <a:lnTo>
                      <a:pt x="86" y="524"/>
                    </a:lnTo>
                    <a:lnTo>
                      <a:pt x="86" y="524"/>
                    </a:lnTo>
                    <a:lnTo>
                      <a:pt x="87" y="524"/>
                    </a:lnTo>
                    <a:lnTo>
                      <a:pt x="90" y="528"/>
                    </a:lnTo>
                    <a:lnTo>
                      <a:pt x="90" y="528"/>
                    </a:lnTo>
                    <a:lnTo>
                      <a:pt x="94" y="540"/>
                    </a:lnTo>
                    <a:lnTo>
                      <a:pt x="94" y="540"/>
                    </a:lnTo>
                    <a:lnTo>
                      <a:pt x="97" y="545"/>
                    </a:lnTo>
                    <a:lnTo>
                      <a:pt x="98" y="545"/>
                    </a:lnTo>
                    <a:lnTo>
                      <a:pt x="98" y="545"/>
                    </a:lnTo>
                    <a:lnTo>
                      <a:pt x="98" y="545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06" y="533"/>
                    </a:lnTo>
                    <a:lnTo>
                      <a:pt x="106" y="533"/>
                    </a:lnTo>
                    <a:lnTo>
                      <a:pt x="110" y="518"/>
                    </a:lnTo>
                    <a:lnTo>
                      <a:pt x="110" y="518"/>
                    </a:lnTo>
                    <a:lnTo>
                      <a:pt x="112" y="511"/>
                    </a:lnTo>
                    <a:lnTo>
                      <a:pt x="114" y="512"/>
                    </a:lnTo>
                    <a:lnTo>
                      <a:pt x="114" y="512"/>
                    </a:lnTo>
                    <a:lnTo>
                      <a:pt x="118" y="505"/>
                    </a:lnTo>
                    <a:lnTo>
                      <a:pt x="118" y="505"/>
                    </a:lnTo>
                    <a:lnTo>
                      <a:pt x="122" y="494"/>
                    </a:lnTo>
                    <a:lnTo>
                      <a:pt x="122" y="494"/>
                    </a:lnTo>
                    <a:lnTo>
                      <a:pt x="126" y="488"/>
                    </a:lnTo>
                    <a:lnTo>
                      <a:pt x="126" y="489"/>
                    </a:lnTo>
                    <a:lnTo>
                      <a:pt x="126" y="489"/>
                    </a:lnTo>
                    <a:lnTo>
                      <a:pt x="127" y="489"/>
                    </a:lnTo>
                    <a:lnTo>
                      <a:pt x="130" y="485"/>
                    </a:lnTo>
                    <a:lnTo>
                      <a:pt x="130" y="486"/>
                    </a:lnTo>
                    <a:lnTo>
                      <a:pt x="130" y="486"/>
                    </a:lnTo>
                    <a:lnTo>
                      <a:pt x="132" y="489"/>
                    </a:lnTo>
                    <a:lnTo>
                      <a:pt x="134" y="489"/>
                    </a:lnTo>
                    <a:lnTo>
                      <a:pt x="134" y="489"/>
                    </a:lnTo>
                    <a:lnTo>
                      <a:pt x="136" y="488"/>
                    </a:lnTo>
                    <a:lnTo>
                      <a:pt x="138" y="494"/>
                    </a:lnTo>
                    <a:lnTo>
                      <a:pt x="138" y="494"/>
                    </a:lnTo>
                    <a:lnTo>
                      <a:pt x="142" y="503"/>
                    </a:lnTo>
                    <a:lnTo>
                      <a:pt x="142" y="503"/>
                    </a:lnTo>
                    <a:lnTo>
                      <a:pt x="144" y="501"/>
                    </a:lnTo>
                    <a:lnTo>
                      <a:pt x="146" y="507"/>
                    </a:lnTo>
                    <a:lnTo>
                      <a:pt x="146" y="507"/>
                    </a:lnTo>
                    <a:lnTo>
                      <a:pt x="150" y="521"/>
                    </a:lnTo>
                    <a:lnTo>
                      <a:pt x="150" y="521"/>
                    </a:lnTo>
                    <a:lnTo>
                      <a:pt x="152" y="520"/>
                    </a:lnTo>
                    <a:lnTo>
                      <a:pt x="154" y="529"/>
                    </a:lnTo>
                    <a:lnTo>
                      <a:pt x="154" y="529"/>
                    </a:lnTo>
                    <a:lnTo>
                      <a:pt x="158" y="542"/>
                    </a:lnTo>
                    <a:lnTo>
                      <a:pt x="158" y="542"/>
                    </a:lnTo>
                    <a:lnTo>
                      <a:pt x="159" y="542"/>
                    </a:lnTo>
                    <a:lnTo>
                      <a:pt x="162" y="550"/>
                    </a:lnTo>
                    <a:lnTo>
                      <a:pt x="162" y="550"/>
                    </a:lnTo>
                    <a:lnTo>
                      <a:pt x="164" y="549"/>
                    </a:lnTo>
                    <a:lnTo>
                      <a:pt x="166" y="554"/>
                    </a:lnTo>
                    <a:lnTo>
                      <a:pt x="166" y="554"/>
                    </a:lnTo>
                    <a:lnTo>
                      <a:pt x="168" y="557"/>
                    </a:lnTo>
                    <a:lnTo>
                      <a:pt x="170" y="554"/>
                    </a:lnTo>
                    <a:lnTo>
                      <a:pt x="170" y="554"/>
                    </a:lnTo>
                    <a:lnTo>
                      <a:pt x="171" y="554"/>
                    </a:lnTo>
                    <a:lnTo>
                      <a:pt x="174" y="547"/>
                    </a:lnTo>
                    <a:lnTo>
                      <a:pt x="174" y="547"/>
                    </a:lnTo>
                    <a:lnTo>
                      <a:pt x="178" y="531"/>
                    </a:lnTo>
                    <a:lnTo>
                      <a:pt x="178" y="531"/>
                    </a:lnTo>
                    <a:lnTo>
                      <a:pt x="182" y="519"/>
                    </a:lnTo>
                    <a:lnTo>
                      <a:pt x="182" y="519"/>
                    </a:lnTo>
                    <a:lnTo>
                      <a:pt x="186" y="507"/>
                    </a:lnTo>
                    <a:lnTo>
                      <a:pt x="186" y="506"/>
                    </a:lnTo>
                    <a:lnTo>
                      <a:pt x="190" y="491"/>
                    </a:lnTo>
                    <a:lnTo>
                      <a:pt x="190" y="491"/>
                    </a:lnTo>
                    <a:lnTo>
                      <a:pt x="194" y="470"/>
                    </a:lnTo>
                    <a:lnTo>
                      <a:pt x="194" y="470"/>
                    </a:lnTo>
                    <a:lnTo>
                      <a:pt x="196" y="462"/>
                    </a:lnTo>
                    <a:lnTo>
                      <a:pt x="198" y="465"/>
                    </a:lnTo>
                    <a:lnTo>
                      <a:pt x="199" y="465"/>
                    </a:lnTo>
                    <a:lnTo>
                      <a:pt x="200" y="466"/>
                    </a:lnTo>
                    <a:lnTo>
                      <a:pt x="202" y="459"/>
                    </a:lnTo>
                    <a:lnTo>
                      <a:pt x="202" y="459"/>
                    </a:lnTo>
                    <a:lnTo>
                      <a:pt x="206" y="447"/>
                    </a:lnTo>
                    <a:lnTo>
                      <a:pt x="206" y="447"/>
                    </a:lnTo>
                    <a:lnTo>
                      <a:pt x="209" y="445"/>
                    </a:lnTo>
                    <a:lnTo>
                      <a:pt x="210" y="448"/>
                    </a:lnTo>
                    <a:lnTo>
                      <a:pt x="211" y="448"/>
                    </a:lnTo>
                    <a:lnTo>
                      <a:pt x="214" y="453"/>
                    </a:lnTo>
                    <a:lnTo>
                      <a:pt x="214" y="453"/>
                    </a:lnTo>
                    <a:lnTo>
                      <a:pt x="218" y="458"/>
                    </a:lnTo>
                    <a:lnTo>
                      <a:pt x="218" y="458"/>
                    </a:lnTo>
                    <a:lnTo>
                      <a:pt x="221" y="462"/>
                    </a:lnTo>
                    <a:lnTo>
                      <a:pt x="222" y="462"/>
                    </a:lnTo>
                    <a:lnTo>
                      <a:pt x="222" y="462"/>
                    </a:lnTo>
                    <a:lnTo>
                      <a:pt x="226" y="465"/>
                    </a:lnTo>
                    <a:lnTo>
                      <a:pt x="226" y="465"/>
                    </a:lnTo>
                    <a:lnTo>
                      <a:pt x="226" y="465"/>
                    </a:lnTo>
                    <a:lnTo>
                      <a:pt x="230" y="463"/>
                    </a:lnTo>
                    <a:lnTo>
                      <a:pt x="230" y="463"/>
                    </a:lnTo>
                    <a:lnTo>
                      <a:pt x="232" y="461"/>
                    </a:lnTo>
                    <a:lnTo>
                      <a:pt x="234" y="463"/>
                    </a:lnTo>
                    <a:lnTo>
                      <a:pt x="234" y="462"/>
                    </a:lnTo>
                    <a:lnTo>
                      <a:pt x="235" y="462"/>
                    </a:lnTo>
                    <a:lnTo>
                      <a:pt x="238" y="453"/>
                    </a:lnTo>
                    <a:lnTo>
                      <a:pt x="238" y="453"/>
                    </a:lnTo>
                    <a:lnTo>
                      <a:pt x="239" y="450"/>
                    </a:lnTo>
                    <a:lnTo>
                      <a:pt x="242" y="457"/>
                    </a:lnTo>
                    <a:lnTo>
                      <a:pt x="242" y="457"/>
                    </a:lnTo>
                    <a:lnTo>
                      <a:pt x="246" y="464"/>
                    </a:lnTo>
                    <a:lnTo>
                      <a:pt x="247" y="464"/>
                    </a:lnTo>
                    <a:lnTo>
                      <a:pt x="250" y="467"/>
                    </a:lnTo>
                    <a:lnTo>
                      <a:pt x="250" y="467"/>
                    </a:lnTo>
                    <a:lnTo>
                      <a:pt x="255" y="479"/>
                    </a:lnTo>
                    <a:lnTo>
                      <a:pt x="255" y="479"/>
                    </a:lnTo>
                    <a:lnTo>
                      <a:pt x="258" y="488"/>
                    </a:lnTo>
                    <a:lnTo>
                      <a:pt x="259" y="489"/>
                    </a:lnTo>
                    <a:lnTo>
                      <a:pt x="262" y="502"/>
                    </a:lnTo>
                    <a:lnTo>
                      <a:pt x="262" y="502"/>
                    </a:lnTo>
                    <a:lnTo>
                      <a:pt x="264" y="502"/>
                    </a:lnTo>
                    <a:lnTo>
                      <a:pt x="265" y="500"/>
                    </a:lnTo>
                    <a:lnTo>
                      <a:pt x="267" y="501"/>
                    </a:lnTo>
                    <a:lnTo>
                      <a:pt x="267" y="501"/>
                    </a:lnTo>
                    <a:lnTo>
                      <a:pt x="270" y="524"/>
                    </a:lnTo>
                    <a:lnTo>
                      <a:pt x="271" y="524"/>
                    </a:lnTo>
                    <a:lnTo>
                      <a:pt x="274" y="538"/>
                    </a:lnTo>
                    <a:lnTo>
                      <a:pt x="274" y="538"/>
                    </a:lnTo>
                    <a:lnTo>
                      <a:pt x="275" y="538"/>
                    </a:lnTo>
                    <a:lnTo>
                      <a:pt x="278" y="534"/>
                    </a:lnTo>
                    <a:lnTo>
                      <a:pt x="279" y="534"/>
                    </a:lnTo>
                    <a:lnTo>
                      <a:pt x="279" y="535"/>
                    </a:lnTo>
                    <a:lnTo>
                      <a:pt x="279" y="535"/>
                    </a:lnTo>
                    <a:lnTo>
                      <a:pt x="282" y="531"/>
                    </a:lnTo>
                    <a:lnTo>
                      <a:pt x="282" y="531"/>
                    </a:lnTo>
                    <a:lnTo>
                      <a:pt x="283" y="531"/>
                    </a:lnTo>
                    <a:lnTo>
                      <a:pt x="286" y="536"/>
                    </a:lnTo>
                    <a:lnTo>
                      <a:pt x="286" y="536"/>
                    </a:lnTo>
                    <a:lnTo>
                      <a:pt x="289" y="545"/>
                    </a:lnTo>
                    <a:lnTo>
                      <a:pt x="291" y="542"/>
                    </a:lnTo>
                    <a:lnTo>
                      <a:pt x="291" y="542"/>
                    </a:lnTo>
                    <a:lnTo>
                      <a:pt x="292" y="545"/>
                    </a:lnTo>
                    <a:lnTo>
                      <a:pt x="294" y="542"/>
                    </a:lnTo>
                    <a:lnTo>
                      <a:pt x="295" y="542"/>
                    </a:lnTo>
                    <a:lnTo>
                      <a:pt x="296" y="542"/>
                    </a:lnTo>
                    <a:lnTo>
                      <a:pt x="298" y="544"/>
                    </a:lnTo>
                    <a:lnTo>
                      <a:pt x="298" y="544"/>
                    </a:lnTo>
                    <a:lnTo>
                      <a:pt x="303" y="555"/>
                    </a:lnTo>
                    <a:lnTo>
                      <a:pt x="303" y="555"/>
                    </a:lnTo>
                    <a:lnTo>
                      <a:pt x="305" y="565"/>
                    </a:lnTo>
                    <a:lnTo>
                      <a:pt x="306" y="561"/>
                    </a:lnTo>
                    <a:lnTo>
                      <a:pt x="306" y="561"/>
                    </a:lnTo>
                    <a:lnTo>
                      <a:pt x="307" y="559"/>
                    </a:lnTo>
                    <a:lnTo>
                      <a:pt x="310" y="566"/>
                    </a:lnTo>
                    <a:lnTo>
                      <a:pt x="310" y="566"/>
                    </a:lnTo>
                    <a:lnTo>
                      <a:pt x="315" y="578"/>
                    </a:lnTo>
                    <a:lnTo>
                      <a:pt x="315" y="579"/>
                    </a:lnTo>
                    <a:lnTo>
                      <a:pt x="318" y="595"/>
                    </a:lnTo>
                    <a:lnTo>
                      <a:pt x="319" y="595"/>
                    </a:lnTo>
                    <a:lnTo>
                      <a:pt x="320" y="597"/>
                    </a:lnTo>
                    <a:lnTo>
                      <a:pt x="323" y="595"/>
                    </a:lnTo>
                    <a:lnTo>
                      <a:pt x="323" y="594"/>
                    </a:lnTo>
                    <a:lnTo>
                      <a:pt x="327" y="586"/>
                    </a:lnTo>
                    <a:lnTo>
                      <a:pt x="327" y="586"/>
                    </a:lnTo>
                    <a:lnTo>
                      <a:pt x="327" y="585"/>
                    </a:lnTo>
                    <a:lnTo>
                      <a:pt x="329" y="590"/>
                    </a:lnTo>
                    <a:lnTo>
                      <a:pt x="330" y="588"/>
                    </a:lnTo>
                    <a:lnTo>
                      <a:pt x="331" y="588"/>
                    </a:lnTo>
                    <a:lnTo>
                      <a:pt x="334" y="593"/>
                    </a:lnTo>
                    <a:lnTo>
                      <a:pt x="335" y="592"/>
                    </a:lnTo>
                    <a:lnTo>
                      <a:pt x="335" y="592"/>
                    </a:lnTo>
                    <a:lnTo>
                      <a:pt x="339" y="582"/>
                    </a:lnTo>
                    <a:lnTo>
                      <a:pt x="339" y="581"/>
                    </a:lnTo>
                    <a:lnTo>
                      <a:pt x="342" y="579"/>
                    </a:lnTo>
                    <a:lnTo>
                      <a:pt x="343" y="579"/>
                    </a:lnTo>
                    <a:lnTo>
                      <a:pt x="343" y="579"/>
                    </a:lnTo>
                    <a:lnTo>
                      <a:pt x="347" y="573"/>
                    </a:lnTo>
                    <a:lnTo>
                      <a:pt x="347" y="573"/>
                    </a:lnTo>
                    <a:lnTo>
                      <a:pt x="351" y="560"/>
                    </a:lnTo>
                    <a:lnTo>
                      <a:pt x="351" y="560"/>
                    </a:lnTo>
                    <a:lnTo>
                      <a:pt x="354" y="549"/>
                    </a:lnTo>
                    <a:lnTo>
                      <a:pt x="355" y="549"/>
                    </a:lnTo>
                    <a:lnTo>
                      <a:pt x="358" y="542"/>
                    </a:lnTo>
                    <a:lnTo>
                      <a:pt x="359" y="542"/>
                    </a:lnTo>
                    <a:lnTo>
                      <a:pt x="359" y="542"/>
                    </a:lnTo>
                    <a:lnTo>
                      <a:pt x="359" y="543"/>
                    </a:lnTo>
                    <a:lnTo>
                      <a:pt x="363" y="535"/>
                    </a:lnTo>
                    <a:lnTo>
                      <a:pt x="363" y="535"/>
                    </a:lnTo>
                    <a:lnTo>
                      <a:pt x="366" y="529"/>
                    </a:lnTo>
                    <a:lnTo>
                      <a:pt x="367" y="529"/>
                    </a:lnTo>
                    <a:lnTo>
                      <a:pt x="371" y="522"/>
                    </a:lnTo>
                    <a:lnTo>
                      <a:pt x="371" y="522"/>
                    </a:lnTo>
                    <a:lnTo>
                      <a:pt x="375" y="510"/>
                    </a:lnTo>
                    <a:lnTo>
                      <a:pt x="375" y="510"/>
                    </a:lnTo>
                    <a:lnTo>
                      <a:pt x="378" y="494"/>
                    </a:lnTo>
                    <a:lnTo>
                      <a:pt x="379" y="494"/>
                    </a:lnTo>
                    <a:lnTo>
                      <a:pt x="382" y="485"/>
                    </a:lnTo>
                    <a:lnTo>
                      <a:pt x="383" y="487"/>
                    </a:lnTo>
                    <a:lnTo>
                      <a:pt x="383" y="486"/>
                    </a:lnTo>
                    <a:lnTo>
                      <a:pt x="384" y="476"/>
                    </a:lnTo>
                    <a:lnTo>
                      <a:pt x="387" y="491"/>
                    </a:lnTo>
                    <a:lnTo>
                      <a:pt x="387" y="492"/>
                    </a:lnTo>
                    <a:lnTo>
                      <a:pt x="391" y="504"/>
                    </a:lnTo>
                    <a:lnTo>
                      <a:pt x="391" y="505"/>
                    </a:lnTo>
                    <a:lnTo>
                      <a:pt x="392" y="514"/>
                    </a:lnTo>
                    <a:lnTo>
                      <a:pt x="395" y="506"/>
                    </a:lnTo>
                    <a:lnTo>
                      <a:pt x="395" y="506"/>
                    </a:lnTo>
                    <a:lnTo>
                      <a:pt x="398" y="485"/>
                    </a:lnTo>
                    <a:lnTo>
                      <a:pt x="399" y="488"/>
                    </a:lnTo>
                    <a:lnTo>
                      <a:pt x="399" y="489"/>
                    </a:lnTo>
                    <a:lnTo>
                      <a:pt x="401" y="503"/>
                    </a:lnTo>
                    <a:lnTo>
                      <a:pt x="403" y="498"/>
                    </a:lnTo>
                    <a:lnTo>
                      <a:pt x="403" y="497"/>
                    </a:lnTo>
                    <a:lnTo>
                      <a:pt x="407" y="487"/>
                    </a:lnTo>
                    <a:lnTo>
                      <a:pt x="407" y="487"/>
                    </a:lnTo>
                    <a:lnTo>
                      <a:pt x="407" y="487"/>
                    </a:lnTo>
                    <a:lnTo>
                      <a:pt x="411" y="479"/>
                    </a:lnTo>
                    <a:lnTo>
                      <a:pt x="411" y="479"/>
                    </a:lnTo>
                    <a:lnTo>
                      <a:pt x="413" y="479"/>
                    </a:lnTo>
                    <a:lnTo>
                      <a:pt x="415" y="482"/>
                    </a:lnTo>
                    <a:lnTo>
                      <a:pt x="415" y="482"/>
                    </a:lnTo>
                    <a:lnTo>
                      <a:pt x="416" y="484"/>
                    </a:lnTo>
                    <a:lnTo>
                      <a:pt x="418" y="481"/>
                    </a:lnTo>
                    <a:lnTo>
                      <a:pt x="419" y="481"/>
                    </a:lnTo>
                    <a:lnTo>
                      <a:pt x="419" y="481"/>
                    </a:lnTo>
                    <a:lnTo>
                      <a:pt x="421" y="479"/>
                    </a:lnTo>
                    <a:lnTo>
                      <a:pt x="422" y="491"/>
                    </a:lnTo>
                    <a:lnTo>
                      <a:pt x="423" y="490"/>
                    </a:lnTo>
                    <a:lnTo>
                      <a:pt x="423" y="489"/>
                    </a:lnTo>
                    <a:lnTo>
                      <a:pt x="426" y="468"/>
                    </a:lnTo>
                    <a:lnTo>
                      <a:pt x="427" y="476"/>
                    </a:lnTo>
                    <a:lnTo>
                      <a:pt x="427" y="476"/>
                    </a:lnTo>
                    <a:lnTo>
                      <a:pt x="427" y="476"/>
                    </a:lnTo>
                    <a:lnTo>
                      <a:pt x="430" y="462"/>
                    </a:lnTo>
                    <a:lnTo>
                      <a:pt x="431" y="464"/>
                    </a:lnTo>
                    <a:lnTo>
                      <a:pt x="431" y="464"/>
                    </a:lnTo>
                    <a:lnTo>
                      <a:pt x="431" y="463"/>
                    </a:lnTo>
                    <a:lnTo>
                      <a:pt x="435" y="482"/>
                    </a:lnTo>
                    <a:lnTo>
                      <a:pt x="435" y="483"/>
                    </a:lnTo>
                    <a:lnTo>
                      <a:pt x="436" y="491"/>
                    </a:lnTo>
                    <a:lnTo>
                      <a:pt x="439" y="479"/>
                    </a:lnTo>
                    <a:lnTo>
                      <a:pt x="439" y="479"/>
                    </a:lnTo>
                    <a:lnTo>
                      <a:pt x="439" y="478"/>
                    </a:lnTo>
                    <a:lnTo>
                      <a:pt x="443" y="494"/>
                    </a:lnTo>
                    <a:lnTo>
                      <a:pt x="443" y="494"/>
                    </a:lnTo>
                    <a:lnTo>
                      <a:pt x="446" y="502"/>
                    </a:lnTo>
                    <a:lnTo>
                      <a:pt x="447" y="501"/>
                    </a:lnTo>
                    <a:lnTo>
                      <a:pt x="447" y="502"/>
                    </a:lnTo>
                    <a:lnTo>
                      <a:pt x="451" y="513"/>
                    </a:lnTo>
                    <a:lnTo>
                      <a:pt x="451" y="514"/>
                    </a:lnTo>
                    <a:lnTo>
                      <a:pt x="455" y="524"/>
                    </a:lnTo>
                    <a:lnTo>
                      <a:pt x="455" y="524"/>
                    </a:lnTo>
                    <a:lnTo>
                      <a:pt x="459" y="530"/>
                    </a:lnTo>
                    <a:lnTo>
                      <a:pt x="459" y="530"/>
                    </a:lnTo>
                    <a:lnTo>
                      <a:pt x="459" y="529"/>
                    </a:lnTo>
                    <a:lnTo>
                      <a:pt x="460" y="531"/>
                    </a:lnTo>
                    <a:lnTo>
                      <a:pt x="462" y="525"/>
                    </a:lnTo>
                    <a:lnTo>
                      <a:pt x="463" y="526"/>
                    </a:lnTo>
                    <a:lnTo>
                      <a:pt x="463" y="525"/>
                    </a:lnTo>
                    <a:lnTo>
                      <a:pt x="467" y="491"/>
                    </a:lnTo>
                    <a:lnTo>
                      <a:pt x="467" y="490"/>
                    </a:lnTo>
                    <a:lnTo>
                      <a:pt x="471" y="421"/>
                    </a:lnTo>
                    <a:lnTo>
                      <a:pt x="471" y="420"/>
                    </a:lnTo>
                    <a:lnTo>
                      <a:pt x="474" y="399"/>
                    </a:lnTo>
                    <a:lnTo>
                      <a:pt x="475" y="402"/>
                    </a:lnTo>
                    <a:lnTo>
                      <a:pt x="475" y="402"/>
                    </a:lnTo>
                    <a:lnTo>
                      <a:pt x="476" y="408"/>
                    </a:lnTo>
                    <a:lnTo>
                      <a:pt x="478" y="400"/>
                    </a:lnTo>
                    <a:lnTo>
                      <a:pt x="479" y="403"/>
                    </a:lnTo>
                    <a:lnTo>
                      <a:pt x="479" y="403"/>
                    </a:lnTo>
                    <a:lnTo>
                      <a:pt x="483" y="428"/>
                    </a:lnTo>
                    <a:lnTo>
                      <a:pt x="483" y="429"/>
                    </a:lnTo>
                    <a:lnTo>
                      <a:pt x="486" y="455"/>
                    </a:lnTo>
                    <a:lnTo>
                      <a:pt x="487" y="442"/>
                    </a:lnTo>
                    <a:lnTo>
                      <a:pt x="487" y="441"/>
                    </a:lnTo>
                    <a:lnTo>
                      <a:pt x="491" y="377"/>
                    </a:lnTo>
                    <a:lnTo>
                      <a:pt x="491" y="376"/>
                    </a:lnTo>
                    <a:lnTo>
                      <a:pt x="495" y="325"/>
                    </a:lnTo>
                    <a:lnTo>
                      <a:pt x="495" y="324"/>
                    </a:lnTo>
                    <a:lnTo>
                      <a:pt x="499" y="285"/>
                    </a:lnTo>
                    <a:lnTo>
                      <a:pt x="499" y="284"/>
                    </a:lnTo>
                    <a:lnTo>
                      <a:pt x="503" y="256"/>
                    </a:lnTo>
                    <a:lnTo>
                      <a:pt x="503" y="256"/>
                    </a:lnTo>
                    <a:lnTo>
                      <a:pt x="505" y="248"/>
                    </a:lnTo>
                    <a:lnTo>
                      <a:pt x="507" y="255"/>
                    </a:lnTo>
                    <a:lnTo>
                      <a:pt x="507" y="255"/>
                    </a:lnTo>
                    <a:lnTo>
                      <a:pt x="509" y="264"/>
                    </a:lnTo>
                    <a:lnTo>
                      <a:pt x="511" y="253"/>
                    </a:lnTo>
                    <a:lnTo>
                      <a:pt x="511" y="252"/>
                    </a:lnTo>
                    <a:lnTo>
                      <a:pt x="515" y="197"/>
                    </a:lnTo>
                    <a:lnTo>
                      <a:pt x="515" y="196"/>
                    </a:lnTo>
                    <a:lnTo>
                      <a:pt x="519" y="125"/>
                    </a:lnTo>
                    <a:lnTo>
                      <a:pt x="519" y="123"/>
                    </a:lnTo>
                    <a:lnTo>
                      <a:pt x="523" y="28"/>
                    </a:lnTo>
                    <a:lnTo>
                      <a:pt x="523" y="26"/>
                    </a:lnTo>
                    <a:lnTo>
                      <a:pt x="525" y="3"/>
                    </a:lnTo>
                    <a:lnTo>
                      <a:pt x="527" y="11"/>
                    </a:lnTo>
                    <a:lnTo>
                      <a:pt x="527" y="11"/>
                    </a:lnTo>
                    <a:lnTo>
                      <a:pt x="528" y="15"/>
                    </a:lnTo>
                    <a:lnTo>
                      <a:pt x="531" y="11"/>
                    </a:lnTo>
                    <a:lnTo>
                      <a:pt x="531" y="11"/>
                    </a:lnTo>
                    <a:lnTo>
                      <a:pt x="531" y="11"/>
                    </a:lnTo>
                    <a:lnTo>
                      <a:pt x="531" y="11"/>
                    </a:lnTo>
                    <a:lnTo>
                      <a:pt x="535" y="6"/>
                    </a:lnTo>
                    <a:lnTo>
                      <a:pt x="535" y="6"/>
                    </a:lnTo>
                    <a:lnTo>
                      <a:pt x="539" y="0"/>
                    </a:lnTo>
                    <a:lnTo>
                      <a:pt x="539" y="1"/>
                    </a:lnTo>
                    <a:lnTo>
                      <a:pt x="539" y="1"/>
                    </a:lnTo>
                    <a:lnTo>
                      <a:pt x="543" y="8"/>
                    </a:lnTo>
                    <a:lnTo>
                      <a:pt x="543" y="8"/>
                    </a:lnTo>
                    <a:lnTo>
                      <a:pt x="547" y="27"/>
                    </a:lnTo>
                    <a:lnTo>
                      <a:pt x="547" y="28"/>
                    </a:lnTo>
                    <a:lnTo>
                      <a:pt x="551" y="45"/>
                    </a:lnTo>
                    <a:lnTo>
                      <a:pt x="551" y="45"/>
                    </a:lnTo>
                    <a:lnTo>
                      <a:pt x="555" y="59"/>
                    </a:lnTo>
                    <a:lnTo>
                      <a:pt x="555" y="59"/>
                    </a:lnTo>
                    <a:lnTo>
                      <a:pt x="559" y="81"/>
                    </a:lnTo>
                    <a:lnTo>
                      <a:pt x="559" y="81"/>
                    </a:lnTo>
                    <a:lnTo>
                      <a:pt x="563" y="102"/>
                    </a:lnTo>
                    <a:lnTo>
                      <a:pt x="563" y="102"/>
                    </a:lnTo>
                    <a:lnTo>
                      <a:pt x="567" y="125"/>
                    </a:lnTo>
                    <a:lnTo>
                      <a:pt x="567" y="125"/>
                    </a:lnTo>
                    <a:lnTo>
                      <a:pt x="571" y="156"/>
                    </a:lnTo>
                    <a:lnTo>
                      <a:pt x="571" y="156"/>
                    </a:lnTo>
                    <a:lnTo>
                      <a:pt x="575" y="180"/>
                    </a:lnTo>
                    <a:lnTo>
                      <a:pt x="575" y="181"/>
                    </a:lnTo>
                    <a:lnTo>
                      <a:pt x="579" y="194"/>
                    </a:lnTo>
                    <a:lnTo>
                      <a:pt x="579" y="194"/>
                    </a:lnTo>
                    <a:lnTo>
                      <a:pt x="583" y="209"/>
                    </a:lnTo>
                    <a:lnTo>
                      <a:pt x="583" y="209"/>
                    </a:lnTo>
                    <a:lnTo>
                      <a:pt x="587" y="217"/>
                    </a:lnTo>
                    <a:lnTo>
                      <a:pt x="587" y="218"/>
                    </a:lnTo>
                    <a:lnTo>
                      <a:pt x="591" y="238"/>
                    </a:lnTo>
                    <a:lnTo>
                      <a:pt x="591" y="239"/>
                    </a:lnTo>
                    <a:lnTo>
                      <a:pt x="595" y="258"/>
                    </a:lnTo>
                    <a:lnTo>
                      <a:pt x="595" y="259"/>
                    </a:lnTo>
                    <a:lnTo>
                      <a:pt x="599" y="276"/>
                    </a:lnTo>
                    <a:lnTo>
                      <a:pt x="599" y="276"/>
                    </a:lnTo>
                    <a:lnTo>
                      <a:pt x="603" y="290"/>
                    </a:lnTo>
                    <a:lnTo>
                      <a:pt x="603" y="290"/>
                    </a:lnTo>
                    <a:lnTo>
                      <a:pt x="607" y="298"/>
                    </a:lnTo>
                    <a:lnTo>
                      <a:pt x="607" y="298"/>
                    </a:lnTo>
                    <a:lnTo>
                      <a:pt x="611" y="308"/>
                    </a:lnTo>
                    <a:lnTo>
                      <a:pt x="611" y="309"/>
                    </a:lnTo>
                    <a:lnTo>
                      <a:pt x="615" y="321"/>
                    </a:lnTo>
                    <a:lnTo>
                      <a:pt x="615" y="322"/>
                    </a:lnTo>
                    <a:lnTo>
                      <a:pt x="619" y="334"/>
                    </a:lnTo>
                    <a:lnTo>
                      <a:pt x="619" y="334"/>
                    </a:lnTo>
                    <a:lnTo>
                      <a:pt x="623" y="343"/>
                    </a:lnTo>
                    <a:lnTo>
                      <a:pt x="623" y="343"/>
                    </a:lnTo>
                    <a:lnTo>
                      <a:pt x="627" y="349"/>
                    </a:lnTo>
                    <a:lnTo>
                      <a:pt x="627" y="349"/>
                    </a:lnTo>
                    <a:lnTo>
                      <a:pt x="628" y="350"/>
                    </a:lnTo>
                    <a:lnTo>
                      <a:pt x="631" y="349"/>
                    </a:lnTo>
                    <a:lnTo>
                      <a:pt x="631" y="349"/>
                    </a:lnTo>
                    <a:lnTo>
                      <a:pt x="631" y="349"/>
                    </a:lnTo>
                    <a:lnTo>
                      <a:pt x="635" y="351"/>
                    </a:lnTo>
                    <a:lnTo>
                      <a:pt x="635" y="351"/>
                    </a:lnTo>
                    <a:lnTo>
                      <a:pt x="639" y="355"/>
                    </a:lnTo>
                    <a:lnTo>
                      <a:pt x="639" y="355"/>
                    </a:lnTo>
                    <a:lnTo>
                      <a:pt x="643" y="359"/>
                    </a:lnTo>
                    <a:lnTo>
                      <a:pt x="643" y="359"/>
                    </a:lnTo>
                    <a:lnTo>
                      <a:pt x="647" y="360"/>
                    </a:lnTo>
                    <a:lnTo>
                      <a:pt x="647" y="360"/>
                    </a:lnTo>
                    <a:lnTo>
                      <a:pt x="647" y="360"/>
                    </a:lnTo>
                    <a:lnTo>
                      <a:pt x="648" y="360"/>
                    </a:lnTo>
                    <a:lnTo>
                      <a:pt x="651" y="358"/>
                    </a:lnTo>
                    <a:lnTo>
                      <a:pt x="651" y="358"/>
                    </a:lnTo>
                    <a:lnTo>
                      <a:pt x="651" y="358"/>
                    </a:lnTo>
                    <a:lnTo>
                      <a:pt x="655" y="356"/>
                    </a:lnTo>
                    <a:lnTo>
                      <a:pt x="655" y="356"/>
                    </a:lnTo>
                    <a:lnTo>
                      <a:pt x="659" y="352"/>
                    </a:lnTo>
                    <a:lnTo>
                      <a:pt x="659" y="352"/>
                    </a:lnTo>
                    <a:lnTo>
                      <a:pt x="662" y="350"/>
                    </a:lnTo>
                    <a:lnTo>
                      <a:pt x="663" y="351"/>
                    </a:lnTo>
                    <a:lnTo>
                      <a:pt x="663" y="351"/>
                    </a:lnTo>
                    <a:lnTo>
                      <a:pt x="667" y="355"/>
                    </a:lnTo>
                    <a:lnTo>
                      <a:pt x="667" y="355"/>
                    </a:lnTo>
                    <a:lnTo>
                      <a:pt x="671" y="364"/>
                    </a:lnTo>
                    <a:lnTo>
                      <a:pt x="671" y="364"/>
                    </a:lnTo>
                    <a:lnTo>
                      <a:pt x="675" y="373"/>
                    </a:lnTo>
                    <a:lnTo>
                      <a:pt x="675" y="373"/>
                    </a:lnTo>
                    <a:lnTo>
                      <a:pt x="679" y="379"/>
                    </a:lnTo>
                    <a:lnTo>
                      <a:pt x="679" y="379"/>
                    </a:lnTo>
                    <a:lnTo>
                      <a:pt x="683" y="386"/>
                    </a:lnTo>
                    <a:lnTo>
                      <a:pt x="683" y="386"/>
                    </a:lnTo>
                    <a:lnTo>
                      <a:pt x="687" y="392"/>
                    </a:lnTo>
                    <a:lnTo>
                      <a:pt x="687" y="392"/>
                    </a:lnTo>
                    <a:lnTo>
                      <a:pt x="691" y="398"/>
                    </a:lnTo>
                    <a:lnTo>
                      <a:pt x="691" y="398"/>
                    </a:lnTo>
                    <a:lnTo>
                      <a:pt x="695" y="406"/>
                    </a:lnTo>
                    <a:lnTo>
                      <a:pt x="695" y="406"/>
                    </a:lnTo>
                    <a:lnTo>
                      <a:pt x="699" y="416"/>
                    </a:lnTo>
                    <a:lnTo>
                      <a:pt x="699" y="416"/>
                    </a:lnTo>
                    <a:lnTo>
                      <a:pt x="703" y="423"/>
                    </a:lnTo>
                    <a:lnTo>
                      <a:pt x="703" y="423"/>
                    </a:lnTo>
                    <a:lnTo>
                      <a:pt x="706" y="425"/>
                    </a:lnTo>
                    <a:lnTo>
                      <a:pt x="707" y="424"/>
                    </a:lnTo>
                    <a:lnTo>
                      <a:pt x="707" y="424"/>
                    </a:lnTo>
                    <a:lnTo>
                      <a:pt x="708" y="424"/>
                    </a:lnTo>
                    <a:lnTo>
                      <a:pt x="711" y="419"/>
                    </a:lnTo>
                    <a:lnTo>
                      <a:pt x="711" y="419"/>
                    </a:lnTo>
                    <a:lnTo>
                      <a:pt x="715" y="418"/>
                    </a:lnTo>
                    <a:lnTo>
                      <a:pt x="715" y="418"/>
                    </a:lnTo>
                    <a:lnTo>
                      <a:pt x="715" y="418"/>
                    </a:lnTo>
                    <a:lnTo>
                      <a:pt x="715" y="418"/>
                    </a:lnTo>
                    <a:lnTo>
                      <a:pt x="719" y="423"/>
                    </a:lnTo>
                    <a:lnTo>
                      <a:pt x="719" y="423"/>
                    </a:lnTo>
                    <a:lnTo>
                      <a:pt x="723" y="430"/>
                    </a:lnTo>
                    <a:lnTo>
                      <a:pt x="723" y="430"/>
                    </a:lnTo>
                    <a:lnTo>
                      <a:pt x="727" y="438"/>
                    </a:lnTo>
                    <a:lnTo>
                      <a:pt x="727" y="438"/>
                    </a:lnTo>
                    <a:lnTo>
                      <a:pt x="731" y="444"/>
                    </a:lnTo>
                    <a:lnTo>
                      <a:pt x="731" y="444"/>
                    </a:lnTo>
                    <a:lnTo>
                      <a:pt x="735" y="448"/>
                    </a:lnTo>
                    <a:lnTo>
                      <a:pt x="735" y="448"/>
                    </a:lnTo>
                    <a:lnTo>
                      <a:pt x="735" y="448"/>
                    </a:lnTo>
                    <a:lnTo>
                      <a:pt x="739" y="446"/>
                    </a:lnTo>
                    <a:lnTo>
                      <a:pt x="740" y="446"/>
                    </a:lnTo>
                    <a:lnTo>
                      <a:pt x="741" y="444"/>
                    </a:lnTo>
                    <a:lnTo>
                      <a:pt x="743" y="448"/>
                    </a:lnTo>
                    <a:lnTo>
                      <a:pt x="743" y="448"/>
                    </a:lnTo>
                    <a:lnTo>
                      <a:pt x="747" y="458"/>
                    </a:lnTo>
                    <a:lnTo>
                      <a:pt x="747" y="458"/>
                    </a:lnTo>
                    <a:lnTo>
                      <a:pt x="751" y="467"/>
                    </a:lnTo>
                    <a:lnTo>
                      <a:pt x="752" y="467"/>
                    </a:lnTo>
                    <a:lnTo>
                      <a:pt x="755" y="472"/>
                    </a:lnTo>
                    <a:lnTo>
                      <a:pt x="755" y="472"/>
                    </a:lnTo>
                    <a:lnTo>
                      <a:pt x="755" y="472"/>
                    </a:lnTo>
                    <a:lnTo>
                      <a:pt x="755" y="472"/>
                    </a:lnTo>
                    <a:lnTo>
                      <a:pt x="759" y="470"/>
                    </a:lnTo>
                    <a:lnTo>
                      <a:pt x="759" y="470"/>
                    </a:lnTo>
                    <a:lnTo>
                      <a:pt x="763" y="466"/>
                    </a:lnTo>
                    <a:lnTo>
                      <a:pt x="763" y="466"/>
                    </a:lnTo>
                    <a:lnTo>
                      <a:pt x="767" y="461"/>
                    </a:lnTo>
                    <a:lnTo>
                      <a:pt x="767" y="461"/>
                    </a:lnTo>
                    <a:lnTo>
                      <a:pt x="770" y="459"/>
                    </a:lnTo>
                    <a:lnTo>
                      <a:pt x="771" y="459"/>
                    </a:lnTo>
                    <a:lnTo>
                      <a:pt x="771" y="459"/>
                    </a:lnTo>
                    <a:lnTo>
                      <a:pt x="773" y="458"/>
                    </a:lnTo>
                    <a:lnTo>
                      <a:pt x="775" y="460"/>
                    </a:lnTo>
                    <a:lnTo>
                      <a:pt x="776" y="460"/>
                    </a:lnTo>
                    <a:lnTo>
                      <a:pt x="779" y="467"/>
                    </a:lnTo>
                    <a:lnTo>
                      <a:pt x="779" y="467"/>
                    </a:lnTo>
                    <a:lnTo>
                      <a:pt x="781" y="469"/>
                    </a:lnTo>
                    <a:lnTo>
                      <a:pt x="783" y="468"/>
                    </a:lnTo>
                    <a:lnTo>
                      <a:pt x="783" y="468"/>
                    </a:lnTo>
                    <a:lnTo>
                      <a:pt x="784" y="468"/>
                    </a:lnTo>
                    <a:lnTo>
                      <a:pt x="787" y="469"/>
                    </a:lnTo>
                    <a:lnTo>
                      <a:pt x="787" y="469"/>
                    </a:lnTo>
                    <a:lnTo>
                      <a:pt x="788" y="469"/>
                    </a:lnTo>
                    <a:lnTo>
                      <a:pt x="789" y="468"/>
                    </a:lnTo>
                    <a:lnTo>
                      <a:pt x="791" y="471"/>
                    </a:lnTo>
                    <a:lnTo>
                      <a:pt x="791" y="471"/>
                    </a:lnTo>
                    <a:lnTo>
                      <a:pt x="794" y="471"/>
                    </a:lnTo>
                    <a:lnTo>
                      <a:pt x="795" y="471"/>
                    </a:lnTo>
                    <a:lnTo>
                      <a:pt x="795" y="471"/>
                    </a:lnTo>
                    <a:lnTo>
                      <a:pt x="795" y="471"/>
                    </a:lnTo>
                    <a:lnTo>
                      <a:pt x="799" y="473"/>
                    </a:lnTo>
                    <a:lnTo>
                      <a:pt x="799" y="473"/>
                    </a:lnTo>
                    <a:lnTo>
                      <a:pt x="800" y="473"/>
                    </a:lnTo>
                    <a:lnTo>
                      <a:pt x="800" y="473"/>
                    </a:lnTo>
                    <a:lnTo>
                      <a:pt x="803" y="474"/>
                    </a:lnTo>
                    <a:lnTo>
                      <a:pt x="803" y="473"/>
                    </a:lnTo>
                    <a:lnTo>
                      <a:pt x="803" y="473"/>
                    </a:lnTo>
                    <a:lnTo>
                      <a:pt x="805" y="473"/>
                    </a:lnTo>
                    <a:lnTo>
                      <a:pt x="806" y="473"/>
                    </a:lnTo>
                    <a:lnTo>
                      <a:pt x="808" y="473"/>
                    </a:lnTo>
                    <a:lnTo>
                      <a:pt x="808" y="473"/>
                    </a:lnTo>
                    <a:lnTo>
                      <a:pt x="809" y="472"/>
                    </a:lnTo>
                    <a:lnTo>
                      <a:pt x="811" y="473"/>
                    </a:lnTo>
                    <a:lnTo>
                      <a:pt x="811" y="473"/>
                    </a:lnTo>
                    <a:lnTo>
                      <a:pt x="812" y="473"/>
                    </a:lnTo>
                    <a:lnTo>
                      <a:pt x="815" y="465"/>
                    </a:lnTo>
                    <a:lnTo>
                      <a:pt x="815" y="465"/>
                    </a:lnTo>
                    <a:lnTo>
                      <a:pt x="817" y="463"/>
                    </a:lnTo>
                    <a:lnTo>
                      <a:pt x="820" y="467"/>
                    </a:lnTo>
                    <a:lnTo>
                      <a:pt x="820" y="467"/>
                    </a:lnTo>
                    <a:lnTo>
                      <a:pt x="820" y="468"/>
                    </a:lnTo>
                    <a:lnTo>
                      <a:pt x="823" y="460"/>
                    </a:lnTo>
                    <a:lnTo>
                      <a:pt x="824" y="460"/>
                    </a:lnTo>
                    <a:lnTo>
                      <a:pt x="827" y="452"/>
                    </a:lnTo>
                    <a:lnTo>
                      <a:pt x="827" y="452"/>
                    </a:lnTo>
                    <a:lnTo>
                      <a:pt x="830" y="450"/>
                    </a:lnTo>
                    <a:lnTo>
                      <a:pt x="832" y="452"/>
                    </a:lnTo>
                    <a:lnTo>
                      <a:pt x="832" y="452"/>
                    </a:lnTo>
                    <a:lnTo>
                      <a:pt x="835" y="456"/>
                    </a:lnTo>
                    <a:lnTo>
                      <a:pt x="836" y="456"/>
                    </a:lnTo>
                    <a:lnTo>
                      <a:pt x="839" y="462"/>
                    </a:lnTo>
                    <a:lnTo>
                      <a:pt x="839" y="462"/>
                    </a:lnTo>
                    <a:lnTo>
                      <a:pt x="843" y="465"/>
                    </a:lnTo>
                    <a:lnTo>
                      <a:pt x="844" y="465"/>
                    </a:lnTo>
                    <a:lnTo>
                      <a:pt x="844" y="465"/>
                    </a:lnTo>
                    <a:lnTo>
                      <a:pt x="847" y="472"/>
                    </a:lnTo>
                    <a:lnTo>
                      <a:pt x="847" y="472"/>
                    </a:lnTo>
                    <a:lnTo>
                      <a:pt x="849" y="471"/>
                    </a:lnTo>
                    <a:lnTo>
                      <a:pt x="851" y="474"/>
                    </a:lnTo>
                    <a:lnTo>
                      <a:pt x="851" y="474"/>
                    </a:lnTo>
                    <a:lnTo>
                      <a:pt x="851" y="474"/>
                    </a:lnTo>
                    <a:lnTo>
                      <a:pt x="854" y="480"/>
                    </a:lnTo>
                    <a:lnTo>
                      <a:pt x="856" y="479"/>
                    </a:lnTo>
                    <a:lnTo>
                      <a:pt x="856" y="479"/>
                    </a:lnTo>
                    <a:lnTo>
                      <a:pt x="859" y="470"/>
                    </a:lnTo>
                    <a:lnTo>
                      <a:pt x="859" y="470"/>
                    </a:lnTo>
                    <a:lnTo>
                      <a:pt x="860" y="470"/>
                    </a:lnTo>
                    <a:lnTo>
                      <a:pt x="863" y="479"/>
                    </a:lnTo>
                    <a:lnTo>
                      <a:pt x="863" y="479"/>
                    </a:lnTo>
                    <a:lnTo>
                      <a:pt x="865" y="480"/>
                    </a:lnTo>
                    <a:lnTo>
                      <a:pt x="868" y="478"/>
                    </a:lnTo>
                    <a:lnTo>
                      <a:pt x="868" y="478"/>
                    </a:lnTo>
                    <a:lnTo>
                      <a:pt x="871" y="473"/>
                    </a:lnTo>
                    <a:lnTo>
                      <a:pt x="872" y="473"/>
                    </a:lnTo>
                    <a:lnTo>
                      <a:pt x="874" y="470"/>
                    </a:lnTo>
                    <a:lnTo>
                      <a:pt x="876" y="470"/>
                    </a:lnTo>
                    <a:lnTo>
                      <a:pt x="876" y="470"/>
                    </a:lnTo>
                    <a:lnTo>
                      <a:pt x="876" y="470"/>
                    </a:lnTo>
                    <a:lnTo>
                      <a:pt x="880" y="473"/>
                    </a:lnTo>
                    <a:lnTo>
                      <a:pt x="880" y="473"/>
                    </a:lnTo>
                    <a:lnTo>
                      <a:pt x="883" y="478"/>
                    </a:lnTo>
                    <a:lnTo>
                      <a:pt x="884" y="478"/>
                    </a:lnTo>
                    <a:lnTo>
                      <a:pt x="884" y="479"/>
                    </a:lnTo>
                    <a:lnTo>
                      <a:pt x="885" y="477"/>
                    </a:lnTo>
                    <a:lnTo>
                      <a:pt x="888" y="477"/>
                    </a:lnTo>
                    <a:lnTo>
                      <a:pt x="888" y="477"/>
                    </a:lnTo>
                    <a:lnTo>
                      <a:pt x="889" y="475"/>
                    </a:lnTo>
                    <a:lnTo>
                      <a:pt x="892" y="479"/>
                    </a:lnTo>
                    <a:lnTo>
                      <a:pt x="892" y="479"/>
                    </a:lnTo>
                    <a:lnTo>
                      <a:pt x="892" y="478"/>
                    </a:lnTo>
                    <a:lnTo>
                      <a:pt x="895" y="487"/>
                    </a:lnTo>
                    <a:lnTo>
                      <a:pt x="896" y="487"/>
                    </a:lnTo>
                    <a:lnTo>
                      <a:pt x="900" y="498"/>
                    </a:lnTo>
                    <a:lnTo>
                      <a:pt x="900" y="499"/>
                    </a:lnTo>
                    <a:lnTo>
                      <a:pt x="904" y="503"/>
                    </a:lnTo>
                    <a:lnTo>
                      <a:pt x="904" y="503"/>
                    </a:lnTo>
                    <a:lnTo>
                      <a:pt x="907" y="515"/>
                    </a:lnTo>
                    <a:lnTo>
                      <a:pt x="908" y="516"/>
                    </a:lnTo>
                    <a:lnTo>
                      <a:pt x="912" y="531"/>
                    </a:lnTo>
                    <a:lnTo>
                      <a:pt x="912" y="531"/>
                    </a:lnTo>
                    <a:lnTo>
                      <a:pt x="916" y="545"/>
                    </a:lnTo>
                    <a:lnTo>
                      <a:pt x="916" y="545"/>
                    </a:lnTo>
                    <a:lnTo>
                      <a:pt x="919" y="558"/>
                    </a:lnTo>
                    <a:lnTo>
                      <a:pt x="920" y="559"/>
                    </a:lnTo>
                    <a:lnTo>
                      <a:pt x="924" y="563"/>
                    </a:lnTo>
                    <a:lnTo>
                      <a:pt x="924" y="563"/>
                    </a:lnTo>
                    <a:lnTo>
                      <a:pt x="928" y="568"/>
                    </a:lnTo>
                    <a:lnTo>
                      <a:pt x="928" y="568"/>
                    </a:lnTo>
                    <a:lnTo>
                      <a:pt x="928" y="570"/>
                    </a:lnTo>
                    <a:lnTo>
                      <a:pt x="931" y="563"/>
                    </a:lnTo>
                    <a:lnTo>
                      <a:pt x="931" y="563"/>
                    </a:lnTo>
                    <a:lnTo>
                      <a:pt x="936" y="551"/>
                    </a:lnTo>
                    <a:lnTo>
                      <a:pt x="936" y="551"/>
                    </a:lnTo>
                    <a:lnTo>
                      <a:pt x="940" y="534"/>
                    </a:lnTo>
                    <a:lnTo>
                      <a:pt x="940" y="534"/>
                    </a:lnTo>
                    <a:lnTo>
                      <a:pt x="944" y="522"/>
                    </a:lnTo>
                    <a:lnTo>
                      <a:pt x="944" y="522"/>
                    </a:lnTo>
                    <a:lnTo>
                      <a:pt x="948" y="501"/>
                    </a:lnTo>
                    <a:lnTo>
                      <a:pt x="948" y="500"/>
                    </a:lnTo>
                    <a:lnTo>
                      <a:pt x="952" y="477"/>
                    </a:lnTo>
                    <a:lnTo>
                      <a:pt x="952" y="476"/>
                    </a:lnTo>
                    <a:lnTo>
                      <a:pt x="956" y="449"/>
                    </a:lnTo>
                    <a:lnTo>
                      <a:pt x="956" y="449"/>
                    </a:lnTo>
                    <a:lnTo>
                      <a:pt x="960" y="425"/>
                    </a:lnTo>
                    <a:lnTo>
                      <a:pt x="960" y="425"/>
                    </a:lnTo>
                    <a:lnTo>
                      <a:pt x="964" y="406"/>
                    </a:lnTo>
                    <a:lnTo>
                      <a:pt x="964" y="406"/>
                    </a:lnTo>
                    <a:lnTo>
                      <a:pt x="968" y="395"/>
                    </a:lnTo>
                    <a:lnTo>
                      <a:pt x="968" y="395"/>
                    </a:lnTo>
                    <a:lnTo>
                      <a:pt x="972" y="388"/>
                    </a:lnTo>
                    <a:lnTo>
                      <a:pt x="972" y="388"/>
                    </a:lnTo>
                    <a:lnTo>
                      <a:pt x="976" y="384"/>
                    </a:lnTo>
                    <a:lnTo>
                      <a:pt x="976" y="384"/>
                    </a:lnTo>
                    <a:lnTo>
                      <a:pt x="980" y="380"/>
                    </a:lnTo>
                    <a:lnTo>
                      <a:pt x="980" y="380"/>
                    </a:lnTo>
                    <a:lnTo>
                      <a:pt x="984" y="377"/>
                    </a:lnTo>
                    <a:lnTo>
                      <a:pt x="984" y="377"/>
                    </a:lnTo>
                    <a:lnTo>
                      <a:pt x="988" y="373"/>
                    </a:lnTo>
                    <a:lnTo>
                      <a:pt x="988" y="373"/>
                    </a:lnTo>
                    <a:lnTo>
                      <a:pt x="989" y="372"/>
                    </a:lnTo>
                    <a:lnTo>
                      <a:pt x="992" y="372"/>
                    </a:lnTo>
                    <a:lnTo>
                      <a:pt x="992" y="372"/>
                    </a:lnTo>
                    <a:lnTo>
                      <a:pt x="996" y="370"/>
                    </a:lnTo>
                    <a:lnTo>
                      <a:pt x="996" y="370"/>
                    </a:lnTo>
                    <a:lnTo>
                      <a:pt x="999" y="367"/>
                    </a:lnTo>
                    <a:lnTo>
                      <a:pt x="1000" y="367"/>
                    </a:lnTo>
                    <a:lnTo>
                      <a:pt x="1000" y="367"/>
                    </a:lnTo>
                    <a:lnTo>
                      <a:pt x="1004" y="365"/>
                    </a:lnTo>
                    <a:lnTo>
                      <a:pt x="1004" y="365"/>
                    </a:lnTo>
                    <a:lnTo>
                      <a:pt x="1006" y="364"/>
                    </a:lnTo>
                    <a:lnTo>
                      <a:pt x="1008" y="368"/>
                    </a:lnTo>
                    <a:lnTo>
                      <a:pt x="1008" y="368"/>
                    </a:lnTo>
                    <a:lnTo>
                      <a:pt x="1010" y="371"/>
                    </a:lnTo>
                    <a:lnTo>
                      <a:pt x="1012" y="368"/>
                    </a:lnTo>
                    <a:lnTo>
                      <a:pt x="1012" y="368"/>
                    </a:lnTo>
                    <a:lnTo>
                      <a:pt x="1016" y="362"/>
                    </a:lnTo>
                    <a:lnTo>
                      <a:pt x="1016" y="361"/>
                    </a:lnTo>
                    <a:lnTo>
                      <a:pt x="1018" y="360"/>
                    </a:lnTo>
                    <a:lnTo>
                      <a:pt x="1020" y="362"/>
                    </a:lnTo>
                    <a:lnTo>
                      <a:pt x="1020" y="362"/>
                    </a:lnTo>
                    <a:lnTo>
                      <a:pt x="1024" y="365"/>
                    </a:lnTo>
                    <a:lnTo>
                      <a:pt x="1024" y="365"/>
                    </a:lnTo>
                    <a:lnTo>
                      <a:pt x="1024" y="365"/>
                    </a:lnTo>
                    <a:lnTo>
                      <a:pt x="1028" y="357"/>
                    </a:lnTo>
                    <a:lnTo>
                      <a:pt x="1028" y="357"/>
                    </a:lnTo>
                    <a:lnTo>
                      <a:pt x="1032" y="349"/>
                    </a:lnTo>
                    <a:lnTo>
                      <a:pt x="1032" y="349"/>
                    </a:lnTo>
                    <a:lnTo>
                      <a:pt x="1036" y="346"/>
                    </a:lnTo>
                    <a:lnTo>
                      <a:pt x="1036" y="346"/>
                    </a:lnTo>
                    <a:lnTo>
                      <a:pt x="1040" y="339"/>
                    </a:lnTo>
                    <a:lnTo>
                      <a:pt x="1040" y="339"/>
                    </a:lnTo>
                    <a:lnTo>
                      <a:pt x="1043" y="337"/>
                    </a:lnTo>
                    <a:lnTo>
                      <a:pt x="1044" y="337"/>
                    </a:lnTo>
                    <a:lnTo>
                      <a:pt x="1044" y="337"/>
                    </a:lnTo>
                    <a:lnTo>
                      <a:pt x="1045" y="337"/>
                    </a:lnTo>
                    <a:lnTo>
                      <a:pt x="1048" y="331"/>
                    </a:lnTo>
                    <a:lnTo>
                      <a:pt x="1048" y="331"/>
                    </a:lnTo>
                    <a:lnTo>
                      <a:pt x="1048" y="331"/>
                    </a:lnTo>
                    <a:lnTo>
                      <a:pt x="1052" y="338"/>
                    </a:lnTo>
                    <a:lnTo>
                      <a:pt x="1052" y="339"/>
                    </a:lnTo>
                    <a:lnTo>
                      <a:pt x="1055" y="349"/>
                    </a:lnTo>
                    <a:lnTo>
                      <a:pt x="1056" y="349"/>
                    </a:lnTo>
                    <a:lnTo>
                      <a:pt x="1056" y="349"/>
                    </a:lnTo>
                    <a:lnTo>
                      <a:pt x="1058" y="349"/>
                    </a:lnTo>
                    <a:lnTo>
                      <a:pt x="1060" y="347"/>
                    </a:lnTo>
                    <a:lnTo>
                      <a:pt x="1060" y="347"/>
                    </a:lnTo>
                    <a:lnTo>
                      <a:pt x="1060" y="347"/>
                    </a:lnTo>
                    <a:lnTo>
                      <a:pt x="1064" y="353"/>
                    </a:lnTo>
                    <a:lnTo>
                      <a:pt x="1064" y="353"/>
                    </a:lnTo>
                    <a:lnTo>
                      <a:pt x="1068" y="367"/>
                    </a:lnTo>
                    <a:lnTo>
                      <a:pt x="1068" y="367"/>
                    </a:lnTo>
                    <a:lnTo>
                      <a:pt x="1072" y="377"/>
                    </a:lnTo>
                    <a:lnTo>
                      <a:pt x="1072" y="377"/>
                    </a:lnTo>
                    <a:lnTo>
                      <a:pt x="1076" y="386"/>
                    </a:lnTo>
                    <a:lnTo>
                      <a:pt x="1076" y="386"/>
                    </a:lnTo>
                    <a:lnTo>
                      <a:pt x="1080" y="398"/>
                    </a:lnTo>
                    <a:lnTo>
                      <a:pt x="1080" y="398"/>
                    </a:lnTo>
                    <a:lnTo>
                      <a:pt x="1080" y="398"/>
                    </a:lnTo>
                    <a:lnTo>
                      <a:pt x="1083" y="401"/>
                    </a:lnTo>
                    <a:lnTo>
                      <a:pt x="1084" y="400"/>
                    </a:lnTo>
                    <a:lnTo>
                      <a:pt x="1084" y="400"/>
                    </a:lnTo>
                    <a:lnTo>
                      <a:pt x="1086" y="402"/>
                    </a:lnTo>
                    <a:lnTo>
                      <a:pt x="1088" y="400"/>
                    </a:lnTo>
                    <a:lnTo>
                      <a:pt x="1088" y="400"/>
                    </a:lnTo>
                    <a:lnTo>
                      <a:pt x="1090" y="401"/>
                    </a:lnTo>
                    <a:lnTo>
                      <a:pt x="1092" y="399"/>
                    </a:lnTo>
                    <a:lnTo>
                      <a:pt x="1092" y="399"/>
                    </a:lnTo>
                    <a:lnTo>
                      <a:pt x="1092" y="399"/>
                    </a:lnTo>
                    <a:lnTo>
                      <a:pt x="1096" y="409"/>
                    </a:lnTo>
                    <a:lnTo>
                      <a:pt x="1096" y="409"/>
                    </a:lnTo>
                    <a:lnTo>
                      <a:pt x="1100" y="423"/>
                    </a:lnTo>
                    <a:lnTo>
                      <a:pt x="1100" y="424"/>
                    </a:lnTo>
                    <a:lnTo>
                      <a:pt x="1104" y="439"/>
                    </a:lnTo>
                    <a:lnTo>
                      <a:pt x="1104" y="439"/>
                    </a:lnTo>
                    <a:lnTo>
                      <a:pt x="1108" y="458"/>
                    </a:lnTo>
                    <a:lnTo>
                      <a:pt x="1108" y="458"/>
                    </a:lnTo>
                    <a:lnTo>
                      <a:pt x="1112" y="479"/>
                    </a:lnTo>
                    <a:lnTo>
                      <a:pt x="1112" y="479"/>
                    </a:lnTo>
                    <a:lnTo>
                      <a:pt x="1114" y="486"/>
                    </a:lnTo>
                    <a:lnTo>
                      <a:pt x="1116" y="486"/>
                    </a:lnTo>
                    <a:lnTo>
                      <a:pt x="1116" y="486"/>
                    </a:lnTo>
                    <a:lnTo>
                      <a:pt x="1120" y="504"/>
                    </a:lnTo>
                    <a:lnTo>
                      <a:pt x="1120" y="505"/>
                    </a:lnTo>
                    <a:lnTo>
                      <a:pt x="1124" y="532"/>
                    </a:lnTo>
                    <a:lnTo>
                      <a:pt x="1124" y="532"/>
                    </a:lnTo>
                    <a:lnTo>
                      <a:pt x="1128" y="565"/>
                    </a:lnTo>
                    <a:lnTo>
                      <a:pt x="1128" y="566"/>
                    </a:lnTo>
                    <a:lnTo>
                      <a:pt x="1132" y="593"/>
                    </a:lnTo>
                    <a:lnTo>
                      <a:pt x="1132" y="594"/>
                    </a:lnTo>
                    <a:lnTo>
                      <a:pt x="1136" y="612"/>
                    </a:lnTo>
                    <a:lnTo>
                      <a:pt x="1136" y="612"/>
                    </a:lnTo>
                    <a:lnTo>
                      <a:pt x="1136" y="612"/>
                    </a:lnTo>
                    <a:lnTo>
                      <a:pt x="1137" y="606"/>
                    </a:lnTo>
                    <a:lnTo>
                      <a:pt x="1140" y="618"/>
                    </a:lnTo>
                    <a:lnTo>
                      <a:pt x="1140" y="618"/>
                    </a:lnTo>
                    <a:lnTo>
                      <a:pt x="1143" y="627"/>
                    </a:lnTo>
                    <a:lnTo>
                      <a:pt x="1144" y="627"/>
                    </a:lnTo>
                    <a:lnTo>
                      <a:pt x="1144" y="626"/>
                    </a:lnTo>
                    <a:lnTo>
                      <a:pt x="1148" y="606"/>
                    </a:lnTo>
                    <a:lnTo>
                      <a:pt x="1148" y="606"/>
                    </a:lnTo>
                    <a:lnTo>
                      <a:pt x="1149" y="598"/>
                    </a:lnTo>
                    <a:lnTo>
                      <a:pt x="1152" y="614"/>
                    </a:lnTo>
                    <a:lnTo>
                      <a:pt x="1152" y="614"/>
                    </a:lnTo>
                    <a:lnTo>
                      <a:pt x="1156" y="595"/>
                    </a:lnTo>
                    <a:lnTo>
                      <a:pt x="1156" y="594"/>
                    </a:lnTo>
                    <a:lnTo>
                      <a:pt x="1160" y="567"/>
                    </a:lnTo>
                    <a:lnTo>
                      <a:pt x="1160" y="567"/>
                    </a:lnTo>
                    <a:lnTo>
                      <a:pt x="1164" y="539"/>
                    </a:lnTo>
                    <a:lnTo>
                      <a:pt x="1164" y="538"/>
                    </a:lnTo>
                    <a:lnTo>
                      <a:pt x="1168" y="473"/>
                    </a:lnTo>
                    <a:lnTo>
                      <a:pt x="1168" y="471"/>
                    </a:lnTo>
                    <a:lnTo>
                      <a:pt x="1172" y="427"/>
                    </a:lnTo>
                    <a:lnTo>
                      <a:pt x="1172" y="426"/>
                    </a:lnTo>
                    <a:lnTo>
                      <a:pt x="1176" y="413"/>
                    </a:lnTo>
                    <a:lnTo>
                      <a:pt x="1176" y="412"/>
                    </a:lnTo>
                    <a:lnTo>
                      <a:pt x="1180" y="393"/>
                    </a:lnTo>
                    <a:lnTo>
                      <a:pt x="1180" y="392"/>
                    </a:lnTo>
                    <a:lnTo>
                      <a:pt x="1184" y="363"/>
                    </a:lnTo>
                    <a:lnTo>
                      <a:pt x="1184" y="363"/>
                    </a:lnTo>
                    <a:lnTo>
                      <a:pt x="1184" y="363"/>
                    </a:lnTo>
                    <a:lnTo>
                      <a:pt x="1185" y="368"/>
                    </a:lnTo>
                    <a:lnTo>
                      <a:pt x="1188" y="366"/>
                    </a:lnTo>
                    <a:lnTo>
                      <a:pt x="1188" y="365"/>
                    </a:lnTo>
                    <a:lnTo>
                      <a:pt x="1190" y="346"/>
                    </a:lnTo>
                    <a:lnTo>
                      <a:pt x="1192" y="355"/>
                    </a:lnTo>
                    <a:lnTo>
                      <a:pt x="1192" y="355"/>
                    </a:lnTo>
                    <a:lnTo>
                      <a:pt x="1194" y="360"/>
                    </a:lnTo>
                    <a:lnTo>
                      <a:pt x="1196" y="357"/>
                    </a:lnTo>
                    <a:lnTo>
                      <a:pt x="1196" y="357"/>
                    </a:lnTo>
                    <a:lnTo>
                      <a:pt x="1200" y="344"/>
                    </a:lnTo>
                    <a:lnTo>
                      <a:pt x="1200" y="345"/>
                    </a:lnTo>
                    <a:lnTo>
                      <a:pt x="1200" y="345"/>
                    </a:lnTo>
                    <a:lnTo>
                      <a:pt x="1204" y="397"/>
                    </a:lnTo>
                    <a:lnTo>
                      <a:pt x="1204" y="397"/>
                    </a:lnTo>
                    <a:lnTo>
                      <a:pt x="1208" y="436"/>
                    </a:lnTo>
                    <a:lnTo>
                      <a:pt x="1208" y="437"/>
                    </a:lnTo>
                    <a:lnTo>
                      <a:pt x="1211" y="442"/>
                    </a:lnTo>
                    <a:lnTo>
                      <a:pt x="1212" y="438"/>
                    </a:lnTo>
                    <a:lnTo>
                      <a:pt x="1212" y="438"/>
                    </a:lnTo>
                    <a:lnTo>
                      <a:pt x="1213" y="438"/>
                    </a:lnTo>
                    <a:lnTo>
                      <a:pt x="1216" y="426"/>
                    </a:lnTo>
                    <a:lnTo>
                      <a:pt x="1216" y="426"/>
                    </a:lnTo>
                    <a:lnTo>
                      <a:pt x="1217" y="425"/>
                    </a:lnTo>
                    <a:lnTo>
                      <a:pt x="1220" y="449"/>
                    </a:lnTo>
                    <a:lnTo>
                      <a:pt x="1220" y="450"/>
                    </a:lnTo>
                    <a:lnTo>
                      <a:pt x="1222" y="462"/>
                    </a:lnTo>
                    <a:lnTo>
                      <a:pt x="1224" y="462"/>
                    </a:lnTo>
                    <a:lnTo>
                      <a:pt x="1224" y="462"/>
                    </a:lnTo>
                    <a:lnTo>
                      <a:pt x="1226" y="461"/>
                    </a:lnTo>
                    <a:lnTo>
                      <a:pt x="1228" y="473"/>
                    </a:lnTo>
                    <a:lnTo>
                      <a:pt x="1228" y="473"/>
                    </a:lnTo>
                    <a:lnTo>
                      <a:pt x="1231" y="464"/>
                    </a:lnTo>
                    <a:lnTo>
                      <a:pt x="1232" y="468"/>
                    </a:lnTo>
                    <a:lnTo>
                      <a:pt x="1232" y="469"/>
                    </a:lnTo>
                    <a:lnTo>
                      <a:pt x="1236" y="493"/>
                    </a:lnTo>
                    <a:lnTo>
                      <a:pt x="1236" y="493"/>
                    </a:lnTo>
                    <a:lnTo>
                      <a:pt x="1238" y="497"/>
                    </a:lnTo>
                    <a:lnTo>
                      <a:pt x="1240" y="487"/>
                    </a:lnTo>
                    <a:lnTo>
                      <a:pt x="1240" y="487"/>
                    </a:lnTo>
                    <a:lnTo>
                      <a:pt x="1240" y="487"/>
                    </a:lnTo>
                    <a:lnTo>
                      <a:pt x="1244" y="470"/>
                    </a:lnTo>
                    <a:lnTo>
                      <a:pt x="1244" y="470"/>
                    </a:lnTo>
                    <a:lnTo>
                      <a:pt x="1246" y="465"/>
                    </a:lnTo>
                    <a:lnTo>
                      <a:pt x="1248" y="473"/>
                    </a:lnTo>
                    <a:lnTo>
                      <a:pt x="1248" y="474"/>
                    </a:lnTo>
                    <a:lnTo>
                      <a:pt x="1252" y="486"/>
                    </a:lnTo>
                    <a:lnTo>
                      <a:pt x="1252" y="486"/>
                    </a:lnTo>
                    <a:lnTo>
                      <a:pt x="1254" y="485"/>
                    </a:lnTo>
                    <a:lnTo>
                      <a:pt x="1255" y="488"/>
                    </a:lnTo>
                    <a:lnTo>
                      <a:pt x="1256" y="487"/>
                    </a:lnTo>
                    <a:lnTo>
                      <a:pt x="1256" y="487"/>
                    </a:lnTo>
                    <a:lnTo>
                      <a:pt x="1260" y="470"/>
                    </a:lnTo>
                    <a:lnTo>
                      <a:pt x="1260" y="469"/>
                    </a:lnTo>
                    <a:lnTo>
                      <a:pt x="1262" y="462"/>
                    </a:lnTo>
                    <a:lnTo>
                      <a:pt x="1264" y="464"/>
                    </a:lnTo>
                    <a:lnTo>
                      <a:pt x="1264" y="464"/>
                    </a:lnTo>
                    <a:lnTo>
                      <a:pt x="1267" y="458"/>
                    </a:lnTo>
                    <a:lnTo>
                      <a:pt x="1268" y="463"/>
                    </a:lnTo>
                    <a:lnTo>
                      <a:pt x="1268" y="464"/>
                    </a:lnTo>
                    <a:lnTo>
                      <a:pt x="1271" y="465"/>
                    </a:lnTo>
                    <a:lnTo>
                      <a:pt x="1272" y="460"/>
                    </a:lnTo>
                    <a:lnTo>
                      <a:pt x="1272" y="460"/>
                    </a:lnTo>
                    <a:lnTo>
                      <a:pt x="1272" y="460"/>
                    </a:lnTo>
                    <a:lnTo>
                      <a:pt x="1276" y="452"/>
                    </a:lnTo>
                    <a:lnTo>
                      <a:pt x="1276" y="452"/>
                    </a:lnTo>
                    <a:lnTo>
                      <a:pt x="1278" y="448"/>
                    </a:lnTo>
                    <a:lnTo>
                      <a:pt x="1280" y="455"/>
                    </a:lnTo>
                    <a:lnTo>
                      <a:pt x="1280" y="455"/>
                    </a:lnTo>
                    <a:lnTo>
                      <a:pt x="1280" y="455"/>
                    </a:lnTo>
                    <a:lnTo>
                      <a:pt x="1282" y="452"/>
                    </a:lnTo>
                    <a:lnTo>
                      <a:pt x="1284" y="455"/>
                    </a:lnTo>
                    <a:lnTo>
                      <a:pt x="1284" y="455"/>
                    </a:lnTo>
                    <a:lnTo>
                      <a:pt x="1285" y="455"/>
                    </a:lnTo>
                    <a:lnTo>
                      <a:pt x="1288" y="446"/>
                    </a:lnTo>
                    <a:lnTo>
                      <a:pt x="1288" y="446"/>
                    </a:lnTo>
                    <a:lnTo>
                      <a:pt x="1290" y="444"/>
                    </a:lnTo>
                    <a:lnTo>
                      <a:pt x="1292" y="449"/>
                    </a:lnTo>
                    <a:lnTo>
                      <a:pt x="1293" y="449"/>
                    </a:lnTo>
                    <a:lnTo>
                      <a:pt x="1296" y="457"/>
                    </a:lnTo>
                    <a:lnTo>
                      <a:pt x="1296" y="457"/>
                    </a:lnTo>
                    <a:lnTo>
                      <a:pt x="1300" y="474"/>
                    </a:lnTo>
                    <a:lnTo>
                      <a:pt x="1300" y="474"/>
                    </a:lnTo>
                    <a:lnTo>
                      <a:pt x="1304" y="481"/>
                    </a:lnTo>
                    <a:lnTo>
                      <a:pt x="1304" y="481"/>
                    </a:lnTo>
                    <a:lnTo>
                      <a:pt x="1306" y="481"/>
                    </a:lnTo>
                    <a:lnTo>
                      <a:pt x="1308" y="483"/>
                    </a:lnTo>
                    <a:lnTo>
                      <a:pt x="1308" y="483"/>
                    </a:lnTo>
                    <a:lnTo>
                      <a:pt x="1308" y="483"/>
                    </a:lnTo>
                    <a:lnTo>
                      <a:pt x="1309" y="483"/>
                    </a:lnTo>
                    <a:lnTo>
                      <a:pt x="1311" y="482"/>
                    </a:lnTo>
                    <a:lnTo>
                      <a:pt x="1312" y="482"/>
                    </a:lnTo>
                    <a:lnTo>
                      <a:pt x="1312" y="482"/>
                    </a:lnTo>
                    <a:lnTo>
                      <a:pt x="1312" y="482"/>
                    </a:lnTo>
                    <a:lnTo>
                      <a:pt x="1315" y="487"/>
                    </a:lnTo>
                    <a:lnTo>
                      <a:pt x="1316" y="486"/>
                    </a:lnTo>
                    <a:lnTo>
                      <a:pt x="1317" y="485"/>
                    </a:lnTo>
                    <a:lnTo>
                      <a:pt x="1320" y="480"/>
                    </a:lnTo>
                    <a:lnTo>
                      <a:pt x="1320" y="480"/>
                    </a:lnTo>
                    <a:lnTo>
                      <a:pt x="1320" y="480"/>
                    </a:lnTo>
                    <a:lnTo>
                      <a:pt x="1321" y="480"/>
                    </a:lnTo>
                    <a:lnTo>
                      <a:pt x="1324" y="485"/>
                    </a:lnTo>
                    <a:lnTo>
                      <a:pt x="1324" y="485"/>
                    </a:lnTo>
                    <a:lnTo>
                      <a:pt x="1328" y="491"/>
                    </a:lnTo>
                    <a:lnTo>
                      <a:pt x="1329" y="491"/>
                    </a:lnTo>
                    <a:lnTo>
                      <a:pt x="1329" y="492"/>
                    </a:lnTo>
                    <a:lnTo>
                      <a:pt x="1332" y="483"/>
                    </a:lnTo>
                    <a:lnTo>
                      <a:pt x="1332" y="483"/>
                    </a:lnTo>
                    <a:lnTo>
                      <a:pt x="1336" y="477"/>
                    </a:lnTo>
                    <a:lnTo>
                      <a:pt x="1336" y="477"/>
                    </a:lnTo>
                    <a:lnTo>
                      <a:pt x="1340" y="469"/>
                    </a:lnTo>
                    <a:lnTo>
                      <a:pt x="1340" y="469"/>
                    </a:lnTo>
                    <a:lnTo>
                      <a:pt x="1340" y="469"/>
                    </a:lnTo>
                    <a:lnTo>
                      <a:pt x="1344" y="472"/>
                    </a:lnTo>
                    <a:lnTo>
                      <a:pt x="1344" y="471"/>
                    </a:lnTo>
                    <a:lnTo>
                      <a:pt x="1344" y="471"/>
                    </a:lnTo>
                    <a:lnTo>
                      <a:pt x="1345" y="471"/>
                    </a:lnTo>
                    <a:lnTo>
                      <a:pt x="1347" y="467"/>
                    </a:lnTo>
                    <a:lnTo>
                      <a:pt x="1348" y="470"/>
                    </a:lnTo>
                    <a:lnTo>
                      <a:pt x="1348" y="470"/>
                    </a:lnTo>
                    <a:lnTo>
                      <a:pt x="1352" y="477"/>
                    </a:lnTo>
                    <a:lnTo>
                      <a:pt x="1353" y="477"/>
                    </a:lnTo>
                    <a:lnTo>
                      <a:pt x="1356" y="485"/>
                    </a:lnTo>
                    <a:lnTo>
                      <a:pt x="1356" y="485"/>
                    </a:lnTo>
                    <a:lnTo>
                      <a:pt x="1358" y="489"/>
                    </a:lnTo>
                    <a:lnTo>
                      <a:pt x="1361" y="488"/>
                    </a:lnTo>
                    <a:lnTo>
                      <a:pt x="1361" y="489"/>
                    </a:lnTo>
                    <a:lnTo>
                      <a:pt x="1362" y="490"/>
                    </a:lnTo>
                    <a:lnTo>
                      <a:pt x="1364" y="489"/>
                    </a:lnTo>
                    <a:lnTo>
                      <a:pt x="1365" y="489"/>
                    </a:lnTo>
                    <a:lnTo>
                      <a:pt x="1367" y="489"/>
                    </a:lnTo>
                    <a:lnTo>
                      <a:pt x="1368" y="491"/>
                    </a:lnTo>
                    <a:lnTo>
                      <a:pt x="1368" y="492"/>
                    </a:lnTo>
                    <a:lnTo>
                      <a:pt x="1368" y="492"/>
                    </a:lnTo>
                    <a:lnTo>
                      <a:pt x="1373" y="491"/>
                    </a:lnTo>
                    <a:lnTo>
                      <a:pt x="1373" y="490"/>
                    </a:lnTo>
                    <a:lnTo>
                      <a:pt x="1375" y="486"/>
                    </a:lnTo>
                    <a:lnTo>
                      <a:pt x="1376" y="487"/>
                    </a:lnTo>
                    <a:lnTo>
                      <a:pt x="1377" y="487"/>
                    </a:lnTo>
                    <a:lnTo>
                      <a:pt x="1377" y="487"/>
                    </a:lnTo>
                    <a:lnTo>
                      <a:pt x="1380" y="475"/>
                    </a:lnTo>
                    <a:lnTo>
                      <a:pt x="1380" y="475"/>
                    </a:lnTo>
                    <a:lnTo>
                      <a:pt x="1382" y="473"/>
                    </a:lnTo>
                    <a:lnTo>
                      <a:pt x="1385" y="475"/>
                    </a:lnTo>
                    <a:lnTo>
                      <a:pt x="1385" y="475"/>
                    </a:lnTo>
                    <a:lnTo>
                      <a:pt x="1385" y="475"/>
                    </a:lnTo>
                    <a:lnTo>
                      <a:pt x="1388" y="470"/>
                    </a:lnTo>
                    <a:lnTo>
                      <a:pt x="1388" y="470"/>
                    </a:lnTo>
                    <a:lnTo>
                      <a:pt x="1389" y="470"/>
                    </a:lnTo>
                    <a:lnTo>
                      <a:pt x="1389" y="471"/>
                    </a:lnTo>
                    <a:lnTo>
                      <a:pt x="1392" y="468"/>
                    </a:lnTo>
                    <a:lnTo>
                      <a:pt x="1392" y="468"/>
                    </a:lnTo>
                    <a:lnTo>
                      <a:pt x="1392" y="468"/>
                    </a:lnTo>
                    <a:lnTo>
                      <a:pt x="1396" y="464"/>
                    </a:lnTo>
                    <a:lnTo>
                      <a:pt x="1397" y="465"/>
                    </a:lnTo>
                    <a:lnTo>
                      <a:pt x="1397" y="465"/>
                    </a:lnTo>
                    <a:lnTo>
                      <a:pt x="1398" y="466"/>
                    </a:lnTo>
                    <a:lnTo>
                      <a:pt x="1400" y="459"/>
                    </a:lnTo>
                    <a:lnTo>
                      <a:pt x="1401" y="459"/>
                    </a:lnTo>
                    <a:lnTo>
                      <a:pt x="1404" y="451"/>
                    </a:lnTo>
                    <a:lnTo>
                      <a:pt x="1404" y="451"/>
                    </a:lnTo>
                    <a:lnTo>
                      <a:pt x="1408" y="445"/>
                    </a:lnTo>
                    <a:lnTo>
                      <a:pt x="1409" y="445"/>
                    </a:lnTo>
                    <a:lnTo>
                      <a:pt x="1409" y="445"/>
                    </a:lnTo>
                    <a:lnTo>
                      <a:pt x="1409" y="445"/>
                    </a:lnTo>
                    <a:lnTo>
                      <a:pt x="1412" y="441"/>
                    </a:lnTo>
                    <a:lnTo>
                      <a:pt x="1413" y="441"/>
                    </a:lnTo>
                    <a:lnTo>
                      <a:pt x="1415" y="439"/>
                    </a:lnTo>
                    <a:lnTo>
                      <a:pt x="1416" y="441"/>
                    </a:lnTo>
                    <a:lnTo>
                      <a:pt x="1416" y="441"/>
                    </a:lnTo>
                    <a:lnTo>
                      <a:pt x="1419" y="447"/>
                    </a:lnTo>
                    <a:lnTo>
                      <a:pt x="1421" y="446"/>
                    </a:lnTo>
                    <a:lnTo>
                      <a:pt x="1421" y="446"/>
                    </a:lnTo>
                    <a:lnTo>
                      <a:pt x="1423" y="446"/>
                    </a:lnTo>
                    <a:lnTo>
                      <a:pt x="1424" y="447"/>
                    </a:lnTo>
                    <a:lnTo>
                      <a:pt x="1424" y="447"/>
                    </a:lnTo>
                    <a:lnTo>
                      <a:pt x="1425" y="447"/>
                    </a:lnTo>
                    <a:lnTo>
                      <a:pt x="1426" y="446"/>
                    </a:lnTo>
                    <a:lnTo>
                      <a:pt x="1429" y="446"/>
                    </a:lnTo>
                    <a:lnTo>
                      <a:pt x="1429" y="446"/>
                    </a:lnTo>
                    <a:lnTo>
                      <a:pt x="1433" y="449"/>
                    </a:lnTo>
                    <a:lnTo>
                      <a:pt x="1433" y="449"/>
                    </a:lnTo>
                    <a:lnTo>
                      <a:pt x="1433" y="449"/>
                    </a:lnTo>
                    <a:lnTo>
                      <a:pt x="1436" y="453"/>
                    </a:lnTo>
                    <a:lnTo>
                      <a:pt x="1437" y="453"/>
                    </a:lnTo>
                    <a:lnTo>
                      <a:pt x="1441" y="459"/>
                    </a:lnTo>
                    <a:lnTo>
                      <a:pt x="1441" y="460"/>
                    </a:lnTo>
                    <a:lnTo>
                      <a:pt x="1445" y="470"/>
                    </a:lnTo>
                    <a:lnTo>
                      <a:pt x="1445" y="470"/>
                    </a:lnTo>
                    <a:lnTo>
                      <a:pt x="1448" y="483"/>
                    </a:lnTo>
                    <a:lnTo>
                      <a:pt x="1449" y="484"/>
                    </a:lnTo>
                    <a:lnTo>
                      <a:pt x="1453" y="495"/>
                    </a:lnTo>
                    <a:lnTo>
                      <a:pt x="1453" y="495"/>
                    </a:lnTo>
                    <a:lnTo>
                      <a:pt x="1456" y="502"/>
                    </a:lnTo>
                    <a:lnTo>
                      <a:pt x="1457" y="502"/>
                    </a:lnTo>
                    <a:lnTo>
                      <a:pt x="1457" y="502"/>
                    </a:lnTo>
                    <a:lnTo>
                      <a:pt x="1460" y="508"/>
                    </a:lnTo>
                    <a:lnTo>
                      <a:pt x="1461" y="508"/>
                    </a:lnTo>
                    <a:lnTo>
                      <a:pt x="1465" y="521"/>
                    </a:lnTo>
                    <a:lnTo>
                      <a:pt x="1465" y="521"/>
                    </a:lnTo>
                    <a:lnTo>
                      <a:pt x="1469" y="530"/>
                    </a:lnTo>
                    <a:lnTo>
                      <a:pt x="1469" y="530"/>
                    </a:lnTo>
                    <a:lnTo>
                      <a:pt x="1472" y="538"/>
                    </a:lnTo>
                    <a:lnTo>
                      <a:pt x="1473" y="538"/>
                    </a:lnTo>
                    <a:lnTo>
                      <a:pt x="1477" y="545"/>
                    </a:lnTo>
                    <a:lnTo>
                      <a:pt x="1477" y="545"/>
                    </a:lnTo>
                    <a:lnTo>
                      <a:pt x="1481" y="551"/>
                    </a:lnTo>
                    <a:lnTo>
                      <a:pt x="1481" y="551"/>
                    </a:lnTo>
                    <a:lnTo>
                      <a:pt x="1483" y="553"/>
                    </a:lnTo>
                    <a:lnTo>
                      <a:pt x="1484" y="553"/>
                    </a:lnTo>
                    <a:lnTo>
                      <a:pt x="1485" y="553"/>
                    </a:lnTo>
                    <a:lnTo>
                      <a:pt x="1485" y="553"/>
                    </a:lnTo>
                    <a:lnTo>
                      <a:pt x="1489" y="559"/>
                    </a:lnTo>
                    <a:lnTo>
                      <a:pt x="1489" y="559"/>
                    </a:lnTo>
                    <a:lnTo>
                      <a:pt x="1489" y="559"/>
                    </a:lnTo>
                    <a:lnTo>
                      <a:pt x="1489" y="559"/>
                    </a:lnTo>
                    <a:lnTo>
                      <a:pt x="1493" y="567"/>
                    </a:lnTo>
                    <a:lnTo>
                      <a:pt x="1493" y="567"/>
                    </a:lnTo>
                    <a:lnTo>
                      <a:pt x="1497" y="571"/>
                    </a:lnTo>
                    <a:lnTo>
                      <a:pt x="1497" y="571"/>
                    </a:lnTo>
                    <a:lnTo>
                      <a:pt x="1501" y="573"/>
                    </a:lnTo>
                    <a:lnTo>
                      <a:pt x="1501" y="573"/>
                    </a:lnTo>
                    <a:lnTo>
                      <a:pt x="1501" y="574"/>
                    </a:lnTo>
                    <a:lnTo>
                      <a:pt x="1505" y="571"/>
                    </a:lnTo>
                    <a:lnTo>
                      <a:pt x="1505" y="571"/>
                    </a:lnTo>
                    <a:lnTo>
                      <a:pt x="1506" y="570"/>
                    </a:lnTo>
                    <a:lnTo>
                      <a:pt x="1508" y="572"/>
                    </a:lnTo>
                    <a:lnTo>
                      <a:pt x="1509" y="572"/>
                    </a:lnTo>
                    <a:lnTo>
                      <a:pt x="1509" y="572"/>
                    </a:lnTo>
                    <a:lnTo>
                      <a:pt x="1509" y="572"/>
                    </a:lnTo>
                    <a:lnTo>
                      <a:pt x="1513" y="576"/>
                    </a:lnTo>
                    <a:lnTo>
                      <a:pt x="1513" y="576"/>
                    </a:lnTo>
                    <a:lnTo>
                      <a:pt x="1515" y="576"/>
                    </a:lnTo>
                    <a:lnTo>
                      <a:pt x="1517" y="578"/>
                    </a:lnTo>
                    <a:lnTo>
                      <a:pt x="1517" y="579"/>
                    </a:lnTo>
                    <a:lnTo>
                      <a:pt x="1521" y="584"/>
                    </a:lnTo>
                    <a:lnTo>
                      <a:pt x="1521" y="585"/>
                    </a:lnTo>
                    <a:lnTo>
                      <a:pt x="1524" y="589"/>
                    </a:lnTo>
                    <a:lnTo>
                      <a:pt x="1525" y="586"/>
                    </a:lnTo>
                    <a:lnTo>
                      <a:pt x="1525" y="586"/>
                    </a:lnTo>
                    <a:lnTo>
                      <a:pt x="1529" y="579"/>
                    </a:lnTo>
                    <a:lnTo>
                      <a:pt x="1529" y="578"/>
                    </a:lnTo>
                    <a:lnTo>
                      <a:pt x="1533" y="570"/>
                    </a:lnTo>
                    <a:lnTo>
                      <a:pt x="1533" y="570"/>
                    </a:lnTo>
                    <a:lnTo>
                      <a:pt x="1535" y="568"/>
                    </a:lnTo>
                    <a:lnTo>
                      <a:pt x="1537" y="570"/>
                    </a:lnTo>
                    <a:lnTo>
                      <a:pt x="1537" y="570"/>
                    </a:lnTo>
                    <a:lnTo>
                      <a:pt x="1538" y="570"/>
                    </a:lnTo>
                    <a:lnTo>
                      <a:pt x="1541" y="566"/>
                    </a:lnTo>
                    <a:lnTo>
                      <a:pt x="1541" y="566"/>
                    </a:lnTo>
                    <a:lnTo>
                      <a:pt x="1542" y="567"/>
                    </a:lnTo>
                    <a:lnTo>
                      <a:pt x="1545" y="563"/>
                    </a:lnTo>
                    <a:lnTo>
                      <a:pt x="1545" y="563"/>
                    </a:lnTo>
                    <a:lnTo>
                      <a:pt x="1549" y="551"/>
                    </a:lnTo>
                    <a:lnTo>
                      <a:pt x="1549" y="550"/>
                    </a:lnTo>
                    <a:lnTo>
                      <a:pt x="1549" y="551"/>
                    </a:lnTo>
                    <a:lnTo>
                      <a:pt x="1553" y="546"/>
                    </a:lnTo>
                    <a:lnTo>
                      <a:pt x="1553" y="546"/>
                    </a:lnTo>
                    <a:lnTo>
                      <a:pt x="1557" y="541"/>
                    </a:lnTo>
                    <a:lnTo>
                      <a:pt x="1557" y="541"/>
                    </a:lnTo>
                    <a:lnTo>
                      <a:pt x="1561" y="537"/>
                    </a:lnTo>
                    <a:lnTo>
                      <a:pt x="1561" y="537"/>
                    </a:lnTo>
                    <a:lnTo>
                      <a:pt x="1562" y="536"/>
                    </a:lnTo>
                    <a:lnTo>
                      <a:pt x="1563" y="538"/>
                    </a:lnTo>
                    <a:lnTo>
                      <a:pt x="1565" y="536"/>
                    </a:lnTo>
                    <a:lnTo>
                      <a:pt x="1565" y="536"/>
                    </a:lnTo>
                    <a:lnTo>
                      <a:pt x="1569" y="528"/>
                    </a:lnTo>
                    <a:lnTo>
                      <a:pt x="1569" y="528"/>
                    </a:lnTo>
                    <a:lnTo>
                      <a:pt x="1569" y="528"/>
                    </a:lnTo>
                    <a:lnTo>
                      <a:pt x="1569" y="528"/>
                    </a:lnTo>
                    <a:lnTo>
                      <a:pt x="1573" y="522"/>
                    </a:lnTo>
                    <a:lnTo>
                      <a:pt x="1573" y="522"/>
                    </a:lnTo>
                    <a:lnTo>
                      <a:pt x="1575" y="514"/>
                    </a:lnTo>
                    <a:lnTo>
                      <a:pt x="1577" y="516"/>
                    </a:lnTo>
                    <a:lnTo>
                      <a:pt x="1577" y="516"/>
                    </a:lnTo>
                    <a:lnTo>
                      <a:pt x="1581" y="519"/>
                    </a:lnTo>
                    <a:lnTo>
                      <a:pt x="1581" y="519"/>
                    </a:lnTo>
                    <a:lnTo>
                      <a:pt x="1581" y="519"/>
                    </a:lnTo>
                    <a:lnTo>
                      <a:pt x="1583" y="517"/>
                    </a:lnTo>
                    <a:lnTo>
                      <a:pt x="1585" y="518"/>
                    </a:lnTo>
                    <a:lnTo>
                      <a:pt x="1585" y="518"/>
                    </a:lnTo>
                    <a:lnTo>
                      <a:pt x="1585" y="518"/>
                    </a:lnTo>
                    <a:lnTo>
                      <a:pt x="1588" y="515"/>
                    </a:lnTo>
                    <a:lnTo>
                      <a:pt x="1589" y="516"/>
                    </a:lnTo>
                    <a:lnTo>
                      <a:pt x="1589" y="515"/>
                    </a:lnTo>
                    <a:lnTo>
                      <a:pt x="1591" y="512"/>
                    </a:lnTo>
                    <a:lnTo>
                      <a:pt x="1593" y="514"/>
                    </a:lnTo>
                    <a:lnTo>
                      <a:pt x="1593" y="514"/>
                    </a:lnTo>
                    <a:lnTo>
                      <a:pt x="1594" y="512"/>
                    </a:lnTo>
                    <a:lnTo>
                      <a:pt x="1597" y="516"/>
                    </a:lnTo>
                    <a:lnTo>
                      <a:pt x="1597" y="516"/>
                    </a:lnTo>
                    <a:lnTo>
                      <a:pt x="1600" y="515"/>
                    </a:lnTo>
                    <a:lnTo>
                      <a:pt x="1601" y="517"/>
                    </a:lnTo>
                    <a:lnTo>
                      <a:pt x="1601" y="517"/>
                    </a:lnTo>
                    <a:lnTo>
                      <a:pt x="1605" y="540"/>
                    </a:lnTo>
                    <a:lnTo>
                      <a:pt x="1605" y="540"/>
                    </a:lnTo>
                    <a:lnTo>
                      <a:pt x="1609" y="560"/>
                    </a:lnTo>
                    <a:lnTo>
                      <a:pt x="1609" y="561"/>
                    </a:lnTo>
                    <a:lnTo>
                      <a:pt x="1613" y="574"/>
                    </a:lnTo>
                    <a:lnTo>
                      <a:pt x="1613" y="574"/>
                    </a:lnTo>
                    <a:lnTo>
                      <a:pt x="1614" y="575"/>
                    </a:lnTo>
                    <a:lnTo>
                      <a:pt x="1617" y="572"/>
                    </a:lnTo>
                    <a:lnTo>
                      <a:pt x="1617" y="572"/>
                    </a:lnTo>
                    <a:lnTo>
                      <a:pt x="1620" y="564"/>
                    </a:lnTo>
                    <a:lnTo>
                      <a:pt x="1621" y="564"/>
                    </a:lnTo>
                    <a:lnTo>
                      <a:pt x="1621" y="564"/>
                    </a:lnTo>
                    <a:lnTo>
                      <a:pt x="1621" y="564"/>
                    </a:lnTo>
                    <a:lnTo>
                      <a:pt x="1625" y="570"/>
                    </a:lnTo>
                    <a:lnTo>
                      <a:pt x="1625" y="570"/>
                    </a:lnTo>
                    <a:lnTo>
                      <a:pt x="1629" y="581"/>
                    </a:lnTo>
                    <a:lnTo>
                      <a:pt x="1629" y="581"/>
                    </a:lnTo>
                    <a:lnTo>
                      <a:pt x="1633" y="591"/>
                    </a:lnTo>
                    <a:lnTo>
                      <a:pt x="1633" y="591"/>
                    </a:lnTo>
                    <a:lnTo>
                      <a:pt x="1637" y="598"/>
                    </a:lnTo>
                    <a:lnTo>
                      <a:pt x="1637" y="598"/>
                    </a:lnTo>
                    <a:lnTo>
                      <a:pt x="1638" y="599"/>
                    </a:lnTo>
                    <a:lnTo>
                      <a:pt x="1641" y="592"/>
                    </a:lnTo>
                    <a:lnTo>
                      <a:pt x="1641" y="591"/>
                    </a:lnTo>
                    <a:lnTo>
                      <a:pt x="1645" y="576"/>
                    </a:lnTo>
                    <a:lnTo>
                      <a:pt x="1645" y="576"/>
                    </a:lnTo>
                    <a:lnTo>
                      <a:pt x="1649" y="561"/>
                    </a:lnTo>
                    <a:lnTo>
                      <a:pt x="1649" y="562"/>
                    </a:lnTo>
                    <a:lnTo>
                      <a:pt x="1649" y="562"/>
                    </a:lnTo>
                    <a:lnTo>
                      <a:pt x="1651" y="559"/>
                    </a:lnTo>
                    <a:lnTo>
                      <a:pt x="1653" y="563"/>
                    </a:lnTo>
                    <a:lnTo>
                      <a:pt x="1653" y="563"/>
                    </a:lnTo>
                    <a:lnTo>
                      <a:pt x="1657" y="574"/>
                    </a:lnTo>
                    <a:lnTo>
                      <a:pt x="1657" y="574"/>
                    </a:lnTo>
                    <a:lnTo>
                      <a:pt x="1661" y="596"/>
                    </a:lnTo>
                    <a:lnTo>
                      <a:pt x="1661" y="597"/>
                    </a:lnTo>
                    <a:lnTo>
                      <a:pt x="1665" y="604"/>
                    </a:lnTo>
                    <a:lnTo>
                      <a:pt x="1665" y="604"/>
                    </a:lnTo>
                    <a:lnTo>
                      <a:pt x="1667" y="608"/>
                    </a:lnTo>
                    <a:lnTo>
                      <a:pt x="1669" y="608"/>
                    </a:lnTo>
                    <a:lnTo>
                      <a:pt x="1669" y="608"/>
                    </a:lnTo>
                    <a:lnTo>
                      <a:pt x="1670" y="609"/>
                    </a:lnTo>
                    <a:lnTo>
                      <a:pt x="1673" y="605"/>
                    </a:lnTo>
                    <a:lnTo>
                      <a:pt x="1673" y="605"/>
                    </a:lnTo>
                    <a:lnTo>
                      <a:pt x="1673" y="605"/>
                    </a:lnTo>
                    <a:lnTo>
                      <a:pt x="1675" y="602"/>
                    </a:lnTo>
                    <a:lnTo>
                      <a:pt x="1677" y="605"/>
                    </a:lnTo>
                    <a:lnTo>
                      <a:pt x="1677" y="605"/>
                    </a:lnTo>
                    <a:lnTo>
                      <a:pt x="1681" y="612"/>
                    </a:lnTo>
                    <a:lnTo>
                      <a:pt x="1681" y="612"/>
                    </a:lnTo>
                    <a:lnTo>
                      <a:pt x="1681" y="612"/>
                    </a:lnTo>
                    <a:lnTo>
                      <a:pt x="1683" y="606"/>
                    </a:lnTo>
                    <a:lnTo>
                      <a:pt x="1685" y="609"/>
                    </a:lnTo>
                    <a:lnTo>
                      <a:pt x="1685" y="610"/>
                    </a:lnTo>
                    <a:lnTo>
                      <a:pt x="1687" y="613"/>
                    </a:lnTo>
                    <a:lnTo>
                      <a:pt x="1689" y="611"/>
                    </a:lnTo>
                    <a:lnTo>
                      <a:pt x="1689" y="611"/>
                    </a:lnTo>
                    <a:lnTo>
                      <a:pt x="1690" y="611"/>
                    </a:lnTo>
                    <a:lnTo>
                      <a:pt x="1693" y="605"/>
                    </a:lnTo>
                    <a:lnTo>
                      <a:pt x="1693" y="605"/>
                    </a:lnTo>
                    <a:lnTo>
                      <a:pt x="1693" y="606"/>
                    </a:lnTo>
                    <a:lnTo>
                      <a:pt x="1694" y="606"/>
                    </a:lnTo>
                    <a:lnTo>
                      <a:pt x="1697" y="598"/>
                    </a:lnTo>
                    <a:lnTo>
                      <a:pt x="1697" y="598"/>
                    </a:lnTo>
                    <a:lnTo>
                      <a:pt x="1698" y="595"/>
                    </a:lnTo>
                    <a:lnTo>
                      <a:pt x="1701" y="600"/>
                    </a:lnTo>
                    <a:lnTo>
                      <a:pt x="1701" y="597"/>
                    </a:lnTo>
                    <a:lnTo>
                      <a:pt x="1701" y="596"/>
                    </a:lnTo>
                    <a:lnTo>
                      <a:pt x="1705" y="582"/>
                    </a:lnTo>
                    <a:lnTo>
                      <a:pt x="1705" y="582"/>
                    </a:lnTo>
                    <a:lnTo>
                      <a:pt x="1709" y="569"/>
                    </a:lnTo>
                    <a:lnTo>
                      <a:pt x="1709" y="568"/>
                    </a:lnTo>
                    <a:lnTo>
                      <a:pt x="1713" y="560"/>
                    </a:lnTo>
                    <a:lnTo>
                      <a:pt x="1713" y="561"/>
                    </a:lnTo>
                    <a:lnTo>
                      <a:pt x="1713" y="561"/>
                    </a:lnTo>
                    <a:lnTo>
                      <a:pt x="1715" y="561"/>
                    </a:lnTo>
                    <a:lnTo>
                      <a:pt x="1717" y="565"/>
                    </a:lnTo>
                    <a:lnTo>
                      <a:pt x="1717" y="565"/>
                    </a:lnTo>
                    <a:lnTo>
                      <a:pt x="1721" y="578"/>
                    </a:lnTo>
                    <a:lnTo>
                      <a:pt x="1721" y="579"/>
                    </a:lnTo>
                    <a:lnTo>
                      <a:pt x="1725" y="588"/>
                    </a:lnTo>
                    <a:lnTo>
                      <a:pt x="1725" y="588"/>
                    </a:lnTo>
                    <a:lnTo>
                      <a:pt x="1729" y="591"/>
                    </a:lnTo>
                    <a:lnTo>
                      <a:pt x="1729" y="591"/>
                    </a:lnTo>
                    <a:lnTo>
                      <a:pt x="1731" y="595"/>
                    </a:lnTo>
                    <a:lnTo>
                      <a:pt x="1733" y="593"/>
                    </a:lnTo>
                    <a:lnTo>
                      <a:pt x="1733" y="592"/>
                    </a:lnTo>
                    <a:lnTo>
                      <a:pt x="1734" y="593"/>
                    </a:lnTo>
                    <a:lnTo>
                      <a:pt x="1737" y="579"/>
                    </a:lnTo>
                    <a:lnTo>
                      <a:pt x="1737" y="579"/>
                    </a:lnTo>
                    <a:lnTo>
                      <a:pt x="1739" y="572"/>
                    </a:lnTo>
                    <a:lnTo>
                      <a:pt x="1741" y="576"/>
                    </a:lnTo>
                    <a:lnTo>
                      <a:pt x="1741" y="576"/>
                    </a:lnTo>
                    <a:lnTo>
                      <a:pt x="1745" y="592"/>
                    </a:lnTo>
                    <a:lnTo>
                      <a:pt x="1745" y="592"/>
                    </a:lnTo>
                    <a:lnTo>
                      <a:pt x="1746" y="592"/>
                    </a:lnTo>
                    <a:lnTo>
                      <a:pt x="1749" y="600"/>
                    </a:lnTo>
                    <a:lnTo>
                      <a:pt x="1749" y="600"/>
                    </a:lnTo>
                    <a:lnTo>
                      <a:pt x="1751" y="603"/>
                    </a:lnTo>
                    <a:lnTo>
                      <a:pt x="1753" y="600"/>
                    </a:lnTo>
                    <a:lnTo>
                      <a:pt x="1753" y="600"/>
                    </a:lnTo>
                    <a:lnTo>
                      <a:pt x="1757" y="576"/>
                    </a:lnTo>
                    <a:lnTo>
                      <a:pt x="1757" y="576"/>
                    </a:lnTo>
                    <a:lnTo>
                      <a:pt x="1758" y="573"/>
                    </a:lnTo>
                    <a:lnTo>
                      <a:pt x="1761" y="582"/>
                    </a:lnTo>
                    <a:lnTo>
                      <a:pt x="1761" y="582"/>
                    </a:lnTo>
                    <a:lnTo>
                      <a:pt x="1762" y="583"/>
                    </a:lnTo>
                    <a:lnTo>
                      <a:pt x="1765" y="578"/>
                    </a:lnTo>
                    <a:lnTo>
                      <a:pt x="1765" y="578"/>
                    </a:lnTo>
                    <a:lnTo>
                      <a:pt x="1766" y="579"/>
                    </a:lnTo>
                    <a:lnTo>
                      <a:pt x="1769" y="562"/>
                    </a:lnTo>
                    <a:lnTo>
                      <a:pt x="1769" y="562"/>
                    </a:lnTo>
                    <a:lnTo>
                      <a:pt x="1772" y="558"/>
                    </a:lnTo>
                    <a:lnTo>
                      <a:pt x="1773" y="565"/>
                    </a:lnTo>
                    <a:lnTo>
                      <a:pt x="1773" y="565"/>
                    </a:lnTo>
                    <a:lnTo>
                      <a:pt x="1777" y="571"/>
                    </a:lnTo>
                    <a:lnTo>
                      <a:pt x="1777" y="571"/>
                    </a:lnTo>
                    <a:lnTo>
                      <a:pt x="1777" y="571"/>
                    </a:lnTo>
                    <a:lnTo>
                      <a:pt x="1778" y="571"/>
                    </a:lnTo>
                    <a:lnTo>
                      <a:pt x="1781" y="560"/>
                    </a:lnTo>
                    <a:lnTo>
                      <a:pt x="1781" y="559"/>
                    </a:lnTo>
                    <a:lnTo>
                      <a:pt x="1785" y="546"/>
                    </a:lnTo>
                    <a:lnTo>
                      <a:pt x="1785" y="546"/>
                    </a:lnTo>
                    <a:lnTo>
                      <a:pt x="1785" y="546"/>
                    </a:lnTo>
                    <a:lnTo>
                      <a:pt x="1785" y="546"/>
                    </a:lnTo>
                    <a:lnTo>
                      <a:pt x="1789" y="532"/>
                    </a:lnTo>
                    <a:lnTo>
                      <a:pt x="1789" y="532"/>
                    </a:lnTo>
                    <a:lnTo>
                      <a:pt x="1791" y="527"/>
                    </a:lnTo>
                    <a:lnTo>
                      <a:pt x="1793" y="533"/>
                    </a:lnTo>
                    <a:lnTo>
                      <a:pt x="1793" y="533"/>
                    </a:lnTo>
                    <a:lnTo>
                      <a:pt x="1793" y="533"/>
                    </a:lnTo>
                    <a:lnTo>
                      <a:pt x="1797" y="525"/>
                    </a:lnTo>
                    <a:lnTo>
                      <a:pt x="1797" y="524"/>
                    </a:lnTo>
                    <a:lnTo>
                      <a:pt x="1801" y="510"/>
                    </a:lnTo>
                    <a:lnTo>
                      <a:pt x="1801" y="510"/>
                    </a:lnTo>
                    <a:lnTo>
                      <a:pt x="1801" y="510"/>
                    </a:lnTo>
                    <a:lnTo>
                      <a:pt x="1803" y="513"/>
                    </a:lnTo>
                    <a:lnTo>
                      <a:pt x="1805" y="509"/>
                    </a:lnTo>
                    <a:lnTo>
                      <a:pt x="1805" y="509"/>
                    </a:lnTo>
                    <a:lnTo>
                      <a:pt x="1805" y="509"/>
                    </a:lnTo>
                    <a:lnTo>
                      <a:pt x="1809" y="518"/>
                    </a:lnTo>
                    <a:lnTo>
                      <a:pt x="1809" y="517"/>
                    </a:lnTo>
                    <a:lnTo>
                      <a:pt x="1809" y="517"/>
                    </a:lnTo>
                    <a:lnTo>
                      <a:pt x="1812" y="511"/>
                    </a:lnTo>
                    <a:lnTo>
                      <a:pt x="1813" y="514"/>
                    </a:lnTo>
                    <a:lnTo>
                      <a:pt x="1813" y="514"/>
                    </a:lnTo>
                    <a:lnTo>
                      <a:pt x="1817" y="509"/>
                    </a:lnTo>
                    <a:lnTo>
                      <a:pt x="1817" y="509"/>
                    </a:lnTo>
                    <a:lnTo>
                      <a:pt x="1818" y="509"/>
                    </a:lnTo>
                    <a:lnTo>
                      <a:pt x="1821" y="505"/>
                    </a:lnTo>
                    <a:lnTo>
                      <a:pt x="1821" y="505"/>
                    </a:lnTo>
                    <a:lnTo>
                      <a:pt x="1821" y="505"/>
                    </a:lnTo>
                    <a:lnTo>
                      <a:pt x="1825" y="510"/>
                    </a:lnTo>
                    <a:lnTo>
                      <a:pt x="1825" y="511"/>
                    </a:lnTo>
                    <a:lnTo>
                      <a:pt x="1828" y="517"/>
                    </a:lnTo>
                    <a:lnTo>
                      <a:pt x="1829" y="516"/>
                    </a:lnTo>
                    <a:lnTo>
                      <a:pt x="1829" y="516"/>
                    </a:lnTo>
                    <a:lnTo>
                      <a:pt x="1832" y="510"/>
                    </a:lnTo>
                    <a:lnTo>
                      <a:pt x="1833" y="511"/>
                    </a:lnTo>
                    <a:lnTo>
                      <a:pt x="1833" y="511"/>
                    </a:lnTo>
                    <a:lnTo>
                      <a:pt x="1837" y="517"/>
                    </a:lnTo>
                    <a:lnTo>
                      <a:pt x="1837" y="517"/>
                    </a:lnTo>
                    <a:lnTo>
                      <a:pt x="1837" y="517"/>
                    </a:lnTo>
                    <a:lnTo>
                      <a:pt x="1840" y="517"/>
                    </a:lnTo>
                    <a:lnTo>
                      <a:pt x="1841" y="515"/>
                    </a:lnTo>
                    <a:lnTo>
                      <a:pt x="1841" y="515"/>
                    </a:lnTo>
                    <a:lnTo>
                      <a:pt x="1841" y="515"/>
                    </a:lnTo>
                    <a:lnTo>
                      <a:pt x="1845" y="511"/>
                    </a:lnTo>
                    <a:lnTo>
                      <a:pt x="1846" y="510"/>
                    </a:lnTo>
                    <a:lnTo>
                      <a:pt x="1847" y="506"/>
                    </a:lnTo>
                    <a:lnTo>
                      <a:pt x="1849" y="509"/>
                    </a:lnTo>
                    <a:lnTo>
                      <a:pt x="1849" y="509"/>
                    </a:lnTo>
                    <a:lnTo>
                      <a:pt x="1849" y="509"/>
                    </a:lnTo>
                    <a:lnTo>
                      <a:pt x="1852" y="515"/>
                    </a:lnTo>
                    <a:lnTo>
                      <a:pt x="1853" y="514"/>
                    </a:lnTo>
                    <a:lnTo>
                      <a:pt x="1853" y="514"/>
                    </a:lnTo>
                    <a:lnTo>
                      <a:pt x="1854" y="514"/>
                    </a:lnTo>
                    <a:lnTo>
                      <a:pt x="1856" y="519"/>
                    </a:lnTo>
                    <a:lnTo>
                      <a:pt x="1857" y="517"/>
                    </a:lnTo>
                    <a:lnTo>
                      <a:pt x="1858" y="517"/>
                    </a:lnTo>
                    <a:lnTo>
                      <a:pt x="1858" y="517"/>
                    </a:lnTo>
                    <a:lnTo>
                      <a:pt x="1861" y="509"/>
                    </a:lnTo>
                    <a:lnTo>
                      <a:pt x="1861" y="509"/>
                    </a:lnTo>
                    <a:lnTo>
                      <a:pt x="1861" y="509"/>
                    </a:lnTo>
                    <a:lnTo>
                      <a:pt x="1864" y="515"/>
                    </a:lnTo>
                    <a:lnTo>
                      <a:pt x="1865" y="515"/>
                    </a:lnTo>
                    <a:lnTo>
                      <a:pt x="1865" y="515"/>
                    </a:lnTo>
                    <a:lnTo>
                      <a:pt x="1869" y="527"/>
                    </a:lnTo>
                    <a:lnTo>
                      <a:pt x="1869" y="527"/>
                    </a:lnTo>
                    <a:lnTo>
                      <a:pt x="1870" y="527"/>
                    </a:lnTo>
                    <a:lnTo>
                      <a:pt x="1873" y="539"/>
                    </a:lnTo>
                    <a:lnTo>
                      <a:pt x="1873" y="539"/>
                    </a:lnTo>
                    <a:lnTo>
                      <a:pt x="1873" y="539"/>
                    </a:lnTo>
                    <a:lnTo>
                      <a:pt x="1876" y="542"/>
                    </a:lnTo>
                    <a:lnTo>
                      <a:pt x="1877" y="538"/>
                    </a:lnTo>
                    <a:lnTo>
                      <a:pt x="1877" y="538"/>
                    </a:lnTo>
                    <a:lnTo>
                      <a:pt x="1880" y="535"/>
                    </a:lnTo>
                    <a:lnTo>
                      <a:pt x="1881" y="540"/>
                    </a:lnTo>
                    <a:lnTo>
                      <a:pt x="1881" y="539"/>
                    </a:lnTo>
                    <a:lnTo>
                      <a:pt x="1881" y="539"/>
                    </a:lnTo>
                    <a:lnTo>
                      <a:pt x="1882" y="539"/>
                    </a:lnTo>
                    <a:lnTo>
                      <a:pt x="1885" y="545"/>
                    </a:lnTo>
                    <a:lnTo>
                      <a:pt x="1885" y="544"/>
                    </a:lnTo>
                    <a:lnTo>
                      <a:pt x="1885" y="545"/>
                    </a:lnTo>
                    <a:lnTo>
                      <a:pt x="1886" y="547"/>
                    </a:lnTo>
                    <a:lnTo>
                      <a:pt x="1889" y="538"/>
                    </a:lnTo>
                    <a:lnTo>
                      <a:pt x="1889" y="538"/>
                    </a:lnTo>
                    <a:lnTo>
                      <a:pt x="1890" y="536"/>
                    </a:lnTo>
                    <a:lnTo>
                      <a:pt x="1893" y="541"/>
                    </a:lnTo>
                    <a:lnTo>
                      <a:pt x="1894" y="541"/>
                    </a:lnTo>
                    <a:lnTo>
                      <a:pt x="1894" y="542"/>
                    </a:lnTo>
                    <a:lnTo>
                      <a:pt x="1897" y="538"/>
                    </a:lnTo>
                    <a:lnTo>
                      <a:pt x="1897" y="541"/>
                    </a:lnTo>
                    <a:lnTo>
                      <a:pt x="1897" y="541"/>
                    </a:lnTo>
                    <a:lnTo>
                      <a:pt x="1898" y="541"/>
                    </a:lnTo>
                    <a:lnTo>
                      <a:pt x="1901" y="536"/>
                    </a:lnTo>
                    <a:lnTo>
                      <a:pt x="1901" y="536"/>
                    </a:lnTo>
                    <a:lnTo>
                      <a:pt x="1905" y="526"/>
                    </a:lnTo>
                    <a:lnTo>
                      <a:pt x="1906" y="526"/>
                    </a:lnTo>
                    <a:lnTo>
                      <a:pt x="1909" y="516"/>
                    </a:lnTo>
                    <a:lnTo>
                      <a:pt x="1909" y="516"/>
                    </a:lnTo>
                    <a:lnTo>
                      <a:pt x="1914" y="505"/>
                    </a:lnTo>
                    <a:lnTo>
                      <a:pt x="1914" y="505"/>
                    </a:lnTo>
                    <a:lnTo>
                      <a:pt x="1914" y="504"/>
                    </a:lnTo>
                    <a:lnTo>
                      <a:pt x="1917" y="514"/>
                    </a:lnTo>
                    <a:lnTo>
                      <a:pt x="1918" y="514"/>
                    </a:lnTo>
                    <a:lnTo>
                      <a:pt x="1921" y="522"/>
                    </a:lnTo>
                    <a:lnTo>
                      <a:pt x="1921" y="522"/>
                    </a:lnTo>
                    <a:lnTo>
                      <a:pt x="1921" y="522"/>
                    </a:lnTo>
                    <a:lnTo>
                      <a:pt x="1926" y="535"/>
                    </a:lnTo>
                    <a:lnTo>
                      <a:pt x="1926" y="535"/>
                    </a:lnTo>
                    <a:lnTo>
                      <a:pt x="1929" y="550"/>
                    </a:lnTo>
                    <a:lnTo>
                      <a:pt x="1929" y="548"/>
                    </a:lnTo>
                    <a:lnTo>
                      <a:pt x="1930" y="548"/>
                    </a:lnTo>
                    <a:lnTo>
                      <a:pt x="1930" y="547"/>
                    </a:lnTo>
                    <a:lnTo>
                      <a:pt x="1933" y="558"/>
                    </a:lnTo>
                    <a:lnTo>
                      <a:pt x="1933" y="558"/>
                    </a:lnTo>
                    <a:lnTo>
                      <a:pt x="1938" y="578"/>
                    </a:lnTo>
                    <a:lnTo>
                      <a:pt x="1938" y="578"/>
                    </a:lnTo>
                    <a:lnTo>
                      <a:pt x="1941" y="591"/>
                    </a:lnTo>
                    <a:lnTo>
                      <a:pt x="1942" y="591"/>
                    </a:lnTo>
                    <a:lnTo>
                      <a:pt x="1945" y="597"/>
                    </a:lnTo>
                    <a:lnTo>
                      <a:pt x="1945" y="597"/>
                    </a:lnTo>
                    <a:lnTo>
                      <a:pt x="1947" y="598"/>
                    </a:lnTo>
                    <a:lnTo>
                      <a:pt x="1949" y="595"/>
                    </a:lnTo>
                    <a:lnTo>
                      <a:pt x="1950" y="596"/>
                    </a:lnTo>
                    <a:lnTo>
                      <a:pt x="1950" y="596"/>
                    </a:lnTo>
                    <a:lnTo>
                      <a:pt x="1951" y="600"/>
                    </a:lnTo>
                    <a:lnTo>
                      <a:pt x="1953" y="598"/>
                    </a:lnTo>
                    <a:lnTo>
                      <a:pt x="1954" y="598"/>
                    </a:lnTo>
                    <a:lnTo>
                      <a:pt x="1956" y="587"/>
                    </a:lnTo>
                    <a:lnTo>
                      <a:pt x="1957" y="588"/>
                    </a:lnTo>
                    <a:lnTo>
                      <a:pt x="1957" y="588"/>
                    </a:lnTo>
                    <a:lnTo>
                      <a:pt x="1962" y="582"/>
                    </a:lnTo>
                    <a:lnTo>
                      <a:pt x="1962" y="582"/>
                    </a:lnTo>
                    <a:lnTo>
                      <a:pt x="1962" y="582"/>
                    </a:lnTo>
                    <a:lnTo>
                      <a:pt x="1965" y="577"/>
                    </a:lnTo>
                    <a:lnTo>
                      <a:pt x="1965" y="577"/>
                    </a:lnTo>
                    <a:lnTo>
                      <a:pt x="1966" y="577"/>
                    </a:lnTo>
                    <a:lnTo>
                      <a:pt x="1969" y="565"/>
                    </a:lnTo>
                    <a:lnTo>
                      <a:pt x="1969" y="565"/>
                    </a:lnTo>
                    <a:lnTo>
                      <a:pt x="1974" y="550"/>
                    </a:lnTo>
                    <a:lnTo>
                      <a:pt x="1974" y="550"/>
                    </a:lnTo>
                    <a:lnTo>
                      <a:pt x="1977" y="537"/>
                    </a:lnTo>
                    <a:lnTo>
                      <a:pt x="1978" y="536"/>
                    </a:lnTo>
                    <a:lnTo>
                      <a:pt x="1980" y="531"/>
                    </a:lnTo>
                    <a:lnTo>
                      <a:pt x="1982" y="532"/>
                    </a:lnTo>
                    <a:lnTo>
                      <a:pt x="1982" y="532"/>
                    </a:lnTo>
                    <a:lnTo>
                      <a:pt x="1982" y="532"/>
                    </a:lnTo>
                    <a:lnTo>
                      <a:pt x="1986" y="542"/>
                    </a:lnTo>
                    <a:lnTo>
                      <a:pt x="1986" y="543"/>
                    </a:lnTo>
                    <a:lnTo>
                      <a:pt x="1989" y="559"/>
                    </a:lnTo>
                    <a:lnTo>
                      <a:pt x="1990" y="559"/>
                    </a:lnTo>
                    <a:lnTo>
                      <a:pt x="1994" y="573"/>
                    </a:lnTo>
                    <a:lnTo>
                      <a:pt x="1994" y="573"/>
                    </a:lnTo>
                    <a:lnTo>
                      <a:pt x="1998" y="580"/>
                    </a:lnTo>
                    <a:lnTo>
                      <a:pt x="1998" y="580"/>
                    </a:lnTo>
                    <a:lnTo>
                      <a:pt x="2001" y="586"/>
                    </a:lnTo>
                    <a:lnTo>
                      <a:pt x="2002" y="586"/>
                    </a:lnTo>
                    <a:lnTo>
                      <a:pt x="2003" y="587"/>
                    </a:lnTo>
                    <a:lnTo>
                      <a:pt x="2005" y="584"/>
                    </a:lnTo>
                    <a:lnTo>
                      <a:pt x="2006" y="586"/>
                    </a:lnTo>
                    <a:lnTo>
                      <a:pt x="2006" y="586"/>
                    </a:lnTo>
                    <a:lnTo>
                      <a:pt x="2010" y="603"/>
                    </a:lnTo>
                    <a:lnTo>
                      <a:pt x="2010" y="604"/>
                    </a:lnTo>
                    <a:lnTo>
                      <a:pt x="2010" y="605"/>
                    </a:lnTo>
                    <a:lnTo>
                      <a:pt x="2013" y="602"/>
                    </a:lnTo>
                    <a:lnTo>
                      <a:pt x="2013" y="603"/>
                    </a:lnTo>
                    <a:lnTo>
                      <a:pt x="2014" y="603"/>
                    </a:lnTo>
                    <a:lnTo>
                      <a:pt x="2015" y="605"/>
                    </a:lnTo>
                    <a:lnTo>
                      <a:pt x="2018" y="603"/>
                    </a:lnTo>
                    <a:lnTo>
                      <a:pt x="2018" y="603"/>
                    </a:lnTo>
                    <a:lnTo>
                      <a:pt x="2021" y="600"/>
                    </a:lnTo>
                    <a:lnTo>
                      <a:pt x="2022" y="600"/>
                    </a:lnTo>
                    <a:lnTo>
                      <a:pt x="2022" y="600"/>
                    </a:lnTo>
                    <a:lnTo>
                      <a:pt x="2025" y="590"/>
                    </a:lnTo>
                    <a:lnTo>
                      <a:pt x="2026" y="589"/>
                    </a:lnTo>
                    <a:lnTo>
                      <a:pt x="2029" y="583"/>
                    </a:lnTo>
                    <a:lnTo>
                      <a:pt x="2030" y="584"/>
                    </a:lnTo>
                    <a:lnTo>
                      <a:pt x="2030" y="584"/>
                    </a:lnTo>
                    <a:lnTo>
                      <a:pt x="2032" y="584"/>
                    </a:lnTo>
                    <a:lnTo>
                      <a:pt x="2034" y="577"/>
                    </a:lnTo>
                    <a:lnTo>
                      <a:pt x="2034" y="576"/>
                    </a:lnTo>
                    <a:lnTo>
                      <a:pt x="2037" y="558"/>
                    </a:lnTo>
                    <a:lnTo>
                      <a:pt x="2038" y="558"/>
                    </a:lnTo>
                    <a:lnTo>
                      <a:pt x="2042" y="552"/>
                    </a:lnTo>
                    <a:lnTo>
                      <a:pt x="2042" y="552"/>
                    </a:lnTo>
                    <a:lnTo>
                      <a:pt x="2042" y="552"/>
                    </a:lnTo>
                    <a:lnTo>
                      <a:pt x="2045" y="555"/>
                    </a:lnTo>
                    <a:lnTo>
                      <a:pt x="2046" y="553"/>
                    </a:lnTo>
                    <a:lnTo>
                      <a:pt x="2046" y="553"/>
                    </a:lnTo>
                    <a:lnTo>
                      <a:pt x="2047" y="552"/>
                    </a:lnTo>
                    <a:lnTo>
                      <a:pt x="2049" y="554"/>
                    </a:lnTo>
                    <a:lnTo>
                      <a:pt x="2050" y="554"/>
                    </a:lnTo>
                    <a:lnTo>
                      <a:pt x="2050" y="554"/>
                    </a:lnTo>
                    <a:lnTo>
                      <a:pt x="2054" y="559"/>
                    </a:lnTo>
                    <a:lnTo>
                      <a:pt x="2054" y="559"/>
                    </a:lnTo>
                    <a:lnTo>
                      <a:pt x="2055" y="562"/>
                    </a:lnTo>
                    <a:lnTo>
                      <a:pt x="2058" y="560"/>
                    </a:lnTo>
                    <a:lnTo>
                      <a:pt x="2058" y="560"/>
                    </a:lnTo>
                    <a:lnTo>
                      <a:pt x="2058" y="559"/>
                    </a:lnTo>
                    <a:lnTo>
                      <a:pt x="2060" y="560"/>
                    </a:lnTo>
                    <a:lnTo>
                      <a:pt x="2062" y="559"/>
                    </a:lnTo>
                    <a:lnTo>
                      <a:pt x="2062" y="559"/>
                    </a:lnTo>
                    <a:lnTo>
                      <a:pt x="2062" y="559"/>
                    </a:lnTo>
                    <a:lnTo>
                      <a:pt x="2063" y="562"/>
                    </a:lnTo>
                    <a:lnTo>
                      <a:pt x="2066" y="562"/>
                    </a:lnTo>
                    <a:lnTo>
                      <a:pt x="2066" y="562"/>
                    </a:lnTo>
                    <a:lnTo>
                      <a:pt x="2069" y="555"/>
                    </a:lnTo>
                    <a:lnTo>
                      <a:pt x="2070" y="555"/>
                    </a:lnTo>
                    <a:lnTo>
                      <a:pt x="2070" y="555"/>
                    </a:lnTo>
                    <a:lnTo>
                      <a:pt x="2070" y="555"/>
                    </a:lnTo>
                    <a:lnTo>
                      <a:pt x="2074" y="558"/>
                    </a:lnTo>
                    <a:lnTo>
                      <a:pt x="2074" y="558"/>
                    </a:lnTo>
                    <a:lnTo>
                      <a:pt x="2074" y="558"/>
                    </a:lnTo>
                    <a:lnTo>
                      <a:pt x="2078" y="553"/>
                    </a:lnTo>
                    <a:lnTo>
                      <a:pt x="2078" y="553"/>
                    </a:lnTo>
                    <a:lnTo>
                      <a:pt x="2082" y="539"/>
                    </a:lnTo>
                    <a:lnTo>
                      <a:pt x="2082" y="539"/>
                    </a:lnTo>
                    <a:lnTo>
                      <a:pt x="2086" y="525"/>
                    </a:lnTo>
                    <a:lnTo>
                      <a:pt x="2086" y="525"/>
                    </a:lnTo>
                    <a:lnTo>
                      <a:pt x="2090" y="521"/>
                    </a:lnTo>
                    <a:lnTo>
                      <a:pt x="2090" y="521"/>
                    </a:lnTo>
                    <a:lnTo>
                      <a:pt x="2093" y="512"/>
                    </a:lnTo>
                    <a:lnTo>
                      <a:pt x="2094" y="512"/>
                    </a:lnTo>
                    <a:lnTo>
                      <a:pt x="2094" y="512"/>
                    </a:lnTo>
                    <a:lnTo>
                      <a:pt x="2098" y="502"/>
                    </a:lnTo>
                    <a:lnTo>
                      <a:pt x="2098" y="501"/>
                    </a:lnTo>
                    <a:lnTo>
                      <a:pt x="2102" y="489"/>
                    </a:lnTo>
                    <a:lnTo>
                      <a:pt x="2102" y="489"/>
                    </a:lnTo>
                    <a:lnTo>
                      <a:pt x="2105" y="483"/>
                    </a:lnTo>
                    <a:lnTo>
                      <a:pt x="2106" y="486"/>
                    </a:lnTo>
                    <a:lnTo>
                      <a:pt x="2106" y="486"/>
                    </a:lnTo>
                    <a:lnTo>
                      <a:pt x="2107" y="488"/>
                    </a:lnTo>
                    <a:lnTo>
                      <a:pt x="2109" y="483"/>
                    </a:lnTo>
                    <a:lnTo>
                      <a:pt x="2110" y="485"/>
                    </a:lnTo>
                    <a:lnTo>
                      <a:pt x="2110" y="485"/>
                    </a:lnTo>
                    <a:lnTo>
                      <a:pt x="2114" y="495"/>
                    </a:lnTo>
                    <a:lnTo>
                      <a:pt x="2114" y="495"/>
                    </a:lnTo>
                    <a:lnTo>
                      <a:pt x="2118" y="504"/>
                    </a:lnTo>
                    <a:lnTo>
                      <a:pt x="2118" y="504"/>
                    </a:lnTo>
                    <a:lnTo>
                      <a:pt x="2122" y="513"/>
                    </a:lnTo>
                    <a:lnTo>
                      <a:pt x="2122" y="513"/>
                    </a:lnTo>
                    <a:lnTo>
                      <a:pt x="2125" y="516"/>
                    </a:lnTo>
                    <a:lnTo>
                      <a:pt x="2126" y="514"/>
                    </a:lnTo>
                    <a:lnTo>
                      <a:pt x="2126" y="514"/>
                    </a:lnTo>
                    <a:lnTo>
                      <a:pt x="2130" y="504"/>
                    </a:lnTo>
                    <a:lnTo>
                      <a:pt x="2130" y="504"/>
                    </a:lnTo>
                    <a:lnTo>
                      <a:pt x="2130" y="504"/>
                    </a:lnTo>
                    <a:lnTo>
                      <a:pt x="2134" y="519"/>
                    </a:lnTo>
                    <a:lnTo>
                      <a:pt x="2134" y="519"/>
                    </a:lnTo>
                    <a:lnTo>
                      <a:pt x="2138" y="536"/>
                    </a:lnTo>
                    <a:lnTo>
                      <a:pt x="2138" y="536"/>
                    </a:lnTo>
                    <a:lnTo>
                      <a:pt x="2142" y="549"/>
                    </a:lnTo>
                    <a:lnTo>
                      <a:pt x="2142" y="549"/>
                    </a:lnTo>
                    <a:lnTo>
                      <a:pt x="2146" y="553"/>
                    </a:lnTo>
                    <a:lnTo>
                      <a:pt x="2146" y="553"/>
                    </a:lnTo>
                    <a:lnTo>
                      <a:pt x="2150" y="557"/>
                    </a:lnTo>
                    <a:lnTo>
                      <a:pt x="2150" y="557"/>
                    </a:lnTo>
                    <a:lnTo>
                      <a:pt x="2154" y="562"/>
                    </a:lnTo>
                    <a:lnTo>
                      <a:pt x="2154" y="562"/>
                    </a:lnTo>
                    <a:lnTo>
                      <a:pt x="2156" y="564"/>
                    </a:lnTo>
                    <a:lnTo>
                      <a:pt x="2158" y="562"/>
                    </a:lnTo>
                    <a:lnTo>
                      <a:pt x="2158" y="562"/>
                    </a:lnTo>
                    <a:lnTo>
                      <a:pt x="2158" y="561"/>
                    </a:lnTo>
                    <a:lnTo>
                      <a:pt x="2162" y="569"/>
                    </a:lnTo>
                    <a:lnTo>
                      <a:pt x="2162" y="570"/>
                    </a:lnTo>
                    <a:lnTo>
                      <a:pt x="2166" y="574"/>
                    </a:lnTo>
                    <a:lnTo>
                      <a:pt x="2166" y="574"/>
                    </a:lnTo>
                    <a:lnTo>
                      <a:pt x="2169" y="580"/>
                    </a:lnTo>
                    <a:lnTo>
                      <a:pt x="2170" y="580"/>
                    </a:lnTo>
                    <a:lnTo>
                      <a:pt x="2170" y="580"/>
                    </a:lnTo>
                    <a:lnTo>
                      <a:pt x="2174" y="570"/>
                    </a:lnTo>
                    <a:lnTo>
                      <a:pt x="2174" y="569"/>
                    </a:lnTo>
                    <a:lnTo>
                      <a:pt x="2176" y="562"/>
                    </a:lnTo>
                    <a:lnTo>
                      <a:pt x="2178" y="562"/>
                    </a:lnTo>
                    <a:lnTo>
                      <a:pt x="2178" y="562"/>
                    </a:lnTo>
                    <a:lnTo>
                      <a:pt x="2182" y="556"/>
                    </a:lnTo>
                    <a:lnTo>
                      <a:pt x="2182" y="556"/>
                    </a:lnTo>
                    <a:lnTo>
                      <a:pt x="2182" y="556"/>
                    </a:lnTo>
                    <a:lnTo>
                      <a:pt x="2186" y="554"/>
                    </a:lnTo>
                    <a:lnTo>
                      <a:pt x="2186" y="554"/>
                    </a:lnTo>
                    <a:lnTo>
                      <a:pt x="2186" y="554"/>
                    </a:lnTo>
                    <a:lnTo>
                      <a:pt x="2190" y="546"/>
                    </a:lnTo>
                    <a:lnTo>
                      <a:pt x="2190" y="546"/>
                    </a:lnTo>
                    <a:lnTo>
                      <a:pt x="2194" y="540"/>
                    </a:lnTo>
                    <a:lnTo>
                      <a:pt x="2194" y="540"/>
                    </a:lnTo>
                    <a:lnTo>
                      <a:pt x="2198" y="536"/>
                    </a:lnTo>
                    <a:lnTo>
                      <a:pt x="2198" y="536"/>
                    </a:lnTo>
                    <a:lnTo>
                      <a:pt x="2201" y="529"/>
                    </a:lnTo>
                    <a:lnTo>
                      <a:pt x="2202" y="529"/>
                    </a:lnTo>
                    <a:lnTo>
                      <a:pt x="2202" y="529"/>
                    </a:lnTo>
                    <a:lnTo>
                      <a:pt x="2202" y="529"/>
                    </a:lnTo>
                    <a:lnTo>
                      <a:pt x="2204" y="531"/>
                    </a:lnTo>
                    <a:lnTo>
                      <a:pt x="2206" y="530"/>
                    </a:lnTo>
                    <a:lnTo>
                      <a:pt x="2206" y="530"/>
                    </a:lnTo>
                    <a:lnTo>
                      <a:pt x="2206" y="530"/>
                    </a:lnTo>
                    <a:lnTo>
                      <a:pt x="2210" y="517"/>
                    </a:lnTo>
                    <a:lnTo>
                      <a:pt x="2210" y="516"/>
                    </a:lnTo>
                    <a:lnTo>
                      <a:pt x="2214" y="505"/>
                    </a:lnTo>
                    <a:lnTo>
                      <a:pt x="2214" y="505"/>
                    </a:lnTo>
                    <a:lnTo>
                      <a:pt x="2214" y="505"/>
                    </a:lnTo>
                    <a:lnTo>
                      <a:pt x="2217" y="508"/>
                    </a:lnTo>
                    <a:lnTo>
                      <a:pt x="2218" y="507"/>
                    </a:lnTo>
                    <a:lnTo>
                      <a:pt x="2218" y="507"/>
                    </a:lnTo>
                    <a:lnTo>
                      <a:pt x="2221" y="502"/>
                    </a:lnTo>
                    <a:lnTo>
                      <a:pt x="2222" y="505"/>
                    </a:lnTo>
                    <a:lnTo>
                      <a:pt x="2222" y="505"/>
                    </a:lnTo>
                    <a:lnTo>
                      <a:pt x="2226" y="514"/>
                    </a:lnTo>
                    <a:lnTo>
                      <a:pt x="2226" y="514"/>
                    </a:lnTo>
                    <a:lnTo>
                      <a:pt x="2228" y="515"/>
                    </a:lnTo>
                    <a:lnTo>
                      <a:pt x="2229" y="514"/>
                    </a:lnTo>
                    <a:lnTo>
                      <a:pt x="2230" y="515"/>
                    </a:lnTo>
                    <a:lnTo>
                      <a:pt x="2230" y="515"/>
                    </a:lnTo>
                    <a:lnTo>
                      <a:pt x="2231" y="513"/>
                    </a:lnTo>
                    <a:lnTo>
                      <a:pt x="2234" y="522"/>
                    </a:lnTo>
                    <a:lnTo>
                      <a:pt x="2234" y="522"/>
                    </a:lnTo>
                    <a:lnTo>
                      <a:pt x="2238" y="526"/>
                    </a:lnTo>
                    <a:lnTo>
                      <a:pt x="2238" y="526"/>
                    </a:lnTo>
                    <a:lnTo>
                      <a:pt x="2242" y="533"/>
                    </a:lnTo>
                    <a:lnTo>
                      <a:pt x="2242" y="533"/>
                    </a:lnTo>
                    <a:lnTo>
                      <a:pt x="2246" y="546"/>
                    </a:lnTo>
                    <a:lnTo>
                      <a:pt x="2246" y="546"/>
                    </a:lnTo>
                    <a:lnTo>
                      <a:pt x="2250" y="564"/>
                    </a:lnTo>
                    <a:lnTo>
                      <a:pt x="2250" y="564"/>
                    </a:lnTo>
                    <a:lnTo>
                      <a:pt x="2253" y="577"/>
                    </a:lnTo>
                    <a:lnTo>
                      <a:pt x="2254" y="575"/>
                    </a:lnTo>
                    <a:lnTo>
                      <a:pt x="2254" y="575"/>
                    </a:lnTo>
                    <a:lnTo>
                      <a:pt x="2257" y="568"/>
                    </a:lnTo>
                    <a:lnTo>
                      <a:pt x="2258" y="571"/>
                    </a:lnTo>
                    <a:lnTo>
                      <a:pt x="2258" y="571"/>
                    </a:lnTo>
                    <a:lnTo>
                      <a:pt x="2259" y="574"/>
                    </a:lnTo>
                    <a:lnTo>
                      <a:pt x="2262" y="573"/>
                    </a:lnTo>
                    <a:lnTo>
                      <a:pt x="2262" y="573"/>
                    </a:lnTo>
                    <a:lnTo>
                      <a:pt x="2264" y="571"/>
                    </a:lnTo>
                    <a:lnTo>
                      <a:pt x="2266" y="574"/>
                    </a:lnTo>
                    <a:lnTo>
                      <a:pt x="2266" y="573"/>
                    </a:lnTo>
                    <a:lnTo>
                      <a:pt x="2266" y="573"/>
                    </a:lnTo>
                    <a:lnTo>
                      <a:pt x="2268" y="573"/>
                    </a:lnTo>
                    <a:lnTo>
                      <a:pt x="2270" y="577"/>
                    </a:lnTo>
                    <a:lnTo>
                      <a:pt x="2270" y="577"/>
                    </a:lnTo>
                    <a:lnTo>
                      <a:pt x="2274" y="580"/>
                    </a:lnTo>
                    <a:lnTo>
                      <a:pt x="2274" y="580"/>
                    </a:lnTo>
                    <a:lnTo>
                      <a:pt x="2278" y="587"/>
                    </a:lnTo>
                    <a:lnTo>
                      <a:pt x="2278" y="587"/>
                    </a:lnTo>
                    <a:lnTo>
                      <a:pt x="2280" y="586"/>
                    </a:lnTo>
                    <a:lnTo>
                      <a:pt x="2282" y="588"/>
                    </a:lnTo>
                    <a:lnTo>
                      <a:pt x="2282" y="588"/>
                    </a:lnTo>
                    <a:lnTo>
                      <a:pt x="2282" y="588"/>
                    </a:lnTo>
                    <a:lnTo>
                      <a:pt x="2283" y="588"/>
                    </a:lnTo>
                    <a:lnTo>
                      <a:pt x="2286" y="591"/>
                    </a:lnTo>
                    <a:lnTo>
                      <a:pt x="2286" y="590"/>
                    </a:lnTo>
                    <a:lnTo>
                      <a:pt x="2286" y="590"/>
                    </a:lnTo>
                    <a:lnTo>
                      <a:pt x="2288" y="593"/>
                    </a:lnTo>
                    <a:lnTo>
                      <a:pt x="2290" y="591"/>
                    </a:lnTo>
                    <a:lnTo>
                      <a:pt x="2290" y="591"/>
                    </a:lnTo>
                    <a:lnTo>
                      <a:pt x="2292" y="586"/>
                    </a:lnTo>
                    <a:lnTo>
                      <a:pt x="2294" y="593"/>
                    </a:lnTo>
                    <a:lnTo>
                      <a:pt x="2294" y="593"/>
                    </a:lnTo>
                    <a:lnTo>
                      <a:pt x="2297" y="598"/>
                    </a:lnTo>
                    <a:lnTo>
                      <a:pt x="2298" y="597"/>
                    </a:lnTo>
                    <a:lnTo>
                      <a:pt x="2298" y="597"/>
                    </a:lnTo>
                    <a:lnTo>
                      <a:pt x="2299" y="593"/>
                    </a:lnTo>
                    <a:lnTo>
                      <a:pt x="2302" y="598"/>
                    </a:lnTo>
                    <a:lnTo>
                      <a:pt x="2302" y="598"/>
                    </a:lnTo>
                    <a:lnTo>
                      <a:pt x="2306" y="603"/>
                    </a:lnTo>
                    <a:lnTo>
                      <a:pt x="2306" y="603"/>
                    </a:lnTo>
                    <a:lnTo>
                      <a:pt x="2307" y="604"/>
                    </a:lnTo>
                    <a:lnTo>
                      <a:pt x="2308" y="602"/>
                    </a:lnTo>
                    <a:lnTo>
                      <a:pt x="2310" y="604"/>
                    </a:lnTo>
                    <a:lnTo>
                      <a:pt x="2310" y="604"/>
                    </a:lnTo>
                    <a:lnTo>
                      <a:pt x="2314" y="611"/>
                    </a:lnTo>
                    <a:lnTo>
                      <a:pt x="2314" y="611"/>
                    </a:lnTo>
                    <a:lnTo>
                      <a:pt x="2315" y="609"/>
                    </a:lnTo>
                    <a:lnTo>
                      <a:pt x="2318" y="612"/>
                    </a:lnTo>
                    <a:lnTo>
                      <a:pt x="2318" y="612"/>
                    </a:lnTo>
                    <a:lnTo>
                      <a:pt x="2319" y="612"/>
                    </a:lnTo>
                    <a:lnTo>
                      <a:pt x="2320" y="609"/>
                    </a:lnTo>
                    <a:lnTo>
                      <a:pt x="2322" y="611"/>
                    </a:lnTo>
                    <a:lnTo>
                      <a:pt x="2322" y="611"/>
                    </a:lnTo>
                    <a:lnTo>
                      <a:pt x="2323" y="611"/>
                    </a:lnTo>
                    <a:lnTo>
                      <a:pt x="2326" y="607"/>
                    </a:lnTo>
                    <a:lnTo>
                      <a:pt x="2326" y="607"/>
                    </a:lnTo>
                    <a:lnTo>
                      <a:pt x="2328" y="604"/>
                    </a:lnTo>
                    <a:lnTo>
                      <a:pt x="2330" y="610"/>
                    </a:lnTo>
                    <a:lnTo>
                      <a:pt x="2330" y="610"/>
                    </a:lnTo>
                    <a:lnTo>
                      <a:pt x="2331" y="611"/>
                    </a:lnTo>
                    <a:lnTo>
                      <a:pt x="2334" y="603"/>
                    </a:lnTo>
                    <a:lnTo>
                      <a:pt x="2334" y="603"/>
                    </a:lnTo>
                    <a:lnTo>
                      <a:pt x="2338" y="597"/>
                    </a:lnTo>
                    <a:lnTo>
                      <a:pt x="2338" y="597"/>
                    </a:lnTo>
                    <a:lnTo>
                      <a:pt x="2342" y="583"/>
                    </a:lnTo>
                    <a:lnTo>
                      <a:pt x="2342" y="583"/>
                    </a:lnTo>
                    <a:lnTo>
                      <a:pt x="2343" y="582"/>
                    </a:lnTo>
                    <a:lnTo>
                      <a:pt x="2346" y="588"/>
                    </a:lnTo>
                    <a:lnTo>
                      <a:pt x="2346" y="588"/>
                    </a:lnTo>
                    <a:lnTo>
                      <a:pt x="2348" y="589"/>
                    </a:lnTo>
                    <a:lnTo>
                      <a:pt x="2350" y="585"/>
                    </a:lnTo>
                    <a:lnTo>
                      <a:pt x="2350" y="585"/>
                    </a:lnTo>
                    <a:lnTo>
                      <a:pt x="2354" y="576"/>
                    </a:lnTo>
                    <a:lnTo>
                      <a:pt x="2354" y="576"/>
                    </a:lnTo>
                    <a:lnTo>
                      <a:pt x="2358" y="571"/>
                    </a:lnTo>
                    <a:lnTo>
                      <a:pt x="2358" y="571"/>
                    </a:lnTo>
                    <a:lnTo>
                      <a:pt x="2358" y="571"/>
                    </a:lnTo>
                    <a:lnTo>
                      <a:pt x="2362" y="566"/>
                    </a:lnTo>
                    <a:lnTo>
                      <a:pt x="2362" y="567"/>
                    </a:lnTo>
                    <a:lnTo>
                      <a:pt x="2366" y="574"/>
                    </a:lnTo>
                    <a:lnTo>
                      <a:pt x="2366" y="574"/>
                    </a:lnTo>
                    <a:lnTo>
                      <a:pt x="2370" y="582"/>
                    </a:lnTo>
                    <a:lnTo>
                      <a:pt x="2370" y="582"/>
                    </a:lnTo>
                    <a:lnTo>
                      <a:pt x="2373" y="588"/>
                    </a:lnTo>
                    <a:lnTo>
                      <a:pt x="2374" y="586"/>
                    </a:lnTo>
                    <a:lnTo>
                      <a:pt x="2374" y="586"/>
                    </a:lnTo>
                    <a:lnTo>
                      <a:pt x="2378" y="600"/>
                    </a:lnTo>
                    <a:lnTo>
                      <a:pt x="2378" y="600"/>
                    </a:lnTo>
                    <a:lnTo>
                      <a:pt x="2381" y="605"/>
                    </a:lnTo>
                    <a:lnTo>
                      <a:pt x="2382" y="602"/>
                    </a:lnTo>
                    <a:lnTo>
                      <a:pt x="2382" y="601"/>
                    </a:lnTo>
                    <a:lnTo>
                      <a:pt x="2386" y="585"/>
                    </a:lnTo>
                    <a:lnTo>
                      <a:pt x="2387" y="585"/>
                    </a:lnTo>
                    <a:lnTo>
                      <a:pt x="2388" y="580"/>
                    </a:lnTo>
                    <a:lnTo>
                      <a:pt x="2390" y="580"/>
                    </a:lnTo>
                    <a:lnTo>
                      <a:pt x="2390" y="580"/>
                    </a:lnTo>
                    <a:lnTo>
                      <a:pt x="2391" y="580"/>
                    </a:lnTo>
                    <a:lnTo>
                      <a:pt x="2394" y="588"/>
                    </a:lnTo>
                    <a:lnTo>
                      <a:pt x="2394" y="589"/>
                    </a:lnTo>
                    <a:lnTo>
                      <a:pt x="2398" y="597"/>
                    </a:lnTo>
                    <a:lnTo>
                      <a:pt x="2399" y="597"/>
                    </a:lnTo>
                    <a:lnTo>
                      <a:pt x="2400" y="598"/>
                    </a:lnTo>
                    <a:lnTo>
                      <a:pt x="2402" y="594"/>
                    </a:lnTo>
                    <a:lnTo>
                      <a:pt x="2402" y="594"/>
                    </a:lnTo>
                    <a:lnTo>
                      <a:pt x="2404" y="591"/>
                    </a:lnTo>
                    <a:lnTo>
                      <a:pt x="2406" y="594"/>
                    </a:lnTo>
                    <a:lnTo>
                      <a:pt x="2406" y="594"/>
                    </a:lnTo>
                    <a:lnTo>
                      <a:pt x="2407" y="595"/>
                    </a:lnTo>
                    <a:lnTo>
                      <a:pt x="2409" y="591"/>
                    </a:lnTo>
                    <a:lnTo>
                      <a:pt x="2410" y="594"/>
                    </a:lnTo>
                    <a:lnTo>
                      <a:pt x="2411" y="595"/>
                    </a:lnTo>
                    <a:lnTo>
                      <a:pt x="2411" y="595"/>
                    </a:lnTo>
                    <a:lnTo>
                      <a:pt x="2414" y="586"/>
                    </a:lnTo>
                    <a:lnTo>
                      <a:pt x="2414" y="586"/>
                    </a:lnTo>
                    <a:lnTo>
                      <a:pt x="2418" y="570"/>
                    </a:lnTo>
                    <a:lnTo>
                      <a:pt x="2418" y="570"/>
                    </a:lnTo>
                    <a:lnTo>
                      <a:pt x="2420" y="566"/>
                    </a:lnTo>
                    <a:lnTo>
                      <a:pt x="2421" y="570"/>
                    </a:lnTo>
                    <a:lnTo>
                      <a:pt x="2422" y="570"/>
                    </a:lnTo>
                    <a:lnTo>
                      <a:pt x="2422" y="569"/>
                    </a:lnTo>
                    <a:lnTo>
                      <a:pt x="2426" y="565"/>
                    </a:lnTo>
                    <a:lnTo>
                      <a:pt x="2426" y="565"/>
                    </a:lnTo>
                    <a:lnTo>
                      <a:pt x="2426" y="565"/>
                    </a:lnTo>
                    <a:lnTo>
                      <a:pt x="2430" y="559"/>
                    </a:lnTo>
                    <a:lnTo>
                      <a:pt x="2430" y="559"/>
                    </a:lnTo>
                    <a:lnTo>
                      <a:pt x="2434" y="552"/>
                    </a:lnTo>
                    <a:lnTo>
                      <a:pt x="2434" y="552"/>
                    </a:lnTo>
                    <a:lnTo>
                      <a:pt x="2435" y="552"/>
                    </a:lnTo>
                    <a:lnTo>
                      <a:pt x="2435" y="552"/>
                    </a:lnTo>
                    <a:lnTo>
                      <a:pt x="2438" y="547"/>
                    </a:lnTo>
                    <a:lnTo>
                      <a:pt x="2438" y="547"/>
                    </a:lnTo>
                    <a:lnTo>
                      <a:pt x="2442" y="542"/>
                    </a:lnTo>
                    <a:lnTo>
                      <a:pt x="2442" y="541"/>
                    </a:lnTo>
                  </a:path>
                </a:pathLst>
              </a:custGeom>
              <a:noFill/>
              <a:ln w="9525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237" name="Freeform 233">
                <a:extLst>
                  <a:ext uri="{FF2B5EF4-FFF2-40B4-BE49-F238E27FC236}">
                    <a16:creationId xmlns:a16="http://schemas.microsoft.com/office/drawing/2014/main" id="{96F69C81-740D-B896-6F09-525ED1DAD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9265" y="3470809"/>
                <a:ext cx="1955856" cy="1055688"/>
              </a:xfrm>
              <a:custGeom>
                <a:avLst/>
                <a:gdLst>
                  <a:gd name="T0" fmla="*/ 40 w 2442"/>
                  <a:gd name="T1" fmla="*/ 436 h 665"/>
                  <a:gd name="T2" fmla="*/ 84 w 2442"/>
                  <a:gd name="T3" fmla="*/ 504 h 665"/>
                  <a:gd name="T4" fmla="*/ 126 w 2442"/>
                  <a:gd name="T5" fmla="*/ 481 h 665"/>
                  <a:gd name="T6" fmla="*/ 169 w 2442"/>
                  <a:gd name="T7" fmla="*/ 391 h 665"/>
                  <a:gd name="T8" fmla="*/ 214 w 2442"/>
                  <a:gd name="T9" fmla="*/ 404 h 665"/>
                  <a:gd name="T10" fmla="*/ 261 w 2442"/>
                  <a:gd name="T11" fmla="*/ 563 h 665"/>
                  <a:gd name="T12" fmla="*/ 304 w 2442"/>
                  <a:gd name="T13" fmla="*/ 499 h 665"/>
                  <a:gd name="T14" fmla="*/ 349 w 2442"/>
                  <a:gd name="T15" fmla="*/ 440 h 665"/>
                  <a:gd name="T16" fmla="*/ 397 w 2442"/>
                  <a:gd name="T17" fmla="*/ 307 h 665"/>
                  <a:gd name="T18" fmla="*/ 443 w 2442"/>
                  <a:gd name="T19" fmla="*/ 449 h 665"/>
                  <a:gd name="T20" fmla="*/ 487 w 2442"/>
                  <a:gd name="T21" fmla="*/ 300 h 665"/>
                  <a:gd name="T22" fmla="*/ 535 w 2442"/>
                  <a:gd name="T23" fmla="*/ 38 h 665"/>
                  <a:gd name="T24" fmla="*/ 581 w 2442"/>
                  <a:gd name="T25" fmla="*/ 133 h 665"/>
                  <a:gd name="T26" fmla="*/ 619 w 2442"/>
                  <a:gd name="T27" fmla="*/ 279 h 665"/>
                  <a:gd name="T28" fmla="*/ 652 w 2442"/>
                  <a:gd name="T29" fmla="*/ 282 h 665"/>
                  <a:gd name="T30" fmla="*/ 683 w 2442"/>
                  <a:gd name="T31" fmla="*/ 271 h 665"/>
                  <a:gd name="T32" fmla="*/ 720 w 2442"/>
                  <a:gd name="T33" fmla="*/ 374 h 665"/>
                  <a:gd name="T34" fmla="*/ 754 w 2442"/>
                  <a:gd name="T35" fmla="*/ 393 h 665"/>
                  <a:gd name="T36" fmla="*/ 789 w 2442"/>
                  <a:gd name="T37" fmla="*/ 357 h 665"/>
                  <a:gd name="T38" fmla="*/ 821 w 2442"/>
                  <a:gd name="T39" fmla="*/ 368 h 665"/>
                  <a:gd name="T40" fmla="*/ 859 w 2442"/>
                  <a:gd name="T41" fmla="*/ 409 h 665"/>
                  <a:gd name="T42" fmla="*/ 898 w 2442"/>
                  <a:gd name="T43" fmla="*/ 303 h 665"/>
                  <a:gd name="T44" fmla="*/ 934 w 2442"/>
                  <a:gd name="T45" fmla="*/ 344 h 665"/>
                  <a:gd name="T46" fmla="*/ 964 w 2442"/>
                  <a:gd name="T47" fmla="*/ 348 h 665"/>
                  <a:gd name="T48" fmla="*/ 1002 w 2442"/>
                  <a:gd name="T49" fmla="*/ 257 h 665"/>
                  <a:gd name="T50" fmla="*/ 1036 w 2442"/>
                  <a:gd name="T51" fmla="*/ 362 h 665"/>
                  <a:gd name="T52" fmla="*/ 1072 w 2442"/>
                  <a:gd name="T53" fmla="*/ 339 h 665"/>
                  <a:gd name="T54" fmla="*/ 1108 w 2442"/>
                  <a:gd name="T55" fmla="*/ 358 h 665"/>
                  <a:gd name="T56" fmla="*/ 1148 w 2442"/>
                  <a:gd name="T57" fmla="*/ 399 h 665"/>
                  <a:gd name="T58" fmla="*/ 1184 w 2442"/>
                  <a:gd name="T59" fmla="*/ 311 h 665"/>
                  <a:gd name="T60" fmla="*/ 1222 w 2442"/>
                  <a:gd name="T61" fmla="*/ 429 h 665"/>
                  <a:gd name="T62" fmla="*/ 1258 w 2442"/>
                  <a:gd name="T63" fmla="*/ 444 h 665"/>
                  <a:gd name="T64" fmla="*/ 1293 w 2442"/>
                  <a:gd name="T65" fmla="*/ 416 h 665"/>
                  <a:gd name="T66" fmla="*/ 1330 w 2442"/>
                  <a:gd name="T67" fmla="*/ 374 h 665"/>
                  <a:gd name="T68" fmla="*/ 1368 w 2442"/>
                  <a:gd name="T69" fmla="*/ 410 h 665"/>
                  <a:gd name="T70" fmla="*/ 1404 w 2442"/>
                  <a:gd name="T71" fmla="*/ 412 h 665"/>
                  <a:gd name="T72" fmla="*/ 1445 w 2442"/>
                  <a:gd name="T73" fmla="*/ 406 h 665"/>
                  <a:gd name="T74" fmla="*/ 1487 w 2442"/>
                  <a:gd name="T75" fmla="*/ 361 h 665"/>
                  <a:gd name="T76" fmla="*/ 1533 w 2442"/>
                  <a:gd name="T77" fmla="*/ 507 h 665"/>
                  <a:gd name="T78" fmla="*/ 1575 w 2442"/>
                  <a:gd name="T79" fmla="*/ 536 h 665"/>
                  <a:gd name="T80" fmla="*/ 1617 w 2442"/>
                  <a:gd name="T81" fmla="*/ 577 h 665"/>
                  <a:gd name="T82" fmla="*/ 1655 w 2442"/>
                  <a:gd name="T83" fmla="*/ 432 h 665"/>
                  <a:gd name="T84" fmla="*/ 1689 w 2442"/>
                  <a:gd name="T85" fmla="*/ 505 h 665"/>
                  <a:gd name="T86" fmla="*/ 1727 w 2442"/>
                  <a:gd name="T87" fmla="*/ 600 h 665"/>
                  <a:gd name="T88" fmla="*/ 1765 w 2442"/>
                  <a:gd name="T89" fmla="*/ 493 h 665"/>
                  <a:gd name="T90" fmla="*/ 1803 w 2442"/>
                  <a:gd name="T91" fmla="*/ 527 h 665"/>
                  <a:gd name="T92" fmla="*/ 1840 w 2442"/>
                  <a:gd name="T93" fmla="*/ 531 h 665"/>
                  <a:gd name="T94" fmla="*/ 1875 w 2442"/>
                  <a:gd name="T95" fmla="*/ 452 h 665"/>
                  <a:gd name="T96" fmla="*/ 1909 w 2442"/>
                  <a:gd name="T97" fmla="*/ 456 h 665"/>
                  <a:gd name="T98" fmla="*/ 1944 w 2442"/>
                  <a:gd name="T99" fmla="*/ 491 h 665"/>
                  <a:gd name="T100" fmla="*/ 1983 w 2442"/>
                  <a:gd name="T101" fmla="*/ 446 h 665"/>
                  <a:gd name="T102" fmla="*/ 2020 w 2442"/>
                  <a:gd name="T103" fmla="*/ 508 h 665"/>
                  <a:gd name="T104" fmla="*/ 2056 w 2442"/>
                  <a:gd name="T105" fmla="*/ 496 h 665"/>
                  <a:gd name="T106" fmla="*/ 2090 w 2442"/>
                  <a:gd name="T107" fmla="*/ 487 h 665"/>
                  <a:gd name="T108" fmla="*/ 2122 w 2442"/>
                  <a:gd name="T109" fmla="*/ 492 h 665"/>
                  <a:gd name="T110" fmla="*/ 2160 w 2442"/>
                  <a:gd name="T111" fmla="*/ 456 h 665"/>
                  <a:gd name="T112" fmla="*/ 2195 w 2442"/>
                  <a:gd name="T113" fmla="*/ 433 h 665"/>
                  <a:gd name="T114" fmla="*/ 2234 w 2442"/>
                  <a:gd name="T115" fmla="*/ 416 h 665"/>
                  <a:gd name="T116" fmla="*/ 2276 w 2442"/>
                  <a:gd name="T117" fmla="*/ 468 h 665"/>
                  <a:gd name="T118" fmla="*/ 2318 w 2442"/>
                  <a:gd name="T119" fmla="*/ 469 h 665"/>
                  <a:gd name="T120" fmla="*/ 2360 w 2442"/>
                  <a:gd name="T121" fmla="*/ 504 h 665"/>
                  <a:gd name="T122" fmla="*/ 2399 w 2442"/>
                  <a:gd name="T123" fmla="*/ 487 h 665"/>
                  <a:gd name="T124" fmla="*/ 2438 w 2442"/>
                  <a:gd name="T125" fmla="*/ 503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442" h="665">
                    <a:moveTo>
                      <a:pt x="0" y="431"/>
                    </a:moveTo>
                    <a:lnTo>
                      <a:pt x="1" y="425"/>
                    </a:lnTo>
                    <a:lnTo>
                      <a:pt x="2" y="429"/>
                    </a:lnTo>
                    <a:lnTo>
                      <a:pt x="2" y="429"/>
                    </a:lnTo>
                    <a:lnTo>
                      <a:pt x="3" y="428"/>
                    </a:lnTo>
                    <a:lnTo>
                      <a:pt x="4" y="433"/>
                    </a:lnTo>
                    <a:lnTo>
                      <a:pt x="4" y="432"/>
                    </a:lnTo>
                    <a:lnTo>
                      <a:pt x="4" y="432"/>
                    </a:lnTo>
                    <a:lnTo>
                      <a:pt x="5" y="425"/>
                    </a:lnTo>
                    <a:lnTo>
                      <a:pt x="6" y="425"/>
                    </a:lnTo>
                    <a:lnTo>
                      <a:pt x="6" y="426"/>
                    </a:lnTo>
                    <a:lnTo>
                      <a:pt x="8" y="435"/>
                    </a:lnTo>
                    <a:lnTo>
                      <a:pt x="8" y="435"/>
                    </a:lnTo>
                    <a:lnTo>
                      <a:pt x="8" y="435"/>
                    </a:lnTo>
                    <a:lnTo>
                      <a:pt x="9" y="431"/>
                    </a:lnTo>
                    <a:lnTo>
                      <a:pt x="10" y="432"/>
                    </a:lnTo>
                    <a:lnTo>
                      <a:pt x="10" y="432"/>
                    </a:lnTo>
                    <a:lnTo>
                      <a:pt x="10" y="432"/>
                    </a:lnTo>
                    <a:lnTo>
                      <a:pt x="12" y="435"/>
                    </a:lnTo>
                    <a:lnTo>
                      <a:pt x="12" y="436"/>
                    </a:lnTo>
                    <a:lnTo>
                      <a:pt x="14" y="445"/>
                    </a:lnTo>
                    <a:lnTo>
                      <a:pt x="14" y="446"/>
                    </a:lnTo>
                    <a:lnTo>
                      <a:pt x="16" y="455"/>
                    </a:lnTo>
                    <a:lnTo>
                      <a:pt x="16" y="455"/>
                    </a:lnTo>
                    <a:lnTo>
                      <a:pt x="18" y="460"/>
                    </a:lnTo>
                    <a:lnTo>
                      <a:pt x="18" y="461"/>
                    </a:lnTo>
                    <a:lnTo>
                      <a:pt x="19" y="471"/>
                    </a:lnTo>
                    <a:lnTo>
                      <a:pt x="20" y="470"/>
                    </a:lnTo>
                    <a:lnTo>
                      <a:pt x="20" y="470"/>
                    </a:lnTo>
                    <a:lnTo>
                      <a:pt x="21" y="471"/>
                    </a:lnTo>
                    <a:lnTo>
                      <a:pt x="22" y="463"/>
                    </a:lnTo>
                    <a:lnTo>
                      <a:pt x="22" y="462"/>
                    </a:lnTo>
                    <a:lnTo>
                      <a:pt x="24" y="452"/>
                    </a:lnTo>
                    <a:lnTo>
                      <a:pt x="24" y="451"/>
                    </a:lnTo>
                    <a:lnTo>
                      <a:pt x="26" y="441"/>
                    </a:lnTo>
                    <a:lnTo>
                      <a:pt x="26" y="440"/>
                    </a:lnTo>
                    <a:lnTo>
                      <a:pt x="28" y="431"/>
                    </a:lnTo>
                    <a:lnTo>
                      <a:pt x="28" y="431"/>
                    </a:lnTo>
                    <a:lnTo>
                      <a:pt x="30" y="419"/>
                    </a:lnTo>
                    <a:lnTo>
                      <a:pt x="30" y="418"/>
                    </a:lnTo>
                    <a:lnTo>
                      <a:pt x="32" y="413"/>
                    </a:lnTo>
                    <a:lnTo>
                      <a:pt x="32" y="414"/>
                    </a:lnTo>
                    <a:lnTo>
                      <a:pt x="32" y="414"/>
                    </a:lnTo>
                    <a:lnTo>
                      <a:pt x="34" y="418"/>
                    </a:lnTo>
                    <a:lnTo>
                      <a:pt x="34" y="418"/>
                    </a:lnTo>
                    <a:lnTo>
                      <a:pt x="36" y="427"/>
                    </a:lnTo>
                    <a:lnTo>
                      <a:pt x="36" y="428"/>
                    </a:lnTo>
                    <a:lnTo>
                      <a:pt x="38" y="433"/>
                    </a:lnTo>
                    <a:lnTo>
                      <a:pt x="38" y="433"/>
                    </a:lnTo>
                    <a:lnTo>
                      <a:pt x="40" y="436"/>
                    </a:lnTo>
                    <a:lnTo>
                      <a:pt x="40" y="436"/>
                    </a:lnTo>
                    <a:lnTo>
                      <a:pt x="40" y="436"/>
                    </a:lnTo>
                    <a:lnTo>
                      <a:pt x="42" y="435"/>
                    </a:lnTo>
                    <a:lnTo>
                      <a:pt x="42" y="435"/>
                    </a:lnTo>
                    <a:lnTo>
                      <a:pt x="44" y="434"/>
                    </a:lnTo>
                    <a:lnTo>
                      <a:pt x="44" y="434"/>
                    </a:lnTo>
                    <a:lnTo>
                      <a:pt x="46" y="433"/>
                    </a:lnTo>
                    <a:lnTo>
                      <a:pt x="46" y="433"/>
                    </a:lnTo>
                    <a:lnTo>
                      <a:pt x="48" y="431"/>
                    </a:lnTo>
                    <a:lnTo>
                      <a:pt x="48" y="431"/>
                    </a:lnTo>
                    <a:lnTo>
                      <a:pt x="50" y="428"/>
                    </a:lnTo>
                    <a:lnTo>
                      <a:pt x="50" y="428"/>
                    </a:lnTo>
                    <a:lnTo>
                      <a:pt x="52" y="426"/>
                    </a:lnTo>
                    <a:lnTo>
                      <a:pt x="52" y="426"/>
                    </a:lnTo>
                    <a:lnTo>
                      <a:pt x="53" y="426"/>
                    </a:lnTo>
                    <a:lnTo>
                      <a:pt x="54" y="426"/>
                    </a:lnTo>
                    <a:lnTo>
                      <a:pt x="54" y="426"/>
                    </a:lnTo>
                    <a:lnTo>
                      <a:pt x="56" y="429"/>
                    </a:lnTo>
                    <a:lnTo>
                      <a:pt x="56" y="429"/>
                    </a:lnTo>
                    <a:lnTo>
                      <a:pt x="58" y="436"/>
                    </a:lnTo>
                    <a:lnTo>
                      <a:pt x="58" y="437"/>
                    </a:lnTo>
                    <a:lnTo>
                      <a:pt x="60" y="447"/>
                    </a:lnTo>
                    <a:lnTo>
                      <a:pt x="60" y="448"/>
                    </a:lnTo>
                    <a:lnTo>
                      <a:pt x="62" y="455"/>
                    </a:lnTo>
                    <a:lnTo>
                      <a:pt x="62" y="456"/>
                    </a:lnTo>
                    <a:lnTo>
                      <a:pt x="64" y="461"/>
                    </a:lnTo>
                    <a:lnTo>
                      <a:pt x="64" y="461"/>
                    </a:lnTo>
                    <a:lnTo>
                      <a:pt x="66" y="469"/>
                    </a:lnTo>
                    <a:lnTo>
                      <a:pt x="66" y="469"/>
                    </a:lnTo>
                    <a:lnTo>
                      <a:pt x="68" y="477"/>
                    </a:lnTo>
                    <a:lnTo>
                      <a:pt x="68" y="478"/>
                    </a:lnTo>
                    <a:lnTo>
                      <a:pt x="70" y="485"/>
                    </a:lnTo>
                    <a:lnTo>
                      <a:pt x="70" y="485"/>
                    </a:lnTo>
                    <a:lnTo>
                      <a:pt x="71" y="487"/>
                    </a:lnTo>
                    <a:lnTo>
                      <a:pt x="72" y="486"/>
                    </a:lnTo>
                    <a:lnTo>
                      <a:pt x="72" y="487"/>
                    </a:lnTo>
                    <a:lnTo>
                      <a:pt x="73" y="491"/>
                    </a:lnTo>
                    <a:lnTo>
                      <a:pt x="74" y="486"/>
                    </a:lnTo>
                    <a:lnTo>
                      <a:pt x="74" y="486"/>
                    </a:lnTo>
                    <a:lnTo>
                      <a:pt x="76" y="476"/>
                    </a:lnTo>
                    <a:lnTo>
                      <a:pt x="76" y="476"/>
                    </a:lnTo>
                    <a:lnTo>
                      <a:pt x="77" y="475"/>
                    </a:lnTo>
                    <a:lnTo>
                      <a:pt x="78" y="480"/>
                    </a:lnTo>
                    <a:lnTo>
                      <a:pt x="78" y="480"/>
                    </a:lnTo>
                    <a:lnTo>
                      <a:pt x="80" y="489"/>
                    </a:lnTo>
                    <a:lnTo>
                      <a:pt x="80" y="489"/>
                    </a:lnTo>
                    <a:lnTo>
                      <a:pt x="82" y="498"/>
                    </a:lnTo>
                    <a:lnTo>
                      <a:pt x="82" y="498"/>
                    </a:lnTo>
                    <a:lnTo>
                      <a:pt x="84" y="504"/>
                    </a:lnTo>
                    <a:lnTo>
                      <a:pt x="84" y="504"/>
                    </a:lnTo>
                    <a:lnTo>
                      <a:pt x="86" y="511"/>
                    </a:lnTo>
                    <a:lnTo>
                      <a:pt x="86" y="512"/>
                    </a:lnTo>
                    <a:lnTo>
                      <a:pt x="88" y="518"/>
                    </a:lnTo>
                    <a:lnTo>
                      <a:pt x="88" y="519"/>
                    </a:lnTo>
                    <a:lnTo>
                      <a:pt x="90" y="526"/>
                    </a:lnTo>
                    <a:lnTo>
                      <a:pt x="90" y="526"/>
                    </a:lnTo>
                    <a:lnTo>
                      <a:pt x="92" y="531"/>
                    </a:lnTo>
                    <a:lnTo>
                      <a:pt x="92" y="531"/>
                    </a:lnTo>
                    <a:lnTo>
                      <a:pt x="93" y="531"/>
                    </a:lnTo>
                    <a:lnTo>
                      <a:pt x="94" y="528"/>
                    </a:lnTo>
                    <a:lnTo>
                      <a:pt x="94" y="528"/>
                    </a:lnTo>
                    <a:lnTo>
                      <a:pt x="96" y="520"/>
                    </a:lnTo>
                    <a:lnTo>
                      <a:pt x="96" y="520"/>
                    </a:lnTo>
                    <a:lnTo>
                      <a:pt x="98" y="507"/>
                    </a:lnTo>
                    <a:lnTo>
                      <a:pt x="98" y="505"/>
                    </a:lnTo>
                    <a:lnTo>
                      <a:pt x="100" y="488"/>
                    </a:lnTo>
                    <a:lnTo>
                      <a:pt x="100" y="487"/>
                    </a:lnTo>
                    <a:lnTo>
                      <a:pt x="102" y="475"/>
                    </a:lnTo>
                    <a:lnTo>
                      <a:pt x="102" y="474"/>
                    </a:lnTo>
                    <a:lnTo>
                      <a:pt x="104" y="464"/>
                    </a:lnTo>
                    <a:lnTo>
                      <a:pt x="104" y="464"/>
                    </a:lnTo>
                    <a:lnTo>
                      <a:pt x="106" y="466"/>
                    </a:lnTo>
                    <a:lnTo>
                      <a:pt x="106" y="466"/>
                    </a:lnTo>
                    <a:lnTo>
                      <a:pt x="106" y="466"/>
                    </a:lnTo>
                    <a:lnTo>
                      <a:pt x="108" y="467"/>
                    </a:lnTo>
                    <a:lnTo>
                      <a:pt x="108" y="467"/>
                    </a:lnTo>
                    <a:lnTo>
                      <a:pt x="108" y="467"/>
                    </a:lnTo>
                    <a:lnTo>
                      <a:pt x="108" y="467"/>
                    </a:lnTo>
                    <a:lnTo>
                      <a:pt x="110" y="472"/>
                    </a:lnTo>
                    <a:lnTo>
                      <a:pt x="110" y="472"/>
                    </a:lnTo>
                    <a:lnTo>
                      <a:pt x="111" y="471"/>
                    </a:lnTo>
                    <a:lnTo>
                      <a:pt x="112" y="478"/>
                    </a:lnTo>
                    <a:lnTo>
                      <a:pt x="112" y="479"/>
                    </a:lnTo>
                    <a:lnTo>
                      <a:pt x="114" y="495"/>
                    </a:lnTo>
                    <a:lnTo>
                      <a:pt x="114" y="495"/>
                    </a:lnTo>
                    <a:lnTo>
                      <a:pt x="115" y="498"/>
                    </a:lnTo>
                    <a:lnTo>
                      <a:pt x="116" y="496"/>
                    </a:lnTo>
                    <a:lnTo>
                      <a:pt x="116" y="496"/>
                    </a:lnTo>
                    <a:lnTo>
                      <a:pt x="117" y="493"/>
                    </a:lnTo>
                    <a:lnTo>
                      <a:pt x="118" y="494"/>
                    </a:lnTo>
                    <a:lnTo>
                      <a:pt x="118" y="494"/>
                    </a:lnTo>
                    <a:lnTo>
                      <a:pt x="120" y="483"/>
                    </a:lnTo>
                    <a:lnTo>
                      <a:pt x="120" y="483"/>
                    </a:lnTo>
                    <a:lnTo>
                      <a:pt x="121" y="482"/>
                    </a:lnTo>
                    <a:lnTo>
                      <a:pt x="122" y="485"/>
                    </a:lnTo>
                    <a:lnTo>
                      <a:pt x="122" y="485"/>
                    </a:lnTo>
                    <a:lnTo>
                      <a:pt x="124" y="488"/>
                    </a:lnTo>
                    <a:lnTo>
                      <a:pt x="124" y="488"/>
                    </a:lnTo>
                    <a:lnTo>
                      <a:pt x="124" y="487"/>
                    </a:lnTo>
                    <a:lnTo>
                      <a:pt x="126" y="481"/>
                    </a:lnTo>
                    <a:lnTo>
                      <a:pt x="126" y="481"/>
                    </a:lnTo>
                    <a:lnTo>
                      <a:pt x="128" y="465"/>
                    </a:lnTo>
                    <a:lnTo>
                      <a:pt x="128" y="464"/>
                    </a:lnTo>
                    <a:lnTo>
                      <a:pt x="130" y="451"/>
                    </a:lnTo>
                    <a:lnTo>
                      <a:pt x="130" y="450"/>
                    </a:lnTo>
                    <a:lnTo>
                      <a:pt x="131" y="450"/>
                    </a:lnTo>
                    <a:lnTo>
                      <a:pt x="132" y="453"/>
                    </a:lnTo>
                    <a:lnTo>
                      <a:pt x="132" y="454"/>
                    </a:lnTo>
                    <a:lnTo>
                      <a:pt x="134" y="464"/>
                    </a:lnTo>
                    <a:lnTo>
                      <a:pt x="134" y="465"/>
                    </a:lnTo>
                    <a:lnTo>
                      <a:pt x="136" y="477"/>
                    </a:lnTo>
                    <a:lnTo>
                      <a:pt x="136" y="477"/>
                    </a:lnTo>
                    <a:lnTo>
                      <a:pt x="138" y="490"/>
                    </a:lnTo>
                    <a:lnTo>
                      <a:pt x="138" y="491"/>
                    </a:lnTo>
                    <a:lnTo>
                      <a:pt x="140" y="503"/>
                    </a:lnTo>
                    <a:lnTo>
                      <a:pt x="140" y="503"/>
                    </a:lnTo>
                    <a:lnTo>
                      <a:pt x="140" y="503"/>
                    </a:lnTo>
                    <a:lnTo>
                      <a:pt x="141" y="503"/>
                    </a:lnTo>
                    <a:lnTo>
                      <a:pt x="142" y="491"/>
                    </a:lnTo>
                    <a:lnTo>
                      <a:pt x="142" y="490"/>
                    </a:lnTo>
                    <a:lnTo>
                      <a:pt x="144" y="464"/>
                    </a:lnTo>
                    <a:lnTo>
                      <a:pt x="144" y="463"/>
                    </a:lnTo>
                    <a:lnTo>
                      <a:pt x="146" y="439"/>
                    </a:lnTo>
                    <a:lnTo>
                      <a:pt x="146" y="438"/>
                    </a:lnTo>
                    <a:lnTo>
                      <a:pt x="148" y="416"/>
                    </a:lnTo>
                    <a:lnTo>
                      <a:pt x="148" y="415"/>
                    </a:lnTo>
                    <a:lnTo>
                      <a:pt x="150" y="397"/>
                    </a:lnTo>
                    <a:lnTo>
                      <a:pt x="150" y="396"/>
                    </a:lnTo>
                    <a:lnTo>
                      <a:pt x="152" y="378"/>
                    </a:lnTo>
                    <a:lnTo>
                      <a:pt x="152" y="377"/>
                    </a:lnTo>
                    <a:lnTo>
                      <a:pt x="154" y="366"/>
                    </a:lnTo>
                    <a:lnTo>
                      <a:pt x="154" y="365"/>
                    </a:lnTo>
                    <a:lnTo>
                      <a:pt x="156" y="355"/>
                    </a:lnTo>
                    <a:lnTo>
                      <a:pt x="156" y="355"/>
                    </a:lnTo>
                    <a:lnTo>
                      <a:pt x="158" y="365"/>
                    </a:lnTo>
                    <a:lnTo>
                      <a:pt x="158" y="365"/>
                    </a:lnTo>
                    <a:lnTo>
                      <a:pt x="160" y="368"/>
                    </a:lnTo>
                    <a:lnTo>
                      <a:pt x="160" y="368"/>
                    </a:lnTo>
                    <a:lnTo>
                      <a:pt x="160" y="369"/>
                    </a:lnTo>
                    <a:lnTo>
                      <a:pt x="162" y="368"/>
                    </a:lnTo>
                    <a:lnTo>
                      <a:pt x="162" y="368"/>
                    </a:lnTo>
                    <a:lnTo>
                      <a:pt x="162" y="368"/>
                    </a:lnTo>
                    <a:lnTo>
                      <a:pt x="164" y="371"/>
                    </a:lnTo>
                    <a:lnTo>
                      <a:pt x="164" y="371"/>
                    </a:lnTo>
                    <a:lnTo>
                      <a:pt x="164" y="371"/>
                    </a:lnTo>
                    <a:lnTo>
                      <a:pt x="166" y="383"/>
                    </a:lnTo>
                    <a:lnTo>
                      <a:pt x="166" y="383"/>
                    </a:lnTo>
                    <a:lnTo>
                      <a:pt x="168" y="391"/>
                    </a:lnTo>
                    <a:lnTo>
                      <a:pt x="168" y="390"/>
                    </a:lnTo>
                    <a:lnTo>
                      <a:pt x="169" y="391"/>
                    </a:lnTo>
                    <a:lnTo>
                      <a:pt x="170" y="386"/>
                    </a:lnTo>
                    <a:lnTo>
                      <a:pt x="170" y="385"/>
                    </a:lnTo>
                    <a:lnTo>
                      <a:pt x="172" y="362"/>
                    </a:lnTo>
                    <a:lnTo>
                      <a:pt x="172" y="361"/>
                    </a:lnTo>
                    <a:lnTo>
                      <a:pt x="174" y="339"/>
                    </a:lnTo>
                    <a:lnTo>
                      <a:pt x="174" y="339"/>
                    </a:lnTo>
                    <a:lnTo>
                      <a:pt x="176" y="325"/>
                    </a:lnTo>
                    <a:lnTo>
                      <a:pt x="176" y="324"/>
                    </a:lnTo>
                    <a:lnTo>
                      <a:pt x="178" y="307"/>
                    </a:lnTo>
                    <a:lnTo>
                      <a:pt x="178" y="306"/>
                    </a:lnTo>
                    <a:lnTo>
                      <a:pt x="179" y="305"/>
                    </a:lnTo>
                    <a:lnTo>
                      <a:pt x="180" y="312"/>
                    </a:lnTo>
                    <a:lnTo>
                      <a:pt x="180" y="312"/>
                    </a:lnTo>
                    <a:lnTo>
                      <a:pt x="182" y="323"/>
                    </a:lnTo>
                    <a:lnTo>
                      <a:pt x="182" y="324"/>
                    </a:lnTo>
                    <a:lnTo>
                      <a:pt x="184" y="331"/>
                    </a:lnTo>
                    <a:lnTo>
                      <a:pt x="184" y="331"/>
                    </a:lnTo>
                    <a:lnTo>
                      <a:pt x="186" y="337"/>
                    </a:lnTo>
                    <a:lnTo>
                      <a:pt x="186" y="337"/>
                    </a:lnTo>
                    <a:lnTo>
                      <a:pt x="188" y="342"/>
                    </a:lnTo>
                    <a:lnTo>
                      <a:pt x="188" y="342"/>
                    </a:lnTo>
                    <a:lnTo>
                      <a:pt x="190" y="347"/>
                    </a:lnTo>
                    <a:lnTo>
                      <a:pt x="190" y="348"/>
                    </a:lnTo>
                    <a:lnTo>
                      <a:pt x="192" y="354"/>
                    </a:lnTo>
                    <a:lnTo>
                      <a:pt x="193" y="355"/>
                    </a:lnTo>
                    <a:lnTo>
                      <a:pt x="194" y="365"/>
                    </a:lnTo>
                    <a:lnTo>
                      <a:pt x="194" y="365"/>
                    </a:lnTo>
                    <a:lnTo>
                      <a:pt x="195" y="366"/>
                    </a:lnTo>
                    <a:lnTo>
                      <a:pt x="196" y="364"/>
                    </a:lnTo>
                    <a:lnTo>
                      <a:pt x="196" y="363"/>
                    </a:lnTo>
                    <a:lnTo>
                      <a:pt x="198" y="356"/>
                    </a:lnTo>
                    <a:lnTo>
                      <a:pt x="199" y="355"/>
                    </a:lnTo>
                    <a:lnTo>
                      <a:pt x="200" y="348"/>
                    </a:lnTo>
                    <a:lnTo>
                      <a:pt x="200" y="348"/>
                    </a:lnTo>
                    <a:lnTo>
                      <a:pt x="201" y="347"/>
                    </a:lnTo>
                    <a:lnTo>
                      <a:pt x="202" y="349"/>
                    </a:lnTo>
                    <a:lnTo>
                      <a:pt x="202" y="349"/>
                    </a:lnTo>
                    <a:lnTo>
                      <a:pt x="202" y="349"/>
                    </a:lnTo>
                    <a:lnTo>
                      <a:pt x="203" y="351"/>
                    </a:lnTo>
                    <a:lnTo>
                      <a:pt x="204" y="351"/>
                    </a:lnTo>
                    <a:lnTo>
                      <a:pt x="204" y="351"/>
                    </a:lnTo>
                    <a:lnTo>
                      <a:pt x="206" y="357"/>
                    </a:lnTo>
                    <a:lnTo>
                      <a:pt x="206" y="357"/>
                    </a:lnTo>
                    <a:lnTo>
                      <a:pt x="208" y="364"/>
                    </a:lnTo>
                    <a:lnTo>
                      <a:pt x="208" y="364"/>
                    </a:lnTo>
                    <a:lnTo>
                      <a:pt x="210" y="382"/>
                    </a:lnTo>
                    <a:lnTo>
                      <a:pt x="211" y="382"/>
                    </a:lnTo>
                    <a:lnTo>
                      <a:pt x="212" y="394"/>
                    </a:lnTo>
                    <a:lnTo>
                      <a:pt x="212" y="394"/>
                    </a:lnTo>
                    <a:lnTo>
                      <a:pt x="214" y="404"/>
                    </a:lnTo>
                    <a:lnTo>
                      <a:pt x="214" y="405"/>
                    </a:lnTo>
                    <a:lnTo>
                      <a:pt x="216" y="420"/>
                    </a:lnTo>
                    <a:lnTo>
                      <a:pt x="217" y="421"/>
                    </a:lnTo>
                    <a:lnTo>
                      <a:pt x="218" y="433"/>
                    </a:lnTo>
                    <a:lnTo>
                      <a:pt x="218" y="433"/>
                    </a:lnTo>
                    <a:lnTo>
                      <a:pt x="220" y="442"/>
                    </a:lnTo>
                    <a:lnTo>
                      <a:pt x="220" y="442"/>
                    </a:lnTo>
                    <a:lnTo>
                      <a:pt x="222" y="457"/>
                    </a:lnTo>
                    <a:lnTo>
                      <a:pt x="222" y="457"/>
                    </a:lnTo>
                    <a:lnTo>
                      <a:pt x="224" y="470"/>
                    </a:lnTo>
                    <a:lnTo>
                      <a:pt x="224" y="470"/>
                    </a:lnTo>
                    <a:lnTo>
                      <a:pt x="226" y="482"/>
                    </a:lnTo>
                    <a:lnTo>
                      <a:pt x="226" y="482"/>
                    </a:lnTo>
                    <a:lnTo>
                      <a:pt x="228" y="491"/>
                    </a:lnTo>
                    <a:lnTo>
                      <a:pt x="228" y="490"/>
                    </a:lnTo>
                    <a:lnTo>
                      <a:pt x="229" y="491"/>
                    </a:lnTo>
                    <a:lnTo>
                      <a:pt x="230" y="495"/>
                    </a:lnTo>
                    <a:lnTo>
                      <a:pt x="230" y="495"/>
                    </a:lnTo>
                    <a:lnTo>
                      <a:pt x="231" y="496"/>
                    </a:lnTo>
                    <a:lnTo>
                      <a:pt x="232" y="492"/>
                    </a:lnTo>
                    <a:lnTo>
                      <a:pt x="232" y="493"/>
                    </a:lnTo>
                    <a:lnTo>
                      <a:pt x="232" y="493"/>
                    </a:lnTo>
                    <a:lnTo>
                      <a:pt x="234" y="497"/>
                    </a:lnTo>
                    <a:lnTo>
                      <a:pt x="235" y="497"/>
                    </a:lnTo>
                    <a:lnTo>
                      <a:pt x="236" y="500"/>
                    </a:lnTo>
                    <a:lnTo>
                      <a:pt x="236" y="500"/>
                    </a:lnTo>
                    <a:lnTo>
                      <a:pt x="238" y="502"/>
                    </a:lnTo>
                    <a:lnTo>
                      <a:pt x="238" y="502"/>
                    </a:lnTo>
                    <a:lnTo>
                      <a:pt x="239" y="504"/>
                    </a:lnTo>
                    <a:lnTo>
                      <a:pt x="240" y="504"/>
                    </a:lnTo>
                    <a:lnTo>
                      <a:pt x="241" y="504"/>
                    </a:lnTo>
                    <a:lnTo>
                      <a:pt x="242" y="507"/>
                    </a:lnTo>
                    <a:lnTo>
                      <a:pt x="242" y="507"/>
                    </a:lnTo>
                    <a:lnTo>
                      <a:pt x="244" y="510"/>
                    </a:lnTo>
                    <a:lnTo>
                      <a:pt x="244" y="510"/>
                    </a:lnTo>
                    <a:lnTo>
                      <a:pt x="246" y="514"/>
                    </a:lnTo>
                    <a:lnTo>
                      <a:pt x="247" y="514"/>
                    </a:lnTo>
                    <a:lnTo>
                      <a:pt x="248" y="519"/>
                    </a:lnTo>
                    <a:lnTo>
                      <a:pt x="248" y="519"/>
                    </a:lnTo>
                    <a:lnTo>
                      <a:pt x="250" y="531"/>
                    </a:lnTo>
                    <a:lnTo>
                      <a:pt x="250" y="531"/>
                    </a:lnTo>
                    <a:lnTo>
                      <a:pt x="252" y="539"/>
                    </a:lnTo>
                    <a:lnTo>
                      <a:pt x="253" y="539"/>
                    </a:lnTo>
                    <a:lnTo>
                      <a:pt x="255" y="546"/>
                    </a:lnTo>
                    <a:lnTo>
                      <a:pt x="255" y="546"/>
                    </a:lnTo>
                    <a:lnTo>
                      <a:pt x="256" y="554"/>
                    </a:lnTo>
                    <a:lnTo>
                      <a:pt x="256" y="554"/>
                    </a:lnTo>
                    <a:lnTo>
                      <a:pt x="258" y="559"/>
                    </a:lnTo>
                    <a:lnTo>
                      <a:pt x="259" y="560"/>
                    </a:lnTo>
                    <a:lnTo>
                      <a:pt x="261" y="563"/>
                    </a:lnTo>
                    <a:lnTo>
                      <a:pt x="261" y="563"/>
                    </a:lnTo>
                    <a:lnTo>
                      <a:pt x="262" y="567"/>
                    </a:lnTo>
                    <a:lnTo>
                      <a:pt x="262" y="567"/>
                    </a:lnTo>
                    <a:lnTo>
                      <a:pt x="264" y="573"/>
                    </a:lnTo>
                    <a:lnTo>
                      <a:pt x="264" y="573"/>
                    </a:lnTo>
                    <a:lnTo>
                      <a:pt x="265" y="573"/>
                    </a:lnTo>
                    <a:lnTo>
                      <a:pt x="267" y="579"/>
                    </a:lnTo>
                    <a:lnTo>
                      <a:pt x="267" y="579"/>
                    </a:lnTo>
                    <a:lnTo>
                      <a:pt x="268" y="586"/>
                    </a:lnTo>
                    <a:lnTo>
                      <a:pt x="268" y="586"/>
                    </a:lnTo>
                    <a:lnTo>
                      <a:pt x="270" y="589"/>
                    </a:lnTo>
                    <a:lnTo>
                      <a:pt x="270" y="589"/>
                    </a:lnTo>
                    <a:lnTo>
                      <a:pt x="271" y="589"/>
                    </a:lnTo>
                    <a:lnTo>
                      <a:pt x="273" y="586"/>
                    </a:lnTo>
                    <a:lnTo>
                      <a:pt x="273" y="586"/>
                    </a:lnTo>
                    <a:lnTo>
                      <a:pt x="273" y="584"/>
                    </a:lnTo>
                    <a:lnTo>
                      <a:pt x="274" y="585"/>
                    </a:lnTo>
                    <a:lnTo>
                      <a:pt x="274" y="585"/>
                    </a:lnTo>
                    <a:lnTo>
                      <a:pt x="275" y="585"/>
                    </a:lnTo>
                    <a:lnTo>
                      <a:pt x="276" y="586"/>
                    </a:lnTo>
                    <a:lnTo>
                      <a:pt x="276" y="585"/>
                    </a:lnTo>
                    <a:lnTo>
                      <a:pt x="277" y="585"/>
                    </a:lnTo>
                    <a:lnTo>
                      <a:pt x="278" y="583"/>
                    </a:lnTo>
                    <a:lnTo>
                      <a:pt x="279" y="583"/>
                    </a:lnTo>
                    <a:lnTo>
                      <a:pt x="279" y="583"/>
                    </a:lnTo>
                    <a:lnTo>
                      <a:pt x="280" y="580"/>
                    </a:lnTo>
                    <a:lnTo>
                      <a:pt x="280" y="580"/>
                    </a:lnTo>
                    <a:lnTo>
                      <a:pt x="282" y="576"/>
                    </a:lnTo>
                    <a:lnTo>
                      <a:pt x="283" y="576"/>
                    </a:lnTo>
                    <a:lnTo>
                      <a:pt x="285" y="572"/>
                    </a:lnTo>
                    <a:lnTo>
                      <a:pt x="285" y="572"/>
                    </a:lnTo>
                    <a:lnTo>
                      <a:pt x="286" y="567"/>
                    </a:lnTo>
                    <a:lnTo>
                      <a:pt x="286" y="567"/>
                    </a:lnTo>
                    <a:lnTo>
                      <a:pt x="288" y="559"/>
                    </a:lnTo>
                    <a:lnTo>
                      <a:pt x="288" y="559"/>
                    </a:lnTo>
                    <a:lnTo>
                      <a:pt x="291" y="551"/>
                    </a:lnTo>
                    <a:lnTo>
                      <a:pt x="291" y="551"/>
                    </a:lnTo>
                    <a:lnTo>
                      <a:pt x="292" y="543"/>
                    </a:lnTo>
                    <a:lnTo>
                      <a:pt x="292" y="542"/>
                    </a:lnTo>
                    <a:lnTo>
                      <a:pt x="294" y="535"/>
                    </a:lnTo>
                    <a:lnTo>
                      <a:pt x="295" y="534"/>
                    </a:lnTo>
                    <a:lnTo>
                      <a:pt x="297" y="527"/>
                    </a:lnTo>
                    <a:lnTo>
                      <a:pt x="297" y="527"/>
                    </a:lnTo>
                    <a:lnTo>
                      <a:pt x="298" y="519"/>
                    </a:lnTo>
                    <a:lnTo>
                      <a:pt x="298" y="519"/>
                    </a:lnTo>
                    <a:lnTo>
                      <a:pt x="300" y="511"/>
                    </a:lnTo>
                    <a:lnTo>
                      <a:pt x="301" y="511"/>
                    </a:lnTo>
                    <a:lnTo>
                      <a:pt x="303" y="503"/>
                    </a:lnTo>
                    <a:lnTo>
                      <a:pt x="303" y="503"/>
                    </a:lnTo>
                    <a:lnTo>
                      <a:pt x="304" y="499"/>
                    </a:lnTo>
                    <a:lnTo>
                      <a:pt x="304" y="498"/>
                    </a:lnTo>
                    <a:lnTo>
                      <a:pt x="306" y="494"/>
                    </a:lnTo>
                    <a:lnTo>
                      <a:pt x="306" y="493"/>
                    </a:lnTo>
                    <a:lnTo>
                      <a:pt x="309" y="489"/>
                    </a:lnTo>
                    <a:lnTo>
                      <a:pt x="309" y="489"/>
                    </a:lnTo>
                    <a:lnTo>
                      <a:pt x="310" y="483"/>
                    </a:lnTo>
                    <a:lnTo>
                      <a:pt x="310" y="483"/>
                    </a:lnTo>
                    <a:lnTo>
                      <a:pt x="312" y="476"/>
                    </a:lnTo>
                    <a:lnTo>
                      <a:pt x="313" y="476"/>
                    </a:lnTo>
                    <a:lnTo>
                      <a:pt x="315" y="470"/>
                    </a:lnTo>
                    <a:lnTo>
                      <a:pt x="315" y="469"/>
                    </a:lnTo>
                    <a:lnTo>
                      <a:pt x="316" y="463"/>
                    </a:lnTo>
                    <a:lnTo>
                      <a:pt x="316" y="462"/>
                    </a:lnTo>
                    <a:lnTo>
                      <a:pt x="318" y="459"/>
                    </a:lnTo>
                    <a:lnTo>
                      <a:pt x="319" y="459"/>
                    </a:lnTo>
                    <a:lnTo>
                      <a:pt x="321" y="455"/>
                    </a:lnTo>
                    <a:lnTo>
                      <a:pt x="321" y="455"/>
                    </a:lnTo>
                    <a:lnTo>
                      <a:pt x="323" y="451"/>
                    </a:lnTo>
                    <a:lnTo>
                      <a:pt x="323" y="451"/>
                    </a:lnTo>
                    <a:lnTo>
                      <a:pt x="324" y="447"/>
                    </a:lnTo>
                    <a:lnTo>
                      <a:pt x="325" y="447"/>
                    </a:lnTo>
                    <a:lnTo>
                      <a:pt x="327" y="444"/>
                    </a:lnTo>
                    <a:lnTo>
                      <a:pt x="327" y="444"/>
                    </a:lnTo>
                    <a:lnTo>
                      <a:pt x="329" y="444"/>
                    </a:lnTo>
                    <a:lnTo>
                      <a:pt x="329" y="444"/>
                    </a:lnTo>
                    <a:lnTo>
                      <a:pt x="329" y="444"/>
                    </a:lnTo>
                    <a:lnTo>
                      <a:pt x="330" y="443"/>
                    </a:lnTo>
                    <a:lnTo>
                      <a:pt x="331" y="443"/>
                    </a:lnTo>
                    <a:lnTo>
                      <a:pt x="333" y="442"/>
                    </a:lnTo>
                    <a:lnTo>
                      <a:pt x="333" y="442"/>
                    </a:lnTo>
                    <a:lnTo>
                      <a:pt x="335" y="441"/>
                    </a:lnTo>
                    <a:lnTo>
                      <a:pt x="335" y="441"/>
                    </a:lnTo>
                    <a:lnTo>
                      <a:pt x="335" y="441"/>
                    </a:lnTo>
                    <a:lnTo>
                      <a:pt x="336" y="442"/>
                    </a:lnTo>
                    <a:lnTo>
                      <a:pt x="337" y="442"/>
                    </a:lnTo>
                    <a:lnTo>
                      <a:pt x="339" y="443"/>
                    </a:lnTo>
                    <a:lnTo>
                      <a:pt x="339" y="443"/>
                    </a:lnTo>
                    <a:lnTo>
                      <a:pt x="341" y="444"/>
                    </a:lnTo>
                    <a:lnTo>
                      <a:pt x="341" y="444"/>
                    </a:lnTo>
                    <a:lnTo>
                      <a:pt x="341" y="444"/>
                    </a:lnTo>
                    <a:lnTo>
                      <a:pt x="342" y="442"/>
                    </a:lnTo>
                    <a:lnTo>
                      <a:pt x="343" y="442"/>
                    </a:lnTo>
                    <a:lnTo>
                      <a:pt x="345" y="441"/>
                    </a:lnTo>
                    <a:lnTo>
                      <a:pt x="345" y="441"/>
                    </a:lnTo>
                    <a:lnTo>
                      <a:pt x="347" y="440"/>
                    </a:lnTo>
                    <a:lnTo>
                      <a:pt x="347" y="440"/>
                    </a:lnTo>
                    <a:lnTo>
                      <a:pt x="347" y="440"/>
                    </a:lnTo>
                    <a:lnTo>
                      <a:pt x="348" y="439"/>
                    </a:lnTo>
                    <a:lnTo>
                      <a:pt x="348" y="439"/>
                    </a:lnTo>
                    <a:lnTo>
                      <a:pt x="349" y="440"/>
                    </a:lnTo>
                    <a:lnTo>
                      <a:pt x="351" y="441"/>
                    </a:lnTo>
                    <a:lnTo>
                      <a:pt x="351" y="441"/>
                    </a:lnTo>
                    <a:lnTo>
                      <a:pt x="353" y="442"/>
                    </a:lnTo>
                    <a:lnTo>
                      <a:pt x="353" y="442"/>
                    </a:lnTo>
                    <a:lnTo>
                      <a:pt x="354" y="445"/>
                    </a:lnTo>
                    <a:lnTo>
                      <a:pt x="355" y="445"/>
                    </a:lnTo>
                    <a:lnTo>
                      <a:pt x="355" y="445"/>
                    </a:lnTo>
                    <a:lnTo>
                      <a:pt x="357" y="441"/>
                    </a:lnTo>
                    <a:lnTo>
                      <a:pt x="357" y="441"/>
                    </a:lnTo>
                    <a:lnTo>
                      <a:pt x="359" y="440"/>
                    </a:lnTo>
                    <a:lnTo>
                      <a:pt x="359" y="440"/>
                    </a:lnTo>
                    <a:lnTo>
                      <a:pt x="360" y="436"/>
                    </a:lnTo>
                    <a:lnTo>
                      <a:pt x="361" y="436"/>
                    </a:lnTo>
                    <a:lnTo>
                      <a:pt x="362" y="435"/>
                    </a:lnTo>
                    <a:lnTo>
                      <a:pt x="363" y="435"/>
                    </a:lnTo>
                    <a:lnTo>
                      <a:pt x="363" y="436"/>
                    </a:lnTo>
                    <a:lnTo>
                      <a:pt x="365" y="439"/>
                    </a:lnTo>
                    <a:lnTo>
                      <a:pt x="365" y="439"/>
                    </a:lnTo>
                    <a:lnTo>
                      <a:pt x="366" y="433"/>
                    </a:lnTo>
                    <a:lnTo>
                      <a:pt x="367" y="433"/>
                    </a:lnTo>
                    <a:lnTo>
                      <a:pt x="369" y="428"/>
                    </a:lnTo>
                    <a:lnTo>
                      <a:pt x="369" y="428"/>
                    </a:lnTo>
                    <a:lnTo>
                      <a:pt x="371" y="420"/>
                    </a:lnTo>
                    <a:lnTo>
                      <a:pt x="371" y="420"/>
                    </a:lnTo>
                    <a:lnTo>
                      <a:pt x="372" y="411"/>
                    </a:lnTo>
                    <a:lnTo>
                      <a:pt x="372" y="410"/>
                    </a:lnTo>
                    <a:lnTo>
                      <a:pt x="375" y="399"/>
                    </a:lnTo>
                    <a:lnTo>
                      <a:pt x="375" y="399"/>
                    </a:lnTo>
                    <a:lnTo>
                      <a:pt x="377" y="389"/>
                    </a:lnTo>
                    <a:lnTo>
                      <a:pt x="377" y="389"/>
                    </a:lnTo>
                    <a:lnTo>
                      <a:pt x="378" y="381"/>
                    </a:lnTo>
                    <a:lnTo>
                      <a:pt x="379" y="380"/>
                    </a:lnTo>
                    <a:lnTo>
                      <a:pt x="381" y="369"/>
                    </a:lnTo>
                    <a:lnTo>
                      <a:pt x="381" y="369"/>
                    </a:lnTo>
                    <a:lnTo>
                      <a:pt x="383" y="357"/>
                    </a:lnTo>
                    <a:lnTo>
                      <a:pt x="383" y="357"/>
                    </a:lnTo>
                    <a:lnTo>
                      <a:pt x="384" y="345"/>
                    </a:lnTo>
                    <a:lnTo>
                      <a:pt x="385" y="345"/>
                    </a:lnTo>
                    <a:lnTo>
                      <a:pt x="387" y="337"/>
                    </a:lnTo>
                    <a:lnTo>
                      <a:pt x="387" y="337"/>
                    </a:lnTo>
                    <a:lnTo>
                      <a:pt x="389" y="332"/>
                    </a:lnTo>
                    <a:lnTo>
                      <a:pt x="389" y="332"/>
                    </a:lnTo>
                    <a:lnTo>
                      <a:pt x="391" y="325"/>
                    </a:lnTo>
                    <a:lnTo>
                      <a:pt x="391" y="324"/>
                    </a:lnTo>
                    <a:lnTo>
                      <a:pt x="393" y="315"/>
                    </a:lnTo>
                    <a:lnTo>
                      <a:pt x="393" y="315"/>
                    </a:lnTo>
                    <a:lnTo>
                      <a:pt x="395" y="310"/>
                    </a:lnTo>
                    <a:lnTo>
                      <a:pt x="395" y="310"/>
                    </a:lnTo>
                    <a:lnTo>
                      <a:pt x="397" y="307"/>
                    </a:lnTo>
                    <a:lnTo>
                      <a:pt x="397" y="307"/>
                    </a:lnTo>
                    <a:lnTo>
                      <a:pt x="397" y="307"/>
                    </a:lnTo>
                    <a:lnTo>
                      <a:pt x="399" y="308"/>
                    </a:lnTo>
                    <a:lnTo>
                      <a:pt x="399" y="308"/>
                    </a:lnTo>
                    <a:lnTo>
                      <a:pt x="399" y="308"/>
                    </a:lnTo>
                    <a:lnTo>
                      <a:pt x="401" y="305"/>
                    </a:lnTo>
                    <a:lnTo>
                      <a:pt x="401" y="305"/>
                    </a:lnTo>
                    <a:lnTo>
                      <a:pt x="403" y="301"/>
                    </a:lnTo>
                    <a:lnTo>
                      <a:pt x="403" y="301"/>
                    </a:lnTo>
                    <a:lnTo>
                      <a:pt x="403" y="301"/>
                    </a:lnTo>
                    <a:lnTo>
                      <a:pt x="405" y="304"/>
                    </a:lnTo>
                    <a:lnTo>
                      <a:pt x="405" y="305"/>
                    </a:lnTo>
                    <a:lnTo>
                      <a:pt x="407" y="308"/>
                    </a:lnTo>
                    <a:lnTo>
                      <a:pt x="407" y="309"/>
                    </a:lnTo>
                    <a:lnTo>
                      <a:pt x="409" y="316"/>
                    </a:lnTo>
                    <a:lnTo>
                      <a:pt x="409" y="316"/>
                    </a:lnTo>
                    <a:lnTo>
                      <a:pt x="411" y="322"/>
                    </a:lnTo>
                    <a:lnTo>
                      <a:pt x="411" y="323"/>
                    </a:lnTo>
                    <a:lnTo>
                      <a:pt x="413" y="333"/>
                    </a:lnTo>
                    <a:lnTo>
                      <a:pt x="413" y="334"/>
                    </a:lnTo>
                    <a:lnTo>
                      <a:pt x="415" y="346"/>
                    </a:lnTo>
                    <a:lnTo>
                      <a:pt x="415" y="347"/>
                    </a:lnTo>
                    <a:lnTo>
                      <a:pt x="417" y="356"/>
                    </a:lnTo>
                    <a:lnTo>
                      <a:pt x="417" y="357"/>
                    </a:lnTo>
                    <a:lnTo>
                      <a:pt x="419" y="368"/>
                    </a:lnTo>
                    <a:lnTo>
                      <a:pt x="419" y="368"/>
                    </a:lnTo>
                    <a:lnTo>
                      <a:pt x="421" y="384"/>
                    </a:lnTo>
                    <a:lnTo>
                      <a:pt x="421" y="384"/>
                    </a:lnTo>
                    <a:lnTo>
                      <a:pt x="423" y="399"/>
                    </a:lnTo>
                    <a:lnTo>
                      <a:pt x="423" y="400"/>
                    </a:lnTo>
                    <a:lnTo>
                      <a:pt x="425" y="415"/>
                    </a:lnTo>
                    <a:lnTo>
                      <a:pt x="425" y="415"/>
                    </a:lnTo>
                    <a:lnTo>
                      <a:pt x="427" y="425"/>
                    </a:lnTo>
                    <a:lnTo>
                      <a:pt x="427" y="425"/>
                    </a:lnTo>
                    <a:lnTo>
                      <a:pt x="429" y="436"/>
                    </a:lnTo>
                    <a:lnTo>
                      <a:pt x="429" y="437"/>
                    </a:lnTo>
                    <a:lnTo>
                      <a:pt x="431" y="448"/>
                    </a:lnTo>
                    <a:lnTo>
                      <a:pt x="431" y="449"/>
                    </a:lnTo>
                    <a:lnTo>
                      <a:pt x="433" y="458"/>
                    </a:lnTo>
                    <a:lnTo>
                      <a:pt x="433" y="458"/>
                    </a:lnTo>
                    <a:lnTo>
                      <a:pt x="435" y="463"/>
                    </a:lnTo>
                    <a:lnTo>
                      <a:pt x="435" y="463"/>
                    </a:lnTo>
                    <a:lnTo>
                      <a:pt x="436" y="463"/>
                    </a:lnTo>
                    <a:lnTo>
                      <a:pt x="437" y="461"/>
                    </a:lnTo>
                    <a:lnTo>
                      <a:pt x="437" y="461"/>
                    </a:lnTo>
                    <a:lnTo>
                      <a:pt x="439" y="458"/>
                    </a:lnTo>
                    <a:lnTo>
                      <a:pt x="439" y="458"/>
                    </a:lnTo>
                    <a:lnTo>
                      <a:pt x="441" y="454"/>
                    </a:lnTo>
                    <a:lnTo>
                      <a:pt x="441" y="454"/>
                    </a:lnTo>
                    <a:lnTo>
                      <a:pt x="443" y="449"/>
                    </a:lnTo>
                    <a:lnTo>
                      <a:pt x="443" y="449"/>
                    </a:lnTo>
                    <a:lnTo>
                      <a:pt x="445" y="444"/>
                    </a:lnTo>
                    <a:lnTo>
                      <a:pt x="445" y="444"/>
                    </a:lnTo>
                    <a:lnTo>
                      <a:pt x="447" y="438"/>
                    </a:lnTo>
                    <a:lnTo>
                      <a:pt x="447" y="438"/>
                    </a:lnTo>
                    <a:lnTo>
                      <a:pt x="449" y="432"/>
                    </a:lnTo>
                    <a:lnTo>
                      <a:pt x="449" y="432"/>
                    </a:lnTo>
                    <a:lnTo>
                      <a:pt x="451" y="423"/>
                    </a:lnTo>
                    <a:lnTo>
                      <a:pt x="451" y="423"/>
                    </a:lnTo>
                    <a:lnTo>
                      <a:pt x="453" y="410"/>
                    </a:lnTo>
                    <a:lnTo>
                      <a:pt x="453" y="409"/>
                    </a:lnTo>
                    <a:lnTo>
                      <a:pt x="455" y="399"/>
                    </a:lnTo>
                    <a:lnTo>
                      <a:pt x="455" y="399"/>
                    </a:lnTo>
                    <a:lnTo>
                      <a:pt x="457" y="392"/>
                    </a:lnTo>
                    <a:lnTo>
                      <a:pt x="457" y="391"/>
                    </a:lnTo>
                    <a:lnTo>
                      <a:pt x="459" y="381"/>
                    </a:lnTo>
                    <a:lnTo>
                      <a:pt x="459" y="380"/>
                    </a:lnTo>
                    <a:lnTo>
                      <a:pt x="461" y="374"/>
                    </a:lnTo>
                    <a:lnTo>
                      <a:pt x="461" y="374"/>
                    </a:lnTo>
                    <a:lnTo>
                      <a:pt x="463" y="361"/>
                    </a:lnTo>
                    <a:lnTo>
                      <a:pt x="463" y="361"/>
                    </a:lnTo>
                    <a:lnTo>
                      <a:pt x="465" y="350"/>
                    </a:lnTo>
                    <a:lnTo>
                      <a:pt x="465" y="349"/>
                    </a:lnTo>
                    <a:lnTo>
                      <a:pt x="467" y="341"/>
                    </a:lnTo>
                    <a:lnTo>
                      <a:pt x="467" y="341"/>
                    </a:lnTo>
                    <a:lnTo>
                      <a:pt x="469" y="334"/>
                    </a:lnTo>
                    <a:lnTo>
                      <a:pt x="469" y="333"/>
                    </a:lnTo>
                    <a:lnTo>
                      <a:pt x="471" y="327"/>
                    </a:lnTo>
                    <a:lnTo>
                      <a:pt x="471" y="327"/>
                    </a:lnTo>
                    <a:lnTo>
                      <a:pt x="473" y="322"/>
                    </a:lnTo>
                    <a:lnTo>
                      <a:pt x="473" y="322"/>
                    </a:lnTo>
                    <a:lnTo>
                      <a:pt x="474" y="321"/>
                    </a:lnTo>
                    <a:lnTo>
                      <a:pt x="475" y="321"/>
                    </a:lnTo>
                    <a:lnTo>
                      <a:pt x="475" y="321"/>
                    </a:lnTo>
                    <a:lnTo>
                      <a:pt x="475" y="322"/>
                    </a:lnTo>
                    <a:lnTo>
                      <a:pt x="477" y="321"/>
                    </a:lnTo>
                    <a:lnTo>
                      <a:pt x="477" y="321"/>
                    </a:lnTo>
                    <a:lnTo>
                      <a:pt x="477" y="321"/>
                    </a:lnTo>
                    <a:lnTo>
                      <a:pt x="477" y="321"/>
                    </a:lnTo>
                    <a:lnTo>
                      <a:pt x="478" y="320"/>
                    </a:lnTo>
                    <a:lnTo>
                      <a:pt x="479" y="321"/>
                    </a:lnTo>
                    <a:lnTo>
                      <a:pt x="479" y="321"/>
                    </a:lnTo>
                    <a:lnTo>
                      <a:pt x="480" y="321"/>
                    </a:lnTo>
                    <a:lnTo>
                      <a:pt x="481" y="319"/>
                    </a:lnTo>
                    <a:lnTo>
                      <a:pt x="481" y="319"/>
                    </a:lnTo>
                    <a:lnTo>
                      <a:pt x="483" y="315"/>
                    </a:lnTo>
                    <a:lnTo>
                      <a:pt x="483" y="315"/>
                    </a:lnTo>
                    <a:lnTo>
                      <a:pt x="485" y="306"/>
                    </a:lnTo>
                    <a:lnTo>
                      <a:pt x="485" y="305"/>
                    </a:lnTo>
                    <a:lnTo>
                      <a:pt x="487" y="300"/>
                    </a:lnTo>
                    <a:lnTo>
                      <a:pt x="487" y="300"/>
                    </a:lnTo>
                    <a:lnTo>
                      <a:pt x="489" y="295"/>
                    </a:lnTo>
                    <a:lnTo>
                      <a:pt x="489" y="295"/>
                    </a:lnTo>
                    <a:lnTo>
                      <a:pt x="490" y="295"/>
                    </a:lnTo>
                    <a:lnTo>
                      <a:pt x="491" y="296"/>
                    </a:lnTo>
                    <a:lnTo>
                      <a:pt x="491" y="296"/>
                    </a:lnTo>
                    <a:lnTo>
                      <a:pt x="491" y="296"/>
                    </a:lnTo>
                    <a:lnTo>
                      <a:pt x="493" y="292"/>
                    </a:lnTo>
                    <a:lnTo>
                      <a:pt x="493" y="292"/>
                    </a:lnTo>
                    <a:lnTo>
                      <a:pt x="495" y="281"/>
                    </a:lnTo>
                    <a:lnTo>
                      <a:pt x="495" y="281"/>
                    </a:lnTo>
                    <a:lnTo>
                      <a:pt x="497" y="275"/>
                    </a:lnTo>
                    <a:lnTo>
                      <a:pt x="497" y="274"/>
                    </a:lnTo>
                    <a:lnTo>
                      <a:pt x="499" y="263"/>
                    </a:lnTo>
                    <a:lnTo>
                      <a:pt x="499" y="263"/>
                    </a:lnTo>
                    <a:lnTo>
                      <a:pt x="501" y="253"/>
                    </a:lnTo>
                    <a:lnTo>
                      <a:pt x="501" y="253"/>
                    </a:lnTo>
                    <a:lnTo>
                      <a:pt x="503" y="245"/>
                    </a:lnTo>
                    <a:lnTo>
                      <a:pt x="503" y="245"/>
                    </a:lnTo>
                    <a:lnTo>
                      <a:pt x="505" y="234"/>
                    </a:lnTo>
                    <a:lnTo>
                      <a:pt x="505" y="233"/>
                    </a:lnTo>
                    <a:lnTo>
                      <a:pt x="507" y="222"/>
                    </a:lnTo>
                    <a:lnTo>
                      <a:pt x="507" y="221"/>
                    </a:lnTo>
                    <a:lnTo>
                      <a:pt x="509" y="207"/>
                    </a:lnTo>
                    <a:lnTo>
                      <a:pt x="509" y="207"/>
                    </a:lnTo>
                    <a:lnTo>
                      <a:pt x="511" y="195"/>
                    </a:lnTo>
                    <a:lnTo>
                      <a:pt x="511" y="194"/>
                    </a:lnTo>
                    <a:lnTo>
                      <a:pt x="513" y="181"/>
                    </a:lnTo>
                    <a:lnTo>
                      <a:pt x="513" y="180"/>
                    </a:lnTo>
                    <a:lnTo>
                      <a:pt x="515" y="166"/>
                    </a:lnTo>
                    <a:lnTo>
                      <a:pt x="515" y="165"/>
                    </a:lnTo>
                    <a:lnTo>
                      <a:pt x="517" y="150"/>
                    </a:lnTo>
                    <a:lnTo>
                      <a:pt x="517" y="149"/>
                    </a:lnTo>
                    <a:lnTo>
                      <a:pt x="519" y="132"/>
                    </a:lnTo>
                    <a:lnTo>
                      <a:pt x="519" y="132"/>
                    </a:lnTo>
                    <a:lnTo>
                      <a:pt x="521" y="118"/>
                    </a:lnTo>
                    <a:lnTo>
                      <a:pt x="521" y="117"/>
                    </a:lnTo>
                    <a:lnTo>
                      <a:pt x="523" y="108"/>
                    </a:lnTo>
                    <a:lnTo>
                      <a:pt x="523" y="107"/>
                    </a:lnTo>
                    <a:lnTo>
                      <a:pt x="525" y="97"/>
                    </a:lnTo>
                    <a:lnTo>
                      <a:pt x="525" y="96"/>
                    </a:lnTo>
                    <a:lnTo>
                      <a:pt x="527" y="85"/>
                    </a:lnTo>
                    <a:lnTo>
                      <a:pt x="527" y="84"/>
                    </a:lnTo>
                    <a:lnTo>
                      <a:pt x="529" y="68"/>
                    </a:lnTo>
                    <a:lnTo>
                      <a:pt x="529" y="68"/>
                    </a:lnTo>
                    <a:lnTo>
                      <a:pt x="531" y="56"/>
                    </a:lnTo>
                    <a:lnTo>
                      <a:pt x="531" y="55"/>
                    </a:lnTo>
                    <a:lnTo>
                      <a:pt x="533" y="47"/>
                    </a:lnTo>
                    <a:lnTo>
                      <a:pt x="533" y="47"/>
                    </a:lnTo>
                    <a:lnTo>
                      <a:pt x="535" y="38"/>
                    </a:lnTo>
                    <a:lnTo>
                      <a:pt x="535" y="38"/>
                    </a:lnTo>
                    <a:lnTo>
                      <a:pt x="537" y="30"/>
                    </a:lnTo>
                    <a:lnTo>
                      <a:pt x="537" y="29"/>
                    </a:lnTo>
                    <a:lnTo>
                      <a:pt x="539" y="19"/>
                    </a:lnTo>
                    <a:lnTo>
                      <a:pt x="539" y="19"/>
                    </a:lnTo>
                    <a:lnTo>
                      <a:pt x="541" y="6"/>
                    </a:lnTo>
                    <a:lnTo>
                      <a:pt x="541" y="6"/>
                    </a:lnTo>
                    <a:lnTo>
                      <a:pt x="543" y="1"/>
                    </a:lnTo>
                    <a:lnTo>
                      <a:pt x="543" y="1"/>
                    </a:lnTo>
                    <a:lnTo>
                      <a:pt x="543" y="0"/>
                    </a:lnTo>
                    <a:lnTo>
                      <a:pt x="545" y="3"/>
                    </a:lnTo>
                    <a:lnTo>
                      <a:pt x="545" y="3"/>
                    </a:lnTo>
                    <a:lnTo>
                      <a:pt x="547" y="10"/>
                    </a:lnTo>
                    <a:lnTo>
                      <a:pt x="547" y="10"/>
                    </a:lnTo>
                    <a:lnTo>
                      <a:pt x="549" y="19"/>
                    </a:lnTo>
                    <a:lnTo>
                      <a:pt x="549" y="19"/>
                    </a:lnTo>
                    <a:lnTo>
                      <a:pt x="550" y="21"/>
                    </a:lnTo>
                    <a:lnTo>
                      <a:pt x="551" y="21"/>
                    </a:lnTo>
                    <a:lnTo>
                      <a:pt x="551" y="21"/>
                    </a:lnTo>
                    <a:lnTo>
                      <a:pt x="553" y="22"/>
                    </a:lnTo>
                    <a:lnTo>
                      <a:pt x="553" y="22"/>
                    </a:lnTo>
                    <a:lnTo>
                      <a:pt x="554" y="22"/>
                    </a:lnTo>
                    <a:lnTo>
                      <a:pt x="555" y="26"/>
                    </a:lnTo>
                    <a:lnTo>
                      <a:pt x="555" y="26"/>
                    </a:lnTo>
                    <a:lnTo>
                      <a:pt x="557" y="39"/>
                    </a:lnTo>
                    <a:lnTo>
                      <a:pt x="557" y="39"/>
                    </a:lnTo>
                    <a:lnTo>
                      <a:pt x="559" y="49"/>
                    </a:lnTo>
                    <a:lnTo>
                      <a:pt x="559" y="50"/>
                    </a:lnTo>
                    <a:lnTo>
                      <a:pt x="561" y="59"/>
                    </a:lnTo>
                    <a:lnTo>
                      <a:pt x="561" y="60"/>
                    </a:lnTo>
                    <a:lnTo>
                      <a:pt x="563" y="68"/>
                    </a:lnTo>
                    <a:lnTo>
                      <a:pt x="563" y="69"/>
                    </a:lnTo>
                    <a:lnTo>
                      <a:pt x="565" y="77"/>
                    </a:lnTo>
                    <a:lnTo>
                      <a:pt x="565" y="77"/>
                    </a:lnTo>
                    <a:lnTo>
                      <a:pt x="567" y="85"/>
                    </a:lnTo>
                    <a:lnTo>
                      <a:pt x="567" y="86"/>
                    </a:lnTo>
                    <a:lnTo>
                      <a:pt x="569" y="91"/>
                    </a:lnTo>
                    <a:lnTo>
                      <a:pt x="569" y="91"/>
                    </a:lnTo>
                    <a:lnTo>
                      <a:pt x="571" y="95"/>
                    </a:lnTo>
                    <a:lnTo>
                      <a:pt x="571" y="95"/>
                    </a:lnTo>
                    <a:lnTo>
                      <a:pt x="573" y="97"/>
                    </a:lnTo>
                    <a:lnTo>
                      <a:pt x="573" y="97"/>
                    </a:lnTo>
                    <a:lnTo>
                      <a:pt x="575" y="101"/>
                    </a:lnTo>
                    <a:lnTo>
                      <a:pt x="575" y="101"/>
                    </a:lnTo>
                    <a:lnTo>
                      <a:pt x="577" y="109"/>
                    </a:lnTo>
                    <a:lnTo>
                      <a:pt x="577" y="109"/>
                    </a:lnTo>
                    <a:lnTo>
                      <a:pt x="579" y="123"/>
                    </a:lnTo>
                    <a:lnTo>
                      <a:pt x="579" y="124"/>
                    </a:lnTo>
                    <a:lnTo>
                      <a:pt x="580" y="133"/>
                    </a:lnTo>
                    <a:lnTo>
                      <a:pt x="581" y="133"/>
                    </a:lnTo>
                    <a:lnTo>
                      <a:pt x="581" y="133"/>
                    </a:lnTo>
                    <a:lnTo>
                      <a:pt x="583" y="130"/>
                    </a:lnTo>
                    <a:lnTo>
                      <a:pt x="583" y="130"/>
                    </a:lnTo>
                    <a:lnTo>
                      <a:pt x="584" y="129"/>
                    </a:lnTo>
                    <a:lnTo>
                      <a:pt x="585" y="130"/>
                    </a:lnTo>
                    <a:lnTo>
                      <a:pt x="585" y="130"/>
                    </a:lnTo>
                    <a:lnTo>
                      <a:pt x="585" y="130"/>
                    </a:lnTo>
                    <a:lnTo>
                      <a:pt x="585" y="130"/>
                    </a:lnTo>
                    <a:lnTo>
                      <a:pt x="587" y="127"/>
                    </a:lnTo>
                    <a:lnTo>
                      <a:pt x="587" y="127"/>
                    </a:lnTo>
                    <a:lnTo>
                      <a:pt x="587" y="127"/>
                    </a:lnTo>
                    <a:lnTo>
                      <a:pt x="589" y="131"/>
                    </a:lnTo>
                    <a:lnTo>
                      <a:pt x="589" y="131"/>
                    </a:lnTo>
                    <a:lnTo>
                      <a:pt x="589" y="131"/>
                    </a:lnTo>
                    <a:lnTo>
                      <a:pt x="591" y="140"/>
                    </a:lnTo>
                    <a:lnTo>
                      <a:pt x="591" y="140"/>
                    </a:lnTo>
                    <a:lnTo>
                      <a:pt x="593" y="147"/>
                    </a:lnTo>
                    <a:lnTo>
                      <a:pt x="593" y="147"/>
                    </a:lnTo>
                    <a:lnTo>
                      <a:pt x="593" y="146"/>
                    </a:lnTo>
                    <a:lnTo>
                      <a:pt x="595" y="140"/>
                    </a:lnTo>
                    <a:lnTo>
                      <a:pt x="595" y="140"/>
                    </a:lnTo>
                    <a:lnTo>
                      <a:pt x="595" y="139"/>
                    </a:lnTo>
                    <a:lnTo>
                      <a:pt x="597" y="145"/>
                    </a:lnTo>
                    <a:lnTo>
                      <a:pt x="597" y="146"/>
                    </a:lnTo>
                    <a:lnTo>
                      <a:pt x="599" y="149"/>
                    </a:lnTo>
                    <a:lnTo>
                      <a:pt x="599" y="149"/>
                    </a:lnTo>
                    <a:lnTo>
                      <a:pt x="601" y="159"/>
                    </a:lnTo>
                    <a:lnTo>
                      <a:pt x="601" y="159"/>
                    </a:lnTo>
                    <a:lnTo>
                      <a:pt x="601" y="159"/>
                    </a:lnTo>
                    <a:lnTo>
                      <a:pt x="602" y="162"/>
                    </a:lnTo>
                    <a:lnTo>
                      <a:pt x="603" y="160"/>
                    </a:lnTo>
                    <a:lnTo>
                      <a:pt x="603" y="160"/>
                    </a:lnTo>
                    <a:lnTo>
                      <a:pt x="604" y="158"/>
                    </a:lnTo>
                    <a:lnTo>
                      <a:pt x="605" y="174"/>
                    </a:lnTo>
                    <a:lnTo>
                      <a:pt x="605" y="175"/>
                    </a:lnTo>
                    <a:lnTo>
                      <a:pt x="607" y="193"/>
                    </a:lnTo>
                    <a:lnTo>
                      <a:pt x="607" y="193"/>
                    </a:lnTo>
                    <a:lnTo>
                      <a:pt x="609" y="194"/>
                    </a:lnTo>
                    <a:lnTo>
                      <a:pt x="609" y="195"/>
                    </a:lnTo>
                    <a:lnTo>
                      <a:pt x="611" y="207"/>
                    </a:lnTo>
                    <a:lnTo>
                      <a:pt x="611" y="208"/>
                    </a:lnTo>
                    <a:lnTo>
                      <a:pt x="613" y="231"/>
                    </a:lnTo>
                    <a:lnTo>
                      <a:pt x="613" y="232"/>
                    </a:lnTo>
                    <a:lnTo>
                      <a:pt x="614" y="240"/>
                    </a:lnTo>
                    <a:lnTo>
                      <a:pt x="615" y="238"/>
                    </a:lnTo>
                    <a:lnTo>
                      <a:pt x="615" y="237"/>
                    </a:lnTo>
                    <a:lnTo>
                      <a:pt x="616" y="236"/>
                    </a:lnTo>
                    <a:lnTo>
                      <a:pt x="617" y="250"/>
                    </a:lnTo>
                    <a:lnTo>
                      <a:pt x="617" y="251"/>
                    </a:lnTo>
                    <a:lnTo>
                      <a:pt x="619" y="277"/>
                    </a:lnTo>
                    <a:lnTo>
                      <a:pt x="619" y="279"/>
                    </a:lnTo>
                    <a:lnTo>
                      <a:pt x="621" y="302"/>
                    </a:lnTo>
                    <a:lnTo>
                      <a:pt x="621" y="302"/>
                    </a:lnTo>
                    <a:lnTo>
                      <a:pt x="621" y="302"/>
                    </a:lnTo>
                    <a:lnTo>
                      <a:pt x="623" y="300"/>
                    </a:lnTo>
                    <a:lnTo>
                      <a:pt x="623" y="299"/>
                    </a:lnTo>
                    <a:lnTo>
                      <a:pt x="625" y="295"/>
                    </a:lnTo>
                    <a:lnTo>
                      <a:pt x="625" y="295"/>
                    </a:lnTo>
                    <a:lnTo>
                      <a:pt x="625" y="295"/>
                    </a:lnTo>
                    <a:lnTo>
                      <a:pt x="627" y="294"/>
                    </a:lnTo>
                    <a:lnTo>
                      <a:pt x="627" y="295"/>
                    </a:lnTo>
                    <a:lnTo>
                      <a:pt x="627" y="295"/>
                    </a:lnTo>
                    <a:lnTo>
                      <a:pt x="628" y="295"/>
                    </a:lnTo>
                    <a:lnTo>
                      <a:pt x="629" y="292"/>
                    </a:lnTo>
                    <a:lnTo>
                      <a:pt x="629" y="293"/>
                    </a:lnTo>
                    <a:lnTo>
                      <a:pt x="629" y="293"/>
                    </a:lnTo>
                    <a:lnTo>
                      <a:pt x="630" y="293"/>
                    </a:lnTo>
                    <a:lnTo>
                      <a:pt x="631" y="293"/>
                    </a:lnTo>
                    <a:lnTo>
                      <a:pt x="631" y="294"/>
                    </a:lnTo>
                    <a:lnTo>
                      <a:pt x="631" y="294"/>
                    </a:lnTo>
                    <a:lnTo>
                      <a:pt x="633" y="292"/>
                    </a:lnTo>
                    <a:lnTo>
                      <a:pt x="633" y="293"/>
                    </a:lnTo>
                    <a:lnTo>
                      <a:pt x="633" y="293"/>
                    </a:lnTo>
                    <a:lnTo>
                      <a:pt x="635" y="284"/>
                    </a:lnTo>
                    <a:lnTo>
                      <a:pt x="635" y="284"/>
                    </a:lnTo>
                    <a:lnTo>
                      <a:pt x="635" y="283"/>
                    </a:lnTo>
                    <a:lnTo>
                      <a:pt x="637" y="299"/>
                    </a:lnTo>
                    <a:lnTo>
                      <a:pt x="637" y="298"/>
                    </a:lnTo>
                    <a:lnTo>
                      <a:pt x="637" y="298"/>
                    </a:lnTo>
                    <a:lnTo>
                      <a:pt x="639" y="289"/>
                    </a:lnTo>
                    <a:lnTo>
                      <a:pt x="639" y="290"/>
                    </a:lnTo>
                    <a:lnTo>
                      <a:pt x="639" y="290"/>
                    </a:lnTo>
                    <a:lnTo>
                      <a:pt x="639" y="290"/>
                    </a:lnTo>
                    <a:lnTo>
                      <a:pt x="641" y="284"/>
                    </a:lnTo>
                    <a:lnTo>
                      <a:pt x="641" y="284"/>
                    </a:lnTo>
                    <a:lnTo>
                      <a:pt x="641" y="284"/>
                    </a:lnTo>
                    <a:lnTo>
                      <a:pt x="642" y="286"/>
                    </a:lnTo>
                    <a:lnTo>
                      <a:pt x="643" y="275"/>
                    </a:lnTo>
                    <a:lnTo>
                      <a:pt x="643" y="274"/>
                    </a:lnTo>
                    <a:lnTo>
                      <a:pt x="645" y="267"/>
                    </a:lnTo>
                    <a:lnTo>
                      <a:pt x="645" y="267"/>
                    </a:lnTo>
                    <a:lnTo>
                      <a:pt x="645" y="268"/>
                    </a:lnTo>
                    <a:lnTo>
                      <a:pt x="647" y="280"/>
                    </a:lnTo>
                    <a:lnTo>
                      <a:pt x="647" y="280"/>
                    </a:lnTo>
                    <a:lnTo>
                      <a:pt x="649" y="292"/>
                    </a:lnTo>
                    <a:lnTo>
                      <a:pt x="649" y="292"/>
                    </a:lnTo>
                    <a:lnTo>
                      <a:pt x="649" y="291"/>
                    </a:lnTo>
                    <a:lnTo>
                      <a:pt x="650" y="292"/>
                    </a:lnTo>
                    <a:lnTo>
                      <a:pt x="651" y="285"/>
                    </a:lnTo>
                    <a:lnTo>
                      <a:pt x="651" y="284"/>
                    </a:lnTo>
                    <a:lnTo>
                      <a:pt x="652" y="282"/>
                    </a:lnTo>
                    <a:lnTo>
                      <a:pt x="653" y="290"/>
                    </a:lnTo>
                    <a:lnTo>
                      <a:pt x="653" y="292"/>
                    </a:lnTo>
                    <a:lnTo>
                      <a:pt x="654" y="295"/>
                    </a:lnTo>
                    <a:lnTo>
                      <a:pt x="655" y="284"/>
                    </a:lnTo>
                    <a:lnTo>
                      <a:pt x="655" y="283"/>
                    </a:lnTo>
                    <a:lnTo>
                      <a:pt x="657" y="264"/>
                    </a:lnTo>
                    <a:lnTo>
                      <a:pt x="657" y="263"/>
                    </a:lnTo>
                    <a:lnTo>
                      <a:pt x="659" y="252"/>
                    </a:lnTo>
                    <a:lnTo>
                      <a:pt x="659" y="252"/>
                    </a:lnTo>
                    <a:lnTo>
                      <a:pt x="659" y="252"/>
                    </a:lnTo>
                    <a:lnTo>
                      <a:pt x="661" y="264"/>
                    </a:lnTo>
                    <a:lnTo>
                      <a:pt x="661" y="265"/>
                    </a:lnTo>
                    <a:lnTo>
                      <a:pt x="662" y="283"/>
                    </a:lnTo>
                    <a:lnTo>
                      <a:pt x="663" y="281"/>
                    </a:lnTo>
                    <a:lnTo>
                      <a:pt x="663" y="281"/>
                    </a:lnTo>
                    <a:lnTo>
                      <a:pt x="663" y="281"/>
                    </a:lnTo>
                    <a:lnTo>
                      <a:pt x="665" y="283"/>
                    </a:lnTo>
                    <a:lnTo>
                      <a:pt x="665" y="283"/>
                    </a:lnTo>
                    <a:lnTo>
                      <a:pt x="665" y="283"/>
                    </a:lnTo>
                    <a:lnTo>
                      <a:pt x="666" y="282"/>
                    </a:lnTo>
                    <a:lnTo>
                      <a:pt x="667" y="286"/>
                    </a:lnTo>
                    <a:lnTo>
                      <a:pt x="667" y="286"/>
                    </a:lnTo>
                    <a:lnTo>
                      <a:pt x="667" y="286"/>
                    </a:lnTo>
                    <a:lnTo>
                      <a:pt x="668" y="286"/>
                    </a:lnTo>
                    <a:lnTo>
                      <a:pt x="669" y="282"/>
                    </a:lnTo>
                    <a:lnTo>
                      <a:pt x="669" y="282"/>
                    </a:lnTo>
                    <a:lnTo>
                      <a:pt x="670" y="280"/>
                    </a:lnTo>
                    <a:lnTo>
                      <a:pt x="671" y="285"/>
                    </a:lnTo>
                    <a:lnTo>
                      <a:pt x="671" y="285"/>
                    </a:lnTo>
                    <a:lnTo>
                      <a:pt x="671" y="285"/>
                    </a:lnTo>
                    <a:lnTo>
                      <a:pt x="673" y="291"/>
                    </a:lnTo>
                    <a:lnTo>
                      <a:pt x="673" y="290"/>
                    </a:lnTo>
                    <a:lnTo>
                      <a:pt x="673" y="290"/>
                    </a:lnTo>
                    <a:lnTo>
                      <a:pt x="673" y="291"/>
                    </a:lnTo>
                    <a:lnTo>
                      <a:pt x="675" y="274"/>
                    </a:lnTo>
                    <a:lnTo>
                      <a:pt x="675" y="274"/>
                    </a:lnTo>
                    <a:lnTo>
                      <a:pt x="676" y="271"/>
                    </a:lnTo>
                    <a:lnTo>
                      <a:pt x="677" y="275"/>
                    </a:lnTo>
                    <a:lnTo>
                      <a:pt x="677" y="274"/>
                    </a:lnTo>
                    <a:lnTo>
                      <a:pt x="678" y="272"/>
                    </a:lnTo>
                    <a:lnTo>
                      <a:pt x="679" y="272"/>
                    </a:lnTo>
                    <a:lnTo>
                      <a:pt x="679" y="272"/>
                    </a:lnTo>
                    <a:lnTo>
                      <a:pt x="680" y="272"/>
                    </a:lnTo>
                    <a:lnTo>
                      <a:pt x="681" y="275"/>
                    </a:lnTo>
                    <a:lnTo>
                      <a:pt x="681" y="274"/>
                    </a:lnTo>
                    <a:lnTo>
                      <a:pt x="681" y="274"/>
                    </a:lnTo>
                    <a:lnTo>
                      <a:pt x="681" y="275"/>
                    </a:lnTo>
                    <a:lnTo>
                      <a:pt x="682" y="268"/>
                    </a:lnTo>
                    <a:lnTo>
                      <a:pt x="683" y="271"/>
                    </a:lnTo>
                    <a:lnTo>
                      <a:pt x="683" y="271"/>
                    </a:lnTo>
                    <a:lnTo>
                      <a:pt x="685" y="284"/>
                    </a:lnTo>
                    <a:lnTo>
                      <a:pt x="685" y="284"/>
                    </a:lnTo>
                    <a:lnTo>
                      <a:pt x="687" y="266"/>
                    </a:lnTo>
                    <a:lnTo>
                      <a:pt x="687" y="265"/>
                    </a:lnTo>
                    <a:lnTo>
                      <a:pt x="688" y="254"/>
                    </a:lnTo>
                    <a:lnTo>
                      <a:pt x="689" y="258"/>
                    </a:lnTo>
                    <a:lnTo>
                      <a:pt x="689" y="259"/>
                    </a:lnTo>
                    <a:lnTo>
                      <a:pt x="689" y="259"/>
                    </a:lnTo>
                    <a:lnTo>
                      <a:pt x="691" y="253"/>
                    </a:lnTo>
                    <a:lnTo>
                      <a:pt x="691" y="252"/>
                    </a:lnTo>
                    <a:lnTo>
                      <a:pt x="691" y="252"/>
                    </a:lnTo>
                    <a:lnTo>
                      <a:pt x="693" y="261"/>
                    </a:lnTo>
                    <a:lnTo>
                      <a:pt x="693" y="262"/>
                    </a:lnTo>
                    <a:lnTo>
                      <a:pt x="695" y="273"/>
                    </a:lnTo>
                    <a:lnTo>
                      <a:pt x="695" y="274"/>
                    </a:lnTo>
                    <a:lnTo>
                      <a:pt x="696" y="274"/>
                    </a:lnTo>
                    <a:lnTo>
                      <a:pt x="697" y="270"/>
                    </a:lnTo>
                    <a:lnTo>
                      <a:pt x="697" y="271"/>
                    </a:lnTo>
                    <a:lnTo>
                      <a:pt x="697" y="272"/>
                    </a:lnTo>
                    <a:lnTo>
                      <a:pt x="698" y="275"/>
                    </a:lnTo>
                    <a:lnTo>
                      <a:pt x="699" y="270"/>
                    </a:lnTo>
                    <a:lnTo>
                      <a:pt x="699" y="269"/>
                    </a:lnTo>
                    <a:lnTo>
                      <a:pt x="701" y="256"/>
                    </a:lnTo>
                    <a:lnTo>
                      <a:pt x="701" y="257"/>
                    </a:lnTo>
                    <a:lnTo>
                      <a:pt x="701" y="257"/>
                    </a:lnTo>
                    <a:lnTo>
                      <a:pt x="702" y="256"/>
                    </a:lnTo>
                    <a:lnTo>
                      <a:pt x="703" y="259"/>
                    </a:lnTo>
                    <a:lnTo>
                      <a:pt x="703" y="258"/>
                    </a:lnTo>
                    <a:lnTo>
                      <a:pt x="703" y="258"/>
                    </a:lnTo>
                    <a:lnTo>
                      <a:pt x="705" y="264"/>
                    </a:lnTo>
                    <a:lnTo>
                      <a:pt x="705" y="265"/>
                    </a:lnTo>
                    <a:lnTo>
                      <a:pt x="707" y="287"/>
                    </a:lnTo>
                    <a:lnTo>
                      <a:pt x="707" y="289"/>
                    </a:lnTo>
                    <a:lnTo>
                      <a:pt x="708" y="302"/>
                    </a:lnTo>
                    <a:lnTo>
                      <a:pt x="709" y="301"/>
                    </a:lnTo>
                    <a:lnTo>
                      <a:pt x="709" y="301"/>
                    </a:lnTo>
                    <a:lnTo>
                      <a:pt x="711" y="305"/>
                    </a:lnTo>
                    <a:lnTo>
                      <a:pt x="711" y="305"/>
                    </a:lnTo>
                    <a:lnTo>
                      <a:pt x="713" y="319"/>
                    </a:lnTo>
                    <a:lnTo>
                      <a:pt x="713" y="318"/>
                    </a:lnTo>
                    <a:lnTo>
                      <a:pt x="713" y="318"/>
                    </a:lnTo>
                    <a:lnTo>
                      <a:pt x="714" y="318"/>
                    </a:lnTo>
                    <a:lnTo>
                      <a:pt x="715" y="316"/>
                    </a:lnTo>
                    <a:lnTo>
                      <a:pt x="715" y="318"/>
                    </a:lnTo>
                    <a:lnTo>
                      <a:pt x="715" y="318"/>
                    </a:lnTo>
                    <a:lnTo>
                      <a:pt x="717" y="343"/>
                    </a:lnTo>
                    <a:lnTo>
                      <a:pt x="717" y="344"/>
                    </a:lnTo>
                    <a:lnTo>
                      <a:pt x="719" y="368"/>
                    </a:lnTo>
                    <a:lnTo>
                      <a:pt x="719" y="369"/>
                    </a:lnTo>
                    <a:lnTo>
                      <a:pt x="720" y="374"/>
                    </a:lnTo>
                    <a:lnTo>
                      <a:pt x="721" y="366"/>
                    </a:lnTo>
                    <a:lnTo>
                      <a:pt x="721" y="365"/>
                    </a:lnTo>
                    <a:lnTo>
                      <a:pt x="723" y="333"/>
                    </a:lnTo>
                    <a:lnTo>
                      <a:pt x="723" y="332"/>
                    </a:lnTo>
                    <a:lnTo>
                      <a:pt x="724" y="330"/>
                    </a:lnTo>
                    <a:lnTo>
                      <a:pt x="725" y="332"/>
                    </a:lnTo>
                    <a:lnTo>
                      <a:pt x="725" y="333"/>
                    </a:lnTo>
                    <a:lnTo>
                      <a:pt x="727" y="345"/>
                    </a:lnTo>
                    <a:lnTo>
                      <a:pt x="727" y="342"/>
                    </a:lnTo>
                    <a:lnTo>
                      <a:pt x="727" y="342"/>
                    </a:lnTo>
                    <a:lnTo>
                      <a:pt x="729" y="352"/>
                    </a:lnTo>
                    <a:lnTo>
                      <a:pt x="729" y="349"/>
                    </a:lnTo>
                    <a:lnTo>
                      <a:pt x="729" y="350"/>
                    </a:lnTo>
                    <a:lnTo>
                      <a:pt x="730" y="359"/>
                    </a:lnTo>
                    <a:lnTo>
                      <a:pt x="731" y="352"/>
                    </a:lnTo>
                    <a:lnTo>
                      <a:pt x="731" y="352"/>
                    </a:lnTo>
                    <a:lnTo>
                      <a:pt x="733" y="334"/>
                    </a:lnTo>
                    <a:lnTo>
                      <a:pt x="734" y="333"/>
                    </a:lnTo>
                    <a:lnTo>
                      <a:pt x="734" y="330"/>
                    </a:lnTo>
                    <a:lnTo>
                      <a:pt x="735" y="337"/>
                    </a:lnTo>
                    <a:lnTo>
                      <a:pt x="735" y="337"/>
                    </a:lnTo>
                    <a:lnTo>
                      <a:pt x="736" y="336"/>
                    </a:lnTo>
                    <a:lnTo>
                      <a:pt x="737" y="339"/>
                    </a:lnTo>
                    <a:lnTo>
                      <a:pt x="737" y="339"/>
                    </a:lnTo>
                    <a:lnTo>
                      <a:pt x="737" y="340"/>
                    </a:lnTo>
                    <a:lnTo>
                      <a:pt x="738" y="346"/>
                    </a:lnTo>
                    <a:lnTo>
                      <a:pt x="739" y="343"/>
                    </a:lnTo>
                    <a:lnTo>
                      <a:pt x="740" y="343"/>
                    </a:lnTo>
                    <a:lnTo>
                      <a:pt x="740" y="343"/>
                    </a:lnTo>
                    <a:lnTo>
                      <a:pt x="741" y="352"/>
                    </a:lnTo>
                    <a:lnTo>
                      <a:pt x="741" y="354"/>
                    </a:lnTo>
                    <a:lnTo>
                      <a:pt x="743" y="366"/>
                    </a:lnTo>
                    <a:lnTo>
                      <a:pt x="743" y="366"/>
                    </a:lnTo>
                    <a:lnTo>
                      <a:pt x="744" y="372"/>
                    </a:lnTo>
                    <a:lnTo>
                      <a:pt x="745" y="366"/>
                    </a:lnTo>
                    <a:lnTo>
                      <a:pt x="745" y="366"/>
                    </a:lnTo>
                    <a:lnTo>
                      <a:pt x="745" y="366"/>
                    </a:lnTo>
                    <a:lnTo>
                      <a:pt x="746" y="365"/>
                    </a:lnTo>
                    <a:lnTo>
                      <a:pt x="747" y="369"/>
                    </a:lnTo>
                    <a:lnTo>
                      <a:pt x="747" y="369"/>
                    </a:lnTo>
                    <a:lnTo>
                      <a:pt x="749" y="383"/>
                    </a:lnTo>
                    <a:lnTo>
                      <a:pt x="749" y="384"/>
                    </a:lnTo>
                    <a:lnTo>
                      <a:pt x="750" y="384"/>
                    </a:lnTo>
                    <a:lnTo>
                      <a:pt x="751" y="379"/>
                    </a:lnTo>
                    <a:lnTo>
                      <a:pt x="751" y="380"/>
                    </a:lnTo>
                    <a:lnTo>
                      <a:pt x="752" y="380"/>
                    </a:lnTo>
                    <a:lnTo>
                      <a:pt x="753" y="391"/>
                    </a:lnTo>
                    <a:lnTo>
                      <a:pt x="753" y="391"/>
                    </a:lnTo>
                    <a:lnTo>
                      <a:pt x="753" y="391"/>
                    </a:lnTo>
                    <a:lnTo>
                      <a:pt x="754" y="393"/>
                    </a:lnTo>
                    <a:lnTo>
                      <a:pt x="755" y="386"/>
                    </a:lnTo>
                    <a:lnTo>
                      <a:pt x="755" y="386"/>
                    </a:lnTo>
                    <a:lnTo>
                      <a:pt x="757" y="372"/>
                    </a:lnTo>
                    <a:lnTo>
                      <a:pt x="758" y="372"/>
                    </a:lnTo>
                    <a:lnTo>
                      <a:pt x="758" y="368"/>
                    </a:lnTo>
                    <a:lnTo>
                      <a:pt x="759" y="374"/>
                    </a:lnTo>
                    <a:lnTo>
                      <a:pt x="759" y="374"/>
                    </a:lnTo>
                    <a:lnTo>
                      <a:pt x="761" y="390"/>
                    </a:lnTo>
                    <a:lnTo>
                      <a:pt x="761" y="390"/>
                    </a:lnTo>
                    <a:lnTo>
                      <a:pt x="763" y="410"/>
                    </a:lnTo>
                    <a:lnTo>
                      <a:pt x="763" y="410"/>
                    </a:lnTo>
                    <a:lnTo>
                      <a:pt x="764" y="412"/>
                    </a:lnTo>
                    <a:lnTo>
                      <a:pt x="765" y="402"/>
                    </a:lnTo>
                    <a:lnTo>
                      <a:pt x="765" y="402"/>
                    </a:lnTo>
                    <a:lnTo>
                      <a:pt x="765" y="402"/>
                    </a:lnTo>
                    <a:lnTo>
                      <a:pt x="767" y="395"/>
                    </a:lnTo>
                    <a:lnTo>
                      <a:pt x="767" y="396"/>
                    </a:lnTo>
                    <a:lnTo>
                      <a:pt x="767" y="397"/>
                    </a:lnTo>
                    <a:lnTo>
                      <a:pt x="768" y="397"/>
                    </a:lnTo>
                    <a:lnTo>
                      <a:pt x="769" y="387"/>
                    </a:lnTo>
                    <a:lnTo>
                      <a:pt x="769" y="388"/>
                    </a:lnTo>
                    <a:lnTo>
                      <a:pt x="770" y="389"/>
                    </a:lnTo>
                    <a:lnTo>
                      <a:pt x="771" y="398"/>
                    </a:lnTo>
                    <a:lnTo>
                      <a:pt x="771" y="399"/>
                    </a:lnTo>
                    <a:lnTo>
                      <a:pt x="773" y="401"/>
                    </a:lnTo>
                    <a:lnTo>
                      <a:pt x="773" y="396"/>
                    </a:lnTo>
                    <a:lnTo>
                      <a:pt x="773" y="396"/>
                    </a:lnTo>
                    <a:lnTo>
                      <a:pt x="774" y="390"/>
                    </a:lnTo>
                    <a:lnTo>
                      <a:pt x="775" y="391"/>
                    </a:lnTo>
                    <a:lnTo>
                      <a:pt x="776" y="391"/>
                    </a:lnTo>
                    <a:lnTo>
                      <a:pt x="776" y="389"/>
                    </a:lnTo>
                    <a:lnTo>
                      <a:pt x="777" y="393"/>
                    </a:lnTo>
                    <a:lnTo>
                      <a:pt x="777" y="394"/>
                    </a:lnTo>
                    <a:lnTo>
                      <a:pt x="779" y="399"/>
                    </a:lnTo>
                    <a:lnTo>
                      <a:pt x="779" y="399"/>
                    </a:lnTo>
                    <a:lnTo>
                      <a:pt x="779" y="398"/>
                    </a:lnTo>
                    <a:lnTo>
                      <a:pt x="781" y="392"/>
                    </a:lnTo>
                    <a:lnTo>
                      <a:pt x="781" y="393"/>
                    </a:lnTo>
                    <a:lnTo>
                      <a:pt x="781" y="393"/>
                    </a:lnTo>
                    <a:lnTo>
                      <a:pt x="783" y="384"/>
                    </a:lnTo>
                    <a:lnTo>
                      <a:pt x="783" y="384"/>
                    </a:lnTo>
                    <a:lnTo>
                      <a:pt x="783" y="384"/>
                    </a:lnTo>
                    <a:lnTo>
                      <a:pt x="785" y="372"/>
                    </a:lnTo>
                    <a:lnTo>
                      <a:pt x="785" y="375"/>
                    </a:lnTo>
                    <a:lnTo>
                      <a:pt x="785" y="375"/>
                    </a:lnTo>
                    <a:lnTo>
                      <a:pt x="786" y="375"/>
                    </a:lnTo>
                    <a:lnTo>
                      <a:pt x="787" y="365"/>
                    </a:lnTo>
                    <a:lnTo>
                      <a:pt x="788" y="364"/>
                    </a:lnTo>
                    <a:lnTo>
                      <a:pt x="789" y="356"/>
                    </a:lnTo>
                    <a:lnTo>
                      <a:pt x="789" y="357"/>
                    </a:lnTo>
                    <a:lnTo>
                      <a:pt x="789" y="357"/>
                    </a:lnTo>
                    <a:lnTo>
                      <a:pt x="791" y="366"/>
                    </a:lnTo>
                    <a:lnTo>
                      <a:pt x="791" y="364"/>
                    </a:lnTo>
                    <a:lnTo>
                      <a:pt x="791" y="364"/>
                    </a:lnTo>
                    <a:lnTo>
                      <a:pt x="792" y="361"/>
                    </a:lnTo>
                    <a:lnTo>
                      <a:pt x="793" y="365"/>
                    </a:lnTo>
                    <a:lnTo>
                      <a:pt x="794" y="365"/>
                    </a:lnTo>
                    <a:lnTo>
                      <a:pt x="795" y="370"/>
                    </a:lnTo>
                    <a:lnTo>
                      <a:pt x="795" y="371"/>
                    </a:lnTo>
                    <a:lnTo>
                      <a:pt x="796" y="374"/>
                    </a:lnTo>
                    <a:lnTo>
                      <a:pt x="797" y="372"/>
                    </a:lnTo>
                    <a:lnTo>
                      <a:pt x="797" y="373"/>
                    </a:lnTo>
                    <a:lnTo>
                      <a:pt x="798" y="371"/>
                    </a:lnTo>
                    <a:lnTo>
                      <a:pt x="799" y="378"/>
                    </a:lnTo>
                    <a:lnTo>
                      <a:pt x="799" y="378"/>
                    </a:lnTo>
                    <a:lnTo>
                      <a:pt x="800" y="378"/>
                    </a:lnTo>
                    <a:lnTo>
                      <a:pt x="800" y="378"/>
                    </a:lnTo>
                    <a:lnTo>
                      <a:pt x="802" y="364"/>
                    </a:lnTo>
                    <a:lnTo>
                      <a:pt x="802" y="363"/>
                    </a:lnTo>
                    <a:lnTo>
                      <a:pt x="803" y="357"/>
                    </a:lnTo>
                    <a:lnTo>
                      <a:pt x="803" y="357"/>
                    </a:lnTo>
                    <a:lnTo>
                      <a:pt x="803" y="357"/>
                    </a:lnTo>
                    <a:lnTo>
                      <a:pt x="805" y="355"/>
                    </a:lnTo>
                    <a:lnTo>
                      <a:pt x="805" y="355"/>
                    </a:lnTo>
                    <a:lnTo>
                      <a:pt x="806" y="355"/>
                    </a:lnTo>
                    <a:lnTo>
                      <a:pt x="806" y="355"/>
                    </a:lnTo>
                    <a:lnTo>
                      <a:pt x="808" y="364"/>
                    </a:lnTo>
                    <a:lnTo>
                      <a:pt x="808" y="365"/>
                    </a:lnTo>
                    <a:lnTo>
                      <a:pt x="809" y="371"/>
                    </a:lnTo>
                    <a:lnTo>
                      <a:pt x="809" y="368"/>
                    </a:lnTo>
                    <a:lnTo>
                      <a:pt x="809" y="368"/>
                    </a:lnTo>
                    <a:lnTo>
                      <a:pt x="811" y="363"/>
                    </a:lnTo>
                    <a:lnTo>
                      <a:pt x="812" y="363"/>
                    </a:lnTo>
                    <a:lnTo>
                      <a:pt x="812" y="363"/>
                    </a:lnTo>
                    <a:lnTo>
                      <a:pt x="814" y="360"/>
                    </a:lnTo>
                    <a:lnTo>
                      <a:pt x="814" y="360"/>
                    </a:lnTo>
                    <a:lnTo>
                      <a:pt x="814" y="360"/>
                    </a:lnTo>
                    <a:lnTo>
                      <a:pt x="815" y="355"/>
                    </a:lnTo>
                    <a:lnTo>
                      <a:pt x="815" y="355"/>
                    </a:lnTo>
                    <a:lnTo>
                      <a:pt x="815" y="355"/>
                    </a:lnTo>
                    <a:lnTo>
                      <a:pt x="815" y="354"/>
                    </a:lnTo>
                    <a:lnTo>
                      <a:pt x="817" y="360"/>
                    </a:lnTo>
                    <a:lnTo>
                      <a:pt x="818" y="360"/>
                    </a:lnTo>
                    <a:lnTo>
                      <a:pt x="819" y="365"/>
                    </a:lnTo>
                    <a:lnTo>
                      <a:pt x="820" y="365"/>
                    </a:lnTo>
                    <a:lnTo>
                      <a:pt x="820" y="365"/>
                    </a:lnTo>
                    <a:lnTo>
                      <a:pt x="820" y="364"/>
                    </a:lnTo>
                    <a:lnTo>
                      <a:pt x="821" y="368"/>
                    </a:lnTo>
                    <a:lnTo>
                      <a:pt x="821" y="368"/>
                    </a:lnTo>
                    <a:lnTo>
                      <a:pt x="821" y="368"/>
                    </a:lnTo>
                    <a:lnTo>
                      <a:pt x="823" y="366"/>
                    </a:lnTo>
                    <a:lnTo>
                      <a:pt x="823" y="371"/>
                    </a:lnTo>
                    <a:lnTo>
                      <a:pt x="824" y="371"/>
                    </a:lnTo>
                    <a:lnTo>
                      <a:pt x="826" y="376"/>
                    </a:lnTo>
                    <a:lnTo>
                      <a:pt x="826" y="376"/>
                    </a:lnTo>
                    <a:lnTo>
                      <a:pt x="827" y="385"/>
                    </a:lnTo>
                    <a:lnTo>
                      <a:pt x="827" y="385"/>
                    </a:lnTo>
                    <a:lnTo>
                      <a:pt x="829" y="383"/>
                    </a:lnTo>
                    <a:lnTo>
                      <a:pt x="829" y="383"/>
                    </a:lnTo>
                    <a:lnTo>
                      <a:pt x="830" y="383"/>
                    </a:lnTo>
                    <a:lnTo>
                      <a:pt x="830" y="383"/>
                    </a:lnTo>
                    <a:lnTo>
                      <a:pt x="832" y="378"/>
                    </a:lnTo>
                    <a:lnTo>
                      <a:pt x="832" y="378"/>
                    </a:lnTo>
                    <a:lnTo>
                      <a:pt x="833" y="372"/>
                    </a:lnTo>
                    <a:lnTo>
                      <a:pt x="833" y="371"/>
                    </a:lnTo>
                    <a:lnTo>
                      <a:pt x="834" y="368"/>
                    </a:lnTo>
                    <a:lnTo>
                      <a:pt x="835" y="377"/>
                    </a:lnTo>
                    <a:lnTo>
                      <a:pt x="836" y="377"/>
                    </a:lnTo>
                    <a:lnTo>
                      <a:pt x="836" y="378"/>
                    </a:lnTo>
                    <a:lnTo>
                      <a:pt x="837" y="375"/>
                    </a:lnTo>
                    <a:lnTo>
                      <a:pt x="838" y="378"/>
                    </a:lnTo>
                    <a:lnTo>
                      <a:pt x="838" y="378"/>
                    </a:lnTo>
                    <a:lnTo>
                      <a:pt x="838" y="377"/>
                    </a:lnTo>
                    <a:lnTo>
                      <a:pt x="839" y="385"/>
                    </a:lnTo>
                    <a:lnTo>
                      <a:pt x="839" y="386"/>
                    </a:lnTo>
                    <a:lnTo>
                      <a:pt x="841" y="407"/>
                    </a:lnTo>
                    <a:lnTo>
                      <a:pt x="842" y="407"/>
                    </a:lnTo>
                    <a:lnTo>
                      <a:pt x="844" y="419"/>
                    </a:lnTo>
                    <a:lnTo>
                      <a:pt x="844" y="419"/>
                    </a:lnTo>
                    <a:lnTo>
                      <a:pt x="845" y="424"/>
                    </a:lnTo>
                    <a:lnTo>
                      <a:pt x="845" y="421"/>
                    </a:lnTo>
                    <a:lnTo>
                      <a:pt x="845" y="420"/>
                    </a:lnTo>
                    <a:lnTo>
                      <a:pt x="847" y="415"/>
                    </a:lnTo>
                    <a:lnTo>
                      <a:pt x="847" y="416"/>
                    </a:lnTo>
                    <a:lnTo>
                      <a:pt x="847" y="416"/>
                    </a:lnTo>
                    <a:lnTo>
                      <a:pt x="848" y="417"/>
                    </a:lnTo>
                    <a:lnTo>
                      <a:pt x="850" y="416"/>
                    </a:lnTo>
                    <a:lnTo>
                      <a:pt x="850" y="415"/>
                    </a:lnTo>
                    <a:lnTo>
                      <a:pt x="850" y="414"/>
                    </a:lnTo>
                    <a:lnTo>
                      <a:pt x="851" y="420"/>
                    </a:lnTo>
                    <a:lnTo>
                      <a:pt x="851" y="421"/>
                    </a:lnTo>
                    <a:lnTo>
                      <a:pt x="853" y="433"/>
                    </a:lnTo>
                    <a:lnTo>
                      <a:pt x="854" y="433"/>
                    </a:lnTo>
                    <a:lnTo>
                      <a:pt x="854" y="434"/>
                    </a:lnTo>
                    <a:lnTo>
                      <a:pt x="856" y="420"/>
                    </a:lnTo>
                    <a:lnTo>
                      <a:pt x="856" y="419"/>
                    </a:lnTo>
                    <a:lnTo>
                      <a:pt x="857" y="408"/>
                    </a:lnTo>
                    <a:lnTo>
                      <a:pt x="857" y="408"/>
                    </a:lnTo>
                    <a:lnTo>
                      <a:pt x="859" y="410"/>
                    </a:lnTo>
                    <a:lnTo>
                      <a:pt x="859" y="409"/>
                    </a:lnTo>
                    <a:lnTo>
                      <a:pt x="860" y="409"/>
                    </a:lnTo>
                    <a:lnTo>
                      <a:pt x="861" y="412"/>
                    </a:lnTo>
                    <a:lnTo>
                      <a:pt x="862" y="408"/>
                    </a:lnTo>
                    <a:lnTo>
                      <a:pt x="862" y="408"/>
                    </a:lnTo>
                    <a:lnTo>
                      <a:pt x="863" y="402"/>
                    </a:lnTo>
                    <a:lnTo>
                      <a:pt x="863" y="402"/>
                    </a:lnTo>
                    <a:lnTo>
                      <a:pt x="863" y="401"/>
                    </a:lnTo>
                    <a:lnTo>
                      <a:pt x="865" y="402"/>
                    </a:lnTo>
                    <a:lnTo>
                      <a:pt x="865" y="398"/>
                    </a:lnTo>
                    <a:lnTo>
                      <a:pt x="865" y="398"/>
                    </a:lnTo>
                    <a:lnTo>
                      <a:pt x="866" y="397"/>
                    </a:lnTo>
                    <a:lnTo>
                      <a:pt x="866" y="399"/>
                    </a:lnTo>
                    <a:lnTo>
                      <a:pt x="868" y="399"/>
                    </a:lnTo>
                    <a:lnTo>
                      <a:pt x="868" y="399"/>
                    </a:lnTo>
                    <a:lnTo>
                      <a:pt x="869" y="405"/>
                    </a:lnTo>
                    <a:lnTo>
                      <a:pt x="870" y="404"/>
                    </a:lnTo>
                    <a:lnTo>
                      <a:pt x="870" y="404"/>
                    </a:lnTo>
                    <a:lnTo>
                      <a:pt x="871" y="396"/>
                    </a:lnTo>
                    <a:lnTo>
                      <a:pt x="872" y="396"/>
                    </a:lnTo>
                    <a:lnTo>
                      <a:pt x="874" y="388"/>
                    </a:lnTo>
                    <a:lnTo>
                      <a:pt x="874" y="387"/>
                    </a:lnTo>
                    <a:lnTo>
                      <a:pt x="876" y="378"/>
                    </a:lnTo>
                    <a:lnTo>
                      <a:pt x="876" y="378"/>
                    </a:lnTo>
                    <a:lnTo>
                      <a:pt x="876" y="378"/>
                    </a:lnTo>
                    <a:lnTo>
                      <a:pt x="877" y="374"/>
                    </a:lnTo>
                    <a:lnTo>
                      <a:pt x="878" y="374"/>
                    </a:lnTo>
                    <a:lnTo>
                      <a:pt x="880" y="363"/>
                    </a:lnTo>
                    <a:lnTo>
                      <a:pt x="880" y="363"/>
                    </a:lnTo>
                    <a:lnTo>
                      <a:pt x="882" y="349"/>
                    </a:lnTo>
                    <a:lnTo>
                      <a:pt x="882" y="348"/>
                    </a:lnTo>
                    <a:lnTo>
                      <a:pt x="883" y="337"/>
                    </a:lnTo>
                    <a:lnTo>
                      <a:pt x="884" y="337"/>
                    </a:lnTo>
                    <a:lnTo>
                      <a:pt x="886" y="332"/>
                    </a:lnTo>
                    <a:lnTo>
                      <a:pt x="886" y="331"/>
                    </a:lnTo>
                    <a:lnTo>
                      <a:pt x="887" y="326"/>
                    </a:lnTo>
                    <a:lnTo>
                      <a:pt x="888" y="327"/>
                    </a:lnTo>
                    <a:lnTo>
                      <a:pt x="888" y="327"/>
                    </a:lnTo>
                    <a:lnTo>
                      <a:pt x="889" y="329"/>
                    </a:lnTo>
                    <a:lnTo>
                      <a:pt x="889" y="325"/>
                    </a:lnTo>
                    <a:lnTo>
                      <a:pt x="890" y="324"/>
                    </a:lnTo>
                    <a:lnTo>
                      <a:pt x="892" y="312"/>
                    </a:lnTo>
                    <a:lnTo>
                      <a:pt x="892" y="312"/>
                    </a:lnTo>
                    <a:lnTo>
                      <a:pt x="892" y="310"/>
                    </a:lnTo>
                    <a:lnTo>
                      <a:pt x="894" y="311"/>
                    </a:lnTo>
                    <a:lnTo>
                      <a:pt x="894" y="311"/>
                    </a:lnTo>
                    <a:lnTo>
                      <a:pt x="895" y="314"/>
                    </a:lnTo>
                    <a:lnTo>
                      <a:pt x="895" y="312"/>
                    </a:lnTo>
                    <a:lnTo>
                      <a:pt x="896" y="312"/>
                    </a:lnTo>
                    <a:lnTo>
                      <a:pt x="898" y="303"/>
                    </a:lnTo>
                    <a:lnTo>
                      <a:pt x="898" y="303"/>
                    </a:lnTo>
                    <a:lnTo>
                      <a:pt x="899" y="302"/>
                    </a:lnTo>
                    <a:lnTo>
                      <a:pt x="900" y="303"/>
                    </a:lnTo>
                    <a:lnTo>
                      <a:pt x="900" y="303"/>
                    </a:lnTo>
                    <a:lnTo>
                      <a:pt x="900" y="303"/>
                    </a:lnTo>
                    <a:lnTo>
                      <a:pt x="901" y="302"/>
                    </a:lnTo>
                    <a:lnTo>
                      <a:pt x="901" y="304"/>
                    </a:lnTo>
                    <a:lnTo>
                      <a:pt x="902" y="304"/>
                    </a:lnTo>
                    <a:lnTo>
                      <a:pt x="903" y="301"/>
                    </a:lnTo>
                    <a:lnTo>
                      <a:pt x="904" y="302"/>
                    </a:lnTo>
                    <a:lnTo>
                      <a:pt x="904" y="302"/>
                    </a:lnTo>
                    <a:lnTo>
                      <a:pt x="905" y="304"/>
                    </a:lnTo>
                    <a:lnTo>
                      <a:pt x="906" y="301"/>
                    </a:lnTo>
                    <a:lnTo>
                      <a:pt x="906" y="301"/>
                    </a:lnTo>
                    <a:lnTo>
                      <a:pt x="907" y="292"/>
                    </a:lnTo>
                    <a:lnTo>
                      <a:pt x="908" y="292"/>
                    </a:lnTo>
                    <a:lnTo>
                      <a:pt x="908" y="291"/>
                    </a:lnTo>
                    <a:lnTo>
                      <a:pt x="910" y="298"/>
                    </a:lnTo>
                    <a:lnTo>
                      <a:pt x="910" y="298"/>
                    </a:lnTo>
                    <a:lnTo>
                      <a:pt x="912" y="307"/>
                    </a:lnTo>
                    <a:lnTo>
                      <a:pt x="912" y="308"/>
                    </a:lnTo>
                    <a:lnTo>
                      <a:pt x="913" y="313"/>
                    </a:lnTo>
                    <a:lnTo>
                      <a:pt x="913" y="313"/>
                    </a:lnTo>
                    <a:lnTo>
                      <a:pt x="914" y="313"/>
                    </a:lnTo>
                    <a:lnTo>
                      <a:pt x="916" y="317"/>
                    </a:lnTo>
                    <a:lnTo>
                      <a:pt x="916" y="317"/>
                    </a:lnTo>
                    <a:lnTo>
                      <a:pt x="918" y="319"/>
                    </a:lnTo>
                    <a:lnTo>
                      <a:pt x="918" y="320"/>
                    </a:lnTo>
                    <a:lnTo>
                      <a:pt x="919" y="325"/>
                    </a:lnTo>
                    <a:lnTo>
                      <a:pt x="920" y="326"/>
                    </a:lnTo>
                    <a:lnTo>
                      <a:pt x="920" y="326"/>
                    </a:lnTo>
                    <a:lnTo>
                      <a:pt x="921" y="324"/>
                    </a:lnTo>
                    <a:lnTo>
                      <a:pt x="922" y="325"/>
                    </a:lnTo>
                    <a:lnTo>
                      <a:pt x="922" y="325"/>
                    </a:lnTo>
                    <a:lnTo>
                      <a:pt x="922" y="325"/>
                    </a:lnTo>
                    <a:lnTo>
                      <a:pt x="924" y="322"/>
                    </a:lnTo>
                    <a:lnTo>
                      <a:pt x="924" y="323"/>
                    </a:lnTo>
                    <a:lnTo>
                      <a:pt x="924" y="324"/>
                    </a:lnTo>
                    <a:lnTo>
                      <a:pt x="925" y="334"/>
                    </a:lnTo>
                    <a:lnTo>
                      <a:pt x="926" y="334"/>
                    </a:lnTo>
                    <a:lnTo>
                      <a:pt x="927" y="337"/>
                    </a:lnTo>
                    <a:lnTo>
                      <a:pt x="928" y="337"/>
                    </a:lnTo>
                    <a:lnTo>
                      <a:pt x="928" y="337"/>
                    </a:lnTo>
                    <a:lnTo>
                      <a:pt x="929" y="337"/>
                    </a:lnTo>
                    <a:lnTo>
                      <a:pt x="930" y="339"/>
                    </a:lnTo>
                    <a:lnTo>
                      <a:pt x="930" y="339"/>
                    </a:lnTo>
                    <a:lnTo>
                      <a:pt x="931" y="348"/>
                    </a:lnTo>
                    <a:lnTo>
                      <a:pt x="931" y="347"/>
                    </a:lnTo>
                    <a:lnTo>
                      <a:pt x="931" y="347"/>
                    </a:lnTo>
                    <a:lnTo>
                      <a:pt x="933" y="343"/>
                    </a:lnTo>
                    <a:lnTo>
                      <a:pt x="934" y="344"/>
                    </a:lnTo>
                    <a:lnTo>
                      <a:pt x="934" y="344"/>
                    </a:lnTo>
                    <a:lnTo>
                      <a:pt x="935" y="342"/>
                    </a:lnTo>
                    <a:lnTo>
                      <a:pt x="936" y="345"/>
                    </a:lnTo>
                    <a:lnTo>
                      <a:pt x="936" y="345"/>
                    </a:lnTo>
                    <a:lnTo>
                      <a:pt x="936" y="345"/>
                    </a:lnTo>
                    <a:lnTo>
                      <a:pt x="937" y="343"/>
                    </a:lnTo>
                    <a:lnTo>
                      <a:pt x="937" y="345"/>
                    </a:lnTo>
                    <a:lnTo>
                      <a:pt x="938" y="345"/>
                    </a:lnTo>
                    <a:lnTo>
                      <a:pt x="938" y="346"/>
                    </a:lnTo>
                    <a:lnTo>
                      <a:pt x="940" y="343"/>
                    </a:lnTo>
                    <a:lnTo>
                      <a:pt x="940" y="343"/>
                    </a:lnTo>
                    <a:lnTo>
                      <a:pt x="942" y="352"/>
                    </a:lnTo>
                    <a:lnTo>
                      <a:pt x="942" y="352"/>
                    </a:lnTo>
                    <a:lnTo>
                      <a:pt x="942" y="352"/>
                    </a:lnTo>
                    <a:lnTo>
                      <a:pt x="942" y="353"/>
                    </a:lnTo>
                    <a:lnTo>
                      <a:pt x="944" y="348"/>
                    </a:lnTo>
                    <a:lnTo>
                      <a:pt x="944" y="348"/>
                    </a:lnTo>
                    <a:lnTo>
                      <a:pt x="944" y="348"/>
                    </a:lnTo>
                    <a:lnTo>
                      <a:pt x="944" y="348"/>
                    </a:lnTo>
                    <a:lnTo>
                      <a:pt x="945" y="343"/>
                    </a:lnTo>
                    <a:lnTo>
                      <a:pt x="946" y="344"/>
                    </a:lnTo>
                    <a:lnTo>
                      <a:pt x="946" y="345"/>
                    </a:lnTo>
                    <a:lnTo>
                      <a:pt x="946" y="345"/>
                    </a:lnTo>
                    <a:lnTo>
                      <a:pt x="947" y="348"/>
                    </a:lnTo>
                    <a:lnTo>
                      <a:pt x="948" y="347"/>
                    </a:lnTo>
                    <a:lnTo>
                      <a:pt x="948" y="347"/>
                    </a:lnTo>
                    <a:lnTo>
                      <a:pt x="948" y="347"/>
                    </a:lnTo>
                    <a:lnTo>
                      <a:pt x="949" y="344"/>
                    </a:lnTo>
                    <a:lnTo>
                      <a:pt x="950" y="345"/>
                    </a:lnTo>
                    <a:lnTo>
                      <a:pt x="950" y="345"/>
                    </a:lnTo>
                    <a:lnTo>
                      <a:pt x="951" y="341"/>
                    </a:lnTo>
                    <a:lnTo>
                      <a:pt x="952" y="343"/>
                    </a:lnTo>
                    <a:lnTo>
                      <a:pt x="952" y="343"/>
                    </a:lnTo>
                    <a:lnTo>
                      <a:pt x="953" y="348"/>
                    </a:lnTo>
                    <a:lnTo>
                      <a:pt x="954" y="346"/>
                    </a:lnTo>
                    <a:lnTo>
                      <a:pt x="954" y="346"/>
                    </a:lnTo>
                    <a:lnTo>
                      <a:pt x="954" y="346"/>
                    </a:lnTo>
                    <a:lnTo>
                      <a:pt x="956" y="345"/>
                    </a:lnTo>
                    <a:lnTo>
                      <a:pt x="956" y="345"/>
                    </a:lnTo>
                    <a:lnTo>
                      <a:pt x="957" y="339"/>
                    </a:lnTo>
                    <a:lnTo>
                      <a:pt x="958" y="339"/>
                    </a:lnTo>
                    <a:lnTo>
                      <a:pt x="958" y="339"/>
                    </a:lnTo>
                    <a:lnTo>
                      <a:pt x="960" y="342"/>
                    </a:lnTo>
                    <a:lnTo>
                      <a:pt x="960" y="342"/>
                    </a:lnTo>
                    <a:lnTo>
                      <a:pt x="961" y="346"/>
                    </a:lnTo>
                    <a:lnTo>
                      <a:pt x="962" y="346"/>
                    </a:lnTo>
                    <a:lnTo>
                      <a:pt x="962" y="346"/>
                    </a:lnTo>
                    <a:lnTo>
                      <a:pt x="963" y="343"/>
                    </a:lnTo>
                    <a:lnTo>
                      <a:pt x="964" y="347"/>
                    </a:lnTo>
                    <a:lnTo>
                      <a:pt x="964" y="348"/>
                    </a:lnTo>
                    <a:lnTo>
                      <a:pt x="964" y="348"/>
                    </a:lnTo>
                    <a:lnTo>
                      <a:pt x="966" y="343"/>
                    </a:lnTo>
                    <a:lnTo>
                      <a:pt x="966" y="343"/>
                    </a:lnTo>
                    <a:lnTo>
                      <a:pt x="968" y="338"/>
                    </a:lnTo>
                    <a:lnTo>
                      <a:pt x="968" y="337"/>
                    </a:lnTo>
                    <a:lnTo>
                      <a:pt x="969" y="339"/>
                    </a:lnTo>
                    <a:lnTo>
                      <a:pt x="970" y="330"/>
                    </a:lnTo>
                    <a:lnTo>
                      <a:pt x="970" y="330"/>
                    </a:lnTo>
                    <a:lnTo>
                      <a:pt x="971" y="333"/>
                    </a:lnTo>
                    <a:lnTo>
                      <a:pt x="972" y="333"/>
                    </a:lnTo>
                    <a:lnTo>
                      <a:pt x="972" y="332"/>
                    </a:lnTo>
                    <a:lnTo>
                      <a:pt x="974" y="326"/>
                    </a:lnTo>
                    <a:lnTo>
                      <a:pt x="974" y="325"/>
                    </a:lnTo>
                    <a:lnTo>
                      <a:pt x="976" y="312"/>
                    </a:lnTo>
                    <a:lnTo>
                      <a:pt x="976" y="312"/>
                    </a:lnTo>
                    <a:lnTo>
                      <a:pt x="978" y="304"/>
                    </a:lnTo>
                    <a:lnTo>
                      <a:pt x="978" y="304"/>
                    </a:lnTo>
                    <a:lnTo>
                      <a:pt x="980" y="297"/>
                    </a:lnTo>
                    <a:lnTo>
                      <a:pt x="980" y="297"/>
                    </a:lnTo>
                    <a:lnTo>
                      <a:pt x="982" y="287"/>
                    </a:lnTo>
                    <a:lnTo>
                      <a:pt x="982" y="287"/>
                    </a:lnTo>
                    <a:lnTo>
                      <a:pt x="982" y="288"/>
                    </a:lnTo>
                    <a:lnTo>
                      <a:pt x="983" y="286"/>
                    </a:lnTo>
                    <a:lnTo>
                      <a:pt x="984" y="286"/>
                    </a:lnTo>
                    <a:lnTo>
                      <a:pt x="984" y="286"/>
                    </a:lnTo>
                    <a:lnTo>
                      <a:pt x="986" y="280"/>
                    </a:lnTo>
                    <a:lnTo>
                      <a:pt x="986" y="280"/>
                    </a:lnTo>
                    <a:lnTo>
                      <a:pt x="988" y="272"/>
                    </a:lnTo>
                    <a:lnTo>
                      <a:pt x="988" y="271"/>
                    </a:lnTo>
                    <a:lnTo>
                      <a:pt x="989" y="266"/>
                    </a:lnTo>
                    <a:lnTo>
                      <a:pt x="990" y="266"/>
                    </a:lnTo>
                    <a:lnTo>
                      <a:pt x="990" y="266"/>
                    </a:lnTo>
                    <a:lnTo>
                      <a:pt x="992" y="259"/>
                    </a:lnTo>
                    <a:lnTo>
                      <a:pt x="992" y="259"/>
                    </a:lnTo>
                    <a:lnTo>
                      <a:pt x="993" y="254"/>
                    </a:lnTo>
                    <a:lnTo>
                      <a:pt x="994" y="255"/>
                    </a:lnTo>
                    <a:lnTo>
                      <a:pt x="994" y="255"/>
                    </a:lnTo>
                    <a:lnTo>
                      <a:pt x="996" y="263"/>
                    </a:lnTo>
                    <a:lnTo>
                      <a:pt x="996" y="263"/>
                    </a:lnTo>
                    <a:lnTo>
                      <a:pt x="996" y="263"/>
                    </a:lnTo>
                    <a:lnTo>
                      <a:pt x="996" y="263"/>
                    </a:lnTo>
                    <a:lnTo>
                      <a:pt x="997" y="265"/>
                    </a:lnTo>
                    <a:lnTo>
                      <a:pt x="998" y="264"/>
                    </a:lnTo>
                    <a:lnTo>
                      <a:pt x="998" y="264"/>
                    </a:lnTo>
                    <a:lnTo>
                      <a:pt x="999" y="261"/>
                    </a:lnTo>
                    <a:lnTo>
                      <a:pt x="1000" y="261"/>
                    </a:lnTo>
                    <a:lnTo>
                      <a:pt x="1000" y="262"/>
                    </a:lnTo>
                    <a:lnTo>
                      <a:pt x="1000" y="262"/>
                    </a:lnTo>
                    <a:lnTo>
                      <a:pt x="1002" y="258"/>
                    </a:lnTo>
                    <a:lnTo>
                      <a:pt x="1002" y="257"/>
                    </a:lnTo>
                    <a:lnTo>
                      <a:pt x="1002" y="256"/>
                    </a:lnTo>
                    <a:lnTo>
                      <a:pt x="1003" y="260"/>
                    </a:lnTo>
                    <a:lnTo>
                      <a:pt x="1004" y="260"/>
                    </a:lnTo>
                    <a:lnTo>
                      <a:pt x="1004" y="260"/>
                    </a:lnTo>
                    <a:lnTo>
                      <a:pt x="1005" y="269"/>
                    </a:lnTo>
                    <a:lnTo>
                      <a:pt x="1006" y="268"/>
                    </a:lnTo>
                    <a:lnTo>
                      <a:pt x="1006" y="268"/>
                    </a:lnTo>
                    <a:lnTo>
                      <a:pt x="1006" y="268"/>
                    </a:lnTo>
                    <a:lnTo>
                      <a:pt x="1007" y="265"/>
                    </a:lnTo>
                    <a:lnTo>
                      <a:pt x="1008" y="268"/>
                    </a:lnTo>
                    <a:lnTo>
                      <a:pt x="1008" y="268"/>
                    </a:lnTo>
                    <a:lnTo>
                      <a:pt x="1009" y="269"/>
                    </a:lnTo>
                    <a:lnTo>
                      <a:pt x="1010" y="267"/>
                    </a:lnTo>
                    <a:lnTo>
                      <a:pt x="1010" y="268"/>
                    </a:lnTo>
                    <a:lnTo>
                      <a:pt x="1010" y="268"/>
                    </a:lnTo>
                    <a:lnTo>
                      <a:pt x="1010" y="268"/>
                    </a:lnTo>
                    <a:lnTo>
                      <a:pt x="1011" y="272"/>
                    </a:lnTo>
                    <a:lnTo>
                      <a:pt x="1012" y="272"/>
                    </a:lnTo>
                    <a:lnTo>
                      <a:pt x="1012" y="272"/>
                    </a:lnTo>
                    <a:lnTo>
                      <a:pt x="1014" y="279"/>
                    </a:lnTo>
                    <a:lnTo>
                      <a:pt x="1014" y="280"/>
                    </a:lnTo>
                    <a:lnTo>
                      <a:pt x="1016" y="284"/>
                    </a:lnTo>
                    <a:lnTo>
                      <a:pt x="1016" y="283"/>
                    </a:lnTo>
                    <a:lnTo>
                      <a:pt x="1016" y="284"/>
                    </a:lnTo>
                    <a:lnTo>
                      <a:pt x="1017" y="290"/>
                    </a:lnTo>
                    <a:lnTo>
                      <a:pt x="1018" y="290"/>
                    </a:lnTo>
                    <a:lnTo>
                      <a:pt x="1018" y="290"/>
                    </a:lnTo>
                    <a:lnTo>
                      <a:pt x="1020" y="312"/>
                    </a:lnTo>
                    <a:lnTo>
                      <a:pt x="1020" y="313"/>
                    </a:lnTo>
                    <a:lnTo>
                      <a:pt x="1022" y="337"/>
                    </a:lnTo>
                    <a:lnTo>
                      <a:pt x="1022" y="337"/>
                    </a:lnTo>
                    <a:lnTo>
                      <a:pt x="1024" y="346"/>
                    </a:lnTo>
                    <a:lnTo>
                      <a:pt x="1024" y="347"/>
                    </a:lnTo>
                    <a:lnTo>
                      <a:pt x="1026" y="354"/>
                    </a:lnTo>
                    <a:lnTo>
                      <a:pt x="1026" y="354"/>
                    </a:lnTo>
                    <a:lnTo>
                      <a:pt x="1026" y="354"/>
                    </a:lnTo>
                    <a:lnTo>
                      <a:pt x="1028" y="359"/>
                    </a:lnTo>
                    <a:lnTo>
                      <a:pt x="1028" y="359"/>
                    </a:lnTo>
                    <a:lnTo>
                      <a:pt x="1028" y="358"/>
                    </a:lnTo>
                    <a:lnTo>
                      <a:pt x="1030" y="365"/>
                    </a:lnTo>
                    <a:lnTo>
                      <a:pt x="1030" y="365"/>
                    </a:lnTo>
                    <a:lnTo>
                      <a:pt x="1032" y="370"/>
                    </a:lnTo>
                    <a:lnTo>
                      <a:pt x="1032" y="368"/>
                    </a:lnTo>
                    <a:lnTo>
                      <a:pt x="1032" y="368"/>
                    </a:lnTo>
                    <a:lnTo>
                      <a:pt x="1033" y="368"/>
                    </a:lnTo>
                    <a:lnTo>
                      <a:pt x="1034" y="364"/>
                    </a:lnTo>
                    <a:lnTo>
                      <a:pt x="1034" y="363"/>
                    </a:lnTo>
                    <a:lnTo>
                      <a:pt x="1035" y="364"/>
                    </a:lnTo>
                    <a:lnTo>
                      <a:pt x="1036" y="362"/>
                    </a:lnTo>
                    <a:lnTo>
                      <a:pt x="1036" y="362"/>
                    </a:lnTo>
                    <a:lnTo>
                      <a:pt x="1038" y="358"/>
                    </a:lnTo>
                    <a:lnTo>
                      <a:pt x="1038" y="358"/>
                    </a:lnTo>
                    <a:lnTo>
                      <a:pt x="1039" y="358"/>
                    </a:lnTo>
                    <a:lnTo>
                      <a:pt x="1040" y="359"/>
                    </a:lnTo>
                    <a:lnTo>
                      <a:pt x="1040" y="359"/>
                    </a:lnTo>
                    <a:lnTo>
                      <a:pt x="1040" y="359"/>
                    </a:lnTo>
                    <a:lnTo>
                      <a:pt x="1040" y="359"/>
                    </a:lnTo>
                    <a:lnTo>
                      <a:pt x="1042" y="364"/>
                    </a:lnTo>
                    <a:lnTo>
                      <a:pt x="1042" y="364"/>
                    </a:lnTo>
                    <a:lnTo>
                      <a:pt x="1043" y="363"/>
                    </a:lnTo>
                    <a:lnTo>
                      <a:pt x="1044" y="366"/>
                    </a:lnTo>
                    <a:lnTo>
                      <a:pt x="1044" y="366"/>
                    </a:lnTo>
                    <a:lnTo>
                      <a:pt x="1046" y="371"/>
                    </a:lnTo>
                    <a:lnTo>
                      <a:pt x="1046" y="371"/>
                    </a:lnTo>
                    <a:lnTo>
                      <a:pt x="1046" y="370"/>
                    </a:lnTo>
                    <a:lnTo>
                      <a:pt x="1047" y="369"/>
                    </a:lnTo>
                    <a:lnTo>
                      <a:pt x="1048" y="369"/>
                    </a:lnTo>
                    <a:lnTo>
                      <a:pt x="1048" y="369"/>
                    </a:lnTo>
                    <a:lnTo>
                      <a:pt x="1049" y="368"/>
                    </a:lnTo>
                    <a:lnTo>
                      <a:pt x="1050" y="370"/>
                    </a:lnTo>
                    <a:lnTo>
                      <a:pt x="1050" y="370"/>
                    </a:lnTo>
                    <a:lnTo>
                      <a:pt x="1051" y="371"/>
                    </a:lnTo>
                    <a:lnTo>
                      <a:pt x="1052" y="369"/>
                    </a:lnTo>
                    <a:lnTo>
                      <a:pt x="1052" y="369"/>
                    </a:lnTo>
                    <a:lnTo>
                      <a:pt x="1053" y="368"/>
                    </a:lnTo>
                    <a:lnTo>
                      <a:pt x="1054" y="368"/>
                    </a:lnTo>
                    <a:lnTo>
                      <a:pt x="1054" y="369"/>
                    </a:lnTo>
                    <a:lnTo>
                      <a:pt x="1054" y="369"/>
                    </a:lnTo>
                    <a:lnTo>
                      <a:pt x="1056" y="362"/>
                    </a:lnTo>
                    <a:lnTo>
                      <a:pt x="1056" y="361"/>
                    </a:lnTo>
                    <a:lnTo>
                      <a:pt x="1058" y="346"/>
                    </a:lnTo>
                    <a:lnTo>
                      <a:pt x="1058" y="346"/>
                    </a:lnTo>
                    <a:lnTo>
                      <a:pt x="1060" y="330"/>
                    </a:lnTo>
                    <a:lnTo>
                      <a:pt x="1060" y="330"/>
                    </a:lnTo>
                    <a:lnTo>
                      <a:pt x="1062" y="324"/>
                    </a:lnTo>
                    <a:lnTo>
                      <a:pt x="1062" y="324"/>
                    </a:lnTo>
                    <a:lnTo>
                      <a:pt x="1062" y="324"/>
                    </a:lnTo>
                    <a:lnTo>
                      <a:pt x="1064" y="330"/>
                    </a:lnTo>
                    <a:lnTo>
                      <a:pt x="1064" y="330"/>
                    </a:lnTo>
                    <a:lnTo>
                      <a:pt x="1066" y="338"/>
                    </a:lnTo>
                    <a:lnTo>
                      <a:pt x="1066" y="338"/>
                    </a:lnTo>
                    <a:lnTo>
                      <a:pt x="1067" y="340"/>
                    </a:lnTo>
                    <a:lnTo>
                      <a:pt x="1068" y="338"/>
                    </a:lnTo>
                    <a:lnTo>
                      <a:pt x="1068" y="337"/>
                    </a:lnTo>
                    <a:lnTo>
                      <a:pt x="1069" y="335"/>
                    </a:lnTo>
                    <a:lnTo>
                      <a:pt x="1070" y="336"/>
                    </a:lnTo>
                    <a:lnTo>
                      <a:pt x="1070" y="336"/>
                    </a:lnTo>
                    <a:lnTo>
                      <a:pt x="1072" y="339"/>
                    </a:lnTo>
                    <a:lnTo>
                      <a:pt x="1072" y="339"/>
                    </a:lnTo>
                    <a:lnTo>
                      <a:pt x="1072" y="339"/>
                    </a:lnTo>
                    <a:lnTo>
                      <a:pt x="1074" y="341"/>
                    </a:lnTo>
                    <a:lnTo>
                      <a:pt x="1074" y="341"/>
                    </a:lnTo>
                    <a:lnTo>
                      <a:pt x="1076" y="348"/>
                    </a:lnTo>
                    <a:lnTo>
                      <a:pt x="1076" y="348"/>
                    </a:lnTo>
                    <a:lnTo>
                      <a:pt x="1077" y="348"/>
                    </a:lnTo>
                    <a:lnTo>
                      <a:pt x="1078" y="347"/>
                    </a:lnTo>
                    <a:lnTo>
                      <a:pt x="1078" y="347"/>
                    </a:lnTo>
                    <a:lnTo>
                      <a:pt x="1080" y="341"/>
                    </a:lnTo>
                    <a:lnTo>
                      <a:pt x="1080" y="341"/>
                    </a:lnTo>
                    <a:lnTo>
                      <a:pt x="1080" y="341"/>
                    </a:lnTo>
                    <a:lnTo>
                      <a:pt x="1080" y="342"/>
                    </a:lnTo>
                    <a:lnTo>
                      <a:pt x="1082" y="339"/>
                    </a:lnTo>
                    <a:lnTo>
                      <a:pt x="1082" y="339"/>
                    </a:lnTo>
                    <a:lnTo>
                      <a:pt x="1082" y="339"/>
                    </a:lnTo>
                    <a:lnTo>
                      <a:pt x="1083" y="339"/>
                    </a:lnTo>
                    <a:lnTo>
                      <a:pt x="1084" y="340"/>
                    </a:lnTo>
                    <a:lnTo>
                      <a:pt x="1084" y="340"/>
                    </a:lnTo>
                    <a:lnTo>
                      <a:pt x="1084" y="340"/>
                    </a:lnTo>
                    <a:lnTo>
                      <a:pt x="1086" y="346"/>
                    </a:lnTo>
                    <a:lnTo>
                      <a:pt x="1086" y="347"/>
                    </a:lnTo>
                    <a:lnTo>
                      <a:pt x="1088" y="354"/>
                    </a:lnTo>
                    <a:lnTo>
                      <a:pt x="1088" y="355"/>
                    </a:lnTo>
                    <a:lnTo>
                      <a:pt x="1090" y="373"/>
                    </a:lnTo>
                    <a:lnTo>
                      <a:pt x="1090" y="373"/>
                    </a:lnTo>
                    <a:lnTo>
                      <a:pt x="1092" y="379"/>
                    </a:lnTo>
                    <a:lnTo>
                      <a:pt x="1092" y="379"/>
                    </a:lnTo>
                    <a:lnTo>
                      <a:pt x="1092" y="379"/>
                    </a:lnTo>
                    <a:lnTo>
                      <a:pt x="1092" y="378"/>
                    </a:lnTo>
                    <a:lnTo>
                      <a:pt x="1093" y="381"/>
                    </a:lnTo>
                    <a:lnTo>
                      <a:pt x="1094" y="379"/>
                    </a:lnTo>
                    <a:lnTo>
                      <a:pt x="1094" y="379"/>
                    </a:lnTo>
                    <a:lnTo>
                      <a:pt x="1096" y="374"/>
                    </a:lnTo>
                    <a:lnTo>
                      <a:pt x="1096" y="374"/>
                    </a:lnTo>
                    <a:lnTo>
                      <a:pt x="1097" y="372"/>
                    </a:lnTo>
                    <a:lnTo>
                      <a:pt x="1098" y="377"/>
                    </a:lnTo>
                    <a:lnTo>
                      <a:pt x="1098" y="377"/>
                    </a:lnTo>
                    <a:lnTo>
                      <a:pt x="1099" y="387"/>
                    </a:lnTo>
                    <a:lnTo>
                      <a:pt x="1100" y="386"/>
                    </a:lnTo>
                    <a:lnTo>
                      <a:pt x="1100" y="386"/>
                    </a:lnTo>
                    <a:lnTo>
                      <a:pt x="1101" y="386"/>
                    </a:lnTo>
                    <a:lnTo>
                      <a:pt x="1102" y="382"/>
                    </a:lnTo>
                    <a:lnTo>
                      <a:pt x="1102" y="382"/>
                    </a:lnTo>
                    <a:lnTo>
                      <a:pt x="1104" y="372"/>
                    </a:lnTo>
                    <a:lnTo>
                      <a:pt x="1104" y="372"/>
                    </a:lnTo>
                    <a:lnTo>
                      <a:pt x="1106" y="363"/>
                    </a:lnTo>
                    <a:lnTo>
                      <a:pt x="1106" y="363"/>
                    </a:lnTo>
                    <a:lnTo>
                      <a:pt x="1106" y="364"/>
                    </a:lnTo>
                    <a:lnTo>
                      <a:pt x="1108" y="358"/>
                    </a:lnTo>
                    <a:lnTo>
                      <a:pt x="1108" y="358"/>
                    </a:lnTo>
                    <a:lnTo>
                      <a:pt x="1108" y="358"/>
                    </a:lnTo>
                    <a:lnTo>
                      <a:pt x="1109" y="355"/>
                    </a:lnTo>
                    <a:lnTo>
                      <a:pt x="1110" y="357"/>
                    </a:lnTo>
                    <a:lnTo>
                      <a:pt x="1110" y="357"/>
                    </a:lnTo>
                    <a:lnTo>
                      <a:pt x="1111" y="360"/>
                    </a:lnTo>
                    <a:lnTo>
                      <a:pt x="1112" y="357"/>
                    </a:lnTo>
                    <a:lnTo>
                      <a:pt x="1112" y="357"/>
                    </a:lnTo>
                    <a:lnTo>
                      <a:pt x="1113" y="354"/>
                    </a:lnTo>
                    <a:lnTo>
                      <a:pt x="1114" y="356"/>
                    </a:lnTo>
                    <a:lnTo>
                      <a:pt x="1114" y="357"/>
                    </a:lnTo>
                    <a:lnTo>
                      <a:pt x="1115" y="360"/>
                    </a:lnTo>
                    <a:lnTo>
                      <a:pt x="1116" y="358"/>
                    </a:lnTo>
                    <a:lnTo>
                      <a:pt x="1116" y="358"/>
                    </a:lnTo>
                    <a:lnTo>
                      <a:pt x="1117" y="358"/>
                    </a:lnTo>
                    <a:lnTo>
                      <a:pt x="1118" y="357"/>
                    </a:lnTo>
                    <a:lnTo>
                      <a:pt x="1118" y="357"/>
                    </a:lnTo>
                    <a:lnTo>
                      <a:pt x="1120" y="352"/>
                    </a:lnTo>
                    <a:lnTo>
                      <a:pt x="1120" y="352"/>
                    </a:lnTo>
                    <a:lnTo>
                      <a:pt x="1122" y="343"/>
                    </a:lnTo>
                    <a:lnTo>
                      <a:pt x="1122" y="343"/>
                    </a:lnTo>
                    <a:lnTo>
                      <a:pt x="1123" y="340"/>
                    </a:lnTo>
                    <a:lnTo>
                      <a:pt x="1124" y="341"/>
                    </a:lnTo>
                    <a:lnTo>
                      <a:pt x="1124" y="341"/>
                    </a:lnTo>
                    <a:lnTo>
                      <a:pt x="1125" y="342"/>
                    </a:lnTo>
                    <a:lnTo>
                      <a:pt x="1126" y="340"/>
                    </a:lnTo>
                    <a:lnTo>
                      <a:pt x="1126" y="340"/>
                    </a:lnTo>
                    <a:lnTo>
                      <a:pt x="1128" y="330"/>
                    </a:lnTo>
                    <a:lnTo>
                      <a:pt x="1128" y="330"/>
                    </a:lnTo>
                    <a:lnTo>
                      <a:pt x="1129" y="326"/>
                    </a:lnTo>
                    <a:lnTo>
                      <a:pt x="1130" y="327"/>
                    </a:lnTo>
                    <a:lnTo>
                      <a:pt x="1130" y="327"/>
                    </a:lnTo>
                    <a:lnTo>
                      <a:pt x="1132" y="331"/>
                    </a:lnTo>
                    <a:lnTo>
                      <a:pt x="1132" y="332"/>
                    </a:lnTo>
                    <a:lnTo>
                      <a:pt x="1134" y="343"/>
                    </a:lnTo>
                    <a:lnTo>
                      <a:pt x="1134" y="344"/>
                    </a:lnTo>
                    <a:lnTo>
                      <a:pt x="1135" y="354"/>
                    </a:lnTo>
                    <a:lnTo>
                      <a:pt x="1136" y="352"/>
                    </a:lnTo>
                    <a:lnTo>
                      <a:pt x="1136" y="352"/>
                    </a:lnTo>
                    <a:lnTo>
                      <a:pt x="1138" y="347"/>
                    </a:lnTo>
                    <a:lnTo>
                      <a:pt x="1138" y="349"/>
                    </a:lnTo>
                    <a:lnTo>
                      <a:pt x="1138" y="349"/>
                    </a:lnTo>
                    <a:lnTo>
                      <a:pt x="1140" y="358"/>
                    </a:lnTo>
                    <a:lnTo>
                      <a:pt x="1140" y="359"/>
                    </a:lnTo>
                    <a:lnTo>
                      <a:pt x="1142" y="369"/>
                    </a:lnTo>
                    <a:lnTo>
                      <a:pt x="1142" y="369"/>
                    </a:lnTo>
                    <a:lnTo>
                      <a:pt x="1144" y="382"/>
                    </a:lnTo>
                    <a:lnTo>
                      <a:pt x="1144" y="382"/>
                    </a:lnTo>
                    <a:lnTo>
                      <a:pt x="1146" y="394"/>
                    </a:lnTo>
                    <a:lnTo>
                      <a:pt x="1146" y="394"/>
                    </a:lnTo>
                    <a:lnTo>
                      <a:pt x="1148" y="400"/>
                    </a:lnTo>
                    <a:lnTo>
                      <a:pt x="1148" y="399"/>
                    </a:lnTo>
                    <a:lnTo>
                      <a:pt x="1148" y="399"/>
                    </a:lnTo>
                    <a:lnTo>
                      <a:pt x="1149" y="394"/>
                    </a:lnTo>
                    <a:lnTo>
                      <a:pt x="1150" y="394"/>
                    </a:lnTo>
                    <a:lnTo>
                      <a:pt x="1150" y="395"/>
                    </a:lnTo>
                    <a:lnTo>
                      <a:pt x="1151" y="399"/>
                    </a:lnTo>
                    <a:lnTo>
                      <a:pt x="1152" y="397"/>
                    </a:lnTo>
                    <a:lnTo>
                      <a:pt x="1152" y="396"/>
                    </a:lnTo>
                    <a:lnTo>
                      <a:pt x="1153" y="390"/>
                    </a:lnTo>
                    <a:lnTo>
                      <a:pt x="1154" y="392"/>
                    </a:lnTo>
                    <a:lnTo>
                      <a:pt x="1154" y="392"/>
                    </a:lnTo>
                    <a:lnTo>
                      <a:pt x="1155" y="389"/>
                    </a:lnTo>
                    <a:lnTo>
                      <a:pt x="1156" y="389"/>
                    </a:lnTo>
                    <a:lnTo>
                      <a:pt x="1156" y="389"/>
                    </a:lnTo>
                    <a:lnTo>
                      <a:pt x="1157" y="387"/>
                    </a:lnTo>
                    <a:lnTo>
                      <a:pt x="1158" y="389"/>
                    </a:lnTo>
                    <a:lnTo>
                      <a:pt x="1158" y="389"/>
                    </a:lnTo>
                    <a:lnTo>
                      <a:pt x="1158" y="389"/>
                    </a:lnTo>
                    <a:lnTo>
                      <a:pt x="1159" y="391"/>
                    </a:lnTo>
                    <a:lnTo>
                      <a:pt x="1160" y="390"/>
                    </a:lnTo>
                    <a:lnTo>
                      <a:pt x="1160" y="390"/>
                    </a:lnTo>
                    <a:lnTo>
                      <a:pt x="1161" y="390"/>
                    </a:lnTo>
                    <a:lnTo>
                      <a:pt x="1162" y="386"/>
                    </a:lnTo>
                    <a:lnTo>
                      <a:pt x="1162" y="385"/>
                    </a:lnTo>
                    <a:lnTo>
                      <a:pt x="1164" y="380"/>
                    </a:lnTo>
                    <a:lnTo>
                      <a:pt x="1164" y="381"/>
                    </a:lnTo>
                    <a:lnTo>
                      <a:pt x="1164" y="381"/>
                    </a:lnTo>
                    <a:lnTo>
                      <a:pt x="1166" y="385"/>
                    </a:lnTo>
                    <a:lnTo>
                      <a:pt x="1166" y="385"/>
                    </a:lnTo>
                    <a:lnTo>
                      <a:pt x="1167" y="386"/>
                    </a:lnTo>
                    <a:lnTo>
                      <a:pt x="1168" y="383"/>
                    </a:lnTo>
                    <a:lnTo>
                      <a:pt x="1168" y="383"/>
                    </a:lnTo>
                    <a:lnTo>
                      <a:pt x="1170" y="374"/>
                    </a:lnTo>
                    <a:lnTo>
                      <a:pt x="1170" y="374"/>
                    </a:lnTo>
                    <a:lnTo>
                      <a:pt x="1172" y="361"/>
                    </a:lnTo>
                    <a:lnTo>
                      <a:pt x="1172" y="361"/>
                    </a:lnTo>
                    <a:lnTo>
                      <a:pt x="1174" y="347"/>
                    </a:lnTo>
                    <a:lnTo>
                      <a:pt x="1174" y="347"/>
                    </a:lnTo>
                    <a:lnTo>
                      <a:pt x="1174" y="347"/>
                    </a:lnTo>
                    <a:lnTo>
                      <a:pt x="1176" y="335"/>
                    </a:lnTo>
                    <a:lnTo>
                      <a:pt x="1176" y="334"/>
                    </a:lnTo>
                    <a:lnTo>
                      <a:pt x="1178" y="324"/>
                    </a:lnTo>
                    <a:lnTo>
                      <a:pt x="1178" y="324"/>
                    </a:lnTo>
                    <a:lnTo>
                      <a:pt x="1180" y="316"/>
                    </a:lnTo>
                    <a:lnTo>
                      <a:pt x="1180" y="317"/>
                    </a:lnTo>
                    <a:lnTo>
                      <a:pt x="1180" y="317"/>
                    </a:lnTo>
                    <a:lnTo>
                      <a:pt x="1182" y="310"/>
                    </a:lnTo>
                    <a:lnTo>
                      <a:pt x="1182" y="310"/>
                    </a:lnTo>
                    <a:lnTo>
                      <a:pt x="1182" y="310"/>
                    </a:lnTo>
                    <a:lnTo>
                      <a:pt x="1183" y="312"/>
                    </a:lnTo>
                    <a:lnTo>
                      <a:pt x="1184" y="311"/>
                    </a:lnTo>
                    <a:lnTo>
                      <a:pt x="1184" y="311"/>
                    </a:lnTo>
                    <a:lnTo>
                      <a:pt x="1185" y="309"/>
                    </a:lnTo>
                    <a:lnTo>
                      <a:pt x="1186" y="313"/>
                    </a:lnTo>
                    <a:lnTo>
                      <a:pt x="1186" y="313"/>
                    </a:lnTo>
                    <a:lnTo>
                      <a:pt x="1186" y="313"/>
                    </a:lnTo>
                    <a:lnTo>
                      <a:pt x="1186" y="313"/>
                    </a:lnTo>
                    <a:lnTo>
                      <a:pt x="1188" y="311"/>
                    </a:lnTo>
                    <a:lnTo>
                      <a:pt x="1188" y="311"/>
                    </a:lnTo>
                    <a:lnTo>
                      <a:pt x="1188" y="311"/>
                    </a:lnTo>
                    <a:lnTo>
                      <a:pt x="1190" y="306"/>
                    </a:lnTo>
                    <a:lnTo>
                      <a:pt x="1190" y="307"/>
                    </a:lnTo>
                    <a:lnTo>
                      <a:pt x="1190" y="307"/>
                    </a:lnTo>
                    <a:lnTo>
                      <a:pt x="1192" y="312"/>
                    </a:lnTo>
                    <a:lnTo>
                      <a:pt x="1192" y="312"/>
                    </a:lnTo>
                    <a:lnTo>
                      <a:pt x="1192" y="312"/>
                    </a:lnTo>
                    <a:lnTo>
                      <a:pt x="1194" y="324"/>
                    </a:lnTo>
                    <a:lnTo>
                      <a:pt x="1194" y="324"/>
                    </a:lnTo>
                    <a:lnTo>
                      <a:pt x="1196" y="336"/>
                    </a:lnTo>
                    <a:lnTo>
                      <a:pt x="1196" y="337"/>
                    </a:lnTo>
                    <a:lnTo>
                      <a:pt x="1198" y="355"/>
                    </a:lnTo>
                    <a:lnTo>
                      <a:pt x="1198" y="355"/>
                    </a:lnTo>
                    <a:lnTo>
                      <a:pt x="1200" y="361"/>
                    </a:lnTo>
                    <a:lnTo>
                      <a:pt x="1200" y="361"/>
                    </a:lnTo>
                    <a:lnTo>
                      <a:pt x="1200" y="361"/>
                    </a:lnTo>
                    <a:lnTo>
                      <a:pt x="1202" y="365"/>
                    </a:lnTo>
                    <a:lnTo>
                      <a:pt x="1202" y="365"/>
                    </a:lnTo>
                    <a:lnTo>
                      <a:pt x="1202" y="365"/>
                    </a:lnTo>
                    <a:lnTo>
                      <a:pt x="1203" y="361"/>
                    </a:lnTo>
                    <a:lnTo>
                      <a:pt x="1204" y="363"/>
                    </a:lnTo>
                    <a:lnTo>
                      <a:pt x="1204" y="363"/>
                    </a:lnTo>
                    <a:lnTo>
                      <a:pt x="1206" y="371"/>
                    </a:lnTo>
                    <a:lnTo>
                      <a:pt x="1206" y="372"/>
                    </a:lnTo>
                    <a:lnTo>
                      <a:pt x="1208" y="383"/>
                    </a:lnTo>
                    <a:lnTo>
                      <a:pt x="1208" y="384"/>
                    </a:lnTo>
                    <a:lnTo>
                      <a:pt x="1210" y="391"/>
                    </a:lnTo>
                    <a:lnTo>
                      <a:pt x="1210" y="391"/>
                    </a:lnTo>
                    <a:lnTo>
                      <a:pt x="1212" y="398"/>
                    </a:lnTo>
                    <a:lnTo>
                      <a:pt x="1212" y="398"/>
                    </a:lnTo>
                    <a:lnTo>
                      <a:pt x="1212" y="398"/>
                    </a:lnTo>
                    <a:lnTo>
                      <a:pt x="1214" y="406"/>
                    </a:lnTo>
                    <a:lnTo>
                      <a:pt x="1214" y="406"/>
                    </a:lnTo>
                    <a:lnTo>
                      <a:pt x="1216" y="413"/>
                    </a:lnTo>
                    <a:lnTo>
                      <a:pt x="1216" y="413"/>
                    </a:lnTo>
                    <a:lnTo>
                      <a:pt x="1218" y="424"/>
                    </a:lnTo>
                    <a:lnTo>
                      <a:pt x="1218" y="424"/>
                    </a:lnTo>
                    <a:lnTo>
                      <a:pt x="1219" y="424"/>
                    </a:lnTo>
                    <a:lnTo>
                      <a:pt x="1220" y="428"/>
                    </a:lnTo>
                    <a:lnTo>
                      <a:pt x="1220" y="428"/>
                    </a:lnTo>
                    <a:lnTo>
                      <a:pt x="1220" y="428"/>
                    </a:lnTo>
                    <a:lnTo>
                      <a:pt x="1222" y="429"/>
                    </a:lnTo>
                    <a:lnTo>
                      <a:pt x="1222" y="427"/>
                    </a:lnTo>
                    <a:lnTo>
                      <a:pt x="1222" y="427"/>
                    </a:lnTo>
                    <a:lnTo>
                      <a:pt x="1223" y="428"/>
                    </a:lnTo>
                    <a:lnTo>
                      <a:pt x="1224" y="425"/>
                    </a:lnTo>
                    <a:lnTo>
                      <a:pt x="1224" y="426"/>
                    </a:lnTo>
                    <a:lnTo>
                      <a:pt x="1224" y="426"/>
                    </a:lnTo>
                    <a:lnTo>
                      <a:pt x="1226" y="436"/>
                    </a:lnTo>
                    <a:lnTo>
                      <a:pt x="1226" y="436"/>
                    </a:lnTo>
                    <a:lnTo>
                      <a:pt x="1228" y="440"/>
                    </a:lnTo>
                    <a:lnTo>
                      <a:pt x="1228" y="440"/>
                    </a:lnTo>
                    <a:lnTo>
                      <a:pt x="1230" y="446"/>
                    </a:lnTo>
                    <a:lnTo>
                      <a:pt x="1230" y="446"/>
                    </a:lnTo>
                    <a:lnTo>
                      <a:pt x="1231" y="446"/>
                    </a:lnTo>
                    <a:lnTo>
                      <a:pt x="1232" y="439"/>
                    </a:lnTo>
                    <a:lnTo>
                      <a:pt x="1232" y="439"/>
                    </a:lnTo>
                    <a:lnTo>
                      <a:pt x="1232" y="439"/>
                    </a:lnTo>
                    <a:lnTo>
                      <a:pt x="1234" y="434"/>
                    </a:lnTo>
                    <a:lnTo>
                      <a:pt x="1234" y="433"/>
                    </a:lnTo>
                    <a:lnTo>
                      <a:pt x="1236" y="424"/>
                    </a:lnTo>
                    <a:lnTo>
                      <a:pt x="1236" y="424"/>
                    </a:lnTo>
                    <a:lnTo>
                      <a:pt x="1238" y="431"/>
                    </a:lnTo>
                    <a:lnTo>
                      <a:pt x="1238" y="432"/>
                    </a:lnTo>
                    <a:lnTo>
                      <a:pt x="1240" y="437"/>
                    </a:lnTo>
                    <a:lnTo>
                      <a:pt x="1240" y="438"/>
                    </a:lnTo>
                    <a:lnTo>
                      <a:pt x="1242" y="444"/>
                    </a:lnTo>
                    <a:lnTo>
                      <a:pt x="1242" y="442"/>
                    </a:lnTo>
                    <a:lnTo>
                      <a:pt x="1242" y="442"/>
                    </a:lnTo>
                    <a:lnTo>
                      <a:pt x="1243" y="444"/>
                    </a:lnTo>
                    <a:lnTo>
                      <a:pt x="1244" y="442"/>
                    </a:lnTo>
                    <a:lnTo>
                      <a:pt x="1244" y="442"/>
                    </a:lnTo>
                    <a:lnTo>
                      <a:pt x="1245" y="442"/>
                    </a:lnTo>
                    <a:lnTo>
                      <a:pt x="1246" y="440"/>
                    </a:lnTo>
                    <a:lnTo>
                      <a:pt x="1246" y="440"/>
                    </a:lnTo>
                    <a:lnTo>
                      <a:pt x="1247" y="440"/>
                    </a:lnTo>
                    <a:lnTo>
                      <a:pt x="1248" y="443"/>
                    </a:lnTo>
                    <a:lnTo>
                      <a:pt x="1248" y="443"/>
                    </a:lnTo>
                    <a:lnTo>
                      <a:pt x="1249" y="439"/>
                    </a:lnTo>
                    <a:lnTo>
                      <a:pt x="1250" y="443"/>
                    </a:lnTo>
                    <a:lnTo>
                      <a:pt x="1250" y="443"/>
                    </a:lnTo>
                    <a:lnTo>
                      <a:pt x="1252" y="447"/>
                    </a:lnTo>
                    <a:lnTo>
                      <a:pt x="1252" y="447"/>
                    </a:lnTo>
                    <a:lnTo>
                      <a:pt x="1252" y="447"/>
                    </a:lnTo>
                    <a:lnTo>
                      <a:pt x="1254" y="444"/>
                    </a:lnTo>
                    <a:lnTo>
                      <a:pt x="1254" y="444"/>
                    </a:lnTo>
                    <a:lnTo>
                      <a:pt x="1254" y="444"/>
                    </a:lnTo>
                    <a:lnTo>
                      <a:pt x="1255" y="445"/>
                    </a:lnTo>
                    <a:lnTo>
                      <a:pt x="1256" y="442"/>
                    </a:lnTo>
                    <a:lnTo>
                      <a:pt x="1256" y="442"/>
                    </a:lnTo>
                    <a:lnTo>
                      <a:pt x="1256" y="441"/>
                    </a:lnTo>
                    <a:lnTo>
                      <a:pt x="1258" y="444"/>
                    </a:lnTo>
                    <a:lnTo>
                      <a:pt x="1258" y="443"/>
                    </a:lnTo>
                    <a:lnTo>
                      <a:pt x="1258" y="443"/>
                    </a:lnTo>
                    <a:lnTo>
                      <a:pt x="1260" y="437"/>
                    </a:lnTo>
                    <a:lnTo>
                      <a:pt x="1260" y="437"/>
                    </a:lnTo>
                    <a:lnTo>
                      <a:pt x="1261" y="438"/>
                    </a:lnTo>
                    <a:lnTo>
                      <a:pt x="1262" y="436"/>
                    </a:lnTo>
                    <a:lnTo>
                      <a:pt x="1262" y="436"/>
                    </a:lnTo>
                    <a:lnTo>
                      <a:pt x="1262" y="436"/>
                    </a:lnTo>
                    <a:lnTo>
                      <a:pt x="1264" y="433"/>
                    </a:lnTo>
                    <a:lnTo>
                      <a:pt x="1264" y="433"/>
                    </a:lnTo>
                    <a:lnTo>
                      <a:pt x="1264" y="433"/>
                    </a:lnTo>
                    <a:lnTo>
                      <a:pt x="1265" y="433"/>
                    </a:lnTo>
                    <a:lnTo>
                      <a:pt x="1266" y="436"/>
                    </a:lnTo>
                    <a:lnTo>
                      <a:pt x="1266" y="435"/>
                    </a:lnTo>
                    <a:lnTo>
                      <a:pt x="1266" y="435"/>
                    </a:lnTo>
                    <a:lnTo>
                      <a:pt x="1267" y="433"/>
                    </a:lnTo>
                    <a:lnTo>
                      <a:pt x="1268" y="436"/>
                    </a:lnTo>
                    <a:lnTo>
                      <a:pt x="1268" y="436"/>
                    </a:lnTo>
                    <a:lnTo>
                      <a:pt x="1270" y="444"/>
                    </a:lnTo>
                    <a:lnTo>
                      <a:pt x="1270" y="444"/>
                    </a:lnTo>
                    <a:lnTo>
                      <a:pt x="1270" y="444"/>
                    </a:lnTo>
                    <a:lnTo>
                      <a:pt x="1272" y="451"/>
                    </a:lnTo>
                    <a:lnTo>
                      <a:pt x="1272" y="451"/>
                    </a:lnTo>
                    <a:lnTo>
                      <a:pt x="1274" y="456"/>
                    </a:lnTo>
                    <a:lnTo>
                      <a:pt x="1274" y="456"/>
                    </a:lnTo>
                    <a:lnTo>
                      <a:pt x="1276" y="454"/>
                    </a:lnTo>
                    <a:lnTo>
                      <a:pt x="1276" y="455"/>
                    </a:lnTo>
                    <a:lnTo>
                      <a:pt x="1276" y="455"/>
                    </a:lnTo>
                    <a:lnTo>
                      <a:pt x="1276" y="455"/>
                    </a:lnTo>
                    <a:lnTo>
                      <a:pt x="1278" y="445"/>
                    </a:lnTo>
                    <a:lnTo>
                      <a:pt x="1278" y="445"/>
                    </a:lnTo>
                    <a:lnTo>
                      <a:pt x="1280" y="436"/>
                    </a:lnTo>
                    <a:lnTo>
                      <a:pt x="1280" y="436"/>
                    </a:lnTo>
                    <a:lnTo>
                      <a:pt x="1282" y="430"/>
                    </a:lnTo>
                    <a:lnTo>
                      <a:pt x="1282" y="430"/>
                    </a:lnTo>
                    <a:lnTo>
                      <a:pt x="1283" y="428"/>
                    </a:lnTo>
                    <a:lnTo>
                      <a:pt x="1284" y="430"/>
                    </a:lnTo>
                    <a:lnTo>
                      <a:pt x="1284" y="429"/>
                    </a:lnTo>
                    <a:lnTo>
                      <a:pt x="1284" y="428"/>
                    </a:lnTo>
                    <a:lnTo>
                      <a:pt x="1286" y="422"/>
                    </a:lnTo>
                    <a:lnTo>
                      <a:pt x="1287" y="422"/>
                    </a:lnTo>
                    <a:lnTo>
                      <a:pt x="1288" y="425"/>
                    </a:lnTo>
                    <a:lnTo>
                      <a:pt x="1288" y="421"/>
                    </a:lnTo>
                    <a:lnTo>
                      <a:pt x="1288" y="420"/>
                    </a:lnTo>
                    <a:lnTo>
                      <a:pt x="1290" y="413"/>
                    </a:lnTo>
                    <a:lnTo>
                      <a:pt x="1290" y="413"/>
                    </a:lnTo>
                    <a:lnTo>
                      <a:pt x="1290" y="413"/>
                    </a:lnTo>
                    <a:lnTo>
                      <a:pt x="1292" y="417"/>
                    </a:lnTo>
                    <a:lnTo>
                      <a:pt x="1292" y="417"/>
                    </a:lnTo>
                    <a:lnTo>
                      <a:pt x="1293" y="416"/>
                    </a:lnTo>
                    <a:lnTo>
                      <a:pt x="1294" y="411"/>
                    </a:lnTo>
                    <a:lnTo>
                      <a:pt x="1294" y="411"/>
                    </a:lnTo>
                    <a:lnTo>
                      <a:pt x="1296" y="402"/>
                    </a:lnTo>
                    <a:lnTo>
                      <a:pt x="1296" y="402"/>
                    </a:lnTo>
                    <a:lnTo>
                      <a:pt x="1297" y="403"/>
                    </a:lnTo>
                    <a:lnTo>
                      <a:pt x="1298" y="401"/>
                    </a:lnTo>
                    <a:lnTo>
                      <a:pt x="1298" y="401"/>
                    </a:lnTo>
                    <a:lnTo>
                      <a:pt x="1299" y="401"/>
                    </a:lnTo>
                    <a:lnTo>
                      <a:pt x="1299" y="402"/>
                    </a:lnTo>
                    <a:lnTo>
                      <a:pt x="1300" y="398"/>
                    </a:lnTo>
                    <a:lnTo>
                      <a:pt x="1300" y="397"/>
                    </a:lnTo>
                    <a:lnTo>
                      <a:pt x="1302" y="393"/>
                    </a:lnTo>
                    <a:lnTo>
                      <a:pt x="1302" y="394"/>
                    </a:lnTo>
                    <a:lnTo>
                      <a:pt x="1302" y="394"/>
                    </a:lnTo>
                    <a:lnTo>
                      <a:pt x="1303" y="394"/>
                    </a:lnTo>
                    <a:lnTo>
                      <a:pt x="1304" y="391"/>
                    </a:lnTo>
                    <a:lnTo>
                      <a:pt x="1304" y="391"/>
                    </a:lnTo>
                    <a:lnTo>
                      <a:pt x="1305" y="391"/>
                    </a:lnTo>
                    <a:lnTo>
                      <a:pt x="1306" y="387"/>
                    </a:lnTo>
                    <a:lnTo>
                      <a:pt x="1306" y="386"/>
                    </a:lnTo>
                    <a:lnTo>
                      <a:pt x="1308" y="381"/>
                    </a:lnTo>
                    <a:lnTo>
                      <a:pt x="1308" y="382"/>
                    </a:lnTo>
                    <a:lnTo>
                      <a:pt x="1309" y="382"/>
                    </a:lnTo>
                    <a:lnTo>
                      <a:pt x="1310" y="373"/>
                    </a:lnTo>
                    <a:lnTo>
                      <a:pt x="1311" y="373"/>
                    </a:lnTo>
                    <a:lnTo>
                      <a:pt x="1312" y="367"/>
                    </a:lnTo>
                    <a:lnTo>
                      <a:pt x="1312" y="367"/>
                    </a:lnTo>
                    <a:lnTo>
                      <a:pt x="1314" y="361"/>
                    </a:lnTo>
                    <a:lnTo>
                      <a:pt x="1314" y="361"/>
                    </a:lnTo>
                    <a:lnTo>
                      <a:pt x="1315" y="358"/>
                    </a:lnTo>
                    <a:lnTo>
                      <a:pt x="1316" y="359"/>
                    </a:lnTo>
                    <a:lnTo>
                      <a:pt x="1317" y="359"/>
                    </a:lnTo>
                    <a:lnTo>
                      <a:pt x="1317" y="361"/>
                    </a:lnTo>
                    <a:lnTo>
                      <a:pt x="1318" y="359"/>
                    </a:lnTo>
                    <a:lnTo>
                      <a:pt x="1318" y="359"/>
                    </a:lnTo>
                    <a:lnTo>
                      <a:pt x="1320" y="360"/>
                    </a:lnTo>
                    <a:lnTo>
                      <a:pt x="1320" y="359"/>
                    </a:lnTo>
                    <a:lnTo>
                      <a:pt x="1320" y="359"/>
                    </a:lnTo>
                    <a:lnTo>
                      <a:pt x="1321" y="360"/>
                    </a:lnTo>
                    <a:lnTo>
                      <a:pt x="1322" y="359"/>
                    </a:lnTo>
                    <a:lnTo>
                      <a:pt x="1322" y="360"/>
                    </a:lnTo>
                    <a:lnTo>
                      <a:pt x="1322" y="360"/>
                    </a:lnTo>
                    <a:lnTo>
                      <a:pt x="1324" y="363"/>
                    </a:lnTo>
                    <a:lnTo>
                      <a:pt x="1324" y="363"/>
                    </a:lnTo>
                    <a:lnTo>
                      <a:pt x="1326" y="366"/>
                    </a:lnTo>
                    <a:lnTo>
                      <a:pt x="1326" y="366"/>
                    </a:lnTo>
                    <a:lnTo>
                      <a:pt x="1328" y="371"/>
                    </a:lnTo>
                    <a:lnTo>
                      <a:pt x="1329" y="372"/>
                    </a:lnTo>
                    <a:lnTo>
                      <a:pt x="1330" y="374"/>
                    </a:lnTo>
                    <a:lnTo>
                      <a:pt x="1330" y="374"/>
                    </a:lnTo>
                    <a:lnTo>
                      <a:pt x="1330" y="374"/>
                    </a:lnTo>
                    <a:lnTo>
                      <a:pt x="1332" y="377"/>
                    </a:lnTo>
                    <a:lnTo>
                      <a:pt x="1332" y="377"/>
                    </a:lnTo>
                    <a:lnTo>
                      <a:pt x="1332" y="377"/>
                    </a:lnTo>
                    <a:lnTo>
                      <a:pt x="1333" y="377"/>
                    </a:lnTo>
                    <a:lnTo>
                      <a:pt x="1334" y="378"/>
                    </a:lnTo>
                    <a:lnTo>
                      <a:pt x="1335" y="378"/>
                    </a:lnTo>
                    <a:lnTo>
                      <a:pt x="1335" y="378"/>
                    </a:lnTo>
                    <a:lnTo>
                      <a:pt x="1336" y="381"/>
                    </a:lnTo>
                    <a:lnTo>
                      <a:pt x="1336" y="381"/>
                    </a:lnTo>
                    <a:lnTo>
                      <a:pt x="1338" y="385"/>
                    </a:lnTo>
                    <a:lnTo>
                      <a:pt x="1338" y="385"/>
                    </a:lnTo>
                    <a:lnTo>
                      <a:pt x="1339" y="388"/>
                    </a:lnTo>
                    <a:lnTo>
                      <a:pt x="1340" y="386"/>
                    </a:lnTo>
                    <a:lnTo>
                      <a:pt x="1340" y="387"/>
                    </a:lnTo>
                    <a:lnTo>
                      <a:pt x="1342" y="392"/>
                    </a:lnTo>
                    <a:lnTo>
                      <a:pt x="1342" y="392"/>
                    </a:lnTo>
                    <a:lnTo>
                      <a:pt x="1344" y="393"/>
                    </a:lnTo>
                    <a:lnTo>
                      <a:pt x="1344" y="393"/>
                    </a:lnTo>
                    <a:lnTo>
                      <a:pt x="1344" y="393"/>
                    </a:lnTo>
                    <a:lnTo>
                      <a:pt x="1345" y="392"/>
                    </a:lnTo>
                    <a:lnTo>
                      <a:pt x="1346" y="394"/>
                    </a:lnTo>
                    <a:lnTo>
                      <a:pt x="1347" y="394"/>
                    </a:lnTo>
                    <a:lnTo>
                      <a:pt x="1348" y="396"/>
                    </a:lnTo>
                    <a:lnTo>
                      <a:pt x="1348" y="396"/>
                    </a:lnTo>
                    <a:lnTo>
                      <a:pt x="1350" y="401"/>
                    </a:lnTo>
                    <a:lnTo>
                      <a:pt x="1350" y="401"/>
                    </a:lnTo>
                    <a:lnTo>
                      <a:pt x="1352" y="406"/>
                    </a:lnTo>
                    <a:lnTo>
                      <a:pt x="1353" y="406"/>
                    </a:lnTo>
                    <a:lnTo>
                      <a:pt x="1354" y="407"/>
                    </a:lnTo>
                    <a:lnTo>
                      <a:pt x="1355" y="407"/>
                    </a:lnTo>
                    <a:lnTo>
                      <a:pt x="1355" y="407"/>
                    </a:lnTo>
                    <a:lnTo>
                      <a:pt x="1356" y="408"/>
                    </a:lnTo>
                    <a:lnTo>
                      <a:pt x="1356" y="409"/>
                    </a:lnTo>
                    <a:lnTo>
                      <a:pt x="1358" y="413"/>
                    </a:lnTo>
                    <a:lnTo>
                      <a:pt x="1359" y="413"/>
                    </a:lnTo>
                    <a:lnTo>
                      <a:pt x="1360" y="415"/>
                    </a:lnTo>
                    <a:lnTo>
                      <a:pt x="1361" y="414"/>
                    </a:lnTo>
                    <a:lnTo>
                      <a:pt x="1361" y="414"/>
                    </a:lnTo>
                    <a:lnTo>
                      <a:pt x="1361" y="415"/>
                    </a:lnTo>
                    <a:lnTo>
                      <a:pt x="1362" y="413"/>
                    </a:lnTo>
                    <a:lnTo>
                      <a:pt x="1362" y="413"/>
                    </a:lnTo>
                    <a:lnTo>
                      <a:pt x="1364" y="412"/>
                    </a:lnTo>
                    <a:lnTo>
                      <a:pt x="1365" y="412"/>
                    </a:lnTo>
                    <a:lnTo>
                      <a:pt x="1367" y="410"/>
                    </a:lnTo>
                    <a:lnTo>
                      <a:pt x="1367" y="410"/>
                    </a:lnTo>
                    <a:lnTo>
                      <a:pt x="1367" y="410"/>
                    </a:lnTo>
                    <a:lnTo>
                      <a:pt x="1368" y="410"/>
                    </a:lnTo>
                    <a:lnTo>
                      <a:pt x="1368" y="410"/>
                    </a:lnTo>
                    <a:lnTo>
                      <a:pt x="1368" y="410"/>
                    </a:lnTo>
                    <a:lnTo>
                      <a:pt x="1370" y="408"/>
                    </a:lnTo>
                    <a:lnTo>
                      <a:pt x="1370" y="408"/>
                    </a:lnTo>
                    <a:lnTo>
                      <a:pt x="1371" y="408"/>
                    </a:lnTo>
                    <a:lnTo>
                      <a:pt x="1372" y="411"/>
                    </a:lnTo>
                    <a:lnTo>
                      <a:pt x="1373" y="411"/>
                    </a:lnTo>
                    <a:lnTo>
                      <a:pt x="1373" y="411"/>
                    </a:lnTo>
                    <a:lnTo>
                      <a:pt x="1374" y="409"/>
                    </a:lnTo>
                    <a:lnTo>
                      <a:pt x="1374" y="409"/>
                    </a:lnTo>
                    <a:lnTo>
                      <a:pt x="1376" y="408"/>
                    </a:lnTo>
                    <a:lnTo>
                      <a:pt x="1376" y="409"/>
                    </a:lnTo>
                    <a:lnTo>
                      <a:pt x="1377" y="409"/>
                    </a:lnTo>
                    <a:lnTo>
                      <a:pt x="1379" y="411"/>
                    </a:lnTo>
                    <a:lnTo>
                      <a:pt x="1379" y="411"/>
                    </a:lnTo>
                    <a:lnTo>
                      <a:pt x="1380" y="412"/>
                    </a:lnTo>
                    <a:lnTo>
                      <a:pt x="1380" y="412"/>
                    </a:lnTo>
                    <a:lnTo>
                      <a:pt x="1380" y="412"/>
                    </a:lnTo>
                    <a:lnTo>
                      <a:pt x="1381" y="411"/>
                    </a:lnTo>
                    <a:lnTo>
                      <a:pt x="1382" y="414"/>
                    </a:lnTo>
                    <a:lnTo>
                      <a:pt x="1383" y="414"/>
                    </a:lnTo>
                    <a:lnTo>
                      <a:pt x="1383" y="415"/>
                    </a:lnTo>
                    <a:lnTo>
                      <a:pt x="1384" y="413"/>
                    </a:lnTo>
                    <a:lnTo>
                      <a:pt x="1385" y="413"/>
                    </a:lnTo>
                    <a:lnTo>
                      <a:pt x="1385" y="414"/>
                    </a:lnTo>
                    <a:lnTo>
                      <a:pt x="1386" y="414"/>
                    </a:lnTo>
                    <a:lnTo>
                      <a:pt x="1386" y="413"/>
                    </a:lnTo>
                    <a:lnTo>
                      <a:pt x="1386" y="413"/>
                    </a:lnTo>
                    <a:lnTo>
                      <a:pt x="1388" y="410"/>
                    </a:lnTo>
                    <a:lnTo>
                      <a:pt x="1389" y="410"/>
                    </a:lnTo>
                    <a:lnTo>
                      <a:pt x="1391" y="406"/>
                    </a:lnTo>
                    <a:lnTo>
                      <a:pt x="1391" y="406"/>
                    </a:lnTo>
                    <a:lnTo>
                      <a:pt x="1391" y="405"/>
                    </a:lnTo>
                    <a:lnTo>
                      <a:pt x="1392" y="408"/>
                    </a:lnTo>
                    <a:lnTo>
                      <a:pt x="1392" y="408"/>
                    </a:lnTo>
                    <a:lnTo>
                      <a:pt x="1394" y="409"/>
                    </a:lnTo>
                    <a:lnTo>
                      <a:pt x="1394" y="409"/>
                    </a:lnTo>
                    <a:lnTo>
                      <a:pt x="1395" y="409"/>
                    </a:lnTo>
                    <a:lnTo>
                      <a:pt x="1395" y="408"/>
                    </a:lnTo>
                    <a:lnTo>
                      <a:pt x="1397" y="409"/>
                    </a:lnTo>
                    <a:lnTo>
                      <a:pt x="1397" y="409"/>
                    </a:lnTo>
                    <a:lnTo>
                      <a:pt x="1398" y="405"/>
                    </a:lnTo>
                    <a:lnTo>
                      <a:pt x="1398" y="405"/>
                    </a:lnTo>
                    <a:lnTo>
                      <a:pt x="1399" y="405"/>
                    </a:lnTo>
                    <a:lnTo>
                      <a:pt x="1400" y="407"/>
                    </a:lnTo>
                    <a:lnTo>
                      <a:pt x="1401" y="408"/>
                    </a:lnTo>
                    <a:lnTo>
                      <a:pt x="1402" y="411"/>
                    </a:lnTo>
                    <a:lnTo>
                      <a:pt x="1403" y="410"/>
                    </a:lnTo>
                    <a:lnTo>
                      <a:pt x="1403" y="411"/>
                    </a:lnTo>
                    <a:lnTo>
                      <a:pt x="1403" y="411"/>
                    </a:lnTo>
                    <a:lnTo>
                      <a:pt x="1404" y="412"/>
                    </a:lnTo>
                    <a:lnTo>
                      <a:pt x="1404" y="412"/>
                    </a:lnTo>
                    <a:lnTo>
                      <a:pt x="1406" y="413"/>
                    </a:lnTo>
                    <a:lnTo>
                      <a:pt x="1406" y="413"/>
                    </a:lnTo>
                    <a:lnTo>
                      <a:pt x="1406" y="413"/>
                    </a:lnTo>
                    <a:lnTo>
                      <a:pt x="1409" y="415"/>
                    </a:lnTo>
                    <a:lnTo>
                      <a:pt x="1409" y="415"/>
                    </a:lnTo>
                    <a:lnTo>
                      <a:pt x="1410" y="418"/>
                    </a:lnTo>
                    <a:lnTo>
                      <a:pt x="1410" y="418"/>
                    </a:lnTo>
                    <a:lnTo>
                      <a:pt x="1412" y="422"/>
                    </a:lnTo>
                    <a:lnTo>
                      <a:pt x="1413" y="422"/>
                    </a:lnTo>
                    <a:lnTo>
                      <a:pt x="1415" y="425"/>
                    </a:lnTo>
                    <a:lnTo>
                      <a:pt x="1415" y="425"/>
                    </a:lnTo>
                    <a:lnTo>
                      <a:pt x="1416" y="427"/>
                    </a:lnTo>
                    <a:lnTo>
                      <a:pt x="1416" y="427"/>
                    </a:lnTo>
                    <a:lnTo>
                      <a:pt x="1418" y="427"/>
                    </a:lnTo>
                    <a:lnTo>
                      <a:pt x="1418" y="426"/>
                    </a:lnTo>
                    <a:lnTo>
                      <a:pt x="1419" y="426"/>
                    </a:lnTo>
                    <a:lnTo>
                      <a:pt x="1419" y="426"/>
                    </a:lnTo>
                    <a:lnTo>
                      <a:pt x="1421" y="427"/>
                    </a:lnTo>
                    <a:lnTo>
                      <a:pt x="1421" y="427"/>
                    </a:lnTo>
                    <a:lnTo>
                      <a:pt x="1421" y="427"/>
                    </a:lnTo>
                    <a:lnTo>
                      <a:pt x="1423" y="427"/>
                    </a:lnTo>
                    <a:lnTo>
                      <a:pt x="1423" y="427"/>
                    </a:lnTo>
                    <a:lnTo>
                      <a:pt x="1423" y="427"/>
                    </a:lnTo>
                    <a:lnTo>
                      <a:pt x="1424" y="424"/>
                    </a:lnTo>
                    <a:lnTo>
                      <a:pt x="1424" y="424"/>
                    </a:lnTo>
                    <a:lnTo>
                      <a:pt x="1425" y="424"/>
                    </a:lnTo>
                    <a:lnTo>
                      <a:pt x="1427" y="421"/>
                    </a:lnTo>
                    <a:lnTo>
                      <a:pt x="1427" y="421"/>
                    </a:lnTo>
                    <a:lnTo>
                      <a:pt x="1428" y="417"/>
                    </a:lnTo>
                    <a:lnTo>
                      <a:pt x="1429" y="418"/>
                    </a:lnTo>
                    <a:lnTo>
                      <a:pt x="1429" y="418"/>
                    </a:lnTo>
                    <a:lnTo>
                      <a:pt x="1429" y="418"/>
                    </a:lnTo>
                    <a:lnTo>
                      <a:pt x="1430" y="415"/>
                    </a:lnTo>
                    <a:lnTo>
                      <a:pt x="1431" y="415"/>
                    </a:lnTo>
                    <a:lnTo>
                      <a:pt x="1433" y="413"/>
                    </a:lnTo>
                    <a:lnTo>
                      <a:pt x="1433" y="413"/>
                    </a:lnTo>
                    <a:lnTo>
                      <a:pt x="1435" y="412"/>
                    </a:lnTo>
                    <a:lnTo>
                      <a:pt x="1435" y="412"/>
                    </a:lnTo>
                    <a:lnTo>
                      <a:pt x="1435" y="411"/>
                    </a:lnTo>
                    <a:lnTo>
                      <a:pt x="1436" y="413"/>
                    </a:lnTo>
                    <a:lnTo>
                      <a:pt x="1437" y="414"/>
                    </a:lnTo>
                    <a:lnTo>
                      <a:pt x="1438" y="415"/>
                    </a:lnTo>
                    <a:lnTo>
                      <a:pt x="1439" y="414"/>
                    </a:lnTo>
                    <a:lnTo>
                      <a:pt x="1439" y="414"/>
                    </a:lnTo>
                    <a:lnTo>
                      <a:pt x="1441" y="412"/>
                    </a:lnTo>
                    <a:lnTo>
                      <a:pt x="1441" y="412"/>
                    </a:lnTo>
                    <a:lnTo>
                      <a:pt x="1442" y="410"/>
                    </a:lnTo>
                    <a:lnTo>
                      <a:pt x="1443" y="410"/>
                    </a:lnTo>
                    <a:lnTo>
                      <a:pt x="1445" y="407"/>
                    </a:lnTo>
                    <a:lnTo>
                      <a:pt x="1445" y="406"/>
                    </a:lnTo>
                    <a:lnTo>
                      <a:pt x="1447" y="402"/>
                    </a:lnTo>
                    <a:lnTo>
                      <a:pt x="1447" y="402"/>
                    </a:lnTo>
                    <a:lnTo>
                      <a:pt x="1448" y="401"/>
                    </a:lnTo>
                    <a:lnTo>
                      <a:pt x="1449" y="400"/>
                    </a:lnTo>
                    <a:lnTo>
                      <a:pt x="1451" y="399"/>
                    </a:lnTo>
                    <a:lnTo>
                      <a:pt x="1451" y="399"/>
                    </a:lnTo>
                    <a:lnTo>
                      <a:pt x="1453" y="396"/>
                    </a:lnTo>
                    <a:lnTo>
                      <a:pt x="1453" y="396"/>
                    </a:lnTo>
                    <a:lnTo>
                      <a:pt x="1454" y="392"/>
                    </a:lnTo>
                    <a:lnTo>
                      <a:pt x="1455" y="392"/>
                    </a:lnTo>
                    <a:lnTo>
                      <a:pt x="1457" y="391"/>
                    </a:lnTo>
                    <a:lnTo>
                      <a:pt x="1457" y="391"/>
                    </a:lnTo>
                    <a:lnTo>
                      <a:pt x="1459" y="386"/>
                    </a:lnTo>
                    <a:lnTo>
                      <a:pt x="1459" y="386"/>
                    </a:lnTo>
                    <a:lnTo>
                      <a:pt x="1460" y="384"/>
                    </a:lnTo>
                    <a:lnTo>
                      <a:pt x="1461" y="383"/>
                    </a:lnTo>
                    <a:lnTo>
                      <a:pt x="1462" y="381"/>
                    </a:lnTo>
                    <a:lnTo>
                      <a:pt x="1463" y="382"/>
                    </a:lnTo>
                    <a:lnTo>
                      <a:pt x="1463" y="382"/>
                    </a:lnTo>
                    <a:lnTo>
                      <a:pt x="1463" y="381"/>
                    </a:lnTo>
                    <a:lnTo>
                      <a:pt x="1465" y="382"/>
                    </a:lnTo>
                    <a:lnTo>
                      <a:pt x="1465" y="382"/>
                    </a:lnTo>
                    <a:lnTo>
                      <a:pt x="1466" y="387"/>
                    </a:lnTo>
                    <a:lnTo>
                      <a:pt x="1467" y="387"/>
                    </a:lnTo>
                    <a:lnTo>
                      <a:pt x="1468" y="389"/>
                    </a:lnTo>
                    <a:lnTo>
                      <a:pt x="1469" y="388"/>
                    </a:lnTo>
                    <a:lnTo>
                      <a:pt x="1469" y="388"/>
                    </a:lnTo>
                    <a:lnTo>
                      <a:pt x="1471" y="387"/>
                    </a:lnTo>
                    <a:lnTo>
                      <a:pt x="1471" y="386"/>
                    </a:lnTo>
                    <a:lnTo>
                      <a:pt x="1471" y="387"/>
                    </a:lnTo>
                    <a:lnTo>
                      <a:pt x="1472" y="384"/>
                    </a:lnTo>
                    <a:lnTo>
                      <a:pt x="1473" y="384"/>
                    </a:lnTo>
                    <a:lnTo>
                      <a:pt x="1474" y="383"/>
                    </a:lnTo>
                    <a:lnTo>
                      <a:pt x="1475" y="383"/>
                    </a:lnTo>
                    <a:lnTo>
                      <a:pt x="1475" y="383"/>
                    </a:lnTo>
                    <a:lnTo>
                      <a:pt x="1477" y="378"/>
                    </a:lnTo>
                    <a:lnTo>
                      <a:pt x="1477" y="378"/>
                    </a:lnTo>
                    <a:lnTo>
                      <a:pt x="1478" y="380"/>
                    </a:lnTo>
                    <a:lnTo>
                      <a:pt x="1478" y="377"/>
                    </a:lnTo>
                    <a:lnTo>
                      <a:pt x="1479" y="377"/>
                    </a:lnTo>
                    <a:lnTo>
                      <a:pt x="1481" y="369"/>
                    </a:lnTo>
                    <a:lnTo>
                      <a:pt x="1481" y="369"/>
                    </a:lnTo>
                    <a:lnTo>
                      <a:pt x="1483" y="366"/>
                    </a:lnTo>
                    <a:lnTo>
                      <a:pt x="1483" y="365"/>
                    </a:lnTo>
                    <a:lnTo>
                      <a:pt x="1484" y="362"/>
                    </a:lnTo>
                    <a:lnTo>
                      <a:pt x="1484" y="362"/>
                    </a:lnTo>
                    <a:lnTo>
                      <a:pt x="1485" y="362"/>
                    </a:lnTo>
                    <a:lnTo>
                      <a:pt x="1485" y="362"/>
                    </a:lnTo>
                    <a:lnTo>
                      <a:pt x="1487" y="361"/>
                    </a:lnTo>
                    <a:lnTo>
                      <a:pt x="1487" y="361"/>
                    </a:lnTo>
                    <a:lnTo>
                      <a:pt x="1488" y="361"/>
                    </a:lnTo>
                    <a:lnTo>
                      <a:pt x="1489" y="361"/>
                    </a:lnTo>
                    <a:lnTo>
                      <a:pt x="1489" y="361"/>
                    </a:lnTo>
                    <a:lnTo>
                      <a:pt x="1491" y="365"/>
                    </a:lnTo>
                    <a:lnTo>
                      <a:pt x="1491" y="365"/>
                    </a:lnTo>
                    <a:lnTo>
                      <a:pt x="1493" y="369"/>
                    </a:lnTo>
                    <a:lnTo>
                      <a:pt x="1493" y="369"/>
                    </a:lnTo>
                    <a:lnTo>
                      <a:pt x="1495" y="373"/>
                    </a:lnTo>
                    <a:lnTo>
                      <a:pt x="1495" y="373"/>
                    </a:lnTo>
                    <a:lnTo>
                      <a:pt x="1497" y="384"/>
                    </a:lnTo>
                    <a:lnTo>
                      <a:pt x="1497" y="384"/>
                    </a:lnTo>
                    <a:lnTo>
                      <a:pt x="1499" y="396"/>
                    </a:lnTo>
                    <a:lnTo>
                      <a:pt x="1499" y="396"/>
                    </a:lnTo>
                    <a:lnTo>
                      <a:pt x="1501" y="407"/>
                    </a:lnTo>
                    <a:lnTo>
                      <a:pt x="1501" y="408"/>
                    </a:lnTo>
                    <a:lnTo>
                      <a:pt x="1503" y="418"/>
                    </a:lnTo>
                    <a:lnTo>
                      <a:pt x="1503" y="418"/>
                    </a:lnTo>
                    <a:lnTo>
                      <a:pt x="1505" y="426"/>
                    </a:lnTo>
                    <a:lnTo>
                      <a:pt x="1505" y="427"/>
                    </a:lnTo>
                    <a:lnTo>
                      <a:pt x="1506" y="429"/>
                    </a:lnTo>
                    <a:lnTo>
                      <a:pt x="1507" y="428"/>
                    </a:lnTo>
                    <a:lnTo>
                      <a:pt x="1507" y="428"/>
                    </a:lnTo>
                    <a:lnTo>
                      <a:pt x="1509" y="436"/>
                    </a:lnTo>
                    <a:lnTo>
                      <a:pt x="1509" y="436"/>
                    </a:lnTo>
                    <a:lnTo>
                      <a:pt x="1511" y="453"/>
                    </a:lnTo>
                    <a:lnTo>
                      <a:pt x="1511" y="454"/>
                    </a:lnTo>
                    <a:lnTo>
                      <a:pt x="1513" y="473"/>
                    </a:lnTo>
                    <a:lnTo>
                      <a:pt x="1513" y="474"/>
                    </a:lnTo>
                    <a:lnTo>
                      <a:pt x="1515" y="487"/>
                    </a:lnTo>
                    <a:lnTo>
                      <a:pt x="1515" y="488"/>
                    </a:lnTo>
                    <a:lnTo>
                      <a:pt x="1517" y="494"/>
                    </a:lnTo>
                    <a:lnTo>
                      <a:pt x="1517" y="494"/>
                    </a:lnTo>
                    <a:lnTo>
                      <a:pt x="1519" y="504"/>
                    </a:lnTo>
                    <a:lnTo>
                      <a:pt x="1519" y="504"/>
                    </a:lnTo>
                    <a:lnTo>
                      <a:pt x="1521" y="511"/>
                    </a:lnTo>
                    <a:lnTo>
                      <a:pt x="1521" y="512"/>
                    </a:lnTo>
                    <a:lnTo>
                      <a:pt x="1522" y="522"/>
                    </a:lnTo>
                    <a:lnTo>
                      <a:pt x="1523" y="522"/>
                    </a:lnTo>
                    <a:lnTo>
                      <a:pt x="1523" y="522"/>
                    </a:lnTo>
                    <a:lnTo>
                      <a:pt x="1525" y="518"/>
                    </a:lnTo>
                    <a:lnTo>
                      <a:pt x="1525" y="518"/>
                    </a:lnTo>
                    <a:lnTo>
                      <a:pt x="1526" y="518"/>
                    </a:lnTo>
                    <a:lnTo>
                      <a:pt x="1527" y="516"/>
                    </a:lnTo>
                    <a:lnTo>
                      <a:pt x="1527" y="515"/>
                    </a:lnTo>
                    <a:lnTo>
                      <a:pt x="1529" y="505"/>
                    </a:lnTo>
                    <a:lnTo>
                      <a:pt x="1529" y="505"/>
                    </a:lnTo>
                    <a:lnTo>
                      <a:pt x="1530" y="501"/>
                    </a:lnTo>
                    <a:lnTo>
                      <a:pt x="1531" y="502"/>
                    </a:lnTo>
                    <a:lnTo>
                      <a:pt x="1531" y="502"/>
                    </a:lnTo>
                    <a:lnTo>
                      <a:pt x="1533" y="507"/>
                    </a:lnTo>
                    <a:lnTo>
                      <a:pt x="1533" y="507"/>
                    </a:lnTo>
                    <a:lnTo>
                      <a:pt x="1533" y="507"/>
                    </a:lnTo>
                    <a:lnTo>
                      <a:pt x="1535" y="504"/>
                    </a:lnTo>
                    <a:lnTo>
                      <a:pt x="1535" y="504"/>
                    </a:lnTo>
                    <a:lnTo>
                      <a:pt x="1537" y="497"/>
                    </a:lnTo>
                    <a:lnTo>
                      <a:pt x="1537" y="497"/>
                    </a:lnTo>
                    <a:lnTo>
                      <a:pt x="1539" y="493"/>
                    </a:lnTo>
                    <a:lnTo>
                      <a:pt x="1539" y="493"/>
                    </a:lnTo>
                    <a:lnTo>
                      <a:pt x="1541" y="489"/>
                    </a:lnTo>
                    <a:lnTo>
                      <a:pt x="1541" y="489"/>
                    </a:lnTo>
                    <a:lnTo>
                      <a:pt x="1541" y="489"/>
                    </a:lnTo>
                    <a:lnTo>
                      <a:pt x="1541" y="490"/>
                    </a:lnTo>
                    <a:lnTo>
                      <a:pt x="1543" y="483"/>
                    </a:lnTo>
                    <a:lnTo>
                      <a:pt x="1543" y="482"/>
                    </a:lnTo>
                    <a:lnTo>
                      <a:pt x="1544" y="472"/>
                    </a:lnTo>
                    <a:lnTo>
                      <a:pt x="1545" y="475"/>
                    </a:lnTo>
                    <a:lnTo>
                      <a:pt x="1545" y="475"/>
                    </a:lnTo>
                    <a:lnTo>
                      <a:pt x="1545" y="475"/>
                    </a:lnTo>
                    <a:lnTo>
                      <a:pt x="1547" y="474"/>
                    </a:lnTo>
                    <a:lnTo>
                      <a:pt x="1547" y="474"/>
                    </a:lnTo>
                    <a:lnTo>
                      <a:pt x="1549" y="464"/>
                    </a:lnTo>
                    <a:lnTo>
                      <a:pt x="1549" y="463"/>
                    </a:lnTo>
                    <a:lnTo>
                      <a:pt x="1551" y="450"/>
                    </a:lnTo>
                    <a:lnTo>
                      <a:pt x="1551" y="449"/>
                    </a:lnTo>
                    <a:lnTo>
                      <a:pt x="1553" y="441"/>
                    </a:lnTo>
                    <a:lnTo>
                      <a:pt x="1553" y="441"/>
                    </a:lnTo>
                    <a:lnTo>
                      <a:pt x="1554" y="439"/>
                    </a:lnTo>
                    <a:lnTo>
                      <a:pt x="1555" y="440"/>
                    </a:lnTo>
                    <a:lnTo>
                      <a:pt x="1555" y="440"/>
                    </a:lnTo>
                    <a:lnTo>
                      <a:pt x="1557" y="446"/>
                    </a:lnTo>
                    <a:lnTo>
                      <a:pt x="1557" y="446"/>
                    </a:lnTo>
                    <a:lnTo>
                      <a:pt x="1559" y="451"/>
                    </a:lnTo>
                    <a:lnTo>
                      <a:pt x="1559" y="451"/>
                    </a:lnTo>
                    <a:lnTo>
                      <a:pt x="1559" y="451"/>
                    </a:lnTo>
                    <a:lnTo>
                      <a:pt x="1559" y="449"/>
                    </a:lnTo>
                    <a:lnTo>
                      <a:pt x="1561" y="453"/>
                    </a:lnTo>
                    <a:lnTo>
                      <a:pt x="1561" y="453"/>
                    </a:lnTo>
                    <a:lnTo>
                      <a:pt x="1563" y="467"/>
                    </a:lnTo>
                    <a:lnTo>
                      <a:pt x="1563" y="468"/>
                    </a:lnTo>
                    <a:lnTo>
                      <a:pt x="1565" y="478"/>
                    </a:lnTo>
                    <a:lnTo>
                      <a:pt x="1565" y="478"/>
                    </a:lnTo>
                    <a:lnTo>
                      <a:pt x="1567" y="497"/>
                    </a:lnTo>
                    <a:lnTo>
                      <a:pt x="1567" y="498"/>
                    </a:lnTo>
                    <a:lnTo>
                      <a:pt x="1569" y="511"/>
                    </a:lnTo>
                    <a:lnTo>
                      <a:pt x="1569" y="512"/>
                    </a:lnTo>
                    <a:lnTo>
                      <a:pt x="1571" y="517"/>
                    </a:lnTo>
                    <a:lnTo>
                      <a:pt x="1571" y="517"/>
                    </a:lnTo>
                    <a:lnTo>
                      <a:pt x="1573" y="526"/>
                    </a:lnTo>
                    <a:lnTo>
                      <a:pt x="1573" y="526"/>
                    </a:lnTo>
                    <a:lnTo>
                      <a:pt x="1575" y="536"/>
                    </a:lnTo>
                    <a:lnTo>
                      <a:pt x="1575" y="536"/>
                    </a:lnTo>
                    <a:lnTo>
                      <a:pt x="1577" y="544"/>
                    </a:lnTo>
                    <a:lnTo>
                      <a:pt x="1577" y="545"/>
                    </a:lnTo>
                    <a:lnTo>
                      <a:pt x="1579" y="553"/>
                    </a:lnTo>
                    <a:lnTo>
                      <a:pt x="1579" y="554"/>
                    </a:lnTo>
                    <a:lnTo>
                      <a:pt x="1581" y="565"/>
                    </a:lnTo>
                    <a:lnTo>
                      <a:pt x="1581" y="565"/>
                    </a:lnTo>
                    <a:lnTo>
                      <a:pt x="1583" y="583"/>
                    </a:lnTo>
                    <a:lnTo>
                      <a:pt x="1583" y="583"/>
                    </a:lnTo>
                    <a:lnTo>
                      <a:pt x="1585" y="594"/>
                    </a:lnTo>
                    <a:lnTo>
                      <a:pt x="1585" y="595"/>
                    </a:lnTo>
                    <a:lnTo>
                      <a:pt x="1587" y="607"/>
                    </a:lnTo>
                    <a:lnTo>
                      <a:pt x="1587" y="607"/>
                    </a:lnTo>
                    <a:lnTo>
                      <a:pt x="1589" y="614"/>
                    </a:lnTo>
                    <a:lnTo>
                      <a:pt x="1589" y="614"/>
                    </a:lnTo>
                    <a:lnTo>
                      <a:pt x="1591" y="623"/>
                    </a:lnTo>
                    <a:lnTo>
                      <a:pt x="1591" y="623"/>
                    </a:lnTo>
                    <a:lnTo>
                      <a:pt x="1593" y="624"/>
                    </a:lnTo>
                    <a:lnTo>
                      <a:pt x="1593" y="624"/>
                    </a:lnTo>
                    <a:lnTo>
                      <a:pt x="1593" y="623"/>
                    </a:lnTo>
                    <a:lnTo>
                      <a:pt x="1593" y="623"/>
                    </a:lnTo>
                    <a:lnTo>
                      <a:pt x="1595" y="626"/>
                    </a:lnTo>
                    <a:lnTo>
                      <a:pt x="1595" y="626"/>
                    </a:lnTo>
                    <a:lnTo>
                      <a:pt x="1595" y="626"/>
                    </a:lnTo>
                    <a:lnTo>
                      <a:pt x="1595" y="625"/>
                    </a:lnTo>
                    <a:lnTo>
                      <a:pt x="1597" y="634"/>
                    </a:lnTo>
                    <a:lnTo>
                      <a:pt x="1597" y="635"/>
                    </a:lnTo>
                    <a:lnTo>
                      <a:pt x="1599" y="646"/>
                    </a:lnTo>
                    <a:lnTo>
                      <a:pt x="1599" y="646"/>
                    </a:lnTo>
                    <a:lnTo>
                      <a:pt x="1601" y="649"/>
                    </a:lnTo>
                    <a:lnTo>
                      <a:pt x="1601" y="649"/>
                    </a:lnTo>
                    <a:lnTo>
                      <a:pt x="1601" y="649"/>
                    </a:lnTo>
                    <a:lnTo>
                      <a:pt x="1601" y="649"/>
                    </a:lnTo>
                    <a:lnTo>
                      <a:pt x="1603" y="649"/>
                    </a:lnTo>
                    <a:lnTo>
                      <a:pt x="1603" y="649"/>
                    </a:lnTo>
                    <a:lnTo>
                      <a:pt x="1603" y="648"/>
                    </a:lnTo>
                    <a:lnTo>
                      <a:pt x="1605" y="655"/>
                    </a:lnTo>
                    <a:lnTo>
                      <a:pt x="1605" y="655"/>
                    </a:lnTo>
                    <a:lnTo>
                      <a:pt x="1607" y="664"/>
                    </a:lnTo>
                    <a:lnTo>
                      <a:pt x="1607" y="665"/>
                    </a:lnTo>
                    <a:lnTo>
                      <a:pt x="1607" y="665"/>
                    </a:lnTo>
                    <a:lnTo>
                      <a:pt x="1609" y="660"/>
                    </a:lnTo>
                    <a:lnTo>
                      <a:pt x="1609" y="659"/>
                    </a:lnTo>
                    <a:lnTo>
                      <a:pt x="1611" y="639"/>
                    </a:lnTo>
                    <a:lnTo>
                      <a:pt x="1611" y="638"/>
                    </a:lnTo>
                    <a:lnTo>
                      <a:pt x="1613" y="618"/>
                    </a:lnTo>
                    <a:lnTo>
                      <a:pt x="1613" y="617"/>
                    </a:lnTo>
                    <a:lnTo>
                      <a:pt x="1615" y="604"/>
                    </a:lnTo>
                    <a:lnTo>
                      <a:pt x="1615" y="602"/>
                    </a:lnTo>
                    <a:lnTo>
                      <a:pt x="1617" y="577"/>
                    </a:lnTo>
                    <a:lnTo>
                      <a:pt x="1617" y="576"/>
                    </a:lnTo>
                    <a:lnTo>
                      <a:pt x="1619" y="558"/>
                    </a:lnTo>
                    <a:lnTo>
                      <a:pt x="1619" y="559"/>
                    </a:lnTo>
                    <a:lnTo>
                      <a:pt x="1619" y="559"/>
                    </a:lnTo>
                    <a:lnTo>
                      <a:pt x="1620" y="560"/>
                    </a:lnTo>
                    <a:lnTo>
                      <a:pt x="1621" y="556"/>
                    </a:lnTo>
                    <a:lnTo>
                      <a:pt x="1621" y="556"/>
                    </a:lnTo>
                    <a:lnTo>
                      <a:pt x="1622" y="555"/>
                    </a:lnTo>
                    <a:lnTo>
                      <a:pt x="1623" y="555"/>
                    </a:lnTo>
                    <a:lnTo>
                      <a:pt x="1623" y="555"/>
                    </a:lnTo>
                    <a:lnTo>
                      <a:pt x="1624" y="557"/>
                    </a:lnTo>
                    <a:lnTo>
                      <a:pt x="1625" y="549"/>
                    </a:lnTo>
                    <a:lnTo>
                      <a:pt x="1625" y="548"/>
                    </a:lnTo>
                    <a:lnTo>
                      <a:pt x="1627" y="530"/>
                    </a:lnTo>
                    <a:lnTo>
                      <a:pt x="1627" y="530"/>
                    </a:lnTo>
                    <a:lnTo>
                      <a:pt x="1629" y="521"/>
                    </a:lnTo>
                    <a:lnTo>
                      <a:pt x="1629" y="521"/>
                    </a:lnTo>
                    <a:lnTo>
                      <a:pt x="1629" y="521"/>
                    </a:lnTo>
                    <a:lnTo>
                      <a:pt x="1630" y="516"/>
                    </a:lnTo>
                    <a:lnTo>
                      <a:pt x="1631" y="520"/>
                    </a:lnTo>
                    <a:lnTo>
                      <a:pt x="1631" y="520"/>
                    </a:lnTo>
                    <a:lnTo>
                      <a:pt x="1631" y="521"/>
                    </a:lnTo>
                    <a:lnTo>
                      <a:pt x="1633" y="516"/>
                    </a:lnTo>
                    <a:lnTo>
                      <a:pt x="1633" y="516"/>
                    </a:lnTo>
                    <a:lnTo>
                      <a:pt x="1635" y="505"/>
                    </a:lnTo>
                    <a:lnTo>
                      <a:pt x="1635" y="505"/>
                    </a:lnTo>
                    <a:lnTo>
                      <a:pt x="1637" y="496"/>
                    </a:lnTo>
                    <a:lnTo>
                      <a:pt x="1637" y="495"/>
                    </a:lnTo>
                    <a:lnTo>
                      <a:pt x="1637" y="496"/>
                    </a:lnTo>
                    <a:lnTo>
                      <a:pt x="1639" y="488"/>
                    </a:lnTo>
                    <a:lnTo>
                      <a:pt x="1639" y="487"/>
                    </a:lnTo>
                    <a:lnTo>
                      <a:pt x="1640" y="480"/>
                    </a:lnTo>
                    <a:lnTo>
                      <a:pt x="1641" y="487"/>
                    </a:lnTo>
                    <a:lnTo>
                      <a:pt x="1641" y="487"/>
                    </a:lnTo>
                    <a:lnTo>
                      <a:pt x="1641" y="487"/>
                    </a:lnTo>
                    <a:lnTo>
                      <a:pt x="1643" y="464"/>
                    </a:lnTo>
                    <a:lnTo>
                      <a:pt x="1643" y="463"/>
                    </a:lnTo>
                    <a:lnTo>
                      <a:pt x="1645" y="445"/>
                    </a:lnTo>
                    <a:lnTo>
                      <a:pt x="1645" y="443"/>
                    </a:lnTo>
                    <a:lnTo>
                      <a:pt x="1647" y="430"/>
                    </a:lnTo>
                    <a:lnTo>
                      <a:pt x="1647" y="430"/>
                    </a:lnTo>
                    <a:lnTo>
                      <a:pt x="1649" y="438"/>
                    </a:lnTo>
                    <a:lnTo>
                      <a:pt x="1649" y="439"/>
                    </a:lnTo>
                    <a:lnTo>
                      <a:pt x="1651" y="445"/>
                    </a:lnTo>
                    <a:lnTo>
                      <a:pt x="1651" y="445"/>
                    </a:lnTo>
                    <a:lnTo>
                      <a:pt x="1651" y="445"/>
                    </a:lnTo>
                    <a:lnTo>
                      <a:pt x="1653" y="427"/>
                    </a:lnTo>
                    <a:lnTo>
                      <a:pt x="1653" y="427"/>
                    </a:lnTo>
                    <a:lnTo>
                      <a:pt x="1654" y="426"/>
                    </a:lnTo>
                    <a:lnTo>
                      <a:pt x="1655" y="432"/>
                    </a:lnTo>
                    <a:lnTo>
                      <a:pt x="1655" y="433"/>
                    </a:lnTo>
                    <a:lnTo>
                      <a:pt x="1657" y="443"/>
                    </a:lnTo>
                    <a:lnTo>
                      <a:pt x="1657" y="442"/>
                    </a:lnTo>
                    <a:lnTo>
                      <a:pt x="1657" y="442"/>
                    </a:lnTo>
                    <a:lnTo>
                      <a:pt x="1657" y="440"/>
                    </a:lnTo>
                    <a:lnTo>
                      <a:pt x="1659" y="445"/>
                    </a:lnTo>
                    <a:lnTo>
                      <a:pt x="1659" y="445"/>
                    </a:lnTo>
                    <a:lnTo>
                      <a:pt x="1661" y="448"/>
                    </a:lnTo>
                    <a:lnTo>
                      <a:pt x="1661" y="449"/>
                    </a:lnTo>
                    <a:lnTo>
                      <a:pt x="1663" y="455"/>
                    </a:lnTo>
                    <a:lnTo>
                      <a:pt x="1663" y="457"/>
                    </a:lnTo>
                    <a:lnTo>
                      <a:pt x="1665" y="486"/>
                    </a:lnTo>
                    <a:lnTo>
                      <a:pt x="1665" y="486"/>
                    </a:lnTo>
                    <a:lnTo>
                      <a:pt x="1667" y="494"/>
                    </a:lnTo>
                    <a:lnTo>
                      <a:pt x="1667" y="495"/>
                    </a:lnTo>
                    <a:lnTo>
                      <a:pt x="1668" y="496"/>
                    </a:lnTo>
                    <a:lnTo>
                      <a:pt x="1669" y="491"/>
                    </a:lnTo>
                    <a:lnTo>
                      <a:pt x="1669" y="491"/>
                    </a:lnTo>
                    <a:lnTo>
                      <a:pt x="1669" y="490"/>
                    </a:lnTo>
                    <a:lnTo>
                      <a:pt x="1671" y="498"/>
                    </a:lnTo>
                    <a:lnTo>
                      <a:pt x="1671" y="498"/>
                    </a:lnTo>
                    <a:lnTo>
                      <a:pt x="1672" y="501"/>
                    </a:lnTo>
                    <a:lnTo>
                      <a:pt x="1673" y="492"/>
                    </a:lnTo>
                    <a:lnTo>
                      <a:pt x="1673" y="491"/>
                    </a:lnTo>
                    <a:lnTo>
                      <a:pt x="1675" y="477"/>
                    </a:lnTo>
                    <a:lnTo>
                      <a:pt x="1675" y="477"/>
                    </a:lnTo>
                    <a:lnTo>
                      <a:pt x="1675" y="477"/>
                    </a:lnTo>
                    <a:lnTo>
                      <a:pt x="1675" y="477"/>
                    </a:lnTo>
                    <a:lnTo>
                      <a:pt x="1677" y="484"/>
                    </a:lnTo>
                    <a:lnTo>
                      <a:pt x="1677" y="485"/>
                    </a:lnTo>
                    <a:lnTo>
                      <a:pt x="1678" y="497"/>
                    </a:lnTo>
                    <a:lnTo>
                      <a:pt x="1679" y="494"/>
                    </a:lnTo>
                    <a:lnTo>
                      <a:pt x="1679" y="494"/>
                    </a:lnTo>
                    <a:lnTo>
                      <a:pt x="1681" y="509"/>
                    </a:lnTo>
                    <a:lnTo>
                      <a:pt x="1681" y="510"/>
                    </a:lnTo>
                    <a:lnTo>
                      <a:pt x="1682" y="514"/>
                    </a:lnTo>
                    <a:lnTo>
                      <a:pt x="1683" y="509"/>
                    </a:lnTo>
                    <a:lnTo>
                      <a:pt x="1683" y="512"/>
                    </a:lnTo>
                    <a:lnTo>
                      <a:pt x="1683" y="513"/>
                    </a:lnTo>
                    <a:lnTo>
                      <a:pt x="1684" y="516"/>
                    </a:lnTo>
                    <a:lnTo>
                      <a:pt x="1685" y="511"/>
                    </a:lnTo>
                    <a:lnTo>
                      <a:pt x="1685" y="511"/>
                    </a:lnTo>
                    <a:lnTo>
                      <a:pt x="1685" y="513"/>
                    </a:lnTo>
                    <a:lnTo>
                      <a:pt x="1687" y="503"/>
                    </a:lnTo>
                    <a:lnTo>
                      <a:pt x="1687" y="504"/>
                    </a:lnTo>
                    <a:lnTo>
                      <a:pt x="1687" y="505"/>
                    </a:lnTo>
                    <a:lnTo>
                      <a:pt x="1687" y="505"/>
                    </a:lnTo>
                    <a:lnTo>
                      <a:pt x="1688" y="502"/>
                    </a:lnTo>
                    <a:lnTo>
                      <a:pt x="1689" y="504"/>
                    </a:lnTo>
                    <a:lnTo>
                      <a:pt x="1689" y="505"/>
                    </a:lnTo>
                    <a:lnTo>
                      <a:pt x="1691" y="527"/>
                    </a:lnTo>
                    <a:lnTo>
                      <a:pt x="1691" y="528"/>
                    </a:lnTo>
                    <a:lnTo>
                      <a:pt x="1693" y="548"/>
                    </a:lnTo>
                    <a:lnTo>
                      <a:pt x="1693" y="549"/>
                    </a:lnTo>
                    <a:lnTo>
                      <a:pt x="1695" y="554"/>
                    </a:lnTo>
                    <a:lnTo>
                      <a:pt x="1695" y="554"/>
                    </a:lnTo>
                    <a:lnTo>
                      <a:pt x="1695" y="554"/>
                    </a:lnTo>
                    <a:lnTo>
                      <a:pt x="1695" y="554"/>
                    </a:lnTo>
                    <a:lnTo>
                      <a:pt x="1697" y="549"/>
                    </a:lnTo>
                    <a:lnTo>
                      <a:pt x="1697" y="549"/>
                    </a:lnTo>
                    <a:lnTo>
                      <a:pt x="1699" y="544"/>
                    </a:lnTo>
                    <a:lnTo>
                      <a:pt x="1699" y="543"/>
                    </a:lnTo>
                    <a:lnTo>
                      <a:pt x="1701" y="536"/>
                    </a:lnTo>
                    <a:lnTo>
                      <a:pt x="1701" y="535"/>
                    </a:lnTo>
                    <a:lnTo>
                      <a:pt x="1703" y="527"/>
                    </a:lnTo>
                    <a:lnTo>
                      <a:pt x="1703" y="527"/>
                    </a:lnTo>
                    <a:lnTo>
                      <a:pt x="1703" y="527"/>
                    </a:lnTo>
                    <a:lnTo>
                      <a:pt x="1705" y="528"/>
                    </a:lnTo>
                    <a:lnTo>
                      <a:pt x="1705" y="529"/>
                    </a:lnTo>
                    <a:lnTo>
                      <a:pt x="1707" y="540"/>
                    </a:lnTo>
                    <a:lnTo>
                      <a:pt x="1707" y="540"/>
                    </a:lnTo>
                    <a:lnTo>
                      <a:pt x="1707" y="540"/>
                    </a:lnTo>
                    <a:lnTo>
                      <a:pt x="1708" y="537"/>
                    </a:lnTo>
                    <a:lnTo>
                      <a:pt x="1709" y="537"/>
                    </a:lnTo>
                    <a:lnTo>
                      <a:pt x="1709" y="537"/>
                    </a:lnTo>
                    <a:lnTo>
                      <a:pt x="1709" y="537"/>
                    </a:lnTo>
                    <a:lnTo>
                      <a:pt x="1711" y="550"/>
                    </a:lnTo>
                    <a:lnTo>
                      <a:pt x="1711" y="551"/>
                    </a:lnTo>
                    <a:lnTo>
                      <a:pt x="1713" y="566"/>
                    </a:lnTo>
                    <a:lnTo>
                      <a:pt x="1713" y="566"/>
                    </a:lnTo>
                    <a:lnTo>
                      <a:pt x="1713" y="566"/>
                    </a:lnTo>
                    <a:lnTo>
                      <a:pt x="1715" y="559"/>
                    </a:lnTo>
                    <a:lnTo>
                      <a:pt x="1715" y="559"/>
                    </a:lnTo>
                    <a:lnTo>
                      <a:pt x="1717" y="556"/>
                    </a:lnTo>
                    <a:lnTo>
                      <a:pt x="1717" y="555"/>
                    </a:lnTo>
                    <a:lnTo>
                      <a:pt x="1719" y="554"/>
                    </a:lnTo>
                    <a:lnTo>
                      <a:pt x="1719" y="554"/>
                    </a:lnTo>
                    <a:lnTo>
                      <a:pt x="1719" y="554"/>
                    </a:lnTo>
                    <a:lnTo>
                      <a:pt x="1719" y="554"/>
                    </a:lnTo>
                    <a:lnTo>
                      <a:pt x="1721" y="558"/>
                    </a:lnTo>
                    <a:lnTo>
                      <a:pt x="1721" y="558"/>
                    </a:lnTo>
                    <a:lnTo>
                      <a:pt x="1722" y="557"/>
                    </a:lnTo>
                    <a:lnTo>
                      <a:pt x="1723" y="570"/>
                    </a:lnTo>
                    <a:lnTo>
                      <a:pt x="1723" y="571"/>
                    </a:lnTo>
                    <a:lnTo>
                      <a:pt x="1725" y="590"/>
                    </a:lnTo>
                    <a:lnTo>
                      <a:pt x="1725" y="591"/>
                    </a:lnTo>
                    <a:lnTo>
                      <a:pt x="1725" y="591"/>
                    </a:lnTo>
                    <a:lnTo>
                      <a:pt x="1726" y="601"/>
                    </a:lnTo>
                    <a:lnTo>
                      <a:pt x="1727" y="600"/>
                    </a:lnTo>
                    <a:lnTo>
                      <a:pt x="1727" y="600"/>
                    </a:lnTo>
                    <a:lnTo>
                      <a:pt x="1728" y="599"/>
                    </a:lnTo>
                    <a:lnTo>
                      <a:pt x="1729" y="604"/>
                    </a:lnTo>
                    <a:lnTo>
                      <a:pt x="1729" y="604"/>
                    </a:lnTo>
                    <a:lnTo>
                      <a:pt x="1730" y="607"/>
                    </a:lnTo>
                    <a:lnTo>
                      <a:pt x="1731" y="603"/>
                    </a:lnTo>
                    <a:lnTo>
                      <a:pt x="1731" y="604"/>
                    </a:lnTo>
                    <a:lnTo>
                      <a:pt x="1731" y="604"/>
                    </a:lnTo>
                    <a:lnTo>
                      <a:pt x="1732" y="607"/>
                    </a:lnTo>
                    <a:lnTo>
                      <a:pt x="1733" y="605"/>
                    </a:lnTo>
                    <a:lnTo>
                      <a:pt x="1733" y="605"/>
                    </a:lnTo>
                    <a:lnTo>
                      <a:pt x="1735" y="607"/>
                    </a:lnTo>
                    <a:lnTo>
                      <a:pt x="1735" y="607"/>
                    </a:lnTo>
                    <a:lnTo>
                      <a:pt x="1737" y="602"/>
                    </a:lnTo>
                    <a:lnTo>
                      <a:pt x="1737" y="602"/>
                    </a:lnTo>
                    <a:lnTo>
                      <a:pt x="1737" y="602"/>
                    </a:lnTo>
                    <a:lnTo>
                      <a:pt x="1739" y="589"/>
                    </a:lnTo>
                    <a:lnTo>
                      <a:pt x="1739" y="588"/>
                    </a:lnTo>
                    <a:lnTo>
                      <a:pt x="1740" y="579"/>
                    </a:lnTo>
                    <a:lnTo>
                      <a:pt x="1741" y="580"/>
                    </a:lnTo>
                    <a:lnTo>
                      <a:pt x="1741" y="580"/>
                    </a:lnTo>
                    <a:lnTo>
                      <a:pt x="1743" y="564"/>
                    </a:lnTo>
                    <a:lnTo>
                      <a:pt x="1743" y="564"/>
                    </a:lnTo>
                    <a:lnTo>
                      <a:pt x="1745" y="549"/>
                    </a:lnTo>
                    <a:lnTo>
                      <a:pt x="1745" y="549"/>
                    </a:lnTo>
                    <a:lnTo>
                      <a:pt x="1747" y="542"/>
                    </a:lnTo>
                    <a:lnTo>
                      <a:pt x="1747" y="542"/>
                    </a:lnTo>
                    <a:lnTo>
                      <a:pt x="1749" y="523"/>
                    </a:lnTo>
                    <a:lnTo>
                      <a:pt x="1749" y="523"/>
                    </a:lnTo>
                    <a:lnTo>
                      <a:pt x="1751" y="517"/>
                    </a:lnTo>
                    <a:lnTo>
                      <a:pt x="1751" y="517"/>
                    </a:lnTo>
                    <a:lnTo>
                      <a:pt x="1752" y="516"/>
                    </a:lnTo>
                    <a:lnTo>
                      <a:pt x="1753" y="518"/>
                    </a:lnTo>
                    <a:lnTo>
                      <a:pt x="1753" y="517"/>
                    </a:lnTo>
                    <a:lnTo>
                      <a:pt x="1753" y="517"/>
                    </a:lnTo>
                    <a:lnTo>
                      <a:pt x="1755" y="512"/>
                    </a:lnTo>
                    <a:lnTo>
                      <a:pt x="1755" y="511"/>
                    </a:lnTo>
                    <a:lnTo>
                      <a:pt x="1757" y="509"/>
                    </a:lnTo>
                    <a:lnTo>
                      <a:pt x="1757" y="509"/>
                    </a:lnTo>
                    <a:lnTo>
                      <a:pt x="1757" y="509"/>
                    </a:lnTo>
                    <a:lnTo>
                      <a:pt x="1759" y="511"/>
                    </a:lnTo>
                    <a:lnTo>
                      <a:pt x="1759" y="511"/>
                    </a:lnTo>
                    <a:lnTo>
                      <a:pt x="1759" y="511"/>
                    </a:lnTo>
                    <a:lnTo>
                      <a:pt x="1760" y="513"/>
                    </a:lnTo>
                    <a:lnTo>
                      <a:pt x="1761" y="511"/>
                    </a:lnTo>
                    <a:lnTo>
                      <a:pt x="1761" y="510"/>
                    </a:lnTo>
                    <a:lnTo>
                      <a:pt x="1763" y="498"/>
                    </a:lnTo>
                    <a:lnTo>
                      <a:pt x="1763" y="497"/>
                    </a:lnTo>
                    <a:lnTo>
                      <a:pt x="1765" y="493"/>
                    </a:lnTo>
                    <a:lnTo>
                      <a:pt x="1765" y="493"/>
                    </a:lnTo>
                    <a:lnTo>
                      <a:pt x="1765" y="493"/>
                    </a:lnTo>
                    <a:lnTo>
                      <a:pt x="1766" y="497"/>
                    </a:lnTo>
                    <a:lnTo>
                      <a:pt x="1767" y="497"/>
                    </a:lnTo>
                    <a:lnTo>
                      <a:pt x="1767" y="496"/>
                    </a:lnTo>
                    <a:lnTo>
                      <a:pt x="1769" y="492"/>
                    </a:lnTo>
                    <a:lnTo>
                      <a:pt x="1769" y="492"/>
                    </a:lnTo>
                    <a:lnTo>
                      <a:pt x="1771" y="478"/>
                    </a:lnTo>
                    <a:lnTo>
                      <a:pt x="1771" y="477"/>
                    </a:lnTo>
                    <a:lnTo>
                      <a:pt x="1773" y="464"/>
                    </a:lnTo>
                    <a:lnTo>
                      <a:pt x="1773" y="464"/>
                    </a:lnTo>
                    <a:lnTo>
                      <a:pt x="1773" y="464"/>
                    </a:lnTo>
                    <a:lnTo>
                      <a:pt x="1775" y="470"/>
                    </a:lnTo>
                    <a:lnTo>
                      <a:pt x="1775" y="471"/>
                    </a:lnTo>
                    <a:lnTo>
                      <a:pt x="1777" y="476"/>
                    </a:lnTo>
                    <a:lnTo>
                      <a:pt x="1777" y="476"/>
                    </a:lnTo>
                    <a:lnTo>
                      <a:pt x="1779" y="485"/>
                    </a:lnTo>
                    <a:lnTo>
                      <a:pt x="1779" y="485"/>
                    </a:lnTo>
                    <a:lnTo>
                      <a:pt x="1780" y="484"/>
                    </a:lnTo>
                    <a:lnTo>
                      <a:pt x="1781" y="497"/>
                    </a:lnTo>
                    <a:lnTo>
                      <a:pt x="1781" y="498"/>
                    </a:lnTo>
                    <a:lnTo>
                      <a:pt x="1783" y="519"/>
                    </a:lnTo>
                    <a:lnTo>
                      <a:pt x="1783" y="519"/>
                    </a:lnTo>
                    <a:lnTo>
                      <a:pt x="1783" y="519"/>
                    </a:lnTo>
                    <a:lnTo>
                      <a:pt x="1785" y="525"/>
                    </a:lnTo>
                    <a:lnTo>
                      <a:pt x="1785" y="525"/>
                    </a:lnTo>
                    <a:lnTo>
                      <a:pt x="1787" y="545"/>
                    </a:lnTo>
                    <a:lnTo>
                      <a:pt x="1787" y="545"/>
                    </a:lnTo>
                    <a:lnTo>
                      <a:pt x="1788" y="548"/>
                    </a:lnTo>
                    <a:lnTo>
                      <a:pt x="1789" y="547"/>
                    </a:lnTo>
                    <a:lnTo>
                      <a:pt x="1789" y="547"/>
                    </a:lnTo>
                    <a:lnTo>
                      <a:pt x="1790" y="548"/>
                    </a:lnTo>
                    <a:lnTo>
                      <a:pt x="1791" y="543"/>
                    </a:lnTo>
                    <a:lnTo>
                      <a:pt x="1791" y="543"/>
                    </a:lnTo>
                    <a:lnTo>
                      <a:pt x="1791" y="543"/>
                    </a:lnTo>
                    <a:lnTo>
                      <a:pt x="1792" y="540"/>
                    </a:lnTo>
                    <a:lnTo>
                      <a:pt x="1793" y="542"/>
                    </a:lnTo>
                    <a:lnTo>
                      <a:pt x="1793" y="542"/>
                    </a:lnTo>
                    <a:lnTo>
                      <a:pt x="1794" y="542"/>
                    </a:lnTo>
                    <a:lnTo>
                      <a:pt x="1795" y="540"/>
                    </a:lnTo>
                    <a:lnTo>
                      <a:pt x="1795" y="540"/>
                    </a:lnTo>
                    <a:lnTo>
                      <a:pt x="1797" y="529"/>
                    </a:lnTo>
                    <a:lnTo>
                      <a:pt x="1797" y="528"/>
                    </a:lnTo>
                    <a:lnTo>
                      <a:pt x="1799" y="517"/>
                    </a:lnTo>
                    <a:lnTo>
                      <a:pt x="1799" y="517"/>
                    </a:lnTo>
                    <a:lnTo>
                      <a:pt x="1799" y="517"/>
                    </a:lnTo>
                    <a:lnTo>
                      <a:pt x="1800" y="516"/>
                    </a:lnTo>
                    <a:lnTo>
                      <a:pt x="1801" y="522"/>
                    </a:lnTo>
                    <a:lnTo>
                      <a:pt x="1801" y="522"/>
                    </a:lnTo>
                    <a:lnTo>
                      <a:pt x="1802" y="520"/>
                    </a:lnTo>
                    <a:lnTo>
                      <a:pt x="1803" y="527"/>
                    </a:lnTo>
                    <a:lnTo>
                      <a:pt x="1803" y="527"/>
                    </a:lnTo>
                    <a:lnTo>
                      <a:pt x="1803" y="527"/>
                    </a:lnTo>
                    <a:lnTo>
                      <a:pt x="1805" y="519"/>
                    </a:lnTo>
                    <a:lnTo>
                      <a:pt x="1805" y="519"/>
                    </a:lnTo>
                    <a:lnTo>
                      <a:pt x="1806" y="519"/>
                    </a:lnTo>
                    <a:lnTo>
                      <a:pt x="1807" y="521"/>
                    </a:lnTo>
                    <a:lnTo>
                      <a:pt x="1807" y="522"/>
                    </a:lnTo>
                    <a:lnTo>
                      <a:pt x="1809" y="531"/>
                    </a:lnTo>
                    <a:lnTo>
                      <a:pt x="1809" y="531"/>
                    </a:lnTo>
                    <a:lnTo>
                      <a:pt x="1811" y="544"/>
                    </a:lnTo>
                    <a:lnTo>
                      <a:pt x="1811" y="544"/>
                    </a:lnTo>
                    <a:lnTo>
                      <a:pt x="1811" y="543"/>
                    </a:lnTo>
                    <a:lnTo>
                      <a:pt x="1813" y="535"/>
                    </a:lnTo>
                    <a:lnTo>
                      <a:pt x="1813" y="534"/>
                    </a:lnTo>
                    <a:lnTo>
                      <a:pt x="1814" y="532"/>
                    </a:lnTo>
                    <a:lnTo>
                      <a:pt x="1815" y="537"/>
                    </a:lnTo>
                    <a:lnTo>
                      <a:pt x="1815" y="537"/>
                    </a:lnTo>
                    <a:lnTo>
                      <a:pt x="1817" y="544"/>
                    </a:lnTo>
                    <a:lnTo>
                      <a:pt x="1817" y="537"/>
                    </a:lnTo>
                    <a:lnTo>
                      <a:pt x="1817" y="536"/>
                    </a:lnTo>
                    <a:lnTo>
                      <a:pt x="1819" y="527"/>
                    </a:lnTo>
                    <a:lnTo>
                      <a:pt x="1819" y="527"/>
                    </a:lnTo>
                    <a:lnTo>
                      <a:pt x="1821" y="517"/>
                    </a:lnTo>
                    <a:lnTo>
                      <a:pt x="1821" y="519"/>
                    </a:lnTo>
                    <a:lnTo>
                      <a:pt x="1821" y="519"/>
                    </a:lnTo>
                    <a:lnTo>
                      <a:pt x="1823" y="520"/>
                    </a:lnTo>
                    <a:lnTo>
                      <a:pt x="1823" y="517"/>
                    </a:lnTo>
                    <a:lnTo>
                      <a:pt x="1823" y="517"/>
                    </a:lnTo>
                    <a:lnTo>
                      <a:pt x="1823" y="517"/>
                    </a:lnTo>
                    <a:lnTo>
                      <a:pt x="1825" y="508"/>
                    </a:lnTo>
                    <a:lnTo>
                      <a:pt x="1825" y="508"/>
                    </a:lnTo>
                    <a:lnTo>
                      <a:pt x="1826" y="507"/>
                    </a:lnTo>
                    <a:lnTo>
                      <a:pt x="1827" y="514"/>
                    </a:lnTo>
                    <a:lnTo>
                      <a:pt x="1827" y="515"/>
                    </a:lnTo>
                    <a:lnTo>
                      <a:pt x="1827" y="517"/>
                    </a:lnTo>
                    <a:lnTo>
                      <a:pt x="1829" y="504"/>
                    </a:lnTo>
                    <a:lnTo>
                      <a:pt x="1829" y="504"/>
                    </a:lnTo>
                    <a:lnTo>
                      <a:pt x="1831" y="496"/>
                    </a:lnTo>
                    <a:lnTo>
                      <a:pt x="1831" y="496"/>
                    </a:lnTo>
                    <a:lnTo>
                      <a:pt x="1831" y="496"/>
                    </a:lnTo>
                    <a:lnTo>
                      <a:pt x="1832" y="498"/>
                    </a:lnTo>
                    <a:lnTo>
                      <a:pt x="1833" y="498"/>
                    </a:lnTo>
                    <a:lnTo>
                      <a:pt x="1833" y="498"/>
                    </a:lnTo>
                    <a:lnTo>
                      <a:pt x="1833" y="498"/>
                    </a:lnTo>
                    <a:lnTo>
                      <a:pt x="1835" y="507"/>
                    </a:lnTo>
                    <a:lnTo>
                      <a:pt x="1835" y="508"/>
                    </a:lnTo>
                    <a:lnTo>
                      <a:pt x="1837" y="523"/>
                    </a:lnTo>
                    <a:lnTo>
                      <a:pt x="1837" y="523"/>
                    </a:lnTo>
                    <a:lnTo>
                      <a:pt x="1839" y="529"/>
                    </a:lnTo>
                    <a:lnTo>
                      <a:pt x="1840" y="529"/>
                    </a:lnTo>
                    <a:lnTo>
                      <a:pt x="1840" y="531"/>
                    </a:lnTo>
                    <a:lnTo>
                      <a:pt x="1841" y="528"/>
                    </a:lnTo>
                    <a:lnTo>
                      <a:pt x="1841" y="528"/>
                    </a:lnTo>
                    <a:lnTo>
                      <a:pt x="1841" y="528"/>
                    </a:lnTo>
                    <a:lnTo>
                      <a:pt x="1841" y="528"/>
                    </a:lnTo>
                    <a:lnTo>
                      <a:pt x="1843" y="531"/>
                    </a:lnTo>
                    <a:lnTo>
                      <a:pt x="1843" y="531"/>
                    </a:lnTo>
                    <a:lnTo>
                      <a:pt x="1845" y="527"/>
                    </a:lnTo>
                    <a:lnTo>
                      <a:pt x="1846" y="527"/>
                    </a:lnTo>
                    <a:lnTo>
                      <a:pt x="1847" y="523"/>
                    </a:lnTo>
                    <a:lnTo>
                      <a:pt x="1847" y="523"/>
                    </a:lnTo>
                    <a:lnTo>
                      <a:pt x="1847" y="523"/>
                    </a:lnTo>
                    <a:lnTo>
                      <a:pt x="1848" y="525"/>
                    </a:lnTo>
                    <a:lnTo>
                      <a:pt x="1849" y="520"/>
                    </a:lnTo>
                    <a:lnTo>
                      <a:pt x="1849" y="520"/>
                    </a:lnTo>
                    <a:lnTo>
                      <a:pt x="1850" y="520"/>
                    </a:lnTo>
                    <a:lnTo>
                      <a:pt x="1850" y="519"/>
                    </a:lnTo>
                    <a:lnTo>
                      <a:pt x="1851" y="520"/>
                    </a:lnTo>
                    <a:lnTo>
                      <a:pt x="1852" y="520"/>
                    </a:lnTo>
                    <a:lnTo>
                      <a:pt x="1852" y="520"/>
                    </a:lnTo>
                    <a:lnTo>
                      <a:pt x="1853" y="510"/>
                    </a:lnTo>
                    <a:lnTo>
                      <a:pt x="1853" y="510"/>
                    </a:lnTo>
                    <a:lnTo>
                      <a:pt x="1855" y="501"/>
                    </a:lnTo>
                    <a:lnTo>
                      <a:pt x="1855" y="501"/>
                    </a:lnTo>
                    <a:lnTo>
                      <a:pt x="1855" y="501"/>
                    </a:lnTo>
                    <a:lnTo>
                      <a:pt x="1856" y="504"/>
                    </a:lnTo>
                    <a:lnTo>
                      <a:pt x="1857" y="500"/>
                    </a:lnTo>
                    <a:lnTo>
                      <a:pt x="1858" y="500"/>
                    </a:lnTo>
                    <a:lnTo>
                      <a:pt x="1858" y="500"/>
                    </a:lnTo>
                    <a:lnTo>
                      <a:pt x="1859" y="495"/>
                    </a:lnTo>
                    <a:lnTo>
                      <a:pt x="1859" y="494"/>
                    </a:lnTo>
                    <a:lnTo>
                      <a:pt x="1861" y="490"/>
                    </a:lnTo>
                    <a:lnTo>
                      <a:pt x="1861" y="490"/>
                    </a:lnTo>
                    <a:lnTo>
                      <a:pt x="1861" y="490"/>
                    </a:lnTo>
                    <a:lnTo>
                      <a:pt x="1863" y="486"/>
                    </a:lnTo>
                    <a:lnTo>
                      <a:pt x="1863" y="487"/>
                    </a:lnTo>
                    <a:lnTo>
                      <a:pt x="1863" y="487"/>
                    </a:lnTo>
                    <a:lnTo>
                      <a:pt x="1864" y="487"/>
                    </a:lnTo>
                    <a:lnTo>
                      <a:pt x="1865" y="479"/>
                    </a:lnTo>
                    <a:lnTo>
                      <a:pt x="1865" y="478"/>
                    </a:lnTo>
                    <a:lnTo>
                      <a:pt x="1866" y="475"/>
                    </a:lnTo>
                    <a:lnTo>
                      <a:pt x="1867" y="483"/>
                    </a:lnTo>
                    <a:lnTo>
                      <a:pt x="1867" y="483"/>
                    </a:lnTo>
                    <a:lnTo>
                      <a:pt x="1868" y="489"/>
                    </a:lnTo>
                    <a:lnTo>
                      <a:pt x="1869" y="487"/>
                    </a:lnTo>
                    <a:lnTo>
                      <a:pt x="1870" y="487"/>
                    </a:lnTo>
                    <a:lnTo>
                      <a:pt x="1871" y="479"/>
                    </a:lnTo>
                    <a:lnTo>
                      <a:pt x="1871" y="478"/>
                    </a:lnTo>
                    <a:lnTo>
                      <a:pt x="1873" y="465"/>
                    </a:lnTo>
                    <a:lnTo>
                      <a:pt x="1873" y="464"/>
                    </a:lnTo>
                    <a:lnTo>
                      <a:pt x="1875" y="452"/>
                    </a:lnTo>
                    <a:lnTo>
                      <a:pt x="1875" y="452"/>
                    </a:lnTo>
                    <a:lnTo>
                      <a:pt x="1876" y="452"/>
                    </a:lnTo>
                    <a:lnTo>
                      <a:pt x="1876" y="452"/>
                    </a:lnTo>
                    <a:lnTo>
                      <a:pt x="1877" y="445"/>
                    </a:lnTo>
                    <a:lnTo>
                      <a:pt x="1877" y="445"/>
                    </a:lnTo>
                    <a:lnTo>
                      <a:pt x="1879" y="440"/>
                    </a:lnTo>
                    <a:lnTo>
                      <a:pt x="1879" y="440"/>
                    </a:lnTo>
                    <a:lnTo>
                      <a:pt x="1881" y="439"/>
                    </a:lnTo>
                    <a:lnTo>
                      <a:pt x="1881" y="438"/>
                    </a:lnTo>
                    <a:lnTo>
                      <a:pt x="1883" y="436"/>
                    </a:lnTo>
                    <a:lnTo>
                      <a:pt x="1883" y="436"/>
                    </a:lnTo>
                    <a:lnTo>
                      <a:pt x="1883" y="436"/>
                    </a:lnTo>
                    <a:lnTo>
                      <a:pt x="1885" y="433"/>
                    </a:lnTo>
                    <a:lnTo>
                      <a:pt x="1885" y="436"/>
                    </a:lnTo>
                    <a:lnTo>
                      <a:pt x="1885" y="436"/>
                    </a:lnTo>
                    <a:lnTo>
                      <a:pt x="1887" y="437"/>
                    </a:lnTo>
                    <a:lnTo>
                      <a:pt x="1887" y="437"/>
                    </a:lnTo>
                    <a:lnTo>
                      <a:pt x="1888" y="437"/>
                    </a:lnTo>
                    <a:lnTo>
                      <a:pt x="1889" y="434"/>
                    </a:lnTo>
                    <a:lnTo>
                      <a:pt x="1889" y="435"/>
                    </a:lnTo>
                    <a:lnTo>
                      <a:pt x="1889" y="435"/>
                    </a:lnTo>
                    <a:lnTo>
                      <a:pt x="1891" y="439"/>
                    </a:lnTo>
                    <a:lnTo>
                      <a:pt x="1891" y="440"/>
                    </a:lnTo>
                    <a:lnTo>
                      <a:pt x="1893" y="444"/>
                    </a:lnTo>
                    <a:lnTo>
                      <a:pt x="1893" y="443"/>
                    </a:lnTo>
                    <a:lnTo>
                      <a:pt x="1894" y="444"/>
                    </a:lnTo>
                    <a:lnTo>
                      <a:pt x="1894" y="442"/>
                    </a:lnTo>
                    <a:lnTo>
                      <a:pt x="1895" y="445"/>
                    </a:lnTo>
                    <a:lnTo>
                      <a:pt x="1895" y="445"/>
                    </a:lnTo>
                    <a:lnTo>
                      <a:pt x="1896" y="448"/>
                    </a:lnTo>
                    <a:lnTo>
                      <a:pt x="1897" y="447"/>
                    </a:lnTo>
                    <a:lnTo>
                      <a:pt x="1897" y="447"/>
                    </a:lnTo>
                    <a:lnTo>
                      <a:pt x="1898" y="445"/>
                    </a:lnTo>
                    <a:lnTo>
                      <a:pt x="1899" y="447"/>
                    </a:lnTo>
                    <a:lnTo>
                      <a:pt x="1899" y="447"/>
                    </a:lnTo>
                    <a:lnTo>
                      <a:pt x="1900" y="447"/>
                    </a:lnTo>
                    <a:lnTo>
                      <a:pt x="1901" y="442"/>
                    </a:lnTo>
                    <a:lnTo>
                      <a:pt x="1901" y="442"/>
                    </a:lnTo>
                    <a:lnTo>
                      <a:pt x="1901" y="442"/>
                    </a:lnTo>
                    <a:lnTo>
                      <a:pt x="1903" y="444"/>
                    </a:lnTo>
                    <a:lnTo>
                      <a:pt x="1903" y="443"/>
                    </a:lnTo>
                    <a:lnTo>
                      <a:pt x="1903" y="443"/>
                    </a:lnTo>
                    <a:lnTo>
                      <a:pt x="1903" y="443"/>
                    </a:lnTo>
                    <a:lnTo>
                      <a:pt x="1905" y="446"/>
                    </a:lnTo>
                    <a:lnTo>
                      <a:pt x="1905" y="446"/>
                    </a:lnTo>
                    <a:lnTo>
                      <a:pt x="1906" y="445"/>
                    </a:lnTo>
                    <a:lnTo>
                      <a:pt x="1906" y="445"/>
                    </a:lnTo>
                    <a:lnTo>
                      <a:pt x="1908" y="448"/>
                    </a:lnTo>
                    <a:lnTo>
                      <a:pt x="1908" y="448"/>
                    </a:lnTo>
                    <a:lnTo>
                      <a:pt x="1909" y="456"/>
                    </a:lnTo>
                    <a:lnTo>
                      <a:pt x="1909" y="456"/>
                    </a:lnTo>
                    <a:lnTo>
                      <a:pt x="1911" y="458"/>
                    </a:lnTo>
                    <a:lnTo>
                      <a:pt x="1911" y="458"/>
                    </a:lnTo>
                    <a:lnTo>
                      <a:pt x="1912" y="458"/>
                    </a:lnTo>
                    <a:lnTo>
                      <a:pt x="1912" y="459"/>
                    </a:lnTo>
                    <a:lnTo>
                      <a:pt x="1914" y="455"/>
                    </a:lnTo>
                    <a:lnTo>
                      <a:pt x="1914" y="455"/>
                    </a:lnTo>
                    <a:lnTo>
                      <a:pt x="1915" y="452"/>
                    </a:lnTo>
                    <a:lnTo>
                      <a:pt x="1915" y="452"/>
                    </a:lnTo>
                    <a:lnTo>
                      <a:pt x="1915" y="452"/>
                    </a:lnTo>
                    <a:lnTo>
                      <a:pt x="1916" y="453"/>
                    </a:lnTo>
                    <a:lnTo>
                      <a:pt x="1917" y="447"/>
                    </a:lnTo>
                    <a:lnTo>
                      <a:pt x="1918" y="447"/>
                    </a:lnTo>
                    <a:lnTo>
                      <a:pt x="1920" y="441"/>
                    </a:lnTo>
                    <a:lnTo>
                      <a:pt x="1920" y="441"/>
                    </a:lnTo>
                    <a:lnTo>
                      <a:pt x="1921" y="439"/>
                    </a:lnTo>
                    <a:lnTo>
                      <a:pt x="1921" y="439"/>
                    </a:lnTo>
                    <a:lnTo>
                      <a:pt x="1921" y="439"/>
                    </a:lnTo>
                    <a:lnTo>
                      <a:pt x="1923" y="444"/>
                    </a:lnTo>
                    <a:lnTo>
                      <a:pt x="1923" y="444"/>
                    </a:lnTo>
                    <a:lnTo>
                      <a:pt x="1924" y="444"/>
                    </a:lnTo>
                    <a:lnTo>
                      <a:pt x="1925" y="443"/>
                    </a:lnTo>
                    <a:lnTo>
                      <a:pt x="1926" y="445"/>
                    </a:lnTo>
                    <a:lnTo>
                      <a:pt x="1926" y="445"/>
                    </a:lnTo>
                    <a:lnTo>
                      <a:pt x="1927" y="451"/>
                    </a:lnTo>
                    <a:lnTo>
                      <a:pt x="1927" y="451"/>
                    </a:lnTo>
                    <a:lnTo>
                      <a:pt x="1929" y="456"/>
                    </a:lnTo>
                    <a:lnTo>
                      <a:pt x="1930" y="456"/>
                    </a:lnTo>
                    <a:lnTo>
                      <a:pt x="1931" y="455"/>
                    </a:lnTo>
                    <a:lnTo>
                      <a:pt x="1932" y="457"/>
                    </a:lnTo>
                    <a:lnTo>
                      <a:pt x="1932" y="457"/>
                    </a:lnTo>
                    <a:lnTo>
                      <a:pt x="1933" y="463"/>
                    </a:lnTo>
                    <a:lnTo>
                      <a:pt x="1933" y="463"/>
                    </a:lnTo>
                    <a:lnTo>
                      <a:pt x="1933" y="463"/>
                    </a:lnTo>
                    <a:lnTo>
                      <a:pt x="1935" y="462"/>
                    </a:lnTo>
                    <a:lnTo>
                      <a:pt x="1935" y="465"/>
                    </a:lnTo>
                    <a:lnTo>
                      <a:pt x="1935" y="464"/>
                    </a:lnTo>
                    <a:lnTo>
                      <a:pt x="1936" y="464"/>
                    </a:lnTo>
                    <a:lnTo>
                      <a:pt x="1937" y="471"/>
                    </a:lnTo>
                    <a:lnTo>
                      <a:pt x="1938" y="471"/>
                    </a:lnTo>
                    <a:lnTo>
                      <a:pt x="1938" y="471"/>
                    </a:lnTo>
                    <a:lnTo>
                      <a:pt x="1939" y="486"/>
                    </a:lnTo>
                    <a:lnTo>
                      <a:pt x="1939" y="487"/>
                    </a:lnTo>
                    <a:lnTo>
                      <a:pt x="1941" y="495"/>
                    </a:lnTo>
                    <a:lnTo>
                      <a:pt x="1942" y="495"/>
                    </a:lnTo>
                    <a:lnTo>
                      <a:pt x="1942" y="496"/>
                    </a:lnTo>
                    <a:lnTo>
                      <a:pt x="1944" y="492"/>
                    </a:lnTo>
                    <a:lnTo>
                      <a:pt x="1944" y="492"/>
                    </a:lnTo>
                    <a:lnTo>
                      <a:pt x="1944" y="492"/>
                    </a:lnTo>
                    <a:lnTo>
                      <a:pt x="1944" y="491"/>
                    </a:lnTo>
                    <a:lnTo>
                      <a:pt x="1945" y="493"/>
                    </a:lnTo>
                    <a:lnTo>
                      <a:pt x="1945" y="492"/>
                    </a:lnTo>
                    <a:lnTo>
                      <a:pt x="1945" y="492"/>
                    </a:lnTo>
                    <a:lnTo>
                      <a:pt x="1947" y="488"/>
                    </a:lnTo>
                    <a:lnTo>
                      <a:pt x="1948" y="488"/>
                    </a:lnTo>
                    <a:lnTo>
                      <a:pt x="1948" y="487"/>
                    </a:lnTo>
                    <a:lnTo>
                      <a:pt x="1950" y="492"/>
                    </a:lnTo>
                    <a:lnTo>
                      <a:pt x="1950" y="492"/>
                    </a:lnTo>
                    <a:lnTo>
                      <a:pt x="1951" y="500"/>
                    </a:lnTo>
                    <a:lnTo>
                      <a:pt x="1951" y="500"/>
                    </a:lnTo>
                    <a:lnTo>
                      <a:pt x="1953" y="505"/>
                    </a:lnTo>
                    <a:lnTo>
                      <a:pt x="1954" y="505"/>
                    </a:lnTo>
                    <a:lnTo>
                      <a:pt x="1954" y="504"/>
                    </a:lnTo>
                    <a:lnTo>
                      <a:pt x="1956" y="506"/>
                    </a:lnTo>
                    <a:lnTo>
                      <a:pt x="1956" y="506"/>
                    </a:lnTo>
                    <a:lnTo>
                      <a:pt x="1956" y="506"/>
                    </a:lnTo>
                    <a:lnTo>
                      <a:pt x="1956" y="505"/>
                    </a:lnTo>
                    <a:lnTo>
                      <a:pt x="1957" y="506"/>
                    </a:lnTo>
                    <a:lnTo>
                      <a:pt x="1957" y="507"/>
                    </a:lnTo>
                    <a:lnTo>
                      <a:pt x="1958" y="509"/>
                    </a:lnTo>
                    <a:lnTo>
                      <a:pt x="1959" y="508"/>
                    </a:lnTo>
                    <a:lnTo>
                      <a:pt x="1960" y="508"/>
                    </a:lnTo>
                    <a:lnTo>
                      <a:pt x="1962" y="504"/>
                    </a:lnTo>
                    <a:lnTo>
                      <a:pt x="1962" y="503"/>
                    </a:lnTo>
                    <a:lnTo>
                      <a:pt x="1963" y="498"/>
                    </a:lnTo>
                    <a:lnTo>
                      <a:pt x="1963" y="498"/>
                    </a:lnTo>
                    <a:lnTo>
                      <a:pt x="1965" y="492"/>
                    </a:lnTo>
                    <a:lnTo>
                      <a:pt x="1965" y="492"/>
                    </a:lnTo>
                    <a:lnTo>
                      <a:pt x="1968" y="488"/>
                    </a:lnTo>
                    <a:lnTo>
                      <a:pt x="1968" y="487"/>
                    </a:lnTo>
                    <a:lnTo>
                      <a:pt x="1968" y="485"/>
                    </a:lnTo>
                    <a:lnTo>
                      <a:pt x="1969" y="486"/>
                    </a:lnTo>
                    <a:lnTo>
                      <a:pt x="1969" y="486"/>
                    </a:lnTo>
                    <a:lnTo>
                      <a:pt x="1971" y="480"/>
                    </a:lnTo>
                    <a:lnTo>
                      <a:pt x="1972" y="480"/>
                    </a:lnTo>
                    <a:lnTo>
                      <a:pt x="1973" y="475"/>
                    </a:lnTo>
                    <a:lnTo>
                      <a:pt x="1974" y="476"/>
                    </a:lnTo>
                    <a:lnTo>
                      <a:pt x="1974" y="476"/>
                    </a:lnTo>
                    <a:lnTo>
                      <a:pt x="1976" y="464"/>
                    </a:lnTo>
                    <a:lnTo>
                      <a:pt x="1976" y="463"/>
                    </a:lnTo>
                    <a:lnTo>
                      <a:pt x="1977" y="452"/>
                    </a:lnTo>
                    <a:lnTo>
                      <a:pt x="1978" y="452"/>
                    </a:lnTo>
                    <a:lnTo>
                      <a:pt x="1980" y="444"/>
                    </a:lnTo>
                    <a:lnTo>
                      <a:pt x="1980" y="443"/>
                    </a:lnTo>
                    <a:lnTo>
                      <a:pt x="1980" y="443"/>
                    </a:lnTo>
                    <a:lnTo>
                      <a:pt x="1982" y="446"/>
                    </a:lnTo>
                    <a:lnTo>
                      <a:pt x="1982" y="446"/>
                    </a:lnTo>
                    <a:lnTo>
                      <a:pt x="1982" y="449"/>
                    </a:lnTo>
                    <a:lnTo>
                      <a:pt x="1983" y="446"/>
                    </a:lnTo>
                    <a:lnTo>
                      <a:pt x="1983" y="446"/>
                    </a:lnTo>
                    <a:lnTo>
                      <a:pt x="1985" y="443"/>
                    </a:lnTo>
                    <a:lnTo>
                      <a:pt x="1986" y="446"/>
                    </a:lnTo>
                    <a:lnTo>
                      <a:pt x="1986" y="446"/>
                    </a:lnTo>
                    <a:lnTo>
                      <a:pt x="1986" y="446"/>
                    </a:lnTo>
                    <a:lnTo>
                      <a:pt x="1988" y="453"/>
                    </a:lnTo>
                    <a:lnTo>
                      <a:pt x="1988" y="453"/>
                    </a:lnTo>
                    <a:lnTo>
                      <a:pt x="1989" y="456"/>
                    </a:lnTo>
                    <a:lnTo>
                      <a:pt x="1989" y="454"/>
                    </a:lnTo>
                    <a:lnTo>
                      <a:pt x="1990" y="454"/>
                    </a:lnTo>
                    <a:lnTo>
                      <a:pt x="1990" y="454"/>
                    </a:lnTo>
                    <a:lnTo>
                      <a:pt x="1991" y="457"/>
                    </a:lnTo>
                    <a:lnTo>
                      <a:pt x="1992" y="454"/>
                    </a:lnTo>
                    <a:lnTo>
                      <a:pt x="1992" y="454"/>
                    </a:lnTo>
                    <a:lnTo>
                      <a:pt x="1994" y="463"/>
                    </a:lnTo>
                    <a:lnTo>
                      <a:pt x="1994" y="464"/>
                    </a:lnTo>
                    <a:lnTo>
                      <a:pt x="1995" y="469"/>
                    </a:lnTo>
                    <a:lnTo>
                      <a:pt x="1995" y="467"/>
                    </a:lnTo>
                    <a:lnTo>
                      <a:pt x="1996" y="467"/>
                    </a:lnTo>
                    <a:lnTo>
                      <a:pt x="1997" y="464"/>
                    </a:lnTo>
                    <a:lnTo>
                      <a:pt x="1998" y="464"/>
                    </a:lnTo>
                    <a:lnTo>
                      <a:pt x="1998" y="464"/>
                    </a:lnTo>
                    <a:lnTo>
                      <a:pt x="1999" y="467"/>
                    </a:lnTo>
                    <a:lnTo>
                      <a:pt x="2000" y="466"/>
                    </a:lnTo>
                    <a:lnTo>
                      <a:pt x="2000" y="467"/>
                    </a:lnTo>
                    <a:lnTo>
                      <a:pt x="2001" y="472"/>
                    </a:lnTo>
                    <a:lnTo>
                      <a:pt x="2002" y="472"/>
                    </a:lnTo>
                    <a:lnTo>
                      <a:pt x="2004" y="480"/>
                    </a:lnTo>
                    <a:lnTo>
                      <a:pt x="2004" y="480"/>
                    </a:lnTo>
                    <a:lnTo>
                      <a:pt x="2006" y="487"/>
                    </a:lnTo>
                    <a:lnTo>
                      <a:pt x="2006" y="487"/>
                    </a:lnTo>
                    <a:lnTo>
                      <a:pt x="2007" y="493"/>
                    </a:lnTo>
                    <a:lnTo>
                      <a:pt x="2008" y="493"/>
                    </a:lnTo>
                    <a:lnTo>
                      <a:pt x="2010" y="499"/>
                    </a:lnTo>
                    <a:lnTo>
                      <a:pt x="2010" y="499"/>
                    </a:lnTo>
                    <a:lnTo>
                      <a:pt x="2010" y="499"/>
                    </a:lnTo>
                    <a:lnTo>
                      <a:pt x="2012" y="504"/>
                    </a:lnTo>
                    <a:lnTo>
                      <a:pt x="2012" y="504"/>
                    </a:lnTo>
                    <a:lnTo>
                      <a:pt x="2013" y="513"/>
                    </a:lnTo>
                    <a:lnTo>
                      <a:pt x="2013" y="513"/>
                    </a:lnTo>
                    <a:lnTo>
                      <a:pt x="2014" y="512"/>
                    </a:lnTo>
                    <a:lnTo>
                      <a:pt x="2014" y="513"/>
                    </a:lnTo>
                    <a:lnTo>
                      <a:pt x="2016" y="508"/>
                    </a:lnTo>
                    <a:lnTo>
                      <a:pt x="2016" y="508"/>
                    </a:lnTo>
                    <a:lnTo>
                      <a:pt x="2017" y="505"/>
                    </a:lnTo>
                    <a:lnTo>
                      <a:pt x="2018" y="507"/>
                    </a:lnTo>
                    <a:lnTo>
                      <a:pt x="2018" y="507"/>
                    </a:lnTo>
                    <a:lnTo>
                      <a:pt x="2018" y="506"/>
                    </a:lnTo>
                    <a:lnTo>
                      <a:pt x="2019" y="509"/>
                    </a:lnTo>
                    <a:lnTo>
                      <a:pt x="2019" y="508"/>
                    </a:lnTo>
                    <a:lnTo>
                      <a:pt x="2020" y="508"/>
                    </a:lnTo>
                    <a:lnTo>
                      <a:pt x="2020" y="505"/>
                    </a:lnTo>
                    <a:lnTo>
                      <a:pt x="2022" y="510"/>
                    </a:lnTo>
                    <a:lnTo>
                      <a:pt x="2022" y="510"/>
                    </a:lnTo>
                    <a:lnTo>
                      <a:pt x="2022" y="514"/>
                    </a:lnTo>
                    <a:lnTo>
                      <a:pt x="2024" y="511"/>
                    </a:lnTo>
                    <a:lnTo>
                      <a:pt x="2024" y="511"/>
                    </a:lnTo>
                    <a:lnTo>
                      <a:pt x="2024" y="512"/>
                    </a:lnTo>
                    <a:lnTo>
                      <a:pt x="2025" y="508"/>
                    </a:lnTo>
                    <a:lnTo>
                      <a:pt x="2026" y="508"/>
                    </a:lnTo>
                    <a:lnTo>
                      <a:pt x="2026" y="508"/>
                    </a:lnTo>
                    <a:lnTo>
                      <a:pt x="2028" y="513"/>
                    </a:lnTo>
                    <a:lnTo>
                      <a:pt x="2028" y="512"/>
                    </a:lnTo>
                    <a:lnTo>
                      <a:pt x="2028" y="513"/>
                    </a:lnTo>
                    <a:lnTo>
                      <a:pt x="2029" y="510"/>
                    </a:lnTo>
                    <a:lnTo>
                      <a:pt x="2030" y="511"/>
                    </a:lnTo>
                    <a:lnTo>
                      <a:pt x="2030" y="511"/>
                    </a:lnTo>
                    <a:lnTo>
                      <a:pt x="2030" y="511"/>
                    </a:lnTo>
                    <a:lnTo>
                      <a:pt x="2030" y="511"/>
                    </a:lnTo>
                    <a:lnTo>
                      <a:pt x="2031" y="511"/>
                    </a:lnTo>
                    <a:lnTo>
                      <a:pt x="2032" y="511"/>
                    </a:lnTo>
                    <a:lnTo>
                      <a:pt x="2032" y="511"/>
                    </a:lnTo>
                    <a:lnTo>
                      <a:pt x="2034" y="513"/>
                    </a:lnTo>
                    <a:lnTo>
                      <a:pt x="2034" y="513"/>
                    </a:lnTo>
                    <a:lnTo>
                      <a:pt x="2036" y="519"/>
                    </a:lnTo>
                    <a:lnTo>
                      <a:pt x="2036" y="519"/>
                    </a:lnTo>
                    <a:lnTo>
                      <a:pt x="2037" y="522"/>
                    </a:lnTo>
                    <a:lnTo>
                      <a:pt x="2037" y="522"/>
                    </a:lnTo>
                    <a:lnTo>
                      <a:pt x="2038" y="522"/>
                    </a:lnTo>
                    <a:lnTo>
                      <a:pt x="2039" y="516"/>
                    </a:lnTo>
                    <a:lnTo>
                      <a:pt x="2040" y="517"/>
                    </a:lnTo>
                    <a:lnTo>
                      <a:pt x="2040" y="517"/>
                    </a:lnTo>
                    <a:lnTo>
                      <a:pt x="2042" y="511"/>
                    </a:lnTo>
                    <a:lnTo>
                      <a:pt x="2042" y="511"/>
                    </a:lnTo>
                    <a:lnTo>
                      <a:pt x="2044" y="504"/>
                    </a:lnTo>
                    <a:lnTo>
                      <a:pt x="2044" y="504"/>
                    </a:lnTo>
                    <a:lnTo>
                      <a:pt x="2046" y="499"/>
                    </a:lnTo>
                    <a:lnTo>
                      <a:pt x="2046" y="498"/>
                    </a:lnTo>
                    <a:lnTo>
                      <a:pt x="2047" y="489"/>
                    </a:lnTo>
                    <a:lnTo>
                      <a:pt x="2048" y="489"/>
                    </a:lnTo>
                    <a:lnTo>
                      <a:pt x="2048" y="490"/>
                    </a:lnTo>
                    <a:lnTo>
                      <a:pt x="2048" y="490"/>
                    </a:lnTo>
                    <a:lnTo>
                      <a:pt x="2050" y="484"/>
                    </a:lnTo>
                    <a:lnTo>
                      <a:pt x="2050" y="484"/>
                    </a:lnTo>
                    <a:lnTo>
                      <a:pt x="2051" y="489"/>
                    </a:lnTo>
                    <a:lnTo>
                      <a:pt x="2052" y="489"/>
                    </a:lnTo>
                    <a:lnTo>
                      <a:pt x="2052" y="489"/>
                    </a:lnTo>
                    <a:lnTo>
                      <a:pt x="2054" y="492"/>
                    </a:lnTo>
                    <a:lnTo>
                      <a:pt x="2054" y="492"/>
                    </a:lnTo>
                    <a:lnTo>
                      <a:pt x="2055" y="498"/>
                    </a:lnTo>
                    <a:lnTo>
                      <a:pt x="2056" y="496"/>
                    </a:lnTo>
                    <a:lnTo>
                      <a:pt x="2056" y="496"/>
                    </a:lnTo>
                    <a:lnTo>
                      <a:pt x="2057" y="493"/>
                    </a:lnTo>
                    <a:lnTo>
                      <a:pt x="2058" y="494"/>
                    </a:lnTo>
                    <a:lnTo>
                      <a:pt x="2058" y="494"/>
                    </a:lnTo>
                    <a:lnTo>
                      <a:pt x="2059" y="499"/>
                    </a:lnTo>
                    <a:lnTo>
                      <a:pt x="2060" y="494"/>
                    </a:lnTo>
                    <a:lnTo>
                      <a:pt x="2060" y="493"/>
                    </a:lnTo>
                    <a:lnTo>
                      <a:pt x="2060" y="492"/>
                    </a:lnTo>
                    <a:lnTo>
                      <a:pt x="2062" y="498"/>
                    </a:lnTo>
                    <a:lnTo>
                      <a:pt x="2062" y="498"/>
                    </a:lnTo>
                    <a:lnTo>
                      <a:pt x="2063" y="502"/>
                    </a:lnTo>
                    <a:lnTo>
                      <a:pt x="2064" y="501"/>
                    </a:lnTo>
                    <a:lnTo>
                      <a:pt x="2064" y="500"/>
                    </a:lnTo>
                    <a:lnTo>
                      <a:pt x="2065" y="501"/>
                    </a:lnTo>
                    <a:lnTo>
                      <a:pt x="2066" y="496"/>
                    </a:lnTo>
                    <a:lnTo>
                      <a:pt x="2066" y="496"/>
                    </a:lnTo>
                    <a:lnTo>
                      <a:pt x="2066" y="492"/>
                    </a:lnTo>
                    <a:lnTo>
                      <a:pt x="2068" y="495"/>
                    </a:lnTo>
                    <a:lnTo>
                      <a:pt x="2068" y="495"/>
                    </a:lnTo>
                    <a:lnTo>
                      <a:pt x="2068" y="497"/>
                    </a:lnTo>
                    <a:lnTo>
                      <a:pt x="2070" y="489"/>
                    </a:lnTo>
                    <a:lnTo>
                      <a:pt x="2070" y="489"/>
                    </a:lnTo>
                    <a:lnTo>
                      <a:pt x="2072" y="484"/>
                    </a:lnTo>
                    <a:lnTo>
                      <a:pt x="2072" y="484"/>
                    </a:lnTo>
                    <a:lnTo>
                      <a:pt x="2072" y="484"/>
                    </a:lnTo>
                    <a:lnTo>
                      <a:pt x="2074" y="480"/>
                    </a:lnTo>
                    <a:lnTo>
                      <a:pt x="2074" y="480"/>
                    </a:lnTo>
                    <a:lnTo>
                      <a:pt x="2075" y="481"/>
                    </a:lnTo>
                    <a:lnTo>
                      <a:pt x="2076" y="478"/>
                    </a:lnTo>
                    <a:lnTo>
                      <a:pt x="2076" y="478"/>
                    </a:lnTo>
                    <a:lnTo>
                      <a:pt x="2076" y="478"/>
                    </a:lnTo>
                    <a:lnTo>
                      <a:pt x="2078" y="480"/>
                    </a:lnTo>
                    <a:lnTo>
                      <a:pt x="2078" y="480"/>
                    </a:lnTo>
                    <a:lnTo>
                      <a:pt x="2079" y="482"/>
                    </a:lnTo>
                    <a:lnTo>
                      <a:pt x="2080" y="482"/>
                    </a:lnTo>
                    <a:lnTo>
                      <a:pt x="2080" y="482"/>
                    </a:lnTo>
                    <a:lnTo>
                      <a:pt x="2082" y="480"/>
                    </a:lnTo>
                    <a:lnTo>
                      <a:pt x="2082" y="480"/>
                    </a:lnTo>
                    <a:lnTo>
                      <a:pt x="2083" y="477"/>
                    </a:lnTo>
                    <a:lnTo>
                      <a:pt x="2084" y="478"/>
                    </a:lnTo>
                    <a:lnTo>
                      <a:pt x="2084" y="478"/>
                    </a:lnTo>
                    <a:lnTo>
                      <a:pt x="2086" y="484"/>
                    </a:lnTo>
                    <a:lnTo>
                      <a:pt x="2086" y="484"/>
                    </a:lnTo>
                    <a:lnTo>
                      <a:pt x="2086" y="484"/>
                    </a:lnTo>
                    <a:lnTo>
                      <a:pt x="2086" y="484"/>
                    </a:lnTo>
                    <a:lnTo>
                      <a:pt x="2087" y="490"/>
                    </a:lnTo>
                    <a:lnTo>
                      <a:pt x="2088" y="490"/>
                    </a:lnTo>
                    <a:lnTo>
                      <a:pt x="2088" y="490"/>
                    </a:lnTo>
                    <a:lnTo>
                      <a:pt x="2088" y="490"/>
                    </a:lnTo>
                    <a:lnTo>
                      <a:pt x="2090" y="487"/>
                    </a:lnTo>
                    <a:lnTo>
                      <a:pt x="2090" y="487"/>
                    </a:lnTo>
                    <a:lnTo>
                      <a:pt x="2090" y="487"/>
                    </a:lnTo>
                    <a:lnTo>
                      <a:pt x="2092" y="492"/>
                    </a:lnTo>
                    <a:lnTo>
                      <a:pt x="2092" y="492"/>
                    </a:lnTo>
                    <a:lnTo>
                      <a:pt x="2092" y="493"/>
                    </a:lnTo>
                    <a:lnTo>
                      <a:pt x="2093" y="492"/>
                    </a:lnTo>
                    <a:lnTo>
                      <a:pt x="2094" y="492"/>
                    </a:lnTo>
                    <a:lnTo>
                      <a:pt x="2094" y="492"/>
                    </a:lnTo>
                    <a:lnTo>
                      <a:pt x="2095" y="494"/>
                    </a:lnTo>
                    <a:lnTo>
                      <a:pt x="2096" y="493"/>
                    </a:lnTo>
                    <a:lnTo>
                      <a:pt x="2096" y="493"/>
                    </a:lnTo>
                    <a:lnTo>
                      <a:pt x="2097" y="492"/>
                    </a:lnTo>
                    <a:lnTo>
                      <a:pt x="2098" y="494"/>
                    </a:lnTo>
                    <a:lnTo>
                      <a:pt x="2098" y="494"/>
                    </a:lnTo>
                    <a:lnTo>
                      <a:pt x="2098" y="494"/>
                    </a:lnTo>
                    <a:lnTo>
                      <a:pt x="2098" y="494"/>
                    </a:lnTo>
                    <a:lnTo>
                      <a:pt x="2100" y="490"/>
                    </a:lnTo>
                    <a:lnTo>
                      <a:pt x="2100" y="490"/>
                    </a:lnTo>
                    <a:lnTo>
                      <a:pt x="2102" y="487"/>
                    </a:lnTo>
                    <a:lnTo>
                      <a:pt x="2102" y="487"/>
                    </a:lnTo>
                    <a:lnTo>
                      <a:pt x="2102" y="488"/>
                    </a:lnTo>
                    <a:lnTo>
                      <a:pt x="2103" y="485"/>
                    </a:lnTo>
                    <a:lnTo>
                      <a:pt x="2104" y="487"/>
                    </a:lnTo>
                    <a:lnTo>
                      <a:pt x="2104" y="487"/>
                    </a:lnTo>
                    <a:lnTo>
                      <a:pt x="2104" y="491"/>
                    </a:lnTo>
                    <a:lnTo>
                      <a:pt x="2106" y="488"/>
                    </a:lnTo>
                    <a:lnTo>
                      <a:pt x="2106" y="488"/>
                    </a:lnTo>
                    <a:lnTo>
                      <a:pt x="2107" y="486"/>
                    </a:lnTo>
                    <a:lnTo>
                      <a:pt x="2108" y="488"/>
                    </a:lnTo>
                    <a:lnTo>
                      <a:pt x="2108" y="489"/>
                    </a:lnTo>
                    <a:lnTo>
                      <a:pt x="2108" y="489"/>
                    </a:lnTo>
                    <a:lnTo>
                      <a:pt x="2110" y="489"/>
                    </a:lnTo>
                    <a:lnTo>
                      <a:pt x="2110" y="489"/>
                    </a:lnTo>
                    <a:lnTo>
                      <a:pt x="2111" y="488"/>
                    </a:lnTo>
                    <a:lnTo>
                      <a:pt x="2112" y="490"/>
                    </a:lnTo>
                    <a:lnTo>
                      <a:pt x="2112" y="490"/>
                    </a:lnTo>
                    <a:lnTo>
                      <a:pt x="2113" y="489"/>
                    </a:lnTo>
                    <a:lnTo>
                      <a:pt x="2114" y="492"/>
                    </a:lnTo>
                    <a:lnTo>
                      <a:pt x="2114" y="492"/>
                    </a:lnTo>
                    <a:lnTo>
                      <a:pt x="2115" y="493"/>
                    </a:lnTo>
                    <a:lnTo>
                      <a:pt x="2116" y="492"/>
                    </a:lnTo>
                    <a:lnTo>
                      <a:pt x="2116" y="492"/>
                    </a:lnTo>
                    <a:lnTo>
                      <a:pt x="2118" y="490"/>
                    </a:lnTo>
                    <a:lnTo>
                      <a:pt x="2118" y="490"/>
                    </a:lnTo>
                    <a:lnTo>
                      <a:pt x="2118" y="490"/>
                    </a:lnTo>
                    <a:lnTo>
                      <a:pt x="2118" y="490"/>
                    </a:lnTo>
                    <a:lnTo>
                      <a:pt x="2120" y="492"/>
                    </a:lnTo>
                    <a:lnTo>
                      <a:pt x="2120" y="492"/>
                    </a:lnTo>
                    <a:lnTo>
                      <a:pt x="2121" y="492"/>
                    </a:lnTo>
                    <a:lnTo>
                      <a:pt x="2122" y="492"/>
                    </a:lnTo>
                    <a:lnTo>
                      <a:pt x="2122" y="492"/>
                    </a:lnTo>
                    <a:lnTo>
                      <a:pt x="2124" y="489"/>
                    </a:lnTo>
                    <a:lnTo>
                      <a:pt x="2124" y="489"/>
                    </a:lnTo>
                    <a:lnTo>
                      <a:pt x="2126" y="484"/>
                    </a:lnTo>
                    <a:lnTo>
                      <a:pt x="2126" y="484"/>
                    </a:lnTo>
                    <a:lnTo>
                      <a:pt x="2128" y="478"/>
                    </a:lnTo>
                    <a:lnTo>
                      <a:pt x="2128" y="478"/>
                    </a:lnTo>
                    <a:lnTo>
                      <a:pt x="2130" y="472"/>
                    </a:lnTo>
                    <a:lnTo>
                      <a:pt x="2130" y="472"/>
                    </a:lnTo>
                    <a:lnTo>
                      <a:pt x="2132" y="469"/>
                    </a:lnTo>
                    <a:lnTo>
                      <a:pt x="2132" y="469"/>
                    </a:lnTo>
                    <a:lnTo>
                      <a:pt x="2134" y="467"/>
                    </a:lnTo>
                    <a:lnTo>
                      <a:pt x="2134" y="467"/>
                    </a:lnTo>
                    <a:lnTo>
                      <a:pt x="2135" y="467"/>
                    </a:lnTo>
                    <a:lnTo>
                      <a:pt x="2136" y="467"/>
                    </a:lnTo>
                    <a:lnTo>
                      <a:pt x="2136" y="467"/>
                    </a:lnTo>
                    <a:lnTo>
                      <a:pt x="2138" y="471"/>
                    </a:lnTo>
                    <a:lnTo>
                      <a:pt x="2138" y="471"/>
                    </a:lnTo>
                    <a:lnTo>
                      <a:pt x="2139" y="469"/>
                    </a:lnTo>
                    <a:lnTo>
                      <a:pt x="2140" y="469"/>
                    </a:lnTo>
                    <a:lnTo>
                      <a:pt x="2140" y="469"/>
                    </a:lnTo>
                    <a:lnTo>
                      <a:pt x="2140" y="470"/>
                    </a:lnTo>
                    <a:lnTo>
                      <a:pt x="2141" y="469"/>
                    </a:lnTo>
                    <a:lnTo>
                      <a:pt x="2142" y="469"/>
                    </a:lnTo>
                    <a:lnTo>
                      <a:pt x="2142" y="469"/>
                    </a:lnTo>
                    <a:lnTo>
                      <a:pt x="2143" y="470"/>
                    </a:lnTo>
                    <a:lnTo>
                      <a:pt x="2144" y="466"/>
                    </a:lnTo>
                    <a:lnTo>
                      <a:pt x="2144" y="466"/>
                    </a:lnTo>
                    <a:lnTo>
                      <a:pt x="2146" y="464"/>
                    </a:lnTo>
                    <a:lnTo>
                      <a:pt x="2146" y="464"/>
                    </a:lnTo>
                    <a:lnTo>
                      <a:pt x="2146" y="464"/>
                    </a:lnTo>
                    <a:lnTo>
                      <a:pt x="2148" y="461"/>
                    </a:lnTo>
                    <a:lnTo>
                      <a:pt x="2148" y="461"/>
                    </a:lnTo>
                    <a:lnTo>
                      <a:pt x="2150" y="460"/>
                    </a:lnTo>
                    <a:lnTo>
                      <a:pt x="2150" y="460"/>
                    </a:lnTo>
                    <a:lnTo>
                      <a:pt x="2152" y="458"/>
                    </a:lnTo>
                    <a:lnTo>
                      <a:pt x="2152" y="457"/>
                    </a:lnTo>
                    <a:lnTo>
                      <a:pt x="2152" y="457"/>
                    </a:lnTo>
                    <a:lnTo>
                      <a:pt x="2154" y="459"/>
                    </a:lnTo>
                    <a:lnTo>
                      <a:pt x="2154" y="458"/>
                    </a:lnTo>
                    <a:lnTo>
                      <a:pt x="2154" y="458"/>
                    </a:lnTo>
                    <a:lnTo>
                      <a:pt x="2155" y="456"/>
                    </a:lnTo>
                    <a:lnTo>
                      <a:pt x="2156" y="457"/>
                    </a:lnTo>
                    <a:lnTo>
                      <a:pt x="2156" y="457"/>
                    </a:lnTo>
                    <a:lnTo>
                      <a:pt x="2157" y="457"/>
                    </a:lnTo>
                    <a:lnTo>
                      <a:pt x="2158" y="455"/>
                    </a:lnTo>
                    <a:lnTo>
                      <a:pt x="2158" y="455"/>
                    </a:lnTo>
                    <a:lnTo>
                      <a:pt x="2158" y="455"/>
                    </a:lnTo>
                    <a:lnTo>
                      <a:pt x="2160" y="457"/>
                    </a:lnTo>
                    <a:lnTo>
                      <a:pt x="2160" y="456"/>
                    </a:lnTo>
                    <a:lnTo>
                      <a:pt x="2160" y="456"/>
                    </a:lnTo>
                    <a:lnTo>
                      <a:pt x="2160" y="457"/>
                    </a:lnTo>
                    <a:lnTo>
                      <a:pt x="2161" y="455"/>
                    </a:lnTo>
                    <a:lnTo>
                      <a:pt x="2162" y="456"/>
                    </a:lnTo>
                    <a:lnTo>
                      <a:pt x="2162" y="456"/>
                    </a:lnTo>
                    <a:lnTo>
                      <a:pt x="2162" y="456"/>
                    </a:lnTo>
                    <a:lnTo>
                      <a:pt x="2164" y="453"/>
                    </a:lnTo>
                    <a:lnTo>
                      <a:pt x="2164" y="453"/>
                    </a:lnTo>
                    <a:lnTo>
                      <a:pt x="2164" y="453"/>
                    </a:lnTo>
                    <a:lnTo>
                      <a:pt x="2166" y="453"/>
                    </a:lnTo>
                    <a:lnTo>
                      <a:pt x="2166" y="453"/>
                    </a:lnTo>
                    <a:lnTo>
                      <a:pt x="2167" y="453"/>
                    </a:lnTo>
                    <a:lnTo>
                      <a:pt x="2168" y="452"/>
                    </a:lnTo>
                    <a:lnTo>
                      <a:pt x="2168" y="452"/>
                    </a:lnTo>
                    <a:lnTo>
                      <a:pt x="2170" y="451"/>
                    </a:lnTo>
                    <a:lnTo>
                      <a:pt x="2170" y="450"/>
                    </a:lnTo>
                    <a:lnTo>
                      <a:pt x="2172" y="447"/>
                    </a:lnTo>
                    <a:lnTo>
                      <a:pt x="2172" y="447"/>
                    </a:lnTo>
                    <a:lnTo>
                      <a:pt x="2172" y="447"/>
                    </a:lnTo>
                    <a:lnTo>
                      <a:pt x="2174" y="442"/>
                    </a:lnTo>
                    <a:lnTo>
                      <a:pt x="2174" y="442"/>
                    </a:lnTo>
                    <a:lnTo>
                      <a:pt x="2176" y="439"/>
                    </a:lnTo>
                    <a:lnTo>
                      <a:pt x="2176" y="439"/>
                    </a:lnTo>
                    <a:lnTo>
                      <a:pt x="2176" y="439"/>
                    </a:lnTo>
                    <a:lnTo>
                      <a:pt x="2177" y="439"/>
                    </a:lnTo>
                    <a:lnTo>
                      <a:pt x="2178" y="439"/>
                    </a:lnTo>
                    <a:lnTo>
                      <a:pt x="2178" y="439"/>
                    </a:lnTo>
                    <a:lnTo>
                      <a:pt x="2180" y="437"/>
                    </a:lnTo>
                    <a:lnTo>
                      <a:pt x="2180" y="437"/>
                    </a:lnTo>
                    <a:lnTo>
                      <a:pt x="2181" y="436"/>
                    </a:lnTo>
                    <a:lnTo>
                      <a:pt x="2182" y="438"/>
                    </a:lnTo>
                    <a:lnTo>
                      <a:pt x="2182" y="439"/>
                    </a:lnTo>
                    <a:lnTo>
                      <a:pt x="2183" y="439"/>
                    </a:lnTo>
                    <a:lnTo>
                      <a:pt x="2184" y="438"/>
                    </a:lnTo>
                    <a:lnTo>
                      <a:pt x="2184" y="439"/>
                    </a:lnTo>
                    <a:lnTo>
                      <a:pt x="2184" y="439"/>
                    </a:lnTo>
                    <a:lnTo>
                      <a:pt x="2186" y="443"/>
                    </a:lnTo>
                    <a:lnTo>
                      <a:pt x="2186" y="443"/>
                    </a:lnTo>
                    <a:lnTo>
                      <a:pt x="2187" y="444"/>
                    </a:lnTo>
                    <a:lnTo>
                      <a:pt x="2188" y="443"/>
                    </a:lnTo>
                    <a:lnTo>
                      <a:pt x="2188" y="443"/>
                    </a:lnTo>
                    <a:lnTo>
                      <a:pt x="2190" y="440"/>
                    </a:lnTo>
                    <a:lnTo>
                      <a:pt x="2190" y="440"/>
                    </a:lnTo>
                    <a:lnTo>
                      <a:pt x="2192" y="435"/>
                    </a:lnTo>
                    <a:lnTo>
                      <a:pt x="2192" y="435"/>
                    </a:lnTo>
                    <a:lnTo>
                      <a:pt x="2192" y="435"/>
                    </a:lnTo>
                    <a:lnTo>
                      <a:pt x="2193" y="436"/>
                    </a:lnTo>
                    <a:lnTo>
                      <a:pt x="2194" y="434"/>
                    </a:lnTo>
                    <a:lnTo>
                      <a:pt x="2194" y="434"/>
                    </a:lnTo>
                    <a:lnTo>
                      <a:pt x="2195" y="433"/>
                    </a:lnTo>
                    <a:lnTo>
                      <a:pt x="2196" y="433"/>
                    </a:lnTo>
                    <a:lnTo>
                      <a:pt x="2196" y="433"/>
                    </a:lnTo>
                    <a:lnTo>
                      <a:pt x="2196" y="433"/>
                    </a:lnTo>
                    <a:lnTo>
                      <a:pt x="2198" y="428"/>
                    </a:lnTo>
                    <a:lnTo>
                      <a:pt x="2198" y="428"/>
                    </a:lnTo>
                    <a:lnTo>
                      <a:pt x="2198" y="428"/>
                    </a:lnTo>
                    <a:lnTo>
                      <a:pt x="2200" y="426"/>
                    </a:lnTo>
                    <a:lnTo>
                      <a:pt x="2200" y="425"/>
                    </a:lnTo>
                    <a:lnTo>
                      <a:pt x="2201" y="424"/>
                    </a:lnTo>
                    <a:lnTo>
                      <a:pt x="2202" y="424"/>
                    </a:lnTo>
                    <a:lnTo>
                      <a:pt x="2202" y="424"/>
                    </a:lnTo>
                    <a:lnTo>
                      <a:pt x="2204" y="422"/>
                    </a:lnTo>
                    <a:lnTo>
                      <a:pt x="2204" y="422"/>
                    </a:lnTo>
                    <a:lnTo>
                      <a:pt x="2205" y="421"/>
                    </a:lnTo>
                    <a:lnTo>
                      <a:pt x="2206" y="422"/>
                    </a:lnTo>
                    <a:lnTo>
                      <a:pt x="2206" y="422"/>
                    </a:lnTo>
                    <a:lnTo>
                      <a:pt x="2207" y="421"/>
                    </a:lnTo>
                    <a:lnTo>
                      <a:pt x="2208" y="422"/>
                    </a:lnTo>
                    <a:lnTo>
                      <a:pt x="2208" y="422"/>
                    </a:lnTo>
                    <a:lnTo>
                      <a:pt x="2208" y="423"/>
                    </a:lnTo>
                    <a:lnTo>
                      <a:pt x="2210" y="422"/>
                    </a:lnTo>
                    <a:lnTo>
                      <a:pt x="2210" y="422"/>
                    </a:lnTo>
                    <a:lnTo>
                      <a:pt x="2211" y="422"/>
                    </a:lnTo>
                    <a:lnTo>
                      <a:pt x="2212" y="422"/>
                    </a:lnTo>
                    <a:lnTo>
                      <a:pt x="2212" y="422"/>
                    </a:lnTo>
                    <a:lnTo>
                      <a:pt x="2214" y="419"/>
                    </a:lnTo>
                    <a:lnTo>
                      <a:pt x="2214" y="418"/>
                    </a:lnTo>
                    <a:lnTo>
                      <a:pt x="2216" y="415"/>
                    </a:lnTo>
                    <a:lnTo>
                      <a:pt x="2216" y="415"/>
                    </a:lnTo>
                    <a:lnTo>
                      <a:pt x="2218" y="411"/>
                    </a:lnTo>
                    <a:lnTo>
                      <a:pt x="2218" y="411"/>
                    </a:lnTo>
                    <a:lnTo>
                      <a:pt x="2220" y="408"/>
                    </a:lnTo>
                    <a:lnTo>
                      <a:pt x="2220" y="408"/>
                    </a:lnTo>
                    <a:lnTo>
                      <a:pt x="2222" y="407"/>
                    </a:lnTo>
                    <a:lnTo>
                      <a:pt x="2222" y="407"/>
                    </a:lnTo>
                    <a:lnTo>
                      <a:pt x="2223" y="407"/>
                    </a:lnTo>
                    <a:lnTo>
                      <a:pt x="2223" y="406"/>
                    </a:lnTo>
                    <a:lnTo>
                      <a:pt x="2224" y="406"/>
                    </a:lnTo>
                    <a:lnTo>
                      <a:pt x="2224" y="406"/>
                    </a:lnTo>
                    <a:lnTo>
                      <a:pt x="2226" y="408"/>
                    </a:lnTo>
                    <a:lnTo>
                      <a:pt x="2226" y="408"/>
                    </a:lnTo>
                    <a:lnTo>
                      <a:pt x="2228" y="413"/>
                    </a:lnTo>
                    <a:lnTo>
                      <a:pt x="2228" y="413"/>
                    </a:lnTo>
                    <a:lnTo>
                      <a:pt x="2230" y="416"/>
                    </a:lnTo>
                    <a:lnTo>
                      <a:pt x="2230" y="416"/>
                    </a:lnTo>
                    <a:lnTo>
                      <a:pt x="2231" y="417"/>
                    </a:lnTo>
                    <a:lnTo>
                      <a:pt x="2232" y="417"/>
                    </a:lnTo>
                    <a:lnTo>
                      <a:pt x="2232" y="417"/>
                    </a:lnTo>
                    <a:lnTo>
                      <a:pt x="2234" y="416"/>
                    </a:lnTo>
                    <a:lnTo>
                      <a:pt x="2234" y="416"/>
                    </a:lnTo>
                    <a:lnTo>
                      <a:pt x="2234" y="416"/>
                    </a:lnTo>
                    <a:lnTo>
                      <a:pt x="2236" y="420"/>
                    </a:lnTo>
                    <a:lnTo>
                      <a:pt x="2236" y="421"/>
                    </a:lnTo>
                    <a:lnTo>
                      <a:pt x="2238" y="423"/>
                    </a:lnTo>
                    <a:lnTo>
                      <a:pt x="2238" y="423"/>
                    </a:lnTo>
                    <a:lnTo>
                      <a:pt x="2238" y="424"/>
                    </a:lnTo>
                    <a:lnTo>
                      <a:pt x="2240" y="422"/>
                    </a:lnTo>
                    <a:lnTo>
                      <a:pt x="2240" y="422"/>
                    </a:lnTo>
                    <a:lnTo>
                      <a:pt x="2242" y="421"/>
                    </a:lnTo>
                    <a:lnTo>
                      <a:pt x="2242" y="421"/>
                    </a:lnTo>
                    <a:lnTo>
                      <a:pt x="2242" y="421"/>
                    </a:lnTo>
                    <a:lnTo>
                      <a:pt x="2244" y="425"/>
                    </a:lnTo>
                    <a:lnTo>
                      <a:pt x="2244" y="425"/>
                    </a:lnTo>
                    <a:lnTo>
                      <a:pt x="2246" y="431"/>
                    </a:lnTo>
                    <a:lnTo>
                      <a:pt x="2246" y="431"/>
                    </a:lnTo>
                    <a:lnTo>
                      <a:pt x="2248" y="436"/>
                    </a:lnTo>
                    <a:lnTo>
                      <a:pt x="2248" y="436"/>
                    </a:lnTo>
                    <a:lnTo>
                      <a:pt x="2250" y="441"/>
                    </a:lnTo>
                    <a:lnTo>
                      <a:pt x="2250" y="441"/>
                    </a:lnTo>
                    <a:lnTo>
                      <a:pt x="2252" y="446"/>
                    </a:lnTo>
                    <a:lnTo>
                      <a:pt x="2252" y="446"/>
                    </a:lnTo>
                    <a:lnTo>
                      <a:pt x="2254" y="450"/>
                    </a:lnTo>
                    <a:lnTo>
                      <a:pt x="2254" y="450"/>
                    </a:lnTo>
                    <a:lnTo>
                      <a:pt x="2256" y="454"/>
                    </a:lnTo>
                    <a:lnTo>
                      <a:pt x="2256" y="454"/>
                    </a:lnTo>
                    <a:lnTo>
                      <a:pt x="2258" y="460"/>
                    </a:lnTo>
                    <a:lnTo>
                      <a:pt x="2258" y="460"/>
                    </a:lnTo>
                    <a:lnTo>
                      <a:pt x="2260" y="465"/>
                    </a:lnTo>
                    <a:lnTo>
                      <a:pt x="2260" y="465"/>
                    </a:lnTo>
                    <a:lnTo>
                      <a:pt x="2262" y="466"/>
                    </a:lnTo>
                    <a:lnTo>
                      <a:pt x="2262" y="466"/>
                    </a:lnTo>
                    <a:lnTo>
                      <a:pt x="2263" y="466"/>
                    </a:lnTo>
                    <a:lnTo>
                      <a:pt x="2264" y="466"/>
                    </a:lnTo>
                    <a:lnTo>
                      <a:pt x="2264" y="466"/>
                    </a:lnTo>
                    <a:lnTo>
                      <a:pt x="2266" y="465"/>
                    </a:lnTo>
                    <a:lnTo>
                      <a:pt x="2266" y="465"/>
                    </a:lnTo>
                    <a:lnTo>
                      <a:pt x="2268" y="464"/>
                    </a:lnTo>
                    <a:lnTo>
                      <a:pt x="2268" y="464"/>
                    </a:lnTo>
                    <a:lnTo>
                      <a:pt x="2268" y="464"/>
                    </a:lnTo>
                    <a:lnTo>
                      <a:pt x="2269" y="464"/>
                    </a:lnTo>
                    <a:lnTo>
                      <a:pt x="2270" y="465"/>
                    </a:lnTo>
                    <a:lnTo>
                      <a:pt x="2270" y="465"/>
                    </a:lnTo>
                    <a:lnTo>
                      <a:pt x="2272" y="468"/>
                    </a:lnTo>
                    <a:lnTo>
                      <a:pt x="2272" y="468"/>
                    </a:lnTo>
                    <a:lnTo>
                      <a:pt x="2273" y="469"/>
                    </a:lnTo>
                    <a:lnTo>
                      <a:pt x="2274" y="467"/>
                    </a:lnTo>
                    <a:lnTo>
                      <a:pt x="2274" y="467"/>
                    </a:lnTo>
                    <a:lnTo>
                      <a:pt x="2275" y="467"/>
                    </a:lnTo>
                    <a:lnTo>
                      <a:pt x="2276" y="468"/>
                    </a:lnTo>
                    <a:lnTo>
                      <a:pt x="2276" y="468"/>
                    </a:lnTo>
                    <a:lnTo>
                      <a:pt x="2278" y="472"/>
                    </a:lnTo>
                    <a:lnTo>
                      <a:pt x="2278" y="472"/>
                    </a:lnTo>
                    <a:lnTo>
                      <a:pt x="2280" y="477"/>
                    </a:lnTo>
                    <a:lnTo>
                      <a:pt x="2280" y="477"/>
                    </a:lnTo>
                    <a:lnTo>
                      <a:pt x="2281" y="478"/>
                    </a:lnTo>
                    <a:lnTo>
                      <a:pt x="2282" y="476"/>
                    </a:lnTo>
                    <a:lnTo>
                      <a:pt x="2282" y="476"/>
                    </a:lnTo>
                    <a:lnTo>
                      <a:pt x="2284" y="473"/>
                    </a:lnTo>
                    <a:lnTo>
                      <a:pt x="2284" y="472"/>
                    </a:lnTo>
                    <a:lnTo>
                      <a:pt x="2286" y="471"/>
                    </a:lnTo>
                    <a:lnTo>
                      <a:pt x="2286" y="471"/>
                    </a:lnTo>
                    <a:lnTo>
                      <a:pt x="2288" y="469"/>
                    </a:lnTo>
                    <a:lnTo>
                      <a:pt x="2288" y="469"/>
                    </a:lnTo>
                    <a:lnTo>
                      <a:pt x="2290" y="468"/>
                    </a:lnTo>
                    <a:lnTo>
                      <a:pt x="2290" y="468"/>
                    </a:lnTo>
                    <a:lnTo>
                      <a:pt x="2290" y="468"/>
                    </a:lnTo>
                    <a:lnTo>
                      <a:pt x="2292" y="467"/>
                    </a:lnTo>
                    <a:lnTo>
                      <a:pt x="2292" y="467"/>
                    </a:lnTo>
                    <a:lnTo>
                      <a:pt x="2294" y="466"/>
                    </a:lnTo>
                    <a:lnTo>
                      <a:pt x="2294" y="466"/>
                    </a:lnTo>
                    <a:lnTo>
                      <a:pt x="2296" y="464"/>
                    </a:lnTo>
                    <a:lnTo>
                      <a:pt x="2296" y="464"/>
                    </a:lnTo>
                    <a:lnTo>
                      <a:pt x="2298" y="463"/>
                    </a:lnTo>
                    <a:lnTo>
                      <a:pt x="2298" y="462"/>
                    </a:lnTo>
                    <a:lnTo>
                      <a:pt x="2300" y="462"/>
                    </a:lnTo>
                    <a:lnTo>
                      <a:pt x="2300" y="462"/>
                    </a:lnTo>
                    <a:lnTo>
                      <a:pt x="2300" y="462"/>
                    </a:lnTo>
                    <a:lnTo>
                      <a:pt x="2302" y="461"/>
                    </a:lnTo>
                    <a:lnTo>
                      <a:pt x="2302" y="461"/>
                    </a:lnTo>
                    <a:lnTo>
                      <a:pt x="2302" y="461"/>
                    </a:lnTo>
                    <a:lnTo>
                      <a:pt x="2303" y="461"/>
                    </a:lnTo>
                    <a:lnTo>
                      <a:pt x="2304" y="461"/>
                    </a:lnTo>
                    <a:lnTo>
                      <a:pt x="2304" y="461"/>
                    </a:lnTo>
                    <a:lnTo>
                      <a:pt x="2304" y="461"/>
                    </a:lnTo>
                    <a:lnTo>
                      <a:pt x="2305" y="461"/>
                    </a:lnTo>
                    <a:lnTo>
                      <a:pt x="2306" y="462"/>
                    </a:lnTo>
                    <a:lnTo>
                      <a:pt x="2306" y="462"/>
                    </a:lnTo>
                    <a:lnTo>
                      <a:pt x="2308" y="463"/>
                    </a:lnTo>
                    <a:lnTo>
                      <a:pt x="2308" y="463"/>
                    </a:lnTo>
                    <a:lnTo>
                      <a:pt x="2310" y="464"/>
                    </a:lnTo>
                    <a:lnTo>
                      <a:pt x="2310" y="464"/>
                    </a:lnTo>
                    <a:lnTo>
                      <a:pt x="2312" y="465"/>
                    </a:lnTo>
                    <a:lnTo>
                      <a:pt x="2312" y="465"/>
                    </a:lnTo>
                    <a:lnTo>
                      <a:pt x="2314" y="466"/>
                    </a:lnTo>
                    <a:lnTo>
                      <a:pt x="2314" y="466"/>
                    </a:lnTo>
                    <a:lnTo>
                      <a:pt x="2316" y="468"/>
                    </a:lnTo>
                    <a:lnTo>
                      <a:pt x="2316" y="468"/>
                    </a:lnTo>
                    <a:lnTo>
                      <a:pt x="2316" y="468"/>
                    </a:lnTo>
                    <a:lnTo>
                      <a:pt x="2318" y="469"/>
                    </a:lnTo>
                    <a:lnTo>
                      <a:pt x="2318" y="469"/>
                    </a:lnTo>
                    <a:lnTo>
                      <a:pt x="2318" y="469"/>
                    </a:lnTo>
                    <a:lnTo>
                      <a:pt x="2319" y="468"/>
                    </a:lnTo>
                    <a:lnTo>
                      <a:pt x="2320" y="469"/>
                    </a:lnTo>
                    <a:lnTo>
                      <a:pt x="2320" y="469"/>
                    </a:lnTo>
                    <a:lnTo>
                      <a:pt x="2322" y="470"/>
                    </a:lnTo>
                    <a:lnTo>
                      <a:pt x="2322" y="470"/>
                    </a:lnTo>
                    <a:lnTo>
                      <a:pt x="2324" y="471"/>
                    </a:lnTo>
                    <a:lnTo>
                      <a:pt x="2324" y="471"/>
                    </a:lnTo>
                    <a:lnTo>
                      <a:pt x="2324" y="471"/>
                    </a:lnTo>
                    <a:lnTo>
                      <a:pt x="2325" y="471"/>
                    </a:lnTo>
                    <a:lnTo>
                      <a:pt x="2326" y="471"/>
                    </a:lnTo>
                    <a:lnTo>
                      <a:pt x="2326" y="471"/>
                    </a:lnTo>
                    <a:lnTo>
                      <a:pt x="2326" y="471"/>
                    </a:lnTo>
                    <a:lnTo>
                      <a:pt x="2328" y="470"/>
                    </a:lnTo>
                    <a:lnTo>
                      <a:pt x="2328" y="470"/>
                    </a:lnTo>
                    <a:lnTo>
                      <a:pt x="2330" y="469"/>
                    </a:lnTo>
                    <a:lnTo>
                      <a:pt x="2330" y="469"/>
                    </a:lnTo>
                    <a:lnTo>
                      <a:pt x="2331" y="469"/>
                    </a:lnTo>
                    <a:lnTo>
                      <a:pt x="2332" y="471"/>
                    </a:lnTo>
                    <a:lnTo>
                      <a:pt x="2332" y="471"/>
                    </a:lnTo>
                    <a:lnTo>
                      <a:pt x="2334" y="474"/>
                    </a:lnTo>
                    <a:lnTo>
                      <a:pt x="2334" y="474"/>
                    </a:lnTo>
                    <a:lnTo>
                      <a:pt x="2336" y="478"/>
                    </a:lnTo>
                    <a:lnTo>
                      <a:pt x="2336" y="479"/>
                    </a:lnTo>
                    <a:lnTo>
                      <a:pt x="2338" y="482"/>
                    </a:lnTo>
                    <a:lnTo>
                      <a:pt x="2338" y="483"/>
                    </a:lnTo>
                    <a:lnTo>
                      <a:pt x="2340" y="486"/>
                    </a:lnTo>
                    <a:lnTo>
                      <a:pt x="2340" y="486"/>
                    </a:lnTo>
                    <a:lnTo>
                      <a:pt x="2342" y="489"/>
                    </a:lnTo>
                    <a:lnTo>
                      <a:pt x="2342" y="489"/>
                    </a:lnTo>
                    <a:lnTo>
                      <a:pt x="2344" y="492"/>
                    </a:lnTo>
                    <a:lnTo>
                      <a:pt x="2344" y="492"/>
                    </a:lnTo>
                    <a:lnTo>
                      <a:pt x="2346" y="495"/>
                    </a:lnTo>
                    <a:lnTo>
                      <a:pt x="2346" y="495"/>
                    </a:lnTo>
                    <a:lnTo>
                      <a:pt x="2348" y="496"/>
                    </a:lnTo>
                    <a:lnTo>
                      <a:pt x="2348" y="497"/>
                    </a:lnTo>
                    <a:lnTo>
                      <a:pt x="2350" y="497"/>
                    </a:lnTo>
                    <a:lnTo>
                      <a:pt x="2350" y="497"/>
                    </a:lnTo>
                    <a:lnTo>
                      <a:pt x="2350" y="497"/>
                    </a:lnTo>
                    <a:lnTo>
                      <a:pt x="2352" y="497"/>
                    </a:lnTo>
                    <a:lnTo>
                      <a:pt x="2352" y="497"/>
                    </a:lnTo>
                    <a:lnTo>
                      <a:pt x="2353" y="496"/>
                    </a:lnTo>
                    <a:lnTo>
                      <a:pt x="2354" y="497"/>
                    </a:lnTo>
                    <a:lnTo>
                      <a:pt x="2354" y="497"/>
                    </a:lnTo>
                    <a:lnTo>
                      <a:pt x="2356" y="500"/>
                    </a:lnTo>
                    <a:lnTo>
                      <a:pt x="2356" y="500"/>
                    </a:lnTo>
                    <a:lnTo>
                      <a:pt x="2358" y="502"/>
                    </a:lnTo>
                    <a:lnTo>
                      <a:pt x="2358" y="502"/>
                    </a:lnTo>
                    <a:lnTo>
                      <a:pt x="2360" y="504"/>
                    </a:lnTo>
                    <a:lnTo>
                      <a:pt x="2360" y="504"/>
                    </a:lnTo>
                    <a:lnTo>
                      <a:pt x="2360" y="504"/>
                    </a:lnTo>
                    <a:lnTo>
                      <a:pt x="2362" y="503"/>
                    </a:lnTo>
                    <a:lnTo>
                      <a:pt x="2362" y="503"/>
                    </a:lnTo>
                    <a:lnTo>
                      <a:pt x="2362" y="503"/>
                    </a:lnTo>
                    <a:lnTo>
                      <a:pt x="2363" y="502"/>
                    </a:lnTo>
                    <a:lnTo>
                      <a:pt x="2364" y="503"/>
                    </a:lnTo>
                    <a:lnTo>
                      <a:pt x="2364" y="503"/>
                    </a:lnTo>
                    <a:lnTo>
                      <a:pt x="2365" y="503"/>
                    </a:lnTo>
                    <a:lnTo>
                      <a:pt x="2366" y="505"/>
                    </a:lnTo>
                    <a:lnTo>
                      <a:pt x="2366" y="506"/>
                    </a:lnTo>
                    <a:lnTo>
                      <a:pt x="2367" y="507"/>
                    </a:lnTo>
                    <a:lnTo>
                      <a:pt x="2368" y="506"/>
                    </a:lnTo>
                    <a:lnTo>
                      <a:pt x="2368" y="506"/>
                    </a:lnTo>
                    <a:lnTo>
                      <a:pt x="2370" y="505"/>
                    </a:lnTo>
                    <a:lnTo>
                      <a:pt x="2370" y="505"/>
                    </a:lnTo>
                    <a:lnTo>
                      <a:pt x="2370" y="505"/>
                    </a:lnTo>
                    <a:lnTo>
                      <a:pt x="2372" y="504"/>
                    </a:lnTo>
                    <a:lnTo>
                      <a:pt x="2372" y="504"/>
                    </a:lnTo>
                    <a:lnTo>
                      <a:pt x="2374" y="499"/>
                    </a:lnTo>
                    <a:lnTo>
                      <a:pt x="2374" y="499"/>
                    </a:lnTo>
                    <a:lnTo>
                      <a:pt x="2376" y="495"/>
                    </a:lnTo>
                    <a:lnTo>
                      <a:pt x="2376" y="495"/>
                    </a:lnTo>
                    <a:lnTo>
                      <a:pt x="2378" y="490"/>
                    </a:lnTo>
                    <a:lnTo>
                      <a:pt x="2378" y="490"/>
                    </a:lnTo>
                    <a:lnTo>
                      <a:pt x="2380" y="488"/>
                    </a:lnTo>
                    <a:lnTo>
                      <a:pt x="2380" y="488"/>
                    </a:lnTo>
                    <a:lnTo>
                      <a:pt x="2380" y="488"/>
                    </a:lnTo>
                    <a:lnTo>
                      <a:pt x="2382" y="488"/>
                    </a:lnTo>
                    <a:lnTo>
                      <a:pt x="2382" y="487"/>
                    </a:lnTo>
                    <a:lnTo>
                      <a:pt x="2382" y="487"/>
                    </a:lnTo>
                    <a:lnTo>
                      <a:pt x="2384" y="484"/>
                    </a:lnTo>
                    <a:lnTo>
                      <a:pt x="2384" y="484"/>
                    </a:lnTo>
                    <a:lnTo>
                      <a:pt x="2386" y="481"/>
                    </a:lnTo>
                    <a:lnTo>
                      <a:pt x="2387" y="481"/>
                    </a:lnTo>
                    <a:lnTo>
                      <a:pt x="2388" y="480"/>
                    </a:lnTo>
                    <a:lnTo>
                      <a:pt x="2388" y="480"/>
                    </a:lnTo>
                    <a:lnTo>
                      <a:pt x="2388" y="480"/>
                    </a:lnTo>
                    <a:lnTo>
                      <a:pt x="2390" y="482"/>
                    </a:lnTo>
                    <a:lnTo>
                      <a:pt x="2390" y="482"/>
                    </a:lnTo>
                    <a:lnTo>
                      <a:pt x="2392" y="484"/>
                    </a:lnTo>
                    <a:lnTo>
                      <a:pt x="2393" y="484"/>
                    </a:lnTo>
                    <a:lnTo>
                      <a:pt x="2393" y="484"/>
                    </a:lnTo>
                    <a:lnTo>
                      <a:pt x="2394" y="484"/>
                    </a:lnTo>
                    <a:lnTo>
                      <a:pt x="2394" y="484"/>
                    </a:lnTo>
                    <a:lnTo>
                      <a:pt x="2394" y="484"/>
                    </a:lnTo>
                    <a:lnTo>
                      <a:pt x="2395" y="484"/>
                    </a:lnTo>
                    <a:lnTo>
                      <a:pt x="2396" y="485"/>
                    </a:lnTo>
                    <a:lnTo>
                      <a:pt x="2396" y="485"/>
                    </a:lnTo>
                    <a:lnTo>
                      <a:pt x="2398" y="486"/>
                    </a:lnTo>
                    <a:lnTo>
                      <a:pt x="2399" y="487"/>
                    </a:lnTo>
                    <a:lnTo>
                      <a:pt x="2400" y="489"/>
                    </a:lnTo>
                    <a:lnTo>
                      <a:pt x="2400" y="489"/>
                    </a:lnTo>
                    <a:lnTo>
                      <a:pt x="2402" y="491"/>
                    </a:lnTo>
                    <a:lnTo>
                      <a:pt x="2402" y="491"/>
                    </a:lnTo>
                    <a:lnTo>
                      <a:pt x="2402" y="491"/>
                    </a:lnTo>
                    <a:lnTo>
                      <a:pt x="2403" y="491"/>
                    </a:lnTo>
                    <a:lnTo>
                      <a:pt x="2404" y="489"/>
                    </a:lnTo>
                    <a:lnTo>
                      <a:pt x="2405" y="489"/>
                    </a:lnTo>
                    <a:lnTo>
                      <a:pt x="2405" y="488"/>
                    </a:lnTo>
                    <a:lnTo>
                      <a:pt x="2406" y="489"/>
                    </a:lnTo>
                    <a:lnTo>
                      <a:pt x="2406" y="489"/>
                    </a:lnTo>
                    <a:lnTo>
                      <a:pt x="2406" y="489"/>
                    </a:lnTo>
                    <a:lnTo>
                      <a:pt x="2408" y="490"/>
                    </a:lnTo>
                    <a:lnTo>
                      <a:pt x="2408" y="490"/>
                    </a:lnTo>
                    <a:lnTo>
                      <a:pt x="2409" y="491"/>
                    </a:lnTo>
                    <a:lnTo>
                      <a:pt x="2410" y="488"/>
                    </a:lnTo>
                    <a:lnTo>
                      <a:pt x="2411" y="487"/>
                    </a:lnTo>
                    <a:lnTo>
                      <a:pt x="2412" y="481"/>
                    </a:lnTo>
                    <a:lnTo>
                      <a:pt x="2412" y="480"/>
                    </a:lnTo>
                    <a:lnTo>
                      <a:pt x="2414" y="477"/>
                    </a:lnTo>
                    <a:lnTo>
                      <a:pt x="2414" y="477"/>
                    </a:lnTo>
                    <a:lnTo>
                      <a:pt x="2414" y="477"/>
                    </a:lnTo>
                    <a:lnTo>
                      <a:pt x="2416" y="475"/>
                    </a:lnTo>
                    <a:lnTo>
                      <a:pt x="2417" y="475"/>
                    </a:lnTo>
                    <a:lnTo>
                      <a:pt x="2417" y="476"/>
                    </a:lnTo>
                    <a:lnTo>
                      <a:pt x="2418" y="474"/>
                    </a:lnTo>
                    <a:lnTo>
                      <a:pt x="2418" y="474"/>
                    </a:lnTo>
                    <a:lnTo>
                      <a:pt x="2419" y="472"/>
                    </a:lnTo>
                    <a:lnTo>
                      <a:pt x="2420" y="475"/>
                    </a:lnTo>
                    <a:lnTo>
                      <a:pt x="2420" y="475"/>
                    </a:lnTo>
                    <a:lnTo>
                      <a:pt x="2422" y="480"/>
                    </a:lnTo>
                    <a:lnTo>
                      <a:pt x="2422" y="480"/>
                    </a:lnTo>
                    <a:lnTo>
                      <a:pt x="2424" y="487"/>
                    </a:lnTo>
                    <a:lnTo>
                      <a:pt x="2424" y="486"/>
                    </a:lnTo>
                    <a:lnTo>
                      <a:pt x="2424" y="486"/>
                    </a:lnTo>
                    <a:lnTo>
                      <a:pt x="2426" y="483"/>
                    </a:lnTo>
                    <a:lnTo>
                      <a:pt x="2426" y="483"/>
                    </a:lnTo>
                    <a:lnTo>
                      <a:pt x="2428" y="482"/>
                    </a:lnTo>
                    <a:lnTo>
                      <a:pt x="2429" y="482"/>
                    </a:lnTo>
                    <a:lnTo>
                      <a:pt x="2430" y="481"/>
                    </a:lnTo>
                    <a:lnTo>
                      <a:pt x="2430" y="482"/>
                    </a:lnTo>
                    <a:lnTo>
                      <a:pt x="2430" y="482"/>
                    </a:lnTo>
                    <a:lnTo>
                      <a:pt x="2432" y="489"/>
                    </a:lnTo>
                    <a:lnTo>
                      <a:pt x="2432" y="489"/>
                    </a:lnTo>
                    <a:lnTo>
                      <a:pt x="2434" y="491"/>
                    </a:lnTo>
                    <a:lnTo>
                      <a:pt x="2435" y="491"/>
                    </a:lnTo>
                    <a:lnTo>
                      <a:pt x="2436" y="493"/>
                    </a:lnTo>
                    <a:lnTo>
                      <a:pt x="2436" y="494"/>
                    </a:lnTo>
                    <a:lnTo>
                      <a:pt x="2438" y="502"/>
                    </a:lnTo>
                    <a:lnTo>
                      <a:pt x="2438" y="503"/>
                    </a:lnTo>
                    <a:lnTo>
                      <a:pt x="2440" y="513"/>
                    </a:lnTo>
                    <a:lnTo>
                      <a:pt x="2440" y="513"/>
                    </a:lnTo>
                    <a:lnTo>
                      <a:pt x="2442" y="524"/>
                    </a:lnTo>
                    <a:lnTo>
                      <a:pt x="2442" y="525"/>
                    </a:lnTo>
                  </a:path>
                </a:pathLst>
              </a:custGeom>
              <a:noFill/>
              <a:ln w="19050" cap="flat">
                <a:solidFill>
                  <a:srgbClr val="FF0000">
                    <a:alpha val="69804"/>
                  </a:srgb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271" name="Freeform 266">
              <a:extLst>
                <a:ext uri="{FF2B5EF4-FFF2-40B4-BE49-F238E27FC236}">
                  <a16:creationId xmlns:a16="http://schemas.microsoft.com/office/drawing/2014/main" id="{B315ADC8-B907-920E-0652-E6383F8E8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450" y="4162946"/>
              <a:ext cx="1285875" cy="385864"/>
            </a:xfrm>
            <a:custGeom>
              <a:avLst/>
              <a:gdLst>
                <a:gd name="T0" fmla="*/ 34 w 2194"/>
                <a:gd name="T1" fmla="*/ 2 h 739"/>
                <a:gd name="T2" fmla="*/ 69 w 2194"/>
                <a:gd name="T3" fmla="*/ 2 h 739"/>
                <a:gd name="T4" fmla="*/ 103 w 2194"/>
                <a:gd name="T5" fmla="*/ 223 h 739"/>
                <a:gd name="T6" fmla="*/ 138 w 2194"/>
                <a:gd name="T7" fmla="*/ 61 h 739"/>
                <a:gd name="T8" fmla="*/ 172 w 2194"/>
                <a:gd name="T9" fmla="*/ 115 h 739"/>
                <a:gd name="T10" fmla="*/ 208 w 2194"/>
                <a:gd name="T11" fmla="*/ 214 h 739"/>
                <a:gd name="T12" fmla="*/ 241 w 2194"/>
                <a:gd name="T13" fmla="*/ 215 h 739"/>
                <a:gd name="T14" fmla="*/ 276 w 2194"/>
                <a:gd name="T15" fmla="*/ 4 h 739"/>
                <a:gd name="T16" fmla="*/ 310 w 2194"/>
                <a:gd name="T17" fmla="*/ 26 h 739"/>
                <a:gd name="T18" fmla="*/ 345 w 2194"/>
                <a:gd name="T19" fmla="*/ 48 h 739"/>
                <a:gd name="T20" fmla="*/ 380 w 2194"/>
                <a:gd name="T21" fmla="*/ 215 h 739"/>
                <a:gd name="T22" fmla="*/ 415 w 2194"/>
                <a:gd name="T23" fmla="*/ 44 h 739"/>
                <a:gd name="T24" fmla="*/ 449 w 2194"/>
                <a:gd name="T25" fmla="*/ 121 h 739"/>
                <a:gd name="T26" fmla="*/ 485 w 2194"/>
                <a:gd name="T27" fmla="*/ 108 h 739"/>
                <a:gd name="T28" fmla="*/ 519 w 2194"/>
                <a:gd name="T29" fmla="*/ 107 h 739"/>
                <a:gd name="T30" fmla="*/ 555 w 2194"/>
                <a:gd name="T31" fmla="*/ 212 h 739"/>
                <a:gd name="T32" fmla="*/ 589 w 2194"/>
                <a:gd name="T33" fmla="*/ 107 h 739"/>
                <a:gd name="T34" fmla="*/ 623 w 2194"/>
                <a:gd name="T35" fmla="*/ 109 h 739"/>
                <a:gd name="T36" fmla="*/ 658 w 2194"/>
                <a:gd name="T37" fmla="*/ 1 h 739"/>
                <a:gd name="T38" fmla="*/ 693 w 2194"/>
                <a:gd name="T39" fmla="*/ 14 h 739"/>
                <a:gd name="T40" fmla="*/ 727 w 2194"/>
                <a:gd name="T41" fmla="*/ 176 h 739"/>
                <a:gd name="T42" fmla="*/ 761 w 2194"/>
                <a:gd name="T43" fmla="*/ 211 h 739"/>
                <a:gd name="T44" fmla="*/ 795 w 2194"/>
                <a:gd name="T45" fmla="*/ 5 h 739"/>
                <a:gd name="T46" fmla="*/ 830 w 2194"/>
                <a:gd name="T47" fmla="*/ 14 h 739"/>
                <a:gd name="T48" fmla="*/ 865 w 2194"/>
                <a:gd name="T49" fmla="*/ 20 h 739"/>
                <a:gd name="T50" fmla="*/ 900 w 2194"/>
                <a:gd name="T51" fmla="*/ 13 h 739"/>
                <a:gd name="T52" fmla="*/ 934 w 2194"/>
                <a:gd name="T53" fmla="*/ 15 h 739"/>
                <a:gd name="T54" fmla="*/ 969 w 2194"/>
                <a:gd name="T55" fmla="*/ 19 h 739"/>
                <a:gd name="T56" fmla="*/ 1004 w 2194"/>
                <a:gd name="T57" fmla="*/ 113 h 739"/>
                <a:gd name="T58" fmla="*/ 1038 w 2194"/>
                <a:gd name="T59" fmla="*/ 216 h 739"/>
                <a:gd name="T60" fmla="*/ 1072 w 2194"/>
                <a:gd name="T61" fmla="*/ 215 h 739"/>
                <a:gd name="T62" fmla="*/ 1108 w 2194"/>
                <a:gd name="T63" fmla="*/ 75 h 739"/>
                <a:gd name="T64" fmla="*/ 1142 w 2194"/>
                <a:gd name="T65" fmla="*/ 2 h 739"/>
                <a:gd name="T66" fmla="*/ 1176 w 2194"/>
                <a:gd name="T67" fmla="*/ 2 h 739"/>
                <a:gd name="T68" fmla="*/ 1212 w 2194"/>
                <a:gd name="T69" fmla="*/ 36 h 739"/>
                <a:gd name="T70" fmla="*/ 1246 w 2194"/>
                <a:gd name="T71" fmla="*/ 121 h 739"/>
                <a:gd name="T72" fmla="*/ 1280 w 2194"/>
                <a:gd name="T73" fmla="*/ 21 h 739"/>
                <a:gd name="T74" fmla="*/ 1314 w 2194"/>
                <a:gd name="T75" fmla="*/ 218 h 739"/>
                <a:gd name="T76" fmla="*/ 1348 w 2194"/>
                <a:gd name="T77" fmla="*/ 114 h 739"/>
                <a:gd name="T78" fmla="*/ 1385 w 2194"/>
                <a:gd name="T79" fmla="*/ 216 h 739"/>
                <a:gd name="T80" fmla="*/ 1418 w 2194"/>
                <a:gd name="T81" fmla="*/ 2 h 739"/>
                <a:gd name="T82" fmla="*/ 1453 w 2194"/>
                <a:gd name="T83" fmla="*/ 28 h 739"/>
                <a:gd name="T84" fmla="*/ 1489 w 2194"/>
                <a:gd name="T85" fmla="*/ 32 h 739"/>
                <a:gd name="T86" fmla="*/ 1523 w 2194"/>
                <a:gd name="T87" fmla="*/ 217 h 739"/>
                <a:gd name="T88" fmla="*/ 1557 w 2194"/>
                <a:gd name="T89" fmla="*/ 2 h 739"/>
                <a:gd name="T90" fmla="*/ 1592 w 2194"/>
                <a:gd name="T91" fmla="*/ 216 h 739"/>
                <a:gd name="T92" fmla="*/ 1626 w 2194"/>
                <a:gd name="T93" fmla="*/ 5 h 739"/>
                <a:gd name="T94" fmla="*/ 1661 w 2194"/>
                <a:gd name="T95" fmla="*/ 111 h 739"/>
                <a:gd name="T96" fmla="*/ 1695 w 2194"/>
                <a:gd name="T97" fmla="*/ 1 h 739"/>
                <a:gd name="T98" fmla="*/ 1729 w 2194"/>
                <a:gd name="T99" fmla="*/ 75 h 739"/>
                <a:gd name="T100" fmla="*/ 1765 w 2194"/>
                <a:gd name="T101" fmla="*/ 108 h 739"/>
                <a:gd name="T102" fmla="*/ 1799 w 2194"/>
                <a:gd name="T103" fmla="*/ 214 h 739"/>
                <a:gd name="T104" fmla="*/ 1833 w 2194"/>
                <a:gd name="T105" fmla="*/ 215 h 739"/>
                <a:gd name="T106" fmla="*/ 1868 w 2194"/>
                <a:gd name="T107" fmla="*/ 320 h 739"/>
                <a:gd name="T108" fmla="*/ 1903 w 2194"/>
                <a:gd name="T109" fmla="*/ 215 h 739"/>
                <a:gd name="T110" fmla="*/ 1938 w 2194"/>
                <a:gd name="T111" fmla="*/ 118 h 739"/>
                <a:gd name="T112" fmla="*/ 1971 w 2194"/>
                <a:gd name="T113" fmla="*/ 217 h 739"/>
                <a:gd name="T114" fmla="*/ 2006 w 2194"/>
                <a:gd name="T115" fmla="*/ 21 h 739"/>
                <a:gd name="T116" fmla="*/ 2041 w 2194"/>
                <a:gd name="T117" fmla="*/ 16 h 739"/>
                <a:gd name="T118" fmla="*/ 2076 w 2194"/>
                <a:gd name="T119" fmla="*/ 14 h 739"/>
                <a:gd name="T120" fmla="*/ 2110 w 2194"/>
                <a:gd name="T121" fmla="*/ 224 h 739"/>
                <a:gd name="T122" fmla="*/ 2145 w 2194"/>
                <a:gd name="T123" fmla="*/ 217 h 739"/>
                <a:gd name="T124" fmla="*/ 2180 w 2194"/>
                <a:gd name="T125" fmla="*/ 214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94" h="739">
                  <a:moveTo>
                    <a:pt x="0" y="2"/>
                  </a:moveTo>
                  <a:lnTo>
                    <a:pt x="1" y="3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1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2"/>
                  </a:lnTo>
                  <a:lnTo>
                    <a:pt x="6" y="321"/>
                  </a:lnTo>
                  <a:lnTo>
                    <a:pt x="6" y="320"/>
                  </a:lnTo>
                  <a:lnTo>
                    <a:pt x="6" y="320"/>
                  </a:lnTo>
                  <a:lnTo>
                    <a:pt x="7" y="354"/>
                  </a:lnTo>
                  <a:lnTo>
                    <a:pt x="8" y="224"/>
                  </a:lnTo>
                  <a:lnTo>
                    <a:pt x="8" y="224"/>
                  </a:lnTo>
                  <a:lnTo>
                    <a:pt x="8" y="225"/>
                  </a:lnTo>
                  <a:lnTo>
                    <a:pt x="8" y="305"/>
                  </a:lnTo>
                  <a:lnTo>
                    <a:pt x="9" y="115"/>
                  </a:lnTo>
                  <a:lnTo>
                    <a:pt x="10" y="118"/>
                  </a:lnTo>
                  <a:lnTo>
                    <a:pt x="10" y="118"/>
                  </a:lnTo>
                  <a:lnTo>
                    <a:pt x="10" y="118"/>
                  </a:lnTo>
                  <a:lnTo>
                    <a:pt x="12" y="26"/>
                  </a:lnTo>
                  <a:lnTo>
                    <a:pt x="12" y="27"/>
                  </a:lnTo>
                  <a:lnTo>
                    <a:pt x="12" y="27"/>
                  </a:lnTo>
                  <a:lnTo>
                    <a:pt x="13" y="26"/>
                  </a:lnTo>
                  <a:lnTo>
                    <a:pt x="14" y="129"/>
                  </a:lnTo>
                  <a:lnTo>
                    <a:pt x="14" y="116"/>
                  </a:lnTo>
                  <a:lnTo>
                    <a:pt x="14" y="116"/>
                  </a:lnTo>
                  <a:lnTo>
                    <a:pt x="14" y="115"/>
                  </a:lnTo>
                  <a:lnTo>
                    <a:pt x="15" y="217"/>
                  </a:lnTo>
                  <a:lnTo>
                    <a:pt x="16" y="215"/>
                  </a:lnTo>
                  <a:lnTo>
                    <a:pt x="16" y="215"/>
                  </a:lnTo>
                  <a:lnTo>
                    <a:pt x="16" y="215"/>
                  </a:lnTo>
                  <a:lnTo>
                    <a:pt x="18" y="1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9" y="3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0" y="1"/>
                  </a:lnTo>
                  <a:lnTo>
                    <a:pt x="21" y="6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3" y="2"/>
                  </a:lnTo>
                  <a:lnTo>
                    <a:pt x="23" y="1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5" y="1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6" y="1"/>
                  </a:lnTo>
                  <a:lnTo>
                    <a:pt x="28" y="106"/>
                  </a:lnTo>
                  <a:lnTo>
                    <a:pt x="28" y="106"/>
                  </a:lnTo>
                  <a:lnTo>
                    <a:pt x="28" y="106"/>
                  </a:lnTo>
                  <a:lnTo>
                    <a:pt x="28" y="107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30" y="107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2" y="3"/>
                  </a:lnTo>
                  <a:lnTo>
                    <a:pt x="33" y="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5" y="3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7" y="3"/>
                  </a:lnTo>
                  <a:lnTo>
                    <a:pt x="38" y="1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9" y="3"/>
                  </a:lnTo>
                  <a:lnTo>
                    <a:pt x="39" y="1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41" y="3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43" y="3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5" y="3"/>
                  </a:lnTo>
                  <a:lnTo>
                    <a:pt x="46" y="1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7" y="3"/>
                  </a:lnTo>
                  <a:lnTo>
                    <a:pt x="48" y="1"/>
                  </a:lnTo>
                  <a:lnTo>
                    <a:pt x="48" y="2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49" y="3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52" y="335"/>
                  </a:lnTo>
                  <a:lnTo>
                    <a:pt x="52" y="325"/>
                  </a:lnTo>
                  <a:lnTo>
                    <a:pt x="52" y="325"/>
                  </a:lnTo>
                  <a:lnTo>
                    <a:pt x="53" y="326"/>
                  </a:lnTo>
                  <a:lnTo>
                    <a:pt x="54" y="221"/>
                  </a:lnTo>
                  <a:lnTo>
                    <a:pt x="54" y="222"/>
                  </a:lnTo>
                  <a:lnTo>
                    <a:pt x="54" y="223"/>
                  </a:lnTo>
                  <a:lnTo>
                    <a:pt x="54" y="226"/>
                  </a:lnTo>
                  <a:lnTo>
                    <a:pt x="55" y="114"/>
                  </a:lnTo>
                  <a:lnTo>
                    <a:pt x="56" y="117"/>
                  </a:lnTo>
                  <a:lnTo>
                    <a:pt x="56" y="117"/>
                  </a:lnTo>
                  <a:lnTo>
                    <a:pt x="56" y="117"/>
                  </a:lnTo>
                  <a:lnTo>
                    <a:pt x="58" y="27"/>
                  </a:lnTo>
                  <a:lnTo>
                    <a:pt x="58" y="27"/>
                  </a:lnTo>
                  <a:lnTo>
                    <a:pt x="58" y="27"/>
                  </a:lnTo>
                  <a:lnTo>
                    <a:pt x="59" y="25"/>
                  </a:lnTo>
                  <a:lnTo>
                    <a:pt x="60" y="117"/>
                  </a:lnTo>
                  <a:lnTo>
                    <a:pt x="60" y="117"/>
                  </a:lnTo>
                  <a:lnTo>
                    <a:pt x="60" y="117"/>
                  </a:lnTo>
                  <a:lnTo>
                    <a:pt x="60" y="116"/>
                  </a:lnTo>
                  <a:lnTo>
                    <a:pt x="62" y="216"/>
                  </a:lnTo>
                  <a:lnTo>
                    <a:pt x="62" y="215"/>
                  </a:lnTo>
                  <a:lnTo>
                    <a:pt x="62" y="215"/>
                  </a:lnTo>
                  <a:lnTo>
                    <a:pt x="62" y="217"/>
                  </a:lnTo>
                  <a:lnTo>
                    <a:pt x="64" y="1"/>
                  </a:lnTo>
                  <a:lnTo>
                    <a:pt x="64" y="12"/>
                  </a:lnTo>
                  <a:lnTo>
                    <a:pt x="64" y="12"/>
                  </a:lnTo>
                  <a:lnTo>
                    <a:pt x="64" y="13"/>
                  </a:lnTo>
                  <a:lnTo>
                    <a:pt x="66" y="1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7" y="1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9" y="2"/>
                  </a:lnTo>
                  <a:lnTo>
                    <a:pt x="70" y="1"/>
                  </a:lnTo>
                  <a:lnTo>
                    <a:pt x="70" y="1"/>
                  </a:lnTo>
                  <a:lnTo>
                    <a:pt x="70" y="1"/>
                  </a:lnTo>
                  <a:lnTo>
                    <a:pt x="71" y="2"/>
                  </a:lnTo>
                  <a:lnTo>
                    <a:pt x="72" y="1"/>
                  </a:lnTo>
                  <a:lnTo>
                    <a:pt x="72" y="1"/>
                  </a:lnTo>
                  <a:lnTo>
                    <a:pt x="72" y="2"/>
                  </a:lnTo>
                  <a:lnTo>
                    <a:pt x="73" y="2"/>
                  </a:lnTo>
                  <a:lnTo>
                    <a:pt x="73" y="0"/>
                  </a:lnTo>
                  <a:lnTo>
                    <a:pt x="74" y="1"/>
                  </a:lnTo>
                  <a:lnTo>
                    <a:pt x="74" y="1"/>
                  </a:lnTo>
                  <a:lnTo>
                    <a:pt x="75" y="0"/>
                  </a:lnTo>
                  <a:lnTo>
                    <a:pt x="76" y="2"/>
                  </a:lnTo>
                  <a:lnTo>
                    <a:pt x="76" y="1"/>
                  </a:lnTo>
                  <a:lnTo>
                    <a:pt x="76" y="1"/>
                  </a:lnTo>
                  <a:lnTo>
                    <a:pt x="76" y="2"/>
                  </a:lnTo>
                  <a:lnTo>
                    <a:pt x="78" y="0"/>
                  </a:lnTo>
                  <a:lnTo>
                    <a:pt x="78" y="1"/>
                  </a:lnTo>
                  <a:lnTo>
                    <a:pt x="78" y="2"/>
                  </a:lnTo>
                  <a:lnTo>
                    <a:pt x="79" y="1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1" y="1"/>
                  </a:lnTo>
                  <a:lnTo>
                    <a:pt x="82" y="1"/>
                  </a:lnTo>
                  <a:lnTo>
                    <a:pt x="82" y="2"/>
                  </a:lnTo>
                  <a:lnTo>
                    <a:pt x="82" y="1"/>
                  </a:lnTo>
                  <a:lnTo>
                    <a:pt x="82" y="3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5" y="1"/>
                  </a:lnTo>
                  <a:lnTo>
                    <a:pt x="86" y="2"/>
                  </a:lnTo>
                  <a:lnTo>
                    <a:pt x="86" y="2"/>
                  </a:lnTo>
                  <a:lnTo>
                    <a:pt x="86" y="2"/>
                  </a:lnTo>
                  <a:lnTo>
                    <a:pt x="87" y="1"/>
                  </a:lnTo>
                  <a:lnTo>
                    <a:pt x="88" y="3"/>
                  </a:lnTo>
                  <a:lnTo>
                    <a:pt x="88" y="2"/>
                  </a:lnTo>
                  <a:lnTo>
                    <a:pt x="88" y="2"/>
                  </a:lnTo>
                  <a:lnTo>
                    <a:pt x="89" y="3"/>
                  </a:lnTo>
                  <a:lnTo>
                    <a:pt x="90" y="0"/>
                  </a:lnTo>
                  <a:lnTo>
                    <a:pt x="90" y="2"/>
                  </a:lnTo>
                  <a:lnTo>
                    <a:pt x="90" y="1"/>
                  </a:lnTo>
                  <a:lnTo>
                    <a:pt x="90" y="1"/>
                  </a:lnTo>
                  <a:lnTo>
                    <a:pt x="90" y="109"/>
                  </a:lnTo>
                  <a:lnTo>
                    <a:pt x="92" y="7"/>
                  </a:lnTo>
                  <a:lnTo>
                    <a:pt x="92" y="7"/>
                  </a:lnTo>
                  <a:lnTo>
                    <a:pt x="94" y="3"/>
                  </a:lnTo>
                  <a:lnTo>
                    <a:pt x="94" y="324"/>
                  </a:lnTo>
                  <a:lnTo>
                    <a:pt x="94" y="323"/>
                  </a:lnTo>
                  <a:lnTo>
                    <a:pt x="94" y="323"/>
                  </a:lnTo>
                  <a:lnTo>
                    <a:pt x="94" y="324"/>
                  </a:lnTo>
                  <a:lnTo>
                    <a:pt x="96" y="222"/>
                  </a:lnTo>
                  <a:lnTo>
                    <a:pt x="96" y="223"/>
                  </a:lnTo>
                  <a:lnTo>
                    <a:pt x="96" y="223"/>
                  </a:lnTo>
                  <a:lnTo>
                    <a:pt x="96" y="224"/>
                  </a:lnTo>
                  <a:lnTo>
                    <a:pt x="97" y="114"/>
                  </a:lnTo>
                  <a:lnTo>
                    <a:pt x="98" y="118"/>
                  </a:lnTo>
                  <a:lnTo>
                    <a:pt x="98" y="118"/>
                  </a:lnTo>
                  <a:lnTo>
                    <a:pt x="98" y="119"/>
                  </a:lnTo>
                  <a:lnTo>
                    <a:pt x="100" y="23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0" y="23"/>
                  </a:lnTo>
                  <a:lnTo>
                    <a:pt x="102" y="127"/>
                  </a:lnTo>
                  <a:lnTo>
                    <a:pt x="102" y="126"/>
                  </a:lnTo>
                  <a:lnTo>
                    <a:pt x="102" y="126"/>
                  </a:lnTo>
                  <a:lnTo>
                    <a:pt x="102" y="126"/>
                  </a:lnTo>
                  <a:lnTo>
                    <a:pt x="103" y="223"/>
                  </a:lnTo>
                  <a:lnTo>
                    <a:pt x="104" y="215"/>
                  </a:lnTo>
                  <a:lnTo>
                    <a:pt x="104" y="215"/>
                  </a:lnTo>
                  <a:lnTo>
                    <a:pt x="104" y="217"/>
                  </a:lnTo>
                  <a:lnTo>
                    <a:pt x="106" y="2"/>
                  </a:lnTo>
                  <a:lnTo>
                    <a:pt x="106" y="3"/>
                  </a:lnTo>
                  <a:lnTo>
                    <a:pt x="106" y="3"/>
                  </a:lnTo>
                  <a:lnTo>
                    <a:pt x="106" y="2"/>
                  </a:lnTo>
                  <a:lnTo>
                    <a:pt x="108" y="47"/>
                  </a:lnTo>
                  <a:lnTo>
                    <a:pt x="108" y="46"/>
                  </a:lnTo>
                  <a:lnTo>
                    <a:pt x="108" y="46"/>
                  </a:lnTo>
                  <a:lnTo>
                    <a:pt x="108" y="47"/>
                  </a:lnTo>
                  <a:lnTo>
                    <a:pt x="110" y="22"/>
                  </a:lnTo>
                  <a:lnTo>
                    <a:pt x="110" y="23"/>
                  </a:lnTo>
                  <a:lnTo>
                    <a:pt x="110" y="22"/>
                  </a:lnTo>
                  <a:lnTo>
                    <a:pt x="110" y="23"/>
                  </a:lnTo>
                  <a:lnTo>
                    <a:pt x="112" y="2"/>
                  </a:lnTo>
                  <a:lnTo>
                    <a:pt x="112" y="2"/>
                  </a:lnTo>
                  <a:lnTo>
                    <a:pt x="112" y="3"/>
                  </a:lnTo>
                  <a:lnTo>
                    <a:pt x="113" y="3"/>
                  </a:lnTo>
                  <a:lnTo>
                    <a:pt x="114" y="2"/>
                  </a:lnTo>
                  <a:lnTo>
                    <a:pt x="114" y="3"/>
                  </a:lnTo>
                  <a:lnTo>
                    <a:pt x="114" y="3"/>
                  </a:lnTo>
                  <a:lnTo>
                    <a:pt x="115" y="2"/>
                  </a:lnTo>
                  <a:lnTo>
                    <a:pt x="116" y="3"/>
                  </a:lnTo>
                  <a:lnTo>
                    <a:pt x="116" y="2"/>
                  </a:lnTo>
                  <a:lnTo>
                    <a:pt x="116" y="2"/>
                  </a:lnTo>
                  <a:lnTo>
                    <a:pt x="117" y="3"/>
                  </a:lnTo>
                  <a:lnTo>
                    <a:pt x="117" y="2"/>
                  </a:lnTo>
                  <a:lnTo>
                    <a:pt x="118" y="2"/>
                  </a:lnTo>
                  <a:lnTo>
                    <a:pt x="118" y="2"/>
                  </a:lnTo>
                  <a:lnTo>
                    <a:pt x="119" y="2"/>
                  </a:lnTo>
                  <a:lnTo>
                    <a:pt x="120" y="3"/>
                  </a:lnTo>
                  <a:lnTo>
                    <a:pt x="120" y="2"/>
                  </a:lnTo>
                  <a:lnTo>
                    <a:pt x="120" y="2"/>
                  </a:lnTo>
                  <a:lnTo>
                    <a:pt x="121" y="2"/>
                  </a:lnTo>
                  <a:lnTo>
                    <a:pt x="122" y="3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23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6" y="84"/>
                  </a:lnTo>
                  <a:lnTo>
                    <a:pt x="126" y="3"/>
                  </a:lnTo>
                  <a:lnTo>
                    <a:pt x="126" y="3"/>
                  </a:lnTo>
                  <a:lnTo>
                    <a:pt x="127" y="2"/>
                  </a:lnTo>
                  <a:lnTo>
                    <a:pt x="128" y="4"/>
                  </a:lnTo>
                  <a:lnTo>
                    <a:pt x="128" y="3"/>
                  </a:lnTo>
                  <a:lnTo>
                    <a:pt x="128" y="3"/>
                  </a:lnTo>
                  <a:lnTo>
                    <a:pt x="129" y="2"/>
                  </a:lnTo>
                  <a:lnTo>
                    <a:pt x="129" y="4"/>
                  </a:lnTo>
                  <a:lnTo>
                    <a:pt x="130" y="2"/>
                  </a:lnTo>
                  <a:lnTo>
                    <a:pt x="130" y="3"/>
                  </a:lnTo>
                  <a:lnTo>
                    <a:pt x="131" y="2"/>
                  </a:lnTo>
                  <a:lnTo>
                    <a:pt x="131" y="4"/>
                  </a:lnTo>
                  <a:lnTo>
                    <a:pt x="132" y="3"/>
                  </a:lnTo>
                  <a:lnTo>
                    <a:pt x="132" y="3"/>
                  </a:lnTo>
                  <a:lnTo>
                    <a:pt x="132" y="3"/>
                  </a:lnTo>
                  <a:lnTo>
                    <a:pt x="132" y="5"/>
                  </a:lnTo>
                  <a:lnTo>
                    <a:pt x="134" y="4"/>
                  </a:lnTo>
                  <a:lnTo>
                    <a:pt x="134" y="5"/>
                  </a:lnTo>
                  <a:lnTo>
                    <a:pt x="135" y="2"/>
                  </a:lnTo>
                  <a:lnTo>
                    <a:pt x="136" y="108"/>
                  </a:lnTo>
                  <a:lnTo>
                    <a:pt x="136" y="108"/>
                  </a:lnTo>
                  <a:lnTo>
                    <a:pt x="136" y="108"/>
                  </a:lnTo>
                  <a:lnTo>
                    <a:pt x="137" y="112"/>
                  </a:lnTo>
                  <a:lnTo>
                    <a:pt x="138" y="60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39" y="97"/>
                  </a:lnTo>
                  <a:lnTo>
                    <a:pt x="139" y="2"/>
                  </a:lnTo>
                  <a:lnTo>
                    <a:pt x="140" y="3"/>
                  </a:lnTo>
                  <a:lnTo>
                    <a:pt x="140" y="3"/>
                  </a:lnTo>
                  <a:lnTo>
                    <a:pt x="140" y="3"/>
                  </a:lnTo>
                  <a:lnTo>
                    <a:pt x="141" y="323"/>
                  </a:lnTo>
                  <a:lnTo>
                    <a:pt x="142" y="221"/>
                  </a:lnTo>
                  <a:lnTo>
                    <a:pt x="142" y="221"/>
                  </a:lnTo>
                  <a:lnTo>
                    <a:pt x="143" y="224"/>
                  </a:lnTo>
                  <a:lnTo>
                    <a:pt x="144" y="115"/>
                  </a:lnTo>
                  <a:lnTo>
                    <a:pt x="144" y="118"/>
                  </a:lnTo>
                  <a:lnTo>
                    <a:pt x="144" y="118"/>
                  </a:lnTo>
                  <a:lnTo>
                    <a:pt x="144" y="121"/>
                  </a:lnTo>
                  <a:lnTo>
                    <a:pt x="146" y="42"/>
                  </a:lnTo>
                  <a:lnTo>
                    <a:pt x="146" y="46"/>
                  </a:lnTo>
                  <a:lnTo>
                    <a:pt x="146" y="46"/>
                  </a:lnTo>
                  <a:lnTo>
                    <a:pt x="148" y="22"/>
                  </a:lnTo>
                  <a:lnTo>
                    <a:pt x="148" y="230"/>
                  </a:lnTo>
                  <a:lnTo>
                    <a:pt x="148" y="230"/>
                  </a:lnTo>
                  <a:lnTo>
                    <a:pt x="148" y="230"/>
                  </a:lnTo>
                  <a:lnTo>
                    <a:pt x="149" y="232"/>
                  </a:lnTo>
                  <a:lnTo>
                    <a:pt x="150" y="215"/>
                  </a:lnTo>
                  <a:lnTo>
                    <a:pt x="150" y="215"/>
                  </a:lnTo>
                  <a:lnTo>
                    <a:pt x="150" y="215"/>
                  </a:lnTo>
                  <a:lnTo>
                    <a:pt x="150" y="217"/>
                  </a:lnTo>
                  <a:lnTo>
                    <a:pt x="151" y="106"/>
                  </a:lnTo>
                  <a:lnTo>
                    <a:pt x="152" y="107"/>
                  </a:lnTo>
                  <a:lnTo>
                    <a:pt x="152" y="107"/>
                  </a:lnTo>
                  <a:lnTo>
                    <a:pt x="152" y="107"/>
                  </a:lnTo>
                  <a:lnTo>
                    <a:pt x="154" y="2"/>
                  </a:lnTo>
                  <a:lnTo>
                    <a:pt x="154" y="3"/>
                  </a:lnTo>
                  <a:lnTo>
                    <a:pt x="154" y="3"/>
                  </a:lnTo>
                  <a:lnTo>
                    <a:pt x="154" y="2"/>
                  </a:lnTo>
                  <a:lnTo>
                    <a:pt x="155" y="4"/>
                  </a:lnTo>
                  <a:lnTo>
                    <a:pt x="156" y="3"/>
                  </a:lnTo>
                  <a:lnTo>
                    <a:pt x="156" y="3"/>
                  </a:lnTo>
                  <a:lnTo>
                    <a:pt x="157" y="3"/>
                  </a:lnTo>
                  <a:lnTo>
                    <a:pt x="158" y="5"/>
                  </a:lnTo>
                  <a:lnTo>
                    <a:pt x="158" y="4"/>
                  </a:lnTo>
                  <a:lnTo>
                    <a:pt x="158" y="4"/>
                  </a:lnTo>
                  <a:lnTo>
                    <a:pt x="159" y="3"/>
                  </a:lnTo>
                  <a:lnTo>
                    <a:pt x="160" y="62"/>
                  </a:lnTo>
                  <a:lnTo>
                    <a:pt x="160" y="62"/>
                  </a:lnTo>
                  <a:lnTo>
                    <a:pt x="160" y="62"/>
                  </a:lnTo>
                  <a:lnTo>
                    <a:pt x="160" y="67"/>
                  </a:lnTo>
                  <a:lnTo>
                    <a:pt x="162" y="34"/>
                  </a:lnTo>
                  <a:lnTo>
                    <a:pt x="162" y="35"/>
                  </a:lnTo>
                  <a:lnTo>
                    <a:pt x="162" y="35"/>
                  </a:lnTo>
                  <a:lnTo>
                    <a:pt x="162" y="35"/>
                  </a:lnTo>
                  <a:lnTo>
                    <a:pt x="164" y="6"/>
                  </a:lnTo>
                  <a:lnTo>
                    <a:pt x="164" y="6"/>
                  </a:lnTo>
                  <a:lnTo>
                    <a:pt x="164" y="6"/>
                  </a:lnTo>
                  <a:lnTo>
                    <a:pt x="164" y="5"/>
                  </a:lnTo>
                  <a:lnTo>
                    <a:pt x="165" y="113"/>
                  </a:lnTo>
                  <a:lnTo>
                    <a:pt x="166" y="111"/>
                  </a:lnTo>
                  <a:lnTo>
                    <a:pt x="166" y="111"/>
                  </a:lnTo>
                  <a:lnTo>
                    <a:pt x="166" y="111"/>
                  </a:lnTo>
                  <a:lnTo>
                    <a:pt x="168" y="113"/>
                  </a:lnTo>
                  <a:lnTo>
                    <a:pt x="168" y="113"/>
                  </a:lnTo>
                  <a:lnTo>
                    <a:pt x="168" y="113"/>
                  </a:lnTo>
                  <a:lnTo>
                    <a:pt x="170" y="51"/>
                  </a:lnTo>
                  <a:lnTo>
                    <a:pt x="170" y="116"/>
                  </a:lnTo>
                  <a:lnTo>
                    <a:pt x="170" y="109"/>
                  </a:lnTo>
                  <a:lnTo>
                    <a:pt x="170" y="109"/>
                  </a:lnTo>
                  <a:lnTo>
                    <a:pt x="170" y="107"/>
                  </a:lnTo>
                  <a:lnTo>
                    <a:pt x="171" y="116"/>
                  </a:lnTo>
                  <a:lnTo>
                    <a:pt x="172" y="115"/>
                  </a:lnTo>
                  <a:lnTo>
                    <a:pt x="172" y="115"/>
                  </a:lnTo>
                  <a:lnTo>
                    <a:pt x="172" y="115"/>
                  </a:lnTo>
                  <a:lnTo>
                    <a:pt x="173" y="221"/>
                  </a:lnTo>
                  <a:lnTo>
                    <a:pt x="174" y="218"/>
                  </a:lnTo>
                  <a:lnTo>
                    <a:pt x="174" y="218"/>
                  </a:lnTo>
                  <a:lnTo>
                    <a:pt x="174" y="217"/>
                  </a:lnTo>
                  <a:lnTo>
                    <a:pt x="175" y="219"/>
                  </a:lnTo>
                  <a:lnTo>
                    <a:pt x="176" y="217"/>
                  </a:lnTo>
                  <a:lnTo>
                    <a:pt x="176" y="217"/>
                  </a:lnTo>
                  <a:lnTo>
                    <a:pt x="177" y="217"/>
                  </a:lnTo>
                  <a:lnTo>
                    <a:pt x="178" y="321"/>
                  </a:lnTo>
                  <a:lnTo>
                    <a:pt x="178" y="321"/>
                  </a:lnTo>
                  <a:lnTo>
                    <a:pt x="178" y="321"/>
                  </a:lnTo>
                  <a:lnTo>
                    <a:pt x="178" y="321"/>
                  </a:lnTo>
                  <a:lnTo>
                    <a:pt x="180" y="2"/>
                  </a:lnTo>
                  <a:lnTo>
                    <a:pt x="180" y="3"/>
                  </a:lnTo>
                  <a:lnTo>
                    <a:pt x="180" y="2"/>
                  </a:lnTo>
                  <a:lnTo>
                    <a:pt x="181" y="2"/>
                  </a:lnTo>
                  <a:lnTo>
                    <a:pt x="181" y="109"/>
                  </a:lnTo>
                  <a:lnTo>
                    <a:pt x="182" y="27"/>
                  </a:lnTo>
                  <a:lnTo>
                    <a:pt x="182" y="27"/>
                  </a:lnTo>
                  <a:lnTo>
                    <a:pt x="184" y="98"/>
                  </a:lnTo>
                  <a:lnTo>
                    <a:pt x="184" y="2"/>
                  </a:lnTo>
                  <a:lnTo>
                    <a:pt x="184" y="3"/>
                  </a:lnTo>
                  <a:lnTo>
                    <a:pt x="184" y="3"/>
                  </a:lnTo>
                  <a:lnTo>
                    <a:pt x="184" y="2"/>
                  </a:lnTo>
                  <a:lnTo>
                    <a:pt x="186" y="323"/>
                  </a:lnTo>
                  <a:lnTo>
                    <a:pt x="186" y="321"/>
                  </a:lnTo>
                  <a:lnTo>
                    <a:pt x="186" y="321"/>
                  </a:lnTo>
                  <a:lnTo>
                    <a:pt x="186" y="321"/>
                  </a:lnTo>
                  <a:lnTo>
                    <a:pt x="187" y="217"/>
                  </a:lnTo>
                  <a:lnTo>
                    <a:pt x="188" y="219"/>
                  </a:lnTo>
                  <a:lnTo>
                    <a:pt x="188" y="219"/>
                  </a:lnTo>
                  <a:lnTo>
                    <a:pt x="188" y="219"/>
                  </a:lnTo>
                  <a:lnTo>
                    <a:pt x="190" y="43"/>
                  </a:lnTo>
                  <a:lnTo>
                    <a:pt x="190" y="43"/>
                  </a:lnTo>
                  <a:lnTo>
                    <a:pt x="190" y="43"/>
                  </a:lnTo>
                  <a:lnTo>
                    <a:pt x="191" y="47"/>
                  </a:lnTo>
                  <a:lnTo>
                    <a:pt x="192" y="21"/>
                  </a:lnTo>
                  <a:lnTo>
                    <a:pt x="192" y="22"/>
                  </a:lnTo>
                  <a:lnTo>
                    <a:pt x="192" y="22"/>
                  </a:lnTo>
                  <a:lnTo>
                    <a:pt x="193" y="21"/>
                  </a:lnTo>
                  <a:lnTo>
                    <a:pt x="194" y="236"/>
                  </a:lnTo>
                  <a:lnTo>
                    <a:pt x="194" y="234"/>
                  </a:lnTo>
                  <a:lnTo>
                    <a:pt x="194" y="233"/>
                  </a:lnTo>
                  <a:lnTo>
                    <a:pt x="194" y="234"/>
                  </a:lnTo>
                  <a:lnTo>
                    <a:pt x="196" y="106"/>
                  </a:lnTo>
                  <a:lnTo>
                    <a:pt x="196" y="107"/>
                  </a:lnTo>
                  <a:lnTo>
                    <a:pt x="196" y="106"/>
                  </a:lnTo>
                  <a:lnTo>
                    <a:pt x="197" y="106"/>
                  </a:lnTo>
                  <a:lnTo>
                    <a:pt x="198" y="217"/>
                  </a:lnTo>
                  <a:lnTo>
                    <a:pt x="198" y="215"/>
                  </a:lnTo>
                  <a:lnTo>
                    <a:pt x="198" y="215"/>
                  </a:lnTo>
                  <a:lnTo>
                    <a:pt x="199" y="214"/>
                  </a:lnTo>
                  <a:lnTo>
                    <a:pt x="200" y="221"/>
                  </a:lnTo>
                  <a:lnTo>
                    <a:pt x="200" y="217"/>
                  </a:lnTo>
                  <a:lnTo>
                    <a:pt x="200" y="216"/>
                  </a:lnTo>
                  <a:lnTo>
                    <a:pt x="200" y="217"/>
                  </a:lnTo>
                  <a:lnTo>
                    <a:pt x="202" y="214"/>
                  </a:lnTo>
                  <a:lnTo>
                    <a:pt x="202" y="216"/>
                  </a:lnTo>
                  <a:lnTo>
                    <a:pt x="202" y="216"/>
                  </a:lnTo>
                  <a:lnTo>
                    <a:pt x="203" y="214"/>
                  </a:lnTo>
                  <a:lnTo>
                    <a:pt x="204" y="217"/>
                  </a:lnTo>
                  <a:lnTo>
                    <a:pt x="204" y="217"/>
                  </a:lnTo>
                  <a:lnTo>
                    <a:pt x="204" y="217"/>
                  </a:lnTo>
                  <a:lnTo>
                    <a:pt x="205" y="218"/>
                  </a:lnTo>
                  <a:lnTo>
                    <a:pt x="206" y="214"/>
                  </a:lnTo>
                  <a:lnTo>
                    <a:pt x="206" y="215"/>
                  </a:lnTo>
                  <a:lnTo>
                    <a:pt x="206" y="215"/>
                  </a:lnTo>
                  <a:lnTo>
                    <a:pt x="208" y="214"/>
                  </a:lnTo>
                  <a:lnTo>
                    <a:pt x="208" y="217"/>
                  </a:lnTo>
                  <a:lnTo>
                    <a:pt x="208" y="216"/>
                  </a:lnTo>
                  <a:lnTo>
                    <a:pt x="208" y="216"/>
                  </a:lnTo>
                  <a:lnTo>
                    <a:pt x="209" y="217"/>
                  </a:lnTo>
                  <a:lnTo>
                    <a:pt x="210" y="213"/>
                  </a:lnTo>
                  <a:lnTo>
                    <a:pt x="210" y="214"/>
                  </a:lnTo>
                  <a:lnTo>
                    <a:pt x="210" y="214"/>
                  </a:lnTo>
                  <a:lnTo>
                    <a:pt x="211" y="215"/>
                  </a:lnTo>
                  <a:lnTo>
                    <a:pt x="212" y="213"/>
                  </a:lnTo>
                  <a:lnTo>
                    <a:pt x="212" y="214"/>
                  </a:lnTo>
                  <a:lnTo>
                    <a:pt x="212" y="213"/>
                  </a:lnTo>
                  <a:lnTo>
                    <a:pt x="212" y="213"/>
                  </a:lnTo>
                  <a:lnTo>
                    <a:pt x="214" y="252"/>
                  </a:lnTo>
                  <a:lnTo>
                    <a:pt x="214" y="250"/>
                  </a:lnTo>
                  <a:lnTo>
                    <a:pt x="214" y="249"/>
                  </a:lnTo>
                  <a:lnTo>
                    <a:pt x="214" y="250"/>
                  </a:lnTo>
                  <a:lnTo>
                    <a:pt x="215" y="214"/>
                  </a:lnTo>
                  <a:lnTo>
                    <a:pt x="216" y="216"/>
                  </a:lnTo>
                  <a:lnTo>
                    <a:pt x="216" y="216"/>
                  </a:lnTo>
                  <a:lnTo>
                    <a:pt x="217" y="214"/>
                  </a:lnTo>
                  <a:lnTo>
                    <a:pt x="218" y="218"/>
                  </a:lnTo>
                  <a:lnTo>
                    <a:pt x="218" y="216"/>
                  </a:lnTo>
                  <a:lnTo>
                    <a:pt x="218" y="216"/>
                  </a:lnTo>
                  <a:lnTo>
                    <a:pt x="219" y="215"/>
                  </a:lnTo>
                  <a:lnTo>
                    <a:pt x="220" y="219"/>
                  </a:lnTo>
                  <a:lnTo>
                    <a:pt x="220" y="215"/>
                  </a:lnTo>
                  <a:lnTo>
                    <a:pt x="220" y="215"/>
                  </a:lnTo>
                  <a:lnTo>
                    <a:pt x="221" y="214"/>
                  </a:lnTo>
                  <a:lnTo>
                    <a:pt x="221" y="220"/>
                  </a:lnTo>
                  <a:lnTo>
                    <a:pt x="222" y="218"/>
                  </a:lnTo>
                  <a:lnTo>
                    <a:pt x="222" y="218"/>
                  </a:lnTo>
                  <a:lnTo>
                    <a:pt x="224" y="219"/>
                  </a:lnTo>
                  <a:lnTo>
                    <a:pt x="224" y="201"/>
                  </a:lnTo>
                  <a:lnTo>
                    <a:pt x="224" y="202"/>
                  </a:lnTo>
                  <a:lnTo>
                    <a:pt x="224" y="202"/>
                  </a:lnTo>
                  <a:lnTo>
                    <a:pt x="226" y="286"/>
                  </a:lnTo>
                  <a:lnTo>
                    <a:pt x="226" y="2"/>
                  </a:lnTo>
                  <a:lnTo>
                    <a:pt x="226" y="3"/>
                  </a:lnTo>
                  <a:lnTo>
                    <a:pt x="226" y="2"/>
                  </a:lnTo>
                  <a:lnTo>
                    <a:pt x="227" y="2"/>
                  </a:lnTo>
                  <a:lnTo>
                    <a:pt x="227" y="6"/>
                  </a:lnTo>
                  <a:lnTo>
                    <a:pt x="228" y="2"/>
                  </a:lnTo>
                  <a:lnTo>
                    <a:pt x="228" y="3"/>
                  </a:lnTo>
                  <a:lnTo>
                    <a:pt x="229" y="2"/>
                  </a:lnTo>
                  <a:lnTo>
                    <a:pt x="229" y="98"/>
                  </a:lnTo>
                  <a:lnTo>
                    <a:pt x="230" y="35"/>
                  </a:lnTo>
                  <a:lnTo>
                    <a:pt x="230" y="35"/>
                  </a:lnTo>
                  <a:lnTo>
                    <a:pt x="231" y="3"/>
                  </a:lnTo>
                  <a:lnTo>
                    <a:pt x="232" y="321"/>
                  </a:lnTo>
                  <a:lnTo>
                    <a:pt x="232" y="321"/>
                  </a:lnTo>
                  <a:lnTo>
                    <a:pt x="232" y="321"/>
                  </a:lnTo>
                  <a:lnTo>
                    <a:pt x="233" y="323"/>
                  </a:lnTo>
                  <a:lnTo>
                    <a:pt x="233" y="218"/>
                  </a:lnTo>
                  <a:lnTo>
                    <a:pt x="234" y="266"/>
                  </a:lnTo>
                  <a:lnTo>
                    <a:pt x="234" y="266"/>
                  </a:lnTo>
                  <a:lnTo>
                    <a:pt x="234" y="267"/>
                  </a:lnTo>
                  <a:lnTo>
                    <a:pt x="235" y="117"/>
                  </a:lnTo>
                  <a:lnTo>
                    <a:pt x="236" y="123"/>
                  </a:lnTo>
                  <a:lnTo>
                    <a:pt x="236" y="123"/>
                  </a:lnTo>
                  <a:lnTo>
                    <a:pt x="236" y="123"/>
                  </a:lnTo>
                  <a:lnTo>
                    <a:pt x="238" y="21"/>
                  </a:lnTo>
                  <a:lnTo>
                    <a:pt x="238" y="22"/>
                  </a:lnTo>
                  <a:lnTo>
                    <a:pt x="238" y="21"/>
                  </a:lnTo>
                  <a:lnTo>
                    <a:pt x="238" y="21"/>
                  </a:lnTo>
                  <a:lnTo>
                    <a:pt x="240" y="234"/>
                  </a:lnTo>
                  <a:lnTo>
                    <a:pt x="240" y="233"/>
                  </a:lnTo>
                  <a:lnTo>
                    <a:pt x="240" y="233"/>
                  </a:lnTo>
                  <a:lnTo>
                    <a:pt x="241" y="234"/>
                  </a:lnTo>
                  <a:lnTo>
                    <a:pt x="241" y="215"/>
                  </a:lnTo>
                  <a:lnTo>
                    <a:pt x="242" y="217"/>
                  </a:lnTo>
                  <a:lnTo>
                    <a:pt x="242" y="217"/>
                  </a:lnTo>
                  <a:lnTo>
                    <a:pt x="243" y="106"/>
                  </a:lnTo>
                  <a:lnTo>
                    <a:pt x="244" y="220"/>
                  </a:lnTo>
                  <a:lnTo>
                    <a:pt x="244" y="218"/>
                  </a:lnTo>
                  <a:lnTo>
                    <a:pt x="244" y="218"/>
                  </a:lnTo>
                  <a:lnTo>
                    <a:pt x="245" y="220"/>
                  </a:lnTo>
                  <a:lnTo>
                    <a:pt x="246" y="217"/>
                  </a:lnTo>
                  <a:lnTo>
                    <a:pt x="246" y="218"/>
                  </a:lnTo>
                  <a:lnTo>
                    <a:pt x="246" y="218"/>
                  </a:lnTo>
                  <a:lnTo>
                    <a:pt x="247" y="220"/>
                  </a:lnTo>
                  <a:lnTo>
                    <a:pt x="247" y="216"/>
                  </a:lnTo>
                  <a:lnTo>
                    <a:pt x="248" y="218"/>
                  </a:lnTo>
                  <a:lnTo>
                    <a:pt x="248" y="218"/>
                  </a:lnTo>
                  <a:lnTo>
                    <a:pt x="249" y="220"/>
                  </a:lnTo>
                  <a:lnTo>
                    <a:pt x="249" y="217"/>
                  </a:lnTo>
                  <a:lnTo>
                    <a:pt x="250" y="218"/>
                  </a:lnTo>
                  <a:lnTo>
                    <a:pt x="250" y="218"/>
                  </a:lnTo>
                  <a:lnTo>
                    <a:pt x="251" y="220"/>
                  </a:lnTo>
                  <a:lnTo>
                    <a:pt x="252" y="217"/>
                  </a:lnTo>
                  <a:lnTo>
                    <a:pt x="252" y="219"/>
                  </a:lnTo>
                  <a:lnTo>
                    <a:pt x="252" y="219"/>
                  </a:lnTo>
                  <a:lnTo>
                    <a:pt x="253" y="217"/>
                  </a:lnTo>
                  <a:lnTo>
                    <a:pt x="254" y="221"/>
                  </a:lnTo>
                  <a:lnTo>
                    <a:pt x="255" y="220"/>
                  </a:lnTo>
                  <a:lnTo>
                    <a:pt x="255" y="220"/>
                  </a:lnTo>
                  <a:lnTo>
                    <a:pt x="256" y="221"/>
                  </a:lnTo>
                  <a:lnTo>
                    <a:pt x="256" y="211"/>
                  </a:lnTo>
                  <a:lnTo>
                    <a:pt x="256" y="212"/>
                  </a:lnTo>
                  <a:lnTo>
                    <a:pt x="256" y="212"/>
                  </a:lnTo>
                  <a:lnTo>
                    <a:pt x="258" y="181"/>
                  </a:lnTo>
                  <a:lnTo>
                    <a:pt x="258" y="214"/>
                  </a:lnTo>
                  <a:lnTo>
                    <a:pt x="258" y="213"/>
                  </a:lnTo>
                  <a:lnTo>
                    <a:pt x="258" y="213"/>
                  </a:lnTo>
                  <a:lnTo>
                    <a:pt x="259" y="231"/>
                  </a:lnTo>
                  <a:lnTo>
                    <a:pt x="261" y="137"/>
                  </a:lnTo>
                  <a:lnTo>
                    <a:pt x="261" y="137"/>
                  </a:lnTo>
                  <a:lnTo>
                    <a:pt x="261" y="137"/>
                  </a:lnTo>
                  <a:lnTo>
                    <a:pt x="261" y="137"/>
                  </a:lnTo>
                  <a:lnTo>
                    <a:pt x="262" y="114"/>
                  </a:lnTo>
                  <a:lnTo>
                    <a:pt x="262" y="115"/>
                  </a:lnTo>
                  <a:lnTo>
                    <a:pt x="262" y="115"/>
                  </a:lnTo>
                  <a:lnTo>
                    <a:pt x="262" y="114"/>
                  </a:lnTo>
                  <a:lnTo>
                    <a:pt x="263" y="121"/>
                  </a:lnTo>
                  <a:lnTo>
                    <a:pt x="264" y="120"/>
                  </a:lnTo>
                  <a:lnTo>
                    <a:pt x="264" y="120"/>
                  </a:lnTo>
                  <a:lnTo>
                    <a:pt x="265" y="118"/>
                  </a:lnTo>
                  <a:lnTo>
                    <a:pt x="265" y="151"/>
                  </a:lnTo>
                  <a:lnTo>
                    <a:pt x="267" y="120"/>
                  </a:lnTo>
                  <a:lnTo>
                    <a:pt x="267" y="119"/>
                  </a:lnTo>
                  <a:lnTo>
                    <a:pt x="267" y="115"/>
                  </a:lnTo>
                  <a:lnTo>
                    <a:pt x="268" y="126"/>
                  </a:lnTo>
                  <a:lnTo>
                    <a:pt x="268" y="116"/>
                  </a:lnTo>
                  <a:lnTo>
                    <a:pt x="268" y="116"/>
                  </a:lnTo>
                  <a:lnTo>
                    <a:pt x="269" y="121"/>
                  </a:lnTo>
                  <a:lnTo>
                    <a:pt x="270" y="115"/>
                  </a:lnTo>
                  <a:lnTo>
                    <a:pt x="270" y="118"/>
                  </a:lnTo>
                  <a:lnTo>
                    <a:pt x="270" y="118"/>
                  </a:lnTo>
                  <a:lnTo>
                    <a:pt x="271" y="119"/>
                  </a:lnTo>
                  <a:lnTo>
                    <a:pt x="272" y="2"/>
                  </a:lnTo>
                  <a:lnTo>
                    <a:pt x="273" y="2"/>
                  </a:lnTo>
                  <a:lnTo>
                    <a:pt x="273" y="2"/>
                  </a:lnTo>
                  <a:lnTo>
                    <a:pt x="273" y="0"/>
                  </a:lnTo>
                  <a:lnTo>
                    <a:pt x="274" y="30"/>
                  </a:lnTo>
                  <a:lnTo>
                    <a:pt x="274" y="26"/>
                  </a:lnTo>
                  <a:lnTo>
                    <a:pt x="274" y="26"/>
                  </a:lnTo>
                  <a:lnTo>
                    <a:pt x="275" y="27"/>
                  </a:lnTo>
                  <a:lnTo>
                    <a:pt x="276" y="3"/>
                  </a:lnTo>
                  <a:lnTo>
                    <a:pt x="276" y="4"/>
                  </a:lnTo>
                  <a:lnTo>
                    <a:pt x="276" y="4"/>
                  </a:lnTo>
                  <a:lnTo>
                    <a:pt x="277" y="3"/>
                  </a:lnTo>
                  <a:lnTo>
                    <a:pt x="278" y="324"/>
                  </a:lnTo>
                  <a:lnTo>
                    <a:pt x="279" y="311"/>
                  </a:lnTo>
                  <a:lnTo>
                    <a:pt x="279" y="311"/>
                  </a:lnTo>
                  <a:lnTo>
                    <a:pt x="279" y="311"/>
                  </a:lnTo>
                  <a:lnTo>
                    <a:pt x="280" y="120"/>
                  </a:lnTo>
                  <a:lnTo>
                    <a:pt x="280" y="120"/>
                  </a:lnTo>
                  <a:lnTo>
                    <a:pt x="280" y="120"/>
                  </a:lnTo>
                  <a:lnTo>
                    <a:pt x="281" y="128"/>
                  </a:lnTo>
                  <a:lnTo>
                    <a:pt x="282" y="44"/>
                  </a:lnTo>
                  <a:lnTo>
                    <a:pt x="282" y="47"/>
                  </a:lnTo>
                  <a:lnTo>
                    <a:pt x="282" y="47"/>
                  </a:lnTo>
                  <a:lnTo>
                    <a:pt x="283" y="49"/>
                  </a:lnTo>
                  <a:lnTo>
                    <a:pt x="283" y="21"/>
                  </a:lnTo>
                  <a:lnTo>
                    <a:pt x="285" y="22"/>
                  </a:lnTo>
                  <a:lnTo>
                    <a:pt x="285" y="22"/>
                  </a:lnTo>
                  <a:lnTo>
                    <a:pt x="285" y="21"/>
                  </a:lnTo>
                  <a:lnTo>
                    <a:pt x="285" y="232"/>
                  </a:lnTo>
                  <a:lnTo>
                    <a:pt x="286" y="216"/>
                  </a:lnTo>
                  <a:lnTo>
                    <a:pt x="286" y="216"/>
                  </a:lnTo>
                  <a:lnTo>
                    <a:pt x="287" y="217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89" y="107"/>
                  </a:lnTo>
                  <a:lnTo>
                    <a:pt x="291" y="51"/>
                  </a:lnTo>
                  <a:lnTo>
                    <a:pt x="291" y="51"/>
                  </a:lnTo>
                  <a:lnTo>
                    <a:pt x="291" y="51"/>
                  </a:lnTo>
                  <a:lnTo>
                    <a:pt x="291" y="51"/>
                  </a:lnTo>
                  <a:lnTo>
                    <a:pt x="292" y="27"/>
                  </a:lnTo>
                  <a:lnTo>
                    <a:pt x="292" y="28"/>
                  </a:lnTo>
                  <a:lnTo>
                    <a:pt x="292" y="28"/>
                  </a:lnTo>
                  <a:lnTo>
                    <a:pt x="293" y="38"/>
                  </a:lnTo>
                  <a:lnTo>
                    <a:pt x="294" y="27"/>
                  </a:lnTo>
                  <a:lnTo>
                    <a:pt x="294" y="29"/>
                  </a:lnTo>
                  <a:lnTo>
                    <a:pt x="294" y="29"/>
                  </a:lnTo>
                  <a:lnTo>
                    <a:pt x="295" y="36"/>
                  </a:lnTo>
                  <a:lnTo>
                    <a:pt x="295" y="25"/>
                  </a:lnTo>
                  <a:lnTo>
                    <a:pt x="297" y="34"/>
                  </a:lnTo>
                  <a:lnTo>
                    <a:pt x="297" y="34"/>
                  </a:lnTo>
                  <a:lnTo>
                    <a:pt x="297" y="34"/>
                  </a:lnTo>
                  <a:lnTo>
                    <a:pt x="297" y="76"/>
                  </a:lnTo>
                  <a:lnTo>
                    <a:pt x="298" y="47"/>
                  </a:lnTo>
                  <a:lnTo>
                    <a:pt x="298" y="46"/>
                  </a:lnTo>
                  <a:lnTo>
                    <a:pt x="298" y="47"/>
                  </a:lnTo>
                  <a:lnTo>
                    <a:pt x="300" y="27"/>
                  </a:lnTo>
                  <a:lnTo>
                    <a:pt x="300" y="27"/>
                  </a:lnTo>
                  <a:lnTo>
                    <a:pt x="300" y="28"/>
                  </a:lnTo>
                  <a:lnTo>
                    <a:pt x="301" y="25"/>
                  </a:lnTo>
                  <a:lnTo>
                    <a:pt x="302" y="46"/>
                  </a:lnTo>
                  <a:lnTo>
                    <a:pt x="303" y="32"/>
                  </a:lnTo>
                  <a:lnTo>
                    <a:pt x="303" y="32"/>
                  </a:lnTo>
                  <a:lnTo>
                    <a:pt x="303" y="27"/>
                  </a:lnTo>
                  <a:lnTo>
                    <a:pt x="304" y="61"/>
                  </a:lnTo>
                  <a:lnTo>
                    <a:pt x="304" y="55"/>
                  </a:lnTo>
                  <a:lnTo>
                    <a:pt x="304" y="55"/>
                  </a:lnTo>
                  <a:lnTo>
                    <a:pt x="304" y="56"/>
                  </a:lnTo>
                  <a:lnTo>
                    <a:pt x="306" y="27"/>
                  </a:lnTo>
                  <a:lnTo>
                    <a:pt x="306" y="32"/>
                  </a:lnTo>
                  <a:lnTo>
                    <a:pt x="306" y="32"/>
                  </a:lnTo>
                  <a:lnTo>
                    <a:pt x="307" y="34"/>
                  </a:lnTo>
                  <a:lnTo>
                    <a:pt x="308" y="26"/>
                  </a:lnTo>
                  <a:lnTo>
                    <a:pt x="309" y="26"/>
                  </a:lnTo>
                  <a:lnTo>
                    <a:pt x="309" y="26"/>
                  </a:lnTo>
                  <a:lnTo>
                    <a:pt x="309" y="23"/>
                  </a:lnTo>
                  <a:lnTo>
                    <a:pt x="310" y="32"/>
                  </a:lnTo>
                  <a:lnTo>
                    <a:pt x="310" y="26"/>
                  </a:lnTo>
                  <a:lnTo>
                    <a:pt x="310" y="26"/>
                  </a:lnTo>
                  <a:lnTo>
                    <a:pt x="310" y="25"/>
                  </a:lnTo>
                  <a:lnTo>
                    <a:pt x="311" y="36"/>
                  </a:lnTo>
                  <a:lnTo>
                    <a:pt x="312" y="30"/>
                  </a:lnTo>
                  <a:lnTo>
                    <a:pt x="312" y="30"/>
                  </a:lnTo>
                  <a:lnTo>
                    <a:pt x="312" y="30"/>
                  </a:lnTo>
                  <a:lnTo>
                    <a:pt x="314" y="54"/>
                  </a:lnTo>
                  <a:lnTo>
                    <a:pt x="315" y="44"/>
                  </a:lnTo>
                  <a:lnTo>
                    <a:pt x="315" y="44"/>
                  </a:lnTo>
                  <a:lnTo>
                    <a:pt x="315" y="44"/>
                  </a:lnTo>
                  <a:lnTo>
                    <a:pt x="315" y="34"/>
                  </a:lnTo>
                  <a:lnTo>
                    <a:pt x="316" y="35"/>
                  </a:lnTo>
                  <a:lnTo>
                    <a:pt x="316" y="35"/>
                  </a:lnTo>
                  <a:lnTo>
                    <a:pt x="317" y="43"/>
                  </a:lnTo>
                  <a:lnTo>
                    <a:pt x="318" y="1"/>
                  </a:lnTo>
                  <a:lnTo>
                    <a:pt x="318" y="2"/>
                  </a:lnTo>
                  <a:lnTo>
                    <a:pt x="318" y="2"/>
                  </a:lnTo>
                  <a:lnTo>
                    <a:pt x="319" y="0"/>
                  </a:lnTo>
                  <a:lnTo>
                    <a:pt x="320" y="67"/>
                  </a:lnTo>
                  <a:lnTo>
                    <a:pt x="321" y="47"/>
                  </a:lnTo>
                  <a:lnTo>
                    <a:pt x="321" y="47"/>
                  </a:lnTo>
                  <a:lnTo>
                    <a:pt x="321" y="48"/>
                  </a:lnTo>
                  <a:lnTo>
                    <a:pt x="323" y="2"/>
                  </a:lnTo>
                  <a:lnTo>
                    <a:pt x="323" y="3"/>
                  </a:lnTo>
                  <a:lnTo>
                    <a:pt x="323" y="3"/>
                  </a:lnTo>
                  <a:lnTo>
                    <a:pt x="324" y="2"/>
                  </a:lnTo>
                  <a:lnTo>
                    <a:pt x="324" y="310"/>
                  </a:lnTo>
                  <a:lnTo>
                    <a:pt x="324" y="275"/>
                  </a:lnTo>
                  <a:lnTo>
                    <a:pt x="324" y="275"/>
                  </a:lnTo>
                  <a:lnTo>
                    <a:pt x="324" y="276"/>
                  </a:lnTo>
                  <a:lnTo>
                    <a:pt x="326" y="219"/>
                  </a:lnTo>
                  <a:lnTo>
                    <a:pt x="327" y="222"/>
                  </a:lnTo>
                  <a:lnTo>
                    <a:pt x="327" y="221"/>
                  </a:lnTo>
                  <a:lnTo>
                    <a:pt x="327" y="222"/>
                  </a:lnTo>
                  <a:lnTo>
                    <a:pt x="329" y="43"/>
                  </a:lnTo>
                  <a:lnTo>
                    <a:pt x="329" y="43"/>
                  </a:lnTo>
                  <a:lnTo>
                    <a:pt x="329" y="43"/>
                  </a:lnTo>
                  <a:lnTo>
                    <a:pt x="329" y="44"/>
                  </a:lnTo>
                  <a:lnTo>
                    <a:pt x="330" y="21"/>
                  </a:lnTo>
                  <a:lnTo>
                    <a:pt x="330" y="22"/>
                  </a:lnTo>
                  <a:lnTo>
                    <a:pt x="330" y="22"/>
                  </a:lnTo>
                  <a:lnTo>
                    <a:pt x="331" y="21"/>
                  </a:lnTo>
                  <a:lnTo>
                    <a:pt x="331" y="231"/>
                  </a:lnTo>
                  <a:lnTo>
                    <a:pt x="333" y="226"/>
                  </a:lnTo>
                  <a:lnTo>
                    <a:pt x="333" y="226"/>
                  </a:lnTo>
                  <a:lnTo>
                    <a:pt x="333" y="22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6" y="108"/>
                  </a:lnTo>
                  <a:lnTo>
                    <a:pt x="336" y="55"/>
                  </a:lnTo>
                  <a:lnTo>
                    <a:pt x="336" y="56"/>
                  </a:lnTo>
                  <a:lnTo>
                    <a:pt x="336" y="56"/>
                  </a:lnTo>
                  <a:lnTo>
                    <a:pt x="337" y="56"/>
                  </a:lnTo>
                  <a:lnTo>
                    <a:pt x="338" y="52"/>
                  </a:lnTo>
                  <a:lnTo>
                    <a:pt x="339" y="52"/>
                  </a:lnTo>
                  <a:lnTo>
                    <a:pt x="339" y="52"/>
                  </a:lnTo>
                  <a:lnTo>
                    <a:pt x="339" y="51"/>
                  </a:lnTo>
                  <a:lnTo>
                    <a:pt x="340" y="56"/>
                  </a:lnTo>
                  <a:lnTo>
                    <a:pt x="341" y="52"/>
                  </a:lnTo>
                  <a:lnTo>
                    <a:pt x="341" y="52"/>
                  </a:lnTo>
                  <a:lnTo>
                    <a:pt x="341" y="55"/>
                  </a:lnTo>
                  <a:lnTo>
                    <a:pt x="342" y="51"/>
                  </a:lnTo>
                  <a:lnTo>
                    <a:pt x="342" y="53"/>
                  </a:lnTo>
                  <a:lnTo>
                    <a:pt x="342" y="53"/>
                  </a:lnTo>
                  <a:lnTo>
                    <a:pt x="343" y="54"/>
                  </a:lnTo>
                  <a:lnTo>
                    <a:pt x="344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8"/>
                  </a:lnTo>
                  <a:lnTo>
                    <a:pt x="347" y="44"/>
                  </a:lnTo>
                  <a:lnTo>
                    <a:pt x="347" y="44"/>
                  </a:lnTo>
                  <a:lnTo>
                    <a:pt x="347" y="44"/>
                  </a:lnTo>
                  <a:lnTo>
                    <a:pt x="347" y="44"/>
                  </a:lnTo>
                  <a:lnTo>
                    <a:pt x="347" y="50"/>
                  </a:lnTo>
                  <a:lnTo>
                    <a:pt x="348" y="49"/>
                  </a:lnTo>
                  <a:lnTo>
                    <a:pt x="348" y="49"/>
                  </a:lnTo>
                  <a:lnTo>
                    <a:pt x="349" y="50"/>
                  </a:lnTo>
                  <a:lnTo>
                    <a:pt x="350" y="45"/>
                  </a:lnTo>
                  <a:lnTo>
                    <a:pt x="351" y="46"/>
                  </a:lnTo>
                  <a:lnTo>
                    <a:pt x="351" y="46"/>
                  </a:lnTo>
                  <a:lnTo>
                    <a:pt x="352" y="73"/>
                  </a:lnTo>
                  <a:lnTo>
                    <a:pt x="353" y="43"/>
                  </a:lnTo>
                  <a:lnTo>
                    <a:pt x="353" y="43"/>
                  </a:lnTo>
                  <a:lnTo>
                    <a:pt x="353" y="43"/>
                  </a:lnTo>
                  <a:lnTo>
                    <a:pt x="353" y="46"/>
                  </a:lnTo>
                  <a:lnTo>
                    <a:pt x="354" y="40"/>
                  </a:lnTo>
                  <a:lnTo>
                    <a:pt x="354" y="40"/>
                  </a:lnTo>
                  <a:lnTo>
                    <a:pt x="354" y="40"/>
                  </a:lnTo>
                  <a:lnTo>
                    <a:pt x="356" y="39"/>
                  </a:lnTo>
                  <a:lnTo>
                    <a:pt x="356" y="330"/>
                  </a:lnTo>
                  <a:lnTo>
                    <a:pt x="357" y="43"/>
                  </a:lnTo>
                  <a:lnTo>
                    <a:pt x="357" y="43"/>
                  </a:lnTo>
                  <a:lnTo>
                    <a:pt x="358" y="46"/>
                  </a:lnTo>
                  <a:lnTo>
                    <a:pt x="359" y="40"/>
                  </a:lnTo>
                  <a:lnTo>
                    <a:pt x="359" y="41"/>
                  </a:lnTo>
                  <a:lnTo>
                    <a:pt x="359" y="41"/>
                  </a:lnTo>
                  <a:lnTo>
                    <a:pt x="359" y="46"/>
                  </a:lnTo>
                  <a:lnTo>
                    <a:pt x="360" y="39"/>
                  </a:lnTo>
                  <a:lnTo>
                    <a:pt x="360" y="41"/>
                  </a:lnTo>
                  <a:lnTo>
                    <a:pt x="360" y="41"/>
                  </a:lnTo>
                  <a:lnTo>
                    <a:pt x="361" y="42"/>
                  </a:lnTo>
                  <a:lnTo>
                    <a:pt x="363" y="35"/>
                  </a:lnTo>
                  <a:lnTo>
                    <a:pt x="363" y="35"/>
                  </a:lnTo>
                  <a:lnTo>
                    <a:pt x="363" y="35"/>
                  </a:lnTo>
                  <a:lnTo>
                    <a:pt x="363" y="36"/>
                  </a:lnTo>
                  <a:lnTo>
                    <a:pt x="365" y="0"/>
                  </a:lnTo>
                  <a:lnTo>
                    <a:pt x="365" y="2"/>
                  </a:lnTo>
                  <a:lnTo>
                    <a:pt x="365" y="2"/>
                  </a:lnTo>
                  <a:lnTo>
                    <a:pt x="366" y="1"/>
                  </a:lnTo>
                  <a:lnTo>
                    <a:pt x="366" y="47"/>
                  </a:lnTo>
                  <a:lnTo>
                    <a:pt x="366" y="29"/>
                  </a:lnTo>
                  <a:lnTo>
                    <a:pt x="366" y="29"/>
                  </a:lnTo>
                  <a:lnTo>
                    <a:pt x="367" y="42"/>
                  </a:lnTo>
                  <a:lnTo>
                    <a:pt x="369" y="15"/>
                  </a:lnTo>
                  <a:lnTo>
                    <a:pt x="369" y="15"/>
                  </a:lnTo>
                  <a:lnTo>
                    <a:pt x="369" y="15"/>
                  </a:lnTo>
                  <a:lnTo>
                    <a:pt x="370" y="2"/>
                  </a:lnTo>
                  <a:lnTo>
                    <a:pt x="370" y="245"/>
                  </a:lnTo>
                  <a:lnTo>
                    <a:pt x="371" y="235"/>
                  </a:lnTo>
                  <a:lnTo>
                    <a:pt x="371" y="235"/>
                  </a:lnTo>
                  <a:lnTo>
                    <a:pt x="371" y="235"/>
                  </a:lnTo>
                  <a:lnTo>
                    <a:pt x="372" y="214"/>
                  </a:lnTo>
                  <a:lnTo>
                    <a:pt x="372" y="222"/>
                  </a:lnTo>
                  <a:lnTo>
                    <a:pt x="372" y="222"/>
                  </a:lnTo>
                  <a:lnTo>
                    <a:pt x="372" y="222"/>
                  </a:lnTo>
                  <a:lnTo>
                    <a:pt x="374" y="120"/>
                  </a:lnTo>
                  <a:lnTo>
                    <a:pt x="375" y="124"/>
                  </a:lnTo>
                  <a:lnTo>
                    <a:pt x="375" y="124"/>
                  </a:lnTo>
                  <a:lnTo>
                    <a:pt x="375" y="124"/>
                  </a:lnTo>
                  <a:lnTo>
                    <a:pt x="376" y="21"/>
                  </a:lnTo>
                  <a:lnTo>
                    <a:pt x="377" y="22"/>
                  </a:lnTo>
                  <a:lnTo>
                    <a:pt x="377" y="22"/>
                  </a:lnTo>
                  <a:lnTo>
                    <a:pt x="377" y="21"/>
                  </a:lnTo>
                  <a:lnTo>
                    <a:pt x="378" y="228"/>
                  </a:lnTo>
                  <a:lnTo>
                    <a:pt x="378" y="227"/>
                  </a:lnTo>
                  <a:lnTo>
                    <a:pt x="378" y="227"/>
                  </a:lnTo>
                  <a:lnTo>
                    <a:pt x="378" y="227"/>
                  </a:lnTo>
                  <a:lnTo>
                    <a:pt x="380" y="215"/>
                  </a:lnTo>
                  <a:lnTo>
                    <a:pt x="381" y="216"/>
                  </a:lnTo>
                  <a:lnTo>
                    <a:pt x="381" y="216"/>
                  </a:lnTo>
                  <a:lnTo>
                    <a:pt x="381" y="216"/>
                  </a:lnTo>
                  <a:lnTo>
                    <a:pt x="383" y="23"/>
                  </a:lnTo>
                  <a:lnTo>
                    <a:pt x="383" y="23"/>
                  </a:lnTo>
                  <a:lnTo>
                    <a:pt x="383" y="23"/>
                  </a:lnTo>
                  <a:lnTo>
                    <a:pt x="383" y="25"/>
                  </a:lnTo>
                  <a:lnTo>
                    <a:pt x="384" y="20"/>
                  </a:lnTo>
                  <a:lnTo>
                    <a:pt x="384" y="21"/>
                  </a:lnTo>
                  <a:lnTo>
                    <a:pt x="384" y="21"/>
                  </a:lnTo>
                  <a:lnTo>
                    <a:pt x="385" y="20"/>
                  </a:lnTo>
                  <a:lnTo>
                    <a:pt x="386" y="24"/>
                  </a:lnTo>
                  <a:lnTo>
                    <a:pt x="387" y="23"/>
                  </a:lnTo>
                  <a:lnTo>
                    <a:pt x="387" y="23"/>
                  </a:lnTo>
                  <a:lnTo>
                    <a:pt x="388" y="26"/>
                  </a:lnTo>
                  <a:lnTo>
                    <a:pt x="389" y="21"/>
                  </a:lnTo>
                  <a:lnTo>
                    <a:pt x="389" y="21"/>
                  </a:lnTo>
                  <a:lnTo>
                    <a:pt x="389" y="21"/>
                  </a:lnTo>
                  <a:lnTo>
                    <a:pt x="389" y="22"/>
                  </a:lnTo>
                  <a:lnTo>
                    <a:pt x="390" y="19"/>
                  </a:lnTo>
                  <a:lnTo>
                    <a:pt x="391" y="21"/>
                  </a:lnTo>
                  <a:lnTo>
                    <a:pt x="391" y="21"/>
                  </a:lnTo>
                  <a:lnTo>
                    <a:pt x="392" y="23"/>
                  </a:lnTo>
                  <a:lnTo>
                    <a:pt x="393" y="20"/>
                  </a:lnTo>
                  <a:lnTo>
                    <a:pt x="393" y="20"/>
                  </a:lnTo>
                  <a:lnTo>
                    <a:pt x="393" y="20"/>
                  </a:lnTo>
                  <a:lnTo>
                    <a:pt x="393" y="20"/>
                  </a:lnTo>
                  <a:lnTo>
                    <a:pt x="394" y="22"/>
                  </a:lnTo>
                  <a:lnTo>
                    <a:pt x="395" y="21"/>
                  </a:lnTo>
                  <a:lnTo>
                    <a:pt x="395" y="21"/>
                  </a:lnTo>
                  <a:lnTo>
                    <a:pt x="395" y="20"/>
                  </a:lnTo>
                  <a:lnTo>
                    <a:pt x="395" y="24"/>
                  </a:lnTo>
                  <a:lnTo>
                    <a:pt x="397" y="21"/>
                  </a:lnTo>
                  <a:lnTo>
                    <a:pt x="397" y="21"/>
                  </a:lnTo>
                  <a:lnTo>
                    <a:pt x="398" y="20"/>
                  </a:lnTo>
                  <a:lnTo>
                    <a:pt x="398" y="22"/>
                  </a:lnTo>
                  <a:lnTo>
                    <a:pt x="399" y="21"/>
                  </a:lnTo>
                  <a:lnTo>
                    <a:pt x="399" y="20"/>
                  </a:lnTo>
                  <a:lnTo>
                    <a:pt x="399" y="22"/>
                  </a:lnTo>
                  <a:lnTo>
                    <a:pt x="400" y="20"/>
                  </a:lnTo>
                  <a:lnTo>
                    <a:pt x="401" y="21"/>
                  </a:lnTo>
                  <a:lnTo>
                    <a:pt x="401" y="20"/>
                  </a:lnTo>
                  <a:lnTo>
                    <a:pt x="401" y="20"/>
                  </a:lnTo>
                  <a:lnTo>
                    <a:pt x="403" y="52"/>
                  </a:lnTo>
                  <a:lnTo>
                    <a:pt x="403" y="52"/>
                  </a:lnTo>
                  <a:lnTo>
                    <a:pt x="403" y="52"/>
                  </a:lnTo>
                  <a:lnTo>
                    <a:pt x="403" y="52"/>
                  </a:lnTo>
                  <a:lnTo>
                    <a:pt x="403" y="118"/>
                  </a:lnTo>
                  <a:lnTo>
                    <a:pt x="405" y="117"/>
                  </a:lnTo>
                  <a:lnTo>
                    <a:pt x="405" y="117"/>
                  </a:lnTo>
                  <a:lnTo>
                    <a:pt x="405" y="117"/>
                  </a:lnTo>
                  <a:lnTo>
                    <a:pt x="406" y="115"/>
                  </a:lnTo>
                  <a:lnTo>
                    <a:pt x="407" y="116"/>
                  </a:lnTo>
                  <a:lnTo>
                    <a:pt x="407" y="115"/>
                  </a:lnTo>
                  <a:lnTo>
                    <a:pt x="407" y="115"/>
                  </a:lnTo>
                  <a:lnTo>
                    <a:pt x="409" y="130"/>
                  </a:lnTo>
                  <a:lnTo>
                    <a:pt x="409" y="116"/>
                  </a:lnTo>
                  <a:lnTo>
                    <a:pt x="409" y="115"/>
                  </a:lnTo>
                  <a:lnTo>
                    <a:pt x="409" y="116"/>
                  </a:lnTo>
                  <a:lnTo>
                    <a:pt x="409" y="1"/>
                  </a:lnTo>
                  <a:lnTo>
                    <a:pt x="411" y="2"/>
                  </a:lnTo>
                  <a:lnTo>
                    <a:pt x="411" y="2"/>
                  </a:lnTo>
                  <a:lnTo>
                    <a:pt x="411" y="20"/>
                  </a:lnTo>
                  <a:lnTo>
                    <a:pt x="412" y="1"/>
                  </a:lnTo>
                  <a:lnTo>
                    <a:pt x="413" y="15"/>
                  </a:lnTo>
                  <a:lnTo>
                    <a:pt x="413" y="15"/>
                  </a:lnTo>
                  <a:lnTo>
                    <a:pt x="414" y="2"/>
                  </a:lnTo>
                  <a:lnTo>
                    <a:pt x="415" y="45"/>
                  </a:lnTo>
                  <a:lnTo>
                    <a:pt x="415" y="44"/>
                  </a:lnTo>
                  <a:lnTo>
                    <a:pt x="415" y="45"/>
                  </a:lnTo>
                  <a:lnTo>
                    <a:pt x="415" y="43"/>
                  </a:lnTo>
                  <a:lnTo>
                    <a:pt x="417" y="219"/>
                  </a:lnTo>
                  <a:lnTo>
                    <a:pt x="417" y="219"/>
                  </a:lnTo>
                  <a:lnTo>
                    <a:pt x="417" y="219"/>
                  </a:lnTo>
                  <a:lnTo>
                    <a:pt x="418" y="222"/>
                  </a:lnTo>
                  <a:lnTo>
                    <a:pt x="419" y="122"/>
                  </a:lnTo>
                  <a:lnTo>
                    <a:pt x="419" y="123"/>
                  </a:lnTo>
                  <a:lnTo>
                    <a:pt x="419" y="124"/>
                  </a:lnTo>
                  <a:lnTo>
                    <a:pt x="419" y="128"/>
                  </a:lnTo>
                  <a:lnTo>
                    <a:pt x="420" y="41"/>
                  </a:lnTo>
                  <a:lnTo>
                    <a:pt x="421" y="45"/>
                  </a:lnTo>
                  <a:lnTo>
                    <a:pt x="421" y="45"/>
                  </a:lnTo>
                  <a:lnTo>
                    <a:pt x="422" y="22"/>
                  </a:lnTo>
                  <a:lnTo>
                    <a:pt x="423" y="225"/>
                  </a:lnTo>
                  <a:lnTo>
                    <a:pt x="423" y="224"/>
                  </a:lnTo>
                  <a:lnTo>
                    <a:pt x="423" y="224"/>
                  </a:lnTo>
                  <a:lnTo>
                    <a:pt x="423" y="225"/>
                  </a:lnTo>
                  <a:lnTo>
                    <a:pt x="424" y="180"/>
                  </a:lnTo>
                  <a:lnTo>
                    <a:pt x="425" y="216"/>
                  </a:lnTo>
                  <a:lnTo>
                    <a:pt x="425" y="216"/>
                  </a:lnTo>
                  <a:lnTo>
                    <a:pt x="425" y="217"/>
                  </a:lnTo>
                  <a:lnTo>
                    <a:pt x="427" y="106"/>
                  </a:lnTo>
                  <a:lnTo>
                    <a:pt x="427" y="107"/>
                  </a:lnTo>
                  <a:lnTo>
                    <a:pt x="427" y="107"/>
                  </a:lnTo>
                  <a:lnTo>
                    <a:pt x="427" y="106"/>
                  </a:lnTo>
                  <a:lnTo>
                    <a:pt x="427" y="124"/>
                  </a:lnTo>
                  <a:lnTo>
                    <a:pt x="429" y="121"/>
                  </a:lnTo>
                  <a:lnTo>
                    <a:pt x="429" y="121"/>
                  </a:lnTo>
                  <a:lnTo>
                    <a:pt x="429" y="122"/>
                  </a:lnTo>
                  <a:lnTo>
                    <a:pt x="431" y="118"/>
                  </a:lnTo>
                  <a:lnTo>
                    <a:pt x="431" y="119"/>
                  </a:lnTo>
                  <a:lnTo>
                    <a:pt x="431" y="119"/>
                  </a:lnTo>
                  <a:lnTo>
                    <a:pt x="433" y="118"/>
                  </a:lnTo>
                  <a:lnTo>
                    <a:pt x="433" y="126"/>
                  </a:lnTo>
                  <a:lnTo>
                    <a:pt x="433" y="126"/>
                  </a:lnTo>
                  <a:lnTo>
                    <a:pt x="433" y="128"/>
                  </a:lnTo>
                  <a:lnTo>
                    <a:pt x="433" y="127"/>
                  </a:lnTo>
                  <a:lnTo>
                    <a:pt x="435" y="224"/>
                  </a:lnTo>
                  <a:lnTo>
                    <a:pt x="435" y="224"/>
                  </a:lnTo>
                  <a:lnTo>
                    <a:pt x="435" y="224"/>
                  </a:lnTo>
                  <a:lnTo>
                    <a:pt x="435" y="224"/>
                  </a:lnTo>
                  <a:lnTo>
                    <a:pt x="436" y="223"/>
                  </a:lnTo>
                  <a:lnTo>
                    <a:pt x="437" y="224"/>
                  </a:lnTo>
                  <a:lnTo>
                    <a:pt x="437" y="224"/>
                  </a:lnTo>
                  <a:lnTo>
                    <a:pt x="437" y="225"/>
                  </a:lnTo>
                  <a:lnTo>
                    <a:pt x="439" y="223"/>
                  </a:lnTo>
                  <a:lnTo>
                    <a:pt x="439" y="223"/>
                  </a:lnTo>
                  <a:lnTo>
                    <a:pt x="439" y="223"/>
                  </a:lnTo>
                  <a:lnTo>
                    <a:pt x="439" y="223"/>
                  </a:lnTo>
                  <a:lnTo>
                    <a:pt x="441" y="132"/>
                  </a:lnTo>
                  <a:lnTo>
                    <a:pt x="441" y="132"/>
                  </a:lnTo>
                  <a:lnTo>
                    <a:pt x="441" y="132"/>
                  </a:lnTo>
                  <a:lnTo>
                    <a:pt x="441" y="132"/>
                  </a:lnTo>
                  <a:lnTo>
                    <a:pt x="442" y="117"/>
                  </a:lnTo>
                  <a:lnTo>
                    <a:pt x="443" y="118"/>
                  </a:lnTo>
                  <a:lnTo>
                    <a:pt x="443" y="118"/>
                  </a:lnTo>
                  <a:lnTo>
                    <a:pt x="443" y="119"/>
                  </a:lnTo>
                  <a:lnTo>
                    <a:pt x="444" y="116"/>
                  </a:lnTo>
                  <a:lnTo>
                    <a:pt x="445" y="117"/>
                  </a:lnTo>
                  <a:lnTo>
                    <a:pt x="445" y="117"/>
                  </a:lnTo>
                  <a:lnTo>
                    <a:pt x="445" y="117"/>
                  </a:lnTo>
                  <a:lnTo>
                    <a:pt x="446" y="120"/>
                  </a:lnTo>
                  <a:lnTo>
                    <a:pt x="447" y="119"/>
                  </a:lnTo>
                  <a:lnTo>
                    <a:pt x="447" y="119"/>
                  </a:lnTo>
                  <a:lnTo>
                    <a:pt x="447" y="119"/>
                  </a:lnTo>
                  <a:lnTo>
                    <a:pt x="448" y="123"/>
                  </a:lnTo>
                  <a:lnTo>
                    <a:pt x="449" y="121"/>
                  </a:lnTo>
                  <a:lnTo>
                    <a:pt x="449" y="121"/>
                  </a:lnTo>
                  <a:lnTo>
                    <a:pt x="449" y="120"/>
                  </a:lnTo>
                  <a:lnTo>
                    <a:pt x="449" y="123"/>
                  </a:lnTo>
                  <a:lnTo>
                    <a:pt x="451" y="122"/>
                  </a:lnTo>
                  <a:lnTo>
                    <a:pt x="451" y="122"/>
                  </a:lnTo>
                  <a:lnTo>
                    <a:pt x="451" y="120"/>
                  </a:lnTo>
                  <a:lnTo>
                    <a:pt x="452" y="123"/>
                  </a:lnTo>
                  <a:lnTo>
                    <a:pt x="453" y="123"/>
                  </a:lnTo>
                  <a:lnTo>
                    <a:pt x="453" y="123"/>
                  </a:lnTo>
                  <a:lnTo>
                    <a:pt x="453" y="121"/>
                  </a:lnTo>
                  <a:lnTo>
                    <a:pt x="455" y="217"/>
                  </a:lnTo>
                  <a:lnTo>
                    <a:pt x="455" y="216"/>
                  </a:lnTo>
                  <a:lnTo>
                    <a:pt x="455" y="216"/>
                  </a:lnTo>
                  <a:lnTo>
                    <a:pt x="455" y="217"/>
                  </a:lnTo>
                  <a:lnTo>
                    <a:pt x="457" y="1"/>
                  </a:lnTo>
                  <a:lnTo>
                    <a:pt x="457" y="2"/>
                  </a:lnTo>
                  <a:lnTo>
                    <a:pt x="457" y="2"/>
                  </a:lnTo>
                  <a:lnTo>
                    <a:pt x="457" y="0"/>
                  </a:lnTo>
                  <a:lnTo>
                    <a:pt x="459" y="5"/>
                  </a:lnTo>
                  <a:lnTo>
                    <a:pt x="459" y="5"/>
                  </a:lnTo>
                  <a:lnTo>
                    <a:pt x="459" y="5"/>
                  </a:lnTo>
                  <a:lnTo>
                    <a:pt x="460" y="2"/>
                  </a:lnTo>
                  <a:lnTo>
                    <a:pt x="460" y="44"/>
                  </a:lnTo>
                  <a:lnTo>
                    <a:pt x="461" y="44"/>
                  </a:lnTo>
                  <a:lnTo>
                    <a:pt x="461" y="44"/>
                  </a:lnTo>
                  <a:lnTo>
                    <a:pt x="462" y="28"/>
                  </a:lnTo>
                  <a:lnTo>
                    <a:pt x="463" y="218"/>
                  </a:lnTo>
                  <a:lnTo>
                    <a:pt x="463" y="217"/>
                  </a:lnTo>
                  <a:lnTo>
                    <a:pt x="463" y="217"/>
                  </a:lnTo>
                  <a:lnTo>
                    <a:pt x="464" y="223"/>
                  </a:lnTo>
                  <a:lnTo>
                    <a:pt x="465" y="186"/>
                  </a:lnTo>
                  <a:lnTo>
                    <a:pt x="465" y="186"/>
                  </a:lnTo>
                  <a:lnTo>
                    <a:pt x="465" y="176"/>
                  </a:lnTo>
                  <a:lnTo>
                    <a:pt x="465" y="176"/>
                  </a:lnTo>
                  <a:lnTo>
                    <a:pt x="467" y="43"/>
                  </a:lnTo>
                  <a:lnTo>
                    <a:pt x="467" y="43"/>
                  </a:lnTo>
                  <a:lnTo>
                    <a:pt x="467" y="43"/>
                  </a:lnTo>
                  <a:lnTo>
                    <a:pt x="468" y="57"/>
                  </a:lnTo>
                  <a:lnTo>
                    <a:pt x="468" y="21"/>
                  </a:lnTo>
                  <a:lnTo>
                    <a:pt x="469" y="24"/>
                  </a:lnTo>
                  <a:lnTo>
                    <a:pt x="469" y="24"/>
                  </a:lnTo>
                  <a:lnTo>
                    <a:pt x="469" y="24"/>
                  </a:lnTo>
                  <a:lnTo>
                    <a:pt x="469" y="183"/>
                  </a:lnTo>
                  <a:lnTo>
                    <a:pt x="471" y="173"/>
                  </a:lnTo>
                  <a:lnTo>
                    <a:pt x="471" y="173"/>
                  </a:lnTo>
                  <a:lnTo>
                    <a:pt x="472" y="216"/>
                  </a:lnTo>
                  <a:lnTo>
                    <a:pt x="473" y="106"/>
                  </a:lnTo>
                  <a:lnTo>
                    <a:pt x="473" y="106"/>
                  </a:lnTo>
                  <a:lnTo>
                    <a:pt x="473" y="106"/>
                  </a:lnTo>
                  <a:lnTo>
                    <a:pt x="473" y="106"/>
                  </a:lnTo>
                  <a:lnTo>
                    <a:pt x="474" y="216"/>
                  </a:lnTo>
                  <a:lnTo>
                    <a:pt x="475" y="215"/>
                  </a:lnTo>
                  <a:lnTo>
                    <a:pt x="475" y="215"/>
                  </a:lnTo>
                  <a:lnTo>
                    <a:pt x="477" y="216"/>
                  </a:lnTo>
                  <a:lnTo>
                    <a:pt x="477" y="196"/>
                  </a:lnTo>
                  <a:lnTo>
                    <a:pt x="477" y="196"/>
                  </a:lnTo>
                  <a:lnTo>
                    <a:pt x="477" y="196"/>
                  </a:lnTo>
                  <a:lnTo>
                    <a:pt x="477" y="202"/>
                  </a:lnTo>
                  <a:lnTo>
                    <a:pt x="479" y="168"/>
                  </a:lnTo>
                  <a:lnTo>
                    <a:pt x="479" y="168"/>
                  </a:lnTo>
                  <a:lnTo>
                    <a:pt x="479" y="168"/>
                  </a:lnTo>
                  <a:lnTo>
                    <a:pt x="480" y="169"/>
                  </a:lnTo>
                  <a:lnTo>
                    <a:pt x="480" y="153"/>
                  </a:lnTo>
                  <a:lnTo>
                    <a:pt x="481" y="156"/>
                  </a:lnTo>
                  <a:lnTo>
                    <a:pt x="481" y="156"/>
                  </a:lnTo>
                  <a:lnTo>
                    <a:pt x="481" y="158"/>
                  </a:lnTo>
                  <a:lnTo>
                    <a:pt x="483" y="111"/>
                  </a:lnTo>
                  <a:lnTo>
                    <a:pt x="483" y="111"/>
                  </a:lnTo>
                  <a:lnTo>
                    <a:pt x="483" y="111"/>
                  </a:lnTo>
                  <a:lnTo>
                    <a:pt x="485" y="108"/>
                  </a:lnTo>
                  <a:lnTo>
                    <a:pt x="485" y="109"/>
                  </a:lnTo>
                  <a:lnTo>
                    <a:pt x="485" y="109"/>
                  </a:lnTo>
                  <a:lnTo>
                    <a:pt x="486" y="133"/>
                  </a:lnTo>
                  <a:lnTo>
                    <a:pt x="487" y="108"/>
                  </a:lnTo>
                  <a:lnTo>
                    <a:pt x="487" y="108"/>
                  </a:lnTo>
                  <a:lnTo>
                    <a:pt x="487" y="108"/>
                  </a:lnTo>
                  <a:lnTo>
                    <a:pt x="487" y="108"/>
                  </a:lnTo>
                  <a:lnTo>
                    <a:pt x="488" y="107"/>
                  </a:lnTo>
                  <a:lnTo>
                    <a:pt x="489" y="107"/>
                  </a:lnTo>
                  <a:lnTo>
                    <a:pt x="489" y="107"/>
                  </a:lnTo>
                  <a:lnTo>
                    <a:pt x="490" y="108"/>
                  </a:lnTo>
                  <a:lnTo>
                    <a:pt x="491" y="106"/>
                  </a:lnTo>
                  <a:lnTo>
                    <a:pt x="491" y="108"/>
                  </a:lnTo>
                  <a:lnTo>
                    <a:pt x="491" y="108"/>
                  </a:lnTo>
                  <a:lnTo>
                    <a:pt x="492" y="106"/>
                  </a:lnTo>
                  <a:lnTo>
                    <a:pt x="493" y="108"/>
                  </a:lnTo>
                  <a:lnTo>
                    <a:pt x="493" y="108"/>
                  </a:lnTo>
                  <a:lnTo>
                    <a:pt x="493" y="108"/>
                  </a:lnTo>
                  <a:lnTo>
                    <a:pt x="493" y="108"/>
                  </a:lnTo>
                  <a:lnTo>
                    <a:pt x="494" y="106"/>
                  </a:lnTo>
                  <a:lnTo>
                    <a:pt x="495" y="106"/>
                  </a:lnTo>
                  <a:lnTo>
                    <a:pt x="495" y="107"/>
                  </a:lnTo>
                  <a:lnTo>
                    <a:pt x="495" y="106"/>
                  </a:lnTo>
                  <a:lnTo>
                    <a:pt x="496" y="107"/>
                  </a:lnTo>
                  <a:lnTo>
                    <a:pt x="497" y="106"/>
                  </a:lnTo>
                  <a:lnTo>
                    <a:pt x="497" y="106"/>
                  </a:lnTo>
                  <a:lnTo>
                    <a:pt x="497" y="107"/>
                  </a:lnTo>
                  <a:lnTo>
                    <a:pt x="498" y="106"/>
                  </a:lnTo>
                  <a:lnTo>
                    <a:pt x="499" y="107"/>
                  </a:lnTo>
                  <a:lnTo>
                    <a:pt x="499" y="107"/>
                  </a:lnTo>
                  <a:lnTo>
                    <a:pt x="501" y="209"/>
                  </a:lnTo>
                  <a:lnTo>
                    <a:pt x="501" y="62"/>
                  </a:lnTo>
                  <a:lnTo>
                    <a:pt x="501" y="63"/>
                  </a:lnTo>
                  <a:lnTo>
                    <a:pt x="501" y="63"/>
                  </a:lnTo>
                  <a:lnTo>
                    <a:pt x="503" y="0"/>
                  </a:lnTo>
                  <a:lnTo>
                    <a:pt x="503" y="1"/>
                  </a:lnTo>
                  <a:lnTo>
                    <a:pt x="503" y="1"/>
                  </a:lnTo>
                  <a:lnTo>
                    <a:pt x="504" y="1"/>
                  </a:lnTo>
                  <a:lnTo>
                    <a:pt x="505" y="4"/>
                  </a:lnTo>
                  <a:lnTo>
                    <a:pt x="505" y="4"/>
                  </a:lnTo>
                  <a:lnTo>
                    <a:pt x="505" y="3"/>
                  </a:lnTo>
                  <a:lnTo>
                    <a:pt x="506" y="3"/>
                  </a:lnTo>
                  <a:lnTo>
                    <a:pt x="507" y="214"/>
                  </a:lnTo>
                  <a:lnTo>
                    <a:pt x="507" y="214"/>
                  </a:lnTo>
                  <a:lnTo>
                    <a:pt x="507" y="214"/>
                  </a:lnTo>
                  <a:lnTo>
                    <a:pt x="507" y="214"/>
                  </a:lnTo>
                  <a:lnTo>
                    <a:pt x="508" y="219"/>
                  </a:lnTo>
                  <a:lnTo>
                    <a:pt x="509" y="217"/>
                  </a:lnTo>
                  <a:lnTo>
                    <a:pt x="509" y="217"/>
                  </a:lnTo>
                  <a:lnTo>
                    <a:pt x="509" y="220"/>
                  </a:lnTo>
                  <a:lnTo>
                    <a:pt x="511" y="84"/>
                  </a:lnTo>
                  <a:lnTo>
                    <a:pt x="511" y="88"/>
                  </a:lnTo>
                  <a:lnTo>
                    <a:pt x="511" y="88"/>
                  </a:lnTo>
                  <a:lnTo>
                    <a:pt x="511" y="93"/>
                  </a:lnTo>
                  <a:lnTo>
                    <a:pt x="513" y="26"/>
                  </a:lnTo>
                  <a:lnTo>
                    <a:pt x="513" y="26"/>
                  </a:lnTo>
                  <a:lnTo>
                    <a:pt x="513" y="26"/>
                  </a:lnTo>
                  <a:lnTo>
                    <a:pt x="513" y="22"/>
                  </a:lnTo>
                  <a:lnTo>
                    <a:pt x="514" y="135"/>
                  </a:lnTo>
                  <a:lnTo>
                    <a:pt x="515" y="122"/>
                  </a:lnTo>
                  <a:lnTo>
                    <a:pt x="515" y="122"/>
                  </a:lnTo>
                  <a:lnTo>
                    <a:pt x="515" y="122"/>
                  </a:lnTo>
                  <a:lnTo>
                    <a:pt x="517" y="216"/>
                  </a:lnTo>
                  <a:lnTo>
                    <a:pt x="517" y="215"/>
                  </a:lnTo>
                  <a:lnTo>
                    <a:pt x="517" y="215"/>
                  </a:lnTo>
                  <a:lnTo>
                    <a:pt x="517" y="216"/>
                  </a:lnTo>
                  <a:lnTo>
                    <a:pt x="519" y="106"/>
                  </a:lnTo>
                  <a:lnTo>
                    <a:pt x="519" y="107"/>
                  </a:lnTo>
                  <a:lnTo>
                    <a:pt x="519" y="107"/>
                  </a:lnTo>
                  <a:lnTo>
                    <a:pt x="519" y="107"/>
                  </a:lnTo>
                  <a:lnTo>
                    <a:pt x="520" y="72"/>
                  </a:lnTo>
                  <a:lnTo>
                    <a:pt x="521" y="74"/>
                  </a:lnTo>
                  <a:lnTo>
                    <a:pt x="521" y="74"/>
                  </a:lnTo>
                  <a:lnTo>
                    <a:pt x="521" y="74"/>
                  </a:lnTo>
                  <a:lnTo>
                    <a:pt x="522" y="68"/>
                  </a:lnTo>
                  <a:lnTo>
                    <a:pt x="523" y="70"/>
                  </a:lnTo>
                  <a:lnTo>
                    <a:pt x="523" y="71"/>
                  </a:lnTo>
                  <a:lnTo>
                    <a:pt x="523" y="71"/>
                  </a:lnTo>
                  <a:lnTo>
                    <a:pt x="525" y="45"/>
                  </a:lnTo>
                  <a:lnTo>
                    <a:pt x="525" y="46"/>
                  </a:lnTo>
                  <a:lnTo>
                    <a:pt x="525" y="46"/>
                  </a:lnTo>
                  <a:lnTo>
                    <a:pt x="526" y="65"/>
                  </a:lnTo>
                  <a:lnTo>
                    <a:pt x="527" y="42"/>
                  </a:lnTo>
                  <a:lnTo>
                    <a:pt x="527" y="43"/>
                  </a:lnTo>
                  <a:lnTo>
                    <a:pt x="527" y="43"/>
                  </a:lnTo>
                  <a:lnTo>
                    <a:pt x="527" y="42"/>
                  </a:lnTo>
                  <a:lnTo>
                    <a:pt x="528" y="88"/>
                  </a:lnTo>
                  <a:lnTo>
                    <a:pt x="529" y="62"/>
                  </a:lnTo>
                  <a:lnTo>
                    <a:pt x="529" y="62"/>
                  </a:lnTo>
                  <a:lnTo>
                    <a:pt x="531" y="3"/>
                  </a:lnTo>
                  <a:lnTo>
                    <a:pt x="531" y="5"/>
                  </a:lnTo>
                  <a:lnTo>
                    <a:pt x="531" y="4"/>
                  </a:lnTo>
                  <a:lnTo>
                    <a:pt x="531" y="5"/>
                  </a:lnTo>
                  <a:lnTo>
                    <a:pt x="532" y="2"/>
                  </a:lnTo>
                  <a:lnTo>
                    <a:pt x="533" y="3"/>
                  </a:lnTo>
                  <a:lnTo>
                    <a:pt x="533" y="2"/>
                  </a:lnTo>
                  <a:lnTo>
                    <a:pt x="534" y="3"/>
                  </a:lnTo>
                  <a:lnTo>
                    <a:pt x="534" y="2"/>
                  </a:lnTo>
                  <a:lnTo>
                    <a:pt x="535" y="3"/>
                  </a:lnTo>
                  <a:lnTo>
                    <a:pt x="535" y="3"/>
                  </a:lnTo>
                  <a:lnTo>
                    <a:pt x="536" y="4"/>
                  </a:lnTo>
                  <a:lnTo>
                    <a:pt x="537" y="1"/>
                  </a:lnTo>
                  <a:lnTo>
                    <a:pt x="537" y="2"/>
                  </a:lnTo>
                  <a:lnTo>
                    <a:pt x="537" y="2"/>
                  </a:lnTo>
                  <a:lnTo>
                    <a:pt x="538" y="3"/>
                  </a:lnTo>
                  <a:lnTo>
                    <a:pt x="539" y="1"/>
                  </a:lnTo>
                  <a:lnTo>
                    <a:pt x="539" y="2"/>
                  </a:lnTo>
                  <a:lnTo>
                    <a:pt x="539" y="2"/>
                  </a:lnTo>
                  <a:lnTo>
                    <a:pt x="540" y="1"/>
                  </a:lnTo>
                  <a:lnTo>
                    <a:pt x="541" y="3"/>
                  </a:lnTo>
                  <a:lnTo>
                    <a:pt x="541" y="2"/>
                  </a:lnTo>
                  <a:lnTo>
                    <a:pt x="541" y="2"/>
                  </a:lnTo>
                  <a:lnTo>
                    <a:pt x="542" y="2"/>
                  </a:lnTo>
                  <a:lnTo>
                    <a:pt x="542" y="6"/>
                  </a:lnTo>
                  <a:lnTo>
                    <a:pt x="543" y="4"/>
                  </a:lnTo>
                  <a:lnTo>
                    <a:pt x="543" y="4"/>
                  </a:lnTo>
                  <a:lnTo>
                    <a:pt x="543" y="4"/>
                  </a:lnTo>
                  <a:lnTo>
                    <a:pt x="543" y="2"/>
                  </a:lnTo>
                  <a:lnTo>
                    <a:pt x="545" y="3"/>
                  </a:lnTo>
                  <a:lnTo>
                    <a:pt x="545" y="2"/>
                  </a:lnTo>
                  <a:lnTo>
                    <a:pt x="545" y="2"/>
                  </a:lnTo>
                  <a:lnTo>
                    <a:pt x="547" y="5"/>
                  </a:lnTo>
                  <a:lnTo>
                    <a:pt x="547" y="4"/>
                  </a:lnTo>
                  <a:lnTo>
                    <a:pt x="547" y="5"/>
                  </a:lnTo>
                  <a:lnTo>
                    <a:pt x="547" y="3"/>
                  </a:lnTo>
                  <a:lnTo>
                    <a:pt x="549" y="106"/>
                  </a:lnTo>
                  <a:lnTo>
                    <a:pt x="549" y="106"/>
                  </a:lnTo>
                  <a:lnTo>
                    <a:pt x="549" y="106"/>
                  </a:lnTo>
                  <a:lnTo>
                    <a:pt x="550" y="107"/>
                  </a:lnTo>
                  <a:lnTo>
                    <a:pt x="551" y="1"/>
                  </a:lnTo>
                  <a:lnTo>
                    <a:pt x="551" y="2"/>
                  </a:lnTo>
                  <a:lnTo>
                    <a:pt x="551" y="2"/>
                  </a:lnTo>
                  <a:lnTo>
                    <a:pt x="552" y="0"/>
                  </a:lnTo>
                  <a:lnTo>
                    <a:pt x="552" y="3"/>
                  </a:lnTo>
                  <a:lnTo>
                    <a:pt x="553" y="3"/>
                  </a:lnTo>
                  <a:lnTo>
                    <a:pt x="553" y="3"/>
                  </a:lnTo>
                  <a:lnTo>
                    <a:pt x="553" y="2"/>
                  </a:lnTo>
                  <a:lnTo>
                    <a:pt x="555" y="212"/>
                  </a:lnTo>
                  <a:lnTo>
                    <a:pt x="555" y="107"/>
                  </a:lnTo>
                  <a:lnTo>
                    <a:pt x="555" y="107"/>
                  </a:lnTo>
                  <a:lnTo>
                    <a:pt x="556" y="110"/>
                  </a:lnTo>
                  <a:lnTo>
                    <a:pt x="557" y="31"/>
                  </a:lnTo>
                  <a:lnTo>
                    <a:pt x="557" y="31"/>
                  </a:lnTo>
                  <a:lnTo>
                    <a:pt x="557" y="31"/>
                  </a:lnTo>
                  <a:lnTo>
                    <a:pt x="557" y="32"/>
                  </a:lnTo>
                  <a:lnTo>
                    <a:pt x="558" y="14"/>
                  </a:lnTo>
                  <a:lnTo>
                    <a:pt x="559" y="17"/>
                  </a:lnTo>
                  <a:lnTo>
                    <a:pt x="559" y="17"/>
                  </a:lnTo>
                  <a:lnTo>
                    <a:pt x="560" y="15"/>
                  </a:lnTo>
                  <a:lnTo>
                    <a:pt x="560" y="27"/>
                  </a:lnTo>
                  <a:lnTo>
                    <a:pt x="561" y="15"/>
                  </a:lnTo>
                  <a:lnTo>
                    <a:pt x="561" y="16"/>
                  </a:lnTo>
                  <a:lnTo>
                    <a:pt x="562" y="13"/>
                  </a:lnTo>
                  <a:lnTo>
                    <a:pt x="563" y="114"/>
                  </a:lnTo>
                  <a:lnTo>
                    <a:pt x="563" y="112"/>
                  </a:lnTo>
                  <a:lnTo>
                    <a:pt x="563" y="112"/>
                  </a:lnTo>
                  <a:lnTo>
                    <a:pt x="564" y="112"/>
                  </a:lnTo>
                  <a:lnTo>
                    <a:pt x="565" y="230"/>
                  </a:lnTo>
                  <a:lnTo>
                    <a:pt x="565" y="218"/>
                  </a:lnTo>
                  <a:lnTo>
                    <a:pt x="565" y="218"/>
                  </a:lnTo>
                  <a:lnTo>
                    <a:pt x="565" y="218"/>
                  </a:lnTo>
                  <a:lnTo>
                    <a:pt x="566" y="106"/>
                  </a:lnTo>
                  <a:lnTo>
                    <a:pt x="567" y="109"/>
                  </a:lnTo>
                  <a:lnTo>
                    <a:pt x="567" y="109"/>
                  </a:lnTo>
                  <a:lnTo>
                    <a:pt x="567" y="109"/>
                  </a:lnTo>
                  <a:lnTo>
                    <a:pt x="567" y="106"/>
                  </a:lnTo>
                  <a:lnTo>
                    <a:pt x="569" y="107"/>
                  </a:lnTo>
                  <a:lnTo>
                    <a:pt x="569" y="107"/>
                  </a:lnTo>
                  <a:lnTo>
                    <a:pt x="569" y="108"/>
                  </a:lnTo>
                  <a:lnTo>
                    <a:pt x="571" y="106"/>
                  </a:lnTo>
                  <a:lnTo>
                    <a:pt x="571" y="106"/>
                  </a:lnTo>
                  <a:lnTo>
                    <a:pt x="571" y="107"/>
                  </a:lnTo>
                  <a:lnTo>
                    <a:pt x="572" y="106"/>
                  </a:lnTo>
                  <a:lnTo>
                    <a:pt x="572" y="107"/>
                  </a:lnTo>
                  <a:lnTo>
                    <a:pt x="573" y="107"/>
                  </a:lnTo>
                  <a:lnTo>
                    <a:pt x="573" y="107"/>
                  </a:lnTo>
                  <a:lnTo>
                    <a:pt x="573" y="106"/>
                  </a:lnTo>
                  <a:lnTo>
                    <a:pt x="575" y="109"/>
                  </a:lnTo>
                  <a:lnTo>
                    <a:pt x="575" y="107"/>
                  </a:lnTo>
                  <a:lnTo>
                    <a:pt x="575" y="107"/>
                  </a:lnTo>
                  <a:lnTo>
                    <a:pt x="576" y="106"/>
                  </a:lnTo>
                  <a:lnTo>
                    <a:pt x="577" y="110"/>
                  </a:lnTo>
                  <a:lnTo>
                    <a:pt x="577" y="107"/>
                  </a:lnTo>
                  <a:lnTo>
                    <a:pt x="577" y="107"/>
                  </a:lnTo>
                  <a:lnTo>
                    <a:pt x="578" y="105"/>
                  </a:lnTo>
                  <a:lnTo>
                    <a:pt x="578" y="108"/>
                  </a:lnTo>
                  <a:lnTo>
                    <a:pt x="579" y="106"/>
                  </a:lnTo>
                  <a:lnTo>
                    <a:pt x="579" y="106"/>
                  </a:lnTo>
                  <a:lnTo>
                    <a:pt x="579" y="108"/>
                  </a:lnTo>
                  <a:lnTo>
                    <a:pt x="581" y="106"/>
                  </a:lnTo>
                  <a:lnTo>
                    <a:pt x="581" y="106"/>
                  </a:lnTo>
                  <a:lnTo>
                    <a:pt x="581" y="106"/>
                  </a:lnTo>
                  <a:lnTo>
                    <a:pt x="582" y="106"/>
                  </a:lnTo>
                  <a:lnTo>
                    <a:pt x="583" y="107"/>
                  </a:lnTo>
                  <a:lnTo>
                    <a:pt x="583" y="107"/>
                  </a:lnTo>
                  <a:lnTo>
                    <a:pt x="583" y="107"/>
                  </a:lnTo>
                  <a:lnTo>
                    <a:pt x="584" y="106"/>
                  </a:lnTo>
                  <a:lnTo>
                    <a:pt x="584" y="108"/>
                  </a:lnTo>
                  <a:lnTo>
                    <a:pt x="585" y="107"/>
                  </a:lnTo>
                  <a:lnTo>
                    <a:pt x="585" y="106"/>
                  </a:lnTo>
                  <a:lnTo>
                    <a:pt x="585" y="106"/>
                  </a:lnTo>
                  <a:lnTo>
                    <a:pt x="585" y="107"/>
                  </a:lnTo>
                  <a:lnTo>
                    <a:pt x="587" y="106"/>
                  </a:lnTo>
                  <a:lnTo>
                    <a:pt x="587" y="106"/>
                  </a:lnTo>
                  <a:lnTo>
                    <a:pt x="587" y="121"/>
                  </a:lnTo>
                  <a:lnTo>
                    <a:pt x="588" y="106"/>
                  </a:lnTo>
                  <a:lnTo>
                    <a:pt x="589" y="107"/>
                  </a:lnTo>
                  <a:lnTo>
                    <a:pt x="589" y="107"/>
                  </a:lnTo>
                  <a:lnTo>
                    <a:pt x="590" y="107"/>
                  </a:lnTo>
                  <a:lnTo>
                    <a:pt x="591" y="106"/>
                  </a:lnTo>
                  <a:lnTo>
                    <a:pt x="591" y="106"/>
                  </a:lnTo>
                  <a:lnTo>
                    <a:pt x="591" y="106"/>
                  </a:lnTo>
                  <a:lnTo>
                    <a:pt x="591" y="107"/>
                  </a:lnTo>
                  <a:lnTo>
                    <a:pt x="593" y="106"/>
                  </a:lnTo>
                  <a:lnTo>
                    <a:pt x="593" y="106"/>
                  </a:lnTo>
                  <a:lnTo>
                    <a:pt x="593" y="106"/>
                  </a:lnTo>
                  <a:lnTo>
                    <a:pt x="593" y="106"/>
                  </a:lnTo>
                  <a:lnTo>
                    <a:pt x="595" y="6"/>
                  </a:lnTo>
                  <a:lnTo>
                    <a:pt x="595" y="6"/>
                  </a:lnTo>
                  <a:lnTo>
                    <a:pt x="595" y="6"/>
                  </a:lnTo>
                  <a:lnTo>
                    <a:pt x="597" y="107"/>
                  </a:lnTo>
                  <a:lnTo>
                    <a:pt x="597" y="1"/>
                  </a:lnTo>
                  <a:lnTo>
                    <a:pt x="597" y="1"/>
                  </a:lnTo>
                  <a:lnTo>
                    <a:pt x="597" y="1"/>
                  </a:lnTo>
                  <a:lnTo>
                    <a:pt x="597" y="0"/>
                  </a:lnTo>
                  <a:lnTo>
                    <a:pt x="599" y="2"/>
                  </a:lnTo>
                  <a:lnTo>
                    <a:pt x="599" y="2"/>
                  </a:lnTo>
                  <a:lnTo>
                    <a:pt x="599" y="2"/>
                  </a:lnTo>
                  <a:lnTo>
                    <a:pt x="599" y="1"/>
                  </a:lnTo>
                  <a:lnTo>
                    <a:pt x="601" y="212"/>
                  </a:lnTo>
                  <a:lnTo>
                    <a:pt x="601" y="212"/>
                  </a:lnTo>
                  <a:lnTo>
                    <a:pt x="601" y="212"/>
                  </a:lnTo>
                  <a:lnTo>
                    <a:pt x="601" y="212"/>
                  </a:lnTo>
                  <a:lnTo>
                    <a:pt x="603" y="16"/>
                  </a:lnTo>
                  <a:lnTo>
                    <a:pt x="603" y="16"/>
                  </a:lnTo>
                  <a:lnTo>
                    <a:pt x="603" y="16"/>
                  </a:lnTo>
                  <a:lnTo>
                    <a:pt x="604" y="14"/>
                  </a:lnTo>
                  <a:lnTo>
                    <a:pt x="604" y="19"/>
                  </a:lnTo>
                  <a:lnTo>
                    <a:pt x="605" y="16"/>
                  </a:lnTo>
                  <a:lnTo>
                    <a:pt x="605" y="16"/>
                  </a:lnTo>
                  <a:lnTo>
                    <a:pt x="606" y="21"/>
                  </a:lnTo>
                  <a:lnTo>
                    <a:pt x="606" y="15"/>
                  </a:lnTo>
                  <a:lnTo>
                    <a:pt x="607" y="18"/>
                  </a:lnTo>
                  <a:lnTo>
                    <a:pt x="607" y="18"/>
                  </a:lnTo>
                  <a:lnTo>
                    <a:pt x="608" y="11"/>
                  </a:lnTo>
                  <a:lnTo>
                    <a:pt x="609" y="113"/>
                  </a:lnTo>
                  <a:lnTo>
                    <a:pt x="609" y="113"/>
                  </a:lnTo>
                  <a:lnTo>
                    <a:pt x="609" y="112"/>
                  </a:lnTo>
                  <a:lnTo>
                    <a:pt x="610" y="112"/>
                  </a:lnTo>
                  <a:lnTo>
                    <a:pt x="611" y="217"/>
                  </a:lnTo>
                  <a:lnTo>
                    <a:pt x="611" y="214"/>
                  </a:lnTo>
                  <a:lnTo>
                    <a:pt x="611" y="214"/>
                  </a:lnTo>
                  <a:lnTo>
                    <a:pt x="612" y="213"/>
                  </a:lnTo>
                  <a:lnTo>
                    <a:pt x="613" y="352"/>
                  </a:lnTo>
                  <a:lnTo>
                    <a:pt x="613" y="351"/>
                  </a:lnTo>
                  <a:lnTo>
                    <a:pt x="613" y="351"/>
                  </a:lnTo>
                  <a:lnTo>
                    <a:pt x="614" y="350"/>
                  </a:lnTo>
                  <a:lnTo>
                    <a:pt x="614" y="353"/>
                  </a:lnTo>
                  <a:lnTo>
                    <a:pt x="615" y="351"/>
                  </a:lnTo>
                  <a:lnTo>
                    <a:pt x="615" y="351"/>
                  </a:lnTo>
                  <a:lnTo>
                    <a:pt x="616" y="352"/>
                  </a:lnTo>
                  <a:lnTo>
                    <a:pt x="617" y="179"/>
                  </a:lnTo>
                  <a:lnTo>
                    <a:pt x="617" y="179"/>
                  </a:lnTo>
                  <a:lnTo>
                    <a:pt x="617" y="179"/>
                  </a:lnTo>
                  <a:lnTo>
                    <a:pt x="617" y="179"/>
                  </a:lnTo>
                  <a:lnTo>
                    <a:pt x="619" y="111"/>
                  </a:lnTo>
                  <a:lnTo>
                    <a:pt x="619" y="114"/>
                  </a:lnTo>
                  <a:lnTo>
                    <a:pt x="619" y="114"/>
                  </a:lnTo>
                  <a:lnTo>
                    <a:pt x="619" y="115"/>
                  </a:lnTo>
                  <a:lnTo>
                    <a:pt x="621" y="113"/>
                  </a:lnTo>
                  <a:lnTo>
                    <a:pt x="621" y="113"/>
                  </a:lnTo>
                  <a:lnTo>
                    <a:pt x="621" y="113"/>
                  </a:lnTo>
                  <a:lnTo>
                    <a:pt x="622" y="114"/>
                  </a:lnTo>
                  <a:lnTo>
                    <a:pt x="623" y="109"/>
                  </a:lnTo>
                  <a:lnTo>
                    <a:pt x="623" y="109"/>
                  </a:lnTo>
                  <a:lnTo>
                    <a:pt x="623" y="109"/>
                  </a:lnTo>
                  <a:lnTo>
                    <a:pt x="623" y="110"/>
                  </a:lnTo>
                  <a:lnTo>
                    <a:pt x="624" y="93"/>
                  </a:lnTo>
                  <a:lnTo>
                    <a:pt x="625" y="107"/>
                  </a:lnTo>
                  <a:lnTo>
                    <a:pt x="625" y="107"/>
                  </a:lnTo>
                  <a:lnTo>
                    <a:pt x="625" y="107"/>
                  </a:lnTo>
                  <a:lnTo>
                    <a:pt x="627" y="63"/>
                  </a:lnTo>
                  <a:lnTo>
                    <a:pt x="627" y="63"/>
                  </a:lnTo>
                  <a:lnTo>
                    <a:pt x="627" y="63"/>
                  </a:lnTo>
                  <a:lnTo>
                    <a:pt x="627" y="63"/>
                  </a:lnTo>
                  <a:lnTo>
                    <a:pt x="629" y="26"/>
                  </a:lnTo>
                  <a:lnTo>
                    <a:pt x="629" y="26"/>
                  </a:lnTo>
                  <a:lnTo>
                    <a:pt x="629" y="26"/>
                  </a:lnTo>
                  <a:lnTo>
                    <a:pt x="629" y="26"/>
                  </a:lnTo>
                  <a:lnTo>
                    <a:pt x="630" y="2"/>
                  </a:lnTo>
                  <a:lnTo>
                    <a:pt x="631" y="2"/>
                  </a:lnTo>
                  <a:lnTo>
                    <a:pt x="631" y="2"/>
                  </a:lnTo>
                  <a:lnTo>
                    <a:pt x="631" y="2"/>
                  </a:lnTo>
                  <a:lnTo>
                    <a:pt x="633" y="55"/>
                  </a:lnTo>
                  <a:lnTo>
                    <a:pt x="633" y="55"/>
                  </a:lnTo>
                  <a:lnTo>
                    <a:pt x="633" y="55"/>
                  </a:lnTo>
                  <a:lnTo>
                    <a:pt x="633" y="55"/>
                  </a:lnTo>
                  <a:lnTo>
                    <a:pt x="635" y="71"/>
                  </a:lnTo>
                  <a:lnTo>
                    <a:pt x="635" y="71"/>
                  </a:lnTo>
                  <a:lnTo>
                    <a:pt x="635" y="71"/>
                  </a:lnTo>
                  <a:lnTo>
                    <a:pt x="635" y="71"/>
                  </a:lnTo>
                  <a:lnTo>
                    <a:pt x="637" y="20"/>
                  </a:lnTo>
                  <a:lnTo>
                    <a:pt x="637" y="28"/>
                  </a:lnTo>
                  <a:lnTo>
                    <a:pt x="637" y="28"/>
                  </a:lnTo>
                  <a:lnTo>
                    <a:pt x="638" y="6"/>
                  </a:lnTo>
                  <a:lnTo>
                    <a:pt x="639" y="106"/>
                  </a:lnTo>
                  <a:lnTo>
                    <a:pt x="639" y="106"/>
                  </a:lnTo>
                  <a:lnTo>
                    <a:pt x="639" y="106"/>
                  </a:lnTo>
                  <a:lnTo>
                    <a:pt x="640" y="107"/>
                  </a:lnTo>
                  <a:lnTo>
                    <a:pt x="641" y="1"/>
                  </a:lnTo>
                  <a:lnTo>
                    <a:pt x="641" y="2"/>
                  </a:lnTo>
                  <a:lnTo>
                    <a:pt x="641" y="2"/>
                  </a:lnTo>
                  <a:lnTo>
                    <a:pt x="642" y="0"/>
                  </a:lnTo>
                  <a:lnTo>
                    <a:pt x="643" y="3"/>
                  </a:lnTo>
                  <a:lnTo>
                    <a:pt x="643" y="3"/>
                  </a:lnTo>
                  <a:lnTo>
                    <a:pt x="643" y="3"/>
                  </a:lnTo>
                  <a:lnTo>
                    <a:pt x="643" y="2"/>
                  </a:lnTo>
                  <a:lnTo>
                    <a:pt x="645" y="212"/>
                  </a:lnTo>
                  <a:lnTo>
                    <a:pt x="645" y="108"/>
                  </a:lnTo>
                  <a:lnTo>
                    <a:pt x="645" y="109"/>
                  </a:lnTo>
                  <a:lnTo>
                    <a:pt x="646" y="111"/>
                  </a:lnTo>
                  <a:lnTo>
                    <a:pt x="647" y="12"/>
                  </a:lnTo>
                  <a:lnTo>
                    <a:pt x="647" y="14"/>
                  </a:lnTo>
                  <a:lnTo>
                    <a:pt x="647" y="14"/>
                  </a:lnTo>
                  <a:lnTo>
                    <a:pt x="647" y="14"/>
                  </a:lnTo>
                  <a:lnTo>
                    <a:pt x="649" y="22"/>
                  </a:lnTo>
                  <a:lnTo>
                    <a:pt x="649" y="21"/>
                  </a:lnTo>
                  <a:lnTo>
                    <a:pt x="649" y="21"/>
                  </a:lnTo>
                  <a:lnTo>
                    <a:pt x="649" y="22"/>
                  </a:lnTo>
                  <a:lnTo>
                    <a:pt x="651" y="12"/>
                  </a:lnTo>
                  <a:lnTo>
                    <a:pt x="651" y="12"/>
                  </a:lnTo>
                  <a:lnTo>
                    <a:pt x="651" y="12"/>
                  </a:lnTo>
                  <a:lnTo>
                    <a:pt x="652" y="11"/>
                  </a:lnTo>
                  <a:lnTo>
                    <a:pt x="653" y="114"/>
                  </a:lnTo>
                  <a:lnTo>
                    <a:pt x="653" y="114"/>
                  </a:lnTo>
                  <a:lnTo>
                    <a:pt x="653" y="113"/>
                  </a:lnTo>
                  <a:lnTo>
                    <a:pt x="653" y="113"/>
                  </a:lnTo>
                  <a:lnTo>
                    <a:pt x="655" y="214"/>
                  </a:lnTo>
                  <a:lnTo>
                    <a:pt x="655" y="214"/>
                  </a:lnTo>
                  <a:lnTo>
                    <a:pt x="655" y="214"/>
                  </a:lnTo>
                  <a:lnTo>
                    <a:pt x="655" y="215"/>
                  </a:lnTo>
                  <a:lnTo>
                    <a:pt x="657" y="0"/>
                  </a:lnTo>
                  <a:lnTo>
                    <a:pt x="657" y="1"/>
                  </a:lnTo>
                  <a:lnTo>
                    <a:pt x="657" y="1"/>
                  </a:lnTo>
                  <a:lnTo>
                    <a:pt x="658" y="1"/>
                  </a:lnTo>
                  <a:lnTo>
                    <a:pt x="658" y="2"/>
                  </a:lnTo>
                  <a:lnTo>
                    <a:pt x="659" y="2"/>
                  </a:lnTo>
                  <a:lnTo>
                    <a:pt x="659" y="2"/>
                  </a:lnTo>
                  <a:lnTo>
                    <a:pt x="661" y="1"/>
                  </a:lnTo>
                  <a:lnTo>
                    <a:pt x="661" y="3"/>
                  </a:lnTo>
                  <a:lnTo>
                    <a:pt x="661" y="2"/>
                  </a:lnTo>
                  <a:lnTo>
                    <a:pt x="661" y="2"/>
                  </a:lnTo>
                  <a:lnTo>
                    <a:pt x="662" y="1"/>
                  </a:lnTo>
                  <a:lnTo>
                    <a:pt x="663" y="3"/>
                  </a:lnTo>
                  <a:lnTo>
                    <a:pt x="663" y="2"/>
                  </a:lnTo>
                  <a:lnTo>
                    <a:pt x="663" y="2"/>
                  </a:lnTo>
                  <a:lnTo>
                    <a:pt x="664" y="1"/>
                  </a:lnTo>
                  <a:lnTo>
                    <a:pt x="664" y="3"/>
                  </a:lnTo>
                  <a:lnTo>
                    <a:pt x="665" y="2"/>
                  </a:lnTo>
                  <a:lnTo>
                    <a:pt x="665" y="2"/>
                  </a:lnTo>
                  <a:lnTo>
                    <a:pt x="666" y="2"/>
                  </a:lnTo>
                  <a:lnTo>
                    <a:pt x="667" y="1"/>
                  </a:lnTo>
                  <a:lnTo>
                    <a:pt x="667" y="2"/>
                  </a:lnTo>
                  <a:lnTo>
                    <a:pt x="667" y="2"/>
                  </a:lnTo>
                  <a:lnTo>
                    <a:pt x="668" y="1"/>
                  </a:lnTo>
                  <a:lnTo>
                    <a:pt x="669" y="2"/>
                  </a:lnTo>
                  <a:lnTo>
                    <a:pt x="669" y="2"/>
                  </a:lnTo>
                  <a:lnTo>
                    <a:pt x="669" y="2"/>
                  </a:lnTo>
                  <a:lnTo>
                    <a:pt x="670" y="1"/>
                  </a:lnTo>
                  <a:lnTo>
                    <a:pt x="671" y="2"/>
                  </a:lnTo>
                  <a:lnTo>
                    <a:pt x="671" y="2"/>
                  </a:lnTo>
                  <a:lnTo>
                    <a:pt x="671" y="2"/>
                  </a:lnTo>
                  <a:lnTo>
                    <a:pt x="671" y="2"/>
                  </a:lnTo>
                  <a:lnTo>
                    <a:pt x="672" y="3"/>
                  </a:lnTo>
                  <a:lnTo>
                    <a:pt x="673" y="2"/>
                  </a:lnTo>
                  <a:lnTo>
                    <a:pt x="673" y="2"/>
                  </a:lnTo>
                  <a:lnTo>
                    <a:pt x="674" y="1"/>
                  </a:lnTo>
                  <a:lnTo>
                    <a:pt x="675" y="15"/>
                  </a:lnTo>
                  <a:lnTo>
                    <a:pt x="675" y="15"/>
                  </a:lnTo>
                  <a:lnTo>
                    <a:pt x="675" y="14"/>
                  </a:lnTo>
                  <a:lnTo>
                    <a:pt x="675" y="14"/>
                  </a:lnTo>
                  <a:lnTo>
                    <a:pt x="677" y="142"/>
                  </a:lnTo>
                  <a:lnTo>
                    <a:pt x="677" y="142"/>
                  </a:lnTo>
                  <a:lnTo>
                    <a:pt x="677" y="142"/>
                  </a:lnTo>
                  <a:lnTo>
                    <a:pt x="677" y="141"/>
                  </a:lnTo>
                  <a:lnTo>
                    <a:pt x="678" y="202"/>
                  </a:lnTo>
                  <a:lnTo>
                    <a:pt x="679" y="186"/>
                  </a:lnTo>
                  <a:lnTo>
                    <a:pt x="679" y="186"/>
                  </a:lnTo>
                  <a:lnTo>
                    <a:pt x="679" y="187"/>
                  </a:lnTo>
                  <a:lnTo>
                    <a:pt x="681" y="22"/>
                  </a:lnTo>
                  <a:lnTo>
                    <a:pt x="681" y="23"/>
                  </a:lnTo>
                  <a:lnTo>
                    <a:pt x="681" y="23"/>
                  </a:lnTo>
                  <a:lnTo>
                    <a:pt x="681" y="23"/>
                  </a:lnTo>
                  <a:lnTo>
                    <a:pt x="683" y="2"/>
                  </a:lnTo>
                  <a:lnTo>
                    <a:pt x="683" y="3"/>
                  </a:lnTo>
                  <a:lnTo>
                    <a:pt x="683" y="3"/>
                  </a:lnTo>
                  <a:lnTo>
                    <a:pt x="684" y="2"/>
                  </a:lnTo>
                  <a:lnTo>
                    <a:pt x="685" y="109"/>
                  </a:lnTo>
                  <a:lnTo>
                    <a:pt x="685" y="109"/>
                  </a:lnTo>
                  <a:lnTo>
                    <a:pt x="685" y="109"/>
                  </a:lnTo>
                  <a:lnTo>
                    <a:pt x="685" y="109"/>
                  </a:lnTo>
                  <a:lnTo>
                    <a:pt x="687" y="0"/>
                  </a:lnTo>
                  <a:lnTo>
                    <a:pt x="687" y="1"/>
                  </a:lnTo>
                  <a:lnTo>
                    <a:pt x="687" y="1"/>
                  </a:lnTo>
                  <a:lnTo>
                    <a:pt x="687" y="0"/>
                  </a:lnTo>
                  <a:lnTo>
                    <a:pt x="689" y="3"/>
                  </a:lnTo>
                  <a:lnTo>
                    <a:pt x="689" y="3"/>
                  </a:lnTo>
                  <a:lnTo>
                    <a:pt x="689" y="3"/>
                  </a:lnTo>
                  <a:lnTo>
                    <a:pt x="690" y="2"/>
                  </a:lnTo>
                  <a:lnTo>
                    <a:pt x="691" y="212"/>
                  </a:lnTo>
                  <a:lnTo>
                    <a:pt x="691" y="212"/>
                  </a:lnTo>
                  <a:lnTo>
                    <a:pt x="691" y="212"/>
                  </a:lnTo>
                  <a:lnTo>
                    <a:pt x="691" y="212"/>
                  </a:lnTo>
                  <a:lnTo>
                    <a:pt x="693" y="14"/>
                  </a:lnTo>
                  <a:lnTo>
                    <a:pt x="693" y="15"/>
                  </a:lnTo>
                  <a:lnTo>
                    <a:pt x="693" y="15"/>
                  </a:lnTo>
                  <a:lnTo>
                    <a:pt x="693" y="14"/>
                  </a:lnTo>
                  <a:lnTo>
                    <a:pt x="695" y="20"/>
                  </a:lnTo>
                  <a:lnTo>
                    <a:pt x="695" y="18"/>
                  </a:lnTo>
                  <a:lnTo>
                    <a:pt x="695" y="18"/>
                  </a:lnTo>
                  <a:lnTo>
                    <a:pt x="696" y="22"/>
                  </a:lnTo>
                  <a:lnTo>
                    <a:pt x="697" y="15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698" y="11"/>
                  </a:lnTo>
                  <a:lnTo>
                    <a:pt x="699" y="114"/>
                  </a:lnTo>
                  <a:lnTo>
                    <a:pt x="699" y="113"/>
                  </a:lnTo>
                  <a:lnTo>
                    <a:pt x="699" y="114"/>
                  </a:lnTo>
                  <a:lnTo>
                    <a:pt x="700" y="112"/>
                  </a:lnTo>
                  <a:lnTo>
                    <a:pt x="701" y="215"/>
                  </a:lnTo>
                  <a:lnTo>
                    <a:pt x="701" y="214"/>
                  </a:lnTo>
                  <a:lnTo>
                    <a:pt x="701" y="214"/>
                  </a:lnTo>
                  <a:lnTo>
                    <a:pt x="702" y="217"/>
                  </a:lnTo>
                  <a:lnTo>
                    <a:pt x="702" y="2"/>
                  </a:lnTo>
                  <a:lnTo>
                    <a:pt x="703" y="3"/>
                  </a:lnTo>
                  <a:lnTo>
                    <a:pt x="703" y="3"/>
                  </a:lnTo>
                  <a:lnTo>
                    <a:pt x="705" y="4"/>
                  </a:lnTo>
                  <a:lnTo>
                    <a:pt x="705" y="1"/>
                  </a:lnTo>
                  <a:lnTo>
                    <a:pt x="705" y="2"/>
                  </a:lnTo>
                  <a:lnTo>
                    <a:pt x="705" y="2"/>
                  </a:lnTo>
                  <a:lnTo>
                    <a:pt x="705" y="1"/>
                  </a:lnTo>
                  <a:lnTo>
                    <a:pt x="707" y="10"/>
                  </a:lnTo>
                  <a:lnTo>
                    <a:pt x="707" y="3"/>
                  </a:lnTo>
                  <a:lnTo>
                    <a:pt x="707" y="3"/>
                  </a:lnTo>
                  <a:lnTo>
                    <a:pt x="707" y="4"/>
                  </a:lnTo>
                  <a:lnTo>
                    <a:pt x="709" y="2"/>
                  </a:lnTo>
                  <a:lnTo>
                    <a:pt x="709" y="3"/>
                  </a:lnTo>
                  <a:lnTo>
                    <a:pt x="709" y="3"/>
                  </a:lnTo>
                  <a:lnTo>
                    <a:pt x="710" y="2"/>
                  </a:lnTo>
                  <a:lnTo>
                    <a:pt x="711" y="4"/>
                  </a:lnTo>
                  <a:lnTo>
                    <a:pt x="711" y="3"/>
                  </a:lnTo>
                  <a:lnTo>
                    <a:pt x="711" y="3"/>
                  </a:lnTo>
                  <a:lnTo>
                    <a:pt x="713" y="2"/>
                  </a:lnTo>
                  <a:lnTo>
                    <a:pt x="713" y="4"/>
                  </a:lnTo>
                  <a:lnTo>
                    <a:pt x="713" y="4"/>
                  </a:lnTo>
                  <a:lnTo>
                    <a:pt x="713" y="3"/>
                  </a:lnTo>
                  <a:lnTo>
                    <a:pt x="714" y="2"/>
                  </a:lnTo>
                  <a:lnTo>
                    <a:pt x="715" y="40"/>
                  </a:lnTo>
                  <a:lnTo>
                    <a:pt x="715" y="27"/>
                  </a:lnTo>
                  <a:lnTo>
                    <a:pt x="715" y="27"/>
                  </a:lnTo>
                  <a:lnTo>
                    <a:pt x="715" y="27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3"/>
                  </a:lnTo>
                  <a:lnTo>
                    <a:pt x="717" y="2"/>
                  </a:lnTo>
                  <a:lnTo>
                    <a:pt x="718" y="4"/>
                  </a:lnTo>
                  <a:lnTo>
                    <a:pt x="719" y="3"/>
                  </a:lnTo>
                  <a:lnTo>
                    <a:pt x="719" y="3"/>
                  </a:lnTo>
                  <a:lnTo>
                    <a:pt x="720" y="4"/>
                  </a:lnTo>
                  <a:lnTo>
                    <a:pt x="721" y="2"/>
                  </a:lnTo>
                  <a:lnTo>
                    <a:pt x="721" y="3"/>
                  </a:lnTo>
                  <a:lnTo>
                    <a:pt x="721" y="3"/>
                  </a:lnTo>
                  <a:lnTo>
                    <a:pt x="722" y="2"/>
                  </a:lnTo>
                  <a:lnTo>
                    <a:pt x="723" y="5"/>
                  </a:lnTo>
                  <a:lnTo>
                    <a:pt x="723" y="3"/>
                  </a:lnTo>
                  <a:lnTo>
                    <a:pt x="723" y="3"/>
                  </a:lnTo>
                  <a:lnTo>
                    <a:pt x="723" y="3"/>
                  </a:lnTo>
                  <a:lnTo>
                    <a:pt x="724" y="6"/>
                  </a:lnTo>
                  <a:lnTo>
                    <a:pt x="725" y="6"/>
                  </a:lnTo>
                  <a:lnTo>
                    <a:pt x="725" y="6"/>
                  </a:lnTo>
                  <a:lnTo>
                    <a:pt x="726" y="5"/>
                  </a:lnTo>
                  <a:lnTo>
                    <a:pt x="727" y="177"/>
                  </a:lnTo>
                  <a:lnTo>
                    <a:pt x="727" y="176"/>
                  </a:lnTo>
                  <a:lnTo>
                    <a:pt x="727" y="176"/>
                  </a:lnTo>
                  <a:lnTo>
                    <a:pt x="729" y="212"/>
                  </a:lnTo>
                  <a:lnTo>
                    <a:pt x="729" y="108"/>
                  </a:lnTo>
                  <a:lnTo>
                    <a:pt x="729" y="108"/>
                  </a:lnTo>
                  <a:lnTo>
                    <a:pt x="729" y="108"/>
                  </a:lnTo>
                  <a:lnTo>
                    <a:pt x="729" y="109"/>
                  </a:lnTo>
                  <a:lnTo>
                    <a:pt x="731" y="106"/>
                  </a:lnTo>
                  <a:lnTo>
                    <a:pt x="731" y="107"/>
                  </a:lnTo>
                  <a:lnTo>
                    <a:pt x="731" y="107"/>
                  </a:lnTo>
                  <a:lnTo>
                    <a:pt x="732" y="108"/>
                  </a:lnTo>
                  <a:lnTo>
                    <a:pt x="733" y="1"/>
                  </a:lnTo>
                  <a:lnTo>
                    <a:pt x="733" y="1"/>
                  </a:lnTo>
                  <a:lnTo>
                    <a:pt x="733" y="1"/>
                  </a:lnTo>
                  <a:lnTo>
                    <a:pt x="734" y="0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7" y="109"/>
                  </a:lnTo>
                  <a:lnTo>
                    <a:pt x="737" y="110"/>
                  </a:lnTo>
                  <a:lnTo>
                    <a:pt x="737" y="110"/>
                  </a:lnTo>
                  <a:lnTo>
                    <a:pt x="738" y="111"/>
                  </a:lnTo>
                  <a:lnTo>
                    <a:pt x="738" y="12"/>
                  </a:lnTo>
                  <a:lnTo>
                    <a:pt x="739" y="17"/>
                  </a:lnTo>
                  <a:lnTo>
                    <a:pt x="739" y="17"/>
                  </a:lnTo>
                  <a:lnTo>
                    <a:pt x="740" y="20"/>
                  </a:lnTo>
                  <a:lnTo>
                    <a:pt x="740" y="15"/>
                  </a:lnTo>
                  <a:lnTo>
                    <a:pt x="741" y="18"/>
                  </a:lnTo>
                  <a:lnTo>
                    <a:pt x="741" y="18"/>
                  </a:lnTo>
                  <a:lnTo>
                    <a:pt x="743" y="40"/>
                  </a:lnTo>
                  <a:lnTo>
                    <a:pt x="743" y="11"/>
                  </a:lnTo>
                  <a:lnTo>
                    <a:pt x="743" y="12"/>
                  </a:lnTo>
                  <a:lnTo>
                    <a:pt x="743" y="11"/>
                  </a:lnTo>
                  <a:lnTo>
                    <a:pt x="743" y="11"/>
                  </a:lnTo>
                  <a:lnTo>
                    <a:pt x="745" y="116"/>
                  </a:lnTo>
                  <a:lnTo>
                    <a:pt x="745" y="114"/>
                  </a:lnTo>
                  <a:lnTo>
                    <a:pt x="745" y="114"/>
                  </a:lnTo>
                  <a:lnTo>
                    <a:pt x="746" y="112"/>
                  </a:lnTo>
                  <a:lnTo>
                    <a:pt x="747" y="217"/>
                  </a:lnTo>
                  <a:lnTo>
                    <a:pt x="747" y="210"/>
                  </a:lnTo>
                  <a:lnTo>
                    <a:pt x="747" y="210"/>
                  </a:lnTo>
                  <a:lnTo>
                    <a:pt x="748" y="209"/>
                  </a:lnTo>
                  <a:lnTo>
                    <a:pt x="749" y="211"/>
                  </a:lnTo>
                  <a:lnTo>
                    <a:pt x="749" y="210"/>
                  </a:lnTo>
                  <a:lnTo>
                    <a:pt x="749" y="210"/>
                  </a:lnTo>
                  <a:lnTo>
                    <a:pt x="750" y="217"/>
                  </a:lnTo>
                  <a:lnTo>
                    <a:pt x="751" y="209"/>
                  </a:lnTo>
                  <a:lnTo>
                    <a:pt x="751" y="210"/>
                  </a:lnTo>
                  <a:lnTo>
                    <a:pt x="751" y="210"/>
                  </a:lnTo>
                  <a:lnTo>
                    <a:pt x="752" y="209"/>
                  </a:lnTo>
                  <a:lnTo>
                    <a:pt x="753" y="212"/>
                  </a:lnTo>
                  <a:lnTo>
                    <a:pt x="753" y="210"/>
                  </a:lnTo>
                  <a:lnTo>
                    <a:pt x="753" y="210"/>
                  </a:lnTo>
                  <a:lnTo>
                    <a:pt x="753" y="209"/>
                  </a:lnTo>
                  <a:lnTo>
                    <a:pt x="755" y="212"/>
                  </a:lnTo>
                  <a:lnTo>
                    <a:pt x="755" y="212"/>
                  </a:lnTo>
                  <a:lnTo>
                    <a:pt x="755" y="212"/>
                  </a:lnTo>
                  <a:lnTo>
                    <a:pt x="756" y="210"/>
                  </a:lnTo>
                  <a:lnTo>
                    <a:pt x="757" y="215"/>
                  </a:lnTo>
                  <a:lnTo>
                    <a:pt x="757" y="211"/>
                  </a:lnTo>
                  <a:lnTo>
                    <a:pt x="757" y="211"/>
                  </a:lnTo>
                  <a:lnTo>
                    <a:pt x="758" y="210"/>
                  </a:lnTo>
                  <a:lnTo>
                    <a:pt x="759" y="212"/>
                  </a:lnTo>
                  <a:lnTo>
                    <a:pt x="759" y="211"/>
                  </a:lnTo>
                  <a:lnTo>
                    <a:pt x="759" y="211"/>
                  </a:lnTo>
                  <a:lnTo>
                    <a:pt x="760" y="211"/>
                  </a:lnTo>
                  <a:lnTo>
                    <a:pt x="760" y="213"/>
                  </a:lnTo>
                  <a:lnTo>
                    <a:pt x="761" y="211"/>
                  </a:lnTo>
                  <a:lnTo>
                    <a:pt x="761" y="211"/>
                  </a:lnTo>
                  <a:lnTo>
                    <a:pt x="762" y="212"/>
                  </a:lnTo>
                  <a:lnTo>
                    <a:pt x="762" y="211"/>
                  </a:lnTo>
                  <a:lnTo>
                    <a:pt x="763" y="211"/>
                  </a:lnTo>
                  <a:lnTo>
                    <a:pt x="763" y="212"/>
                  </a:lnTo>
                  <a:lnTo>
                    <a:pt x="765" y="202"/>
                  </a:lnTo>
                  <a:lnTo>
                    <a:pt x="765" y="212"/>
                  </a:lnTo>
                  <a:lnTo>
                    <a:pt x="765" y="211"/>
                  </a:lnTo>
                  <a:lnTo>
                    <a:pt x="765" y="211"/>
                  </a:lnTo>
                  <a:lnTo>
                    <a:pt x="766" y="210"/>
                  </a:lnTo>
                  <a:lnTo>
                    <a:pt x="766" y="212"/>
                  </a:lnTo>
                  <a:lnTo>
                    <a:pt x="767" y="211"/>
                  </a:lnTo>
                  <a:lnTo>
                    <a:pt x="767" y="211"/>
                  </a:lnTo>
                  <a:lnTo>
                    <a:pt x="768" y="212"/>
                  </a:lnTo>
                  <a:lnTo>
                    <a:pt x="769" y="164"/>
                  </a:lnTo>
                  <a:lnTo>
                    <a:pt x="769" y="164"/>
                  </a:lnTo>
                  <a:lnTo>
                    <a:pt x="769" y="164"/>
                  </a:lnTo>
                  <a:lnTo>
                    <a:pt x="770" y="164"/>
                  </a:lnTo>
                  <a:lnTo>
                    <a:pt x="771" y="110"/>
                  </a:lnTo>
                  <a:lnTo>
                    <a:pt x="771" y="110"/>
                  </a:lnTo>
                  <a:lnTo>
                    <a:pt x="771" y="111"/>
                  </a:lnTo>
                  <a:lnTo>
                    <a:pt x="771" y="111"/>
                  </a:lnTo>
                  <a:lnTo>
                    <a:pt x="773" y="109"/>
                  </a:lnTo>
                  <a:lnTo>
                    <a:pt x="773" y="109"/>
                  </a:lnTo>
                  <a:lnTo>
                    <a:pt x="773" y="109"/>
                  </a:lnTo>
                  <a:lnTo>
                    <a:pt x="774" y="110"/>
                  </a:lnTo>
                  <a:lnTo>
                    <a:pt x="775" y="108"/>
                  </a:lnTo>
                  <a:lnTo>
                    <a:pt x="775" y="108"/>
                  </a:lnTo>
                  <a:lnTo>
                    <a:pt x="775" y="108"/>
                  </a:lnTo>
                  <a:lnTo>
                    <a:pt x="776" y="107"/>
                  </a:lnTo>
                  <a:lnTo>
                    <a:pt x="777" y="136"/>
                  </a:lnTo>
                  <a:lnTo>
                    <a:pt x="777" y="135"/>
                  </a:lnTo>
                  <a:lnTo>
                    <a:pt x="777" y="135"/>
                  </a:lnTo>
                  <a:lnTo>
                    <a:pt x="779" y="292"/>
                  </a:lnTo>
                  <a:lnTo>
                    <a:pt x="779" y="0"/>
                  </a:lnTo>
                  <a:lnTo>
                    <a:pt x="779" y="1"/>
                  </a:lnTo>
                  <a:lnTo>
                    <a:pt x="779" y="1"/>
                  </a:lnTo>
                  <a:lnTo>
                    <a:pt x="780" y="0"/>
                  </a:lnTo>
                  <a:lnTo>
                    <a:pt x="781" y="3"/>
                  </a:lnTo>
                  <a:lnTo>
                    <a:pt x="781" y="3"/>
                  </a:lnTo>
                  <a:lnTo>
                    <a:pt x="781" y="3"/>
                  </a:lnTo>
                  <a:lnTo>
                    <a:pt x="782" y="2"/>
                  </a:lnTo>
                  <a:lnTo>
                    <a:pt x="783" y="212"/>
                  </a:lnTo>
                  <a:lnTo>
                    <a:pt x="783" y="109"/>
                  </a:lnTo>
                  <a:lnTo>
                    <a:pt x="783" y="109"/>
                  </a:lnTo>
                  <a:lnTo>
                    <a:pt x="785" y="112"/>
                  </a:lnTo>
                  <a:lnTo>
                    <a:pt x="785" y="13"/>
                  </a:lnTo>
                  <a:lnTo>
                    <a:pt x="785" y="15"/>
                  </a:lnTo>
                  <a:lnTo>
                    <a:pt x="785" y="15"/>
                  </a:lnTo>
                  <a:lnTo>
                    <a:pt x="785" y="14"/>
                  </a:lnTo>
                  <a:lnTo>
                    <a:pt x="786" y="73"/>
                  </a:lnTo>
                  <a:lnTo>
                    <a:pt x="787" y="58"/>
                  </a:lnTo>
                  <a:lnTo>
                    <a:pt x="787" y="59"/>
                  </a:lnTo>
                  <a:lnTo>
                    <a:pt x="788" y="59"/>
                  </a:lnTo>
                  <a:lnTo>
                    <a:pt x="789" y="12"/>
                  </a:lnTo>
                  <a:lnTo>
                    <a:pt x="789" y="12"/>
                  </a:lnTo>
                  <a:lnTo>
                    <a:pt x="789" y="12"/>
                  </a:lnTo>
                  <a:lnTo>
                    <a:pt x="789" y="11"/>
                  </a:lnTo>
                  <a:lnTo>
                    <a:pt x="791" y="113"/>
                  </a:lnTo>
                  <a:lnTo>
                    <a:pt x="791" y="112"/>
                  </a:lnTo>
                  <a:lnTo>
                    <a:pt x="791" y="112"/>
                  </a:lnTo>
                  <a:lnTo>
                    <a:pt x="791" y="112"/>
                  </a:lnTo>
                  <a:lnTo>
                    <a:pt x="792" y="734"/>
                  </a:lnTo>
                  <a:lnTo>
                    <a:pt x="793" y="215"/>
                  </a:lnTo>
                  <a:lnTo>
                    <a:pt x="793" y="215"/>
                  </a:lnTo>
                  <a:lnTo>
                    <a:pt x="794" y="215"/>
                  </a:lnTo>
                  <a:lnTo>
                    <a:pt x="794" y="7"/>
                  </a:lnTo>
                  <a:lnTo>
                    <a:pt x="795" y="8"/>
                  </a:lnTo>
                  <a:lnTo>
                    <a:pt x="795" y="8"/>
                  </a:lnTo>
                  <a:lnTo>
                    <a:pt x="795" y="5"/>
                  </a:lnTo>
                  <a:lnTo>
                    <a:pt x="797" y="11"/>
                  </a:lnTo>
                  <a:lnTo>
                    <a:pt x="797" y="8"/>
                  </a:lnTo>
                  <a:lnTo>
                    <a:pt x="797" y="8"/>
                  </a:lnTo>
                  <a:lnTo>
                    <a:pt x="798" y="11"/>
                  </a:lnTo>
                  <a:lnTo>
                    <a:pt x="799" y="4"/>
                  </a:lnTo>
                  <a:lnTo>
                    <a:pt x="799" y="6"/>
                  </a:lnTo>
                  <a:lnTo>
                    <a:pt x="799" y="6"/>
                  </a:lnTo>
                  <a:lnTo>
                    <a:pt x="800" y="4"/>
                  </a:lnTo>
                  <a:lnTo>
                    <a:pt x="802" y="12"/>
                  </a:lnTo>
                  <a:lnTo>
                    <a:pt x="802" y="12"/>
                  </a:lnTo>
                  <a:lnTo>
                    <a:pt x="802" y="12"/>
                  </a:lnTo>
                  <a:lnTo>
                    <a:pt x="802" y="12"/>
                  </a:lnTo>
                  <a:lnTo>
                    <a:pt x="802" y="69"/>
                  </a:lnTo>
                  <a:lnTo>
                    <a:pt x="803" y="39"/>
                  </a:lnTo>
                  <a:lnTo>
                    <a:pt x="803" y="39"/>
                  </a:lnTo>
                  <a:lnTo>
                    <a:pt x="803" y="40"/>
                  </a:lnTo>
                  <a:lnTo>
                    <a:pt x="805" y="12"/>
                  </a:lnTo>
                  <a:lnTo>
                    <a:pt x="805" y="12"/>
                  </a:lnTo>
                  <a:lnTo>
                    <a:pt x="805" y="13"/>
                  </a:lnTo>
                  <a:lnTo>
                    <a:pt x="806" y="8"/>
                  </a:lnTo>
                  <a:lnTo>
                    <a:pt x="807" y="15"/>
                  </a:lnTo>
                  <a:lnTo>
                    <a:pt x="808" y="12"/>
                  </a:lnTo>
                  <a:lnTo>
                    <a:pt x="808" y="12"/>
                  </a:lnTo>
                  <a:lnTo>
                    <a:pt x="808" y="11"/>
                  </a:lnTo>
                  <a:lnTo>
                    <a:pt x="808" y="18"/>
                  </a:lnTo>
                  <a:lnTo>
                    <a:pt x="809" y="12"/>
                  </a:lnTo>
                  <a:lnTo>
                    <a:pt x="809" y="12"/>
                  </a:lnTo>
                  <a:lnTo>
                    <a:pt x="811" y="12"/>
                  </a:lnTo>
                  <a:lnTo>
                    <a:pt x="811" y="17"/>
                  </a:lnTo>
                  <a:lnTo>
                    <a:pt x="811" y="16"/>
                  </a:lnTo>
                  <a:lnTo>
                    <a:pt x="811" y="16"/>
                  </a:lnTo>
                  <a:lnTo>
                    <a:pt x="812" y="13"/>
                  </a:lnTo>
                  <a:lnTo>
                    <a:pt x="813" y="17"/>
                  </a:lnTo>
                  <a:lnTo>
                    <a:pt x="814" y="14"/>
                  </a:lnTo>
                  <a:lnTo>
                    <a:pt x="814" y="14"/>
                  </a:lnTo>
                  <a:lnTo>
                    <a:pt x="815" y="17"/>
                  </a:lnTo>
                  <a:lnTo>
                    <a:pt x="815" y="10"/>
                  </a:lnTo>
                  <a:lnTo>
                    <a:pt x="815" y="16"/>
                  </a:lnTo>
                  <a:lnTo>
                    <a:pt x="815" y="16"/>
                  </a:lnTo>
                  <a:lnTo>
                    <a:pt x="815" y="19"/>
                  </a:lnTo>
                  <a:lnTo>
                    <a:pt x="817" y="12"/>
                  </a:lnTo>
                  <a:lnTo>
                    <a:pt x="817" y="14"/>
                  </a:lnTo>
                  <a:lnTo>
                    <a:pt x="817" y="14"/>
                  </a:lnTo>
                  <a:lnTo>
                    <a:pt x="817" y="14"/>
                  </a:lnTo>
                  <a:lnTo>
                    <a:pt x="819" y="55"/>
                  </a:lnTo>
                  <a:lnTo>
                    <a:pt x="820" y="52"/>
                  </a:lnTo>
                  <a:lnTo>
                    <a:pt x="820" y="52"/>
                  </a:lnTo>
                  <a:lnTo>
                    <a:pt x="820" y="52"/>
                  </a:lnTo>
                  <a:lnTo>
                    <a:pt x="821" y="110"/>
                  </a:lnTo>
                  <a:lnTo>
                    <a:pt x="821" y="108"/>
                  </a:lnTo>
                  <a:lnTo>
                    <a:pt x="821" y="108"/>
                  </a:lnTo>
                  <a:lnTo>
                    <a:pt x="821" y="107"/>
                  </a:lnTo>
                  <a:lnTo>
                    <a:pt x="823" y="341"/>
                  </a:lnTo>
                  <a:lnTo>
                    <a:pt x="823" y="336"/>
                  </a:lnTo>
                  <a:lnTo>
                    <a:pt x="823" y="336"/>
                  </a:lnTo>
                  <a:lnTo>
                    <a:pt x="824" y="339"/>
                  </a:lnTo>
                  <a:lnTo>
                    <a:pt x="825" y="0"/>
                  </a:lnTo>
                  <a:lnTo>
                    <a:pt x="826" y="2"/>
                  </a:lnTo>
                  <a:lnTo>
                    <a:pt x="826" y="2"/>
                  </a:lnTo>
                  <a:lnTo>
                    <a:pt x="826" y="2"/>
                  </a:lnTo>
                  <a:lnTo>
                    <a:pt x="827" y="211"/>
                  </a:lnTo>
                  <a:lnTo>
                    <a:pt x="827" y="211"/>
                  </a:lnTo>
                  <a:lnTo>
                    <a:pt x="827" y="211"/>
                  </a:lnTo>
                  <a:lnTo>
                    <a:pt x="828" y="212"/>
                  </a:lnTo>
                  <a:lnTo>
                    <a:pt x="829" y="109"/>
                  </a:lnTo>
                  <a:lnTo>
                    <a:pt x="829" y="111"/>
                  </a:lnTo>
                  <a:lnTo>
                    <a:pt x="829" y="111"/>
                  </a:lnTo>
                  <a:lnTo>
                    <a:pt x="830" y="111"/>
                  </a:lnTo>
                  <a:lnTo>
                    <a:pt x="830" y="14"/>
                  </a:lnTo>
                  <a:lnTo>
                    <a:pt x="832" y="49"/>
                  </a:lnTo>
                  <a:lnTo>
                    <a:pt x="832" y="49"/>
                  </a:lnTo>
                  <a:lnTo>
                    <a:pt x="832" y="49"/>
                  </a:lnTo>
                  <a:lnTo>
                    <a:pt x="833" y="26"/>
                  </a:lnTo>
                  <a:lnTo>
                    <a:pt x="833" y="41"/>
                  </a:lnTo>
                  <a:lnTo>
                    <a:pt x="833" y="42"/>
                  </a:lnTo>
                  <a:lnTo>
                    <a:pt x="834" y="43"/>
                  </a:lnTo>
                  <a:lnTo>
                    <a:pt x="835" y="11"/>
                  </a:lnTo>
                  <a:lnTo>
                    <a:pt x="835" y="13"/>
                  </a:lnTo>
                  <a:lnTo>
                    <a:pt x="835" y="13"/>
                  </a:lnTo>
                  <a:lnTo>
                    <a:pt x="836" y="11"/>
                  </a:lnTo>
                  <a:lnTo>
                    <a:pt x="837" y="735"/>
                  </a:lnTo>
                  <a:lnTo>
                    <a:pt x="838" y="214"/>
                  </a:lnTo>
                  <a:lnTo>
                    <a:pt x="838" y="214"/>
                  </a:lnTo>
                  <a:lnTo>
                    <a:pt x="838" y="215"/>
                  </a:lnTo>
                  <a:lnTo>
                    <a:pt x="839" y="10"/>
                  </a:lnTo>
                  <a:lnTo>
                    <a:pt x="839" y="12"/>
                  </a:lnTo>
                  <a:lnTo>
                    <a:pt x="839" y="11"/>
                  </a:lnTo>
                  <a:lnTo>
                    <a:pt x="841" y="9"/>
                  </a:lnTo>
                  <a:lnTo>
                    <a:pt x="841" y="13"/>
                  </a:lnTo>
                  <a:lnTo>
                    <a:pt x="841" y="11"/>
                  </a:lnTo>
                  <a:lnTo>
                    <a:pt x="841" y="11"/>
                  </a:lnTo>
                  <a:lnTo>
                    <a:pt x="842" y="8"/>
                  </a:lnTo>
                  <a:lnTo>
                    <a:pt x="843" y="12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4" y="8"/>
                  </a:lnTo>
                  <a:lnTo>
                    <a:pt x="845" y="17"/>
                  </a:lnTo>
                  <a:lnTo>
                    <a:pt x="845" y="12"/>
                  </a:lnTo>
                  <a:lnTo>
                    <a:pt x="845" y="12"/>
                  </a:lnTo>
                  <a:lnTo>
                    <a:pt x="847" y="10"/>
                  </a:lnTo>
                  <a:lnTo>
                    <a:pt x="847" y="16"/>
                  </a:lnTo>
                  <a:lnTo>
                    <a:pt x="847" y="15"/>
                  </a:lnTo>
                  <a:lnTo>
                    <a:pt x="847" y="15"/>
                  </a:lnTo>
                  <a:lnTo>
                    <a:pt x="848" y="10"/>
                  </a:lnTo>
                  <a:lnTo>
                    <a:pt x="849" y="19"/>
                  </a:lnTo>
                  <a:lnTo>
                    <a:pt x="850" y="16"/>
                  </a:lnTo>
                  <a:lnTo>
                    <a:pt x="850" y="16"/>
                  </a:lnTo>
                  <a:lnTo>
                    <a:pt x="851" y="14"/>
                  </a:lnTo>
                  <a:lnTo>
                    <a:pt x="851" y="17"/>
                  </a:lnTo>
                  <a:lnTo>
                    <a:pt x="851" y="17"/>
                  </a:lnTo>
                  <a:lnTo>
                    <a:pt x="851" y="17"/>
                  </a:lnTo>
                  <a:lnTo>
                    <a:pt x="852" y="20"/>
                  </a:lnTo>
                  <a:lnTo>
                    <a:pt x="853" y="12"/>
                  </a:lnTo>
                  <a:lnTo>
                    <a:pt x="853" y="17"/>
                  </a:lnTo>
                  <a:lnTo>
                    <a:pt x="853" y="17"/>
                  </a:lnTo>
                  <a:lnTo>
                    <a:pt x="854" y="17"/>
                  </a:lnTo>
                  <a:lnTo>
                    <a:pt x="854" y="11"/>
                  </a:lnTo>
                  <a:lnTo>
                    <a:pt x="856" y="13"/>
                  </a:lnTo>
                  <a:lnTo>
                    <a:pt x="856" y="13"/>
                  </a:lnTo>
                  <a:lnTo>
                    <a:pt x="856" y="11"/>
                  </a:lnTo>
                  <a:lnTo>
                    <a:pt x="857" y="17"/>
                  </a:lnTo>
                  <a:lnTo>
                    <a:pt x="857" y="14"/>
                  </a:lnTo>
                  <a:lnTo>
                    <a:pt x="857" y="14"/>
                  </a:lnTo>
                  <a:lnTo>
                    <a:pt x="859" y="14"/>
                  </a:lnTo>
                  <a:lnTo>
                    <a:pt x="859" y="20"/>
                  </a:lnTo>
                  <a:lnTo>
                    <a:pt x="859" y="19"/>
                  </a:lnTo>
                  <a:lnTo>
                    <a:pt x="859" y="19"/>
                  </a:lnTo>
                  <a:lnTo>
                    <a:pt x="860" y="15"/>
                  </a:lnTo>
                  <a:lnTo>
                    <a:pt x="861" y="20"/>
                  </a:lnTo>
                  <a:lnTo>
                    <a:pt x="862" y="17"/>
                  </a:lnTo>
                  <a:lnTo>
                    <a:pt x="862" y="16"/>
                  </a:lnTo>
                  <a:lnTo>
                    <a:pt x="862" y="14"/>
                  </a:lnTo>
                  <a:lnTo>
                    <a:pt x="862" y="20"/>
                  </a:lnTo>
                  <a:lnTo>
                    <a:pt x="863" y="19"/>
                  </a:lnTo>
                  <a:lnTo>
                    <a:pt x="863" y="19"/>
                  </a:lnTo>
                  <a:lnTo>
                    <a:pt x="865" y="17"/>
                  </a:lnTo>
                  <a:lnTo>
                    <a:pt x="865" y="22"/>
                  </a:lnTo>
                  <a:lnTo>
                    <a:pt x="865" y="20"/>
                  </a:lnTo>
                  <a:lnTo>
                    <a:pt x="865" y="20"/>
                  </a:lnTo>
                  <a:lnTo>
                    <a:pt x="866" y="14"/>
                  </a:lnTo>
                  <a:lnTo>
                    <a:pt x="868" y="109"/>
                  </a:lnTo>
                  <a:lnTo>
                    <a:pt x="868" y="109"/>
                  </a:lnTo>
                  <a:lnTo>
                    <a:pt x="868" y="109"/>
                  </a:lnTo>
                  <a:lnTo>
                    <a:pt x="868" y="108"/>
                  </a:lnTo>
                  <a:lnTo>
                    <a:pt x="869" y="335"/>
                  </a:lnTo>
                  <a:lnTo>
                    <a:pt x="870" y="265"/>
                  </a:lnTo>
                  <a:lnTo>
                    <a:pt x="870" y="265"/>
                  </a:lnTo>
                  <a:lnTo>
                    <a:pt x="870" y="269"/>
                  </a:lnTo>
                  <a:lnTo>
                    <a:pt x="871" y="0"/>
                  </a:lnTo>
                  <a:lnTo>
                    <a:pt x="871" y="1"/>
                  </a:lnTo>
                  <a:lnTo>
                    <a:pt x="871" y="1"/>
                  </a:lnTo>
                  <a:lnTo>
                    <a:pt x="872" y="0"/>
                  </a:lnTo>
                  <a:lnTo>
                    <a:pt x="874" y="212"/>
                  </a:lnTo>
                  <a:lnTo>
                    <a:pt x="874" y="211"/>
                  </a:lnTo>
                  <a:lnTo>
                    <a:pt x="874" y="211"/>
                  </a:lnTo>
                  <a:lnTo>
                    <a:pt x="874" y="212"/>
                  </a:lnTo>
                  <a:lnTo>
                    <a:pt x="875" y="92"/>
                  </a:lnTo>
                  <a:lnTo>
                    <a:pt x="876" y="96"/>
                  </a:lnTo>
                  <a:lnTo>
                    <a:pt x="876" y="96"/>
                  </a:lnTo>
                  <a:lnTo>
                    <a:pt x="876" y="99"/>
                  </a:lnTo>
                  <a:lnTo>
                    <a:pt x="877" y="12"/>
                  </a:lnTo>
                  <a:lnTo>
                    <a:pt x="877" y="15"/>
                  </a:lnTo>
                  <a:lnTo>
                    <a:pt x="877" y="15"/>
                  </a:lnTo>
                  <a:lnTo>
                    <a:pt x="878" y="14"/>
                  </a:lnTo>
                  <a:lnTo>
                    <a:pt x="878" y="25"/>
                  </a:lnTo>
                  <a:lnTo>
                    <a:pt x="880" y="19"/>
                  </a:lnTo>
                  <a:lnTo>
                    <a:pt x="880" y="19"/>
                  </a:lnTo>
                  <a:lnTo>
                    <a:pt x="881" y="11"/>
                  </a:lnTo>
                  <a:lnTo>
                    <a:pt x="881" y="74"/>
                  </a:lnTo>
                  <a:lnTo>
                    <a:pt x="882" y="70"/>
                  </a:lnTo>
                  <a:lnTo>
                    <a:pt x="882" y="70"/>
                  </a:lnTo>
                  <a:lnTo>
                    <a:pt x="882" y="58"/>
                  </a:lnTo>
                  <a:lnTo>
                    <a:pt x="883" y="217"/>
                  </a:lnTo>
                  <a:lnTo>
                    <a:pt x="883" y="216"/>
                  </a:lnTo>
                  <a:lnTo>
                    <a:pt x="883" y="216"/>
                  </a:lnTo>
                  <a:lnTo>
                    <a:pt x="884" y="217"/>
                  </a:lnTo>
                  <a:lnTo>
                    <a:pt x="886" y="16"/>
                  </a:lnTo>
                  <a:lnTo>
                    <a:pt x="886" y="17"/>
                  </a:lnTo>
                  <a:lnTo>
                    <a:pt x="886" y="17"/>
                  </a:lnTo>
                  <a:lnTo>
                    <a:pt x="886" y="18"/>
                  </a:lnTo>
                  <a:lnTo>
                    <a:pt x="888" y="13"/>
                  </a:lnTo>
                  <a:lnTo>
                    <a:pt x="888" y="15"/>
                  </a:lnTo>
                  <a:lnTo>
                    <a:pt x="888" y="14"/>
                  </a:lnTo>
                  <a:lnTo>
                    <a:pt x="888" y="42"/>
                  </a:lnTo>
                  <a:lnTo>
                    <a:pt x="889" y="12"/>
                  </a:lnTo>
                  <a:lnTo>
                    <a:pt x="889" y="18"/>
                  </a:lnTo>
                  <a:lnTo>
                    <a:pt x="889" y="18"/>
                  </a:lnTo>
                  <a:lnTo>
                    <a:pt x="891" y="14"/>
                  </a:lnTo>
                  <a:lnTo>
                    <a:pt x="891" y="20"/>
                  </a:lnTo>
                  <a:lnTo>
                    <a:pt x="892" y="18"/>
                  </a:lnTo>
                  <a:lnTo>
                    <a:pt x="892" y="18"/>
                  </a:lnTo>
                  <a:lnTo>
                    <a:pt x="892" y="20"/>
                  </a:lnTo>
                  <a:lnTo>
                    <a:pt x="894" y="15"/>
                  </a:lnTo>
                  <a:lnTo>
                    <a:pt x="894" y="15"/>
                  </a:lnTo>
                  <a:lnTo>
                    <a:pt x="894" y="15"/>
                  </a:lnTo>
                  <a:lnTo>
                    <a:pt x="894" y="15"/>
                  </a:lnTo>
                  <a:lnTo>
                    <a:pt x="894" y="20"/>
                  </a:lnTo>
                  <a:lnTo>
                    <a:pt x="895" y="19"/>
                  </a:lnTo>
                  <a:lnTo>
                    <a:pt x="895" y="19"/>
                  </a:lnTo>
                  <a:lnTo>
                    <a:pt x="896" y="20"/>
                  </a:lnTo>
                  <a:lnTo>
                    <a:pt x="898" y="14"/>
                  </a:lnTo>
                  <a:lnTo>
                    <a:pt x="898" y="15"/>
                  </a:lnTo>
                  <a:lnTo>
                    <a:pt x="898" y="15"/>
                  </a:lnTo>
                  <a:lnTo>
                    <a:pt x="899" y="45"/>
                  </a:lnTo>
                  <a:lnTo>
                    <a:pt x="900" y="12"/>
                  </a:lnTo>
                  <a:lnTo>
                    <a:pt x="900" y="13"/>
                  </a:lnTo>
                  <a:lnTo>
                    <a:pt x="900" y="13"/>
                  </a:lnTo>
                  <a:lnTo>
                    <a:pt x="900" y="13"/>
                  </a:lnTo>
                  <a:lnTo>
                    <a:pt x="900" y="17"/>
                  </a:lnTo>
                  <a:lnTo>
                    <a:pt x="901" y="16"/>
                  </a:lnTo>
                  <a:lnTo>
                    <a:pt x="901" y="16"/>
                  </a:lnTo>
                  <a:lnTo>
                    <a:pt x="903" y="18"/>
                  </a:lnTo>
                  <a:lnTo>
                    <a:pt x="904" y="14"/>
                  </a:lnTo>
                  <a:lnTo>
                    <a:pt x="904" y="14"/>
                  </a:lnTo>
                  <a:lnTo>
                    <a:pt x="904" y="14"/>
                  </a:lnTo>
                  <a:lnTo>
                    <a:pt x="904" y="13"/>
                  </a:lnTo>
                  <a:lnTo>
                    <a:pt x="904" y="17"/>
                  </a:lnTo>
                  <a:lnTo>
                    <a:pt x="906" y="16"/>
                  </a:lnTo>
                  <a:lnTo>
                    <a:pt x="906" y="16"/>
                  </a:lnTo>
                  <a:lnTo>
                    <a:pt x="906" y="14"/>
                  </a:lnTo>
                  <a:lnTo>
                    <a:pt x="907" y="20"/>
                  </a:lnTo>
                  <a:lnTo>
                    <a:pt x="907" y="18"/>
                  </a:lnTo>
                  <a:lnTo>
                    <a:pt x="907" y="18"/>
                  </a:lnTo>
                  <a:lnTo>
                    <a:pt x="908" y="15"/>
                  </a:lnTo>
                  <a:lnTo>
                    <a:pt x="909" y="20"/>
                  </a:lnTo>
                  <a:lnTo>
                    <a:pt x="910" y="17"/>
                  </a:lnTo>
                  <a:lnTo>
                    <a:pt x="910" y="17"/>
                  </a:lnTo>
                  <a:lnTo>
                    <a:pt x="910" y="19"/>
                  </a:lnTo>
                  <a:lnTo>
                    <a:pt x="911" y="14"/>
                  </a:lnTo>
                  <a:lnTo>
                    <a:pt x="912" y="18"/>
                  </a:lnTo>
                  <a:lnTo>
                    <a:pt x="912" y="17"/>
                  </a:lnTo>
                  <a:lnTo>
                    <a:pt x="913" y="15"/>
                  </a:lnTo>
                  <a:lnTo>
                    <a:pt x="913" y="21"/>
                  </a:lnTo>
                  <a:lnTo>
                    <a:pt x="913" y="20"/>
                  </a:lnTo>
                  <a:lnTo>
                    <a:pt x="913" y="20"/>
                  </a:lnTo>
                  <a:lnTo>
                    <a:pt x="914" y="17"/>
                  </a:lnTo>
                  <a:lnTo>
                    <a:pt x="915" y="261"/>
                  </a:lnTo>
                  <a:lnTo>
                    <a:pt x="916" y="251"/>
                  </a:lnTo>
                  <a:lnTo>
                    <a:pt x="916" y="251"/>
                  </a:lnTo>
                  <a:lnTo>
                    <a:pt x="916" y="252"/>
                  </a:lnTo>
                  <a:lnTo>
                    <a:pt x="917" y="0"/>
                  </a:lnTo>
                  <a:lnTo>
                    <a:pt x="918" y="5"/>
                  </a:lnTo>
                  <a:lnTo>
                    <a:pt x="918" y="5"/>
                  </a:lnTo>
                  <a:lnTo>
                    <a:pt x="918" y="5"/>
                  </a:lnTo>
                  <a:lnTo>
                    <a:pt x="918" y="0"/>
                  </a:lnTo>
                  <a:lnTo>
                    <a:pt x="919" y="4"/>
                  </a:lnTo>
                  <a:lnTo>
                    <a:pt x="919" y="4"/>
                  </a:lnTo>
                  <a:lnTo>
                    <a:pt x="920" y="3"/>
                  </a:lnTo>
                  <a:lnTo>
                    <a:pt x="920" y="212"/>
                  </a:lnTo>
                  <a:lnTo>
                    <a:pt x="922" y="75"/>
                  </a:lnTo>
                  <a:lnTo>
                    <a:pt x="922" y="75"/>
                  </a:lnTo>
                  <a:lnTo>
                    <a:pt x="922" y="108"/>
                  </a:lnTo>
                  <a:lnTo>
                    <a:pt x="924" y="13"/>
                  </a:lnTo>
                  <a:lnTo>
                    <a:pt x="924" y="15"/>
                  </a:lnTo>
                  <a:lnTo>
                    <a:pt x="924" y="15"/>
                  </a:lnTo>
                  <a:lnTo>
                    <a:pt x="925" y="14"/>
                  </a:lnTo>
                  <a:lnTo>
                    <a:pt x="925" y="20"/>
                  </a:lnTo>
                  <a:lnTo>
                    <a:pt x="925" y="19"/>
                  </a:lnTo>
                  <a:lnTo>
                    <a:pt x="925" y="19"/>
                  </a:lnTo>
                  <a:lnTo>
                    <a:pt x="927" y="15"/>
                  </a:lnTo>
                  <a:lnTo>
                    <a:pt x="927" y="57"/>
                  </a:lnTo>
                  <a:lnTo>
                    <a:pt x="928" y="55"/>
                  </a:lnTo>
                  <a:lnTo>
                    <a:pt x="928" y="55"/>
                  </a:lnTo>
                  <a:lnTo>
                    <a:pt x="929" y="31"/>
                  </a:lnTo>
                  <a:lnTo>
                    <a:pt x="930" y="217"/>
                  </a:lnTo>
                  <a:lnTo>
                    <a:pt x="930" y="217"/>
                  </a:lnTo>
                  <a:lnTo>
                    <a:pt x="930" y="217"/>
                  </a:lnTo>
                  <a:lnTo>
                    <a:pt x="930" y="218"/>
                  </a:lnTo>
                  <a:lnTo>
                    <a:pt x="931" y="214"/>
                  </a:lnTo>
                  <a:lnTo>
                    <a:pt x="931" y="214"/>
                  </a:lnTo>
                  <a:lnTo>
                    <a:pt x="931" y="214"/>
                  </a:lnTo>
                  <a:lnTo>
                    <a:pt x="931" y="215"/>
                  </a:lnTo>
                  <a:lnTo>
                    <a:pt x="934" y="14"/>
                  </a:lnTo>
                  <a:lnTo>
                    <a:pt x="934" y="15"/>
                  </a:lnTo>
                  <a:lnTo>
                    <a:pt x="934" y="15"/>
                  </a:lnTo>
                  <a:lnTo>
                    <a:pt x="934" y="15"/>
                  </a:lnTo>
                  <a:lnTo>
                    <a:pt x="935" y="11"/>
                  </a:lnTo>
                  <a:lnTo>
                    <a:pt x="936" y="12"/>
                  </a:lnTo>
                  <a:lnTo>
                    <a:pt x="936" y="11"/>
                  </a:lnTo>
                  <a:lnTo>
                    <a:pt x="936" y="12"/>
                  </a:lnTo>
                  <a:lnTo>
                    <a:pt x="937" y="9"/>
                  </a:lnTo>
                  <a:lnTo>
                    <a:pt x="937" y="11"/>
                  </a:lnTo>
                  <a:lnTo>
                    <a:pt x="937" y="11"/>
                  </a:lnTo>
                  <a:lnTo>
                    <a:pt x="938" y="11"/>
                  </a:lnTo>
                  <a:lnTo>
                    <a:pt x="938" y="8"/>
                  </a:lnTo>
                  <a:lnTo>
                    <a:pt x="940" y="8"/>
                  </a:lnTo>
                  <a:lnTo>
                    <a:pt x="940" y="8"/>
                  </a:lnTo>
                  <a:lnTo>
                    <a:pt x="940" y="8"/>
                  </a:lnTo>
                  <a:lnTo>
                    <a:pt x="942" y="11"/>
                  </a:lnTo>
                  <a:lnTo>
                    <a:pt x="942" y="11"/>
                  </a:lnTo>
                  <a:lnTo>
                    <a:pt x="942" y="11"/>
                  </a:lnTo>
                  <a:lnTo>
                    <a:pt x="943" y="9"/>
                  </a:lnTo>
                  <a:lnTo>
                    <a:pt x="944" y="12"/>
                  </a:lnTo>
                  <a:lnTo>
                    <a:pt x="944" y="12"/>
                  </a:lnTo>
                  <a:lnTo>
                    <a:pt x="944" y="12"/>
                  </a:lnTo>
                  <a:lnTo>
                    <a:pt x="944" y="9"/>
                  </a:lnTo>
                  <a:lnTo>
                    <a:pt x="945" y="14"/>
                  </a:lnTo>
                  <a:lnTo>
                    <a:pt x="946" y="11"/>
                  </a:lnTo>
                  <a:lnTo>
                    <a:pt x="946" y="11"/>
                  </a:lnTo>
                  <a:lnTo>
                    <a:pt x="946" y="11"/>
                  </a:lnTo>
                  <a:lnTo>
                    <a:pt x="947" y="15"/>
                  </a:lnTo>
                  <a:lnTo>
                    <a:pt x="948" y="15"/>
                  </a:lnTo>
                  <a:lnTo>
                    <a:pt x="948" y="15"/>
                  </a:lnTo>
                  <a:lnTo>
                    <a:pt x="948" y="17"/>
                  </a:lnTo>
                  <a:lnTo>
                    <a:pt x="949" y="11"/>
                  </a:lnTo>
                  <a:lnTo>
                    <a:pt x="950" y="13"/>
                  </a:lnTo>
                  <a:lnTo>
                    <a:pt x="950" y="14"/>
                  </a:lnTo>
                  <a:lnTo>
                    <a:pt x="950" y="12"/>
                  </a:lnTo>
                  <a:lnTo>
                    <a:pt x="951" y="14"/>
                  </a:lnTo>
                  <a:lnTo>
                    <a:pt x="952" y="12"/>
                  </a:lnTo>
                  <a:lnTo>
                    <a:pt x="952" y="12"/>
                  </a:lnTo>
                  <a:lnTo>
                    <a:pt x="952" y="12"/>
                  </a:lnTo>
                  <a:lnTo>
                    <a:pt x="954" y="15"/>
                  </a:lnTo>
                  <a:lnTo>
                    <a:pt x="954" y="14"/>
                  </a:lnTo>
                  <a:lnTo>
                    <a:pt x="954" y="14"/>
                  </a:lnTo>
                  <a:lnTo>
                    <a:pt x="955" y="12"/>
                  </a:lnTo>
                  <a:lnTo>
                    <a:pt x="956" y="15"/>
                  </a:lnTo>
                  <a:lnTo>
                    <a:pt x="956" y="14"/>
                  </a:lnTo>
                  <a:lnTo>
                    <a:pt x="956" y="14"/>
                  </a:lnTo>
                  <a:lnTo>
                    <a:pt x="956" y="14"/>
                  </a:lnTo>
                  <a:lnTo>
                    <a:pt x="958" y="11"/>
                  </a:lnTo>
                  <a:lnTo>
                    <a:pt x="958" y="11"/>
                  </a:lnTo>
                  <a:lnTo>
                    <a:pt x="958" y="11"/>
                  </a:lnTo>
                  <a:lnTo>
                    <a:pt x="958" y="10"/>
                  </a:lnTo>
                  <a:lnTo>
                    <a:pt x="959" y="108"/>
                  </a:lnTo>
                  <a:lnTo>
                    <a:pt x="960" y="107"/>
                  </a:lnTo>
                  <a:lnTo>
                    <a:pt x="960" y="107"/>
                  </a:lnTo>
                  <a:lnTo>
                    <a:pt x="960" y="107"/>
                  </a:lnTo>
                  <a:lnTo>
                    <a:pt x="960" y="217"/>
                  </a:lnTo>
                  <a:lnTo>
                    <a:pt x="962" y="212"/>
                  </a:lnTo>
                  <a:lnTo>
                    <a:pt x="962" y="212"/>
                  </a:lnTo>
                  <a:lnTo>
                    <a:pt x="962" y="213"/>
                  </a:lnTo>
                  <a:lnTo>
                    <a:pt x="963" y="0"/>
                  </a:lnTo>
                  <a:lnTo>
                    <a:pt x="964" y="3"/>
                  </a:lnTo>
                  <a:lnTo>
                    <a:pt x="964" y="3"/>
                  </a:lnTo>
                  <a:lnTo>
                    <a:pt x="965" y="2"/>
                  </a:lnTo>
                  <a:lnTo>
                    <a:pt x="966" y="212"/>
                  </a:lnTo>
                  <a:lnTo>
                    <a:pt x="966" y="211"/>
                  </a:lnTo>
                  <a:lnTo>
                    <a:pt x="966" y="211"/>
                  </a:lnTo>
                  <a:lnTo>
                    <a:pt x="966" y="212"/>
                  </a:lnTo>
                  <a:lnTo>
                    <a:pt x="968" y="18"/>
                  </a:lnTo>
                  <a:lnTo>
                    <a:pt x="968" y="18"/>
                  </a:lnTo>
                  <a:lnTo>
                    <a:pt x="968" y="18"/>
                  </a:lnTo>
                  <a:lnTo>
                    <a:pt x="968" y="12"/>
                  </a:lnTo>
                  <a:lnTo>
                    <a:pt x="969" y="19"/>
                  </a:lnTo>
                  <a:lnTo>
                    <a:pt x="970" y="18"/>
                  </a:lnTo>
                  <a:lnTo>
                    <a:pt x="970" y="18"/>
                  </a:lnTo>
                  <a:lnTo>
                    <a:pt x="970" y="18"/>
                  </a:lnTo>
                  <a:lnTo>
                    <a:pt x="972" y="14"/>
                  </a:lnTo>
                  <a:lnTo>
                    <a:pt x="972" y="15"/>
                  </a:lnTo>
                  <a:lnTo>
                    <a:pt x="972" y="15"/>
                  </a:lnTo>
                  <a:lnTo>
                    <a:pt x="972" y="30"/>
                  </a:lnTo>
                  <a:lnTo>
                    <a:pt x="974" y="11"/>
                  </a:lnTo>
                  <a:lnTo>
                    <a:pt x="974" y="12"/>
                  </a:lnTo>
                  <a:lnTo>
                    <a:pt x="974" y="12"/>
                  </a:lnTo>
                  <a:lnTo>
                    <a:pt x="974" y="11"/>
                  </a:lnTo>
                  <a:lnTo>
                    <a:pt x="975" y="734"/>
                  </a:lnTo>
                  <a:lnTo>
                    <a:pt x="976" y="233"/>
                  </a:lnTo>
                  <a:lnTo>
                    <a:pt x="976" y="233"/>
                  </a:lnTo>
                  <a:lnTo>
                    <a:pt x="976" y="273"/>
                  </a:lnTo>
                  <a:lnTo>
                    <a:pt x="977" y="9"/>
                  </a:lnTo>
                  <a:lnTo>
                    <a:pt x="978" y="10"/>
                  </a:lnTo>
                  <a:lnTo>
                    <a:pt x="978" y="10"/>
                  </a:lnTo>
                  <a:lnTo>
                    <a:pt x="978" y="9"/>
                  </a:lnTo>
                  <a:lnTo>
                    <a:pt x="980" y="59"/>
                  </a:lnTo>
                  <a:lnTo>
                    <a:pt x="980" y="56"/>
                  </a:lnTo>
                  <a:lnTo>
                    <a:pt x="980" y="56"/>
                  </a:lnTo>
                  <a:lnTo>
                    <a:pt x="980" y="57"/>
                  </a:lnTo>
                  <a:lnTo>
                    <a:pt x="980" y="42"/>
                  </a:lnTo>
                  <a:lnTo>
                    <a:pt x="982" y="45"/>
                  </a:lnTo>
                  <a:lnTo>
                    <a:pt x="982" y="45"/>
                  </a:lnTo>
                  <a:lnTo>
                    <a:pt x="982" y="45"/>
                  </a:lnTo>
                  <a:lnTo>
                    <a:pt x="983" y="8"/>
                  </a:lnTo>
                  <a:lnTo>
                    <a:pt x="984" y="9"/>
                  </a:lnTo>
                  <a:lnTo>
                    <a:pt x="984" y="9"/>
                  </a:lnTo>
                  <a:lnTo>
                    <a:pt x="985" y="8"/>
                  </a:lnTo>
                  <a:lnTo>
                    <a:pt x="986" y="10"/>
                  </a:lnTo>
                  <a:lnTo>
                    <a:pt x="986" y="9"/>
                  </a:lnTo>
                  <a:lnTo>
                    <a:pt x="986" y="9"/>
                  </a:lnTo>
                  <a:lnTo>
                    <a:pt x="986" y="8"/>
                  </a:lnTo>
                  <a:lnTo>
                    <a:pt x="987" y="12"/>
                  </a:lnTo>
                  <a:lnTo>
                    <a:pt x="988" y="9"/>
                  </a:lnTo>
                  <a:lnTo>
                    <a:pt x="988" y="9"/>
                  </a:lnTo>
                  <a:lnTo>
                    <a:pt x="989" y="9"/>
                  </a:lnTo>
                  <a:lnTo>
                    <a:pt x="989" y="8"/>
                  </a:lnTo>
                  <a:lnTo>
                    <a:pt x="990" y="9"/>
                  </a:lnTo>
                  <a:lnTo>
                    <a:pt x="990" y="9"/>
                  </a:lnTo>
                  <a:lnTo>
                    <a:pt x="990" y="8"/>
                  </a:lnTo>
                  <a:lnTo>
                    <a:pt x="992" y="14"/>
                  </a:lnTo>
                  <a:lnTo>
                    <a:pt x="992" y="12"/>
                  </a:lnTo>
                  <a:lnTo>
                    <a:pt x="992" y="12"/>
                  </a:lnTo>
                  <a:lnTo>
                    <a:pt x="992" y="12"/>
                  </a:lnTo>
                  <a:lnTo>
                    <a:pt x="993" y="14"/>
                  </a:lnTo>
                  <a:lnTo>
                    <a:pt x="994" y="13"/>
                  </a:lnTo>
                  <a:lnTo>
                    <a:pt x="994" y="13"/>
                  </a:lnTo>
                  <a:lnTo>
                    <a:pt x="994" y="12"/>
                  </a:lnTo>
                  <a:lnTo>
                    <a:pt x="995" y="14"/>
                  </a:lnTo>
                  <a:lnTo>
                    <a:pt x="996" y="13"/>
                  </a:lnTo>
                  <a:lnTo>
                    <a:pt x="996" y="13"/>
                  </a:lnTo>
                  <a:lnTo>
                    <a:pt x="996" y="12"/>
                  </a:lnTo>
                  <a:lnTo>
                    <a:pt x="998" y="18"/>
                  </a:lnTo>
                  <a:lnTo>
                    <a:pt x="998" y="17"/>
                  </a:lnTo>
                  <a:lnTo>
                    <a:pt x="998" y="17"/>
                  </a:lnTo>
                  <a:lnTo>
                    <a:pt x="998" y="14"/>
                  </a:lnTo>
                  <a:lnTo>
                    <a:pt x="999" y="734"/>
                  </a:lnTo>
                  <a:lnTo>
                    <a:pt x="1000" y="15"/>
                  </a:lnTo>
                  <a:lnTo>
                    <a:pt x="1000" y="14"/>
                  </a:lnTo>
                  <a:lnTo>
                    <a:pt x="1000" y="14"/>
                  </a:lnTo>
                  <a:lnTo>
                    <a:pt x="1001" y="114"/>
                  </a:lnTo>
                  <a:lnTo>
                    <a:pt x="1002" y="113"/>
                  </a:lnTo>
                  <a:lnTo>
                    <a:pt x="1002" y="113"/>
                  </a:lnTo>
                  <a:lnTo>
                    <a:pt x="1002" y="114"/>
                  </a:lnTo>
                  <a:lnTo>
                    <a:pt x="1003" y="112"/>
                  </a:lnTo>
                  <a:lnTo>
                    <a:pt x="1004" y="113"/>
                  </a:lnTo>
                  <a:lnTo>
                    <a:pt x="1004" y="114"/>
                  </a:lnTo>
                  <a:lnTo>
                    <a:pt x="1005" y="114"/>
                  </a:lnTo>
                  <a:lnTo>
                    <a:pt x="1006" y="108"/>
                  </a:lnTo>
                  <a:lnTo>
                    <a:pt x="1006" y="108"/>
                  </a:lnTo>
                  <a:lnTo>
                    <a:pt x="1006" y="109"/>
                  </a:lnTo>
                  <a:lnTo>
                    <a:pt x="1007" y="106"/>
                  </a:lnTo>
                  <a:lnTo>
                    <a:pt x="1008" y="213"/>
                  </a:lnTo>
                  <a:lnTo>
                    <a:pt x="1008" y="212"/>
                  </a:lnTo>
                  <a:lnTo>
                    <a:pt x="1008" y="212"/>
                  </a:lnTo>
                  <a:lnTo>
                    <a:pt x="1008" y="213"/>
                  </a:lnTo>
                  <a:lnTo>
                    <a:pt x="1009" y="0"/>
                  </a:lnTo>
                  <a:lnTo>
                    <a:pt x="1010" y="1"/>
                  </a:lnTo>
                  <a:lnTo>
                    <a:pt x="1010" y="1"/>
                  </a:lnTo>
                  <a:lnTo>
                    <a:pt x="1010" y="0"/>
                  </a:lnTo>
                  <a:lnTo>
                    <a:pt x="1012" y="211"/>
                  </a:lnTo>
                  <a:lnTo>
                    <a:pt x="1012" y="211"/>
                  </a:lnTo>
                  <a:lnTo>
                    <a:pt x="1012" y="211"/>
                  </a:lnTo>
                  <a:lnTo>
                    <a:pt x="1012" y="213"/>
                  </a:lnTo>
                  <a:lnTo>
                    <a:pt x="1014" y="9"/>
                  </a:lnTo>
                  <a:lnTo>
                    <a:pt x="1014" y="10"/>
                  </a:lnTo>
                  <a:lnTo>
                    <a:pt x="1014" y="10"/>
                  </a:lnTo>
                  <a:lnTo>
                    <a:pt x="1014" y="10"/>
                  </a:lnTo>
                  <a:lnTo>
                    <a:pt x="1016" y="18"/>
                  </a:lnTo>
                  <a:lnTo>
                    <a:pt x="1016" y="17"/>
                  </a:lnTo>
                  <a:lnTo>
                    <a:pt x="1016" y="17"/>
                  </a:lnTo>
                  <a:lnTo>
                    <a:pt x="1017" y="12"/>
                  </a:lnTo>
                  <a:lnTo>
                    <a:pt x="1018" y="21"/>
                  </a:lnTo>
                  <a:lnTo>
                    <a:pt x="1018" y="20"/>
                  </a:lnTo>
                  <a:lnTo>
                    <a:pt x="1018" y="20"/>
                  </a:lnTo>
                  <a:lnTo>
                    <a:pt x="1018" y="23"/>
                  </a:lnTo>
                  <a:lnTo>
                    <a:pt x="1019" y="10"/>
                  </a:lnTo>
                  <a:lnTo>
                    <a:pt x="1020" y="11"/>
                  </a:lnTo>
                  <a:lnTo>
                    <a:pt x="1020" y="11"/>
                  </a:lnTo>
                  <a:lnTo>
                    <a:pt x="1020" y="10"/>
                  </a:lnTo>
                  <a:lnTo>
                    <a:pt x="1022" y="217"/>
                  </a:lnTo>
                  <a:lnTo>
                    <a:pt x="1022" y="217"/>
                  </a:lnTo>
                  <a:lnTo>
                    <a:pt x="1022" y="217"/>
                  </a:lnTo>
                  <a:lnTo>
                    <a:pt x="1022" y="253"/>
                  </a:lnTo>
                  <a:lnTo>
                    <a:pt x="1024" y="215"/>
                  </a:lnTo>
                  <a:lnTo>
                    <a:pt x="1024" y="220"/>
                  </a:lnTo>
                  <a:lnTo>
                    <a:pt x="1024" y="220"/>
                  </a:lnTo>
                  <a:lnTo>
                    <a:pt x="1024" y="222"/>
                  </a:lnTo>
                  <a:lnTo>
                    <a:pt x="1024" y="215"/>
                  </a:lnTo>
                  <a:lnTo>
                    <a:pt x="1026" y="217"/>
                  </a:lnTo>
                  <a:lnTo>
                    <a:pt x="1026" y="216"/>
                  </a:lnTo>
                  <a:lnTo>
                    <a:pt x="1026" y="218"/>
                  </a:lnTo>
                  <a:lnTo>
                    <a:pt x="1027" y="214"/>
                  </a:lnTo>
                  <a:lnTo>
                    <a:pt x="1028" y="215"/>
                  </a:lnTo>
                  <a:lnTo>
                    <a:pt x="1028" y="215"/>
                  </a:lnTo>
                  <a:lnTo>
                    <a:pt x="1028" y="214"/>
                  </a:lnTo>
                  <a:lnTo>
                    <a:pt x="1029" y="219"/>
                  </a:lnTo>
                  <a:lnTo>
                    <a:pt x="1030" y="214"/>
                  </a:lnTo>
                  <a:lnTo>
                    <a:pt x="1030" y="214"/>
                  </a:lnTo>
                  <a:lnTo>
                    <a:pt x="1030" y="214"/>
                  </a:lnTo>
                  <a:lnTo>
                    <a:pt x="1031" y="218"/>
                  </a:lnTo>
                  <a:lnTo>
                    <a:pt x="1032" y="215"/>
                  </a:lnTo>
                  <a:lnTo>
                    <a:pt x="1032" y="215"/>
                  </a:lnTo>
                  <a:lnTo>
                    <a:pt x="1032" y="217"/>
                  </a:lnTo>
                  <a:lnTo>
                    <a:pt x="1033" y="214"/>
                  </a:lnTo>
                  <a:lnTo>
                    <a:pt x="1034" y="215"/>
                  </a:lnTo>
                  <a:lnTo>
                    <a:pt x="1034" y="215"/>
                  </a:lnTo>
                  <a:lnTo>
                    <a:pt x="1035" y="214"/>
                  </a:lnTo>
                  <a:lnTo>
                    <a:pt x="1036" y="218"/>
                  </a:lnTo>
                  <a:lnTo>
                    <a:pt x="1036" y="218"/>
                  </a:lnTo>
                  <a:lnTo>
                    <a:pt x="1036" y="218"/>
                  </a:lnTo>
                  <a:lnTo>
                    <a:pt x="1036" y="248"/>
                  </a:lnTo>
                  <a:lnTo>
                    <a:pt x="1038" y="216"/>
                  </a:lnTo>
                  <a:lnTo>
                    <a:pt x="1038" y="216"/>
                  </a:lnTo>
                  <a:lnTo>
                    <a:pt x="1038" y="216"/>
                  </a:lnTo>
                  <a:lnTo>
                    <a:pt x="1039" y="733"/>
                  </a:lnTo>
                  <a:lnTo>
                    <a:pt x="1039" y="215"/>
                  </a:lnTo>
                  <a:lnTo>
                    <a:pt x="1040" y="225"/>
                  </a:lnTo>
                  <a:lnTo>
                    <a:pt x="1040" y="225"/>
                  </a:lnTo>
                  <a:lnTo>
                    <a:pt x="1040" y="225"/>
                  </a:lnTo>
                  <a:lnTo>
                    <a:pt x="1042" y="214"/>
                  </a:lnTo>
                  <a:lnTo>
                    <a:pt x="1042" y="214"/>
                  </a:lnTo>
                  <a:lnTo>
                    <a:pt x="1042" y="214"/>
                  </a:lnTo>
                  <a:lnTo>
                    <a:pt x="1042" y="215"/>
                  </a:lnTo>
                  <a:lnTo>
                    <a:pt x="1043" y="213"/>
                  </a:lnTo>
                  <a:lnTo>
                    <a:pt x="1044" y="214"/>
                  </a:lnTo>
                  <a:lnTo>
                    <a:pt x="1044" y="214"/>
                  </a:lnTo>
                  <a:lnTo>
                    <a:pt x="1045" y="213"/>
                  </a:lnTo>
                  <a:lnTo>
                    <a:pt x="1045" y="214"/>
                  </a:lnTo>
                  <a:lnTo>
                    <a:pt x="1046" y="214"/>
                  </a:lnTo>
                  <a:lnTo>
                    <a:pt x="1046" y="214"/>
                  </a:lnTo>
                  <a:lnTo>
                    <a:pt x="1046" y="213"/>
                  </a:lnTo>
                  <a:lnTo>
                    <a:pt x="1047" y="215"/>
                  </a:lnTo>
                  <a:lnTo>
                    <a:pt x="1048" y="214"/>
                  </a:lnTo>
                  <a:lnTo>
                    <a:pt x="1048" y="214"/>
                  </a:lnTo>
                  <a:lnTo>
                    <a:pt x="1048" y="213"/>
                  </a:lnTo>
                  <a:lnTo>
                    <a:pt x="1049" y="215"/>
                  </a:lnTo>
                  <a:lnTo>
                    <a:pt x="1050" y="214"/>
                  </a:lnTo>
                  <a:lnTo>
                    <a:pt x="1050" y="214"/>
                  </a:lnTo>
                  <a:lnTo>
                    <a:pt x="1050" y="215"/>
                  </a:lnTo>
                  <a:lnTo>
                    <a:pt x="1051" y="106"/>
                  </a:lnTo>
                  <a:lnTo>
                    <a:pt x="1052" y="106"/>
                  </a:lnTo>
                  <a:lnTo>
                    <a:pt x="1052" y="106"/>
                  </a:lnTo>
                  <a:lnTo>
                    <a:pt x="1054" y="273"/>
                  </a:lnTo>
                  <a:lnTo>
                    <a:pt x="1054" y="0"/>
                  </a:lnTo>
                  <a:lnTo>
                    <a:pt x="1054" y="1"/>
                  </a:lnTo>
                  <a:lnTo>
                    <a:pt x="1054" y="1"/>
                  </a:lnTo>
                  <a:lnTo>
                    <a:pt x="1054" y="0"/>
                  </a:lnTo>
                  <a:lnTo>
                    <a:pt x="1055" y="3"/>
                  </a:lnTo>
                  <a:lnTo>
                    <a:pt x="1056" y="2"/>
                  </a:lnTo>
                  <a:lnTo>
                    <a:pt x="1056" y="2"/>
                  </a:lnTo>
                  <a:lnTo>
                    <a:pt x="1057" y="2"/>
                  </a:lnTo>
                  <a:lnTo>
                    <a:pt x="1057" y="211"/>
                  </a:lnTo>
                  <a:lnTo>
                    <a:pt x="1058" y="211"/>
                  </a:lnTo>
                  <a:lnTo>
                    <a:pt x="1058" y="211"/>
                  </a:lnTo>
                  <a:lnTo>
                    <a:pt x="1058" y="211"/>
                  </a:lnTo>
                  <a:lnTo>
                    <a:pt x="1059" y="7"/>
                  </a:lnTo>
                  <a:lnTo>
                    <a:pt x="1060" y="15"/>
                  </a:lnTo>
                  <a:lnTo>
                    <a:pt x="1060" y="15"/>
                  </a:lnTo>
                  <a:lnTo>
                    <a:pt x="1061" y="18"/>
                  </a:lnTo>
                  <a:lnTo>
                    <a:pt x="1061" y="12"/>
                  </a:lnTo>
                  <a:lnTo>
                    <a:pt x="1062" y="14"/>
                  </a:lnTo>
                  <a:lnTo>
                    <a:pt x="1062" y="14"/>
                  </a:lnTo>
                  <a:lnTo>
                    <a:pt x="1062" y="13"/>
                  </a:lnTo>
                  <a:lnTo>
                    <a:pt x="1064" y="19"/>
                  </a:lnTo>
                  <a:lnTo>
                    <a:pt x="1064" y="19"/>
                  </a:lnTo>
                  <a:lnTo>
                    <a:pt x="1064" y="19"/>
                  </a:lnTo>
                  <a:lnTo>
                    <a:pt x="1066" y="10"/>
                  </a:lnTo>
                  <a:lnTo>
                    <a:pt x="1066" y="216"/>
                  </a:lnTo>
                  <a:lnTo>
                    <a:pt x="1066" y="216"/>
                  </a:lnTo>
                  <a:lnTo>
                    <a:pt x="1066" y="215"/>
                  </a:lnTo>
                  <a:lnTo>
                    <a:pt x="1066" y="214"/>
                  </a:lnTo>
                  <a:lnTo>
                    <a:pt x="1067" y="227"/>
                  </a:lnTo>
                  <a:lnTo>
                    <a:pt x="1068" y="215"/>
                  </a:lnTo>
                  <a:lnTo>
                    <a:pt x="1068" y="216"/>
                  </a:lnTo>
                  <a:lnTo>
                    <a:pt x="1068" y="216"/>
                  </a:lnTo>
                  <a:lnTo>
                    <a:pt x="1069" y="214"/>
                  </a:lnTo>
                  <a:lnTo>
                    <a:pt x="1070" y="214"/>
                  </a:lnTo>
                  <a:lnTo>
                    <a:pt x="1070" y="214"/>
                  </a:lnTo>
                  <a:lnTo>
                    <a:pt x="1071" y="216"/>
                  </a:lnTo>
                  <a:lnTo>
                    <a:pt x="1072" y="214"/>
                  </a:lnTo>
                  <a:lnTo>
                    <a:pt x="1072" y="214"/>
                  </a:lnTo>
                  <a:lnTo>
                    <a:pt x="1072" y="214"/>
                  </a:lnTo>
                  <a:lnTo>
                    <a:pt x="1072" y="215"/>
                  </a:lnTo>
                  <a:lnTo>
                    <a:pt x="1073" y="214"/>
                  </a:lnTo>
                  <a:lnTo>
                    <a:pt x="1074" y="214"/>
                  </a:lnTo>
                  <a:lnTo>
                    <a:pt x="1074" y="215"/>
                  </a:lnTo>
                  <a:lnTo>
                    <a:pt x="1074" y="215"/>
                  </a:lnTo>
                  <a:lnTo>
                    <a:pt x="1076" y="188"/>
                  </a:lnTo>
                  <a:lnTo>
                    <a:pt x="1076" y="189"/>
                  </a:lnTo>
                  <a:lnTo>
                    <a:pt x="1076" y="189"/>
                  </a:lnTo>
                  <a:lnTo>
                    <a:pt x="1076" y="189"/>
                  </a:lnTo>
                  <a:lnTo>
                    <a:pt x="1078" y="139"/>
                  </a:lnTo>
                  <a:lnTo>
                    <a:pt x="1078" y="147"/>
                  </a:lnTo>
                  <a:lnTo>
                    <a:pt x="1078" y="147"/>
                  </a:lnTo>
                  <a:lnTo>
                    <a:pt x="1078" y="147"/>
                  </a:lnTo>
                  <a:lnTo>
                    <a:pt x="1080" y="75"/>
                  </a:lnTo>
                  <a:lnTo>
                    <a:pt x="1080" y="75"/>
                  </a:lnTo>
                  <a:lnTo>
                    <a:pt x="1080" y="75"/>
                  </a:lnTo>
                  <a:lnTo>
                    <a:pt x="1080" y="75"/>
                  </a:lnTo>
                  <a:lnTo>
                    <a:pt x="1082" y="37"/>
                  </a:lnTo>
                  <a:lnTo>
                    <a:pt x="1082" y="39"/>
                  </a:lnTo>
                  <a:lnTo>
                    <a:pt x="1082" y="38"/>
                  </a:lnTo>
                  <a:lnTo>
                    <a:pt x="1082" y="39"/>
                  </a:lnTo>
                  <a:lnTo>
                    <a:pt x="1084" y="7"/>
                  </a:lnTo>
                  <a:lnTo>
                    <a:pt x="1084" y="8"/>
                  </a:lnTo>
                  <a:lnTo>
                    <a:pt x="1084" y="8"/>
                  </a:lnTo>
                  <a:lnTo>
                    <a:pt x="1084" y="9"/>
                  </a:lnTo>
                  <a:lnTo>
                    <a:pt x="1086" y="2"/>
                  </a:lnTo>
                  <a:lnTo>
                    <a:pt x="1086" y="5"/>
                  </a:lnTo>
                  <a:lnTo>
                    <a:pt x="1086" y="5"/>
                  </a:lnTo>
                  <a:lnTo>
                    <a:pt x="1086" y="5"/>
                  </a:lnTo>
                  <a:lnTo>
                    <a:pt x="1087" y="1"/>
                  </a:lnTo>
                  <a:lnTo>
                    <a:pt x="1088" y="2"/>
                  </a:lnTo>
                  <a:lnTo>
                    <a:pt x="1088" y="2"/>
                  </a:lnTo>
                  <a:lnTo>
                    <a:pt x="1089" y="6"/>
                  </a:lnTo>
                  <a:lnTo>
                    <a:pt x="1089" y="1"/>
                  </a:lnTo>
                  <a:lnTo>
                    <a:pt x="1090" y="2"/>
                  </a:lnTo>
                  <a:lnTo>
                    <a:pt x="1090" y="2"/>
                  </a:lnTo>
                  <a:lnTo>
                    <a:pt x="1090" y="23"/>
                  </a:lnTo>
                  <a:lnTo>
                    <a:pt x="1091" y="1"/>
                  </a:lnTo>
                  <a:lnTo>
                    <a:pt x="1092" y="2"/>
                  </a:lnTo>
                  <a:lnTo>
                    <a:pt x="1092" y="3"/>
                  </a:lnTo>
                  <a:lnTo>
                    <a:pt x="1092" y="3"/>
                  </a:lnTo>
                  <a:lnTo>
                    <a:pt x="1094" y="2"/>
                  </a:lnTo>
                  <a:lnTo>
                    <a:pt x="1094" y="2"/>
                  </a:lnTo>
                  <a:lnTo>
                    <a:pt x="1094" y="2"/>
                  </a:lnTo>
                  <a:lnTo>
                    <a:pt x="1095" y="1"/>
                  </a:lnTo>
                  <a:lnTo>
                    <a:pt x="1096" y="3"/>
                  </a:lnTo>
                  <a:lnTo>
                    <a:pt x="1096" y="2"/>
                  </a:lnTo>
                  <a:lnTo>
                    <a:pt x="1096" y="2"/>
                  </a:lnTo>
                  <a:lnTo>
                    <a:pt x="1097" y="2"/>
                  </a:lnTo>
                  <a:lnTo>
                    <a:pt x="1098" y="1"/>
                  </a:lnTo>
                  <a:lnTo>
                    <a:pt x="1098" y="1"/>
                  </a:lnTo>
                  <a:lnTo>
                    <a:pt x="1098" y="2"/>
                  </a:lnTo>
                  <a:lnTo>
                    <a:pt x="1099" y="0"/>
                  </a:lnTo>
                  <a:lnTo>
                    <a:pt x="1100" y="3"/>
                  </a:lnTo>
                  <a:lnTo>
                    <a:pt x="1100" y="2"/>
                  </a:lnTo>
                  <a:lnTo>
                    <a:pt x="1100" y="3"/>
                  </a:lnTo>
                  <a:lnTo>
                    <a:pt x="1100" y="1"/>
                  </a:lnTo>
                  <a:lnTo>
                    <a:pt x="1102" y="3"/>
                  </a:lnTo>
                  <a:lnTo>
                    <a:pt x="1102" y="3"/>
                  </a:lnTo>
                  <a:lnTo>
                    <a:pt x="1102" y="3"/>
                  </a:lnTo>
                  <a:lnTo>
                    <a:pt x="1103" y="2"/>
                  </a:lnTo>
                  <a:lnTo>
                    <a:pt x="1104" y="8"/>
                  </a:lnTo>
                  <a:lnTo>
                    <a:pt x="1104" y="7"/>
                  </a:lnTo>
                  <a:lnTo>
                    <a:pt x="1104" y="7"/>
                  </a:lnTo>
                  <a:lnTo>
                    <a:pt x="1104" y="7"/>
                  </a:lnTo>
                  <a:lnTo>
                    <a:pt x="1106" y="321"/>
                  </a:lnTo>
                  <a:lnTo>
                    <a:pt x="1106" y="321"/>
                  </a:lnTo>
                  <a:lnTo>
                    <a:pt x="1106" y="321"/>
                  </a:lnTo>
                  <a:lnTo>
                    <a:pt x="1106" y="321"/>
                  </a:lnTo>
                  <a:lnTo>
                    <a:pt x="1108" y="75"/>
                  </a:lnTo>
                  <a:lnTo>
                    <a:pt x="1108" y="75"/>
                  </a:lnTo>
                  <a:lnTo>
                    <a:pt x="1108" y="75"/>
                  </a:lnTo>
                  <a:lnTo>
                    <a:pt x="1108" y="76"/>
                  </a:lnTo>
                  <a:lnTo>
                    <a:pt x="1110" y="27"/>
                  </a:lnTo>
                  <a:lnTo>
                    <a:pt x="1110" y="27"/>
                  </a:lnTo>
                  <a:lnTo>
                    <a:pt x="1110" y="27"/>
                  </a:lnTo>
                  <a:lnTo>
                    <a:pt x="1110" y="27"/>
                  </a:lnTo>
                  <a:lnTo>
                    <a:pt x="1112" y="120"/>
                  </a:lnTo>
                  <a:lnTo>
                    <a:pt x="1112" y="120"/>
                  </a:lnTo>
                  <a:lnTo>
                    <a:pt x="1112" y="120"/>
                  </a:lnTo>
                  <a:lnTo>
                    <a:pt x="1112" y="119"/>
                  </a:lnTo>
                  <a:lnTo>
                    <a:pt x="1114" y="219"/>
                  </a:lnTo>
                  <a:lnTo>
                    <a:pt x="1114" y="215"/>
                  </a:lnTo>
                  <a:lnTo>
                    <a:pt x="1114" y="215"/>
                  </a:lnTo>
                  <a:lnTo>
                    <a:pt x="1115" y="216"/>
                  </a:lnTo>
                  <a:lnTo>
                    <a:pt x="1116" y="34"/>
                  </a:lnTo>
                  <a:lnTo>
                    <a:pt x="1116" y="34"/>
                  </a:lnTo>
                  <a:lnTo>
                    <a:pt x="1116" y="34"/>
                  </a:lnTo>
                  <a:lnTo>
                    <a:pt x="1116" y="35"/>
                  </a:lnTo>
                  <a:lnTo>
                    <a:pt x="1117" y="1"/>
                  </a:lnTo>
                  <a:lnTo>
                    <a:pt x="1118" y="2"/>
                  </a:lnTo>
                  <a:lnTo>
                    <a:pt x="1118" y="3"/>
                  </a:lnTo>
                  <a:lnTo>
                    <a:pt x="1119" y="9"/>
                  </a:lnTo>
                  <a:lnTo>
                    <a:pt x="1120" y="1"/>
                  </a:lnTo>
                  <a:lnTo>
                    <a:pt x="1120" y="2"/>
                  </a:lnTo>
                  <a:lnTo>
                    <a:pt x="1120" y="2"/>
                  </a:lnTo>
                  <a:lnTo>
                    <a:pt x="1120" y="3"/>
                  </a:lnTo>
                  <a:lnTo>
                    <a:pt x="1122" y="1"/>
                  </a:lnTo>
                  <a:lnTo>
                    <a:pt x="1122" y="2"/>
                  </a:lnTo>
                  <a:lnTo>
                    <a:pt x="1122" y="2"/>
                  </a:lnTo>
                  <a:lnTo>
                    <a:pt x="1123" y="1"/>
                  </a:lnTo>
                  <a:lnTo>
                    <a:pt x="1124" y="3"/>
                  </a:lnTo>
                  <a:lnTo>
                    <a:pt x="1124" y="3"/>
                  </a:lnTo>
                  <a:lnTo>
                    <a:pt x="1124" y="3"/>
                  </a:lnTo>
                  <a:lnTo>
                    <a:pt x="1124" y="3"/>
                  </a:lnTo>
                  <a:lnTo>
                    <a:pt x="1126" y="1"/>
                  </a:lnTo>
                  <a:lnTo>
                    <a:pt x="1126" y="2"/>
                  </a:lnTo>
                  <a:lnTo>
                    <a:pt x="1126" y="2"/>
                  </a:lnTo>
                  <a:lnTo>
                    <a:pt x="1126" y="2"/>
                  </a:lnTo>
                  <a:lnTo>
                    <a:pt x="1128" y="0"/>
                  </a:lnTo>
                  <a:lnTo>
                    <a:pt x="1128" y="1"/>
                  </a:lnTo>
                  <a:lnTo>
                    <a:pt x="1128" y="1"/>
                  </a:lnTo>
                  <a:lnTo>
                    <a:pt x="1129" y="0"/>
                  </a:lnTo>
                  <a:lnTo>
                    <a:pt x="1129" y="36"/>
                  </a:lnTo>
                  <a:lnTo>
                    <a:pt x="1130" y="1"/>
                  </a:lnTo>
                  <a:lnTo>
                    <a:pt x="1130" y="1"/>
                  </a:lnTo>
                  <a:lnTo>
                    <a:pt x="1131" y="0"/>
                  </a:lnTo>
                  <a:lnTo>
                    <a:pt x="1131" y="2"/>
                  </a:lnTo>
                  <a:lnTo>
                    <a:pt x="1132" y="1"/>
                  </a:lnTo>
                  <a:lnTo>
                    <a:pt x="1132" y="1"/>
                  </a:lnTo>
                  <a:lnTo>
                    <a:pt x="1133" y="2"/>
                  </a:lnTo>
                  <a:lnTo>
                    <a:pt x="1134" y="0"/>
                  </a:lnTo>
                  <a:lnTo>
                    <a:pt x="1134" y="1"/>
                  </a:lnTo>
                  <a:lnTo>
                    <a:pt x="1134" y="1"/>
                  </a:lnTo>
                  <a:lnTo>
                    <a:pt x="1134" y="0"/>
                  </a:lnTo>
                  <a:lnTo>
                    <a:pt x="1134" y="3"/>
                  </a:lnTo>
                  <a:lnTo>
                    <a:pt x="1136" y="2"/>
                  </a:lnTo>
                  <a:lnTo>
                    <a:pt x="1136" y="2"/>
                  </a:lnTo>
                  <a:lnTo>
                    <a:pt x="1137" y="0"/>
                  </a:lnTo>
                  <a:lnTo>
                    <a:pt x="1137" y="2"/>
                  </a:lnTo>
                  <a:lnTo>
                    <a:pt x="1138" y="2"/>
                  </a:lnTo>
                  <a:lnTo>
                    <a:pt x="1138" y="1"/>
                  </a:lnTo>
                  <a:lnTo>
                    <a:pt x="1138" y="2"/>
                  </a:lnTo>
                  <a:lnTo>
                    <a:pt x="1140" y="0"/>
                  </a:lnTo>
                  <a:lnTo>
                    <a:pt x="1140" y="1"/>
                  </a:lnTo>
                  <a:lnTo>
                    <a:pt x="1140" y="1"/>
                  </a:lnTo>
                  <a:lnTo>
                    <a:pt x="1140" y="0"/>
                  </a:lnTo>
                  <a:lnTo>
                    <a:pt x="1142" y="2"/>
                  </a:lnTo>
                  <a:lnTo>
                    <a:pt x="1142" y="2"/>
                  </a:lnTo>
                  <a:lnTo>
                    <a:pt x="1142" y="2"/>
                  </a:lnTo>
                  <a:lnTo>
                    <a:pt x="1144" y="0"/>
                  </a:lnTo>
                  <a:lnTo>
                    <a:pt x="1144" y="3"/>
                  </a:lnTo>
                  <a:lnTo>
                    <a:pt x="1144" y="2"/>
                  </a:lnTo>
                  <a:lnTo>
                    <a:pt x="1144" y="2"/>
                  </a:lnTo>
                  <a:lnTo>
                    <a:pt x="1144" y="3"/>
                  </a:lnTo>
                  <a:lnTo>
                    <a:pt x="1146" y="1"/>
                  </a:lnTo>
                  <a:lnTo>
                    <a:pt x="1146" y="1"/>
                  </a:lnTo>
                  <a:lnTo>
                    <a:pt x="1146" y="1"/>
                  </a:lnTo>
                  <a:lnTo>
                    <a:pt x="1146" y="1"/>
                  </a:lnTo>
                  <a:lnTo>
                    <a:pt x="1148" y="6"/>
                  </a:lnTo>
                  <a:lnTo>
                    <a:pt x="1148" y="4"/>
                  </a:lnTo>
                  <a:lnTo>
                    <a:pt x="1148" y="5"/>
                  </a:lnTo>
                  <a:lnTo>
                    <a:pt x="1148" y="2"/>
                  </a:lnTo>
                  <a:lnTo>
                    <a:pt x="1150" y="10"/>
                  </a:lnTo>
                  <a:lnTo>
                    <a:pt x="1150" y="9"/>
                  </a:lnTo>
                  <a:lnTo>
                    <a:pt x="1150" y="9"/>
                  </a:lnTo>
                  <a:lnTo>
                    <a:pt x="1151" y="9"/>
                  </a:lnTo>
                  <a:lnTo>
                    <a:pt x="1151" y="320"/>
                  </a:lnTo>
                  <a:lnTo>
                    <a:pt x="1152" y="320"/>
                  </a:lnTo>
                  <a:lnTo>
                    <a:pt x="1152" y="320"/>
                  </a:lnTo>
                  <a:lnTo>
                    <a:pt x="1152" y="322"/>
                  </a:lnTo>
                  <a:lnTo>
                    <a:pt x="1154" y="113"/>
                  </a:lnTo>
                  <a:lnTo>
                    <a:pt x="1154" y="119"/>
                  </a:lnTo>
                  <a:lnTo>
                    <a:pt x="1154" y="120"/>
                  </a:lnTo>
                  <a:lnTo>
                    <a:pt x="1154" y="120"/>
                  </a:lnTo>
                  <a:lnTo>
                    <a:pt x="1156" y="26"/>
                  </a:lnTo>
                  <a:lnTo>
                    <a:pt x="1156" y="28"/>
                  </a:lnTo>
                  <a:lnTo>
                    <a:pt x="1156" y="28"/>
                  </a:lnTo>
                  <a:lnTo>
                    <a:pt x="1157" y="24"/>
                  </a:lnTo>
                  <a:lnTo>
                    <a:pt x="1158" y="120"/>
                  </a:lnTo>
                  <a:lnTo>
                    <a:pt x="1158" y="119"/>
                  </a:lnTo>
                  <a:lnTo>
                    <a:pt x="1158" y="120"/>
                  </a:lnTo>
                  <a:lnTo>
                    <a:pt x="1158" y="119"/>
                  </a:lnTo>
                  <a:lnTo>
                    <a:pt x="1160" y="221"/>
                  </a:lnTo>
                  <a:lnTo>
                    <a:pt x="1160" y="221"/>
                  </a:lnTo>
                  <a:lnTo>
                    <a:pt x="1160" y="221"/>
                  </a:lnTo>
                  <a:lnTo>
                    <a:pt x="1160" y="221"/>
                  </a:lnTo>
                  <a:lnTo>
                    <a:pt x="1162" y="1"/>
                  </a:lnTo>
                  <a:lnTo>
                    <a:pt x="1162" y="2"/>
                  </a:lnTo>
                  <a:lnTo>
                    <a:pt x="1162" y="2"/>
                  </a:lnTo>
                  <a:lnTo>
                    <a:pt x="1162" y="3"/>
                  </a:lnTo>
                  <a:lnTo>
                    <a:pt x="1163" y="1"/>
                  </a:lnTo>
                  <a:lnTo>
                    <a:pt x="1164" y="1"/>
                  </a:lnTo>
                  <a:lnTo>
                    <a:pt x="1164" y="1"/>
                  </a:lnTo>
                  <a:lnTo>
                    <a:pt x="1165" y="0"/>
                  </a:lnTo>
                  <a:lnTo>
                    <a:pt x="1166" y="3"/>
                  </a:lnTo>
                  <a:lnTo>
                    <a:pt x="1166" y="2"/>
                  </a:lnTo>
                  <a:lnTo>
                    <a:pt x="1166" y="2"/>
                  </a:lnTo>
                  <a:lnTo>
                    <a:pt x="1166" y="2"/>
                  </a:lnTo>
                  <a:lnTo>
                    <a:pt x="1167" y="0"/>
                  </a:lnTo>
                  <a:lnTo>
                    <a:pt x="1168" y="1"/>
                  </a:lnTo>
                  <a:lnTo>
                    <a:pt x="1168" y="1"/>
                  </a:lnTo>
                  <a:lnTo>
                    <a:pt x="1169" y="2"/>
                  </a:lnTo>
                  <a:lnTo>
                    <a:pt x="1169" y="1"/>
                  </a:lnTo>
                  <a:lnTo>
                    <a:pt x="1170" y="1"/>
                  </a:lnTo>
                  <a:lnTo>
                    <a:pt x="1170" y="1"/>
                  </a:lnTo>
                  <a:lnTo>
                    <a:pt x="1170" y="1"/>
                  </a:lnTo>
                  <a:lnTo>
                    <a:pt x="1172" y="2"/>
                  </a:lnTo>
                  <a:lnTo>
                    <a:pt x="1172" y="2"/>
                  </a:lnTo>
                  <a:lnTo>
                    <a:pt x="1172" y="2"/>
                  </a:lnTo>
                  <a:lnTo>
                    <a:pt x="1172" y="1"/>
                  </a:lnTo>
                  <a:lnTo>
                    <a:pt x="1173" y="2"/>
                  </a:lnTo>
                  <a:lnTo>
                    <a:pt x="1174" y="2"/>
                  </a:lnTo>
                  <a:lnTo>
                    <a:pt x="1174" y="2"/>
                  </a:lnTo>
                  <a:lnTo>
                    <a:pt x="1175" y="3"/>
                  </a:lnTo>
                  <a:lnTo>
                    <a:pt x="1176" y="1"/>
                  </a:lnTo>
                  <a:lnTo>
                    <a:pt x="1176" y="2"/>
                  </a:lnTo>
                  <a:lnTo>
                    <a:pt x="1176" y="2"/>
                  </a:lnTo>
                  <a:lnTo>
                    <a:pt x="1177" y="1"/>
                  </a:lnTo>
                  <a:lnTo>
                    <a:pt x="1178" y="25"/>
                  </a:lnTo>
                  <a:lnTo>
                    <a:pt x="1178" y="23"/>
                  </a:lnTo>
                  <a:lnTo>
                    <a:pt x="1178" y="22"/>
                  </a:lnTo>
                  <a:lnTo>
                    <a:pt x="1178" y="23"/>
                  </a:lnTo>
                  <a:lnTo>
                    <a:pt x="1180" y="1"/>
                  </a:lnTo>
                  <a:lnTo>
                    <a:pt x="1180" y="1"/>
                  </a:lnTo>
                  <a:lnTo>
                    <a:pt x="1180" y="1"/>
                  </a:lnTo>
                  <a:lnTo>
                    <a:pt x="1181" y="3"/>
                  </a:lnTo>
                  <a:lnTo>
                    <a:pt x="1182" y="1"/>
                  </a:lnTo>
                  <a:lnTo>
                    <a:pt x="1182" y="2"/>
                  </a:lnTo>
                  <a:lnTo>
                    <a:pt x="1182" y="2"/>
                  </a:lnTo>
                  <a:lnTo>
                    <a:pt x="1182" y="1"/>
                  </a:lnTo>
                  <a:lnTo>
                    <a:pt x="1183" y="32"/>
                  </a:lnTo>
                  <a:lnTo>
                    <a:pt x="1184" y="2"/>
                  </a:lnTo>
                  <a:lnTo>
                    <a:pt x="1184" y="2"/>
                  </a:lnTo>
                  <a:lnTo>
                    <a:pt x="1185" y="3"/>
                  </a:lnTo>
                  <a:lnTo>
                    <a:pt x="1186" y="1"/>
                  </a:lnTo>
                  <a:lnTo>
                    <a:pt x="1186" y="2"/>
                  </a:lnTo>
                  <a:lnTo>
                    <a:pt x="1186" y="2"/>
                  </a:lnTo>
                  <a:lnTo>
                    <a:pt x="1186" y="3"/>
                  </a:lnTo>
                  <a:lnTo>
                    <a:pt x="1187" y="1"/>
                  </a:lnTo>
                  <a:lnTo>
                    <a:pt x="1188" y="2"/>
                  </a:lnTo>
                  <a:lnTo>
                    <a:pt x="1188" y="2"/>
                  </a:lnTo>
                  <a:lnTo>
                    <a:pt x="1189" y="1"/>
                  </a:lnTo>
                  <a:lnTo>
                    <a:pt x="1190" y="3"/>
                  </a:lnTo>
                  <a:lnTo>
                    <a:pt x="1190" y="2"/>
                  </a:lnTo>
                  <a:lnTo>
                    <a:pt x="1190" y="2"/>
                  </a:lnTo>
                  <a:lnTo>
                    <a:pt x="1190" y="1"/>
                  </a:lnTo>
                  <a:lnTo>
                    <a:pt x="1192" y="12"/>
                  </a:lnTo>
                  <a:lnTo>
                    <a:pt x="1192" y="12"/>
                  </a:lnTo>
                  <a:lnTo>
                    <a:pt x="1192" y="12"/>
                  </a:lnTo>
                  <a:lnTo>
                    <a:pt x="1192" y="11"/>
                  </a:lnTo>
                  <a:lnTo>
                    <a:pt x="1194" y="343"/>
                  </a:lnTo>
                  <a:lnTo>
                    <a:pt x="1194" y="336"/>
                  </a:lnTo>
                  <a:lnTo>
                    <a:pt x="1194" y="337"/>
                  </a:lnTo>
                  <a:lnTo>
                    <a:pt x="1194" y="337"/>
                  </a:lnTo>
                  <a:lnTo>
                    <a:pt x="1195" y="117"/>
                  </a:lnTo>
                  <a:lnTo>
                    <a:pt x="1196" y="120"/>
                  </a:lnTo>
                  <a:lnTo>
                    <a:pt x="1196" y="119"/>
                  </a:lnTo>
                  <a:lnTo>
                    <a:pt x="1196" y="120"/>
                  </a:lnTo>
                  <a:lnTo>
                    <a:pt x="1197" y="22"/>
                  </a:lnTo>
                  <a:lnTo>
                    <a:pt x="1198" y="26"/>
                  </a:lnTo>
                  <a:lnTo>
                    <a:pt x="1198" y="26"/>
                  </a:lnTo>
                  <a:lnTo>
                    <a:pt x="1198" y="25"/>
                  </a:lnTo>
                  <a:lnTo>
                    <a:pt x="1199" y="121"/>
                  </a:lnTo>
                  <a:lnTo>
                    <a:pt x="1200" y="119"/>
                  </a:lnTo>
                  <a:lnTo>
                    <a:pt x="1200" y="119"/>
                  </a:lnTo>
                  <a:lnTo>
                    <a:pt x="1200" y="119"/>
                  </a:lnTo>
                  <a:lnTo>
                    <a:pt x="1202" y="219"/>
                  </a:lnTo>
                  <a:lnTo>
                    <a:pt x="1202" y="219"/>
                  </a:lnTo>
                  <a:lnTo>
                    <a:pt x="1202" y="219"/>
                  </a:lnTo>
                  <a:lnTo>
                    <a:pt x="1202" y="219"/>
                  </a:lnTo>
                  <a:lnTo>
                    <a:pt x="1204" y="2"/>
                  </a:lnTo>
                  <a:lnTo>
                    <a:pt x="1204" y="3"/>
                  </a:lnTo>
                  <a:lnTo>
                    <a:pt x="1204" y="3"/>
                  </a:lnTo>
                  <a:lnTo>
                    <a:pt x="1205" y="5"/>
                  </a:lnTo>
                  <a:lnTo>
                    <a:pt x="1206" y="2"/>
                  </a:lnTo>
                  <a:lnTo>
                    <a:pt x="1206" y="2"/>
                  </a:lnTo>
                  <a:lnTo>
                    <a:pt x="1206" y="2"/>
                  </a:lnTo>
                  <a:lnTo>
                    <a:pt x="1207" y="1"/>
                  </a:lnTo>
                  <a:lnTo>
                    <a:pt x="1208" y="18"/>
                  </a:lnTo>
                  <a:lnTo>
                    <a:pt x="1208" y="17"/>
                  </a:lnTo>
                  <a:lnTo>
                    <a:pt x="1208" y="17"/>
                  </a:lnTo>
                  <a:lnTo>
                    <a:pt x="1208" y="17"/>
                  </a:lnTo>
                  <a:lnTo>
                    <a:pt x="1209" y="38"/>
                  </a:lnTo>
                  <a:lnTo>
                    <a:pt x="1210" y="34"/>
                  </a:lnTo>
                  <a:lnTo>
                    <a:pt x="1210" y="34"/>
                  </a:lnTo>
                  <a:lnTo>
                    <a:pt x="1212" y="36"/>
                  </a:lnTo>
                  <a:lnTo>
                    <a:pt x="1212" y="26"/>
                  </a:lnTo>
                  <a:lnTo>
                    <a:pt x="1212" y="27"/>
                  </a:lnTo>
                  <a:lnTo>
                    <a:pt x="1212" y="27"/>
                  </a:lnTo>
                  <a:lnTo>
                    <a:pt x="1212" y="27"/>
                  </a:lnTo>
                  <a:lnTo>
                    <a:pt x="1213" y="2"/>
                  </a:lnTo>
                  <a:lnTo>
                    <a:pt x="1214" y="5"/>
                  </a:lnTo>
                  <a:lnTo>
                    <a:pt x="1214" y="5"/>
                  </a:lnTo>
                  <a:lnTo>
                    <a:pt x="1214" y="5"/>
                  </a:lnTo>
                  <a:lnTo>
                    <a:pt x="1215" y="1"/>
                  </a:lnTo>
                  <a:lnTo>
                    <a:pt x="1216" y="2"/>
                  </a:lnTo>
                  <a:lnTo>
                    <a:pt x="1216" y="2"/>
                  </a:lnTo>
                  <a:lnTo>
                    <a:pt x="1217" y="3"/>
                  </a:lnTo>
                  <a:lnTo>
                    <a:pt x="1218" y="1"/>
                  </a:lnTo>
                  <a:lnTo>
                    <a:pt x="1218" y="2"/>
                  </a:lnTo>
                  <a:lnTo>
                    <a:pt x="1218" y="2"/>
                  </a:lnTo>
                  <a:lnTo>
                    <a:pt x="1219" y="3"/>
                  </a:lnTo>
                  <a:lnTo>
                    <a:pt x="1219" y="1"/>
                  </a:lnTo>
                  <a:lnTo>
                    <a:pt x="1220" y="1"/>
                  </a:lnTo>
                  <a:lnTo>
                    <a:pt x="1220" y="2"/>
                  </a:lnTo>
                  <a:lnTo>
                    <a:pt x="1221" y="0"/>
                  </a:lnTo>
                  <a:lnTo>
                    <a:pt x="1222" y="2"/>
                  </a:lnTo>
                  <a:lnTo>
                    <a:pt x="1222" y="1"/>
                  </a:lnTo>
                  <a:lnTo>
                    <a:pt x="1222" y="1"/>
                  </a:lnTo>
                  <a:lnTo>
                    <a:pt x="1223" y="0"/>
                  </a:lnTo>
                  <a:lnTo>
                    <a:pt x="1223" y="2"/>
                  </a:lnTo>
                  <a:lnTo>
                    <a:pt x="1224" y="1"/>
                  </a:lnTo>
                  <a:lnTo>
                    <a:pt x="1224" y="1"/>
                  </a:lnTo>
                  <a:lnTo>
                    <a:pt x="1225" y="1"/>
                  </a:lnTo>
                  <a:lnTo>
                    <a:pt x="1226" y="2"/>
                  </a:lnTo>
                  <a:lnTo>
                    <a:pt x="1226" y="2"/>
                  </a:lnTo>
                  <a:lnTo>
                    <a:pt x="1226" y="2"/>
                  </a:lnTo>
                  <a:lnTo>
                    <a:pt x="1227" y="1"/>
                  </a:lnTo>
                  <a:lnTo>
                    <a:pt x="1228" y="3"/>
                  </a:lnTo>
                  <a:lnTo>
                    <a:pt x="1228" y="2"/>
                  </a:lnTo>
                  <a:lnTo>
                    <a:pt x="1228" y="2"/>
                  </a:lnTo>
                  <a:lnTo>
                    <a:pt x="1229" y="4"/>
                  </a:lnTo>
                  <a:lnTo>
                    <a:pt x="1230" y="1"/>
                  </a:lnTo>
                  <a:lnTo>
                    <a:pt x="1230" y="1"/>
                  </a:lnTo>
                  <a:lnTo>
                    <a:pt x="1230" y="2"/>
                  </a:lnTo>
                  <a:lnTo>
                    <a:pt x="1230" y="1"/>
                  </a:lnTo>
                  <a:lnTo>
                    <a:pt x="1232" y="3"/>
                  </a:lnTo>
                  <a:lnTo>
                    <a:pt x="1232" y="3"/>
                  </a:lnTo>
                  <a:lnTo>
                    <a:pt x="1232" y="3"/>
                  </a:lnTo>
                  <a:lnTo>
                    <a:pt x="1233" y="1"/>
                  </a:lnTo>
                  <a:lnTo>
                    <a:pt x="1234" y="20"/>
                  </a:lnTo>
                  <a:lnTo>
                    <a:pt x="1234" y="19"/>
                  </a:lnTo>
                  <a:lnTo>
                    <a:pt x="1234" y="19"/>
                  </a:lnTo>
                  <a:lnTo>
                    <a:pt x="1234" y="67"/>
                  </a:lnTo>
                  <a:lnTo>
                    <a:pt x="1236" y="1"/>
                  </a:lnTo>
                  <a:lnTo>
                    <a:pt x="1236" y="2"/>
                  </a:lnTo>
                  <a:lnTo>
                    <a:pt x="1236" y="2"/>
                  </a:lnTo>
                  <a:lnTo>
                    <a:pt x="1237" y="1"/>
                  </a:lnTo>
                  <a:lnTo>
                    <a:pt x="1238" y="4"/>
                  </a:lnTo>
                  <a:lnTo>
                    <a:pt x="1238" y="4"/>
                  </a:lnTo>
                  <a:lnTo>
                    <a:pt x="1238" y="4"/>
                  </a:lnTo>
                  <a:lnTo>
                    <a:pt x="1238" y="3"/>
                  </a:lnTo>
                  <a:lnTo>
                    <a:pt x="1240" y="258"/>
                  </a:lnTo>
                  <a:lnTo>
                    <a:pt x="1240" y="256"/>
                  </a:lnTo>
                  <a:lnTo>
                    <a:pt x="1240" y="256"/>
                  </a:lnTo>
                  <a:lnTo>
                    <a:pt x="1240" y="257"/>
                  </a:lnTo>
                  <a:lnTo>
                    <a:pt x="1242" y="117"/>
                  </a:lnTo>
                  <a:lnTo>
                    <a:pt x="1242" y="119"/>
                  </a:lnTo>
                  <a:lnTo>
                    <a:pt x="1242" y="119"/>
                  </a:lnTo>
                  <a:lnTo>
                    <a:pt x="1243" y="122"/>
                  </a:lnTo>
                  <a:lnTo>
                    <a:pt x="1243" y="23"/>
                  </a:lnTo>
                  <a:lnTo>
                    <a:pt x="1244" y="29"/>
                  </a:lnTo>
                  <a:lnTo>
                    <a:pt x="1244" y="29"/>
                  </a:lnTo>
                  <a:lnTo>
                    <a:pt x="1245" y="27"/>
                  </a:lnTo>
                  <a:lnTo>
                    <a:pt x="1246" y="121"/>
                  </a:lnTo>
                  <a:lnTo>
                    <a:pt x="1246" y="120"/>
                  </a:lnTo>
                  <a:lnTo>
                    <a:pt x="1246" y="120"/>
                  </a:lnTo>
                  <a:lnTo>
                    <a:pt x="1247" y="118"/>
                  </a:lnTo>
                  <a:lnTo>
                    <a:pt x="1248" y="219"/>
                  </a:lnTo>
                  <a:lnTo>
                    <a:pt x="1248" y="218"/>
                  </a:lnTo>
                  <a:lnTo>
                    <a:pt x="1248" y="218"/>
                  </a:lnTo>
                  <a:lnTo>
                    <a:pt x="1248" y="219"/>
                  </a:lnTo>
                  <a:lnTo>
                    <a:pt x="1250" y="112"/>
                  </a:lnTo>
                  <a:lnTo>
                    <a:pt x="1250" y="112"/>
                  </a:lnTo>
                  <a:lnTo>
                    <a:pt x="1250" y="112"/>
                  </a:lnTo>
                  <a:lnTo>
                    <a:pt x="1250" y="112"/>
                  </a:lnTo>
                  <a:lnTo>
                    <a:pt x="1252" y="68"/>
                  </a:lnTo>
                  <a:lnTo>
                    <a:pt x="1252" y="69"/>
                  </a:lnTo>
                  <a:lnTo>
                    <a:pt x="1252" y="69"/>
                  </a:lnTo>
                  <a:lnTo>
                    <a:pt x="1252" y="69"/>
                  </a:lnTo>
                  <a:lnTo>
                    <a:pt x="1254" y="8"/>
                  </a:lnTo>
                  <a:lnTo>
                    <a:pt x="1254" y="9"/>
                  </a:lnTo>
                  <a:lnTo>
                    <a:pt x="1254" y="9"/>
                  </a:lnTo>
                  <a:lnTo>
                    <a:pt x="1255" y="12"/>
                  </a:lnTo>
                  <a:lnTo>
                    <a:pt x="1256" y="6"/>
                  </a:lnTo>
                  <a:lnTo>
                    <a:pt x="1256" y="7"/>
                  </a:lnTo>
                  <a:lnTo>
                    <a:pt x="1256" y="7"/>
                  </a:lnTo>
                  <a:lnTo>
                    <a:pt x="1257" y="3"/>
                  </a:lnTo>
                  <a:lnTo>
                    <a:pt x="1258" y="8"/>
                  </a:lnTo>
                  <a:lnTo>
                    <a:pt x="1258" y="8"/>
                  </a:lnTo>
                  <a:lnTo>
                    <a:pt x="1258" y="8"/>
                  </a:lnTo>
                  <a:lnTo>
                    <a:pt x="1258" y="8"/>
                  </a:lnTo>
                  <a:lnTo>
                    <a:pt x="1259" y="5"/>
                  </a:lnTo>
                  <a:lnTo>
                    <a:pt x="1260" y="5"/>
                  </a:lnTo>
                  <a:lnTo>
                    <a:pt x="1260" y="5"/>
                  </a:lnTo>
                  <a:lnTo>
                    <a:pt x="1261" y="7"/>
                  </a:lnTo>
                  <a:lnTo>
                    <a:pt x="1262" y="4"/>
                  </a:lnTo>
                  <a:lnTo>
                    <a:pt x="1262" y="5"/>
                  </a:lnTo>
                  <a:lnTo>
                    <a:pt x="1262" y="5"/>
                  </a:lnTo>
                  <a:lnTo>
                    <a:pt x="1262" y="5"/>
                  </a:lnTo>
                  <a:lnTo>
                    <a:pt x="1264" y="3"/>
                  </a:lnTo>
                  <a:lnTo>
                    <a:pt x="1264" y="3"/>
                  </a:lnTo>
                  <a:lnTo>
                    <a:pt x="1264" y="3"/>
                  </a:lnTo>
                  <a:lnTo>
                    <a:pt x="1265" y="5"/>
                  </a:lnTo>
                  <a:lnTo>
                    <a:pt x="1266" y="2"/>
                  </a:lnTo>
                  <a:lnTo>
                    <a:pt x="1266" y="3"/>
                  </a:lnTo>
                  <a:lnTo>
                    <a:pt x="1266" y="3"/>
                  </a:lnTo>
                  <a:lnTo>
                    <a:pt x="1268" y="2"/>
                  </a:lnTo>
                  <a:lnTo>
                    <a:pt x="1268" y="6"/>
                  </a:lnTo>
                  <a:lnTo>
                    <a:pt x="1268" y="6"/>
                  </a:lnTo>
                  <a:lnTo>
                    <a:pt x="1268" y="5"/>
                  </a:lnTo>
                  <a:lnTo>
                    <a:pt x="1269" y="3"/>
                  </a:lnTo>
                  <a:lnTo>
                    <a:pt x="1270" y="7"/>
                  </a:lnTo>
                  <a:lnTo>
                    <a:pt x="1270" y="4"/>
                  </a:lnTo>
                  <a:lnTo>
                    <a:pt x="1270" y="4"/>
                  </a:lnTo>
                  <a:lnTo>
                    <a:pt x="1270" y="3"/>
                  </a:lnTo>
                  <a:lnTo>
                    <a:pt x="1272" y="109"/>
                  </a:lnTo>
                  <a:lnTo>
                    <a:pt x="1272" y="108"/>
                  </a:lnTo>
                  <a:lnTo>
                    <a:pt x="1272" y="108"/>
                  </a:lnTo>
                  <a:lnTo>
                    <a:pt x="1272" y="109"/>
                  </a:lnTo>
                  <a:lnTo>
                    <a:pt x="1274" y="67"/>
                  </a:lnTo>
                  <a:lnTo>
                    <a:pt x="1274" y="68"/>
                  </a:lnTo>
                  <a:lnTo>
                    <a:pt x="1274" y="69"/>
                  </a:lnTo>
                  <a:lnTo>
                    <a:pt x="1274" y="69"/>
                  </a:lnTo>
                  <a:lnTo>
                    <a:pt x="1276" y="12"/>
                  </a:lnTo>
                  <a:lnTo>
                    <a:pt x="1276" y="12"/>
                  </a:lnTo>
                  <a:lnTo>
                    <a:pt x="1276" y="12"/>
                  </a:lnTo>
                  <a:lnTo>
                    <a:pt x="1276" y="12"/>
                  </a:lnTo>
                  <a:lnTo>
                    <a:pt x="1277" y="1"/>
                  </a:lnTo>
                  <a:lnTo>
                    <a:pt x="1278" y="2"/>
                  </a:lnTo>
                  <a:lnTo>
                    <a:pt x="1278" y="2"/>
                  </a:lnTo>
                  <a:lnTo>
                    <a:pt x="1279" y="2"/>
                  </a:lnTo>
                  <a:lnTo>
                    <a:pt x="1279" y="43"/>
                  </a:lnTo>
                  <a:lnTo>
                    <a:pt x="1280" y="21"/>
                  </a:lnTo>
                  <a:lnTo>
                    <a:pt x="1280" y="21"/>
                  </a:lnTo>
                  <a:lnTo>
                    <a:pt x="1280" y="22"/>
                  </a:lnTo>
                  <a:lnTo>
                    <a:pt x="1281" y="1"/>
                  </a:lnTo>
                  <a:lnTo>
                    <a:pt x="1282" y="3"/>
                  </a:lnTo>
                  <a:lnTo>
                    <a:pt x="1282" y="3"/>
                  </a:lnTo>
                  <a:lnTo>
                    <a:pt x="1283" y="3"/>
                  </a:lnTo>
                  <a:lnTo>
                    <a:pt x="1284" y="17"/>
                  </a:lnTo>
                  <a:lnTo>
                    <a:pt x="1284" y="16"/>
                  </a:lnTo>
                  <a:lnTo>
                    <a:pt x="1284" y="16"/>
                  </a:lnTo>
                  <a:lnTo>
                    <a:pt x="1284" y="16"/>
                  </a:lnTo>
                  <a:lnTo>
                    <a:pt x="1285" y="221"/>
                  </a:lnTo>
                  <a:lnTo>
                    <a:pt x="1286" y="218"/>
                  </a:lnTo>
                  <a:lnTo>
                    <a:pt x="1286" y="218"/>
                  </a:lnTo>
                  <a:lnTo>
                    <a:pt x="1286" y="218"/>
                  </a:lnTo>
                  <a:lnTo>
                    <a:pt x="1288" y="27"/>
                  </a:lnTo>
                  <a:lnTo>
                    <a:pt x="1288" y="27"/>
                  </a:lnTo>
                  <a:lnTo>
                    <a:pt x="1288" y="27"/>
                  </a:lnTo>
                  <a:lnTo>
                    <a:pt x="1289" y="26"/>
                  </a:lnTo>
                  <a:lnTo>
                    <a:pt x="1290" y="30"/>
                  </a:lnTo>
                  <a:lnTo>
                    <a:pt x="1290" y="30"/>
                  </a:lnTo>
                  <a:lnTo>
                    <a:pt x="1290" y="30"/>
                  </a:lnTo>
                  <a:lnTo>
                    <a:pt x="1290" y="30"/>
                  </a:lnTo>
                  <a:lnTo>
                    <a:pt x="1292" y="123"/>
                  </a:lnTo>
                  <a:lnTo>
                    <a:pt x="1292" y="122"/>
                  </a:lnTo>
                  <a:lnTo>
                    <a:pt x="1292" y="122"/>
                  </a:lnTo>
                  <a:lnTo>
                    <a:pt x="1293" y="218"/>
                  </a:lnTo>
                  <a:lnTo>
                    <a:pt x="1294" y="111"/>
                  </a:lnTo>
                  <a:lnTo>
                    <a:pt x="1294" y="112"/>
                  </a:lnTo>
                  <a:lnTo>
                    <a:pt x="1294" y="112"/>
                  </a:lnTo>
                  <a:lnTo>
                    <a:pt x="1296" y="111"/>
                  </a:lnTo>
                  <a:lnTo>
                    <a:pt x="1296" y="212"/>
                  </a:lnTo>
                  <a:lnTo>
                    <a:pt x="1296" y="212"/>
                  </a:lnTo>
                  <a:lnTo>
                    <a:pt x="1296" y="212"/>
                  </a:lnTo>
                  <a:lnTo>
                    <a:pt x="1297" y="213"/>
                  </a:lnTo>
                  <a:lnTo>
                    <a:pt x="1297" y="211"/>
                  </a:lnTo>
                  <a:lnTo>
                    <a:pt x="1298" y="212"/>
                  </a:lnTo>
                  <a:lnTo>
                    <a:pt x="1298" y="212"/>
                  </a:lnTo>
                  <a:lnTo>
                    <a:pt x="1299" y="211"/>
                  </a:lnTo>
                  <a:lnTo>
                    <a:pt x="1300" y="214"/>
                  </a:lnTo>
                  <a:lnTo>
                    <a:pt x="1300" y="213"/>
                  </a:lnTo>
                  <a:lnTo>
                    <a:pt x="1300" y="213"/>
                  </a:lnTo>
                  <a:lnTo>
                    <a:pt x="1300" y="212"/>
                  </a:lnTo>
                  <a:lnTo>
                    <a:pt x="1301" y="240"/>
                  </a:lnTo>
                  <a:lnTo>
                    <a:pt x="1302" y="214"/>
                  </a:lnTo>
                  <a:lnTo>
                    <a:pt x="1302" y="214"/>
                  </a:lnTo>
                  <a:lnTo>
                    <a:pt x="1303" y="216"/>
                  </a:lnTo>
                  <a:lnTo>
                    <a:pt x="1303" y="213"/>
                  </a:lnTo>
                  <a:lnTo>
                    <a:pt x="1304" y="215"/>
                  </a:lnTo>
                  <a:lnTo>
                    <a:pt x="1304" y="215"/>
                  </a:lnTo>
                  <a:lnTo>
                    <a:pt x="1305" y="213"/>
                  </a:lnTo>
                  <a:lnTo>
                    <a:pt x="1306" y="216"/>
                  </a:lnTo>
                  <a:lnTo>
                    <a:pt x="1306" y="214"/>
                  </a:lnTo>
                  <a:lnTo>
                    <a:pt x="1306" y="214"/>
                  </a:lnTo>
                  <a:lnTo>
                    <a:pt x="1307" y="214"/>
                  </a:lnTo>
                  <a:lnTo>
                    <a:pt x="1308" y="236"/>
                  </a:lnTo>
                  <a:lnTo>
                    <a:pt x="1308" y="228"/>
                  </a:lnTo>
                  <a:lnTo>
                    <a:pt x="1308" y="228"/>
                  </a:lnTo>
                  <a:lnTo>
                    <a:pt x="1308" y="228"/>
                  </a:lnTo>
                  <a:lnTo>
                    <a:pt x="1309" y="212"/>
                  </a:lnTo>
                  <a:lnTo>
                    <a:pt x="1310" y="214"/>
                  </a:lnTo>
                  <a:lnTo>
                    <a:pt x="1310" y="214"/>
                  </a:lnTo>
                  <a:lnTo>
                    <a:pt x="1311" y="212"/>
                  </a:lnTo>
                  <a:lnTo>
                    <a:pt x="1312" y="215"/>
                  </a:lnTo>
                  <a:lnTo>
                    <a:pt x="1312" y="214"/>
                  </a:lnTo>
                  <a:lnTo>
                    <a:pt x="1312" y="214"/>
                  </a:lnTo>
                  <a:lnTo>
                    <a:pt x="1312" y="213"/>
                  </a:lnTo>
                  <a:lnTo>
                    <a:pt x="1314" y="219"/>
                  </a:lnTo>
                  <a:lnTo>
                    <a:pt x="1314" y="218"/>
                  </a:lnTo>
                  <a:lnTo>
                    <a:pt x="1314" y="218"/>
                  </a:lnTo>
                  <a:lnTo>
                    <a:pt x="1314" y="219"/>
                  </a:lnTo>
                  <a:lnTo>
                    <a:pt x="1316" y="213"/>
                  </a:lnTo>
                  <a:lnTo>
                    <a:pt x="1316" y="215"/>
                  </a:lnTo>
                  <a:lnTo>
                    <a:pt x="1316" y="215"/>
                  </a:lnTo>
                  <a:lnTo>
                    <a:pt x="1317" y="214"/>
                  </a:lnTo>
                  <a:lnTo>
                    <a:pt x="1318" y="216"/>
                  </a:lnTo>
                  <a:lnTo>
                    <a:pt x="1318" y="215"/>
                  </a:lnTo>
                  <a:lnTo>
                    <a:pt x="1318" y="214"/>
                  </a:lnTo>
                  <a:lnTo>
                    <a:pt x="1318" y="214"/>
                  </a:lnTo>
                  <a:lnTo>
                    <a:pt x="1319" y="216"/>
                  </a:lnTo>
                  <a:lnTo>
                    <a:pt x="1320" y="215"/>
                  </a:lnTo>
                  <a:lnTo>
                    <a:pt x="1320" y="215"/>
                  </a:lnTo>
                  <a:lnTo>
                    <a:pt x="1321" y="216"/>
                  </a:lnTo>
                  <a:lnTo>
                    <a:pt x="1321" y="214"/>
                  </a:lnTo>
                  <a:lnTo>
                    <a:pt x="1322" y="215"/>
                  </a:lnTo>
                  <a:lnTo>
                    <a:pt x="1322" y="215"/>
                  </a:lnTo>
                  <a:lnTo>
                    <a:pt x="1324" y="217"/>
                  </a:lnTo>
                  <a:lnTo>
                    <a:pt x="1324" y="2"/>
                  </a:lnTo>
                  <a:lnTo>
                    <a:pt x="1324" y="2"/>
                  </a:lnTo>
                  <a:lnTo>
                    <a:pt x="1324" y="2"/>
                  </a:lnTo>
                  <a:lnTo>
                    <a:pt x="1324" y="2"/>
                  </a:lnTo>
                  <a:lnTo>
                    <a:pt x="1326" y="16"/>
                  </a:lnTo>
                  <a:lnTo>
                    <a:pt x="1326" y="4"/>
                  </a:lnTo>
                  <a:lnTo>
                    <a:pt x="1326" y="4"/>
                  </a:lnTo>
                  <a:lnTo>
                    <a:pt x="1326" y="4"/>
                  </a:lnTo>
                  <a:lnTo>
                    <a:pt x="1327" y="1"/>
                  </a:lnTo>
                  <a:lnTo>
                    <a:pt x="1328" y="3"/>
                  </a:lnTo>
                  <a:lnTo>
                    <a:pt x="1328" y="3"/>
                  </a:lnTo>
                  <a:lnTo>
                    <a:pt x="1329" y="2"/>
                  </a:lnTo>
                  <a:lnTo>
                    <a:pt x="1330" y="127"/>
                  </a:lnTo>
                  <a:lnTo>
                    <a:pt x="1330" y="127"/>
                  </a:lnTo>
                  <a:lnTo>
                    <a:pt x="1330" y="127"/>
                  </a:lnTo>
                  <a:lnTo>
                    <a:pt x="1332" y="112"/>
                  </a:lnTo>
                  <a:lnTo>
                    <a:pt x="1332" y="205"/>
                  </a:lnTo>
                  <a:lnTo>
                    <a:pt x="1332" y="174"/>
                  </a:lnTo>
                  <a:lnTo>
                    <a:pt x="1332" y="174"/>
                  </a:lnTo>
                  <a:lnTo>
                    <a:pt x="1332" y="174"/>
                  </a:lnTo>
                  <a:lnTo>
                    <a:pt x="1333" y="119"/>
                  </a:lnTo>
                  <a:lnTo>
                    <a:pt x="1334" y="121"/>
                  </a:lnTo>
                  <a:lnTo>
                    <a:pt x="1334" y="122"/>
                  </a:lnTo>
                  <a:lnTo>
                    <a:pt x="1334" y="122"/>
                  </a:lnTo>
                  <a:lnTo>
                    <a:pt x="1335" y="24"/>
                  </a:lnTo>
                  <a:lnTo>
                    <a:pt x="1336" y="32"/>
                  </a:lnTo>
                  <a:lnTo>
                    <a:pt x="1336" y="32"/>
                  </a:lnTo>
                  <a:lnTo>
                    <a:pt x="1336" y="31"/>
                  </a:lnTo>
                  <a:lnTo>
                    <a:pt x="1338" y="122"/>
                  </a:lnTo>
                  <a:lnTo>
                    <a:pt x="1338" y="121"/>
                  </a:lnTo>
                  <a:lnTo>
                    <a:pt x="1338" y="121"/>
                  </a:lnTo>
                  <a:lnTo>
                    <a:pt x="1339" y="119"/>
                  </a:lnTo>
                  <a:lnTo>
                    <a:pt x="1340" y="218"/>
                  </a:lnTo>
                  <a:lnTo>
                    <a:pt x="1340" y="217"/>
                  </a:lnTo>
                  <a:lnTo>
                    <a:pt x="1340" y="217"/>
                  </a:lnTo>
                  <a:lnTo>
                    <a:pt x="1340" y="217"/>
                  </a:lnTo>
                  <a:lnTo>
                    <a:pt x="1342" y="103"/>
                  </a:lnTo>
                  <a:lnTo>
                    <a:pt x="1342" y="113"/>
                  </a:lnTo>
                  <a:lnTo>
                    <a:pt x="1342" y="113"/>
                  </a:lnTo>
                  <a:lnTo>
                    <a:pt x="1342" y="112"/>
                  </a:lnTo>
                  <a:lnTo>
                    <a:pt x="1344" y="116"/>
                  </a:lnTo>
                  <a:lnTo>
                    <a:pt x="1344" y="115"/>
                  </a:lnTo>
                  <a:lnTo>
                    <a:pt x="1344" y="115"/>
                  </a:lnTo>
                  <a:lnTo>
                    <a:pt x="1345" y="113"/>
                  </a:lnTo>
                  <a:lnTo>
                    <a:pt x="1346" y="119"/>
                  </a:lnTo>
                  <a:lnTo>
                    <a:pt x="1346" y="116"/>
                  </a:lnTo>
                  <a:lnTo>
                    <a:pt x="1346" y="116"/>
                  </a:lnTo>
                  <a:lnTo>
                    <a:pt x="1347" y="114"/>
                  </a:lnTo>
                  <a:lnTo>
                    <a:pt x="1348" y="117"/>
                  </a:lnTo>
                  <a:lnTo>
                    <a:pt x="1348" y="115"/>
                  </a:lnTo>
                  <a:lnTo>
                    <a:pt x="1348" y="115"/>
                  </a:lnTo>
                  <a:lnTo>
                    <a:pt x="1348" y="114"/>
                  </a:lnTo>
                  <a:lnTo>
                    <a:pt x="1349" y="117"/>
                  </a:lnTo>
                  <a:lnTo>
                    <a:pt x="1350" y="116"/>
                  </a:lnTo>
                  <a:lnTo>
                    <a:pt x="1350" y="116"/>
                  </a:lnTo>
                  <a:lnTo>
                    <a:pt x="1352" y="115"/>
                  </a:lnTo>
                  <a:lnTo>
                    <a:pt x="1352" y="118"/>
                  </a:lnTo>
                  <a:lnTo>
                    <a:pt x="1352" y="118"/>
                  </a:lnTo>
                  <a:lnTo>
                    <a:pt x="1352" y="117"/>
                  </a:lnTo>
                  <a:lnTo>
                    <a:pt x="1353" y="115"/>
                  </a:lnTo>
                  <a:lnTo>
                    <a:pt x="1354" y="119"/>
                  </a:lnTo>
                  <a:lnTo>
                    <a:pt x="1355" y="115"/>
                  </a:lnTo>
                  <a:lnTo>
                    <a:pt x="1355" y="115"/>
                  </a:lnTo>
                  <a:lnTo>
                    <a:pt x="1355" y="115"/>
                  </a:lnTo>
                  <a:lnTo>
                    <a:pt x="1355" y="150"/>
                  </a:lnTo>
                  <a:lnTo>
                    <a:pt x="1356" y="121"/>
                  </a:lnTo>
                  <a:lnTo>
                    <a:pt x="1356" y="121"/>
                  </a:lnTo>
                  <a:lnTo>
                    <a:pt x="1358" y="114"/>
                  </a:lnTo>
                  <a:lnTo>
                    <a:pt x="1358" y="118"/>
                  </a:lnTo>
                  <a:lnTo>
                    <a:pt x="1358" y="118"/>
                  </a:lnTo>
                  <a:lnTo>
                    <a:pt x="1359" y="114"/>
                  </a:lnTo>
                  <a:lnTo>
                    <a:pt x="1360" y="118"/>
                  </a:lnTo>
                  <a:lnTo>
                    <a:pt x="1361" y="115"/>
                  </a:lnTo>
                  <a:lnTo>
                    <a:pt x="1361" y="115"/>
                  </a:lnTo>
                  <a:lnTo>
                    <a:pt x="1361" y="114"/>
                  </a:lnTo>
                  <a:lnTo>
                    <a:pt x="1362" y="208"/>
                  </a:lnTo>
                  <a:lnTo>
                    <a:pt x="1362" y="205"/>
                  </a:lnTo>
                  <a:lnTo>
                    <a:pt x="1362" y="205"/>
                  </a:lnTo>
                  <a:lnTo>
                    <a:pt x="1363" y="205"/>
                  </a:lnTo>
                  <a:lnTo>
                    <a:pt x="1364" y="153"/>
                  </a:lnTo>
                  <a:lnTo>
                    <a:pt x="1364" y="153"/>
                  </a:lnTo>
                  <a:lnTo>
                    <a:pt x="1364" y="153"/>
                  </a:lnTo>
                  <a:lnTo>
                    <a:pt x="1366" y="133"/>
                  </a:lnTo>
                  <a:lnTo>
                    <a:pt x="1366" y="155"/>
                  </a:lnTo>
                  <a:lnTo>
                    <a:pt x="1367" y="151"/>
                  </a:lnTo>
                  <a:lnTo>
                    <a:pt x="1367" y="151"/>
                  </a:lnTo>
                  <a:lnTo>
                    <a:pt x="1368" y="152"/>
                  </a:lnTo>
                  <a:lnTo>
                    <a:pt x="1368" y="118"/>
                  </a:lnTo>
                  <a:lnTo>
                    <a:pt x="1368" y="118"/>
                  </a:lnTo>
                  <a:lnTo>
                    <a:pt x="1368" y="118"/>
                  </a:lnTo>
                  <a:lnTo>
                    <a:pt x="1369" y="150"/>
                  </a:lnTo>
                  <a:lnTo>
                    <a:pt x="1370" y="2"/>
                  </a:lnTo>
                  <a:lnTo>
                    <a:pt x="1370" y="2"/>
                  </a:lnTo>
                  <a:lnTo>
                    <a:pt x="1370" y="2"/>
                  </a:lnTo>
                  <a:lnTo>
                    <a:pt x="1371" y="3"/>
                  </a:lnTo>
                  <a:lnTo>
                    <a:pt x="1372" y="1"/>
                  </a:lnTo>
                  <a:lnTo>
                    <a:pt x="1373" y="2"/>
                  </a:lnTo>
                  <a:lnTo>
                    <a:pt x="1373" y="2"/>
                  </a:lnTo>
                  <a:lnTo>
                    <a:pt x="1373" y="1"/>
                  </a:lnTo>
                  <a:lnTo>
                    <a:pt x="1374" y="5"/>
                  </a:lnTo>
                  <a:lnTo>
                    <a:pt x="1374" y="4"/>
                  </a:lnTo>
                  <a:lnTo>
                    <a:pt x="1374" y="4"/>
                  </a:lnTo>
                  <a:lnTo>
                    <a:pt x="1375" y="4"/>
                  </a:lnTo>
                  <a:lnTo>
                    <a:pt x="1376" y="113"/>
                  </a:lnTo>
                  <a:lnTo>
                    <a:pt x="1376" y="113"/>
                  </a:lnTo>
                  <a:lnTo>
                    <a:pt x="1376" y="113"/>
                  </a:lnTo>
                  <a:lnTo>
                    <a:pt x="1377" y="112"/>
                  </a:lnTo>
                  <a:lnTo>
                    <a:pt x="1377" y="144"/>
                  </a:lnTo>
                  <a:lnTo>
                    <a:pt x="1379" y="121"/>
                  </a:lnTo>
                  <a:lnTo>
                    <a:pt x="1379" y="121"/>
                  </a:lnTo>
                  <a:lnTo>
                    <a:pt x="1380" y="126"/>
                  </a:lnTo>
                  <a:lnTo>
                    <a:pt x="1380" y="27"/>
                  </a:lnTo>
                  <a:lnTo>
                    <a:pt x="1380" y="28"/>
                  </a:lnTo>
                  <a:lnTo>
                    <a:pt x="1380" y="28"/>
                  </a:lnTo>
                  <a:lnTo>
                    <a:pt x="1381" y="27"/>
                  </a:lnTo>
                  <a:lnTo>
                    <a:pt x="1382" y="56"/>
                  </a:lnTo>
                  <a:lnTo>
                    <a:pt x="1382" y="49"/>
                  </a:lnTo>
                  <a:lnTo>
                    <a:pt x="1382" y="49"/>
                  </a:lnTo>
                  <a:lnTo>
                    <a:pt x="1383" y="43"/>
                  </a:lnTo>
                  <a:lnTo>
                    <a:pt x="1384" y="217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20"/>
                  </a:lnTo>
                  <a:lnTo>
                    <a:pt x="1386" y="74"/>
                  </a:lnTo>
                  <a:lnTo>
                    <a:pt x="1386" y="74"/>
                  </a:lnTo>
                  <a:lnTo>
                    <a:pt x="1386" y="74"/>
                  </a:lnTo>
                  <a:lnTo>
                    <a:pt x="1387" y="27"/>
                  </a:lnTo>
                  <a:lnTo>
                    <a:pt x="1388" y="165"/>
                  </a:lnTo>
                  <a:lnTo>
                    <a:pt x="1388" y="157"/>
                  </a:lnTo>
                  <a:lnTo>
                    <a:pt x="1388" y="157"/>
                  </a:lnTo>
                  <a:lnTo>
                    <a:pt x="1388" y="157"/>
                  </a:lnTo>
                  <a:lnTo>
                    <a:pt x="1391" y="123"/>
                  </a:lnTo>
                  <a:lnTo>
                    <a:pt x="1391" y="123"/>
                  </a:lnTo>
                  <a:lnTo>
                    <a:pt x="1391" y="123"/>
                  </a:lnTo>
                  <a:lnTo>
                    <a:pt x="1391" y="122"/>
                  </a:lnTo>
                  <a:lnTo>
                    <a:pt x="1391" y="129"/>
                  </a:lnTo>
                  <a:lnTo>
                    <a:pt x="1392" y="126"/>
                  </a:lnTo>
                  <a:lnTo>
                    <a:pt x="1392" y="126"/>
                  </a:lnTo>
                  <a:lnTo>
                    <a:pt x="1394" y="124"/>
                  </a:lnTo>
                  <a:lnTo>
                    <a:pt x="1394" y="129"/>
                  </a:lnTo>
                  <a:lnTo>
                    <a:pt x="1394" y="128"/>
                  </a:lnTo>
                  <a:lnTo>
                    <a:pt x="1394" y="128"/>
                  </a:lnTo>
                  <a:lnTo>
                    <a:pt x="1395" y="125"/>
                  </a:lnTo>
                  <a:lnTo>
                    <a:pt x="1396" y="129"/>
                  </a:lnTo>
                  <a:lnTo>
                    <a:pt x="1397" y="126"/>
                  </a:lnTo>
                  <a:lnTo>
                    <a:pt x="1397" y="126"/>
                  </a:lnTo>
                  <a:lnTo>
                    <a:pt x="1397" y="128"/>
                  </a:lnTo>
                  <a:lnTo>
                    <a:pt x="1398" y="124"/>
                  </a:lnTo>
                  <a:lnTo>
                    <a:pt x="1398" y="126"/>
                  </a:lnTo>
                  <a:lnTo>
                    <a:pt x="1398" y="125"/>
                  </a:lnTo>
                  <a:lnTo>
                    <a:pt x="1399" y="127"/>
                  </a:lnTo>
                  <a:lnTo>
                    <a:pt x="1400" y="123"/>
                  </a:lnTo>
                  <a:lnTo>
                    <a:pt x="1400" y="126"/>
                  </a:lnTo>
                  <a:lnTo>
                    <a:pt x="1400" y="126"/>
                  </a:lnTo>
                  <a:lnTo>
                    <a:pt x="1401" y="124"/>
                  </a:lnTo>
                  <a:lnTo>
                    <a:pt x="1403" y="153"/>
                  </a:lnTo>
                  <a:lnTo>
                    <a:pt x="1403" y="153"/>
                  </a:lnTo>
                  <a:lnTo>
                    <a:pt x="1403" y="153"/>
                  </a:lnTo>
                  <a:lnTo>
                    <a:pt x="1403" y="154"/>
                  </a:lnTo>
                  <a:lnTo>
                    <a:pt x="1404" y="122"/>
                  </a:lnTo>
                  <a:lnTo>
                    <a:pt x="1404" y="125"/>
                  </a:lnTo>
                  <a:lnTo>
                    <a:pt x="1404" y="125"/>
                  </a:lnTo>
                  <a:lnTo>
                    <a:pt x="1405" y="127"/>
                  </a:lnTo>
                  <a:lnTo>
                    <a:pt x="1406" y="120"/>
                  </a:lnTo>
                  <a:lnTo>
                    <a:pt x="1406" y="124"/>
                  </a:lnTo>
                  <a:lnTo>
                    <a:pt x="1406" y="124"/>
                  </a:lnTo>
                  <a:lnTo>
                    <a:pt x="1407" y="120"/>
                  </a:lnTo>
                  <a:lnTo>
                    <a:pt x="1408" y="126"/>
                  </a:lnTo>
                  <a:lnTo>
                    <a:pt x="1409" y="123"/>
                  </a:lnTo>
                  <a:lnTo>
                    <a:pt x="1409" y="123"/>
                  </a:lnTo>
                  <a:lnTo>
                    <a:pt x="1409" y="122"/>
                  </a:lnTo>
                  <a:lnTo>
                    <a:pt x="1409" y="129"/>
                  </a:lnTo>
                  <a:lnTo>
                    <a:pt x="1410" y="126"/>
                  </a:lnTo>
                  <a:lnTo>
                    <a:pt x="1410" y="126"/>
                  </a:lnTo>
                  <a:lnTo>
                    <a:pt x="1411" y="130"/>
                  </a:lnTo>
                  <a:lnTo>
                    <a:pt x="1412" y="125"/>
                  </a:lnTo>
                  <a:lnTo>
                    <a:pt x="1412" y="129"/>
                  </a:lnTo>
                  <a:lnTo>
                    <a:pt x="1412" y="129"/>
                  </a:lnTo>
                  <a:lnTo>
                    <a:pt x="1412" y="129"/>
                  </a:lnTo>
                  <a:lnTo>
                    <a:pt x="1415" y="83"/>
                  </a:lnTo>
                  <a:lnTo>
                    <a:pt x="1415" y="83"/>
                  </a:lnTo>
                  <a:lnTo>
                    <a:pt x="1415" y="83"/>
                  </a:lnTo>
                  <a:lnTo>
                    <a:pt x="1415" y="85"/>
                  </a:lnTo>
                  <a:lnTo>
                    <a:pt x="1416" y="1"/>
                  </a:lnTo>
                  <a:lnTo>
                    <a:pt x="1416" y="1"/>
                  </a:lnTo>
                  <a:lnTo>
                    <a:pt x="1416" y="2"/>
                  </a:lnTo>
                  <a:lnTo>
                    <a:pt x="1417" y="1"/>
                  </a:lnTo>
                  <a:lnTo>
                    <a:pt x="1418" y="3"/>
                  </a:lnTo>
                  <a:lnTo>
                    <a:pt x="1418" y="2"/>
                  </a:lnTo>
                  <a:lnTo>
                    <a:pt x="1418" y="2"/>
                  </a:lnTo>
                  <a:lnTo>
                    <a:pt x="1419" y="0"/>
                  </a:lnTo>
                  <a:lnTo>
                    <a:pt x="1421" y="65"/>
                  </a:lnTo>
                  <a:lnTo>
                    <a:pt x="1421" y="65"/>
                  </a:lnTo>
                  <a:lnTo>
                    <a:pt x="1421" y="65"/>
                  </a:lnTo>
                  <a:lnTo>
                    <a:pt x="1422" y="54"/>
                  </a:lnTo>
                  <a:lnTo>
                    <a:pt x="1422" y="112"/>
                  </a:lnTo>
                  <a:lnTo>
                    <a:pt x="1423" y="111"/>
                  </a:lnTo>
                  <a:lnTo>
                    <a:pt x="1423" y="110"/>
                  </a:lnTo>
                  <a:lnTo>
                    <a:pt x="1423" y="110"/>
                  </a:lnTo>
                  <a:lnTo>
                    <a:pt x="1424" y="117"/>
                  </a:lnTo>
                  <a:lnTo>
                    <a:pt x="1424" y="115"/>
                  </a:lnTo>
                  <a:lnTo>
                    <a:pt x="1424" y="115"/>
                  </a:lnTo>
                  <a:lnTo>
                    <a:pt x="1426" y="169"/>
                  </a:lnTo>
                  <a:lnTo>
                    <a:pt x="1427" y="26"/>
                  </a:lnTo>
                  <a:lnTo>
                    <a:pt x="1427" y="27"/>
                  </a:lnTo>
                  <a:lnTo>
                    <a:pt x="1427" y="26"/>
                  </a:lnTo>
                  <a:lnTo>
                    <a:pt x="1427" y="21"/>
                  </a:lnTo>
                  <a:lnTo>
                    <a:pt x="1428" y="43"/>
                  </a:lnTo>
                  <a:lnTo>
                    <a:pt x="1429" y="34"/>
                  </a:lnTo>
                  <a:lnTo>
                    <a:pt x="1429" y="34"/>
                  </a:lnTo>
                  <a:lnTo>
                    <a:pt x="1429" y="33"/>
                  </a:lnTo>
                  <a:lnTo>
                    <a:pt x="1430" y="120"/>
                  </a:lnTo>
                  <a:lnTo>
                    <a:pt x="1430" y="120"/>
                  </a:lnTo>
                  <a:lnTo>
                    <a:pt x="1430" y="120"/>
                  </a:lnTo>
                  <a:lnTo>
                    <a:pt x="1431" y="220"/>
                  </a:lnTo>
                  <a:lnTo>
                    <a:pt x="1433" y="27"/>
                  </a:lnTo>
                  <a:lnTo>
                    <a:pt x="1433" y="28"/>
                  </a:lnTo>
                  <a:lnTo>
                    <a:pt x="1433" y="28"/>
                  </a:lnTo>
                  <a:lnTo>
                    <a:pt x="1434" y="21"/>
                  </a:lnTo>
                  <a:lnTo>
                    <a:pt x="1435" y="61"/>
                  </a:lnTo>
                  <a:lnTo>
                    <a:pt x="1435" y="31"/>
                  </a:lnTo>
                  <a:lnTo>
                    <a:pt x="1435" y="31"/>
                  </a:lnTo>
                  <a:lnTo>
                    <a:pt x="1435" y="31"/>
                  </a:lnTo>
                  <a:lnTo>
                    <a:pt x="1436" y="23"/>
                  </a:lnTo>
                  <a:lnTo>
                    <a:pt x="1436" y="27"/>
                  </a:lnTo>
                  <a:lnTo>
                    <a:pt x="1436" y="27"/>
                  </a:lnTo>
                  <a:lnTo>
                    <a:pt x="1438" y="23"/>
                  </a:lnTo>
                  <a:lnTo>
                    <a:pt x="1438" y="28"/>
                  </a:lnTo>
                  <a:lnTo>
                    <a:pt x="1439" y="26"/>
                  </a:lnTo>
                  <a:lnTo>
                    <a:pt x="1439" y="26"/>
                  </a:lnTo>
                  <a:lnTo>
                    <a:pt x="1439" y="25"/>
                  </a:lnTo>
                  <a:lnTo>
                    <a:pt x="1439" y="32"/>
                  </a:lnTo>
                  <a:lnTo>
                    <a:pt x="1441" y="27"/>
                  </a:lnTo>
                  <a:lnTo>
                    <a:pt x="1441" y="27"/>
                  </a:lnTo>
                  <a:lnTo>
                    <a:pt x="1441" y="26"/>
                  </a:lnTo>
                  <a:lnTo>
                    <a:pt x="1442" y="32"/>
                  </a:lnTo>
                  <a:lnTo>
                    <a:pt x="1442" y="29"/>
                  </a:lnTo>
                  <a:lnTo>
                    <a:pt x="1442" y="29"/>
                  </a:lnTo>
                  <a:lnTo>
                    <a:pt x="1442" y="29"/>
                  </a:lnTo>
                  <a:lnTo>
                    <a:pt x="1443" y="23"/>
                  </a:lnTo>
                  <a:lnTo>
                    <a:pt x="1445" y="24"/>
                  </a:lnTo>
                  <a:lnTo>
                    <a:pt x="1445" y="24"/>
                  </a:lnTo>
                  <a:lnTo>
                    <a:pt x="1445" y="24"/>
                  </a:lnTo>
                  <a:lnTo>
                    <a:pt x="1447" y="30"/>
                  </a:lnTo>
                  <a:lnTo>
                    <a:pt x="1447" y="29"/>
                  </a:lnTo>
                  <a:lnTo>
                    <a:pt x="1447" y="29"/>
                  </a:lnTo>
                  <a:lnTo>
                    <a:pt x="1448" y="27"/>
                  </a:lnTo>
                  <a:lnTo>
                    <a:pt x="1448" y="33"/>
                  </a:lnTo>
                  <a:lnTo>
                    <a:pt x="1448" y="31"/>
                  </a:lnTo>
                  <a:lnTo>
                    <a:pt x="1448" y="31"/>
                  </a:lnTo>
                  <a:lnTo>
                    <a:pt x="1450" y="33"/>
                  </a:lnTo>
                  <a:lnTo>
                    <a:pt x="1451" y="28"/>
                  </a:lnTo>
                  <a:lnTo>
                    <a:pt x="1451" y="28"/>
                  </a:lnTo>
                  <a:lnTo>
                    <a:pt x="1451" y="28"/>
                  </a:lnTo>
                  <a:lnTo>
                    <a:pt x="1451" y="26"/>
                  </a:lnTo>
                  <a:lnTo>
                    <a:pt x="1451" y="32"/>
                  </a:lnTo>
                  <a:lnTo>
                    <a:pt x="1453" y="29"/>
                  </a:lnTo>
                  <a:lnTo>
                    <a:pt x="1453" y="30"/>
                  </a:lnTo>
                  <a:lnTo>
                    <a:pt x="1453" y="28"/>
                  </a:lnTo>
                  <a:lnTo>
                    <a:pt x="1454" y="32"/>
                  </a:lnTo>
                  <a:lnTo>
                    <a:pt x="1454" y="30"/>
                  </a:lnTo>
                  <a:lnTo>
                    <a:pt x="1454" y="30"/>
                  </a:lnTo>
                  <a:lnTo>
                    <a:pt x="1456" y="27"/>
                  </a:lnTo>
                  <a:lnTo>
                    <a:pt x="1457" y="58"/>
                  </a:lnTo>
                  <a:lnTo>
                    <a:pt x="1457" y="49"/>
                  </a:lnTo>
                  <a:lnTo>
                    <a:pt x="1457" y="49"/>
                  </a:lnTo>
                  <a:lnTo>
                    <a:pt x="1457" y="49"/>
                  </a:lnTo>
                  <a:lnTo>
                    <a:pt x="1458" y="27"/>
                  </a:lnTo>
                  <a:lnTo>
                    <a:pt x="1459" y="29"/>
                  </a:lnTo>
                  <a:lnTo>
                    <a:pt x="1459" y="29"/>
                  </a:lnTo>
                  <a:lnTo>
                    <a:pt x="1459" y="33"/>
                  </a:lnTo>
                  <a:lnTo>
                    <a:pt x="1460" y="26"/>
                  </a:lnTo>
                  <a:lnTo>
                    <a:pt x="1460" y="29"/>
                  </a:lnTo>
                  <a:lnTo>
                    <a:pt x="1460" y="29"/>
                  </a:lnTo>
                  <a:lnTo>
                    <a:pt x="1462" y="30"/>
                  </a:lnTo>
                  <a:lnTo>
                    <a:pt x="1462" y="1"/>
                  </a:lnTo>
                  <a:lnTo>
                    <a:pt x="1463" y="1"/>
                  </a:lnTo>
                  <a:lnTo>
                    <a:pt x="1463" y="2"/>
                  </a:lnTo>
                  <a:lnTo>
                    <a:pt x="1463" y="2"/>
                  </a:lnTo>
                  <a:lnTo>
                    <a:pt x="1464" y="0"/>
                  </a:lnTo>
                  <a:lnTo>
                    <a:pt x="1465" y="1"/>
                  </a:lnTo>
                  <a:lnTo>
                    <a:pt x="1465" y="1"/>
                  </a:lnTo>
                  <a:lnTo>
                    <a:pt x="1465" y="0"/>
                  </a:lnTo>
                  <a:lnTo>
                    <a:pt x="1466" y="3"/>
                  </a:lnTo>
                  <a:lnTo>
                    <a:pt x="1466" y="3"/>
                  </a:lnTo>
                  <a:lnTo>
                    <a:pt x="1466" y="3"/>
                  </a:lnTo>
                  <a:lnTo>
                    <a:pt x="1467" y="2"/>
                  </a:lnTo>
                  <a:lnTo>
                    <a:pt x="1468" y="113"/>
                  </a:lnTo>
                  <a:lnTo>
                    <a:pt x="1469" y="111"/>
                  </a:lnTo>
                  <a:lnTo>
                    <a:pt x="1469" y="112"/>
                  </a:lnTo>
                  <a:lnTo>
                    <a:pt x="1469" y="110"/>
                  </a:lnTo>
                  <a:lnTo>
                    <a:pt x="1471" y="179"/>
                  </a:lnTo>
                  <a:lnTo>
                    <a:pt x="1471" y="179"/>
                  </a:lnTo>
                  <a:lnTo>
                    <a:pt x="1471" y="179"/>
                  </a:lnTo>
                  <a:lnTo>
                    <a:pt x="1471" y="183"/>
                  </a:lnTo>
                  <a:lnTo>
                    <a:pt x="1471" y="114"/>
                  </a:lnTo>
                  <a:lnTo>
                    <a:pt x="1472" y="145"/>
                  </a:lnTo>
                  <a:lnTo>
                    <a:pt x="1472" y="145"/>
                  </a:lnTo>
                  <a:lnTo>
                    <a:pt x="1472" y="145"/>
                  </a:lnTo>
                  <a:lnTo>
                    <a:pt x="1473" y="22"/>
                  </a:lnTo>
                  <a:lnTo>
                    <a:pt x="1475" y="31"/>
                  </a:lnTo>
                  <a:lnTo>
                    <a:pt x="1475" y="31"/>
                  </a:lnTo>
                  <a:lnTo>
                    <a:pt x="1476" y="29"/>
                  </a:lnTo>
                  <a:lnTo>
                    <a:pt x="1476" y="118"/>
                  </a:lnTo>
                  <a:lnTo>
                    <a:pt x="1477" y="118"/>
                  </a:lnTo>
                  <a:lnTo>
                    <a:pt x="1477" y="118"/>
                  </a:lnTo>
                  <a:lnTo>
                    <a:pt x="1477" y="117"/>
                  </a:lnTo>
                  <a:lnTo>
                    <a:pt x="1478" y="221"/>
                  </a:lnTo>
                  <a:lnTo>
                    <a:pt x="1478" y="217"/>
                  </a:lnTo>
                  <a:lnTo>
                    <a:pt x="1478" y="217"/>
                  </a:lnTo>
                  <a:lnTo>
                    <a:pt x="1479" y="217"/>
                  </a:lnTo>
                  <a:lnTo>
                    <a:pt x="1480" y="3"/>
                  </a:lnTo>
                  <a:lnTo>
                    <a:pt x="1481" y="29"/>
                  </a:lnTo>
                  <a:lnTo>
                    <a:pt x="1481" y="29"/>
                  </a:lnTo>
                  <a:lnTo>
                    <a:pt x="1481" y="29"/>
                  </a:lnTo>
                  <a:lnTo>
                    <a:pt x="1481" y="34"/>
                  </a:lnTo>
                  <a:lnTo>
                    <a:pt x="1483" y="32"/>
                  </a:lnTo>
                  <a:lnTo>
                    <a:pt x="1483" y="32"/>
                  </a:lnTo>
                  <a:lnTo>
                    <a:pt x="1483" y="33"/>
                  </a:lnTo>
                  <a:lnTo>
                    <a:pt x="1484" y="29"/>
                  </a:lnTo>
                  <a:lnTo>
                    <a:pt x="1484" y="29"/>
                  </a:lnTo>
                  <a:lnTo>
                    <a:pt x="1484" y="29"/>
                  </a:lnTo>
                  <a:lnTo>
                    <a:pt x="1486" y="32"/>
                  </a:lnTo>
                  <a:lnTo>
                    <a:pt x="1487" y="28"/>
                  </a:lnTo>
                  <a:lnTo>
                    <a:pt x="1487" y="28"/>
                  </a:lnTo>
                  <a:lnTo>
                    <a:pt x="1487" y="28"/>
                  </a:lnTo>
                  <a:lnTo>
                    <a:pt x="1487" y="27"/>
                  </a:lnTo>
                  <a:lnTo>
                    <a:pt x="1489" y="32"/>
                  </a:lnTo>
                  <a:lnTo>
                    <a:pt x="1489" y="32"/>
                  </a:lnTo>
                  <a:lnTo>
                    <a:pt x="1489" y="32"/>
                  </a:lnTo>
                  <a:lnTo>
                    <a:pt x="1489" y="34"/>
                  </a:lnTo>
                  <a:lnTo>
                    <a:pt x="1490" y="30"/>
                  </a:lnTo>
                  <a:lnTo>
                    <a:pt x="1491" y="31"/>
                  </a:lnTo>
                  <a:lnTo>
                    <a:pt x="1491" y="31"/>
                  </a:lnTo>
                  <a:lnTo>
                    <a:pt x="1491" y="29"/>
                  </a:lnTo>
                  <a:lnTo>
                    <a:pt x="1492" y="33"/>
                  </a:lnTo>
                  <a:lnTo>
                    <a:pt x="1493" y="30"/>
                  </a:lnTo>
                  <a:lnTo>
                    <a:pt x="1493" y="30"/>
                  </a:lnTo>
                  <a:lnTo>
                    <a:pt x="1493" y="30"/>
                  </a:lnTo>
                  <a:lnTo>
                    <a:pt x="1494" y="36"/>
                  </a:lnTo>
                  <a:lnTo>
                    <a:pt x="1495" y="33"/>
                  </a:lnTo>
                  <a:lnTo>
                    <a:pt x="1495" y="32"/>
                  </a:lnTo>
                  <a:lnTo>
                    <a:pt x="1495" y="32"/>
                  </a:lnTo>
                  <a:lnTo>
                    <a:pt x="1497" y="121"/>
                  </a:lnTo>
                  <a:lnTo>
                    <a:pt x="1497" y="120"/>
                  </a:lnTo>
                  <a:lnTo>
                    <a:pt x="1497" y="120"/>
                  </a:lnTo>
                  <a:lnTo>
                    <a:pt x="1497" y="117"/>
                  </a:lnTo>
                  <a:lnTo>
                    <a:pt x="1498" y="121"/>
                  </a:lnTo>
                  <a:lnTo>
                    <a:pt x="1499" y="119"/>
                  </a:lnTo>
                  <a:lnTo>
                    <a:pt x="1499" y="119"/>
                  </a:lnTo>
                  <a:lnTo>
                    <a:pt x="1499" y="118"/>
                  </a:lnTo>
                  <a:lnTo>
                    <a:pt x="1500" y="133"/>
                  </a:lnTo>
                  <a:lnTo>
                    <a:pt x="1501" y="132"/>
                  </a:lnTo>
                  <a:lnTo>
                    <a:pt x="1501" y="132"/>
                  </a:lnTo>
                  <a:lnTo>
                    <a:pt x="1501" y="133"/>
                  </a:lnTo>
                  <a:lnTo>
                    <a:pt x="1502" y="117"/>
                  </a:lnTo>
                  <a:lnTo>
                    <a:pt x="1503" y="121"/>
                  </a:lnTo>
                  <a:lnTo>
                    <a:pt x="1503" y="121"/>
                  </a:lnTo>
                  <a:lnTo>
                    <a:pt x="1504" y="118"/>
                  </a:lnTo>
                  <a:lnTo>
                    <a:pt x="1504" y="122"/>
                  </a:lnTo>
                  <a:lnTo>
                    <a:pt x="1505" y="119"/>
                  </a:lnTo>
                  <a:lnTo>
                    <a:pt x="1505" y="119"/>
                  </a:lnTo>
                  <a:lnTo>
                    <a:pt x="1506" y="121"/>
                  </a:lnTo>
                  <a:lnTo>
                    <a:pt x="1507" y="118"/>
                  </a:lnTo>
                  <a:lnTo>
                    <a:pt x="1507" y="119"/>
                  </a:lnTo>
                  <a:lnTo>
                    <a:pt x="1507" y="119"/>
                  </a:lnTo>
                  <a:lnTo>
                    <a:pt x="1507" y="120"/>
                  </a:lnTo>
                  <a:lnTo>
                    <a:pt x="1507" y="1"/>
                  </a:lnTo>
                  <a:lnTo>
                    <a:pt x="1509" y="2"/>
                  </a:lnTo>
                  <a:lnTo>
                    <a:pt x="1509" y="2"/>
                  </a:lnTo>
                  <a:lnTo>
                    <a:pt x="1509" y="0"/>
                  </a:lnTo>
                  <a:lnTo>
                    <a:pt x="1511" y="3"/>
                  </a:lnTo>
                  <a:lnTo>
                    <a:pt x="1511" y="2"/>
                  </a:lnTo>
                  <a:lnTo>
                    <a:pt x="1511" y="2"/>
                  </a:lnTo>
                  <a:lnTo>
                    <a:pt x="1511" y="1"/>
                  </a:lnTo>
                  <a:lnTo>
                    <a:pt x="1513" y="141"/>
                  </a:lnTo>
                  <a:lnTo>
                    <a:pt x="1513" y="140"/>
                  </a:lnTo>
                  <a:lnTo>
                    <a:pt x="1513" y="140"/>
                  </a:lnTo>
                  <a:lnTo>
                    <a:pt x="1513" y="140"/>
                  </a:lnTo>
                  <a:lnTo>
                    <a:pt x="1513" y="112"/>
                  </a:lnTo>
                  <a:lnTo>
                    <a:pt x="1515" y="114"/>
                  </a:lnTo>
                  <a:lnTo>
                    <a:pt x="1515" y="114"/>
                  </a:lnTo>
                  <a:lnTo>
                    <a:pt x="1515" y="112"/>
                  </a:lnTo>
                  <a:lnTo>
                    <a:pt x="1516" y="139"/>
                  </a:lnTo>
                  <a:lnTo>
                    <a:pt x="1517" y="133"/>
                  </a:lnTo>
                  <a:lnTo>
                    <a:pt x="1517" y="133"/>
                  </a:lnTo>
                  <a:lnTo>
                    <a:pt x="1517" y="133"/>
                  </a:lnTo>
                  <a:lnTo>
                    <a:pt x="1518" y="22"/>
                  </a:lnTo>
                  <a:lnTo>
                    <a:pt x="1519" y="27"/>
                  </a:lnTo>
                  <a:lnTo>
                    <a:pt x="1519" y="27"/>
                  </a:lnTo>
                  <a:lnTo>
                    <a:pt x="1519" y="22"/>
                  </a:lnTo>
                  <a:lnTo>
                    <a:pt x="1519" y="29"/>
                  </a:lnTo>
                  <a:lnTo>
                    <a:pt x="1521" y="27"/>
                  </a:lnTo>
                  <a:lnTo>
                    <a:pt x="1521" y="27"/>
                  </a:lnTo>
                  <a:lnTo>
                    <a:pt x="1521" y="26"/>
                  </a:lnTo>
                  <a:lnTo>
                    <a:pt x="1522" y="217"/>
                  </a:lnTo>
                  <a:lnTo>
                    <a:pt x="1523" y="217"/>
                  </a:lnTo>
                  <a:lnTo>
                    <a:pt x="1523" y="217"/>
                  </a:lnTo>
                  <a:lnTo>
                    <a:pt x="1523" y="218"/>
                  </a:lnTo>
                  <a:lnTo>
                    <a:pt x="1525" y="3"/>
                  </a:lnTo>
                  <a:lnTo>
                    <a:pt x="1525" y="4"/>
                  </a:lnTo>
                  <a:lnTo>
                    <a:pt x="1525" y="4"/>
                  </a:lnTo>
                  <a:lnTo>
                    <a:pt x="1525" y="3"/>
                  </a:lnTo>
                  <a:lnTo>
                    <a:pt x="1527" y="125"/>
                  </a:lnTo>
                  <a:lnTo>
                    <a:pt x="1527" y="124"/>
                  </a:lnTo>
                  <a:lnTo>
                    <a:pt x="1527" y="124"/>
                  </a:lnTo>
                  <a:lnTo>
                    <a:pt x="1527" y="123"/>
                  </a:lnTo>
                  <a:lnTo>
                    <a:pt x="1528" y="126"/>
                  </a:lnTo>
                  <a:lnTo>
                    <a:pt x="1529" y="125"/>
                  </a:lnTo>
                  <a:lnTo>
                    <a:pt x="1529" y="125"/>
                  </a:lnTo>
                  <a:lnTo>
                    <a:pt x="1529" y="124"/>
                  </a:lnTo>
                  <a:lnTo>
                    <a:pt x="1530" y="126"/>
                  </a:lnTo>
                  <a:lnTo>
                    <a:pt x="1531" y="125"/>
                  </a:lnTo>
                  <a:lnTo>
                    <a:pt x="1531" y="125"/>
                  </a:lnTo>
                  <a:lnTo>
                    <a:pt x="1532" y="124"/>
                  </a:lnTo>
                  <a:lnTo>
                    <a:pt x="1533" y="128"/>
                  </a:lnTo>
                  <a:lnTo>
                    <a:pt x="1533" y="127"/>
                  </a:lnTo>
                  <a:lnTo>
                    <a:pt x="1533" y="127"/>
                  </a:lnTo>
                  <a:lnTo>
                    <a:pt x="1533" y="124"/>
                  </a:lnTo>
                  <a:lnTo>
                    <a:pt x="1534" y="133"/>
                  </a:lnTo>
                  <a:lnTo>
                    <a:pt x="1535" y="128"/>
                  </a:lnTo>
                  <a:lnTo>
                    <a:pt x="1535" y="128"/>
                  </a:lnTo>
                  <a:lnTo>
                    <a:pt x="1535" y="128"/>
                  </a:lnTo>
                  <a:lnTo>
                    <a:pt x="1537" y="125"/>
                  </a:lnTo>
                  <a:lnTo>
                    <a:pt x="1537" y="126"/>
                  </a:lnTo>
                  <a:lnTo>
                    <a:pt x="1537" y="126"/>
                  </a:lnTo>
                  <a:lnTo>
                    <a:pt x="1538" y="125"/>
                  </a:lnTo>
                  <a:lnTo>
                    <a:pt x="1539" y="129"/>
                  </a:lnTo>
                  <a:lnTo>
                    <a:pt x="1539" y="128"/>
                  </a:lnTo>
                  <a:lnTo>
                    <a:pt x="1539" y="128"/>
                  </a:lnTo>
                  <a:lnTo>
                    <a:pt x="1539" y="128"/>
                  </a:lnTo>
                  <a:lnTo>
                    <a:pt x="1539" y="124"/>
                  </a:lnTo>
                  <a:lnTo>
                    <a:pt x="1541" y="126"/>
                  </a:lnTo>
                  <a:lnTo>
                    <a:pt x="1541" y="126"/>
                  </a:lnTo>
                  <a:lnTo>
                    <a:pt x="1541" y="125"/>
                  </a:lnTo>
                  <a:lnTo>
                    <a:pt x="1543" y="128"/>
                  </a:lnTo>
                  <a:lnTo>
                    <a:pt x="1543" y="127"/>
                  </a:lnTo>
                  <a:lnTo>
                    <a:pt x="1543" y="127"/>
                  </a:lnTo>
                  <a:lnTo>
                    <a:pt x="1543" y="127"/>
                  </a:lnTo>
                  <a:lnTo>
                    <a:pt x="1545" y="155"/>
                  </a:lnTo>
                  <a:lnTo>
                    <a:pt x="1545" y="154"/>
                  </a:lnTo>
                  <a:lnTo>
                    <a:pt x="1545" y="154"/>
                  </a:lnTo>
                  <a:lnTo>
                    <a:pt x="1545" y="154"/>
                  </a:lnTo>
                  <a:lnTo>
                    <a:pt x="1547" y="150"/>
                  </a:lnTo>
                  <a:lnTo>
                    <a:pt x="1547" y="150"/>
                  </a:lnTo>
                  <a:lnTo>
                    <a:pt x="1547" y="151"/>
                  </a:lnTo>
                  <a:lnTo>
                    <a:pt x="1547" y="150"/>
                  </a:lnTo>
                  <a:lnTo>
                    <a:pt x="1548" y="219"/>
                  </a:lnTo>
                  <a:lnTo>
                    <a:pt x="1549" y="208"/>
                  </a:lnTo>
                  <a:lnTo>
                    <a:pt x="1549" y="208"/>
                  </a:lnTo>
                  <a:lnTo>
                    <a:pt x="1549" y="218"/>
                  </a:lnTo>
                  <a:lnTo>
                    <a:pt x="1551" y="137"/>
                  </a:lnTo>
                  <a:lnTo>
                    <a:pt x="1551" y="138"/>
                  </a:lnTo>
                  <a:lnTo>
                    <a:pt x="1551" y="137"/>
                  </a:lnTo>
                  <a:lnTo>
                    <a:pt x="1552" y="136"/>
                  </a:lnTo>
                  <a:lnTo>
                    <a:pt x="1553" y="220"/>
                  </a:lnTo>
                  <a:lnTo>
                    <a:pt x="1553" y="220"/>
                  </a:lnTo>
                  <a:lnTo>
                    <a:pt x="1553" y="220"/>
                  </a:lnTo>
                  <a:lnTo>
                    <a:pt x="1553" y="221"/>
                  </a:lnTo>
                  <a:lnTo>
                    <a:pt x="1554" y="1"/>
                  </a:lnTo>
                  <a:lnTo>
                    <a:pt x="1555" y="2"/>
                  </a:lnTo>
                  <a:lnTo>
                    <a:pt x="1555" y="2"/>
                  </a:lnTo>
                  <a:lnTo>
                    <a:pt x="1555" y="4"/>
                  </a:lnTo>
                  <a:lnTo>
                    <a:pt x="1556" y="1"/>
                  </a:lnTo>
                  <a:lnTo>
                    <a:pt x="1557" y="2"/>
                  </a:lnTo>
                  <a:lnTo>
                    <a:pt x="1557" y="2"/>
                  </a:lnTo>
                  <a:lnTo>
                    <a:pt x="1557" y="1"/>
                  </a:lnTo>
                  <a:lnTo>
                    <a:pt x="1559" y="126"/>
                  </a:lnTo>
                  <a:lnTo>
                    <a:pt x="1559" y="122"/>
                  </a:lnTo>
                  <a:lnTo>
                    <a:pt x="1559" y="122"/>
                  </a:lnTo>
                  <a:lnTo>
                    <a:pt x="1559" y="123"/>
                  </a:lnTo>
                  <a:lnTo>
                    <a:pt x="1560" y="108"/>
                  </a:lnTo>
                  <a:lnTo>
                    <a:pt x="1561" y="114"/>
                  </a:lnTo>
                  <a:lnTo>
                    <a:pt x="1561" y="114"/>
                  </a:lnTo>
                  <a:lnTo>
                    <a:pt x="1561" y="114"/>
                  </a:lnTo>
                  <a:lnTo>
                    <a:pt x="1562" y="149"/>
                  </a:lnTo>
                  <a:lnTo>
                    <a:pt x="1563" y="134"/>
                  </a:lnTo>
                  <a:lnTo>
                    <a:pt x="1563" y="134"/>
                  </a:lnTo>
                  <a:lnTo>
                    <a:pt x="1563" y="134"/>
                  </a:lnTo>
                  <a:lnTo>
                    <a:pt x="1565" y="21"/>
                  </a:lnTo>
                  <a:lnTo>
                    <a:pt x="1565" y="21"/>
                  </a:lnTo>
                  <a:lnTo>
                    <a:pt x="1565" y="22"/>
                  </a:lnTo>
                  <a:lnTo>
                    <a:pt x="1565" y="21"/>
                  </a:lnTo>
                  <a:lnTo>
                    <a:pt x="1567" y="29"/>
                  </a:lnTo>
                  <a:lnTo>
                    <a:pt x="1567" y="29"/>
                  </a:lnTo>
                  <a:lnTo>
                    <a:pt x="1567" y="29"/>
                  </a:lnTo>
                  <a:lnTo>
                    <a:pt x="1567" y="28"/>
                  </a:lnTo>
                  <a:lnTo>
                    <a:pt x="1569" y="124"/>
                  </a:lnTo>
                  <a:lnTo>
                    <a:pt x="1569" y="123"/>
                  </a:lnTo>
                  <a:lnTo>
                    <a:pt x="1569" y="123"/>
                  </a:lnTo>
                  <a:lnTo>
                    <a:pt x="1571" y="217"/>
                  </a:lnTo>
                  <a:lnTo>
                    <a:pt x="1571" y="4"/>
                  </a:lnTo>
                  <a:lnTo>
                    <a:pt x="1571" y="6"/>
                  </a:lnTo>
                  <a:lnTo>
                    <a:pt x="1571" y="5"/>
                  </a:lnTo>
                  <a:lnTo>
                    <a:pt x="1572" y="739"/>
                  </a:lnTo>
                  <a:lnTo>
                    <a:pt x="1572" y="3"/>
                  </a:lnTo>
                  <a:lnTo>
                    <a:pt x="1573" y="215"/>
                  </a:lnTo>
                  <a:lnTo>
                    <a:pt x="1573" y="216"/>
                  </a:lnTo>
                  <a:lnTo>
                    <a:pt x="1574" y="215"/>
                  </a:lnTo>
                  <a:lnTo>
                    <a:pt x="1574" y="739"/>
                  </a:lnTo>
                  <a:lnTo>
                    <a:pt x="1575" y="739"/>
                  </a:lnTo>
                  <a:lnTo>
                    <a:pt x="1575" y="739"/>
                  </a:lnTo>
                  <a:lnTo>
                    <a:pt x="1575" y="739"/>
                  </a:lnTo>
                  <a:lnTo>
                    <a:pt x="1575" y="214"/>
                  </a:lnTo>
                  <a:lnTo>
                    <a:pt x="1577" y="215"/>
                  </a:lnTo>
                  <a:lnTo>
                    <a:pt x="1577" y="215"/>
                  </a:lnTo>
                  <a:lnTo>
                    <a:pt x="1577" y="214"/>
                  </a:lnTo>
                  <a:lnTo>
                    <a:pt x="1578" y="216"/>
                  </a:lnTo>
                  <a:lnTo>
                    <a:pt x="1579" y="216"/>
                  </a:lnTo>
                  <a:lnTo>
                    <a:pt x="1579" y="216"/>
                  </a:lnTo>
                  <a:lnTo>
                    <a:pt x="1579" y="216"/>
                  </a:lnTo>
                  <a:lnTo>
                    <a:pt x="1580" y="214"/>
                  </a:lnTo>
                  <a:lnTo>
                    <a:pt x="1581" y="216"/>
                  </a:lnTo>
                  <a:lnTo>
                    <a:pt x="1581" y="216"/>
                  </a:lnTo>
                  <a:lnTo>
                    <a:pt x="1581" y="216"/>
                  </a:lnTo>
                  <a:lnTo>
                    <a:pt x="1581" y="214"/>
                  </a:lnTo>
                  <a:lnTo>
                    <a:pt x="1583" y="215"/>
                  </a:lnTo>
                  <a:lnTo>
                    <a:pt x="1583" y="215"/>
                  </a:lnTo>
                  <a:lnTo>
                    <a:pt x="1584" y="216"/>
                  </a:lnTo>
                  <a:lnTo>
                    <a:pt x="1584" y="214"/>
                  </a:lnTo>
                  <a:lnTo>
                    <a:pt x="1585" y="216"/>
                  </a:lnTo>
                  <a:lnTo>
                    <a:pt x="1585" y="216"/>
                  </a:lnTo>
                  <a:lnTo>
                    <a:pt x="1585" y="218"/>
                  </a:lnTo>
                  <a:lnTo>
                    <a:pt x="1586" y="215"/>
                  </a:lnTo>
                  <a:lnTo>
                    <a:pt x="1587" y="215"/>
                  </a:lnTo>
                  <a:lnTo>
                    <a:pt x="1587" y="215"/>
                  </a:lnTo>
                  <a:lnTo>
                    <a:pt x="1587" y="215"/>
                  </a:lnTo>
                  <a:lnTo>
                    <a:pt x="1588" y="217"/>
                  </a:lnTo>
                  <a:lnTo>
                    <a:pt x="1589" y="215"/>
                  </a:lnTo>
                  <a:lnTo>
                    <a:pt x="1589" y="215"/>
                  </a:lnTo>
                  <a:lnTo>
                    <a:pt x="1589" y="215"/>
                  </a:lnTo>
                  <a:lnTo>
                    <a:pt x="1590" y="217"/>
                  </a:lnTo>
                  <a:lnTo>
                    <a:pt x="1591" y="215"/>
                  </a:lnTo>
                  <a:lnTo>
                    <a:pt x="1591" y="215"/>
                  </a:lnTo>
                  <a:lnTo>
                    <a:pt x="1592" y="216"/>
                  </a:lnTo>
                  <a:lnTo>
                    <a:pt x="1592" y="215"/>
                  </a:lnTo>
                  <a:lnTo>
                    <a:pt x="1593" y="215"/>
                  </a:lnTo>
                  <a:lnTo>
                    <a:pt x="1593" y="215"/>
                  </a:lnTo>
                  <a:lnTo>
                    <a:pt x="1593" y="243"/>
                  </a:lnTo>
                  <a:lnTo>
                    <a:pt x="1595" y="214"/>
                  </a:lnTo>
                  <a:lnTo>
                    <a:pt x="1595" y="215"/>
                  </a:lnTo>
                  <a:lnTo>
                    <a:pt x="1595" y="215"/>
                  </a:lnTo>
                  <a:lnTo>
                    <a:pt x="1596" y="214"/>
                  </a:lnTo>
                  <a:lnTo>
                    <a:pt x="1597" y="216"/>
                  </a:lnTo>
                  <a:lnTo>
                    <a:pt x="1597" y="215"/>
                  </a:lnTo>
                  <a:lnTo>
                    <a:pt x="1597" y="215"/>
                  </a:lnTo>
                  <a:lnTo>
                    <a:pt x="1598" y="214"/>
                  </a:lnTo>
                  <a:lnTo>
                    <a:pt x="1598" y="217"/>
                  </a:lnTo>
                  <a:lnTo>
                    <a:pt x="1599" y="215"/>
                  </a:lnTo>
                  <a:lnTo>
                    <a:pt x="1599" y="215"/>
                  </a:lnTo>
                  <a:lnTo>
                    <a:pt x="1599" y="216"/>
                  </a:lnTo>
                  <a:lnTo>
                    <a:pt x="1601" y="1"/>
                  </a:lnTo>
                  <a:lnTo>
                    <a:pt x="1601" y="2"/>
                  </a:lnTo>
                  <a:lnTo>
                    <a:pt x="1601" y="2"/>
                  </a:lnTo>
                  <a:lnTo>
                    <a:pt x="1602" y="0"/>
                  </a:lnTo>
                  <a:lnTo>
                    <a:pt x="1602" y="15"/>
                  </a:lnTo>
                  <a:lnTo>
                    <a:pt x="1603" y="9"/>
                  </a:lnTo>
                  <a:lnTo>
                    <a:pt x="1603" y="10"/>
                  </a:lnTo>
                  <a:lnTo>
                    <a:pt x="1604" y="2"/>
                  </a:lnTo>
                  <a:lnTo>
                    <a:pt x="1605" y="111"/>
                  </a:lnTo>
                  <a:lnTo>
                    <a:pt x="1605" y="110"/>
                  </a:lnTo>
                  <a:lnTo>
                    <a:pt x="1605" y="110"/>
                  </a:lnTo>
                  <a:lnTo>
                    <a:pt x="1605" y="109"/>
                  </a:lnTo>
                  <a:lnTo>
                    <a:pt x="1607" y="204"/>
                  </a:lnTo>
                  <a:lnTo>
                    <a:pt x="1607" y="124"/>
                  </a:lnTo>
                  <a:lnTo>
                    <a:pt x="1607" y="124"/>
                  </a:lnTo>
                  <a:lnTo>
                    <a:pt x="1608" y="114"/>
                  </a:lnTo>
                  <a:lnTo>
                    <a:pt x="1609" y="128"/>
                  </a:lnTo>
                  <a:lnTo>
                    <a:pt x="1609" y="127"/>
                  </a:lnTo>
                  <a:lnTo>
                    <a:pt x="1609" y="127"/>
                  </a:lnTo>
                  <a:lnTo>
                    <a:pt x="1610" y="132"/>
                  </a:lnTo>
                  <a:lnTo>
                    <a:pt x="1610" y="22"/>
                  </a:lnTo>
                  <a:lnTo>
                    <a:pt x="1611" y="25"/>
                  </a:lnTo>
                  <a:lnTo>
                    <a:pt x="1611" y="25"/>
                  </a:lnTo>
                  <a:lnTo>
                    <a:pt x="1611" y="24"/>
                  </a:lnTo>
                  <a:lnTo>
                    <a:pt x="1613" y="122"/>
                  </a:lnTo>
                  <a:lnTo>
                    <a:pt x="1613" y="121"/>
                  </a:lnTo>
                  <a:lnTo>
                    <a:pt x="1613" y="121"/>
                  </a:lnTo>
                  <a:lnTo>
                    <a:pt x="1613" y="120"/>
                  </a:lnTo>
                  <a:lnTo>
                    <a:pt x="1614" y="216"/>
                  </a:lnTo>
                  <a:lnTo>
                    <a:pt x="1615" y="215"/>
                  </a:lnTo>
                  <a:lnTo>
                    <a:pt x="1615" y="215"/>
                  </a:lnTo>
                  <a:lnTo>
                    <a:pt x="1615" y="217"/>
                  </a:lnTo>
                  <a:lnTo>
                    <a:pt x="1616" y="3"/>
                  </a:lnTo>
                  <a:lnTo>
                    <a:pt x="1617" y="3"/>
                  </a:lnTo>
                  <a:lnTo>
                    <a:pt x="1617" y="3"/>
                  </a:lnTo>
                  <a:lnTo>
                    <a:pt x="1617" y="2"/>
                  </a:lnTo>
                  <a:lnTo>
                    <a:pt x="1618" y="5"/>
                  </a:lnTo>
                  <a:lnTo>
                    <a:pt x="1619" y="3"/>
                  </a:lnTo>
                  <a:lnTo>
                    <a:pt x="1619" y="3"/>
                  </a:lnTo>
                  <a:lnTo>
                    <a:pt x="1619" y="3"/>
                  </a:lnTo>
                  <a:lnTo>
                    <a:pt x="1619" y="8"/>
                  </a:lnTo>
                  <a:lnTo>
                    <a:pt x="1621" y="7"/>
                  </a:lnTo>
                  <a:lnTo>
                    <a:pt x="1621" y="7"/>
                  </a:lnTo>
                  <a:lnTo>
                    <a:pt x="1621" y="8"/>
                  </a:lnTo>
                  <a:lnTo>
                    <a:pt x="1622" y="2"/>
                  </a:lnTo>
                  <a:lnTo>
                    <a:pt x="1623" y="3"/>
                  </a:lnTo>
                  <a:lnTo>
                    <a:pt x="1623" y="3"/>
                  </a:lnTo>
                  <a:lnTo>
                    <a:pt x="1624" y="2"/>
                  </a:lnTo>
                  <a:lnTo>
                    <a:pt x="1624" y="4"/>
                  </a:lnTo>
                  <a:lnTo>
                    <a:pt x="1625" y="3"/>
                  </a:lnTo>
                  <a:lnTo>
                    <a:pt x="1625" y="3"/>
                  </a:lnTo>
                  <a:lnTo>
                    <a:pt x="1625" y="2"/>
                  </a:lnTo>
                  <a:lnTo>
                    <a:pt x="1626" y="5"/>
                  </a:lnTo>
                  <a:lnTo>
                    <a:pt x="1627" y="3"/>
                  </a:lnTo>
                  <a:lnTo>
                    <a:pt x="1627" y="4"/>
                  </a:lnTo>
                  <a:lnTo>
                    <a:pt x="1628" y="2"/>
                  </a:lnTo>
                  <a:lnTo>
                    <a:pt x="1629" y="5"/>
                  </a:lnTo>
                  <a:lnTo>
                    <a:pt x="1629" y="3"/>
                  </a:lnTo>
                  <a:lnTo>
                    <a:pt x="1629" y="3"/>
                  </a:lnTo>
                  <a:lnTo>
                    <a:pt x="1630" y="2"/>
                  </a:lnTo>
                  <a:lnTo>
                    <a:pt x="1630" y="4"/>
                  </a:lnTo>
                  <a:lnTo>
                    <a:pt x="1631" y="2"/>
                  </a:lnTo>
                  <a:lnTo>
                    <a:pt x="1631" y="2"/>
                  </a:lnTo>
                  <a:lnTo>
                    <a:pt x="1631" y="2"/>
                  </a:lnTo>
                  <a:lnTo>
                    <a:pt x="1632" y="4"/>
                  </a:lnTo>
                  <a:lnTo>
                    <a:pt x="1633" y="2"/>
                  </a:lnTo>
                  <a:lnTo>
                    <a:pt x="1633" y="2"/>
                  </a:lnTo>
                  <a:lnTo>
                    <a:pt x="1633" y="3"/>
                  </a:lnTo>
                  <a:lnTo>
                    <a:pt x="1634" y="2"/>
                  </a:lnTo>
                  <a:lnTo>
                    <a:pt x="1635" y="2"/>
                  </a:lnTo>
                  <a:lnTo>
                    <a:pt x="1635" y="2"/>
                  </a:lnTo>
                  <a:lnTo>
                    <a:pt x="1635" y="2"/>
                  </a:lnTo>
                  <a:lnTo>
                    <a:pt x="1636" y="3"/>
                  </a:lnTo>
                  <a:lnTo>
                    <a:pt x="1637" y="2"/>
                  </a:lnTo>
                  <a:lnTo>
                    <a:pt x="1637" y="2"/>
                  </a:lnTo>
                  <a:lnTo>
                    <a:pt x="1637" y="1"/>
                  </a:lnTo>
                  <a:lnTo>
                    <a:pt x="1639" y="3"/>
                  </a:lnTo>
                  <a:lnTo>
                    <a:pt x="1639" y="3"/>
                  </a:lnTo>
                  <a:lnTo>
                    <a:pt x="1639" y="3"/>
                  </a:lnTo>
                  <a:lnTo>
                    <a:pt x="1640" y="1"/>
                  </a:lnTo>
                  <a:lnTo>
                    <a:pt x="1641" y="4"/>
                  </a:lnTo>
                  <a:lnTo>
                    <a:pt x="1641" y="4"/>
                  </a:lnTo>
                  <a:lnTo>
                    <a:pt x="1641" y="3"/>
                  </a:lnTo>
                  <a:lnTo>
                    <a:pt x="1642" y="4"/>
                  </a:lnTo>
                  <a:lnTo>
                    <a:pt x="1643" y="2"/>
                  </a:lnTo>
                  <a:lnTo>
                    <a:pt x="1643" y="2"/>
                  </a:lnTo>
                  <a:lnTo>
                    <a:pt x="1643" y="2"/>
                  </a:lnTo>
                  <a:lnTo>
                    <a:pt x="1644" y="4"/>
                  </a:lnTo>
                  <a:lnTo>
                    <a:pt x="1645" y="1"/>
                  </a:lnTo>
                  <a:lnTo>
                    <a:pt x="1645" y="2"/>
                  </a:lnTo>
                  <a:lnTo>
                    <a:pt x="1645" y="2"/>
                  </a:lnTo>
                  <a:lnTo>
                    <a:pt x="1646" y="7"/>
                  </a:lnTo>
                  <a:lnTo>
                    <a:pt x="1646" y="0"/>
                  </a:lnTo>
                  <a:lnTo>
                    <a:pt x="1647" y="4"/>
                  </a:lnTo>
                  <a:lnTo>
                    <a:pt x="1647" y="4"/>
                  </a:lnTo>
                  <a:lnTo>
                    <a:pt x="1648" y="0"/>
                  </a:lnTo>
                  <a:lnTo>
                    <a:pt x="1648" y="5"/>
                  </a:lnTo>
                  <a:lnTo>
                    <a:pt x="1649" y="1"/>
                  </a:lnTo>
                  <a:lnTo>
                    <a:pt x="1649" y="2"/>
                  </a:lnTo>
                  <a:lnTo>
                    <a:pt x="1650" y="1"/>
                  </a:lnTo>
                  <a:lnTo>
                    <a:pt x="1651" y="109"/>
                  </a:lnTo>
                  <a:lnTo>
                    <a:pt x="1651" y="109"/>
                  </a:lnTo>
                  <a:lnTo>
                    <a:pt x="1651" y="109"/>
                  </a:lnTo>
                  <a:lnTo>
                    <a:pt x="1651" y="109"/>
                  </a:lnTo>
                  <a:lnTo>
                    <a:pt x="1653" y="214"/>
                  </a:lnTo>
                  <a:lnTo>
                    <a:pt x="1653" y="214"/>
                  </a:lnTo>
                  <a:lnTo>
                    <a:pt x="1653" y="214"/>
                  </a:lnTo>
                  <a:lnTo>
                    <a:pt x="1654" y="319"/>
                  </a:lnTo>
                  <a:lnTo>
                    <a:pt x="1655" y="116"/>
                  </a:lnTo>
                  <a:lnTo>
                    <a:pt x="1655" y="116"/>
                  </a:lnTo>
                  <a:lnTo>
                    <a:pt x="1655" y="116"/>
                  </a:lnTo>
                  <a:lnTo>
                    <a:pt x="1656" y="118"/>
                  </a:lnTo>
                  <a:lnTo>
                    <a:pt x="1657" y="12"/>
                  </a:lnTo>
                  <a:lnTo>
                    <a:pt x="1657" y="14"/>
                  </a:lnTo>
                  <a:lnTo>
                    <a:pt x="1657" y="14"/>
                  </a:lnTo>
                  <a:lnTo>
                    <a:pt x="1658" y="14"/>
                  </a:lnTo>
                  <a:lnTo>
                    <a:pt x="1659" y="19"/>
                  </a:lnTo>
                  <a:lnTo>
                    <a:pt x="1659" y="18"/>
                  </a:lnTo>
                  <a:lnTo>
                    <a:pt x="1659" y="18"/>
                  </a:lnTo>
                  <a:lnTo>
                    <a:pt x="1661" y="9"/>
                  </a:lnTo>
                  <a:lnTo>
                    <a:pt x="1661" y="112"/>
                  </a:lnTo>
                  <a:lnTo>
                    <a:pt x="1661" y="111"/>
                  </a:lnTo>
                  <a:lnTo>
                    <a:pt x="1661" y="111"/>
                  </a:lnTo>
                  <a:lnTo>
                    <a:pt x="1661" y="111"/>
                  </a:lnTo>
                  <a:lnTo>
                    <a:pt x="1663" y="217"/>
                  </a:lnTo>
                  <a:lnTo>
                    <a:pt x="1663" y="216"/>
                  </a:lnTo>
                  <a:lnTo>
                    <a:pt x="1663" y="216"/>
                  </a:lnTo>
                  <a:lnTo>
                    <a:pt x="1663" y="217"/>
                  </a:lnTo>
                  <a:lnTo>
                    <a:pt x="1665" y="67"/>
                  </a:lnTo>
                  <a:lnTo>
                    <a:pt x="1665" y="68"/>
                  </a:lnTo>
                  <a:lnTo>
                    <a:pt x="1665" y="68"/>
                  </a:lnTo>
                  <a:lnTo>
                    <a:pt x="1665" y="68"/>
                  </a:lnTo>
                  <a:lnTo>
                    <a:pt x="1667" y="2"/>
                  </a:lnTo>
                  <a:lnTo>
                    <a:pt x="1667" y="2"/>
                  </a:lnTo>
                  <a:lnTo>
                    <a:pt x="1667" y="2"/>
                  </a:lnTo>
                  <a:lnTo>
                    <a:pt x="1667" y="2"/>
                  </a:lnTo>
                  <a:lnTo>
                    <a:pt x="1669" y="4"/>
                  </a:lnTo>
                  <a:lnTo>
                    <a:pt x="1669" y="3"/>
                  </a:lnTo>
                  <a:lnTo>
                    <a:pt x="1669" y="3"/>
                  </a:lnTo>
                  <a:lnTo>
                    <a:pt x="1670" y="2"/>
                  </a:lnTo>
                  <a:lnTo>
                    <a:pt x="1671" y="3"/>
                  </a:lnTo>
                  <a:lnTo>
                    <a:pt x="1671" y="3"/>
                  </a:lnTo>
                  <a:lnTo>
                    <a:pt x="1671" y="2"/>
                  </a:lnTo>
                  <a:lnTo>
                    <a:pt x="1671" y="3"/>
                  </a:lnTo>
                  <a:lnTo>
                    <a:pt x="1673" y="1"/>
                  </a:lnTo>
                  <a:lnTo>
                    <a:pt x="1673" y="2"/>
                  </a:lnTo>
                  <a:lnTo>
                    <a:pt x="1673" y="2"/>
                  </a:lnTo>
                  <a:lnTo>
                    <a:pt x="1674" y="3"/>
                  </a:lnTo>
                  <a:lnTo>
                    <a:pt x="1675" y="1"/>
                  </a:lnTo>
                  <a:lnTo>
                    <a:pt x="1675" y="2"/>
                  </a:lnTo>
                  <a:lnTo>
                    <a:pt x="1675" y="2"/>
                  </a:lnTo>
                  <a:lnTo>
                    <a:pt x="1675" y="1"/>
                  </a:lnTo>
                  <a:lnTo>
                    <a:pt x="1677" y="3"/>
                  </a:lnTo>
                  <a:lnTo>
                    <a:pt x="1677" y="2"/>
                  </a:lnTo>
                  <a:lnTo>
                    <a:pt x="1677" y="2"/>
                  </a:lnTo>
                  <a:lnTo>
                    <a:pt x="1678" y="3"/>
                  </a:lnTo>
                  <a:lnTo>
                    <a:pt x="1679" y="1"/>
                  </a:lnTo>
                  <a:lnTo>
                    <a:pt x="1679" y="2"/>
                  </a:lnTo>
                  <a:lnTo>
                    <a:pt x="1679" y="2"/>
                  </a:lnTo>
                  <a:lnTo>
                    <a:pt x="1679" y="1"/>
                  </a:lnTo>
                  <a:lnTo>
                    <a:pt x="1679" y="3"/>
                  </a:lnTo>
                  <a:lnTo>
                    <a:pt x="1681" y="2"/>
                  </a:lnTo>
                  <a:lnTo>
                    <a:pt x="1681" y="2"/>
                  </a:lnTo>
                  <a:lnTo>
                    <a:pt x="1682" y="1"/>
                  </a:lnTo>
                  <a:lnTo>
                    <a:pt x="1682" y="6"/>
                  </a:lnTo>
                  <a:lnTo>
                    <a:pt x="1683" y="2"/>
                  </a:lnTo>
                  <a:lnTo>
                    <a:pt x="1683" y="2"/>
                  </a:lnTo>
                  <a:lnTo>
                    <a:pt x="1684" y="3"/>
                  </a:lnTo>
                  <a:lnTo>
                    <a:pt x="1685" y="1"/>
                  </a:lnTo>
                  <a:lnTo>
                    <a:pt x="1685" y="2"/>
                  </a:lnTo>
                  <a:lnTo>
                    <a:pt x="1685" y="1"/>
                  </a:lnTo>
                  <a:lnTo>
                    <a:pt x="1686" y="2"/>
                  </a:lnTo>
                  <a:lnTo>
                    <a:pt x="1687" y="1"/>
                  </a:lnTo>
                  <a:lnTo>
                    <a:pt x="1687" y="2"/>
                  </a:lnTo>
                  <a:lnTo>
                    <a:pt x="1687" y="2"/>
                  </a:lnTo>
                  <a:lnTo>
                    <a:pt x="1687" y="2"/>
                  </a:lnTo>
                  <a:lnTo>
                    <a:pt x="1688" y="1"/>
                  </a:lnTo>
                  <a:lnTo>
                    <a:pt x="1689" y="1"/>
                  </a:lnTo>
                  <a:lnTo>
                    <a:pt x="1689" y="1"/>
                  </a:lnTo>
                  <a:lnTo>
                    <a:pt x="1689" y="2"/>
                  </a:lnTo>
                  <a:lnTo>
                    <a:pt x="1691" y="0"/>
                  </a:lnTo>
                  <a:lnTo>
                    <a:pt x="1691" y="1"/>
                  </a:lnTo>
                  <a:lnTo>
                    <a:pt x="1691" y="1"/>
                  </a:lnTo>
                  <a:lnTo>
                    <a:pt x="1692" y="0"/>
                  </a:lnTo>
                  <a:lnTo>
                    <a:pt x="1693" y="5"/>
                  </a:lnTo>
                  <a:lnTo>
                    <a:pt x="1693" y="2"/>
                  </a:lnTo>
                  <a:lnTo>
                    <a:pt x="1693" y="2"/>
                  </a:lnTo>
                  <a:lnTo>
                    <a:pt x="1694" y="3"/>
                  </a:lnTo>
                  <a:lnTo>
                    <a:pt x="1694" y="1"/>
                  </a:lnTo>
                  <a:lnTo>
                    <a:pt x="1695" y="1"/>
                  </a:lnTo>
                  <a:lnTo>
                    <a:pt x="1695" y="1"/>
                  </a:lnTo>
                  <a:lnTo>
                    <a:pt x="1695" y="0"/>
                  </a:lnTo>
                  <a:lnTo>
                    <a:pt x="1697" y="111"/>
                  </a:lnTo>
                  <a:lnTo>
                    <a:pt x="1697" y="110"/>
                  </a:lnTo>
                  <a:lnTo>
                    <a:pt x="1697" y="110"/>
                  </a:lnTo>
                  <a:lnTo>
                    <a:pt x="1698" y="109"/>
                  </a:lnTo>
                  <a:lnTo>
                    <a:pt x="1699" y="214"/>
                  </a:lnTo>
                  <a:lnTo>
                    <a:pt x="1699" y="214"/>
                  </a:lnTo>
                  <a:lnTo>
                    <a:pt x="1699" y="214"/>
                  </a:lnTo>
                  <a:lnTo>
                    <a:pt x="1699" y="213"/>
                  </a:lnTo>
                  <a:lnTo>
                    <a:pt x="1701" y="318"/>
                  </a:lnTo>
                  <a:lnTo>
                    <a:pt x="1701" y="296"/>
                  </a:lnTo>
                  <a:lnTo>
                    <a:pt x="1701" y="296"/>
                  </a:lnTo>
                  <a:lnTo>
                    <a:pt x="1701" y="296"/>
                  </a:lnTo>
                  <a:lnTo>
                    <a:pt x="1703" y="14"/>
                  </a:lnTo>
                  <a:lnTo>
                    <a:pt x="1703" y="15"/>
                  </a:lnTo>
                  <a:lnTo>
                    <a:pt x="1703" y="15"/>
                  </a:lnTo>
                  <a:lnTo>
                    <a:pt x="1704" y="12"/>
                  </a:lnTo>
                  <a:lnTo>
                    <a:pt x="1704" y="21"/>
                  </a:lnTo>
                  <a:lnTo>
                    <a:pt x="1705" y="16"/>
                  </a:lnTo>
                  <a:lnTo>
                    <a:pt x="1705" y="16"/>
                  </a:lnTo>
                  <a:lnTo>
                    <a:pt x="1706" y="20"/>
                  </a:lnTo>
                  <a:lnTo>
                    <a:pt x="1706" y="8"/>
                  </a:lnTo>
                  <a:lnTo>
                    <a:pt x="1707" y="10"/>
                  </a:lnTo>
                  <a:lnTo>
                    <a:pt x="1707" y="10"/>
                  </a:lnTo>
                  <a:lnTo>
                    <a:pt x="1707" y="9"/>
                  </a:lnTo>
                  <a:lnTo>
                    <a:pt x="1709" y="217"/>
                  </a:lnTo>
                  <a:lnTo>
                    <a:pt x="1709" y="216"/>
                  </a:lnTo>
                  <a:lnTo>
                    <a:pt x="1709" y="216"/>
                  </a:lnTo>
                  <a:lnTo>
                    <a:pt x="1710" y="217"/>
                  </a:lnTo>
                  <a:lnTo>
                    <a:pt x="1711" y="1"/>
                  </a:lnTo>
                  <a:lnTo>
                    <a:pt x="1711" y="1"/>
                  </a:lnTo>
                  <a:lnTo>
                    <a:pt x="1711" y="2"/>
                  </a:lnTo>
                  <a:lnTo>
                    <a:pt x="1712" y="0"/>
                  </a:lnTo>
                  <a:lnTo>
                    <a:pt x="1713" y="2"/>
                  </a:lnTo>
                  <a:lnTo>
                    <a:pt x="1713" y="1"/>
                  </a:lnTo>
                  <a:lnTo>
                    <a:pt x="1713" y="1"/>
                  </a:lnTo>
                  <a:lnTo>
                    <a:pt x="1714" y="2"/>
                  </a:lnTo>
                  <a:lnTo>
                    <a:pt x="1715" y="0"/>
                  </a:lnTo>
                  <a:lnTo>
                    <a:pt x="1715" y="0"/>
                  </a:lnTo>
                  <a:lnTo>
                    <a:pt x="1715" y="0"/>
                  </a:lnTo>
                  <a:lnTo>
                    <a:pt x="1716" y="2"/>
                  </a:lnTo>
                  <a:lnTo>
                    <a:pt x="1717" y="0"/>
                  </a:lnTo>
                  <a:lnTo>
                    <a:pt x="1717" y="1"/>
                  </a:lnTo>
                  <a:lnTo>
                    <a:pt x="1717" y="1"/>
                  </a:lnTo>
                  <a:lnTo>
                    <a:pt x="1717" y="1"/>
                  </a:lnTo>
                  <a:lnTo>
                    <a:pt x="1719" y="108"/>
                  </a:lnTo>
                  <a:lnTo>
                    <a:pt x="1719" y="108"/>
                  </a:lnTo>
                  <a:lnTo>
                    <a:pt x="1719" y="108"/>
                  </a:lnTo>
                  <a:lnTo>
                    <a:pt x="1720" y="107"/>
                  </a:lnTo>
                  <a:lnTo>
                    <a:pt x="1720" y="109"/>
                  </a:lnTo>
                  <a:lnTo>
                    <a:pt x="1721" y="108"/>
                  </a:lnTo>
                  <a:lnTo>
                    <a:pt x="1721" y="108"/>
                  </a:lnTo>
                  <a:lnTo>
                    <a:pt x="1722" y="109"/>
                  </a:lnTo>
                  <a:lnTo>
                    <a:pt x="1723" y="107"/>
                  </a:lnTo>
                  <a:lnTo>
                    <a:pt x="1723" y="108"/>
                  </a:lnTo>
                  <a:lnTo>
                    <a:pt x="1723" y="108"/>
                  </a:lnTo>
                  <a:lnTo>
                    <a:pt x="1723" y="108"/>
                  </a:lnTo>
                  <a:lnTo>
                    <a:pt x="1724" y="112"/>
                  </a:lnTo>
                  <a:lnTo>
                    <a:pt x="1725" y="109"/>
                  </a:lnTo>
                  <a:lnTo>
                    <a:pt x="1725" y="109"/>
                  </a:lnTo>
                  <a:lnTo>
                    <a:pt x="1726" y="108"/>
                  </a:lnTo>
                  <a:lnTo>
                    <a:pt x="1726" y="110"/>
                  </a:lnTo>
                  <a:lnTo>
                    <a:pt x="1727" y="108"/>
                  </a:lnTo>
                  <a:lnTo>
                    <a:pt x="1727" y="109"/>
                  </a:lnTo>
                  <a:lnTo>
                    <a:pt x="1727" y="109"/>
                  </a:lnTo>
                  <a:lnTo>
                    <a:pt x="1729" y="74"/>
                  </a:lnTo>
                  <a:lnTo>
                    <a:pt x="1729" y="74"/>
                  </a:lnTo>
                  <a:lnTo>
                    <a:pt x="1729" y="74"/>
                  </a:lnTo>
                  <a:lnTo>
                    <a:pt x="1729" y="75"/>
                  </a:lnTo>
                  <a:lnTo>
                    <a:pt x="1731" y="2"/>
                  </a:lnTo>
                  <a:lnTo>
                    <a:pt x="1731" y="3"/>
                  </a:lnTo>
                  <a:lnTo>
                    <a:pt x="1731" y="3"/>
                  </a:lnTo>
                  <a:lnTo>
                    <a:pt x="1731" y="4"/>
                  </a:lnTo>
                  <a:lnTo>
                    <a:pt x="1733" y="1"/>
                  </a:lnTo>
                  <a:lnTo>
                    <a:pt x="1733" y="2"/>
                  </a:lnTo>
                  <a:lnTo>
                    <a:pt x="1733" y="1"/>
                  </a:lnTo>
                  <a:lnTo>
                    <a:pt x="1733" y="1"/>
                  </a:lnTo>
                  <a:lnTo>
                    <a:pt x="1735" y="9"/>
                  </a:lnTo>
                  <a:lnTo>
                    <a:pt x="1735" y="9"/>
                  </a:lnTo>
                  <a:lnTo>
                    <a:pt x="1735" y="8"/>
                  </a:lnTo>
                  <a:lnTo>
                    <a:pt x="1735" y="28"/>
                  </a:lnTo>
                  <a:lnTo>
                    <a:pt x="1736" y="0"/>
                  </a:lnTo>
                  <a:lnTo>
                    <a:pt x="1737" y="1"/>
                  </a:lnTo>
                  <a:lnTo>
                    <a:pt x="1737" y="1"/>
                  </a:lnTo>
                  <a:lnTo>
                    <a:pt x="1737" y="0"/>
                  </a:lnTo>
                  <a:lnTo>
                    <a:pt x="1739" y="112"/>
                  </a:lnTo>
                  <a:lnTo>
                    <a:pt x="1739" y="111"/>
                  </a:lnTo>
                  <a:lnTo>
                    <a:pt x="1739" y="111"/>
                  </a:lnTo>
                  <a:lnTo>
                    <a:pt x="1739" y="111"/>
                  </a:lnTo>
                  <a:lnTo>
                    <a:pt x="1741" y="215"/>
                  </a:lnTo>
                  <a:lnTo>
                    <a:pt x="1741" y="214"/>
                  </a:lnTo>
                  <a:lnTo>
                    <a:pt x="1741" y="214"/>
                  </a:lnTo>
                  <a:lnTo>
                    <a:pt x="1742" y="214"/>
                  </a:lnTo>
                  <a:lnTo>
                    <a:pt x="1742" y="279"/>
                  </a:lnTo>
                  <a:lnTo>
                    <a:pt x="1743" y="257"/>
                  </a:lnTo>
                  <a:lnTo>
                    <a:pt x="1743" y="257"/>
                  </a:lnTo>
                  <a:lnTo>
                    <a:pt x="1743" y="258"/>
                  </a:lnTo>
                  <a:lnTo>
                    <a:pt x="1745" y="14"/>
                  </a:lnTo>
                  <a:lnTo>
                    <a:pt x="1745" y="17"/>
                  </a:lnTo>
                  <a:lnTo>
                    <a:pt x="1745" y="17"/>
                  </a:lnTo>
                  <a:lnTo>
                    <a:pt x="1746" y="21"/>
                  </a:lnTo>
                  <a:lnTo>
                    <a:pt x="1746" y="14"/>
                  </a:lnTo>
                  <a:lnTo>
                    <a:pt x="1747" y="15"/>
                  </a:lnTo>
                  <a:lnTo>
                    <a:pt x="1747" y="15"/>
                  </a:lnTo>
                  <a:lnTo>
                    <a:pt x="1747" y="21"/>
                  </a:lnTo>
                  <a:lnTo>
                    <a:pt x="1749" y="8"/>
                  </a:lnTo>
                  <a:lnTo>
                    <a:pt x="1749" y="11"/>
                  </a:lnTo>
                  <a:lnTo>
                    <a:pt x="1749" y="11"/>
                  </a:lnTo>
                  <a:lnTo>
                    <a:pt x="1749" y="10"/>
                  </a:lnTo>
                  <a:lnTo>
                    <a:pt x="1751" y="198"/>
                  </a:lnTo>
                  <a:lnTo>
                    <a:pt x="1751" y="196"/>
                  </a:lnTo>
                  <a:lnTo>
                    <a:pt x="1751" y="196"/>
                  </a:lnTo>
                  <a:lnTo>
                    <a:pt x="1751" y="196"/>
                  </a:lnTo>
                  <a:lnTo>
                    <a:pt x="1753" y="108"/>
                  </a:lnTo>
                  <a:lnTo>
                    <a:pt x="1753" y="109"/>
                  </a:lnTo>
                  <a:lnTo>
                    <a:pt x="1753" y="109"/>
                  </a:lnTo>
                  <a:lnTo>
                    <a:pt x="1754" y="108"/>
                  </a:lnTo>
                  <a:lnTo>
                    <a:pt x="1755" y="110"/>
                  </a:lnTo>
                  <a:lnTo>
                    <a:pt x="1755" y="109"/>
                  </a:lnTo>
                  <a:lnTo>
                    <a:pt x="1755" y="109"/>
                  </a:lnTo>
                  <a:lnTo>
                    <a:pt x="1756" y="108"/>
                  </a:lnTo>
                  <a:lnTo>
                    <a:pt x="1756" y="110"/>
                  </a:lnTo>
                  <a:lnTo>
                    <a:pt x="1757" y="108"/>
                  </a:lnTo>
                  <a:lnTo>
                    <a:pt x="1757" y="108"/>
                  </a:lnTo>
                  <a:lnTo>
                    <a:pt x="1758" y="108"/>
                  </a:lnTo>
                  <a:lnTo>
                    <a:pt x="1758" y="109"/>
                  </a:lnTo>
                  <a:lnTo>
                    <a:pt x="1759" y="108"/>
                  </a:lnTo>
                  <a:lnTo>
                    <a:pt x="1759" y="109"/>
                  </a:lnTo>
                  <a:lnTo>
                    <a:pt x="1759" y="109"/>
                  </a:lnTo>
                  <a:lnTo>
                    <a:pt x="1760" y="108"/>
                  </a:lnTo>
                  <a:lnTo>
                    <a:pt x="1761" y="109"/>
                  </a:lnTo>
                  <a:lnTo>
                    <a:pt x="1761" y="108"/>
                  </a:lnTo>
                  <a:lnTo>
                    <a:pt x="1761" y="109"/>
                  </a:lnTo>
                  <a:lnTo>
                    <a:pt x="1763" y="108"/>
                  </a:lnTo>
                  <a:lnTo>
                    <a:pt x="1763" y="108"/>
                  </a:lnTo>
                  <a:lnTo>
                    <a:pt x="1763" y="108"/>
                  </a:lnTo>
                  <a:lnTo>
                    <a:pt x="1764" y="109"/>
                  </a:lnTo>
                  <a:lnTo>
                    <a:pt x="1765" y="108"/>
                  </a:lnTo>
                  <a:lnTo>
                    <a:pt x="1765" y="108"/>
                  </a:lnTo>
                  <a:lnTo>
                    <a:pt x="1765" y="108"/>
                  </a:lnTo>
                  <a:lnTo>
                    <a:pt x="1765" y="108"/>
                  </a:lnTo>
                  <a:lnTo>
                    <a:pt x="1767" y="109"/>
                  </a:lnTo>
                  <a:lnTo>
                    <a:pt x="1767" y="109"/>
                  </a:lnTo>
                  <a:lnTo>
                    <a:pt x="1767" y="108"/>
                  </a:lnTo>
                  <a:lnTo>
                    <a:pt x="1767" y="108"/>
                  </a:lnTo>
                  <a:lnTo>
                    <a:pt x="1769" y="178"/>
                  </a:lnTo>
                  <a:lnTo>
                    <a:pt x="1769" y="177"/>
                  </a:lnTo>
                  <a:lnTo>
                    <a:pt x="1769" y="177"/>
                  </a:lnTo>
                  <a:lnTo>
                    <a:pt x="1769" y="178"/>
                  </a:lnTo>
                  <a:lnTo>
                    <a:pt x="1771" y="123"/>
                  </a:lnTo>
                  <a:lnTo>
                    <a:pt x="1771" y="123"/>
                  </a:lnTo>
                  <a:lnTo>
                    <a:pt x="1771" y="123"/>
                  </a:lnTo>
                  <a:lnTo>
                    <a:pt x="1771" y="123"/>
                  </a:lnTo>
                  <a:lnTo>
                    <a:pt x="1772" y="108"/>
                  </a:lnTo>
                  <a:lnTo>
                    <a:pt x="1773" y="108"/>
                  </a:lnTo>
                  <a:lnTo>
                    <a:pt x="1773" y="108"/>
                  </a:lnTo>
                  <a:lnTo>
                    <a:pt x="1773" y="108"/>
                  </a:lnTo>
                  <a:lnTo>
                    <a:pt x="1775" y="110"/>
                  </a:lnTo>
                  <a:lnTo>
                    <a:pt x="1775" y="108"/>
                  </a:lnTo>
                  <a:lnTo>
                    <a:pt x="1775" y="108"/>
                  </a:lnTo>
                  <a:lnTo>
                    <a:pt x="1776" y="108"/>
                  </a:lnTo>
                  <a:lnTo>
                    <a:pt x="1776" y="110"/>
                  </a:lnTo>
                  <a:lnTo>
                    <a:pt x="1777" y="110"/>
                  </a:lnTo>
                  <a:lnTo>
                    <a:pt x="1777" y="110"/>
                  </a:lnTo>
                  <a:lnTo>
                    <a:pt x="1778" y="110"/>
                  </a:lnTo>
                  <a:lnTo>
                    <a:pt x="1778" y="108"/>
                  </a:lnTo>
                  <a:lnTo>
                    <a:pt x="1779" y="109"/>
                  </a:lnTo>
                  <a:lnTo>
                    <a:pt x="1779" y="109"/>
                  </a:lnTo>
                  <a:lnTo>
                    <a:pt x="1779" y="109"/>
                  </a:lnTo>
                  <a:lnTo>
                    <a:pt x="1781" y="3"/>
                  </a:lnTo>
                  <a:lnTo>
                    <a:pt x="1781" y="3"/>
                  </a:lnTo>
                  <a:lnTo>
                    <a:pt x="1781" y="3"/>
                  </a:lnTo>
                  <a:lnTo>
                    <a:pt x="1781" y="4"/>
                  </a:lnTo>
                  <a:lnTo>
                    <a:pt x="1783" y="0"/>
                  </a:lnTo>
                  <a:lnTo>
                    <a:pt x="1783" y="1"/>
                  </a:lnTo>
                  <a:lnTo>
                    <a:pt x="1783" y="1"/>
                  </a:lnTo>
                  <a:lnTo>
                    <a:pt x="1783" y="0"/>
                  </a:lnTo>
                  <a:lnTo>
                    <a:pt x="1785" y="109"/>
                  </a:lnTo>
                  <a:lnTo>
                    <a:pt x="1785" y="108"/>
                  </a:lnTo>
                  <a:lnTo>
                    <a:pt x="1785" y="108"/>
                  </a:lnTo>
                  <a:lnTo>
                    <a:pt x="1785" y="108"/>
                  </a:lnTo>
                  <a:lnTo>
                    <a:pt x="1787" y="214"/>
                  </a:lnTo>
                  <a:lnTo>
                    <a:pt x="1787" y="214"/>
                  </a:lnTo>
                  <a:lnTo>
                    <a:pt x="1787" y="214"/>
                  </a:lnTo>
                  <a:lnTo>
                    <a:pt x="1787" y="213"/>
                  </a:lnTo>
                  <a:lnTo>
                    <a:pt x="1789" y="257"/>
                  </a:lnTo>
                  <a:lnTo>
                    <a:pt x="1789" y="257"/>
                  </a:lnTo>
                  <a:lnTo>
                    <a:pt x="1789" y="257"/>
                  </a:lnTo>
                  <a:lnTo>
                    <a:pt x="1790" y="274"/>
                  </a:lnTo>
                  <a:lnTo>
                    <a:pt x="1790" y="114"/>
                  </a:lnTo>
                  <a:lnTo>
                    <a:pt x="1791" y="118"/>
                  </a:lnTo>
                  <a:lnTo>
                    <a:pt x="1791" y="118"/>
                  </a:lnTo>
                  <a:lnTo>
                    <a:pt x="1791" y="118"/>
                  </a:lnTo>
                  <a:lnTo>
                    <a:pt x="1791" y="14"/>
                  </a:lnTo>
                  <a:lnTo>
                    <a:pt x="1793" y="15"/>
                  </a:lnTo>
                  <a:lnTo>
                    <a:pt x="1793" y="15"/>
                  </a:lnTo>
                  <a:lnTo>
                    <a:pt x="1794" y="23"/>
                  </a:lnTo>
                  <a:lnTo>
                    <a:pt x="1795" y="8"/>
                  </a:lnTo>
                  <a:lnTo>
                    <a:pt x="1795" y="8"/>
                  </a:lnTo>
                  <a:lnTo>
                    <a:pt x="1795" y="9"/>
                  </a:lnTo>
                  <a:lnTo>
                    <a:pt x="1795" y="8"/>
                  </a:lnTo>
                  <a:lnTo>
                    <a:pt x="1797" y="115"/>
                  </a:lnTo>
                  <a:lnTo>
                    <a:pt x="1797" y="115"/>
                  </a:lnTo>
                  <a:lnTo>
                    <a:pt x="1797" y="114"/>
                  </a:lnTo>
                  <a:lnTo>
                    <a:pt x="1797" y="114"/>
                  </a:lnTo>
                  <a:lnTo>
                    <a:pt x="1799" y="215"/>
                  </a:lnTo>
                  <a:lnTo>
                    <a:pt x="1799" y="214"/>
                  </a:lnTo>
                  <a:lnTo>
                    <a:pt x="1799" y="215"/>
                  </a:lnTo>
                  <a:lnTo>
                    <a:pt x="1799" y="214"/>
                  </a:lnTo>
                  <a:lnTo>
                    <a:pt x="1800" y="215"/>
                  </a:lnTo>
                  <a:lnTo>
                    <a:pt x="1801" y="215"/>
                  </a:lnTo>
                  <a:lnTo>
                    <a:pt x="1801" y="215"/>
                  </a:lnTo>
                  <a:lnTo>
                    <a:pt x="1802" y="214"/>
                  </a:lnTo>
                  <a:lnTo>
                    <a:pt x="1803" y="217"/>
                  </a:lnTo>
                  <a:lnTo>
                    <a:pt x="1803" y="216"/>
                  </a:lnTo>
                  <a:lnTo>
                    <a:pt x="1803" y="216"/>
                  </a:lnTo>
                  <a:lnTo>
                    <a:pt x="1803" y="216"/>
                  </a:lnTo>
                  <a:lnTo>
                    <a:pt x="1805" y="214"/>
                  </a:lnTo>
                  <a:lnTo>
                    <a:pt x="1805" y="215"/>
                  </a:lnTo>
                  <a:lnTo>
                    <a:pt x="1805" y="215"/>
                  </a:lnTo>
                  <a:lnTo>
                    <a:pt x="1806" y="214"/>
                  </a:lnTo>
                  <a:lnTo>
                    <a:pt x="1806" y="216"/>
                  </a:lnTo>
                  <a:lnTo>
                    <a:pt x="1807" y="215"/>
                  </a:lnTo>
                  <a:lnTo>
                    <a:pt x="1807" y="215"/>
                  </a:lnTo>
                  <a:lnTo>
                    <a:pt x="1808" y="216"/>
                  </a:lnTo>
                  <a:lnTo>
                    <a:pt x="1808" y="214"/>
                  </a:lnTo>
                  <a:lnTo>
                    <a:pt x="1809" y="215"/>
                  </a:lnTo>
                  <a:lnTo>
                    <a:pt x="1809" y="215"/>
                  </a:lnTo>
                  <a:lnTo>
                    <a:pt x="1811" y="215"/>
                  </a:lnTo>
                  <a:lnTo>
                    <a:pt x="1811" y="214"/>
                  </a:lnTo>
                  <a:lnTo>
                    <a:pt x="1811" y="214"/>
                  </a:lnTo>
                  <a:lnTo>
                    <a:pt x="1811" y="214"/>
                  </a:lnTo>
                  <a:lnTo>
                    <a:pt x="1811" y="214"/>
                  </a:lnTo>
                  <a:lnTo>
                    <a:pt x="1813" y="215"/>
                  </a:lnTo>
                  <a:lnTo>
                    <a:pt x="1813" y="215"/>
                  </a:lnTo>
                  <a:lnTo>
                    <a:pt x="1813" y="214"/>
                  </a:lnTo>
                  <a:lnTo>
                    <a:pt x="1814" y="215"/>
                  </a:lnTo>
                  <a:lnTo>
                    <a:pt x="1815" y="213"/>
                  </a:lnTo>
                  <a:lnTo>
                    <a:pt x="1815" y="215"/>
                  </a:lnTo>
                  <a:lnTo>
                    <a:pt x="1815" y="215"/>
                  </a:lnTo>
                  <a:lnTo>
                    <a:pt x="1817" y="215"/>
                  </a:lnTo>
                  <a:lnTo>
                    <a:pt x="1817" y="213"/>
                  </a:lnTo>
                  <a:lnTo>
                    <a:pt x="1817" y="214"/>
                  </a:lnTo>
                  <a:lnTo>
                    <a:pt x="1817" y="214"/>
                  </a:lnTo>
                  <a:lnTo>
                    <a:pt x="1817" y="213"/>
                  </a:lnTo>
                  <a:lnTo>
                    <a:pt x="1818" y="215"/>
                  </a:lnTo>
                  <a:lnTo>
                    <a:pt x="1819" y="214"/>
                  </a:lnTo>
                  <a:lnTo>
                    <a:pt x="1819" y="214"/>
                  </a:lnTo>
                  <a:lnTo>
                    <a:pt x="1821" y="214"/>
                  </a:lnTo>
                  <a:lnTo>
                    <a:pt x="1821" y="215"/>
                  </a:lnTo>
                  <a:lnTo>
                    <a:pt x="1821" y="214"/>
                  </a:lnTo>
                  <a:lnTo>
                    <a:pt x="1821" y="214"/>
                  </a:lnTo>
                  <a:lnTo>
                    <a:pt x="1821" y="215"/>
                  </a:lnTo>
                  <a:lnTo>
                    <a:pt x="1823" y="213"/>
                  </a:lnTo>
                  <a:lnTo>
                    <a:pt x="1823" y="213"/>
                  </a:lnTo>
                  <a:lnTo>
                    <a:pt x="1823" y="213"/>
                  </a:lnTo>
                  <a:lnTo>
                    <a:pt x="1823" y="213"/>
                  </a:lnTo>
                  <a:lnTo>
                    <a:pt x="1825" y="214"/>
                  </a:lnTo>
                  <a:lnTo>
                    <a:pt x="1825" y="214"/>
                  </a:lnTo>
                  <a:lnTo>
                    <a:pt x="1825" y="214"/>
                  </a:lnTo>
                  <a:lnTo>
                    <a:pt x="1825" y="215"/>
                  </a:lnTo>
                  <a:lnTo>
                    <a:pt x="1827" y="1"/>
                  </a:lnTo>
                  <a:lnTo>
                    <a:pt x="1827" y="2"/>
                  </a:lnTo>
                  <a:lnTo>
                    <a:pt x="1827" y="2"/>
                  </a:lnTo>
                  <a:lnTo>
                    <a:pt x="1828" y="0"/>
                  </a:lnTo>
                  <a:lnTo>
                    <a:pt x="1829" y="139"/>
                  </a:lnTo>
                  <a:lnTo>
                    <a:pt x="1829" y="119"/>
                  </a:lnTo>
                  <a:lnTo>
                    <a:pt x="1829" y="119"/>
                  </a:lnTo>
                  <a:lnTo>
                    <a:pt x="1829" y="120"/>
                  </a:lnTo>
                  <a:lnTo>
                    <a:pt x="1829" y="108"/>
                  </a:lnTo>
                  <a:lnTo>
                    <a:pt x="1831" y="113"/>
                  </a:lnTo>
                  <a:lnTo>
                    <a:pt x="1831" y="113"/>
                  </a:lnTo>
                  <a:lnTo>
                    <a:pt x="1831" y="112"/>
                  </a:lnTo>
                  <a:lnTo>
                    <a:pt x="1833" y="215"/>
                  </a:lnTo>
                  <a:lnTo>
                    <a:pt x="1833" y="215"/>
                  </a:lnTo>
                  <a:lnTo>
                    <a:pt x="1833" y="215"/>
                  </a:lnTo>
                  <a:lnTo>
                    <a:pt x="1834" y="636"/>
                  </a:lnTo>
                  <a:lnTo>
                    <a:pt x="1835" y="116"/>
                  </a:lnTo>
                  <a:lnTo>
                    <a:pt x="1835" y="116"/>
                  </a:lnTo>
                  <a:lnTo>
                    <a:pt x="1835" y="117"/>
                  </a:lnTo>
                  <a:lnTo>
                    <a:pt x="1835" y="117"/>
                  </a:lnTo>
                  <a:lnTo>
                    <a:pt x="1837" y="71"/>
                  </a:lnTo>
                  <a:lnTo>
                    <a:pt x="1837" y="83"/>
                  </a:lnTo>
                  <a:lnTo>
                    <a:pt x="1837" y="83"/>
                  </a:lnTo>
                  <a:lnTo>
                    <a:pt x="1837" y="84"/>
                  </a:lnTo>
                  <a:lnTo>
                    <a:pt x="1839" y="15"/>
                  </a:lnTo>
                  <a:lnTo>
                    <a:pt x="1839" y="16"/>
                  </a:lnTo>
                  <a:lnTo>
                    <a:pt x="1839" y="16"/>
                  </a:lnTo>
                  <a:lnTo>
                    <a:pt x="1840" y="9"/>
                  </a:lnTo>
                  <a:lnTo>
                    <a:pt x="1841" y="115"/>
                  </a:lnTo>
                  <a:lnTo>
                    <a:pt x="1841" y="115"/>
                  </a:lnTo>
                  <a:lnTo>
                    <a:pt x="1841" y="115"/>
                  </a:lnTo>
                  <a:lnTo>
                    <a:pt x="1841" y="114"/>
                  </a:lnTo>
                  <a:lnTo>
                    <a:pt x="1843" y="145"/>
                  </a:lnTo>
                  <a:lnTo>
                    <a:pt x="1843" y="121"/>
                  </a:lnTo>
                  <a:lnTo>
                    <a:pt x="1843" y="121"/>
                  </a:lnTo>
                  <a:lnTo>
                    <a:pt x="1844" y="112"/>
                  </a:lnTo>
                  <a:lnTo>
                    <a:pt x="1844" y="236"/>
                  </a:lnTo>
                  <a:lnTo>
                    <a:pt x="1845" y="169"/>
                  </a:lnTo>
                  <a:lnTo>
                    <a:pt x="1845" y="169"/>
                  </a:lnTo>
                  <a:lnTo>
                    <a:pt x="1846" y="170"/>
                  </a:lnTo>
                  <a:lnTo>
                    <a:pt x="1847" y="123"/>
                  </a:lnTo>
                  <a:lnTo>
                    <a:pt x="1847" y="123"/>
                  </a:lnTo>
                  <a:lnTo>
                    <a:pt x="1847" y="123"/>
                  </a:lnTo>
                  <a:lnTo>
                    <a:pt x="1847" y="123"/>
                  </a:lnTo>
                  <a:lnTo>
                    <a:pt x="1848" y="117"/>
                  </a:lnTo>
                  <a:lnTo>
                    <a:pt x="1849" y="118"/>
                  </a:lnTo>
                  <a:lnTo>
                    <a:pt x="1849" y="118"/>
                  </a:lnTo>
                  <a:lnTo>
                    <a:pt x="1850" y="119"/>
                  </a:lnTo>
                  <a:lnTo>
                    <a:pt x="1851" y="115"/>
                  </a:lnTo>
                  <a:lnTo>
                    <a:pt x="1851" y="116"/>
                  </a:lnTo>
                  <a:lnTo>
                    <a:pt x="1851" y="116"/>
                  </a:lnTo>
                  <a:lnTo>
                    <a:pt x="1852" y="115"/>
                  </a:lnTo>
                  <a:lnTo>
                    <a:pt x="1853" y="214"/>
                  </a:lnTo>
                  <a:lnTo>
                    <a:pt x="1853" y="213"/>
                  </a:lnTo>
                  <a:lnTo>
                    <a:pt x="1853" y="214"/>
                  </a:lnTo>
                  <a:lnTo>
                    <a:pt x="1854" y="213"/>
                  </a:lnTo>
                  <a:lnTo>
                    <a:pt x="1854" y="215"/>
                  </a:lnTo>
                  <a:lnTo>
                    <a:pt x="1855" y="214"/>
                  </a:lnTo>
                  <a:lnTo>
                    <a:pt x="1855" y="214"/>
                  </a:lnTo>
                  <a:lnTo>
                    <a:pt x="1856" y="214"/>
                  </a:lnTo>
                  <a:lnTo>
                    <a:pt x="1857" y="215"/>
                  </a:lnTo>
                  <a:lnTo>
                    <a:pt x="1857" y="214"/>
                  </a:lnTo>
                  <a:lnTo>
                    <a:pt x="1857" y="215"/>
                  </a:lnTo>
                  <a:lnTo>
                    <a:pt x="1858" y="214"/>
                  </a:lnTo>
                  <a:lnTo>
                    <a:pt x="1859" y="215"/>
                  </a:lnTo>
                  <a:lnTo>
                    <a:pt x="1859" y="214"/>
                  </a:lnTo>
                  <a:lnTo>
                    <a:pt x="1859" y="214"/>
                  </a:lnTo>
                  <a:lnTo>
                    <a:pt x="1859" y="214"/>
                  </a:lnTo>
                  <a:lnTo>
                    <a:pt x="1861" y="217"/>
                  </a:lnTo>
                  <a:lnTo>
                    <a:pt x="1861" y="217"/>
                  </a:lnTo>
                  <a:lnTo>
                    <a:pt x="1861" y="217"/>
                  </a:lnTo>
                  <a:lnTo>
                    <a:pt x="1861" y="217"/>
                  </a:lnTo>
                  <a:lnTo>
                    <a:pt x="1863" y="214"/>
                  </a:lnTo>
                  <a:lnTo>
                    <a:pt x="1863" y="215"/>
                  </a:lnTo>
                  <a:lnTo>
                    <a:pt x="1863" y="215"/>
                  </a:lnTo>
                  <a:lnTo>
                    <a:pt x="1864" y="215"/>
                  </a:lnTo>
                  <a:lnTo>
                    <a:pt x="1864" y="214"/>
                  </a:lnTo>
                  <a:lnTo>
                    <a:pt x="1865" y="214"/>
                  </a:lnTo>
                  <a:lnTo>
                    <a:pt x="1865" y="214"/>
                  </a:lnTo>
                  <a:lnTo>
                    <a:pt x="1865" y="213"/>
                  </a:lnTo>
                  <a:lnTo>
                    <a:pt x="1867" y="319"/>
                  </a:lnTo>
                  <a:lnTo>
                    <a:pt x="1867" y="318"/>
                  </a:lnTo>
                  <a:lnTo>
                    <a:pt x="1867" y="318"/>
                  </a:lnTo>
                  <a:lnTo>
                    <a:pt x="1868" y="320"/>
                  </a:lnTo>
                  <a:lnTo>
                    <a:pt x="1869" y="318"/>
                  </a:lnTo>
                  <a:lnTo>
                    <a:pt x="1869" y="318"/>
                  </a:lnTo>
                  <a:lnTo>
                    <a:pt x="1869" y="318"/>
                  </a:lnTo>
                  <a:lnTo>
                    <a:pt x="1870" y="317"/>
                  </a:lnTo>
                  <a:lnTo>
                    <a:pt x="1871" y="319"/>
                  </a:lnTo>
                  <a:lnTo>
                    <a:pt x="1871" y="318"/>
                  </a:lnTo>
                  <a:lnTo>
                    <a:pt x="1871" y="318"/>
                  </a:lnTo>
                  <a:lnTo>
                    <a:pt x="1873" y="319"/>
                  </a:lnTo>
                  <a:lnTo>
                    <a:pt x="1873" y="1"/>
                  </a:lnTo>
                  <a:lnTo>
                    <a:pt x="1873" y="99"/>
                  </a:lnTo>
                  <a:lnTo>
                    <a:pt x="1873" y="99"/>
                  </a:lnTo>
                  <a:lnTo>
                    <a:pt x="1874" y="109"/>
                  </a:lnTo>
                  <a:lnTo>
                    <a:pt x="1874" y="0"/>
                  </a:lnTo>
                  <a:lnTo>
                    <a:pt x="1875" y="1"/>
                  </a:lnTo>
                  <a:lnTo>
                    <a:pt x="1875" y="1"/>
                  </a:lnTo>
                  <a:lnTo>
                    <a:pt x="1876" y="0"/>
                  </a:lnTo>
                  <a:lnTo>
                    <a:pt x="1877" y="114"/>
                  </a:lnTo>
                  <a:lnTo>
                    <a:pt x="1877" y="114"/>
                  </a:lnTo>
                  <a:lnTo>
                    <a:pt x="1877" y="114"/>
                  </a:lnTo>
                  <a:lnTo>
                    <a:pt x="1878" y="113"/>
                  </a:lnTo>
                  <a:lnTo>
                    <a:pt x="1879" y="215"/>
                  </a:lnTo>
                  <a:lnTo>
                    <a:pt x="1879" y="215"/>
                  </a:lnTo>
                  <a:lnTo>
                    <a:pt x="1879" y="215"/>
                  </a:lnTo>
                  <a:lnTo>
                    <a:pt x="1879" y="215"/>
                  </a:lnTo>
                  <a:lnTo>
                    <a:pt x="1881" y="319"/>
                  </a:lnTo>
                  <a:lnTo>
                    <a:pt x="1881" y="317"/>
                  </a:lnTo>
                  <a:lnTo>
                    <a:pt x="1881" y="317"/>
                  </a:lnTo>
                  <a:lnTo>
                    <a:pt x="1881" y="317"/>
                  </a:lnTo>
                  <a:lnTo>
                    <a:pt x="1883" y="80"/>
                  </a:lnTo>
                  <a:lnTo>
                    <a:pt x="1883" y="80"/>
                  </a:lnTo>
                  <a:lnTo>
                    <a:pt x="1883" y="80"/>
                  </a:lnTo>
                  <a:lnTo>
                    <a:pt x="1883" y="80"/>
                  </a:lnTo>
                  <a:lnTo>
                    <a:pt x="1885" y="13"/>
                  </a:lnTo>
                  <a:lnTo>
                    <a:pt x="1885" y="14"/>
                  </a:lnTo>
                  <a:lnTo>
                    <a:pt x="1885" y="14"/>
                  </a:lnTo>
                  <a:lnTo>
                    <a:pt x="1886" y="9"/>
                  </a:lnTo>
                  <a:lnTo>
                    <a:pt x="1887" y="24"/>
                  </a:lnTo>
                  <a:lnTo>
                    <a:pt x="1887" y="24"/>
                  </a:lnTo>
                  <a:lnTo>
                    <a:pt x="1887" y="24"/>
                  </a:lnTo>
                  <a:lnTo>
                    <a:pt x="1888" y="22"/>
                  </a:lnTo>
                  <a:lnTo>
                    <a:pt x="1889" y="143"/>
                  </a:lnTo>
                  <a:lnTo>
                    <a:pt x="1889" y="112"/>
                  </a:lnTo>
                  <a:lnTo>
                    <a:pt x="1889" y="112"/>
                  </a:lnTo>
                  <a:lnTo>
                    <a:pt x="1891" y="112"/>
                  </a:lnTo>
                  <a:lnTo>
                    <a:pt x="1891" y="215"/>
                  </a:lnTo>
                  <a:lnTo>
                    <a:pt x="1891" y="215"/>
                  </a:lnTo>
                  <a:lnTo>
                    <a:pt x="1891" y="214"/>
                  </a:lnTo>
                  <a:lnTo>
                    <a:pt x="1892" y="214"/>
                  </a:lnTo>
                  <a:lnTo>
                    <a:pt x="1893" y="216"/>
                  </a:lnTo>
                  <a:lnTo>
                    <a:pt x="1893" y="216"/>
                  </a:lnTo>
                  <a:lnTo>
                    <a:pt x="1893" y="216"/>
                  </a:lnTo>
                  <a:lnTo>
                    <a:pt x="1893" y="216"/>
                  </a:lnTo>
                  <a:lnTo>
                    <a:pt x="1894" y="214"/>
                  </a:lnTo>
                  <a:lnTo>
                    <a:pt x="1895" y="215"/>
                  </a:lnTo>
                  <a:lnTo>
                    <a:pt x="1895" y="215"/>
                  </a:lnTo>
                  <a:lnTo>
                    <a:pt x="1895" y="214"/>
                  </a:lnTo>
                  <a:lnTo>
                    <a:pt x="1896" y="217"/>
                  </a:lnTo>
                  <a:lnTo>
                    <a:pt x="1897" y="216"/>
                  </a:lnTo>
                  <a:lnTo>
                    <a:pt x="1897" y="216"/>
                  </a:lnTo>
                  <a:lnTo>
                    <a:pt x="1897" y="215"/>
                  </a:lnTo>
                  <a:lnTo>
                    <a:pt x="1899" y="217"/>
                  </a:lnTo>
                  <a:lnTo>
                    <a:pt x="1899" y="217"/>
                  </a:lnTo>
                  <a:lnTo>
                    <a:pt x="1899" y="217"/>
                  </a:lnTo>
                  <a:lnTo>
                    <a:pt x="1900" y="215"/>
                  </a:lnTo>
                  <a:lnTo>
                    <a:pt x="1901" y="217"/>
                  </a:lnTo>
                  <a:lnTo>
                    <a:pt x="1901" y="216"/>
                  </a:lnTo>
                  <a:lnTo>
                    <a:pt x="1901" y="215"/>
                  </a:lnTo>
                  <a:lnTo>
                    <a:pt x="1902" y="217"/>
                  </a:lnTo>
                  <a:lnTo>
                    <a:pt x="1903" y="215"/>
                  </a:lnTo>
                  <a:lnTo>
                    <a:pt x="1903" y="216"/>
                  </a:lnTo>
                  <a:lnTo>
                    <a:pt x="1903" y="216"/>
                  </a:lnTo>
                  <a:lnTo>
                    <a:pt x="1905" y="215"/>
                  </a:lnTo>
                  <a:lnTo>
                    <a:pt x="1905" y="218"/>
                  </a:lnTo>
                  <a:lnTo>
                    <a:pt x="1905" y="218"/>
                  </a:lnTo>
                  <a:lnTo>
                    <a:pt x="1905" y="218"/>
                  </a:lnTo>
                  <a:lnTo>
                    <a:pt x="1906" y="216"/>
                  </a:lnTo>
                  <a:lnTo>
                    <a:pt x="1907" y="218"/>
                  </a:lnTo>
                  <a:lnTo>
                    <a:pt x="1908" y="217"/>
                  </a:lnTo>
                  <a:lnTo>
                    <a:pt x="1908" y="217"/>
                  </a:lnTo>
                  <a:lnTo>
                    <a:pt x="1908" y="220"/>
                  </a:lnTo>
                  <a:lnTo>
                    <a:pt x="1909" y="217"/>
                  </a:lnTo>
                  <a:lnTo>
                    <a:pt x="1909" y="218"/>
                  </a:lnTo>
                  <a:lnTo>
                    <a:pt x="1909" y="218"/>
                  </a:lnTo>
                  <a:lnTo>
                    <a:pt x="1910" y="219"/>
                  </a:lnTo>
                  <a:lnTo>
                    <a:pt x="1911" y="133"/>
                  </a:lnTo>
                  <a:lnTo>
                    <a:pt x="1911" y="133"/>
                  </a:lnTo>
                  <a:lnTo>
                    <a:pt x="1911" y="133"/>
                  </a:lnTo>
                  <a:lnTo>
                    <a:pt x="1912" y="117"/>
                  </a:lnTo>
                  <a:lnTo>
                    <a:pt x="1913" y="136"/>
                  </a:lnTo>
                  <a:lnTo>
                    <a:pt x="1914" y="121"/>
                  </a:lnTo>
                  <a:lnTo>
                    <a:pt x="1914" y="121"/>
                  </a:lnTo>
                  <a:lnTo>
                    <a:pt x="1914" y="126"/>
                  </a:lnTo>
                  <a:lnTo>
                    <a:pt x="1915" y="115"/>
                  </a:lnTo>
                  <a:lnTo>
                    <a:pt x="1915" y="116"/>
                  </a:lnTo>
                  <a:lnTo>
                    <a:pt x="1915" y="116"/>
                  </a:lnTo>
                  <a:lnTo>
                    <a:pt x="1916" y="118"/>
                  </a:lnTo>
                  <a:lnTo>
                    <a:pt x="1917" y="115"/>
                  </a:lnTo>
                  <a:lnTo>
                    <a:pt x="1917" y="117"/>
                  </a:lnTo>
                  <a:lnTo>
                    <a:pt x="1917" y="117"/>
                  </a:lnTo>
                  <a:lnTo>
                    <a:pt x="1918" y="117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1" y="129"/>
                  </a:lnTo>
                  <a:lnTo>
                    <a:pt x="1921" y="128"/>
                  </a:lnTo>
                  <a:lnTo>
                    <a:pt x="1921" y="128"/>
                  </a:lnTo>
                  <a:lnTo>
                    <a:pt x="1921" y="129"/>
                  </a:lnTo>
                  <a:lnTo>
                    <a:pt x="1922" y="108"/>
                  </a:lnTo>
                  <a:lnTo>
                    <a:pt x="1923" y="115"/>
                  </a:lnTo>
                  <a:lnTo>
                    <a:pt x="1923" y="115"/>
                  </a:lnTo>
                  <a:lnTo>
                    <a:pt x="1924" y="115"/>
                  </a:lnTo>
                  <a:lnTo>
                    <a:pt x="1925" y="292"/>
                  </a:lnTo>
                  <a:lnTo>
                    <a:pt x="1926" y="258"/>
                  </a:lnTo>
                  <a:lnTo>
                    <a:pt x="1926" y="258"/>
                  </a:lnTo>
                  <a:lnTo>
                    <a:pt x="1926" y="258"/>
                  </a:lnTo>
                  <a:lnTo>
                    <a:pt x="1927" y="114"/>
                  </a:lnTo>
                  <a:lnTo>
                    <a:pt x="1927" y="116"/>
                  </a:lnTo>
                  <a:lnTo>
                    <a:pt x="1927" y="116"/>
                  </a:lnTo>
                  <a:lnTo>
                    <a:pt x="1928" y="121"/>
                  </a:lnTo>
                  <a:lnTo>
                    <a:pt x="1929" y="17"/>
                  </a:lnTo>
                  <a:lnTo>
                    <a:pt x="1929" y="19"/>
                  </a:lnTo>
                  <a:lnTo>
                    <a:pt x="1929" y="19"/>
                  </a:lnTo>
                  <a:lnTo>
                    <a:pt x="1930" y="13"/>
                  </a:lnTo>
                  <a:lnTo>
                    <a:pt x="1931" y="23"/>
                  </a:lnTo>
                  <a:lnTo>
                    <a:pt x="1932" y="21"/>
                  </a:lnTo>
                  <a:lnTo>
                    <a:pt x="1932" y="21"/>
                  </a:lnTo>
                  <a:lnTo>
                    <a:pt x="1933" y="8"/>
                  </a:lnTo>
                  <a:lnTo>
                    <a:pt x="1933" y="144"/>
                  </a:lnTo>
                  <a:lnTo>
                    <a:pt x="1933" y="144"/>
                  </a:lnTo>
                  <a:lnTo>
                    <a:pt x="1933" y="144"/>
                  </a:lnTo>
                  <a:lnTo>
                    <a:pt x="1933" y="144"/>
                  </a:lnTo>
                  <a:lnTo>
                    <a:pt x="1935" y="112"/>
                  </a:lnTo>
                  <a:lnTo>
                    <a:pt x="1935" y="112"/>
                  </a:lnTo>
                  <a:lnTo>
                    <a:pt x="1935" y="112"/>
                  </a:lnTo>
                  <a:lnTo>
                    <a:pt x="1936" y="112"/>
                  </a:lnTo>
                  <a:lnTo>
                    <a:pt x="1936" y="135"/>
                  </a:lnTo>
                  <a:lnTo>
                    <a:pt x="1938" y="118"/>
                  </a:lnTo>
                  <a:lnTo>
                    <a:pt x="1938" y="118"/>
                  </a:lnTo>
                  <a:lnTo>
                    <a:pt x="1938" y="120"/>
                  </a:lnTo>
                  <a:lnTo>
                    <a:pt x="1939" y="116"/>
                  </a:lnTo>
                  <a:lnTo>
                    <a:pt x="1939" y="119"/>
                  </a:lnTo>
                  <a:lnTo>
                    <a:pt x="1939" y="119"/>
                  </a:lnTo>
                  <a:lnTo>
                    <a:pt x="1940" y="120"/>
                  </a:lnTo>
                  <a:lnTo>
                    <a:pt x="1941" y="115"/>
                  </a:lnTo>
                  <a:lnTo>
                    <a:pt x="1941" y="116"/>
                  </a:lnTo>
                  <a:lnTo>
                    <a:pt x="1941" y="115"/>
                  </a:lnTo>
                  <a:lnTo>
                    <a:pt x="1942" y="114"/>
                  </a:lnTo>
                  <a:lnTo>
                    <a:pt x="1943" y="118"/>
                  </a:lnTo>
                  <a:lnTo>
                    <a:pt x="1944" y="116"/>
                  </a:lnTo>
                  <a:lnTo>
                    <a:pt x="1944" y="116"/>
                  </a:lnTo>
                  <a:lnTo>
                    <a:pt x="1944" y="118"/>
                  </a:lnTo>
                  <a:lnTo>
                    <a:pt x="1945" y="115"/>
                  </a:lnTo>
                  <a:lnTo>
                    <a:pt x="1945" y="117"/>
                  </a:lnTo>
                  <a:lnTo>
                    <a:pt x="1945" y="117"/>
                  </a:lnTo>
                  <a:lnTo>
                    <a:pt x="1946" y="118"/>
                  </a:lnTo>
                  <a:lnTo>
                    <a:pt x="1947" y="115"/>
                  </a:lnTo>
                  <a:lnTo>
                    <a:pt x="1947" y="117"/>
                  </a:lnTo>
                  <a:lnTo>
                    <a:pt x="1947" y="117"/>
                  </a:lnTo>
                  <a:lnTo>
                    <a:pt x="1947" y="117"/>
                  </a:lnTo>
                  <a:lnTo>
                    <a:pt x="1950" y="84"/>
                  </a:lnTo>
                  <a:lnTo>
                    <a:pt x="1950" y="84"/>
                  </a:lnTo>
                  <a:lnTo>
                    <a:pt x="1950" y="84"/>
                  </a:lnTo>
                  <a:lnTo>
                    <a:pt x="1950" y="85"/>
                  </a:lnTo>
                  <a:lnTo>
                    <a:pt x="1951" y="43"/>
                  </a:lnTo>
                  <a:lnTo>
                    <a:pt x="1951" y="43"/>
                  </a:lnTo>
                  <a:lnTo>
                    <a:pt x="1951" y="43"/>
                  </a:lnTo>
                  <a:lnTo>
                    <a:pt x="1953" y="13"/>
                  </a:lnTo>
                  <a:lnTo>
                    <a:pt x="1953" y="118"/>
                  </a:lnTo>
                  <a:lnTo>
                    <a:pt x="1953" y="118"/>
                  </a:lnTo>
                  <a:lnTo>
                    <a:pt x="1953" y="118"/>
                  </a:lnTo>
                  <a:lnTo>
                    <a:pt x="1954" y="115"/>
                  </a:lnTo>
                  <a:lnTo>
                    <a:pt x="1955" y="120"/>
                  </a:lnTo>
                  <a:lnTo>
                    <a:pt x="1956" y="116"/>
                  </a:lnTo>
                  <a:lnTo>
                    <a:pt x="1956" y="116"/>
                  </a:lnTo>
                  <a:lnTo>
                    <a:pt x="1956" y="121"/>
                  </a:lnTo>
                  <a:lnTo>
                    <a:pt x="1957" y="116"/>
                  </a:lnTo>
                  <a:lnTo>
                    <a:pt x="1957" y="118"/>
                  </a:lnTo>
                  <a:lnTo>
                    <a:pt x="1957" y="118"/>
                  </a:lnTo>
                  <a:lnTo>
                    <a:pt x="1957" y="118"/>
                  </a:lnTo>
                  <a:lnTo>
                    <a:pt x="1958" y="170"/>
                  </a:lnTo>
                  <a:lnTo>
                    <a:pt x="1959" y="164"/>
                  </a:lnTo>
                  <a:lnTo>
                    <a:pt x="1959" y="165"/>
                  </a:lnTo>
                  <a:lnTo>
                    <a:pt x="1959" y="165"/>
                  </a:lnTo>
                  <a:lnTo>
                    <a:pt x="1962" y="100"/>
                  </a:lnTo>
                  <a:lnTo>
                    <a:pt x="1962" y="100"/>
                  </a:lnTo>
                  <a:lnTo>
                    <a:pt x="1962" y="100"/>
                  </a:lnTo>
                  <a:lnTo>
                    <a:pt x="1962" y="100"/>
                  </a:lnTo>
                  <a:lnTo>
                    <a:pt x="1963" y="16"/>
                  </a:lnTo>
                  <a:lnTo>
                    <a:pt x="1963" y="17"/>
                  </a:lnTo>
                  <a:lnTo>
                    <a:pt x="1963" y="17"/>
                  </a:lnTo>
                  <a:lnTo>
                    <a:pt x="1964" y="16"/>
                  </a:lnTo>
                  <a:lnTo>
                    <a:pt x="1964" y="109"/>
                  </a:lnTo>
                  <a:lnTo>
                    <a:pt x="1965" y="108"/>
                  </a:lnTo>
                  <a:lnTo>
                    <a:pt x="1965" y="108"/>
                  </a:lnTo>
                  <a:lnTo>
                    <a:pt x="1966" y="0"/>
                  </a:lnTo>
                  <a:lnTo>
                    <a:pt x="1967" y="109"/>
                  </a:lnTo>
                  <a:lnTo>
                    <a:pt x="1968" y="108"/>
                  </a:lnTo>
                  <a:lnTo>
                    <a:pt x="1968" y="108"/>
                  </a:lnTo>
                  <a:lnTo>
                    <a:pt x="1968" y="108"/>
                  </a:lnTo>
                  <a:lnTo>
                    <a:pt x="1969" y="117"/>
                  </a:lnTo>
                  <a:lnTo>
                    <a:pt x="1969" y="116"/>
                  </a:lnTo>
                  <a:lnTo>
                    <a:pt x="1969" y="116"/>
                  </a:lnTo>
                  <a:lnTo>
                    <a:pt x="1969" y="116"/>
                  </a:lnTo>
                  <a:lnTo>
                    <a:pt x="1971" y="217"/>
                  </a:lnTo>
                  <a:lnTo>
                    <a:pt x="1971" y="217"/>
                  </a:lnTo>
                  <a:lnTo>
                    <a:pt x="1971" y="217"/>
                  </a:lnTo>
                  <a:lnTo>
                    <a:pt x="1973" y="217"/>
                  </a:lnTo>
                  <a:lnTo>
                    <a:pt x="1973" y="116"/>
                  </a:lnTo>
                  <a:lnTo>
                    <a:pt x="1974" y="117"/>
                  </a:lnTo>
                  <a:lnTo>
                    <a:pt x="1974" y="117"/>
                  </a:lnTo>
                  <a:lnTo>
                    <a:pt x="1974" y="121"/>
                  </a:lnTo>
                  <a:lnTo>
                    <a:pt x="1976" y="15"/>
                  </a:lnTo>
                  <a:lnTo>
                    <a:pt x="1976" y="18"/>
                  </a:lnTo>
                  <a:lnTo>
                    <a:pt x="1976" y="19"/>
                  </a:lnTo>
                  <a:lnTo>
                    <a:pt x="1976" y="20"/>
                  </a:lnTo>
                  <a:lnTo>
                    <a:pt x="1977" y="12"/>
                  </a:lnTo>
                  <a:lnTo>
                    <a:pt x="1977" y="17"/>
                  </a:lnTo>
                  <a:lnTo>
                    <a:pt x="1977" y="17"/>
                  </a:lnTo>
                  <a:lnTo>
                    <a:pt x="1978" y="7"/>
                  </a:lnTo>
                  <a:lnTo>
                    <a:pt x="1979" y="144"/>
                  </a:lnTo>
                  <a:lnTo>
                    <a:pt x="1980" y="144"/>
                  </a:lnTo>
                  <a:lnTo>
                    <a:pt x="1980" y="144"/>
                  </a:lnTo>
                  <a:lnTo>
                    <a:pt x="1980" y="148"/>
                  </a:lnTo>
                  <a:lnTo>
                    <a:pt x="1981" y="111"/>
                  </a:lnTo>
                  <a:lnTo>
                    <a:pt x="1982" y="112"/>
                  </a:lnTo>
                  <a:lnTo>
                    <a:pt x="1982" y="112"/>
                  </a:lnTo>
                  <a:lnTo>
                    <a:pt x="1982" y="112"/>
                  </a:lnTo>
                  <a:lnTo>
                    <a:pt x="1983" y="14"/>
                  </a:lnTo>
                  <a:lnTo>
                    <a:pt x="1983" y="18"/>
                  </a:lnTo>
                  <a:lnTo>
                    <a:pt x="1983" y="17"/>
                  </a:lnTo>
                  <a:lnTo>
                    <a:pt x="1984" y="18"/>
                  </a:lnTo>
                  <a:lnTo>
                    <a:pt x="1985" y="13"/>
                  </a:lnTo>
                  <a:lnTo>
                    <a:pt x="1986" y="14"/>
                  </a:lnTo>
                  <a:lnTo>
                    <a:pt x="1986" y="14"/>
                  </a:lnTo>
                  <a:lnTo>
                    <a:pt x="1986" y="13"/>
                  </a:lnTo>
                  <a:lnTo>
                    <a:pt x="1986" y="22"/>
                  </a:lnTo>
                  <a:lnTo>
                    <a:pt x="1988" y="18"/>
                  </a:lnTo>
                  <a:lnTo>
                    <a:pt x="1988" y="18"/>
                  </a:lnTo>
                  <a:lnTo>
                    <a:pt x="1988" y="18"/>
                  </a:lnTo>
                  <a:lnTo>
                    <a:pt x="1989" y="14"/>
                  </a:lnTo>
                  <a:lnTo>
                    <a:pt x="1989" y="16"/>
                  </a:lnTo>
                  <a:lnTo>
                    <a:pt x="1989" y="16"/>
                  </a:lnTo>
                  <a:lnTo>
                    <a:pt x="1991" y="13"/>
                  </a:lnTo>
                  <a:lnTo>
                    <a:pt x="1991" y="17"/>
                  </a:lnTo>
                  <a:lnTo>
                    <a:pt x="1992" y="14"/>
                  </a:lnTo>
                  <a:lnTo>
                    <a:pt x="1992" y="14"/>
                  </a:lnTo>
                  <a:lnTo>
                    <a:pt x="1992" y="17"/>
                  </a:lnTo>
                  <a:lnTo>
                    <a:pt x="1993" y="13"/>
                  </a:lnTo>
                  <a:lnTo>
                    <a:pt x="1994" y="15"/>
                  </a:lnTo>
                  <a:lnTo>
                    <a:pt x="1994" y="15"/>
                  </a:lnTo>
                  <a:lnTo>
                    <a:pt x="1994" y="20"/>
                  </a:lnTo>
                  <a:lnTo>
                    <a:pt x="1995" y="14"/>
                  </a:lnTo>
                  <a:lnTo>
                    <a:pt x="1995" y="15"/>
                  </a:lnTo>
                  <a:lnTo>
                    <a:pt x="1995" y="15"/>
                  </a:lnTo>
                  <a:lnTo>
                    <a:pt x="1996" y="14"/>
                  </a:lnTo>
                  <a:lnTo>
                    <a:pt x="1997" y="17"/>
                  </a:lnTo>
                  <a:lnTo>
                    <a:pt x="1998" y="17"/>
                  </a:lnTo>
                  <a:lnTo>
                    <a:pt x="1998" y="17"/>
                  </a:lnTo>
                  <a:lnTo>
                    <a:pt x="1998" y="17"/>
                  </a:lnTo>
                  <a:lnTo>
                    <a:pt x="1999" y="13"/>
                  </a:lnTo>
                  <a:lnTo>
                    <a:pt x="2000" y="15"/>
                  </a:lnTo>
                  <a:lnTo>
                    <a:pt x="2000" y="15"/>
                  </a:lnTo>
                  <a:lnTo>
                    <a:pt x="2000" y="17"/>
                  </a:lnTo>
                  <a:lnTo>
                    <a:pt x="2001" y="13"/>
                  </a:lnTo>
                  <a:lnTo>
                    <a:pt x="2001" y="15"/>
                  </a:lnTo>
                  <a:lnTo>
                    <a:pt x="2001" y="15"/>
                  </a:lnTo>
                  <a:lnTo>
                    <a:pt x="2002" y="13"/>
                  </a:lnTo>
                  <a:lnTo>
                    <a:pt x="2003" y="17"/>
                  </a:lnTo>
                  <a:lnTo>
                    <a:pt x="2004" y="15"/>
                  </a:lnTo>
                  <a:lnTo>
                    <a:pt x="2004" y="14"/>
                  </a:lnTo>
                  <a:lnTo>
                    <a:pt x="2004" y="14"/>
                  </a:lnTo>
                  <a:lnTo>
                    <a:pt x="2004" y="21"/>
                  </a:lnTo>
                  <a:lnTo>
                    <a:pt x="2006" y="19"/>
                  </a:lnTo>
                  <a:lnTo>
                    <a:pt x="2006" y="19"/>
                  </a:lnTo>
                  <a:lnTo>
                    <a:pt x="2006" y="21"/>
                  </a:lnTo>
                  <a:lnTo>
                    <a:pt x="2007" y="14"/>
                  </a:lnTo>
                  <a:lnTo>
                    <a:pt x="2007" y="15"/>
                  </a:lnTo>
                  <a:lnTo>
                    <a:pt x="2007" y="15"/>
                  </a:lnTo>
                  <a:lnTo>
                    <a:pt x="2008" y="19"/>
                  </a:lnTo>
                  <a:lnTo>
                    <a:pt x="2009" y="13"/>
                  </a:lnTo>
                  <a:lnTo>
                    <a:pt x="2010" y="15"/>
                  </a:lnTo>
                  <a:lnTo>
                    <a:pt x="2010" y="15"/>
                  </a:lnTo>
                  <a:lnTo>
                    <a:pt x="2010" y="14"/>
                  </a:lnTo>
                  <a:lnTo>
                    <a:pt x="2011" y="108"/>
                  </a:lnTo>
                  <a:lnTo>
                    <a:pt x="2012" y="108"/>
                  </a:lnTo>
                  <a:lnTo>
                    <a:pt x="2012" y="108"/>
                  </a:lnTo>
                  <a:lnTo>
                    <a:pt x="2012" y="108"/>
                  </a:lnTo>
                  <a:lnTo>
                    <a:pt x="2013" y="0"/>
                  </a:lnTo>
                  <a:lnTo>
                    <a:pt x="2013" y="1"/>
                  </a:lnTo>
                  <a:lnTo>
                    <a:pt x="2013" y="1"/>
                  </a:lnTo>
                  <a:lnTo>
                    <a:pt x="2014" y="0"/>
                  </a:lnTo>
                  <a:lnTo>
                    <a:pt x="2015" y="215"/>
                  </a:lnTo>
                  <a:lnTo>
                    <a:pt x="2016" y="214"/>
                  </a:lnTo>
                  <a:lnTo>
                    <a:pt x="2016" y="214"/>
                  </a:lnTo>
                  <a:lnTo>
                    <a:pt x="2017" y="213"/>
                  </a:lnTo>
                  <a:lnTo>
                    <a:pt x="2018" y="217"/>
                  </a:lnTo>
                  <a:lnTo>
                    <a:pt x="2018" y="217"/>
                  </a:lnTo>
                  <a:lnTo>
                    <a:pt x="2018" y="217"/>
                  </a:lnTo>
                  <a:lnTo>
                    <a:pt x="2018" y="218"/>
                  </a:lnTo>
                  <a:lnTo>
                    <a:pt x="2019" y="214"/>
                  </a:lnTo>
                  <a:lnTo>
                    <a:pt x="2019" y="214"/>
                  </a:lnTo>
                  <a:lnTo>
                    <a:pt x="2019" y="215"/>
                  </a:lnTo>
                  <a:lnTo>
                    <a:pt x="2020" y="215"/>
                  </a:lnTo>
                  <a:lnTo>
                    <a:pt x="2022" y="17"/>
                  </a:lnTo>
                  <a:lnTo>
                    <a:pt x="2022" y="17"/>
                  </a:lnTo>
                  <a:lnTo>
                    <a:pt x="2022" y="18"/>
                  </a:lnTo>
                  <a:lnTo>
                    <a:pt x="2022" y="20"/>
                  </a:lnTo>
                  <a:lnTo>
                    <a:pt x="2024" y="14"/>
                  </a:lnTo>
                  <a:lnTo>
                    <a:pt x="2024" y="15"/>
                  </a:lnTo>
                  <a:lnTo>
                    <a:pt x="2024" y="15"/>
                  </a:lnTo>
                  <a:lnTo>
                    <a:pt x="2024" y="16"/>
                  </a:lnTo>
                  <a:lnTo>
                    <a:pt x="2025" y="7"/>
                  </a:lnTo>
                  <a:lnTo>
                    <a:pt x="2025" y="10"/>
                  </a:lnTo>
                  <a:lnTo>
                    <a:pt x="2025" y="10"/>
                  </a:lnTo>
                  <a:lnTo>
                    <a:pt x="2026" y="9"/>
                  </a:lnTo>
                  <a:lnTo>
                    <a:pt x="2027" y="209"/>
                  </a:lnTo>
                  <a:lnTo>
                    <a:pt x="2028" y="111"/>
                  </a:lnTo>
                  <a:lnTo>
                    <a:pt x="2028" y="111"/>
                  </a:lnTo>
                  <a:lnTo>
                    <a:pt x="2028" y="112"/>
                  </a:lnTo>
                  <a:lnTo>
                    <a:pt x="2029" y="15"/>
                  </a:lnTo>
                  <a:lnTo>
                    <a:pt x="2030" y="17"/>
                  </a:lnTo>
                  <a:lnTo>
                    <a:pt x="2030" y="17"/>
                  </a:lnTo>
                  <a:lnTo>
                    <a:pt x="2030" y="18"/>
                  </a:lnTo>
                  <a:lnTo>
                    <a:pt x="2031" y="13"/>
                  </a:lnTo>
                  <a:lnTo>
                    <a:pt x="2031" y="15"/>
                  </a:lnTo>
                  <a:lnTo>
                    <a:pt x="2031" y="15"/>
                  </a:lnTo>
                  <a:lnTo>
                    <a:pt x="2032" y="16"/>
                  </a:lnTo>
                  <a:lnTo>
                    <a:pt x="2033" y="12"/>
                  </a:lnTo>
                  <a:lnTo>
                    <a:pt x="2034" y="13"/>
                  </a:lnTo>
                  <a:lnTo>
                    <a:pt x="2034" y="13"/>
                  </a:lnTo>
                  <a:lnTo>
                    <a:pt x="2034" y="12"/>
                  </a:lnTo>
                  <a:lnTo>
                    <a:pt x="2034" y="17"/>
                  </a:lnTo>
                  <a:lnTo>
                    <a:pt x="2036" y="14"/>
                  </a:lnTo>
                  <a:lnTo>
                    <a:pt x="2036" y="14"/>
                  </a:lnTo>
                  <a:lnTo>
                    <a:pt x="2036" y="14"/>
                  </a:lnTo>
                  <a:lnTo>
                    <a:pt x="2037" y="23"/>
                  </a:lnTo>
                  <a:lnTo>
                    <a:pt x="2037" y="21"/>
                  </a:lnTo>
                  <a:lnTo>
                    <a:pt x="2037" y="21"/>
                  </a:lnTo>
                  <a:lnTo>
                    <a:pt x="2038" y="21"/>
                  </a:lnTo>
                  <a:lnTo>
                    <a:pt x="2038" y="13"/>
                  </a:lnTo>
                  <a:lnTo>
                    <a:pt x="2040" y="14"/>
                  </a:lnTo>
                  <a:lnTo>
                    <a:pt x="2040" y="14"/>
                  </a:lnTo>
                  <a:lnTo>
                    <a:pt x="2040" y="13"/>
                  </a:lnTo>
                  <a:lnTo>
                    <a:pt x="2041" y="16"/>
                  </a:lnTo>
                  <a:lnTo>
                    <a:pt x="2042" y="15"/>
                  </a:lnTo>
                  <a:lnTo>
                    <a:pt x="2042" y="15"/>
                  </a:lnTo>
                  <a:lnTo>
                    <a:pt x="2042" y="17"/>
                  </a:lnTo>
                  <a:lnTo>
                    <a:pt x="2043" y="12"/>
                  </a:lnTo>
                  <a:lnTo>
                    <a:pt x="2044" y="14"/>
                  </a:lnTo>
                  <a:lnTo>
                    <a:pt x="2044" y="14"/>
                  </a:lnTo>
                  <a:lnTo>
                    <a:pt x="2044" y="12"/>
                  </a:lnTo>
                  <a:lnTo>
                    <a:pt x="2045" y="18"/>
                  </a:lnTo>
                  <a:lnTo>
                    <a:pt x="2046" y="15"/>
                  </a:lnTo>
                  <a:lnTo>
                    <a:pt x="2046" y="15"/>
                  </a:lnTo>
                  <a:lnTo>
                    <a:pt x="2046" y="16"/>
                  </a:lnTo>
                  <a:lnTo>
                    <a:pt x="2047" y="11"/>
                  </a:lnTo>
                  <a:lnTo>
                    <a:pt x="2048" y="13"/>
                  </a:lnTo>
                  <a:lnTo>
                    <a:pt x="2048" y="13"/>
                  </a:lnTo>
                  <a:lnTo>
                    <a:pt x="2049" y="12"/>
                  </a:lnTo>
                  <a:lnTo>
                    <a:pt x="2050" y="15"/>
                  </a:lnTo>
                  <a:lnTo>
                    <a:pt x="2050" y="14"/>
                  </a:lnTo>
                  <a:lnTo>
                    <a:pt x="2050" y="14"/>
                  </a:lnTo>
                  <a:lnTo>
                    <a:pt x="2051" y="15"/>
                  </a:lnTo>
                  <a:lnTo>
                    <a:pt x="2052" y="11"/>
                  </a:lnTo>
                  <a:lnTo>
                    <a:pt x="2052" y="11"/>
                  </a:lnTo>
                  <a:lnTo>
                    <a:pt x="2052" y="11"/>
                  </a:lnTo>
                  <a:lnTo>
                    <a:pt x="2053" y="15"/>
                  </a:lnTo>
                  <a:lnTo>
                    <a:pt x="2053" y="10"/>
                  </a:lnTo>
                  <a:lnTo>
                    <a:pt x="2054" y="13"/>
                  </a:lnTo>
                  <a:lnTo>
                    <a:pt x="2054" y="13"/>
                  </a:lnTo>
                  <a:lnTo>
                    <a:pt x="2054" y="15"/>
                  </a:lnTo>
                  <a:lnTo>
                    <a:pt x="2055" y="11"/>
                  </a:lnTo>
                  <a:lnTo>
                    <a:pt x="2056" y="12"/>
                  </a:lnTo>
                  <a:lnTo>
                    <a:pt x="2056" y="12"/>
                  </a:lnTo>
                  <a:lnTo>
                    <a:pt x="2057" y="109"/>
                  </a:lnTo>
                  <a:lnTo>
                    <a:pt x="2057" y="0"/>
                  </a:lnTo>
                  <a:lnTo>
                    <a:pt x="2058" y="1"/>
                  </a:lnTo>
                  <a:lnTo>
                    <a:pt x="2058" y="1"/>
                  </a:lnTo>
                  <a:lnTo>
                    <a:pt x="2058" y="0"/>
                  </a:lnTo>
                  <a:lnTo>
                    <a:pt x="2060" y="109"/>
                  </a:lnTo>
                  <a:lnTo>
                    <a:pt x="2060" y="109"/>
                  </a:lnTo>
                  <a:lnTo>
                    <a:pt x="2060" y="109"/>
                  </a:lnTo>
                  <a:lnTo>
                    <a:pt x="2060" y="109"/>
                  </a:lnTo>
                  <a:lnTo>
                    <a:pt x="2061" y="215"/>
                  </a:lnTo>
                  <a:lnTo>
                    <a:pt x="2062" y="214"/>
                  </a:lnTo>
                  <a:lnTo>
                    <a:pt x="2062" y="214"/>
                  </a:lnTo>
                  <a:lnTo>
                    <a:pt x="2063" y="218"/>
                  </a:lnTo>
                  <a:lnTo>
                    <a:pt x="2063" y="214"/>
                  </a:lnTo>
                  <a:lnTo>
                    <a:pt x="2064" y="214"/>
                  </a:lnTo>
                  <a:lnTo>
                    <a:pt x="2064" y="214"/>
                  </a:lnTo>
                  <a:lnTo>
                    <a:pt x="2065" y="215"/>
                  </a:lnTo>
                  <a:lnTo>
                    <a:pt x="2066" y="117"/>
                  </a:lnTo>
                  <a:lnTo>
                    <a:pt x="2066" y="118"/>
                  </a:lnTo>
                  <a:lnTo>
                    <a:pt x="2066" y="118"/>
                  </a:lnTo>
                  <a:lnTo>
                    <a:pt x="2066" y="118"/>
                  </a:lnTo>
                  <a:lnTo>
                    <a:pt x="2067" y="13"/>
                  </a:lnTo>
                  <a:lnTo>
                    <a:pt x="2068" y="17"/>
                  </a:lnTo>
                  <a:lnTo>
                    <a:pt x="2068" y="17"/>
                  </a:lnTo>
                  <a:lnTo>
                    <a:pt x="2069" y="20"/>
                  </a:lnTo>
                  <a:lnTo>
                    <a:pt x="2069" y="9"/>
                  </a:lnTo>
                  <a:lnTo>
                    <a:pt x="2070" y="10"/>
                  </a:lnTo>
                  <a:lnTo>
                    <a:pt x="2070" y="10"/>
                  </a:lnTo>
                  <a:lnTo>
                    <a:pt x="2070" y="9"/>
                  </a:lnTo>
                  <a:lnTo>
                    <a:pt x="2071" y="261"/>
                  </a:lnTo>
                  <a:lnTo>
                    <a:pt x="2072" y="251"/>
                  </a:lnTo>
                  <a:lnTo>
                    <a:pt x="2072" y="251"/>
                  </a:lnTo>
                  <a:lnTo>
                    <a:pt x="2072" y="252"/>
                  </a:lnTo>
                  <a:lnTo>
                    <a:pt x="2073" y="111"/>
                  </a:lnTo>
                  <a:lnTo>
                    <a:pt x="2074" y="111"/>
                  </a:lnTo>
                  <a:lnTo>
                    <a:pt x="2074" y="111"/>
                  </a:lnTo>
                  <a:lnTo>
                    <a:pt x="2074" y="111"/>
                  </a:lnTo>
                  <a:lnTo>
                    <a:pt x="2074" y="11"/>
                  </a:lnTo>
                  <a:lnTo>
                    <a:pt x="2076" y="14"/>
                  </a:lnTo>
                  <a:lnTo>
                    <a:pt x="2076" y="14"/>
                  </a:lnTo>
                  <a:lnTo>
                    <a:pt x="2076" y="15"/>
                  </a:lnTo>
                  <a:lnTo>
                    <a:pt x="2078" y="6"/>
                  </a:lnTo>
                  <a:lnTo>
                    <a:pt x="2078" y="7"/>
                  </a:lnTo>
                  <a:lnTo>
                    <a:pt x="2078" y="7"/>
                  </a:lnTo>
                  <a:lnTo>
                    <a:pt x="2079" y="6"/>
                  </a:lnTo>
                  <a:lnTo>
                    <a:pt x="2080" y="8"/>
                  </a:lnTo>
                  <a:lnTo>
                    <a:pt x="2080" y="7"/>
                  </a:lnTo>
                  <a:lnTo>
                    <a:pt x="2080" y="7"/>
                  </a:lnTo>
                  <a:lnTo>
                    <a:pt x="2080" y="6"/>
                  </a:lnTo>
                  <a:lnTo>
                    <a:pt x="2081" y="8"/>
                  </a:lnTo>
                  <a:lnTo>
                    <a:pt x="2082" y="7"/>
                  </a:lnTo>
                  <a:lnTo>
                    <a:pt x="2082" y="7"/>
                  </a:lnTo>
                  <a:lnTo>
                    <a:pt x="2082" y="6"/>
                  </a:lnTo>
                  <a:lnTo>
                    <a:pt x="2082" y="8"/>
                  </a:lnTo>
                  <a:lnTo>
                    <a:pt x="2084" y="7"/>
                  </a:lnTo>
                  <a:lnTo>
                    <a:pt x="2084" y="7"/>
                  </a:lnTo>
                  <a:lnTo>
                    <a:pt x="2085" y="6"/>
                  </a:lnTo>
                  <a:lnTo>
                    <a:pt x="2086" y="8"/>
                  </a:lnTo>
                  <a:lnTo>
                    <a:pt x="2086" y="7"/>
                  </a:lnTo>
                  <a:lnTo>
                    <a:pt x="2086" y="8"/>
                  </a:lnTo>
                  <a:lnTo>
                    <a:pt x="2088" y="6"/>
                  </a:lnTo>
                  <a:lnTo>
                    <a:pt x="2088" y="6"/>
                  </a:lnTo>
                  <a:lnTo>
                    <a:pt x="2088" y="6"/>
                  </a:lnTo>
                  <a:lnTo>
                    <a:pt x="2088" y="6"/>
                  </a:lnTo>
                  <a:lnTo>
                    <a:pt x="2089" y="11"/>
                  </a:lnTo>
                  <a:lnTo>
                    <a:pt x="2090" y="8"/>
                  </a:lnTo>
                  <a:lnTo>
                    <a:pt x="2090" y="8"/>
                  </a:lnTo>
                  <a:lnTo>
                    <a:pt x="2090" y="6"/>
                  </a:lnTo>
                  <a:lnTo>
                    <a:pt x="2092" y="10"/>
                  </a:lnTo>
                  <a:lnTo>
                    <a:pt x="2092" y="8"/>
                  </a:lnTo>
                  <a:lnTo>
                    <a:pt x="2092" y="8"/>
                  </a:lnTo>
                  <a:lnTo>
                    <a:pt x="2092" y="7"/>
                  </a:lnTo>
                  <a:lnTo>
                    <a:pt x="2093" y="12"/>
                  </a:lnTo>
                  <a:lnTo>
                    <a:pt x="2094" y="9"/>
                  </a:lnTo>
                  <a:lnTo>
                    <a:pt x="2094" y="9"/>
                  </a:lnTo>
                  <a:lnTo>
                    <a:pt x="2094" y="9"/>
                  </a:lnTo>
                  <a:lnTo>
                    <a:pt x="2095" y="13"/>
                  </a:lnTo>
                  <a:lnTo>
                    <a:pt x="2096" y="11"/>
                  </a:lnTo>
                  <a:lnTo>
                    <a:pt x="2096" y="11"/>
                  </a:lnTo>
                  <a:lnTo>
                    <a:pt x="2097" y="10"/>
                  </a:lnTo>
                  <a:lnTo>
                    <a:pt x="2098" y="85"/>
                  </a:lnTo>
                  <a:lnTo>
                    <a:pt x="2098" y="84"/>
                  </a:lnTo>
                  <a:lnTo>
                    <a:pt x="2098" y="84"/>
                  </a:lnTo>
                  <a:lnTo>
                    <a:pt x="2098" y="84"/>
                  </a:lnTo>
                  <a:lnTo>
                    <a:pt x="2099" y="112"/>
                  </a:lnTo>
                  <a:lnTo>
                    <a:pt x="2100" y="110"/>
                  </a:lnTo>
                  <a:lnTo>
                    <a:pt x="2100" y="110"/>
                  </a:lnTo>
                  <a:lnTo>
                    <a:pt x="2101" y="112"/>
                  </a:lnTo>
                  <a:lnTo>
                    <a:pt x="2101" y="110"/>
                  </a:lnTo>
                  <a:lnTo>
                    <a:pt x="2102" y="111"/>
                  </a:lnTo>
                  <a:lnTo>
                    <a:pt x="2102" y="111"/>
                  </a:lnTo>
                  <a:lnTo>
                    <a:pt x="2102" y="112"/>
                  </a:lnTo>
                  <a:lnTo>
                    <a:pt x="2103" y="108"/>
                  </a:lnTo>
                  <a:lnTo>
                    <a:pt x="2104" y="108"/>
                  </a:lnTo>
                  <a:lnTo>
                    <a:pt x="2104" y="108"/>
                  </a:lnTo>
                  <a:lnTo>
                    <a:pt x="2104" y="0"/>
                  </a:lnTo>
                  <a:lnTo>
                    <a:pt x="2106" y="215"/>
                  </a:lnTo>
                  <a:lnTo>
                    <a:pt x="2106" y="215"/>
                  </a:lnTo>
                  <a:lnTo>
                    <a:pt x="2106" y="215"/>
                  </a:lnTo>
                  <a:lnTo>
                    <a:pt x="2106" y="248"/>
                  </a:lnTo>
                  <a:lnTo>
                    <a:pt x="2107" y="214"/>
                  </a:lnTo>
                  <a:lnTo>
                    <a:pt x="2108" y="214"/>
                  </a:lnTo>
                  <a:lnTo>
                    <a:pt x="2108" y="214"/>
                  </a:lnTo>
                  <a:lnTo>
                    <a:pt x="2108" y="214"/>
                  </a:lnTo>
                  <a:lnTo>
                    <a:pt x="2110" y="219"/>
                  </a:lnTo>
                  <a:lnTo>
                    <a:pt x="2110" y="218"/>
                  </a:lnTo>
                  <a:lnTo>
                    <a:pt x="2110" y="218"/>
                  </a:lnTo>
                  <a:lnTo>
                    <a:pt x="2110" y="224"/>
                  </a:lnTo>
                  <a:lnTo>
                    <a:pt x="2112" y="117"/>
                  </a:lnTo>
                  <a:lnTo>
                    <a:pt x="2112" y="117"/>
                  </a:lnTo>
                  <a:lnTo>
                    <a:pt x="2112" y="117"/>
                  </a:lnTo>
                  <a:lnTo>
                    <a:pt x="2113" y="119"/>
                  </a:lnTo>
                  <a:lnTo>
                    <a:pt x="2113" y="14"/>
                  </a:lnTo>
                  <a:lnTo>
                    <a:pt x="2114" y="16"/>
                  </a:lnTo>
                  <a:lnTo>
                    <a:pt x="2114" y="16"/>
                  </a:lnTo>
                  <a:lnTo>
                    <a:pt x="2115" y="19"/>
                  </a:lnTo>
                  <a:lnTo>
                    <a:pt x="2115" y="15"/>
                  </a:lnTo>
                  <a:lnTo>
                    <a:pt x="2116" y="17"/>
                  </a:lnTo>
                  <a:lnTo>
                    <a:pt x="2116" y="17"/>
                  </a:lnTo>
                  <a:lnTo>
                    <a:pt x="2116" y="10"/>
                  </a:lnTo>
                  <a:lnTo>
                    <a:pt x="2118" y="229"/>
                  </a:lnTo>
                  <a:lnTo>
                    <a:pt x="2118" y="221"/>
                  </a:lnTo>
                  <a:lnTo>
                    <a:pt x="2118" y="221"/>
                  </a:lnTo>
                  <a:lnTo>
                    <a:pt x="2118" y="221"/>
                  </a:lnTo>
                  <a:lnTo>
                    <a:pt x="2119" y="111"/>
                  </a:lnTo>
                  <a:lnTo>
                    <a:pt x="2120" y="111"/>
                  </a:lnTo>
                  <a:lnTo>
                    <a:pt x="2120" y="111"/>
                  </a:lnTo>
                  <a:lnTo>
                    <a:pt x="2120" y="111"/>
                  </a:lnTo>
                  <a:lnTo>
                    <a:pt x="2121" y="226"/>
                  </a:lnTo>
                  <a:lnTo>
                    <a:pt x="2122" y="214"/>
                  </a:lnTo>
                  <a:lnTo>
                    <a:pt x="2122" y="214"/>
                  </a:lnTo>
                  <a:lnTo>
                    <a:pt x="2123" y="246"/>
                  </a:lnTo>
                  <a:lnTo>
                    <a:pt x="2124" y="213"/>
                  </a:lnTo>
                  <a:lnTo>
                    <a:pt x="2124" y="213"/>
                  </a:lnTo>
                  <a:lnTo>
                    <a:pt x="2124" y="213"/>
                  </a:lnTo>
                  <a:lnTo>
                    <a:pt x="2124" y="213"/>
                  </a:lnTo>
                  <a:lnTo>
                    <a:pt x="2125" y="216"/>
                  </a:lnTo>
                  <a:lnTo>
                    <a:pt x="2126" y="214"/>
                  </a:lnTo>
                  <a:lnTo>
                    <a:pt x="2126" y="214"/>
                  </a:lnTo>
                  <a:lnTo>
                    <a:pt x="2127" y="213"/>
                  </a:lnTo>
                  <a:lnTo>
                    <a:pt x="2128" y="214"/>
                  </a:lnTo>
                  <a:lnTo>
                    <a:pt x="2128" y="214"/>
                  </a:lnTo>
                  <a:lnTo>
                    <a:pt x="2128" y="214"/>
                  </a:lnTo>
                  <a:lnTo>
                    <a:pt x="2129" y="213"/>
                  </a:lnTo>
                  <a:lnTo>
                    <a:pt x="2130" y="215"/>
                  </a:lnTo>
                  <a:lnTo>
                    <a:pt x="2130" y="214"/>
                  </a:lnTo>
                  <a:lnTo>
                    <a:pt x="2130" y="214"/>
                  </a:lnTo>
                  <a:lnTo>
                    <a:pt x="2131" y="214"/>
                  </a:lnTo>
                  <a:lnTo>
                    <a:pt x="2132" y="215"/>
                  </a:lnTo>
                  <a:lnTo>
                    <a:pt x="2132" y="215"/>
                  </a:lnTo>
                  <a:lnTo>
                    <a:pt x="2132" y="215"/>
                  </a:lnTo>
                  <a:lnTo>
                    <a:pt x="2132" y="214"/>
                  </a:lnTo>
                  <a:lnTo>
                    <a:pt x="2133" y="215"/>
                  </a:lnTo>
                  <a:lnTo>
                    <a:pt x="2134" y="215"/>
                  </a:lnTo>
                  <a:lnTo>
                    <a:pt x="2134" y="214"/>
                  </a:lnTo>
                  <a:lnTo>
                    <a:pt x="2134" y="214"/>
                  </a:lnTo>
                  <a:lnTo>
                    <a:pt x="2134" y="215"/>
                  </a:lnTo>
                  <a:lnTo>
                    <a:pt x="2136" y="215"/>
                  </a:lnTo>
                  <a:lnTo>
                    <a:pt x="2136" y="215"/>
                  </a:lnTo>
                  <a:lnTo>
                    <a:pt x="2137" y="214"/>
                  </a:lnTo>
                  <a:lnTo>
                    <a:pt x="2137" y="216"/>
                  </a:lnTo>
                  <a:lnTo>
                    <a:pt x="2138" y="215"/>
                  </a:lnTo>
                  <a:lnTo>
                    <a:pt x="2138" y="215"/>
                  </a:lnTo>
                  <a:lnTo>
                    <a:pt x="2139" y="215"/>
                  </a:lnTo>
                  <a:lnTo>
                    <a:pt x="2140" y="216"/>
                  </a:lnTo>
                  <a:lnTo>
                    <a:pt x="2140" y="216"/>
                  </a:lnTo>
                  <a:lnTo>
                    <a:pt x="2140" y="215"/>
                  </a:lnTo>
                  <a:lnTo>
                    <a:pt x="2140" y="216"/>
                  </a:lnTo>
                  <a:lnTo>
                    <a:pt x="2142" y="215"/>
                  </a:lnTo>
                  <a:lnTo>
                    <a:pt x="2142" y="215"/>
                  </a:lnTo>
                  <a:lnTo>
                    <a:pt x="2142" y="215"/>
                  </a:lnTo>
                  <a:lnTo>
                    <a:pt x="2143" y="218"/>
                  </a:lnTo>
                  <a:lnTo>
                    <a:pt x="2143" y="215"/>
                  </a:lnTo>
                  <a:lnTo>
                    <a:pt x="2144" y="216"/>
                  </a:lnTo>
                  <a:lnTo>
                    <a:pt x="2144" y="216"/>
                  </a:lnTo>
                  <a:lnTo>
                    <a:pt x="2145" y="215"/>
                  </a:lnTo>
                  <a:lnTo>
                    <a:pt x="2145" y="217"/>
                  </a:lnTo>
                  <a:lnTo>
                    <a:pt x="2146" y="216"/>
                  </a:lnTo>
                  <a:lnTo>
                    <a:pt x="2146" y="216"/>
                  </a:lnTo>
                  <a:lnTo>
                    <a:pt x="2147" y="223"/>
                  </a:lnTo>
                  <a:lnTo>
                    <a:pt x="2148" y="108"/>
                  </a:lnTo>
                  <a:lnTo>
                    <a:pt x="2148" y="108"/>
                  </a:lnTo>
                  <a:lnTo>
                    <a:pt x="2148" y="108"/>
                  </a:lnTo>
                  <a:lnTo>
                    <a:pt x="2148" y="109"/>
                  </a:lnTo>
                  <a:lnTo>
                    <a:pt x="2149" y="0"/>
                  </a:lnTo>
                  <a:lnTo>
                    <a:pt x="2150" y="2"/>
                  </a:lnTo>
                  <a:lnTo>
                    <a:pt x="2150" y="2"/>
                  </a:lnTo>
                  <a:lnTo>
                    <a:pt x="2150" y="1"/>
                  </a:lnTo>
                  <a:lnTo>
                    <a:pt x="2151" y="247"/>
                  </a:lnTo>
                  <a:lnTo>
                    <a:pt x="2152" y="110"/>
                  </a:lnTo>
                  <a:lnTo>
                    <a:pt x="2152" y="110"/>
                  </a:lnTo>
                  <a:lnTo>
                    <a:pt x="2152" y="109"/>
                  </a:lnTo>
                  <a:lnTo>
                    <a:pt x="2154" y="262"/>
                  </a:lnTo>
                  <a:lnTo>
                    <a:pt x="2154" y="258"/>
                  </a:lnTo>
                  <a:lnTo>
                    <a:pt x="2154" y="258"/>
                  </a:lnTo>
                  <a:lnTo>
                    <a:pt x="2154" y="258"/>
                  </a:lnTo>
                  <a:lnTo>
                    <a:pt x="2155" y="213"/>
                  </a:lnTo>
                  <a:lnTo>
                    <a:pt x="2156" y="214"/>
                  </a:lnTo>
                  <a:lnTo>
                    <a:pt x="2156" y="214"/>
                  </a:lnTo>
                  <a:lnTo>
                    <a:pt x="2156" y="215"/>
                  </a:lnTo>
                  <a:lnTo>
                    <a:pt x="2157" y="116"/>
                  </a:lnTo>
                  <a:lnTo>
                    <a:pt x="2158" y="147"/>
                  </a:lnTo>
                  <a:lnTo>
                    <a:pt x="2158" y="147"/>
                  </a:lnTo>
                  <a:lnTo>
                    <a:pt x="2158" y="147"/>
                  </a:lnTo>
                  <a:lnTo>
                    <a:pt x="2160" y="15"/>
                  </a:lnTo>
                  <a:lnTo>
                    <a:pt x="2160" y="16"/>
                  </a:lnTo>
                  <a:lnTo>
                    <a:pt x="2160" y="16"/>
                  </a:lnTo>
                  <a:lnTo>
                    <a:pt x="2161" y="18"/>
                  </a:lnTo>
                  <a:lnTo>
                    <a:pt x="2161" y="9"/>
                  </a:lnTo>
                  <a:lnTo>
                    <a:pt x="2162" y="12"/>
                  </a:lnTo>
                  <a:lnTo>
                    <a:pt x="2162" y="12"/>
                  </a:lnTo>
                  <a:lnTo>
                    <a:pt x="2162" y="12"/>
                  </a:lnTo>
                  <a:lnTo>
                    <a:pt x="2164" y="214"/>
                  </a:lnTo>
                  <a:lnTo>
                    <a:pt x="2164" y="214"/>
                  </a:lnTo>
                  <a:lnTo>
                    <a:pt x="2164" y="214"/>
                  </a:lnTo>
                  <a:lnTo>
                    <a:pt x="2164" y="214"/>
                  </a:lnTo>
                  <a:lnTo>
                    <a:pt x="2164" y="111"/>
                  </a:lnTo>
                  <a:lnTo>
                    <a:pt x="2166" y="112"/>
                  </a:lnTo>
                  <a:lnTo>
                    <a:pt x="2166" y="112"/>
                  </a:lnTo>
                  <a:lnTo>
                    <a:pt x="2166" y="135"/>
                  </a:lnTo>
                  <a:lnTo>
                    <a:pt x="2167" y="105"/>
                  </a:lnTo>
                  <a:lnTo>
                    <a:pt x="2168" y="106"/>
                  </a:lnTo>
                  <a:lnTo>
                    <a:pt x="2168" y="106"/>
                  </a:lnTo>
                  <a:lnTo>
                    <a:pt x="2169" y="105"/>
                  </a:lnTo>
                  <a:lnTo>
                    <a:pt x="2170" y="108"/>
                  </a:lnTo>
                  <a:lnTo>
                    <a:pt x="2170" y="107"/>
                  </a:lnTo>
                  <a:lnTo>
                    <a:pt x="2170" y="107"/>
                  </a:lnTo>
                  <a:lnTo>
                    <a:pt x="2170" y="108"/>
                  </a:lnTo>
                  <a:lnTo>
                    <a:pt x="2170" y="105"/>
                  </a:lnTo>
                  <a:lnTo>
                    <a:pt x="2172" y="106"/>
                  </a:lnTo>
                  <a:lnTo>
                    <a:pt x="2172" y="106"/>
                  </a:lnTo>
                  <a:lnTo>
                    <a:pt x="2172" y="105"/>
                  </a:lnTo>
                  <a:lnTo>
                    <a:pt x="2173" y="107"/>
                  </a:lnTo>
                  <a:lnTo>
                    <a:pt x="2174" y="106"/>
                  </a:lnTo>
                  <a:lnTo>
                    <a:pt x="2174" y="106"/>
                  </a:lnTo>
                  <a:lnTo>
                    <a:pt x="2174" y="106"/>
                  </a:lnTo>
                  <a:lnTo>
                    <a:pt x="2174" y="216"/>
                  </a:lnTo>
                  <a:lnTo>
                    <a:pt x="2176" y="214"/>
                  </a:lnTo>
                  <a:lnTo>
                    <a:pt x="2176" y="214"/>
                  </a:lnTo>
                  <a:lnTo>
                    <a:pt x="2176" y="214"/>
                  </a:lnTo>
                  <a:lnTo>
                    <a:pt x="2177" y="215"/>
                  </a:lnTo>
                  <a:lnTo>
                    <a:pt x="2178" y="214"/>
                  </a:lnTo>
                  <a:lnTo>
                    <a:pt x="2178" y="214"/>
                  </a:lnTo>
                  <a:lnTo>
                    <a:pt x="2179" y="215"/>
                  </a:lnTo>
                  <a:lnTo>
                    <a:pt x="2180" y="214"/>
                  </a:lnTo>
                  <a:lnTo>
                    <a:pt x="2180" y="214"/>
                  </a:lnTo>
                  <a:lnTo>
                    <a:pt x="2180" y="214"/>
                  </a:lnTo>
                  <a:lnTo>
                    <a:pt x="2180" y="215"/>
                  </a:lnTo>
                  <a:lnTo>
                    <a:pt x="2182" y="196"/>
                  </a:lnTo>
                  <a:lnTo>
                    <a:pt x="2182" y="196"/>
                  </a:lnTo>
                  <a:lnTo>
                    <a:pt x="2182" y="197"/>
                  </a:lnTo>
                  <a:lnTo>
                    <a:pt x="2182" y="197"/>
                  </a:lnTo>
                  <a:lnTo>
                    <a:pt x="2184" y="144"/>
                  </a:lnTo>
                  <a:lnTo>
                    <a:pt x="2184" y="144"/>
                  </a:lnTo>
                  <a:lnTo>
                    <a:pt x="2184" y="144"/>
                  </a:lnTo>
                  <a:lnTo>
                    <a:pt x="2184" y="144"/>
                  </a:lnTo>
                  <a:lnTo>
                    <a:pt x="2186" y="111"/>
                  </a:lnTo>
                  <a:lnTo>
                    <a:pt x="2186" y="111"/>
                  </a:lnTo>
                  <a:lnTo>
                    <a:pt x="2186" y="111"/>
                  </a:lnTo>
                  <a:lnTo>
                    <a:pt x="2186" y="112"/>
                  </a:lnTo>
                  <a:lnTo>
                    <a:pt x="2187" y="108"/>
                  </a:lnTo>
                  <a:lnTo>
                    <a:pt x="2188" y="110"/>
                  </a:lnTo>
                  <a:lnTo>
                    <a:pt x="2188" y="110"/>
                  </a:lnTo>
                  <a:lnTo>
                    <a:pt x="2188" y="111"/>
                  </a:lnTo>
                  <a:lnTo>
                    <a:pt x="2190" y="108"/>
                  </a:lnTo>
                  <a:lnTo>
                    <a:pt x="2190" y="109"/>
                  </a:lnTo>
                  <a:lnTo>
                    <a:pt x="2190" y="109"/>
                  </a:lnTo>
                  <a:lnTo>
                    <a:pt x="2190" y="108"/>
                  </a:lnTo>
                  <a:lnTo>
                    <a:pt x="2191" y="109"/>
                  </a:lnTo>
                  <a:lnTo>
                    <a:pt x="2192" y="108"/>
                  </a:lnTo>
                  <a:lnTo>
                    <a:pt x="2192" y="109"/>
                  </a:lnTo>
                  <a:lnTo>
                    <a:pt x="2192" y="109"/>
                  </a:lnTo>
                  <a:lnTo>
                    <a:pt x="2194" y="108"/>
                  </a:lnTo>
                  <a:lnTo>
                    <a:pt x="2194" y="108"/>
                  </a:lnTo>
                  <a:lnTo>
                    <a:pt x="2194" y="109"/>
                  </a:lnTo>
                  <a:lnTo>
                    <a:pt x="2194" y="109"/>
                  </a:lnTo>
                  <a:lnTo>
                    <a:pt x="2194" y="108"/>
                  </a:lnTo>
                  <a:lnTo>
                    <a:pt x="2194" y="109"/>
                  </a:lnTo>
                </a:path>
              </a:pathLst>
            </a:custGeom>
            <a:noFill/>
            <a:ln w="1270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09" name="Freeform 304">
              <a:extLst>
                <a:ext uri="{FF2B5EF4-FFF2-40B4-BE49-F238E27FC236}">
                  <a16:creationId xmlns:a16="http://schemas.microsoft.com/office/drawing/2014/main" id="{8555D150-6BE8-D8F9-FDC4-8FD168B51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391" y="3720931"/>
              <a:ext cx="2066034" cy="939992"/>
            </a:xfrm>
            <a:custGeom>
              <a:avLst/>
              <a:gdLst>
                <a:gd name="T0" fmla="*/ 34 w 2279"/>
                <a:gd name="T1" fmla="*/ 4 h 684"/>
                <a:gd name="T2" fmla="*/ 70 w 2279"/>
                <a:gd name="T3" fmla="*/ 4 h 684"/>
                <a:gd name="T4" fmla="*/ 106 w 2279"/>
                <a:gd name="T5" fmla="*/ 4 h 684"/>
                <a:gd name="T6" fmla="*/ 142 w 2279"/>
                <a:gd name="T7" fmla="*/ 2 h 684"/>
                <a:gd name="T8" fmla="*/ 178 w 2279"/>
                <a:gd name="T9" fmla="*/ 5 h 684"/>
                <a:gd name="T10" fmla="*/ 214 w 2279"/>
                <a:gd name="T11" fmla="*/ 2 h 684"/>
                <a:gd name="T12" fmla="*/ 250 w 2279"/>
                <a:gd name="T13" fmla="*/ 3 h 684"/>
                <a:gd name="T14" fmla="*/ 286 w 2279"/>
                <a:gd name="T15" fmla="*/ 3 h 684"/>
                <a:gd name="T16" fmla="*/ 323 w 2279"/>
                <a:gd name="T17" fmla="*/ 2 h 684"/>
                <a:gd name="T18" fmla="*/ 359 w 2279"/>
                <a:gd name="T19" fmla="*/ 2 h 684"/>
                <a:gd name="T20" fmla="*/ 395 w 2279"/>
                <a:gd name="T21" fmla="*/ 1 h 684"/>
                <a:gd name="T22" fmla="*/ 431 w 2279"/>
                <a:gd name="T23" fmla="*/ 61 h 684"/>
                <a:gd name="T24" fmla="*/ 470 w 2279"/>
                <a:gd name="T25" fmla="*/ 1 h 684"/>
                <a:gd name="T26" fmla="*/ 506 w 2279"/>
                <a:gd name="T27" fmla="*/ 0 h 684"/>
                <a:gd name="T28" fmla="*/ 541 w 2279"/>
                <a:gd name="T29" fmla="*/ 2 h 684"/>
                <a:gd name="T30" fmla="*/ 578 w 2279"/>
                <a:gd name="T31" fmla="*/ 1 h 684"/>
                <a:gd name="T32" fmla="*/ 614 w 2279"/>
                <a:gd name="T33" fmla="*/ 2 h 684"/>
                <a:gd name="T34" fmla="*/ 650 w 2279"/>
                <a:gd name="T35" fmla="*/ 2 h 684"/>
                <a:gd name="T36" fmla="*/ 686 w 2279"/>
                <a:gd name="T37" fmla="*/ 3 h 684"/>
                <a:gd name="T38" fmla="*/ 721 w 2279"/>
                <a:gd name="T39" fmla="*/ 2 h 684"/>
                <a:gd name="T40" fmla="*/ 758 w 2279"/>
                <a:gd name="T41" fmla="*/ 4 h 684"/>
                <a:gd name="T42" fmla="*/ 793 w 2279"/>
                <a:gd name="T43" fmla="*/ 3 h 684"/>
                <a:gd name="T44" fmla="*/ 831 w 2279"/>
                <a:gd name="T45" fmla="*/ 4 h 684"/>
                <a:gd name="T46" fmla="*/ 867 w 2279"/>
                <a:gd name="T47" fmla="*/ 1 h 684"/>
                <a:gd name="T48" fmla="*/ 902 w 2279"/>
                <a:gd name="T49" fmla="*/ 4 h 684"/>
                <a:gd name="T50" fmla="*/ 937 w 2279"/>
                <a:gd name="T51" fmla="*/ 3 h 684"/>
                <a:gd name="T52" fmla="*/ 974 w 2279"/>
                <a:gd name="T53" fmla="*/ 2 h 684"/>
                <a:gd name="T54" fmla="*/ 1010 w 2279"/>
                <a:gd name="T55" fmla="*/ 1 h 684"/>
                <a:gd name="T56" fmla="*/ 1047 w 2279"/>
                <a:gd name="T57" fmla="*/ 3 h 684"/>
                <a:gd name="T58" fmla="*/ 1084 w 2279"/>
                <a:gd name="T59" fmla="*/ 2 h 684"/>
                <a:gd name="T60" fmla="*/ 1120 w 2279"/>
                <a:gd name="T61" fmla="*/ 2 h 684"/>
                <a:gd name="T62" fmla="*/ 1156 w 2279"/>
                <a:gd name="T63" fmla="*/ 2 h 684"/>
                <a:gd name="T64" fmla="*/ 1190 w 2279"/>
                <a:gd name="T65" fmla="*/ 2 h 684"/>
                <a:gd name="T66" fmla="*/ 1225 w 2279"/>
                <a:gd name="T67" fmla="*/ 3 h 684"/>
                <a:gd name="T68" fmla="*/ 1264 w 2279"/>
                <a:gd name="T69" fmla="*/ 5 h 684"/>
                <a:gd name="T70" fmla="*/ 1300 w 2279"/>
                <a:gd name="T71" fmla="*/ 4 h 684"/>
                <a:gd name="T72" fmla="*/ 1335 w 2279"/>
                <a:gd name="T73" fmla="*/ 3 h 684"/>
                <a:gd name="T74" fmla="*/ 1372 w 2279"/>
                <a:gd name="T75" fmla="*/ 12 h 684"/>
                <a:gd name="T76" fmla="*/ 1408 w 2279"/>
                <a:gd name="T77" fmla="*/ 5 h 684"/>
                <a:gd name="T78" fmla="*/ 1444 w 2279"/>
                <a:gd name="T79" fmla="*/ 8 h 684"/>
                <a:gd name="T80" fmla="*/ 1480 w 2279"/>
                <a:gd name="T81" fmla="*/ 21 h 684"/>
                <a:gd name="T82" fmla="*/ 1516 w 2279"/>
                <a:gd name="T83" fmla="*/ 22 h 684"/>
                <a:gd name="T84" fmla="*/ 1553 w 2279"/>
                <a:gd name="T85" fmla="*/ 679 h 684"/>
                <a:gd name="T86" fmla="*/ 1589 w 2279"/>
                <a:gd name="T87" fmla="*/ 681 h 684"/>
                <a:gd name="T88" fmla="*/ 1625 w 2279"/>
                <a:gd name="T89" fmla="*/ 682 h 684"/>
                <a:gd name="T90" fmla="*/ 1661 w 2279"/>
                <a:gd name="T91" fmla="*/ 242 h 684"/>
                <a:gd name="T92" fmla="*/ 1697 w 2279"/>
                <a:gd name="T93" fmla="*/ 251 h 684"/>
                <a:gd name="T94" fmla="*/ 1733 w 2279"/>
                <a:gd name="T95" fmla="*/ 74 h 684"/>
                <a:gd name="T96" fmla="*/ 1769 w 2279"/>
                <a:gd name="T97" fmla="*/ 57 h 684"/>
                <a:gd name="T98" fmla="*/ 1805 w 2279"/>
                <a:gd name="T99" fmla="*/ 54 h 684"/>
                <a:gd name="T100" fmla="*/ 1841 w 2279"/>
                <a:gd name="T101" fmla="*/ 55 h 684"/>
                <a:gd name="T102" fmla="*/ 1879 w 2279"/>
                <a:gd name="T103" fmla="*/ 252 h 684"/>
                <a:gd name="T104" fmla="*/ 1917 w 2279"/>
                <a:gd name="T105" fmla="*/ 257 h 684"/>
                <a:gd name="T106" fmla="*/ 1952 w 2279"/>
                <a:gd name="T107" fmla="*/ 468 h 684"/>
                <a:gd name="T108" fmla="*/ 1989 w 2279"/>
                <a:gd name="T109" fmla="*/ 464 h 684"/>
                <a:gd name="T110" fmla="*/ 2023 w 2279"/>
                <a:gd name="T111" fmla="*/ 428 h 684"/>
                <a:gd name="T112" fmla="*/ 2060 w 2279"/>
                <a:gd name="T113" fmla="*/ 420 h 684"/>
                <a:gd name="T114" fmla="*/ 2097 w 2279"/>
                <a:gd name="T115" fmla="*/ 7 h 684"/>
                <a:gd name="T116" fmla="*/ 2133 w 2279"/>
                <a:gd name="T117" fmla="*/ 2 h 684"/>
                <a:gd name="T118" fmla="*/ 2169 w 2279"/>
                <a:gd name="T119" fmla="*/ 1 h 684"/>
                <a:gd name="T120" fmla="*/ 2205 w 2279"/>
                <a:gd name="T121" fmla="*/ 3 h 684"/>
                <a:gd name="T122" fmla="*/ 2239 w 2279"/>
                <a:gd name="T123" fmla="*/ 2 h 684"/>
                <a:gd name="T124" fmla="*/ 2277 w 2279"/>
                <a:gd name="T125" fmla="*/ 3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79" h="684">
                  <a:moveTo>
                    <a:pt x="0" y="4"/>
                  </a:moveTo>
                  <a:lnTo>
                    <a:pt x="0" y="4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2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4"/>
                  </a:lnTo>
                  <a:lnTo>
                    <a:pt x="7" y="4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11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3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5" y="3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8" y="3"/>
                  </a:lnTo>
                  <a:lnTo>
                    <a:pt x="28" y="4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1" y="4"/>
                  </a:lnTo>
                  <a:lnTo>
                    <a:pt x="33" y="3"/>
                  </a:lnTo>
                  <a:lnTo>
                    <a:pt x="34" y="4"/>
                  </a:lnTo>
                  <a:lnTo>
                    <a:pt x="34" y="3"/>
                  </a:lnTo>
                  <a:lnTo>
                    <a:pt x="36" y="3"/>
                  </a:lnTo>
                  <a:lnTo>
                    <a:pt x="37" y="4"/>
                  </a:lnTo>
                  <a:lnTo>
                    <a:pt x="38" y="4"/>
                  </a:lnTo>
                  <a:lnTo>
                    <a:pt x="38" y="3"/>
                  </a:lnTo>
                  <a:lnTo>
                    <a:pt x="40" y="2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4" y="4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48" y="2"/>
                  </a:lnTo>
                  <a:lnTo>
                    <a:pt x="49" y="4"/>
                  </a:lnTo>
                  <a:lnTo>
                    <a:pt x="50" y="3"/>
                  </a:lnTo>
                  <a:lnTo>
                    <a:pt x="50" y="3"/>
                  </a:lnTo>
                  <a:lnTo>
                    <a:pt x="51" y="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6" y="4"/>
                  </a:lnTo>
                  <a:lnTo>
                    <a:pt x="58" y="2"/>
                  </a:lnTo>
                  <a:lnTo>
                    <a:pt x="58" y="3"/>
                  </a:lnTo>
                  <a:lnTo>
                    <a:pt x="58" y="3"/>
                  </a:lnTo>
                  <a:lnTo>
                    <a:pt x="58" y="4"/>
                  </a:lnTo>
                  <a:lnTo>
                    <a:pt x="62" y="2"/>
                  </a:lnTo>
                  <a:lnTo>
                    <a:pt x="62" y="3"/>
                  </a:lnTo>
                  <a:lnTo>
                    <a:pt x="62" y="3"/>
                  </a:lnTo>
                  <a:lnTo>
                    <a:pt x="63" y="4"/>
                  </a:lnTo>
                  <a:lnTo>
                    <a:pt x="65" y="2"/>
                  </a:lnTo>
                  <a:lnTo>
                    <a:pt x="66" y="2"/>
                  </a:lnTo>
                  <a:lnTo>
                    <a:pt x="66" y="3"/>
                  </a:lnTo>
                  <a:lnTo>
                    <a:pt x="68" y="2"/>
                  </a:lnTo>
                  <a:lnTo>
                    <a:pt x="70" y="4"/>
                  </a:lnTo>
                  <a:lnTo>
                    <a:pt x="70" y="4"/>
                  </a:lnTo>
                  <a:lnTo>
                    <a:pt x="70" y="4"/>
                  </a:lnTo>
                  <a:lnTo>
                    <a:pt x="73" y="3"/>
                  </a:lnTo>
                  <a:lnTo>
                    <a:pt x="74" y="4"/>
                  </a:lnTo>
                  <a:lnTo>
                    <a:pt x="74" y="4"/>
                  </a:lnTo>
                  <a:lnTo>
                    <a:pt x="74" y="4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8" y="3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2" y="3"/>
                  </a:lnTo>
                  <a:lnTo>
                    <a:pt x="85" y="4"/>
                  </a:lnTo>
                  <a:lnTo>
                    <a:pt x="85" y="3"/>
                  </a:lnTo>
                  <a:lnTo>
                    <a:pt x="86" y="3"/>
                  </a:lnTo>
                  <a:lnTo>
                    <a:pt x="86" y="4"/>
                  </a:lnTo>
                  <a:lnTo>
                    <a:pt x="87" y="4"/>
                  </a:lnTo>
                  <a:lnTo>
                    <a:pt x="88" y="2"/>
                  </a:lnTo>
                  <a:lnTo>
                    <a:pt x="90" y="3"/>
                  </a:lnTo>
                  <a:lnTo>
                    <a:pt x="90" y="4"/>
                  </a:lnTo>
                  <a:lnTo>
                    <a:pt x="91" y="3"/>
                  </a:lnTo>
                  <a:lnTo>
                    <a:pt x="93" y="4"/>
                  </a:lnTo>
                  <a:lnTo>
                    <a:pt x="94" y="4"/>
                  </a:lnTo>
                  <a:lnTo>
                    <a:pt x="94" y="4"/>
                  </a:lnTo>
                  <a:lnTo>
                    <a:pt x="96" y="4"/>
                  </a:lnTo>
                  <a:lnTo>
                    <a:pt x="97" y="3"/>
                  </a:lnTo>
                  <a:lnTo>
                    <a:pt x="98" y="3"/>
                  </a:lnTo>
                  <a:lnTo>
                    <a:pt x="98" y="3"/>
                  </a:lnTo>
                  <a:lnTo>
                    <a:pt x="99" y="2"/>
                  </a:lnTo>
                  <a:lnTo>
                    <a:pt x="101" y="4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3" y="4"/>
                  </a:lnTo>
                  <a:lnTo>
                    <a:pt x="105" y="2"/>
                  </a:lnTo>
                  <a:lnTo>
                    <a:pt x="106" y="4"/>
                  </a:lnTo>
                  <a:lnTo>
                    <a:pt x="106" y="3"/>
                  </a:lnTo>
                  <a:lnTo>
                    <a:pt x="108" y="3"/>
                  </a:lnTo>
                  <a:lnTo>
                    <a:pt x="109" y="4"/>
                  </a:lnTo>
                  <a:lnTo>
                    <a:pt x="110" y="3"/>
                  </a:lnTo>
                  <a:lnTo>
                    <a:pt x="110" y="3"/>
                  </a:lnTo>
                  <a:lnTo>
                    <a:pt x="111" y="4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16" y="2"/>
                  </a:lnTo>
                  <a:lnTo>
                    <a:pt x="117" y="3"/>
                  </a:lnTo>
                  <a:lnTo>
                    <a:pt x="118" y="3"/>
                  </a:lnTo>
                  <a:lnTo>
                    <a:pt x="118" y="3"/>
                  </a:lnTo>
                  <a:lnTo>
                    <a:pt x="121" y="4"/>
                  </a:lnTo>
                  <a:lnTo>
                    <a:pt x="122" y="2"/>
                  </a:lnTo>
                  <a:lnTo>
                    <a:pt x="122" y="3"/>
                  </a:lnTo>
                  <a:lnTo>
                    <a:pt x="122" y="3"/>
                  </a:lnTo>
                  <a:lnTo>
                    <a:pt x="125" y="4"/>
                  </a:lnTo>
                  <a:lnTo>
                    <a:pt x="126" y="2"/>
                  </a:lnTo>
                  <a:lnTo>
                    <a:pt x="126" y="3"/>
                  </a:lnTo>
                  <a:lnTo>
                    <a:pt x="126" y="2"/>
                  </a:lnTo>
                  <a:lnTo>
                    <a:pt x="128" y="2"/>
                  </a:lnTo>
                  <a:lnTo>
                    <a:pt x="129" y="3"/>
                  </a:lnTo>
                  <a:lnTo>
                    <a:pt x="130" y="2"/>
                  </a:lnTo>
                  <a:lnTo>
                    <a:pt x="130" y="2"/>
                  </a:lnTo>
                  <a:lnTo>
                    <a:pt x="133" y="3"/>
                  </a:lnTo>
                  <a:lnTo>
                    <a:pt x="134" y="2"/>
                  </a:lnTo>
                  <a:lnTo>
                    <a:pt x="134" y="2"/>
                  </a:lnTo>
                  <a:lnTo>
                    <a:pt x="135" y="2"/>
                  </a:lnTo>
                  <a:lnTo>
                    <a:pt x="136" y="4"/>
                  </a:lnTo>
                  <a:lnTo>
                    <a:pt x="138" y="3"/>
                  </a:lnTo>
                  <a:lnTo>
                    <a:pt x="138" y="2"/>
                  </a:lnTo>
                  <a:lnTo>
                    <a:pt x="141" y="2"/>
                  </a:lnTo>
                  <a:lnTo>
                    <a:pt x="142" y="3"/>
                  </a:lnTo>
                  <a:lnTo>
                    <a:pt x="142" y="3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45" y="4"/>
                  </a:lnTo>
                  <a:lnTo>
                    <a:pt x="146" y="4"/>
                  </a:lnTo>
                  <a:lnTo>
                    <a:pt x="146" y="3"/>
                  </a:lnTo>
                  <a:lnTo>
                    <a:pt x="147" y="3"/>
                  </a:lnTo>
                  <a:lnTo>
                    <a:pt x="148" y="4"/>
                  </a:lnTo>
                  <a:lnTo>
                    <a:pt x="150" y="4"/>
                  </a:lnTo>
                  <a:lnTo>
                    <a:pt x="150" y="4"/>
                  </a:lnTo>
                  <a:lnTo>
                    <a:pt x="150" y="4"/>
                  </a:lnTo>
                  <a:lnTo>
                    <a:pt x="151" y="2"/>
                  </a:lnTo>
                  <a:lnTo>
                    <a:pt x="154" y="4"/>
                  </a:lnTo>
                  <a:lnTo>
                    <a:pt x="154" y="3"/>
                  </a:lnTo>
                  <a:lnTo>
                    <a:pt x="154" y="2"/>
                  </a:lnTo>
                  <a:lnTo>
                    <a:pt x="158" y="4"/>
                  </a:lnTo>
                  <a:lnTo>
                    <a:pt x="158" y="4"/>
                  </a:lnTo>
                  <a:lnTo>
                    <a:pt x="158" y="4"/>
                  </a:lnTo>
                  <a:lnTo>
                    <a:pt x="159" y="3"/>
                  </a:lnTo>
                  <a:lnTo>
                    <a:pt x="161" y="4"/>
                  </a:lnTo>
                  <a:lnTo>
                    <a:pt x="162" y="4"/>
                  </a:lnTo>
                  <a:lnTo>
                    <a:pt x="162" y="4"/>
                  </a:lnTo>
                  <a:lnTo>
                    <a:pt x="163" y="3"/>
                  </a:lnTo>
                  <a:lnTo>
                    <a:pt x="165" y="5"/>
                  </a:lnTo>
                  <a:lnTo>
                    <a:pt x="166" y="4"/>
                  </a:lnTo>
                  <a:lnTo>
                    <a:pt x="166" y="4"/>
                  </a:lnTo>
                  <a:lnTo>
                    <a:pt x="167" y="4"/>
                  </a:lnTo>
                  <a:lnTo>
                    <a:pt x="168" y="3"/>
                  </a:lnTo>
                  <a:lnTo>
                    <a:pt x="170" y="4"/>
                  </a:lnTo>
                  <a:lnTo>
                    <a:pt x="170" y="3"/>
                  </a:lnTo>
                  <a:lnTo>
                    <a:pt x="171" y="2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75" y="3"/>
                  </a:lnTo>
                  <a:lnTo>
                    <a:pt x="177" y="6"/>
                  </a:lnTo>
                  <a:lnTo>
                    <a:pt x="178" y="5"/>
                  </a:lnTo>
                  <a:lnTo>
                    <a:pt x="178" y="5"/>
                  </a:lnTo>
                  <a:lnTo>
                    <a:pt x="178" y="4"/>
                  </a:lnTo>
                  <a:lnTo>
                    <a:pt x="180" y="7"/>
                  </a:lnTo>
                  <a:lnTo>
                    <a:pt x="182" y="5"/>
                  </a:lnTo>
                  <a:lnTo>
                    <a:pt x="182" y="5"/>
                  </a:lnTo>
                  <a:lnTo>
                    <a:pt x="183" y="6"/>
                  </a:lnTo>
                  <a:lnTo>
                    <a:pt x="186" y="3"/>
                  </a:lnTo>
                  <a:lnTo>
                    <a:pt x="186" y="4"/>
                  </a:lnTo>
                  <a:lnTo>
                    <a:pt x="186" y="3"/>
                  </a:lnTo>
                  <a:lnTo>
                    <a:pt x="188" y="4"/>
                  </a:lnTo>
                  <a:lnTo>
                    <a:pt x="190" y="2"/>
                  </a:lnTo>
                  <a:lnTo>
                    <a:pt x="190" y="3"/>
                  </a:lnTo>
                  <a:lnTo>
                    <a:pt x="190" y="3"/>
                  </a:lnTo>
                  <a:lnTo>
                    <a:pt x="191" y="4"/>
                  </a:lnTo>
                  <a:lnTo>
                    <a:pt x="193" y="2"/>
                  </a:lnTo>
                  <a:lnTo>
                    <a:pt x="194" y="3"/>
                  </a:lnTo>
                  <a:lnTo>
                    <a:pt x="194" y="3"/>
                  </a:lnTo>
                  <a:lnTo>
                    <a:pt x="196" y="2"/>
                  </a:lnTo>
                  <a:lnTo>
                    <a:pt x="198" y="4"/>
                  </a:lnTo>
                  <a:lnTo>
                    <a:pt x="198" y="3"/>
                  </a:lnTo>
                  <a:lnTo>
                    <a:pt x="198" y="4"/>
                  </a:lnTo>
                  <a:lnTo>
                    <a:pt x="200" y="4"/>
                  </a:lnTo>
                  <a:lnTo>
                    <a:pt x="202" y="2"/>
                  </a:lnTo>
                  <a:lnTo>
                    <a:pt x="202" y="3"/>
                  </a:lnTo>
                  <a:lnTo>
                    <a:pt x="202" y="4"/>
                  </a:lnTo>
                  <a:lnTo>
                    <a:pt x="203" y="4"/>
                  </a:lnTo>
                  <a:lnTo>
                    <a:pt x="205" y="2"/>
                  </a:lnTo>
                  <a:lnTo>
                    <a:pt x="206" y="2"/>
                  </a:lnTo>
                  <a:lnTo>
                    <a:pt x="206" y="2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0" y="2"/>
                  </a:lnTo>
                  <a:lnTo>
                    <a:pt x="210" y="2"/>
                  </a:lnTo>
                  <a:lnTo>
                    <a:pt x="213" y="3"/>
                  </a:lnTo>
                  <a:lnTo>
                    <a:pt x="214" y="1"/>
                  </a:lnTo>
                  <a:lnTo>
                    <a:pt x="214" y="2"/>
                  </a:lnTo>
                  <a:lnTo>
                    <a:pt x="214" y="2"/>
                  </a:lnTo>
                  <a:lnTo>
                    <a:pt x="215" y="1"/>
                  </a:lnTo>
                  <a:lnTo>
                    <a:pt x="217" y="3"/>
                  </a:lnTo>
                  <a:lnTo>
                    <a:pt x="218" y="2"/>
                  </a:lnTo>
                  <a:lnTo>
                    <a:pt x="218" y="2"/>
                  </a:lnTo>
                  <a:lnTo>
                    <a:pt x="220" y="2"/>
                  </a:lnTo>
                  <a:lnTo>
                    <a:pt x="220" y="4"/>
                  </a:lnTo>
                  <a:lnTo>
                    <a:pt x="222" y="3"/>
                  </a:lnTo>
                  <a:lnTo>
                    <a:pt x="222" y="4"/>
                  </a:lnTo>
                  <a:lnTo>
                    <a:pt x="224" y="4"/>
                  </a:lnTo>
                  <a:lnTo>
                    <a:pt x="225" y="2"/>
                  </a:lnTo>
                  <a:lnTo>
                    <a:pt x="226" y="3"/>
                  </a:lnTo>
                  <a:lnTo>
                    <a:pt x="226" y="3"/>
                  </a:lnTo>
                  <a:lnTo>
                    <a:pt x="227" y="4"/>
                  </a:lnTo>
                  <a:lnTo>
                    <a:pt x="228" y="2"/>
                  </a:lnTo>
                  <a:lnTo>
                    <a:pt x="230" y="4"/>
                  </a:lnTo>
                  <a:lnTo>
                    <a:pt x="230" y="4"/>
                  </a:lnTo>
                  <a:lnTo>
                    <a:pt x="230" y="3"/>
                  </a:lnTo>
                  <a:lnTo>
                    <a:pt x="234" y="4"/>
                  </a:lnTo>
                  <a:lnTo>
                    <a:pt x="234" y="4"/>
                  </a:lnTo>
                  <a:lnTo>
                    <a:pt x="234" y="4"/>
                  </a:lnTo>
                  <a:lnTo>
                    <a:pt x="235" y="4"/>
                  </a:lnTo>
                  <a:lnTo>
                    <a:pt x="237" y="2"/>
                  </a:lnTo>
                  <a:lnTo>
                    <a:pt x="238" y="3"/>
                  </a:lnTo>
                  <a:lnTo>
                    <a:pt x="238" y="3"/>
                  </a:lnTo>
                  <a:lnTo>
                    <a:pt x="238" y="4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42" y="3"/>
                  </a:lnTo>
                  <a:lnTo>
                    <a:pt x="244" y="4"/>
                  </a:lnTo>
                  <a:lnTo>
                    <a:pt x="244" y="2"/>
                  </a:lnTo>
                  <a:lnTo>
                    <a:pt x="246" y="3"/>
                  </a:lnTo>
                  <a:lnTo>
                    <a:pt x="246" y="3"/>
                  </a:lnTo>
                  <a:lnTo>
                    <a:pt x="248" y="4"/>
                  </a:lnTo>
                  <a:lnTo>
                    <a:pt x="250" y="2"/>
                  </a:lnTo>
                  <a:lnTo>
                    <a:pt x="250" y="3"/>
                  </a:lnTo>
                  <a:lnTo>
                    <a:pt x="250" y="3"/>
                  </a:lnTo>
                  <a:lnTo>
                    <a:pt x="253" y="4"/>
                  </a:lnTo>
                  <a:lnTo>
                    <a:pt x="254" y="2"/>
                  </a:lnTo>
                  <a:lnTo>
                    <a:pt x="255" y="3"/>
                  </a:lnTo>
                  <a:lnTo>
                    <a:pt x="255" y="3"/>
                  </a:lnTo>
                  <a:lnTo>
                    <a:pt x="257" y="4"/>
                  </a:lnTo>
                  <a:lnTo>
                    <a:pt x="258" y="2"/>
                  </a:lnTo>
                  <a:lnTo>
                    <a:pt x="258" y="3"/>
                  </a:lnTo>
                  <a:lnTo>
                    <a:pt x="258" y="3"/>
                  </a:lnTo>
                  <a:lnTo>
                    <a:pt x="260" y="4"/>
                  </a:lnTo>
                  <a:lnTo>
                    <a:pt x="261" y="2"/>
                  </a:lnTo>
                  <a:lnTo>
                    <a:pt x="262" y="2"/>
                  </a:lnTo>
                  <a:lnTo>
                    <a:pt x="262" y="3"/>
                  </a:lnTo>
                  <a:lnTo>
                    <a:pt x="263" y="3"/>
                  </a:lnTo>
                  <a:lnTo>
                    <a:pt x="264" y="1"/>
                  </a:lnTo>
                  <a:lnTo>
                    <a:pt x="267" y="2"/>
                  </a:lnTo>
                  <a:lnTo>
                    <a:pt x="267" y="2"/>
                  </a:lnTo>
                  <a:lnTo>
                    <a:pt x="268" y="2"/>
                  </a:lnTo>
                  <a:lnTo>
                    <a:pt x="270" y="3"/>
                  </a:lnTo>
                  <a:lnTo>
                    <a:pt x="270" y="2"/>
                  </a:lnTo>
                  <a:lnTo>
                    <a:pt x="270" y="2"/>
                  </a:lnTo>
                  <a:lnTo>
                    <a:pt x="271" y="2"/>
                  </a:lnTo>
                  <a:lnTo>
                    <a:pt x="274" y="4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76" y="3"/>
                  </a:lnTo>
                  <a:lnTo>
                    <a:pt x="276" y="4"/>
                  </a:lnTo>
                  <a:lnTo>
                    <a:pt x="279" y="3"/>
                  </a:lnTo>
                  <a:lnTo>
                    <a:pt x="279" y="4"/>
                  </a:lnTo>
                  <a:lnTo>
                    <a:pt x="279" y="4"/>
                  </a:lnTo>
                  <a:lnTo>
                    <a:pt x="282" y="2"/>
                  </a:lnTo>
                  <a:lnTo>
                    <a:pt x="282" y="3"/>
                  </a:lnTo>
                  <a:lnTo>
                    <a:pt x="282" y="2"/>
                  </a:lnTo>
                  <a:lnTo>
                    <a:pt x="283" y="2"/>
                  </a:lnTo>
                  <a:lnTo>
                    <a:pt x="284" y="4"/>
                  </a:lnTo>
                  <a:lnTo>
                    <a:pt x="286" y="3"/>
                  </a:lnTo>
                  <a:lnTo>
                    <a:pt x="286" y="3"/>
                  </a:lnTo>
                  <a:lnTo>
                    <a:pt x="288" y="4"/>
                  </a:lnTo>
                  <a:lnTo>
                    <a:pt x="289" y="2"/>
                  </a:lnTo>
                  <a:lnTo>
                    <a:pt x="291" y="3"/>
                  </a:lnTo>
                  <a:lnTo>
                    <a:pt x="291" y="2"/>
                  </a:lnTo>
                  <a:lnTo>
                    <a:pt x="291" y="2"/>
                  </a:lnTo>
                  <a:lnTo>
                    <a:pt x="293" y="4"/>
                  </a:lnTo>
                  <a:lnTo>
                    <a:pt x="294" y="3"/>
                  </a:lnTo>
                  <a:lnTo>
                    <a:pt x="294" y="3"/>
                  </a:lnTo>
                  <a:lnTo>
                    <a:pt x="295" y="4"/>
                  </a:lnTo>
                  <a:lnTo>
                    <a:pt x="298" y="2"/>
                  </a:lnTo>
                  <a:lnTo>
                    <a:pt x="298" y="3"/>
                  </a:lnTo>
                  <a:lnTo>
                    <a:pt x="298" y="4"/>
                  </a:lnTo>
                  <a:lnTo>
                    <a:pt x="300" y="4"/>
                  </a:lnTo>
                  <a:lnTo>
                    <a:pt x="302" y="2"/>
                  </a:lnTo>
                  <a:lnTo>
                    <a:pt x="303" y="3"/>
                  </a:lnTo>
                  <a:lnTo>
                    <a:pt x="303" y="3"/>
                  </a:lnTo>
                  <a:lnTo>
                    <a:pt x="306" y="2"/>
                  </a:lnTo>
                  <a:lnTo>
                    <a:pt x="306" y="4"/>
                  </a:lnTo>
                  <a:lnTo>
                    <a:pt x="306" y="2"/>
                  </a:lnTo>
                  <a:lnTo>
                    <a:pt x="306" y="3"/>
                  </a:lnTo>
                  <a:lnTo>
                    <a:pt x="309" y="4"/>
                  </a:lnTo>
                  <a:lnTo>
                    <a:pt x="310" y="2"/>
                  </a:lnTo>
                  <a:lnTo>
                    <a:pt x="310" y="2"/>
                  </a:lnTo>
                  <a:lnTo>
                    <a:pt x="310" y="2"/>
                  </a:lnTo>
                  <a:lnTo>
                    <a:pt x="313" y="4"/>
                  </a:lnTo>
                  <a:lnTo>
                    <a:pt x="313" y="2"/>
                  </a:lnTo>
                  <a:lnTo>
                    <a:pt x="315" y="2"/>
                  </a:lnTo>
                  <a:lnTo>
                    <a:pt x="315" y="3"/>
                  </a:lnTo>
                  <a:lnTo>
                    <a:pt x="316" y="3"/>
                  </a:lnTo>
                  <a:lnTo>
                    <a:pt x="318" y="1"/>
                  </a:lnTo>
                  <a:lnTo>
                    <a:pt x="318" y="2"/>
                  </a:lnTo>
                  <a:lnTo>
                    <a:pt x="318" y="2"/>
                  </a:lnTo>
                  <a:lnTo>
                    <a:pt x="319" y="2"/>
                  </a:lnTo>
                  <a:lnTo>
                    <a:pt x="320" y="3"/>
                  </a:lnTo>
                  <a:lnTo>
                    <a:pt x="323" y="2"/>
                  </a:lnTo>
                  <a:lnTo>
                    <a:pt x="323" y="2"/>
                  </a:lnTo>
                  <a:lnTo>
                    <a:pt x="323" y="3"/>
                  </a:lnTo>
                  <a:lnTo>
                    <a:pt x="324" y="2"/>
                  </a:lnTo>
                  <a:lnTo>
                    <a:pt x="327" y="2"/>
                  </a:lnTo>
                  <a:lnTo>
                    <a:pt x="327" y="2"/>
                  </a:lnTo>
                  <a:lnTo>
                    <a:pt x="327" y="3"/>
                  </a:lnTo>
                  <a:lnTo>
                    <a:pt x="329" y="2"/>
                  </a:lnTo>
                  <a:lnTo>
                    <a:pt x="330" y="2"/>
                  </a:lnTo>
                  <a:lnTo>
                    <a:pt x="330" y="2"/>
                  </a:lnTo>
                  <a:lnTo>
                    <a:pt x="331" y="2"/>
                  </a:lnTo>
                  <a:lnTo>
                    <a:pt x="334" y="3"/>
                  </a:lnTo>
                  <a:lnTo>
                    <a:pt x="335" y="2"/>
                  </a:lnTo>
                  <a:lnTo>
                    <a:pt x="335" y="3"/>
                  </a:lnTo>
                  <a:lnTo>
                    <a:pt x="336" y="2"/>
                  </a:lnTo>
                  <a:lnTo>
                    <a:pt x="336" y="3"/>
                  </a:lnTo>
                  <a:lnTo>
                    <a:pt x="339" y="2"/>
                  </a:lnTo>
                  <a:lnTo>
                    <a:pt x="339" y="2"/>
                  </a:lnTo>
                  <a:lnTo>
                    <a:pt x="339" y="3"/>
                  </a:lnTo>
                  <a:lnTo>
                    <a:pt x="339" y="1"/>
                  </a:lnTo>
                  <a:lnTo>
                    <a:pt x="342" y="2"/>
                  </a:lnTo>
                  <a:lnTo>
                    <a:pt x="342" y="2"/>
                  </a:lnTo>
                  <a:lnTo>
                    <a:pt x="343" y="1"/>
                  </a:lnTo>
                  <a:lnTo>
                    <a:pt x="346" y="3"/>
                  </a:lnTo>
                  <a:lnTo>
                    <a:pt x="347" y="2"/>
                  </a:lnTo>
                  <a:lnTo>
                    <a:pt x="347" y="2"/>
                  </a:lnTo>
                  <a:lnTo>
                    <a:pt x="347" y="3"/>
                  </a:lnTo>
                  <a:lnTo>
                    <a:pt x="348" y="1"/>
                  </a:lnTo>
                  <a:lnTo>
                    <a:pt x="351" y="2"/>
                  </a:lnTo>
                  <a:lnTo>
                    <a:pt x="351" y="2"/>
                  </a:lnTo>
                  <a:lnTo>
                    <a:pt x="351" y="2"/>
                  </a:lnTo>
                  <a:lnTo>
                    <a:pt x="352" y="1"/>
                  </a:lnTo>
                  <a:lnTo>
                    <a:pt x="354" y="1"/>
                  </a:lnTo>
                  <a:lnTo>
                    <a:pt x="354" y="2"/>
                  </a:lnTo>
                  <a:lnTo>
                    <a:pt x="355" y="1"/>
                  </a:lnTo>
                  <a:lnTo>
                    <a:pt x="357" y="2"/>
                  </a:lnTo>
                  <a:lnTo>
                    <a:pt x="359" y="1"/>
                  </a:lnTo>
                  <a:lnTo>
                    <a:pt x="359" y="2"/>
                  </a:lnTo>
                  <a:lnTo>
                    <a:pt x="361" y="2"/>
                  </a:lnTo>
                  <a:lnTo>
                    <a:pt x="361" y="1"/>
                  </a:lnTo>
                  <a:lnTo>
                    <a:pt x="363" y="1"/>
                  </a:lnTo>
                  <a:lnTo>
                    <a:pt x="363" y="1"/>
                  </a:lnTo>
                  <a:lnTo>
                    <a:pt x="363" y="2"/>
                  </a:lnTo>
                  <a:lnTo>
                    <a:pt x="364" y="1"/>
                  </a:lnTo>
                  <a:lnTo>
                    <a:pt x="366" y="1"/>
                  </a:lnTo>
                  <a:lnTo>
                    <a:pt x="366" y="1"/>
                  </a:lnTo>
                  <a:lnTo>
                    <a:pt x="369" y="1"/>
                  </a:lnTo>
                  <a:lnTo>
                    <a:pt x="370" y="2"/>
                  </a:lnTo>
                  <a:lnTo>
                    <a:pt x="371" y="1"/>
                  </a:lnTo>
                  <a:lnTo>
                    <a:pt x="371" y="1"/>
                  </a:lnTo>
                  <a:lnTo>
                    <a:pt x="373" y="1"/>
                  </a:lnTo>
                  <a:lnTo>
                    <a:pt x="374" y="2"/>
                  </a:lnTo>
                  <a:lnTo>
                    <a:pt x="375" y="1"/>
                  </a:lnTo>
                  <a:lnTo>
                    <a:pt x="375" y="2"/>
                  </a:lnTo>
                  <a:lnTo>
                    <a:pt x="376" y="1"/>
                  </a:lnTo>
                  <a:lnTo>
                    <a:pt x="378" y="2"/>
                  </a:lnTo>
                  <a:lnTo>
                    <a:pt x="378" y="1"/>
                  </a:lnTo>
                  <a:lnTo>
                    <a:pt x="378" y="1"/>
                  </a:lnTo>
                  <a:lnTo>
                    <a:pt x="379" y="2"/>
                  </a:lnTo>
                  <a:lnTo>
                    <a:pt x="381" y="1"/>
                  </a:lnTo>
                  <a:lnTo>
                    <a:pt x="383" y="1"/>
                  </a:lnTo>
                  <a:lnTo>
                    <a:pt x="383" y="2"/>
                  </a:lnTo>
                  <a:lnTo>
                    <a:pt x="384" y="2"/>
                  </a:lnTo>
                  <a:lnTo>
                    <a:pt x="386" y="1"/>
                  </a:lnTo>
                  <a:lnTo>
                    <a:pt x="387" y="1"/>
                  </a:lnTo>
                  <a:lnTo>
                    <a:pt x="387" y="1"/>
                  </a:lnTo>
                  <a:lnTo>
                    <a:pt x="387" y="1"/>
                  </a:lnTo>
                  <a:lnTo>
                    <a:pt x="390" y="2"/>
                  </a:lnTo>
                  <a:lnTo>
                    <a:pt x="391" y="2"/>
                  </a:lnTo>
                  <a:lnTo>
                    <a:pt x="391" y="1"/>
                  </a:lnTo>
                  <a:lnTo>
                    <a:pt x="391" y="2"/>
                  </a:lnTo>
                  <a:lnTo>
                    <a:pt x="393" y="1"/>
                  </a:lnTo>
                  <a:lnTo>
                    <a:pt x="395" y="1"/>
                  </a:lnTo>
                  <a:lnTo>
                    <a:pt x="395" y="1"/>
                  </a:lnTo>
                  <a:lnTo>
                    <a:pt x="396" y="1"/>
                  </a:lnTo>
                  <a:lnTo>
                    <a:pt x="398" y="2"/>
                  </a:lnTo>
                  <a:lnTo>
                    <a:pt x="399" y="1"/>
                  </a:lnTo>
                  <a:lnTo>
                    <a:pt x="399" y="2"/>
                  </a:lnTo>
                  <a:lnTo>
                    <a:pt x="400" y="1"/>
                  </a:lnTo>
                  <a:lnTo>
                    <a:pt x="401" y="2"/>
                  </a:lnTo>
                  <a:lnTo>
                    <a:pt x="403" y="1"/>
                  </a:lnTo>
                  <a:lnTo>
                    <a:pt x="403" y="1"/>
                  </a:lnTo>
                  <a:lnTo>
                    <a:pt x="403" y="1"/>
                  </a:lnTo>
                  <a:lnTo>
                    <a:pt x="405" y="2"/>
                  </a:lnTo>
                  <a:lnTo>
                    <a:pt x="407" y="2"/>
                  </a:lnTo>
                  <a:lnTo>
                    <a:pt x="407" y="1"/>
                  </a:lnTo>
                  <a:lnTo>
                    <a:pt x="407" y="2"/>
                  </a:lnTo>
                  <a:lnTo>
                    <a:pt x="411" y="1"/>
                  </a:lnTo>
                  <a:lnTo>
                    <a:pt x="411" y="1"/>
                  </a:lnTo>
                  <a:lnTo>
                    <a:pt x="411" y="1"/>
                  </a:lnTo>
                  <a:lnTo>
                    <a:pt x="412" y="1"/>
                  </a:lnTo>
                  <a:lnTo>
                    <a:pt x="414" y="2"/>
                  </a:lnTo>
                  <a:lnTo>
                    <a:pt x="415" y="1"/>
                  </a:lnTo>
                  <a:lnTo>
                    <a:pt x="415" y="1"/>
                  </a:lnTo>
                  <a:lnTo>
                    <a:pt x="415" y="1"/>
                  </a:lnTo>
                  <a:lnTo>
                    <a:pt x="416" y="2"/>
                  </a:lnTo>
                  <a:lnTo>
                    <a:pt x="419" y="1"/>
                  </a:lnTo>
                  <a:lnTo>
                    <a:pt x="419" y="1"/>
                  </a:lnTo>
                  <a:lnTo>
                    <a:pt x="419" y="1"/>
                  </a:lnTo>
                  <a:lnTo>
                    <a:pt x="422" y="36"/>
                  </a:lnTo>
                  <a:lnTo>
                    <a:pt x="423" y="36"/>
                  </a:lnTo>
                  <a:lnTo>
                    <a:pt x="423" y="36"/>
                  </a:lnTo>
                  <a:lnTo>
                    <a:pt x="423" y="35"/>
                  </a:lnTo>
                  <a:lnTo>
                    <a:pt x="425" y="75"/>
                  </a:lnTo>
                  <a:lnTo>
                    <a:pt x="427" y="73"/>
                  </a:lnTo>
                  <a:lnTo>
                    <a:pt x="427" y="73"/>
                  </a:lnTo>
                  <a:lnTo>
                    <a:pt x="428" y="74"/>
                  </a:lnTo>
                  <a:lnTo>
                    <a:pt x="431" y="61"/>
                  </a:lnTo>
                  <a:lnTo>
                    <a:pt x="431" y="61"/>
                  </a:lnTo>
                  <a:lnTo>
                    <a:pt x="431" y="61"/>
                  </a:lnTo>
                  <a:lnTo>
                    <a:pt x="431" y="62"/>
                  </a:lnTo>
                  <a:lnTo>
                    <a:pt x="434" y="50"/>
                  </a:lnTo>
                  <a:lnTo>
                    <a:pt x="435" y="51"/>
                  </a:lnTo>
                  <a:lnTo>
                    <a:pt x="435" y="50"/>
                  </a:lnTo>
                  <a:lnTo>
                    <a:pt x="436" y="51"/>
                  </a:lnTo>
                  <a:lnTo>
                    <a:pt x="439" y="40"/>
                  </a:lnTo>
                  <a:lnTo>
                    <a:pt x="439" y="40"/>
                  </a:lnTo>
                  <a:lnTo>
                    <a:pt x="439" y="41"/>
                  </a:lnTo>
                  <a:lnTo>
                    <a:pt x="443" y="30"/>
                  </a:lnTo>
                  <a:lnTo>
                    <a:pt x="443" y="31"/>
                  </a:lnTo>
                  <a:lnTo>
                    <a:pt x="443" y="30"/>
                  </a:lnTo>
                  <a:lnTo>
                    <a:pt x="445" y="31"/>
                  </a:lnTo>
                  <a:lnTo>
                    <a:pt x="446" y="24"/>
                  </a:lnTo>
                  <a:lnTo>
                    <a:pt x="447" y="24"/>
                  </a:lnTo>
                  <a:lnTo>
                    <a:pt x="447" y="25"/>
                  </a:lnTo>
                  <a:lnTo>
                    <a:pt x="447" y="25"/>
                  </a:lnTo>
                  <a:lnTo>
                    <a:pt x="449" y="18"/>
                  </a:lnTo>
                  <a:lnTo>
                    <a:pt x="451" y="18"/>
                  </a:lnTo>
                  <a:lnTo>
                    <a:pt x="451" y="19"/>
                  </a:lnTo>
                  <a:lnTo>
                    <a:pt x="455" y="5"/>
                  </a:lnTo>
                  <a:lnTo>
                    <a:pt x="455" y="5"/>
                  </a:lnTo>
                  <a:lnTo>
                    <a:pt x="455" y="5"/>
                  </a:lnTo>
                  <a:lnTo>
                    <a:pt x="456" y="6"/>
                  </a:lnTo>
                  <a:lnTo>
                    <a:pt x="458" y="1"/>
                  </a:lnTo>
                  <a:lnTo>
                    <a:pt x="459" y="2"/>
                  </a:lnTo>
                  <a:lnTo>
                    <a:pt x="459" y="1"/>
                  </a:lnTo>
                  <a:lnTo>
                    <a:pt x="459" y="1"/>
                  </a:lnTo>
                  <a:lnTo>
                    <a:pt x="462" y="2"/>
                  </a:lnTo>
                  <a:lnTo>
                    <a:pt x="463" y="2"/>
                  </a:lnTo>
                  <a:lnTo>
                    <a:pt x="463" y="1"/>
                  </a:lnTo>
                  <a:lnTo>
                    <a:pt x="466" y="2"/>
                  </a:lnTo>
                  <a:lnTo>
                    <a:pt x="467" y="1"/>
                  </a:lnTo>
                  <a:lnTo>
                    <a:pt x="467" y="2"/>
                  </a:lnTo>
                  <a:lnTo>
                    <a:pt x="467" y="2"/>
                  </a:lnTo>
                  <a:lnTo>
                    <a:pt x="468" y="3"/>
                  </a:lnTo>
                  <a:lnTo>
                    <a:pt x="470" y="1"/>
                  </a:lnTo>
                  <a:lnTo>
                    <a:pt x="471" y="2"/>
                  </a:lnTo>
                  <a:lnTo>
                    <a:pt x="471" y="2"/>
                  </a:lnTo>
                  <a:lnTo>
                    <a:pt x="472" y="1"/>
                  </a:lnTo>
                  <a:lnTo>
                    <a:pt x="474" y="2"/>
                  </a:lnTo>
                  <a:lnTo>
                    <a:pt x="475" y="2"/>
                  </a:lnTo>
                  <a:lnTo>
                    <a:pt x="475" y="2"/>
                  </a:lnTo>
                  <a:lnTo>
                    <a:pt x="476" y="3"/>
                  </a:lnTo>
                  <a:lnTo>
                    <a:pt x="477" y="1"/>
                  </a:lnTo>
                  <a:lnTo>
                    <a:pt x="479" y="2"/>
                  </a:lnTo>
                  <a:lnTo>
                    <a:pt x="479" y="2"/>
                  </a:lnTo>
                  <a:lnTo>
                    <a:pt x="480" y="3"/>
                  </a:lnTo>
                  <a:lnTo>
                    <a:pt x="482" y="1"/>
                  </a:lnTo>
                  <a:lnTo>
                    <a:pt x="483" y="2"/>
                  </a:lnTo>
                  <a:lnTo>
                    <a:pt x="483" y="2"/>
                  </a:lnTo>
                  <a:lnTo>
                    <a:pt x="484" y="3"/>
                  </a:lnTo>
                  <a:lnTo>
                    <a:pt x="486" y="1"/>
                  </a:lnTo>
                  <a:lnTo>
                    <a:pt x="487" y="2"/>
                  </a:lnTo>
                  <a:lnTo>
                    <a:pt x="487" y="1"/>
                  </a:lnTo>
                  <a:lnTo>
                    <a:pt x="488" y="2"/>
                  </a:lnTo>
                  <a:lnTo>
                    <a:pt x="490" y="1"/>
                  </a:lnTo>
                  <a:lnTo>
                    <a:pt x="491" y="2"/>
                  </a:lnTo>
                  <a:lnTo>
                    <a:pt x="491" y="1"/>
                  </a:lnTo>
                  <a:lnTo>
                    <a:pt x="492" y="2"/>
                  </a:lnTo>
                  <a:lnTo>
                    <a:pt x="492" y="1"/>
                  </a:lnTo>
                  <a:lnTo>
                    <a:pt x="495" y="1"/>
                  </a:lnTo>
                  <a:lnTo>
                    <a:pt x="495" y="1"/>
                  </a:lnTo>
                  <a:lnTo>
                    <a:pt x="495" y="2"/>
                  </a:lnTo>
                  <a:lnTo>
                    <a:pt x="496" y="1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502" y="1"/>
                  </a:lnTo>
                  <a:lnTo>
                    <a:pt x="502" y="2"/>
                  </a:lnTo>
                  <a:lnTo>
                    <a:pt x="503" y="1"/>
                  </a:lnTo>
                  <a:lnTo>
                    <a:pt x="503" y="2"/>
                  </a:lnTo>
                  <a:lnTo>
                    <a:pt x="504" y="2"/>
                  </a:lnTo>
                  <a:lnTo>
                    <a:pt x="506" y="0"/>
                  </a:lnTo>
                  <a:lnTo>
                    <a:pt x="507" y="1"/>
                  </a:lnTo>
                  <a:lnTo>
                    <a:pt x="507" y="1"/>
                  </a:lnTo>
                  <a:lnTo>
                    <a:pt x="508" y="2"/>
                  </a:lnTo>
                  <a:lnTo>
                    <a:pt x="510" y="0"/>
                  </a:lnTo>
                  <a:lnTo>
                    <a:pt x="511" y="1"/>
                  </a:lnTo>
                  <a:lnTo>
                    <a:pt x="511" y="1"/>
                  </a:lnTo>
                  <a:lnTo>
                    <a:pt x="512" y="2"/>
                  </a:lnTo>
                  <a:lnTo>
                    <a:pt x="515" y="0"/>
                  </a:lnTo>
                  <a:lnTo>
                    <a:pt x="515" y="1"/>
                  </a:lnTo>
                  <a:lnTo>
                    <a:pt x="515" y="1"/>
                  </a:lnTo>
                  <a:lnTo>
                    <a:pt x="515" y="0"/>
                  </a:lnTo>
                  <a:lnTo>
                    <a:pt x="518" y="2"/>
                  </a:lnTo>
                  <a:lnTo>
                    <a:pt x="519" y="2"/>
                  </a:lnTo>
                  <a:lnTo>
                    <a:pt x="519" y="1"/>
                  </a:lnTo>
                  <a:lnTo>
                    <a:pt x="520" y="1"/>
                  </a:lnTo>
                  <a:lnTo>
                    <a:pt x="522" y="3"/>
                  </a:lnTo>
                  <a:lnTo>
                    <a:pt x="523" y="2"/>
                  </a:lnTo>
                  <a:lnTo>
                    <a:pt x="523" y="2"/>
                  </a:lnTo>
                  <a:lnTo>
                    <a:pt x="525" y="3"/>
                  </a:lnTo>
                  <a:lnTo>
                    <a:pt x="526" y="1"/>
                  </a:lnTo>
                  <a:lnTo>
                    <a:pt x="527" y="2"/>
                  </a:lnTo>
                  <a:lnTo>
                    <a:pt x="527" y="2"/>
                  </a:lnTo>
                  <a:lnTo>
                    <a:pt x="527" y="2"/>
                  </a:lnTo>
                  <a:lnTo>
                    <a:pt x="530" y="3"/>
                  </a:lnTo>
                  <a:lnTo>
                    <a:pt x="531" y="2"/>
                  </a:lnTo>
                  <a:lnTo>
                    <a:pt x="531" y="2"/>
                  </a:lnTo>
                  <a:lnTo>
                    <a:pt x="533" y="2"/>
                  </a:lnTo>
                  <a:lnTo>
                    <a:pt x="534" y="3"/>
                  </a:lnTo>
                  <a:lnTo>
                    <a:pt x="535" y="2"/>
                  </a:lnTo>
                  <a:lnTo>
                    <a:pt x="535" y="3"/>
                  </a:lnTo>
                  <a:lnTo>
                    <a:pt x="536" y="3"/>
                  </a:lnTo>
                  <a:lnTo>
                    <a:pt x="538" y="2"/>
                  </a:lnTo>
                  <a:lnTo>
                    <a:pt x="539" y="2"/>
                  </a:lnTo>
                  <a:lnTo>
                    <a:pt x="539" y="2"/>
                  </a:lnTo>
                  <a:lnTo>
                    <a:pt x="540" y="3"/>
                  </a:lnTo>
                  <a:lnTo>
                    <a:pt x="541" y="2"/>
                  </a:lnTo>
                  <a:lnTo>
                    <a:pt x="543" y="2"/>
                  </a:lnTo>
                  <a:lnTo>
                    <a:pt x="543" y="3"/>
                  </a:lnTo>
                  <a:lnTo>
                    <a:pt x="543" y="3"/>
                  </a:lnTo>
                  <a:lnTo>
                    <a:pt x="546" y="1"/>
                  </a:lnTo>
                  <a:lnTo>
                    <a:pt x="547" y="2"/>
                  </a:lnTo>
                  <a:lnTo>
                    <a:pt x="547" y="2"/>
                  </a:lnTo>
                  <a:lnTo>
                    <a:pt x="549" y="3"/>
                  </a:lnTo>
                  <a:lnTo>
                    <a:pt x="551" y="1"/>
                  </a:lnTo>
                  <a:lnTo>
                    <a:pt x="551" y="2"/>
                  </a:lnTo>
                  <a:lnTo>
                    <a:pt x="551" y="2"/>
                  </a:lnTo>
                  <a:lnTo>
                    <a:pt x="552" y="2"/>
                  </a:lnTo>
                  <a:lnTo>
                    <a:pt x="553" y="3"/>
                  </a:lnTo>
                  <a:lnTo>
                    <a:pt x="555" y="2"/>
                  </a:lnTo>
                  <a:lnTo>
                    <a:pt x="555" y="3"/>
                  </a:lnTo>
                  <a:lnTo>
                    <a:pt x="556" y="2"/>
                  </a:lnTo>
                  <a:lnTo>
                    <a:pt x="558" y="3"/>
                  </a:lnTo>
                  <a:lnTo>
                    <a:pt x="559" y="2"/>
                  </a:lnTo>
                  <a:lnTo>
                    <a:pt x="559" y="2"/>
                  </a:lnTo>
                  <a:lnTo>
                    <a:pt x="561" y="3"/>
                  </a:lnTo>
                  <a:lnTo>
                    <a:pt x="563" y="2"/>
                  </a:lnTo>
                  <a:lnTo>
                    <a:pt x="563" y="2"/>
                  </a:lnTo>
                  <a:lnTo>
                    <a:pt x="563" y="2"/>
                  </a:lnTo>
                  <a:lnTo>
                    <a:pt x="563" y="3"/>
                  </a:lnTo>
                  <a:lnTo>
                    <a:pt x="567" y="1"/>
                  </a:lnTo>
                  <a:lnTo>
                    <a:pt x="567" y="1"/>
                  </a:lnTo>
                  <a:lnTo>
                    <a:pt x="567" y="2"/>
                  </a:lnTo>
                  <a:lnTo>
                    <a:pt x="567" y="1"/>
                  </a:lnTo>
                  <a:lnTo>
                    <a:pt x="570" y="3"/>
                  </a:lnTo>
                  <a:lnTo>
                    <a:pt x="571" y="2"/>
                  </a:lnTo>
                  <a:lnTo>
                    <a:pt x="571" y="2"/>
                  </a:lnTo>
                  <a:lnTo>
                    <a:pt x="573" y="3"/>
                  </a:lnTo>
                  <a:lnTo>
                    <a:pt x="575" y="1"/>
                  </a:lnTo>
                  <a:lnTo>
                    <a:pt x="575" y="1"/>
                  </a:lnTo>
                  <a:lnTo>
                    <a:pt x="575" y="2"/>
                  </a:lnTo>
                  <a:lnTo>
                    <a:pt x="576" y="2"/>
                  </a:lnTo>
                  <a:lnTo>
                    <a:pt x="578" y="1"/>
                  </a:lnTo>
                  <a:lnTo>
                    <a:pt x="579" y="2"/>
                  </a:lnTo>
                  <a:lnTo>
                    <a:pt x="579" y="1"/>
                  </a:lnTo>
                  <a:lnTo>
                    <a:pt x="579" y="2"/>
                  </a:lnTo>
                  <a:lnTo>
                    <a:pt x="581" y="0"/>
                  </a:lnTo>
                  <a:lnTo>
                    <a:pt x="583" y="1"/>
                  </a:lnTo>
                  <a:lnTo>
                    <a:pt x="583" y="1"/>
                  </a:lnTo>
                  <a:lnTo>
                    <a:pt x="584" y="0"/>
                  </a:lnTo>
                  <a:lnTo>
                    <a:pt x="587" y="2"/>
                  </a:lnTo>
                  <a:lnTo>
                    <a:pt x="587" y="1"/>
                  </a:lnTo>
                  <a:lnTo>
                    <a:pt x="587" y="1"/>
                  </a:lnTo>
                  <a:lnTo>
                    <a:pt x="588" y="0"/>
                  </a:lnTo>
                  <a:lnTo>
                    <a:pt x="589" y="2"/>
                  </a:lnTo>
                  <a:lnTo>
                    <a:pt x="591" y="1"/>
                  </a:lnTo>
                  <a:lnTo>
                    <a:pt x="591" y="1"/>
                  </a:lnTo>
                  <a:lnTo>
                    <a:pt x="592" y="1"/>
                  </a:lnTo>
                  <a:lnTo>
                    <a:pt x="594" y="2"/>
                  </a:lnTo>
                  <a:lnTo>
                    <a:pt x="595" y="2"/>
                  </a:lnTo>
                  <a:lnTo>
                    <a:pt x="595" y="2"/>
                  </a:lnTo>
                  <a:lnTo>
                    <a:pt x="595" y="1"/>
                  </a:lnTo>
                  <a:lnTo>
                    <a:pt x="598" y="3"/>
                  </a:lnTo>
                  <a:lnTo>
                    <a:pt x="599" y="2"/>
                  </a:lnTo>
                  <a:lnTo>
                    <a:pt x="599" y="2"/>
                  </a:lnTo>
                  <a:lnTo>
                    <a:pt x="602" y="1"/>
                  </a:lnTo>
                  <a:lnTo>
                    <a:pt x="602" y="3"/>
                  </a:lnTo>
                  <a:lnTo>
                    <a:pt x="603" y="2"/>
                  </a:lnTo>
                  <a:lnTo>
                    <a:pt x="603" y="2"/>
                  </a:lnTo>
                  <a:lnTo>
                    <a:pt x="604" y="1"/>
                  </a:lnTo>
                  <a:lnTo>
                    <a:pt x="605" y="4"/>
                  </a:lnTo>
                  <a:lnTo>
                    <a:pt x="607" y="4"/>
                  </a:lnTo>
                  <a:lnTo>
                    <a:pt x="607" y="4"/>
                  </a:lnTo>
                  <a:lnTo>
                    <a:pt x="608" y="3"/>
                  </a:lnTo>
                  <a:lnTo>
                    <a:pt x="611" y="4"/>
                  </a:lnTo>
                  <a:lnTo>
                    <a:pt x="611" y="4"/>
                  </a:lnTo>
                  <a:lnTo>
                    <a:pt x="611" y="4"/>
                  </a:lnTo>
                  <a:lnTo>
                    <a:pt x="611" y="4"/>
                  </a:lnTo>
                  <a:lnTo>
                    <a:pt x="614" y="2"/>
                  </a:lnTo>
                  <a:lnTo>
                    <a:pt x="615" y="3"/>
                  </a:lnTo>
                  <a:lnTo>
                    <a:pt x="615" y="3"/>
                  </a:lnTo>
                  <a:lnTo>
                    <a:pt x="616" y="2"/>
                  </a:lnTo>
                  <a:lnTo>
                    <a:pt x="618" y="4"/>
                  </a:lnTo>
                  <a:lnTo>
                    <a:pt x="619" y="3"/>
                  </a:lnTo>
                  <a:lnTo>
                    <a:pt x="619" y="3"/>
                  </a:lnTo>
                  <a:lnTo>
                    <a:pt x="619" y="4"/>
                  </a:lnTo>
                  <a:lnTo>
                    <a:pt x="622" y="2"/>
                  </a:lnTo>
                  <a:lnTo>
                    <a:pt x="623" y="3"/>
                  </a:lnTo>
                  <a:lnTo>
                    <a:pt x="623" y="3"/>
                  </a:lnTo>
                  <a:lnTo>
                    <a:pt x="623" y="2"/>
                  </a:lnTo>
                  <a:lnTo>
                    <a:pt x="625" y="5"/>
                  </a:lnTo>
                  <a:lnTo>
                    <a:pt x="627" y="4"/>
                  </a:lnTo>
                  <a:lnTo>
                    <a:pt x="627" y="3"/>
                  </a:lnTo>
                  <a:lnTo>
                    <a:pt x="628" y="5"/>
                  </a:lnTo>
                  <a:lnTo>
                    <a:pt x="631" y="3"/>
                  </a:lnTo>
                  <a:lnTo>
                    <a:pt x="631" y="4"/>
                  </a:lnTo>
                  <a:lnTo>
                    <a:pt x="631" y="4"/>
                  </a:lnTo>
                  <a:lnTo>
                    <a:pt x="633" y="3"/>
                  </a:lnTo>
                  <a:lnTo>
                    <a:pt x="635" y="5"/>
                  </a:lnTo>
                  <a:lnTo>
                    <a:pt x="635" y="4"/>
                  </a:lnTo>
                  <a:lnTo>
                    <a:pt x="635" y="4"/>
                  </a:lnTo>
                  <a:lnTo>
                    <a:pt x="637" y="4"/>
                  </a:lnTo>
                  <a:lnTo>
                    <a:pt x="638" y="3"/>
                  </a:lnTo>
                  <a:lnTo>
                    <a:pt x="639" y="4"/>
                  </a:lnTo>
                  <a:lnTo>
                    <a:pt x="639" y="4"/>
                  </a:lnTo>
                  <a:lnTo>
                    <a:pt x="639" y="4"/>
                  </a:lnTo>
                  <a:lnTo>
                    <a:pt x="643" y="2"/>
                  </a:lnTo>
                  <a:lnTo>
                    <a:pt x="643" y="3"/>
                  </a:lnTo>
                  <a:lnTo>
                    <a:pt x="643" y="3"/>
                  </a:lnTo>
                  <a:lnTo>
                    <a:pt x="644" y="2"/>
                  </a:lnTo>
                  <a:lnTo>
                    <a:pt x="647" y="4"/>
                  </a:lnTo>
                  <a:lnTo>
                    <a:pt x="647" y="3"/>
                  </a:lnTo>
                  <a:lnTo>
                    <a:pt x="647" y="3"/>
                  </a:lnTo>
                  <a:lnTo>
                    <a:pt x="647" y="4"/>
                  </a:lnTo>
                  <a:lnTo>
                    <a:pt x="650" y="2"/>
                  </a:lnTo>
                  <a:lnTo>
                    <a:pt x="651" y="2"/>
                  </a:lnTo>
                  <a:lnTo>
                    <a:pt x="651" y="2"/>
                  </a:lnTo>
                  <a:lnTo>
                    <a:pt x="651" y="3"/>
                  </a:lnTo>
                  <a:lnTo>
                    <a:pt x="652" y="1"/>
                  </a:lnTo>
                  <a:lnTo>
                    <a:pt x="655" y="2"/>
                  </a:lnTo>
                  <a:lnTo>
                    <a:pt x="655" y="2"/>
                  </a:lnTo>
                  <a:lnTo>
                    <a:pt x="657" y="2"/>
                  </a:lnTo>
                  <a:lnTo>
                    <a:pt x="658" y="1"/>
                  </a:lnTo>
                  <a:lnTo>
                    <a:pt x="659" y="2"/>
                  </a:lnTo>
                  <a:lnTo>
                    <a:pt x="659" y="2"/>
                  </a:lnTo>
                  <a:lnTo>
                    <a:pt x="659" y="2"/>
                  </a:lnTo>
                  <a:lnTo>
                    <a:pt x="662" y="1"/>
                  </a:lnTo>
                  <a:lnTo>
                    <a:pt x="663" y="1"/>
                  </a:lnTo>
                  <a:lnTo>
                    <a:pt x="663" y="1"/>
                  </a:lnTo>
                  <a:lnTo>
                    <a:pt x="664" y="1"/>
                  </a:lnTo>
                  <a:lnTo>
                    <a:pt x="666" y="2"/>
                  </a:lnTo>
                  <a:lnTo>
                    <a:pt x="667" y="2"/>
                  </a:lnTo>
                  <a:lnTo>
                    <a:pt x="667" y="2"/>
                  </a:lnTo>
                  <a:lnTo>
                    <a:pt x="669" y="1"/>
                  </a:lnTo>
                  <a:lnTo>
                    <a:pt x="670" y="3"/>
                  </a:lnTo>
                  <a:lnTo>
                    <a:pt x="671" y="2"/>
                  </a:lnTo>
                  <a:lnTo>
                    <a:pt x="671" y="2"/>
                  </a:lnTo>
                  <a:lnTo>
                    <a:pt x="672" y="3"/>
                  </a:lnTo>
                  <a:lnTo>
                    <a:pt x="673" y="1"/>
                  </a:lnTo>
                  <a:lnTo>
                    <a:pt x="675" y="2"/>
                  </a:lnTo>
                  <a:lnTo>
                    <a:pt x="675" y="2"/>
                  </a:lnTo>
                  <a:lnTo>
                    <a:pt x="676" y="3"/>
                  </a:lnTo>
                  <a:lnTo>
                    <a:pt x="677" y="0"/>
                  </a:lnTo>
                  <a:lnTo>
                    <a:pt x="679" y="1"/>
                  </a:lnTo>
                  <a:lnTo>
                    <a:pt x="679" y="2"/>
                  </a:lnTo>
                  <a:lnTo>
                    <a:pt x="680" y="0"/>
                  </a:lnTo>
                  <a:lnTo>
                    <a:pt x="683" y="3"/>
                  </a:lnTo>
                  <a:lnTo>
                    <a:pt x="683" y="2"/>
                  </a:lnTo>
                  <a:lnTo>
                    <a:pt x="683" y="2"/>
                  </a:lnTo>
                  <a:lnTo>
                    <a:pt x="686" y="2"/>
                  </a:lnTo>
                  <a:lnTo>
                    <a:pt x="686" y="3"/>
                  </a:lnTo>
                  <a:lnTo>
                    <a:pt x="687" y="3"/>
                  </a:lnTo>
                  <a:lnTo>
                    <a:pt x="687" y="2"/>
                  </a:lnTo>
                  <a:lnTo>
                    <a:pt x="688" y="2"/>
                  </a:lnTo>
                  <a:lnTo>
                    <a:pt x="691" y="4"/>
                  </a:lnTo>
                  <a:lnTo>
                    <a:pt x="691" y="2"/>
                  </a:lnTo>
                  <a:lnTo>
                    <a:pt x="691" y="3"/>
                  </a:lnTo>
                  <a:lnTo>
                    <a:pt x="693" y="2"/>
                  </a:lnTo>
                  <a:lnTo>
                    <a:pt x="693" y="4"/>
                  </a:lnTo>
                  <a:lnTo>
                    <a:pt x="695" y="3"/>
                  </a:lnTo>
                  <a:lnTo>
                    <a:pt x="695" y="3"/>
                  </a:lnTo>
                  <a:lnTo>
                    <a:pt x="695" y="2"/>
                  </a:lnTo>
                  <a:lnTo>
                    <a:pt x="699" y="5"/>
                  </a:lnTo>
                  <a:lnTo>
                    <a:pt x="699" y="4"/>
                  </a:lnTo>
                  <a:lnTo>
                    <a:pt x="699" y="4"/>
                  </a:lnTo>
                  <a:lnTo>
                    <a:pt x="701" y="3"/>
                  </a:lnTo>
                  <a:lnTo>
                    <a:pt x="703" y="6"/>
                  </a:lnTo>
                  <a:lnTo>
                    <a:pt x="703" y="6"/>
                  </a:lnTo>
                  <a:lnTo>
                    <a:pt x="703" y="5"/>
                  </a:lnTo>
                  <a:lnTo>
                    <a:pt x="705" y="5"/>
                  </a:lnTo>
                  <a:lnTo>
                    <a:pt x="706" y="7"/>
                  </a:lnTo>
                  <a:lnTo>
                    <a:pt x="707" y="6"/>
                  </a:lnTo>
                  <a:lnTo>
                    <a:pt x="707" y="6"/>
                  </a:lnTo>
                  <a:lnTo>
                    <a:pt x="708" y="7"/>
                  </a:lnTo>
                  <a:lnTo>
                    <a:pt x="711" y="3"/>
                  </a:lnTo>
                  <a:lnTo>
                    <a:pt x="711" y="4"/>
                  </a:lnTo>
                  <a:lnTo>
                    <a:pt x="711" y="4"/>
                  </a:lnTo>
                  <a:lnTo>
                    <a:pt x="713" y="4"/>
                  </a:lnTo>
                  <a:lnTo>
                    <a:pt x="715" y="2"/>
                  </a:lnTo>
                  <a:lnTo>
                    <a:pt x="715" y="3"/>
                  </a:lnTo>
                  <a:lnTo>
                    <a:pt x="715" y="3"/>
                  </a:lnTo>
                  <a:lnTo>
                    <a:pt x="717" y="4"/>
                  </a:lnTo>
                  <a:lnTo>
                    <a:pt x="718" y="2"/>
                  </a:lnTo>
                  <a:lnTo>
                    <a:pt x="719" y="3"/>
                  </a:lnTo>
                  <a:lnTo>
                    <a:pt x="719" y="4"/>
                  </a:lnTo>
                  <a:lnTo>
                    <a:pt x="720" y="4"/>
                  </a:lnTo>
                  <a:lnTo>
                    <a:pt x="721" y="2"/>
                  </a:lnTo>
                  <a:lnTo>
                    <a:pt x="723" y="3"/>
                  </a:lnTo>
                  <a:lnTo>
                    <a:pt x="723" y="3"/>
                  </a:lnTo>
                  <a:lnTo>
                    <a:pt x="726" y="2"/>
                  </a:lnTo>
                  <a:lnTo>
                    <a:pt x="727" y="4"/>
                  </a:lnTo>
                  <a:lnTo>
                    <a:pt x="727" y="3"/>
                  </a:lnTo>
                  <a:lnTo>
                    <a:pt x="727" y="4"/>
                  </a:lnTo>
                  <a:lnTo>
                    <a:pt x="727" y="4"/>
                  </a:lnTo>
                  <a:lnTo>
                    <a:pt x="731" y="2"/>
                  </a:lnTo>
                  <a:lnTo>
                    <a:pt x="731" y="3"/>
                  </a:lnTo>
                  <a:lnTo>
                    <a:pt x="731" y="3"/>
                  </a:lnTo>
                  <a:lnTo>
                    <a:pt x="733" y="3"/>
                  </a:lnTo>
                  <a:lnTo>
                    <a:pt x="735" y="1"/>
                  </a:lnTo>
                  <a:lnTo>
                    <a:pt x="735" y="2"/>
                  </a:lnTo>
                  <a:lnTo>
                    <a:pt x="735" y="2"/>
                  </a:lnTo>
                  <a:lnTo>
                    <a:pt x="736" y="3"/>
                  </a:lnTo>
                  <a:lnTo>
                    <a:pt x="739" y="1"/>
                  </a:lnTo>
                  <a:lnTo>
                    <a:pt x="739" y="2"/>
                  </a:lnTo>
                  <a:lnTo>
                    <a:pt x="739" y="2"/>
                  </a:lnTo>
                  <a:lnTo>
                    <a:pt x="742" y="1"/>
                  </a:lnTo>
                  <a:lnTo>
                    <a:pt x="743" y="3"/>
                  </a:lnTo>
                  <a:lnTo>
                    <a:pt x="743" y="2"/>
                  </a:lnTo>
                  <a:lnTo>
                    <a:pt x="743" y="3"/>
                  </a:lnTo>
                  <a:lnTo>
                    <a:pt x="744" y="2"/>
                  </a:lnTo>
                  <a:lnTo>
                    <a:pt x="746" y="4"/>
                  </a:lnTo>
                  <a:lnTo>
                    <a:pt x="747" y="3"/>
                  </a:lnTo>
                  <a:lnTo>
                    <a:pt x="747" y="3"/>
                  </a:lnTo>
                  <a:lnTo>
                    <a:pt x="748" y="4"/>
                  </a:lnTo>
                  <a:lnTo>
                    <a:pt x="749" y="2"/>
                  </a:lnTo>
                  <a:lnTo>
                    <a:pt x="751" y="3"/>
                  </a:lnTo>
                  <a:lnTo>
                    <a:pt x="751" y="3"/>
                  </a:lnTo>
                  <a:lnTo>
                    <a:pt x="753" y="2"/>
                  </a:lnTo>
                  <a:lnTo>
                    <a:pt x="755" y="4"/>
                  </a:lnTo>
                  <a:lnTo>
                    <a:pt x="755" y="3"/>
                  </a:lnTo>
                  <a:lnTo>
                    <a:pt x="755" y="3"/>
                  </a:lnTo>
                  <a:lnTo>
                    <a:pt x="755" y="3"/>
                  </a:lnTo>
                  <a:lnTo>
                    <a:pt x="758" y="4"/>
                  </a:lnTo>
                  <a:lnTo>
                    <a:pt x="759" y="3"/>
                  </a:lnTo>
                  <a:lnTo>
                    <a:pt x="759" y="3"/>
                  </a:lnTo>
                  <a:lnTo>
                    <a:pt x="760" y="4"/>
                  </a:lnTo>
                  <a:lnTo>
                    <a:pt x="762" y="2"/>
                  </a:lnTo>
                  <a:lnTo>
                    <a:pt x="763" y="3"/>
                  </a:lnTo>
                  <a:lnTo>
                    <a:pt x="763" y="2"/>
                  </a:lnTo>
                  <a:lnTo>
                    <a:pt x="764" y="2"/>
                  </a:lnTo>
                  <a:lnTo>
                    <a:pt x="764" y="4"/>
                  </a:lnTo>
                  <a:lnTo>
                    <a:pt x="767" y="4"/>
                  </a:lnTo>
                  <a:lnTo>
                    <a:pt x="767" y="3"/>
                  </a:lnTo>
                  <a:lnTo>
                    <a:pt x="767" y="4"/>
                  </a:lnTo>
                  <a:lnTo>
                    <a:pt x="768" y="2"/>
                  </a:lnTo>
                  <a:lnTo>
                    <a:pt x="771" y="3"/>
                  </a:lnTo>
                  <a:lnTo>
                    <a:pt x="771" y="3"/>
                  </a:lnTo>
                  <a:lnTo>
                    <a:pt x="771" y="2"/>
                  </a:lnTo>
                  <a:lnTo>
                    <a:pt x="772" y="4"/>
                  </a:lnTo>
                  <a:lnTo>
                    <a:pt x="775" y="3"/>
                  </a:lnTo>
                  <a:lnTo>
                    <a:pt x="775" y="3"/>
                  </a:lnTo>
                  <a:lnTo>
                    <a:pt x="776" y="2"/>
                  </a:lnTo>
                  <a:lnTo>
                    <a:pt x="778" y="4"/>
                  </a:lnTo>
                  <a:lnTo>
                    <a:pt x="779" y="3"/>
                  </a:lnTo>
                  <a:lnTo>
                    <a:pt x="779" y="3"/>
                  </a:lnTo>
                  <a:lnTo>
                    <a:pt x="781" y="4"/>
                  </a:lnTo>
                  <a:lnTo>
                    <a:pt x="781" y="2"/>
                  </a:lnTo>
                  <a:lnTo>
                    <a:pt x="783" y="3"/>
                  </a:lnTo>
                  <a:lnTo>
                    <a:pt x="783" y="2"/>
                  </a:lnTo>
                  <a:lnTo>
                    <a:pt x="784" y="4"/>
                  </a:lnTo>
                  <a:lnTo>
                    <a:pt x="787" y="2"/>
                  </a:lnTo>
                  <a:lnTo>
                    <a:pt x="787" y="3"/>
                  </a:lnTo>
                  <a:lnTo>
                    <a:pt x="787" y="2"/>
                  </a:lnTo>
                  <a:lnTo>
                    <a:pt x="788" y="3"/>
                  </a:lnTo>
                  <a:lnTo>
                    <a:pt x="789" y="1"/>
                  </a:lnTo>
                  <a:lnTo>
                    <a:pt x="791" y="2"/>
                  </a:lnTo>
                  <a:lnTo>
                    <a:pt x="791" y="2"/>
                  </a:lnTo>
                  <a:lnTo>
                    <a:pt x="792" y="1"/>
                  </a:lnTo>
                  <a:lnTo>
                    <a:pt x="793" y="3"/>
                  </a:lnTo>
                  <a:lnTo>
                    <a:pt x="795" y="2"/>
                  </a:lnTo>
                  <a:lnTo>
                    <a:pt x="795" y="3"/>
                  </a:lnTo>
                  <a:lnTo>
                    <a:pt x="796" y="3"/>
                  </a:lnTo>
                  <a:lnTo>
                    <a:pt x="796" y="2"/>
                  </a:lnTo>
                  <a:lnTo>
                    <a:pt x="799" y="2"/>
                  </a:lnTo>
                  <a:lnTo>
                    <a:pt x="799" y="2"/>
                  </a:lnTo>
                  <a:lnTo>
                    <a:pt x="800" y="3"/>
                  </a:lnTo>
                  <a:lnTo>
                    <a:pt x="803" y="1"/>
                  </a:lnTo>
                  <a:lnTo>
                    <a:pt x="803" y="2"/>
                  </a:lnTo>
                  <a:lnTo>
                    <a:pt x="803" y="2"/>
                  </a:lnTo>
                  <a:lnTo>
                    <a:pt x="803" y="3"/>
                  </a:lnTo>
                  <a:lnTo>
                    <a:pt x="804" y="1"/>
                  </a:lnTo>
                  <a:lnTo>
                    <a:pt x="808" y="2"/>
                  </a:lnTo>
                  <a:lnTo>
                    <a:pt x="808" y="2"/>
                  </a:lnTo>
                  <a:lnTo>
                    <a:pt x="808" y="2"/>
                  </a:lnTo>
                  <a:lnTo>
                    <a:pt x="810" y="1"/>
                  </a:lnTo>
                  <a:lnTo>
                    <a:pt x="811" y="2"/>
                  </a:lnTo>
                  <a:lnTo>
                    <a:pt x="811" y="1"/>
                  </a:lnTo>
                  <a:lnTo>
                    <a:pt x="813" y="1"/>
                  </a:lnTo>
                  <a:lnTo>
                    <a:pt x="815" y="2"/>
                  </a:lnTo>
                  <a:lnTo>
                    <a:pt x="815" y="1"/>
                  </a:lnTo>
                  <a:lnTo>
                    <a:pt x="815" y="2"/>
                  </a:lnTo>
                  <a:lnTo>
                    <a:pt x="816" y="1"/>
                  </a:lnTo>
                  <a:lnTo>
                    <a:pt x="818" y="3"/>
                  </a:lnTo>
                  <a:lnTo>
                    <a:pt x="820" y="2"/>
                  </a:lnTo>
                  <a:lnTo>
                    <a:pt x="820" y="2"/>
                  </a:lnTo>
                  <a:lnTo>
                    <a:pt x="820" y="1"/>
                  </a:lnTo>
                  <a:lnTo>
                    <a:pt x="822" y="4"/>
                  </a:lnTo>
                  <a:lnTo>
                    <a:pt x="823" y="2"/>
                  </a:lnTo>
                  <a:lnTo>
                    <a:pt x="823" y="2"/>
                  </a:lnTo>
                  <a:lnTo>
                    <a:pt x="827" y="3"/>
                  </a:lnTo>
                  <a:lnTo>
                    <a:pt x="827" y="2"/>
                  </a:lnTo>
                  <a:lnTo>
                    <a:pt x="827" y="2"/>
                  </a:lnTo>
                  <a:lnTo>
                    <a:pt x="827" y="2"/>
                  </a:lnTo>
                  <a:lnTo>
                    <a:pt x="829" y="2"/>
                  </a:lnTo>
                  <a:lnTo>
                    <a:pt x="831" y="4"/>
                  </a:lnTo>
                  <a:lnTo>
                    <a:pt x="832" y="3"/>
                  </a:lnTo>
                  <a:lnTo>
                    <a:pt x="832" y="3"/>
                  </a:lnTo>
                  <a:lnTo>
                    <a:pt x="832" y="2"/>
                  </a:lnTo>
                  <a:lnTo>
                    <a:pt x="835" y="4"/>
                  </a:lnTo>
                  <a:lnTo>
                    <a:pt x="835" y="3"/>
                  </a:lnTo>
                  <a:lnTo>
                    <a:pt x="835" y="4"/>
                  </a:lnTo>
                  <a:lnTo>
                    <a:pt x="836" y="4"/>
                  </a:lnTo>
                  <a:lnTo>
                    <a:pt x="838" y="2"/>
                  </a:lnTo>
                  <a:lnTo>
                    <a:pt x="839" y="3"/>
                  </a:lnTo>
                  <a:lnTo>
                    <a:pt x="839" y="3"/>
                  </a:lnTo>
                  <a:lnTo>
                    <a:pt x="841" y="4"/>
                  </a:lnTo>
                  <a:lnTo>
                    <a:pt x="844" y="2"/>
                  </a:lnTo>
                  <a:lnTo>
                    <a:pt x="844" y="2"/>
                  </a:lnTo>
                  <a:lnTo>
                    <a:pt x="844" y="3"/>
                  </a:lnTo>
                  <a:lnTo>
                    <a:pt x="844" y="2"/>
                  </a:lnTo>
                  <a:lnTo>
                    <a:pt x="844" y="4"/>
                  </a:lnTo>
                  <a:lnTo>
                    <a:pt x="847" y="2"/>
                  </a:lnTo>
                  <a:lnTo>
                    <a:pt x="847" y="2"/>
                  </a:lnTo>
                  <a:lnTo>
                    <a:pt x="848" y="4"/>
                  </a:lnTo>
                  <a:lnTo>
                    <a:pt x="850" y="2"/>
                  </a:lnTo>
                  <a:lnTo>
                    <a:pt x="851" y="3"/>
                  </a:lnTo>
                  <a:lnTo>
                    <a:pt x="851" y="3"/>
                  </a:lnTo>
                  <a:lnTo>
                    <a:pt x="852" y="3"/>
                  </a:lnTo>
                  <a:lnTo>
                    <a:pt x="855" y="2"/>
                  </a:lnTo>
                  <a:lnTo>
                    <a:pt x="856" y="2"/>
                  </a:lnTo>
                  <a:lnTo>
                    <a:pt x="856" y="2"/>
                  </a:lnTo>
                  <a:lnTo>
                    <a:pt x="857" y="1"/>
                  </a:lnTo>
                  <a:lnTo>
                    <a:pt x="859" y="3"/>
                  </a:lnTo>
                  <a:lnTo>
                    <a:pt x="859" y="2"/>
                  </a:lnTo>
                  <a:lnTo>
                    <a:pt x="859" y="2"/>
                  </a:lnTo>
                  <a:lnTo>
                    <a:pt x="861" y="3"/>
                  </a:lnTo>
                  <a:lnTo>
                    <a:pt x="863" y="1"/>
                  </a:lnTo>
                  <a:lnTo>
                    <a:pt x="863" y="2"/>
                  </a:lnTo>
                  <a:lnTo>
                    <a:pt x="863" y="2"/>
                  </a:lnTo>
                  <a:lnTo>
                    <a:pt x="864" y="2"/>
                  </a:lnTo>
                  <a:lnTo>
                    <a:pt x="867" y="1"/>
                  </a:lnTo>
                  <a:lnTo>
                    <a:pt x="868" y="2"/>
                  </a:lnTo>
                  <a:lnTo>
                    <a:pt x="868" y="2"/>
                  </a:lnTo>
                  <a:lnTo>
                    <a:pt x="868" y="1"/>
                  </a:lnTo>
                  <a:lnTo>
                    <a:pt x="871" y="2"/>
                  </a:lnTo>
                  <a:lnTo>
                    <a:pt x="871" y="2"/>
                  </a:lnTo>
                  <a:lnTo>
                    <a:pt x="871" y="2"/>
                  </a:lnTo>
                  <a:lnTo>
                    <a:pt x="873" y="1"/>
                  </a:lnTo>
                  <a:lnTo>
                    <a:pt x="874" y="3"/>
                  </a:lnTo>
                  <a:lnTo>
                    <a:pt x="876" y="2"/>
                  </a:lnTo>
                  <a:lnTo>
                    <a:pt x="876" y="2"/>
                  </a:lnTo>
                  <a:lnTo>
                    <a:pt x="876" y="3"/>
                  </a:lnTo>
                  <a:lnTo>
                    <a:pt x="877" y="1"/>
                  </a:lnTo>
                  <a:lnTo>
                    <a:pt x="880" y="2"/>
                  </a:lnTo>
                  <a:lnTo>
                    <a:pt x="880" y="2"/>
                  </a:lnTo>
                  <a:lnTo>
                    <a:pt x="880" y="1"/>
                  </a:lnTo>
                  <a:lnTo>
                    <a:pt x="882" y="3"/>
                  </a:lnTo>
                  <a:lnTo>
                    <a:pt x="883" y="3"/>
                  </a:lnTo>
                  <a:lnTo>
                    <a:pt x="883" y="2"/>
                  </a:lnTo>
                  <a:lnTo>
                    <a:pt x="885" y="2"/>
                  </a:lnTo>
                  <a:lnTo>
                    <a:pt x="888" y="4"/>
                  </a:lnTo>
                  <a:lnTo>
                    <a:pt x="888" y="4"/>
                  </a:lnTo>
                  <a:lnTo>
                    <a:pt x="888" y="4"/>
                  </a:lnTo>
                  <a:lnTo>
                    <a:pt x="888" y="4"/>
                  </a:lnTo>
                  <a:lnTo>
                    <a:pt x="891" y="2"/>
                  </a:lnTo>
                  <a:lnTo>
                    <a:pt x="892" y="3"/>
                  </a:lnTo>
                  <a:lnTo>
                    <a:pt x="892" y="3"/>
                  </a:lnTo>
                  <a:lnTo>
                    <a:pt x="892" y="4"/>
                  </a:lnTo>
                  <a:lnTo>
                    <a:pt x="893" y="2"/>
                  </a:lnTo>
                  <a:lnTo>
                    <a:pt x="895" y="3"/>
                  </a:lnTo>
                  <a:lnTo>
                    <a:pt x="895" y="3"/>
                  </a:lnTo>
                  <a:lnTo>
                    <a:pt x="896" y="2"/>
                  </a:lnTo>
                  <a:lnTo>
                    <a:pt x="900" y="4"/>
                  </a:lnTo>
                  <a:lnTo>
                    <a:pt x="900" y="4"/>
                  </a:lnTo>
                  <a:lnTo>
                    <a:pt x="900" y="4"/>
                  </a:lnTo>
                  <a:lnTo>
                    <a:pt x="901" y="3"/>
                  </a:lnTo>
                  <a:lnTo>
                    <a:pt x="902" y="4"/>
                  </a:lnTo>
                  <a:lnTo>
                    <a:pt x="904" y="4"/>
                  </a:lnTo>
                  <a:lnTo>
                    <a:pt x="904" y="4"/>
                  </a:lnTo>
                  <a:lnTo>
                    <a:pt x="904" y="5"/>
                  </a:lnTo>
                  <a:lnTo>
                    <a:pt x="907" y="3"/>
                  </a:lnTo>
                  <a:lnTo>
                    <a:pt x="907" y="3"/>
                  </a:lnTo>
                  <a:lnTo>
                    <a:pt x="907" y="4"/>
                  </a:lnTo>
                  <a:lnTo>
                    <a:pt x="908" y="4"/>
                  </a:lnTo>
                  <a:lnTo>
                    <a:pt x="911" y="2"/>
                  </a:lnTo>
                  <a:lnTo>
                    <a:pt x="912" y="2"/>
                  </a:lnTo>
                  <a:lnTo>
                    <a:pt x="912" y="2"/>
                  </a:lnTo>
                  <a:lnTo>
                    <a:pt x="914" y="3"/>
                  </a:lnTo>
                  <a:lnTo>
                    <a:pt x="916" y="1"/>
                  </a:lnTo>
                  <a:lnTo>
                    <a:pt x="916" y="2"/>
                  </a:lnTo>
                  <a:lnTo>
                    <a:pt x="916" y="2"/>
                  </a:lnTo>
                  <a:lnTo>
                    <a:pt x="918" y="1"/>
                  </a:lnTo>
                  <a:lnTo>
                    <a:pt x="918" y="3"/>
                  </a:lnTo>
                  <a:lnTo>
                    <a:pt x="919" y="2"/>
                  </a:lnTo>
                  <a:lnTo>
                    <a:pt x="919" y="2"/>
                  </a:lnTo>
                  <a:lnTo>
                    <a:pt x="921" y="1"/>
                  </a:lnTo>
                  <a:lnTo>
                    <a:pt x="923" y="3"/>
                  </a:lnTo>
                  <a:lnTo>
                    <a:pt x="924" y="2"/>
                  </a:lnTo>
                  <a:lnTo>
                    <a:pt x="924" y="2"/>
                  </a:lnTo>
                  <a:lnTo>
                    <a:pt x="924" y="3"/>
                  </a:lnTo>
                  <a:lnTo>
                    <a:pt x="926" y="1"/>
                  </a:lnTo>
                  <a:lnTo>
                    <a:pt x="928" y="2"/>
                  </a:lnTo>
                  <a:lnTo>
                    <a:pt x="928" y="2"/>
                  </a:lnTo>
                  <a:lnTo>
                    <a:pt x="929" y="2"/>
                  </a:lnTo>
                  <a:lnTo>
                    <a:pt x="931" y="3"/>
                  </a:lnTo>
                  <a:lnTo>
                    <a:pt x="931" y="3"/>
                  </a:lnTo>
                  <a:lnTo>
                    <a:pt x="931" y="3"/>
                  </a:lnTo>
                  <a:lnTo>
                    <a:pt x="933" y="3"/>
                  </a:lnTo>
                  <a:lnTo>
                    <a:pt x="934" y="2"/>
                  </a:lnTo>
                  <a:lnTo>
                    <a:pt x="936" y="2"/>
                  </a:lnTo>
                  <a:lnTo>
                    <a:pt x="936" y="2"/>
                  </a:lnTo>
                  <a:lnTo>
                    <a:pt x="936" y="1"/>
                  </a:lnTo>
                  <a:lnTo>
                    <a:pt x="937" y="3"/>
                  </a:lnTo>
                  <a:lnTo>
                    <a:pt x="940" y="2"/>
                  </a:lnTo>
                  <a:lnTo>
                    <a:pt x="940" y="2"/>
                  </a:lnTo>
                  <a:lnTo>
                    <a:pt x="940" y="2"/>
                  </a:lnTo>
                  <a:lnTo>
                    <a:pt x="940" y="1"/>
                  </a:lnTo>
                  <a:lnTo>
                    <a:pt x="944" y="2"/>
                  </a:lnTo>
                  <a:lnTo>
                    <a:pt x="944" y="1"/>
                  </a:lnTo>
                  <a:lnTo>
                    <a:pt x="945" y="2"/>
                  </a:lnTo>
                  <a:lnTo>
                    <a:pt x="946" y="1"/>
                  </a:lnTo>
                  <a:lnTo>
                    <a:pt x="948" y="2"/>
                  </a:lnTo>
                  <a:lnTo>
                    <a:pt x="948" y="2"/>
                  </a:lnTo>
                  <a:lnTo>
                    <a:pt x="948" y="1"/>
                  </a:lnTo>
                  <a:lnTo>
                    <a:pt x="951" y="3"/>
                  </a:lnTo>
                  <a:lnTo>
                    <a:pt x="952" y="2"/>
                  </a:lnTo>
                  <a:lnTo>
                    <a:pt x="952" y="2"/>
                  </a:lnTo>
                  <a:lnTo>
                    <a:pt x="954" y="1"/>
                  </a:lnTo>
                  <a:lnTo>
                    <a:pt x="955" y="2"/>
                  </a:lnTo>
                  <a:lnTo>
                    <a:pt x="956" y="2"/>
                  </a:lnTo>
                  <a:lnTo>
                    <a:pt x="956" y="2"/>
                  </a:lnTo>
                  <a:lnTo>
                    <a:pt x="958" y="1"/>
                  </a:lnTo>
                  <a:lnTo>
                    <a:pt x="959" y="3"/>
                  </a:lnTo>
                  <a:lnTo>
                    <a:pt x="960" y="2"/>
                  </a:lnTo>
                  <a:lnTo>
                    <a:pt x="960" y="2"/>
                  </a:lnTo>
                  <a:lnTo>
                    <a:pt x="960" y="3"/>
                  </a:lnTo>
                  <a:lnTo>
                    <a:pt x="963" y="1"/>
                  </a:lnTo>
                  <a:lnTo>
                    <a:pt x="964" y="1"/>
                  </a:lnTo>
                  <a:lnTo>
                    <a:pt x="964" y="2"/>
                  </a:lnTo>
                  <a:lnTo>
                    <a:pt x="964" y="2"/>
                  </a:lnTo>
                  <a:lnTo>
                    <a:pt x="965" y="1"/>
                  </a:lnTo>
                  <a:lnTo>
                    <a:pt x="968" y="2"/>
                  </a:lnTo>
                  <a:lnTo>
                    <a:pt x="968" y="2"/>
                  </a:lnTo>
                  <a:lnTo>
                    <a:pt x="968" y="2"/>
                  </a:lnTo>
                  <a:lnTo>
                    <a:pt x="972" y="1"/>
                  </a:lnTo>
                  <a:lnTo>
                    <a:pt x="972" y="1"/>
                  </a:lnTo>
                  <a:lnTo>
                    <a:pt x="972" y="1"/>
                  </a:lnTo>
                  <a:lnTo>
                    <a:pt x="972" y="1"/>
                  </a:lnTo>
                  <a:lnTo>
                    <a:pt x="974" y="2"/>
                  </a:lnTo>
                  <a:lnTo>
                    <a:pt x="976" y="1"/>
                  </a:lnTo>
                  <a:lnTo>
                    <a:pt x="976" y="1"/>
                  </a:lnTo>
                  <a:lnTo>
                    <a:pt x="977" y="1"/>
                  </a:lnTo>
                  <a:lnTo>
                    <a:pt x="978" y="2"/>
                  </a:lnTo>
                  <a:lnTo>
                    <a:pt x="980" y="1"/>
                  </a:lnTo>
                  <a:lnTo>
                    <a:pt x="980" y="1"/>
                  </a:lnTo>
                  <a:lnTo>
                    <a:pt x="981" y="1"/>
                  </a:lnTo>
                  <a:lnTo>
                    <a:pt x="983" y="2"/>
                  </a:lnTo>
                  <a:lnTo>
                    <a:pt x="984" y="2"/>
                  </a:lnTo>
                  <a:lnTo>
                    <a:pt x="984" y="2"/>
                  </a:lnTo>
                  <a:lnTo>
                    <a:pt x="984" y="1"/>
                  </a:lnTo>
                  <a:lnTo>
                    <a:pt x="986" y="2"/>
                  </a:lnTo>
                  <a:lnTo>
                    <a:pt x="988" y="2"/>
                  </a:lnTo>
                  <a:lnTo>
                    <a:pt x="988" y="1"/>
                  </a:lnTo>
                  <a:lnTo>
                    <a:pt x="988" y="2"/>
                  </a:lnTo>
                  <a:lnTo>
                    <a:pt x="990" y="1"/>
                  </a:lnTo>
                  <a:lnTo>
                    <a:pt x="992" y="2"/>
                  </a:lnTo>
                  <a:lnTo>
                    <a:pt x="992" y="1"/>
                  </a:lnTo>
                  <a:lnTo>
                    <a:pt x="992" y="1"/>
                  </a:lnTo>
                  <a:lnTo>
                    <a:pt x="995" y="2"/>
                  </a:lnTo>
                  <a:lnTo>
                    <a:pt x="996" y="2"/>
                  </a:lnTo>
                  <a:lnTo>
                    <a:pt x="996" y="2"/>
                  </a:lnTo>
                  <a:lnTo>
                    <a:pt x="996" y="1"/>
                  </a:lnTo>
                  <a:lnTo>
                    <a:pt x="999" y="3"/>
                  </a:lnTo>
                  <a:lnTo>
                    <a:pt x="1000" y="2"/>
                  </a:lnTo>
                  <a:lnTo>
                    <a:pt x="1000" y="2"/>
                  </a:lnTo>
                  <a:lnTo>
                    <a:pt x="1002" y="1"/>
                  </a:lnTo>
                  <a:lnTo>
                    <a:pt x="1003" y="3"/>
                  </a:lnTo>
                  <a:lnTo>
                    <a:pt x="1004" y="2"/>
                  </a:lnTo>
                  <a:lnTo>
                    <a:pt x="1004" y="2"/>
                  </a:lnTo>
                  <a:lnTo>
                    <a:pt x="1004" y="3"/>
                  </a:lnTo>
                  <a:lnTo>
                    <a:pt x="1005" y="1"/>
                  </a:lnTo>
                  <a:lnTo>
                    <a:pt x="1008" y="2"/>
                  </a:lnTo>
                  <a:lnTo>
                    <a:pt x="1008" y="2"/>
                  </a:lnTo>
                  <a:lnTo>
                    <a:pt x="1008" y="2"/>
                  </a:lnTo>
                  <a:lnTo>
                    <a:pt x="1010" y="1"/>
                  </a:lnTo>
                  <a:lnTo>
                    <a:pt x="1012" y="2"/>
                  </a:lnTo>
                  <a:lnTo>
                    <a:pt x="1012" y="2"/>
                  </a:lnTo>
                  <a:lnTo>
                    <a:pt x="1013" y="2"/>
                  </a:lnTo>
                  <a:lnTo>
                    <a:pt x="1015" y="1"/>
                  </a:lnTo>
                  <a:lnTo>
                    <a:pt x="1016" y="1"/>
                  </a:lnTo>
                  <a:lnTo>
                    <a:pt x="1016" y="2"/>
                  </a:lnTo>
                  <a:lnTo>
                    <a:pt x="1017" y="2"/>
                  </a:lnTo>
                  <a:lnTo>
                    <a:pt x="1019" y="1"/>
                  </a:lnTo>
                  <a:lnTo>
                    <a:pt x="1020" y="1"/>
                  </a:lnTo>
                  <a:lnTo>
                    <a:pt x="1020" y="2"/>
                  </a:lnTo>
                  <a:lnTo>
                    <a:pt x="1021" y="1"/>
                  </a:lnTo>
                  <a:lnTo>
                    <a:pt x="1023" y="2"/>
                  </a:lnTo>
                  <a:lnTo>
                    <a:pt x="1024" y="2"/>
                  </a:lnTo>
                  <a:lnTo>
                    <a:pt x="1024" y="1"/>
                  </a:lnTo>
                  <a:lnTo>
                    <a:pt x="1024" y="1"/>
                  </a:lnTo>
                  <a:lnTo>
                    <a:pt x="1028" y="2"/>
                  </a:lnTo>
                  <a:lnTo>
                    <a:pt x="1028" y="2"/>
                  </a:lnTo>
                  <a:lnTo>
                    <a:pt x="1028" y="2"/>
                  </a:lnTo>
                  <a:lnTo>
                    <a:pt x="1030" y="3"/>
                  </a:lnTo>
                  <a:lnTo>
                    <a:pt x="1031" y="1"/>
                  </a:lnTo>
                  <a:lnTo>
                    <a:pt x="1032" y="2"/>
                  </a:lnTo>
                  <a:lnTo>
                    <a:pt x="1032" y="1"/>
                  </a:lnTo>
                  <a:lnTo>
                    <a:pt x="1032" y="2"/>
                  </a:lnTo>
                  <a:lnTo>
                    <a:pt x="1034" y="1"/>
                  </a:lnTo>
                  <a:lnTo>
                    <a:pt x="1036" y="2"/>
                  </a:lnTo>
                  <a:lnTo>
                    <a:pt x="1036" y="1"/>
                  </a:lnTo>
                  <a:lnTo>
                    <a:pt x="1037" y="1"/>
                  </a:lnTo>
                  <a:lnTo>
                    <a:pt x="1038" y="2"/>
                  </a:lnTo>
                  <a:lnTo>
                    <a:pt x="1040" y="2"/>
                  </a:lnTo>
                  <a:lnTo>
                    <a:pt x="1040" y="2"/>
                  </a:lnTo>
                  <a:lnTo>
                    <a:pt x="1042" y="3"/>
                  </a:lnTo>
                  <a:lnTo>
                    <a:pt x="1043" y="1"/>
                  </a:lnTo>
                  <a:lnTo>
                    <a:pt x="1044" y="2"/>
                  </a:lnTo>
                  <a:lnTo>
                    <a:pt x="1044" y="2"/>
                  </a:lnTo>
                  <a:lnTo>
                    <a:pt x="1045" y="1"/>
                  </a:lnTo>
                  <a:lnTo>
                    <a:pt x="1047" y="3"/>
                  </a:lnTo>
                  <a:lnTo>
                    <a:pt x="1048" y="2"/>
                  </a:lnTo>
                  <a:lnTo>
                    <a:pt x="1048" y="2"/>
                  </a:lnTo>
                  <a:lnTo>
                    <a:pt x="1049" y="3"/>
                  </a:lnTo>
                  <a:lnTo>
                    <a:pt x="1051" y="2"/>
                  </a:lnTo>
                  <a:lnTo>
                    <a:pt x="1052" y="2"/>
                  </a:lnTo>
                  <a:lnTo>
                    <a:pt x="1052" y="2"/>
                  </a:lnTo>
                  <a:lnTo>
                    <a:pt x="1054" y="3"/>
                  </a:lnTo>
                  <a:lnTo>
                    <a:pt x="1055" y="1"/>
                  </a:lnTo>
                  <a:lnTo>
                    <a:pt x="1056" y="2"/>
                  </a:lnTo>
                  <a:lnTo>
                    <a:pt x="1056" y="2"/>
                  </a:lnTo>
                  <a:lnTo>
                    <a:pt x="1058" y="3"/>
                  </a:lnTo>
                  <a:lnTo>
                    <a:pt x="1059" y="1"/>
                  </a:lnTo>
                  <a:lnTo>
                    <a:pt x="1060" y="2"/>
                  </a:lnTo>
                  <a:lnTo>
                    <a:pt x="1060" y="2"/>
                  </a:lnTo>
                  <a:lnTo>
                    <a:pt x="1060" y="2"/>
                  </a:lnTo>
                  <a:lnTo>
                    <a:pt x="1060" y="1"/>
                  </a:lnTo>
                  <a:lnTo>
                    <a:pt x="1064" y="2"/>
                  </a:lnTo>
                  <a:lnTo>
                    <a:pt x="1064" y="2"/>
                  </a:lnTo>
                  <a:lnTo>
                    <a:pt x="1064" y="1"/>
                  </a:lnTo>
                  <a:lnTo>
                    <a:pt x="1066" y="4"/>
                  </a:lnTo>
                  <a:lnTo>
                    <a:pt x="1068" y="2"/>
                  </a:lnTo>
                  <a:lnTo>
                    <a:pt x="1068" y="3"/>
                  </a:lnTo>
                  <a:lnTo>
                    <a:pt x="1070" y="3"/>
                  </a:lnTo>
                  <a:lnTo>
                    <a:pt x="1071" y="2"/>
                  </a:lnTo>
                  <a:lnTo>
                    <a:pt x="1072" y="2"/>
                  </a:lnTo>
                  <a:lnTo>
                    <a:pt x="1072" y="2"/>
                  </a:lnTo>
                  <a:lnTo>
                    <a:pt x="1073" y="1"/>
                  </a:lnTo>
                  <a:lnTo>
                    <a:pt x="1075" y="3"/>
                  </a:lnTo>
                  <a:lnTo>
                    <a:pt x="1076" y="2"/>
                  </a:lnTo>
                  <a:lnTo>
                    <a:pt x="1076" y="3"/>
                  </a:lnTo>
                  <a:lnTo>
                    <a:pt x="1077" y="2"/>
                  </a:lnTo>
                  <a:lnTo>
                    <a:pt x="1078" y="4"/>
                  </a:lnTo>
                  <a:lnTo>
                    <a:pt x="1080" y="3"/>
                  </a:lnTo>
                  <a:lnTo>
                    <a:pt x="1080" y="2"/>
                  </a:lnTo>
                  <a:lnTo>
                    <a:pt x="1080" y="4"/>
                  </a:lnTo>
                  <a:lnTo>
                    <a:pt x="1084" y="2"/>
                  </a:lnTo>
                  <a:lnTo>
                    <a:pt x="1084" y="2"/>
                  </a:lnTo>
                  <a:lnTo>
                    <a:pt x="1084" y="2"/>
                  </a:lnTo>
                  <a:lnTo>
                    <a:pt x="1085" y="3"/>
                  </a:lnTo>
                  <a:lnTo>
                    <a:pt x="1088" y="2"/>
                  </a:lnTo>
                  <a:lnTo>
                    <a:pt x="1088" y="2"/>
                  </a:lnTo>
                  <a:lnTo>
                    <a:pt x="1088" y="3"/>
                  </a:lnTo>
                  <a:lnTo>
                    <a:pt x="1089" y="3"/>
                  </a:lnTo>
                  <a:lnTo>
                    <a:pt x="1091" y="1"/>
                  </a:lnTo>
                  <a:lnTo>
                    <a:pt x="1092" y="2"/>
                  </a:lnTo>
                  <a:lnTo>
                    <a:pt x="1092" y="2"/>
                  </a:lnTo>
                  <a:lnTo>
                    <a:pt x="1092" y="1"/>
                  </a:lnTo>
                  <a:lnTo>
                    <a:pt x="1092" y="2"/>
                  </a:lnTo>
                  <a:lnTo>
                    <a:pt x="1096" y="2"/>
                  </a:lnTo>
                  <a:lnTo>
                    <a:pt x="1096" y="1"/>
                  </a:lnTo>
                  <a:lnTo>
                    <a:pt x="1098" y="1"/>
                  </a:lnTo>
                  <a:lnTo>
                    <a:pt x="1100" y="3"/>
                  </a:lnTo>
                  <a:lnTo>
                    <a:pt x="1100" y="2"/>
                  </a:lnTo>
                  <a:lnTo>
                    <a:pt x="1100" y="2"/>
                  </a:lnTo>
                  <a:lnTo>
                    <a:pt x="1101" y="2"/>
                  </a:lnTo>
                  <a:lnTo>
                    <a:pt x="1103" y="4"/>
                  </a:lnTo>
                  <a:lnTo>
                    <a:pt x="1104" y="3"/>
                  </a:lnTo>
                  <a:lnTo>
                    <a:pt x="1104" y="3"/>
                  </a:lnTo>
                  <a:lnTo>
                    <a:pt x="1105" y="4"/>
                  </a:lnTo>
                  <a:lnTo>
                    <a:pt x="1108" y="2"/>
                  </a:lnTo>
                  <a:lnTo>
                    <a:pt x="1108" y="2"/>
                  </a:lnTo>
                  <a:lnTo>
                    <a:pt x="1108" y="2"/>
                  </a:lnTo>
                  <a:lnTo>
                    <a:pt x="1108" y="2"/>
                  </a:lnTo>
                  <a:lnTo>
                    <a:pt x="1110" y="3"/>
                  </a:lnTo>
                  <a:lnTo>
                    <a:pt x="1112" y="3"/>
                  </a:lnTo>
                  <a:lnTo>
                    <a:pt x="1112" y="3"/>
                  </a:lnTo>
                  <a:lnTo>
                    <a:pt x="1113" y="2"/>
                  </a:lnTo>
                  <a:lnTo>
                    <a:pt x="1116" y="4"/>
                  </a:lnTo>
                  <a:lnTo>
                    <a:pt x="1116" y="3"/>
                  </a:lnTo>
                  <a:lnTo>
                    <a:pt x="1116" y="3"/>
                  </a:lnTo>
                  <a:lnTo>
                    <a:pt x="1116" y="4"/>
                  </a:lnTo>
                  <a:lnTo>
                    <a:pt x="1120" y="2"/>
                  </a:lnTo>
                  <a:lnTo>
                    <a:pt x="1120" y="3"/>
                  </a:lnTo>
                  <a:lnTo>
                    <a:pt x="1120" y="3"/>
                  </a:lnTo>
                  <a:lnTo>
                    <a:pt x="1120" y="4"/>
                  </a:lnTo>
                  <a:lnTo>
                    <a:pt x="1122" y="2"/>
                  </a:lnTo>
                  <a:lnTo>
                    <a:pt x="1124" y="2"/>
                  </a:lnTo>
                  <a:lnTo>
                    <a:pt x="1124" y="2"/>
                  </a:lnTo>
                  <a:lnTo>
                    <a:pt x="1127" y="2"/>
                  </a:lnTo>
                  <a:lnTo>
                    <a:pt x="1128" y="3"/>
                  </a:lnTo>
                  <a:lnTo>
                    <a:pt x="1128" y="2"/>
                  </a:lnTo>
                  <a:lnTo>
                    <a:pt x="1128" y="3"/>
                  </a:lnTo>
                  <a:lnTo>
                    <a:pt x="1130" y="2"/>
                  </a:lnTo>
                  <a:lnTo>
                    <a:pt x="1131" y="3"/>
                  </a:lnTo>
                  <a:lnTo>
                    <a:pt x="1132" y="3"/>
                  </a:lnTo>
                  <a:lnTo>
                    <a:pt x="1132" y="2"/>
                  </a:lnTo>
                  <a:lnTo>
                    <a:pt x="1133" y="2"/>
                  </a:lnTo>
                  <a:lnTo>
                    <a:pt x="1135" y="4"/>
                  </a:lnTo>
                  <a:lnTo>
                    <a:pt x="1136" y="4"/>
                  </a:lnTo>
                  <a:lnTo>
                    <a:pt x="1136" y="3"/>
                  </a:lnTo>
                  <a:lnTo>
                    <a:pt x="1137" y="4"/>
                  </a:lnTo>
                  <a:lnTo>
                    <a:pt x="1140" y="2"/>
                  </a:lnTo>
                  <a:lnTo>
                    <a:pt x="1140" y="2"/>
                  </a:lnTo>
                  <a:lnTo>
                    <a:pt x="1140" y="3"/>
                  </a:lnTo>
                  <a:lnTo>
                    <a:pt x="1141" y="4"/>
                  </a:lnTo>
                  <a:lnTo>
                    <a:pt x="1141" y="2"/>
                  </a:lnTo>
                  <a:lnTo>
                    <a:pt x="1144" y="3"/>
                  </a:lnTo>
                  <a:lnTo>
                    <a:pt x="1144" y="3"/>
                  </a:lnTo>
                  <a:lnTo>
                    <a:pt x="1145" y="2"/>
                  </a:lnTo>
                  <a:lnTo>
                    <a:pt x="1147" y="4"/>
                  </a:lnTo>
                  <a:lnTo>
                    <a:pt x="1148" y="3"/>
                  </a:lnTo>
                  <a:lnTo>
                    <a:pt x="1148" y="3"/>
                  </a:lnTo>
                  <a:lnTo>
                    <a:pt x="1149" y="4"/>
                  </a:lnTo>
                  <a:lnTo>
                    <a:pt x="1151" y="2"/>
                  </a:lnTo>
                  <a:lnTo>
                    <a:pt x="1152" y="3"/>
                  </a:lnTo>
                  <a:lnTo>
                    <a:pt x="1152" y="4"/>
                  </a:lnTo>
                  <a:lnTo>
                    <a:pt x="1154" y="4"/>
                  </a:lnTo>
                  <a:lnTo>
                    <a:pt x="1156" y="2"/>
                  </a:lnTo>
                  <a:lnTo>
                    <a:pt x="1156" y="2"/>
                  </a:lnTo>
                  <a:lnTo>
                    <a:pt x="1156" y="3"/>
                  </a:lnTo>
                  <a:lnTo>
                    <a:pt x="1157" y="2"/>
                  </a:lnTo>
                  <a:lnTo>
                    <a:pt x="1157" y="4"/>
                  </a:lnTo>
                  <a:lnTo>
                    <a:pt x="1160" y="3"/>
                  </a:lnTo>
                  <a:lnTo>
                    <a:pt x="1160" y="3"/>
                  </a:lnTo>
                  <a:lnTo>
                    <a:pt x="1161" y="4"/>
                  </a:lnTo>
                  <a:lnTo>
                    <a:pt x="1164" y="1"/>
                  </a:lnTo>
                  <a:lnTo>
                    <a:pt x="1164" y="2"/>
                  </a:lnTo>
                  <a:lnTo>
                    <a:pt x="1164" y="2"/>
                  </a:lnTo>
                  <a:lnTo>
                    <a:pt x="1164" y="2"/>
                  </a:lnTo>
                  <a:lnTo>
                    <a:pt x="1167" y="1"/>
                  </a:lnTo>
                  <a:lnTo>
                    <a:pt x="1168" y="1"/>
                  </a:lnTo>
                  <a:lnTo>
                    <a:pt x="1168" y="1"/>
                  </a:lnTo>
                  <a:lnTo>
                    <a:pt x="1170" y="1"/>
                  </a:lnTo>
                  <a:lnTo>
                    <a:pt x="1171" y="2"/>
                  </a:lnTo>
                  <a:lnTo>
                    <a:pt x="1172" y="2"/>
                  </a:lnTo>
                  <a:lnTo>
                    <a:pt x="1172" y="2"/>
                  </a:lnTo>
                  <a:lnTo>
                    <a:pt x="1173" y="1"/>
                  </a:lnTo>
                  <a:lnTo>
                    <a:pt x="1175" y="4"/>
                  </a:lnTo>
                  <a:lnTo>
                    <a:pt x="1176" y="4"/>
                  </a:lnTo>
                  <a:lnTo>
                    <a:pt x="1176" y="4"/>
                  </a:lnTo>
                  <a:lnTo>
                    <a:pt x="1176" y="3"/>
                  </a:lnTo>
                  <a:lnTo>
                    <a:pt x="1179" y="5"/>
                  </a:lnTo>
                  <a:lnTo>
                    <a:pt x="1180" y="4"/>
                  </a:lnTo>
                  <a:lnTo>
                    <a:pt x="1180" y="4"/>
                  </a:lnTo>
                  <a:lnTo>
                    <a:pt x="1182" y="5"/>
                  </a:lnTo>
                  <a:lnTo>
                    <a:pt x="1184" y="4"/>
                  </a:lnTo>
                  <a:lnTo>
                    <a:pt x="1184" y="4"/>
                  </a:lnTo>
                  <a:lnTo>
                    <a:pt x="1184" y="3"/>
                  </a:lnTo>
                  <a:lnTo>
                    <a:pt x="1187" y="4"/>
                  </a:lnTo>
                  <a:lnTo>
                    <a:pt x="1187" y="3"/>
                  </a:lnTo>
                  <a:lnTo>
                    <a:pt x="1188" y="4"/>
                  </a:lnTo>
                  <a:lnTo>
                    <a:pt x="1188" y="3"/>
                  </a:lnTo>
                  <a:lnTo>
                    <a:pt x="1189" y="4"/>
                  </a:lnTo>
                  <a:lnTo>
                    <a:pt x="1190" y="2"/>
                  </a:lnTo>
                  <a:lnTo>
                    <a:pt x="1192" y="2"/>
                  </a:lnTo>
                  <a:lnTo>
                    <a:pt x="1192" y="3"/>
                  </a:lnTo>
                  <a:lnTo>
                    <a:pt x="1193" y="2"/>
                  </a:lnTo>
                  <a:lnTo>
                    <a:pt x="1196" y="4"/>
                  </a:lnTo>
                  <a:lnTo>
                    <a:pt x="1196" y="3"/>
                  </a:lnTo>
                  <a:lnTo>
                    <a:pt x="1196" y="3"/>
                  </a:lnTo>
                  <a:lnTo>
                    <a:pt x="1198" y="3"/>
                  </a:lnTo>
                  <a:lnTo>
                    <a:pt x="1200" y="4"/>
                  </a:lnTo>
                  <a:lnTo>
                    <a:pt x="1200" y="4"/>
                  </a:lnTo>
                  <a:lnTo>
                    <a:pt x="1200" y="4"/>
                  </a:lnTo>
                  <a:lnTo>
                    <a:pt x="1200" y="3"/>
                  </a:lnTo>
                  <a:lnTo>
                    <a:pt x="1203" y="4"/>
                  </a:lnTo>
                  <a:lnTo>
                    <a:pt x="1204" y="4"/>
                  </a:lnTo>
                  <a:lnTo>
                    <a:pt x="1204" y="4"/>
                  </a:lnTo>
                  <a:lnTo>
                    <a:pt x="1206" y="4"/>
                  </a:lnTo>
                  <a:lnTo>
                    <a:pt x="1208" y="3"/>
                  </a:lnTo>
                  <a:lnTo>
                    <a:pt x="1208" y="3"/>
                  </a:lnTo>
                  <a:lnTo>
                    <a:pt x="1208" y="4"/>
                  </a:lnTo>
                  <a:lnTo>
                    <a:pt x="1208" y="3"/>
                  </a:lnTo>
                  <a:lnTo>
                    <a:pt x="1211" y="5"/>
                  </a:lnTo>
                  <a:lnTo>
                    <a:pt x="1212" y="5"/>
                  </a:lnTo>
                  <a:lnTo>
                    <a:pt x="1212" y="5"/>
                  </a:lnTo>
                  <a:lnTo>
                    <a:pt x="1214" y="6"/>
                  </a:lnTo>
                  <a:lnTo>
                    <a:pt x="1216" y="4"/>
                  </a:lnTo>
                  <a:lnTo>
                    <a:pt x="1216" y="5"/>
                  </a:lnTo>
                  <a:lnTo>
                    <a:pt x="1216" y="4"/>
                  </a:lnTo>
                  <a:lnTo>
                    <a:pt x="1216" y="5"/>
                  </a:lnTo>
                  <a:lnTo>
                    <a:pt x="1219" y="3"/>
                  </a:lnTo>
                  <a:lnTo>
                    <a:pt x="1220" y="3"/>
                  </a:lnTo>
                  <a:lnTo>
                    <a:pt x="1220" y="4"/>
                  </a:lnTo>
                  <a:lnTo>
                    <a:pt x="1220" y="3"/>
                  </a:lnTo>
                  <a:lnTo>
                    <a:pt x="1223" y="5"/>
                  </a:lnTo>
                  <a:lnTo>
                    <a:pt x="1224" y="4"/>
                  </a:lnTo>
                  <a:lnTo>
                    <a:pt x="1224" y="4"/>
                  </a:lnTo>
                  <a:lnTo>
                    <a:pt x="1224" y="5"/>
                  </a:lnTo>
                  <a:lnTo>
                    <a:pt x="1225" y="3"/>
                  </a:lnTo>
                  <a:lnTo>
                    <a:pt x="1228" y="4"/>
                  </a:lnTo>
                  <a:lnTo>
                    <a:pt x="1228" y="4"/>
                  </a:lnTo>
                  <a:lnTo>
                    <a:pt x="1230" y="3"/>
                  </a:lnTo>
                  <a:lnTo>
                    <a:pt x="1230" y="5"/>
                  </a:lnTo>
                  <a:lnTo>
                    <a:pt x="1232" y="3"/>
                  </a:lnTo>
                  <a:lnTo>
                    <a:pt x="1232" y="4"/>
                  </a:lnTo>
                  <a:lnTo>
                    <a:pt x="1234" y="4"/>
                  </a:lnTo>
                  <a:lnTo>
                    <a:pt x="1236" y="2"/>
                  </a:lnTo>
                  <a:lnTo>
                    <a:pt x="1236" y="4"/>
                  </a:lnTo>
                  <a:lnTo>
                    <a:pt x="1236" y="3"/>
                  </a:lnTo>
                  <a:lnTo>
                    <a:pt x="1236" y="4"/>
                  </a:lnTo>
                  <a:lnTo>
                    <a:pt x="1240" y="2"/>
                  </a:lnTo>
                  <a:lnTo>
                    <a:pt x="1240" y="2"/>
                  </a:lnTo>
                  <a:lnTo>
                    <a:pt x="1240" y="2"/>
                  </a:lnTo>
                  <a:lnTo>
                    <a:pt x="1241" y="1"/>
                  </a:lnTo>
                  <a:lnTo>
                    <a:pt x="1244" y="4"/>
                  </a:lnTo>
                  <a:lnTo>
                    <a:pt x="1244" y="2"/>
                  </a:lnTo>
                  <a:lnTo>
                    <a:pt x="1244" y="3"/>
                  </a:lnTo>
                  <a:lnTo>
                    <a:pt x="1246" y="4"/>
                  </a:lnTo>
                  <a:lnTo>
                    <a:pt x="1247" y="2"/>
                  </a:lnTo>
                  <a:lnTo>
                    <a:pt x="1248" y="3"/>
                  </a:lnTo>
                  <a:lnTo>
                    <a:pt x="1248" y="3"/>
                  </a:lnTo>
                  <a:lnTo>
                    <a:pt x="1249" y="4"/>
                  </a:lnTo>
                  <a:lnTo>
                    <a:pt x="1250" y="1"/>
                  </a:lnTo>
                  <a:lnTo>
                    <a:pt x="1252" y="2"/>
                  </a:lnTo>
                  <a:lnTo>
                    <a:pt x="1252" y="2"/>
                  </a:lnTo>
                  <a:lnTo>
                    <a:pt x="1253" y="1"/>
                  </a:lnTo>
                  <a:lnTo>
                    <a:pt x="1256" y="4"/>
                  </a:lnTo>
                  <a:lnTo>
                    <a:pt x="1256" y="3"/>
                  </a:lnTo>
                  <a:lnTo>
                    <a:pt x="1256" y="4"/>
                  </a:lnTo>
                  <a:lnTo>
                    <a:pt x="1257" y="2"/>
                  </a:lnTo>
                  <a:lnTo>
                    <a:pt x="1259" y="4"/>
                  </a:lnTo>
                  <a:lnTo>
                    <a:pt x="1260" y="4"/>
                  </a:lnTo>
                  <a:lnTo>
                    <a:pt x="1260" y="3"/>
                  </a:lnTo>
                  <a:lnTo>
                    <a:pt x="1261" y="3"/>
                  </a:lnTo>
                  <a:lnTo>
                    <a:pt x="1264" y="5"/>
                  </a:lnTo>
                  <a:lnTo>
                    <a:pt x="1264" y="4"/>
                  </a:lnTo>
                  <a:lnTo>
                    <a:pt x="1264" y="4"/>
                  </a:lnTo>
                  <a:lnTo>
                    <a:pt x="1265" y="5"/>
                  </a:lnTo>
                  <a:lnTo>
                    <a:pt x="1268" y="4"/>
                  </a:lnTo>
                  <a:lnTo>
                    <a:pt x="1268" y="4"/>
                  </a:lnTo>
                  <a:lnTo>
                    <a:pt x="1268" y="4"/>
                  </a:lnTo>
                  <a:lnTo>
                    <a:pt x="1268" y="5"/>
                  </a:lnTo>
                  <a:lnTo>
                    <a:pt x="1272" y="2"/>
                  </a:lnTo>
                  <a:lnTo>
                    <a:pt x="1272" y="2"/>
                  </a:lnTo>
                  <a:lnTo>
                    <a:pt x="1272" y="3"/>
                  </a:lnTo>
                  <a:lnTo>
                    <a:pt x="1273" y="3"/>
                  </a:lnTo>
                  <a:lnTo>
                    <a:pt x="1276" y="1"/>
                  </a:lnTo>
                  <a:lnTo>
                    <a:pt x="1276" y="2"/>
                  </a:lnTo>
                  <a:lnTo>
                    <a:pt x="1276" y="2"/>
                  </a:lnTo>
                  <a:lnTo>
                    <a:pt x="1278" y="2"/>
                  </a:lnTo>
                  <a:lnTo>
                    <a:pt x="1280" y="3"/>
                  </a:lnTo>
                  <a:lnTo>
                    <a:pt x="1280" y="2"/>
                  </a:lnTo>
                  <a:lnTo>
                    <a:pt x="1280" y="2"/>
                  </a:lnTo>
                  <a:lnTo>
                    <a:pt x="1280" y="3"/>
                  </a:lnTo>
                  <a:lnTo>
                    <a:pt x="1283" y="1"/>
                  </a:lnTo>
                  <a:lnTo>
                    <a:pt x="1284" y="2"/>
                  </a:lnTo>
                  <a:lnTo>
                    <a:pt x="1284" y="2"/>
                  </a:lnTo>
                  <a:lnTo>
                    <a:pt x="1286" y="1"/>
                  </a:lnTo>
                  <a:lnTo>
                    <a:pt x="1287" y="2"/>
                  </a:lnTo>
                  <a:lnTo>
                    <a:pt x="1288" y="2"/>
                  </a:lnTo>
                  <a:lnTo>
                    <a:pt x="1288" y="2"/>
                  </a:lnTo>
                  <a:lnTo>
                    <a:pt x="1289" y="1"/>
                  </a:lnTo>
                  <a:lnTo>
                    <a:pt x="1291" y="2"/>
                  </a:lnTo>
                  <a:lnTo>
                    <a:pt x="1292" y="2"/>
                  </a:lnTo>
                  <a:lnTo>
                    <a:pt x="1292" y="2"/>
                  </a:lnTo>
                  <a:lnTo>
                    <a:pt x="1293" y="1"/>
                  </a:lnTo>
                  <a:lnTo>
                    <a:pt x="1295" y="2"/>
                  </a:lnTo>
                  <a:lnTo>
                    <a:pt x="1296" y="2"/>
                  </a:lnTo>
                  <a:lnTo>
                    <a:pt x="1296" y="2"/>
                  </a:lnTo>
                  <a:lnTo>
                    <a:pt x="1296" y="2"/>
                  </a:lnTo>
                  <a:lnTo>
                    <a:pt x="1300" y="4"/>
                  </a:lnTo>
                  <a:lnTo>
                    <a:pt x="1300" y="2"/>
                  </a:lnTo>
                  <a:lnTo>
                    <a:pt x="1300" y="2"/>
                  </a:lnTo>
                  <a:lnTo>
                    <a:pt x="1301" y="2"/>
                  </a:lnTo>
                  <a:lnTo>
                    <a:pt x="1303" y="4"/>
                  </a:lnTo>
                  <a:lnTo>
                    <a:pt x="1304" y="2"/>
                  </a:lnTo>
                  <a:lnTo>
                    <a:pt x="1304" y="3"/>
                  </a:lnTo>
                  <a:lnTo>
                    <a:pt x="1308" y="4"/>
                  </a:lnTo>
                  <a:lnTo>
                    <a:pt x="1308" y="2"/>
                  </a:lnTo>
                  <a:lnTo>
                    <a:pt x="1308" y="2"/>
                  </a:lnTo>
                  <a:lnTo>
                    <a:pt x="1308" y="2"/>
                  </a:lnTo>
                  <a:lnTo>
                    <a:pt x="1312" y="3"/>
                  </a:lnTo>
                  <a:lnTo>
                    <a:pt x="1312" y="2"/>
                  </a:lnTo>
                  <a:lnTo>
                    <a:pt x="1312" y="2"/>
                  </a:lnTo>
                  <a:lnTo>
                    <a:pt x="1312" y="2"/>
                  </a:lnTo>
                  <a:lnTo>
                    <a:pt x="1315" y="3"/>
                  </a:lnTo>
                  <a:lnTo>
                    <a:pt x="1316" y="1"/>
                  </a:lnTo>
                  <a:lnTo>
                    <a:pt x="1316" y="2"/>
                  </a:lnTo>
                  <a:lnTo>
                    <a:pt x="1316" y="2"/>
                  </a:lnTo>
                  <a:lnTo>
                    <a:pt x="1318" y="1"/>
                  </a:lnTo>
                  <a:lnTo>
                    <a:pt x="1320" y="3"/>
                  </a:lnTo>
                  <a:lnTo>
                    <a:pt x="1320" y="2"/>
                  </a:lnTo>
                  <a:lnTo>
                    <a:pt x="1320" y="2"/>
                  </a:lnTo>
                  <a:lnTo>
                    <a:pt x="1323" y="1"/>
                  </a:lnTo>
                  <a:lnTo>
                    <a:pt x="1323" y="3"/>
                  </a:lnTo>
                  <a:lnTo>
                    <a:pt x="1324" y="2"/>
                  </a:lnTo>
                  <a:lnTo>
                    <a:pt x="1324" y="2"/>
                  </a:lnTo>
                  <a:lnTo>
                    <a:pt x="1324" y="2"/>
                  </a:lnTo>
                  <a:lnTo>
                    <a:pt x="1327" y="4"/>
                  </a:lnTo>
                  <a:lnTo>
                    <a:pt x="1328" y="2"/>
                  </a:lnTo>
                  <a:lnTo>
                    <a:pt x="1328" y="2"/>
                  </a:lnTo>
                  <a:lnTo>
                    <a:pt x="1330" y="2"/>
                  </a:lnTo>
                  <a:lnTo>
                    <a:pt x="1332" y="3"/>
                  </a:lnTo>
                  <a:lnTo>
                    <a:pt x="1332" y="2"/>
                  </a:lnTo>
                  <a:lnTo>
                    <a:pt x="1332" y="2"/>
                  </a:lnTo>
                  <a:lnTo>
                    <a:pt x="1333" y="2"/>
                  </a:lnTo>
                  <a:lnTo>
                    <a:pt x="1335" y="3"/>
                  </a:lnTo>
                  <a:lnTo>
                    <a:pt x="1336" y="2"/>
                  </a:lnTo>
                  <a:lnTo>
                    <a:pt x="1336" y="2"/>
                  </a:lnTo>
                  <a:lnTo>
                    <a:pt x="1337" y="3"/>
                  </a:lnTo>
                  <a:lnTo>
                    <a:pt x="1340" y="2"/>
                  </a:lnTo>
                  <a:lnTo>
                    <a:pt x="1340" y="2"/>
                  </a:lnTo>
                  <a:lnTo>
                    <a:pt x="1340" y="2"/>
                  </a:lnTo>
                  <a:lnTo>
                    <a:pt x="1342" y="1"/>
                  </a:lnTo>
                  <a:lnTo>
                    <a:pt x="1344" y="3"/>
                  </a:lnTo>
                  <a:lnTo>
                    <a:pt x="1344" y="3"/>
                  </a:lnTo>
                  <a:lnTo>
                    <a:pt x="1344" y="2"/>
                  </a:lnTo>
                  <a:lnTo>
                    <a:pt x="1346" y="3"/>
                  </a:lnTo>
                  <a:lnTo>
                    <a:pt x="1348" y="2"/>
                  </a:lnTo>
                  <a:lnTo>
                    <a:pt x="1348" y="2"/>
                  </a:lnTo>
                  <a:lnTo>
                    <a:pt x="1348" y="2"/>
                  </a:lnTo>
                  <a:lnTo>
                    <a:pt x="1349" y="2"/>
                  </a:lnTo>
                  <a:lnTo>
                    <a:pt x="1352" y="4"/>
                  </a:lnTo>
                  <a:lnTo>
                    <a:pt x="1352" y="3"/>
                  </a:lnTo>
                  <a:lnTo>
                    <a:pt x="1352" y="3"/>
                  </a:lnTo>
                  <a:lnTo>
                    <a:pt x="1353" y="2"/>
                  </a:lnTo>
                  <a:lnTo>
                    <a:pt x="1356" y="10"/>
                  </a:lnTo>
                  <a:lnTo>
                    <a:pt x="1356" y="9"/>
                  </a:lnTo>
                  <a:lnTo>
                    <a:pt x="1356" y="9"/>
                  </a:lnTo>
                  <a:lnTo>
                    <a:pt x="1358" y="9"/>
                  </a:lnTo>
                  <a:lnTo>
                    <a:pt x="1359" y="10"/>
                  </a:lnTo>
                  <a:lnTo>
                    <a:pt x="1361" y="10"/>
                  </a:lnTo>
                  <a:lnTo>
                    <a:pt x="1361" y="9"/>
                  </a:lnTo>
                  <a:lnTo>
                    <a:pt x="1363" y="10"/>
                  </a:lnTo>
                  <a:lnTo>
                    <a:pt x="1364" y="9"/>
                  </a:lnTo>
                  <a:lnTo>
                    <a:pt x="1364" y="10"/>
                  </a:lnTo>
                  <a:lnTo>
                    <a:pt x="1364" y="10"/>
                  </a:lnTo>
                  <a:lnTo>
                    <a:pt x="1365" y="9"/>
                  </a:lnTo>
                  <a:lnTo>
                    <a:pt x="1367" y="11"/>
                  </a:lnTo>
                  <a:lnTo>
                    <a:pt x="1368" y="10"/>
                  </a:lnTo>
                  <a:lnTo>
                    <a:pt x="1368" y="10"/>
                  </a:lnTo>
                  <a:lnTo>
                    <a:pt x="1370" y="10"/>
                  </a:lnTo>
                  <a:lnTo>
                    <a:pt x="1372" y="12"/>
                  </a:lnTo>
                  <a:lnTo>
                    <a:pt x="1373" y="11"/>
                  </a:lnTo>
                  <a:lnTo>
                    <a:pt x="1373" y="11"/>
                  </a:lnTo>
                  <a:lnTo>
                    <a:pt x="1375" y="12"/>
                  </a:lnTo>
                  <a:lnTo>
                    <a:pt x="1376" y="10"/>
                  </a:lnTo>
                  <a:lnTo>
                    <a:pt x="1376" y="11"/>
                  </a:lnTo>
                  <a:lnTo>
                    <a:pt x="1376" y="10"/>
                  </a:lnTo>
                  <a:lnTo>
                    <a:pt x="1377" y="10"/>
                  </a:lnTo>
                  <a:lnTo>
                    <a:pt x="1379" y="11"/>
                  </a:lnTo>
                  <a:lnTo>
                    <a:pt x="1380" y="10"/>
                  </a:lnTo>
                  <a:lnTo>
                    <a:pt x="1380" y="10"/>
                  </a:lnTo>
                  <a:lnTo>
                    <a:pt x="1381" y="11"/>
                  </a:lnTo>
                  <a:lnTo>
                    <a:pt x="1385" y="5"/>
                  </a:lnTo>
                  <a:lnTo>
                    <a:pt x="1385" y="5"/>
                  </a:lnTo>
                  <a:lnTo>
                    <a:pt x="1385" y="5"/>
                  </a:lnTo>
                  <a:lnTo>
                    <a:pt x="1386" y="6"/>
                  </a:lnTo>
                  <a:lnTo>
                    <a:pt x="1388" y="4"/>
                  </a:lnTo>
                  <a:lnTo>
                    <a:pt x="1388" y="4"/>
                  </a:lnTo>
                  <a:lnTo>
                    <a:pt x="1388" y="4"/>
                  </a:lnTo>
                  <a:lnTo>
                    <a:pt x="1389" y="5"/>
                  </a:lnTo>
                  <a:lnTo>
                    <a:pt x="1392" y="3"/>
                  </a:lnTo>
                  <a:lnTo>
                    <a:pt x="1392" y="3"/>
                  </a:lnTo>
                  <a:lnTo>
                    <a:pt x="1392" y="3"/>
                  </a:lnTo>
                  <a:lnTo>
                    <a:pt x="1395" y="3"/>
                  </a:lnTo>
                  <a:lnTo>
                    <a:pt x="1395" y="4"/>
                  </a:lnTo>
                  <a:lnTo>
                    <a:pt x="1397" y="3"/>
                  </a:lnTo>
                  <a:lnTo>
                    <a:pt x="1397" y="4"/>
                  </a:lnTo>
                  <a:lnTo>
                    <a:pt x="1398" y="2"/>
                  </a:lnTo>
                  <a:lnTo>
                    <a:pt x="1400" y="5"/>
                  </a:lnTo>
                  <a:lnTo>
                    <a:pt x="1400" y="4"/>
                  </a:lnTo>
                  <a:lnTo>
                    <a:pt x="1400" y="4"/>
                  </a:lnTo>
                  <a:lnTo>
                    <a:pt x="1402" y="5"/>
                  </a:lnTo>
                  <a:lnTo>
                    <a:pt x="1404" y="3"/>
                  </a:lnTo>
                  <a:lnTo>
                    <a:pt x="1404" y="4"/>
                  </a:lnTo>
                  <a:lnTo>
                    <a:pt x="1404" y="4"/>
                  </a:lnTo>
                  <a:lnTo>
                    <a:pt x="1405" y="3"/>
                  </a:lnTo>
                  <a:lnTo>
                    <a:pt x="1408" y="5"/>
                  </a:lnTo>
                  <a:lnTo>
                    <a:pt x="1409" y="4"/>
                  </a:lnTo>
                  <a:lnTo>
                    <a:pt x="1409" y="5"/>
                  </a:lnTo>
                  <a:lnTo>
                    <a:pt x="1409" y="5"/>
                  </a:lnTo>
                  <a:lnTo>
                    <a:pt x="1411" y="3"/>
                  </a:lnTo>
                  <a:lnTo>
                    <a:pt x="1412" y="5"/>
                  </a:lnTo>
                  <a:lnTo>
                    <a:pt x="1412" y="5"/>
                  </a:lnTo>
                  <a:lnTo>
                    <a:pt x="1415" y="4"/>
                  </a:lnTo>
                  <a:lnTo>
                    <a:pt x="1416" y="5"/>
                  </a:lnTo>
                  <a:lnTo>
                    <a:pt x="1416" y="5"/>
                  </a:lnTo>
                  <a:lnTo>
                    <a:pt x="1416" y="4"/>
                  </a:lnTo>
                  <a:lnTo>
                    <a:pt x="1418" y="5"/>
                  </a:lnTo>
                  <a:lnTo>
                    <a:pt x="1420" y="4"/>
                  </a:lnTo>
                  <a:lnTo>
                    <a:pt x="1421" y="4"/>
                  </a:lnTo>
                  <a:lnTo>
                    <a:pt x="1421" y="4"/>
                  </a:lnTo>
                  <a:lnTo>
                    <a:pt x="1422" y="5"/>
                  </a:lnTo>
                  <a:lnTo>
                    <a:pt x="1423" y="3"/>
                  </a:lnTo>
                  <a:lnTo>
                    <a:pt x="1424" y="4"/>
                  </a:lnTo>
                  <a:lnTo>
                    <a:pt x="1424" y="4"/>
                  </a:lnTo>
                  <a:lnTo>
                    <a:pt x="1426" y="5"/>
                  </a:lnTo>
                  <a:lnTo>
                    <a:pt x="1427" y="4"/>
                  </a:lnTo>
                  <a:lnTo>
                    <a:pt x="1429" y="4"/>
                  </a:lnTo>
                  <a:lnTo>
                    <a:pt x="1429" y="4"/>
                  </a:lnTo>
                  <a:lnTo>
                    <a:pt x="1430" y="4"/>
                  </a:lnTo>
                  <a:lnTo>
                    <a:pt x="1432" y="5"/>
                  </a:lnTo>
                  <a:lnTo>
                    <a:pt x="1433" y="5"/>
                  </a:lnTo>
                  <a:lnTo>
                    <a:pt x="1433" y="5"/>
                  </a:lnTo>
                  <a:lnTo>
                    <a:pt x="1433" y="4"/>
                  </a:lnTo>
                  <a:lnTo>
                    <a:pt x="1436" y="6"/>
                  </a:lnTo>
                  <a:lnTo>
                    <a:pt x="1436" y="5"/>
                  </a:lnTo>
                  <a:lnTo>
                    <a:pt x="1436" y="5"/>
                  </a:lnTo>
                  <a:lnTo>
                    <a:pt x="1437" y="5"/>
                  </a:lnTo>
                  <a:lnTo>
                    <a:pt x="1441" y="7"/>
                  </a:lnTo>
                  <a:lnTo>
                    <a:pt x="1441" y="6"/>
                  </a:lnTo>
                  <a:lnTo>
                    <a:pt x="1441" y="7"/>
                  </a:lnTo>
                  <a:lnTo>
                    <a:pt x="1441" y="7"/>
                  </a:lnTo>
                  <a:lnTo>
                    <a:pt x="1444" y="8"/>
                  </a:lnTo>
                  <a:lnTo>
                    <a:pt x="1445" y="7"/>
                  </a:lnTo>
                  <a:lnTo>
                    <a:pt x="1445" y="8"/>
                  </a:lnTo>
                  <a:lnTo>
                    <a:pt x="1446" y="8"/>
                  </a:lnTo>
                  <a:lnTo>
                    <a:pt x="1448" y="5"/>
                  </a:lnTo>
                  <a:lnTo>
                    <a:pt x="1448" y="6"/>
                  </a:lnTo>
                  <a:lnTo>
                    <a:pt x="1448" y="6"/>
                  </a:lnTo>
                  <a:lnTo>
                    <a:pt x="1448" y="6"/>
                  </a:lnTo>
                  <a:lnTo>
                    <a:pt x="1451" y="4"/>
                  </a:lnTo>
                  <a:lnTo>
                    <a:pt x="1453" y="5"/>
                  </a:lnTo>
                  <a:lnTo>
                    <a:pt x="1453" y="5"/>
                  </a:lnTo>
                  <a:lnTo>
                    <a:pt x="1455" y="5"/>
                  </a:lnTo>
                  <a:lnTo>
                    <a:pt x="1455" y="4"/>
                  </a:lnTo>
                  <a:lnTo>
                    <a:pt x="1457" y="5"/>
                  </a:lnTo>
                  <a:lnTo>
                    <a:pt x="1457" y="5"/>
                  </a:lnTo>
                  <a:lnTo>
                    <a:pt x="1457" y="4"/>
                  </a:lnTo>
                  <a:lnTo>
                    <a:pt x="1460" y="6"/>
                  </a:lnTo>
                  <a:lnTo>
                    <a:pt x="1460" y="5"/>
                  </a:lnTo>
                  <a:lnTo>
                    <a:pt x="1460" y="5"/>
                  </a:lnTo>
                  <a:lnTo>
                    <a:pt x="1462" y="4"/>
                  </a:lnTo>
                  <a:lnTo>
                    <a:pt x="1463" y="6"/>
                  </a:lnTo>
                  <a:lnTo>
                    <a:pt x="1465" y="5"/>
                  </a:lnTo>
                  <a:lnTo>
                    <a:pt x="1465" y="5"/>
                  </a:lnTo>
                  <a:lnTo>
                    <a:pt x="1465" y="6"/>
                  </a:lnTo>
                  <a:lnTo>
                    <a:pt x="1466" y="4"/>
                  </a:lnTo>
                  <a:lnTo>
                    <a:pt x="1469" y="5"/>
                  </a:lnTo>
                  <a:lnTo>
                    <a:pt x="1469" y="5"/>
                  </a:lnTo>
                  <a:lnTo>
                    <a:pt x="1470" y="5"/>
                  </a:lnTo>
                  <a:lnTo>
                    <a:pt x="1472" y="4"/>
                  </a:lnTo>
                  <a:lnTo>
                    <a:pt x="1472" y="5"/>
                  </a:lnTo>
                  <a:lnTo>
                    <a:pt x="1472" y="4"/>
                  </a:lnTo>
                  <a:lnTo>
                    <a:pt x="1474" y="4"/>
                  </a:lnTo>
                  <a:lnTo>
                    <a:pt x="1477" y="21"/>
                  </a:lnTo>
                  <a:lnTo>
                    <a:pt x="1477" y="20"/>
                  </a:lnTo>
                  <a:lnTo>
                    <a:pt x="1477" y="20"/>
                  </a:lnTo>
                  <a:lnTo>
                    <a:pt x="1477" y="19"/>
                  </a:lnTo>
                  <a:lnTo>
                    <a:pt x="1480" y="21"/>
                  </a:lnTo>
                  <a:lnTo>
                    <a:pt x="1481" y="19"/>
                  </a:lnTo>
                  <a:lnTo>
                    <a:pt x="1481" y="19"/>
                  </a:lnTo>
                  <a:lnTo>
                    <a:pt x="1481" y="21"/>
                  </a:lnTo>
                  <a:lnTo>
                    <a:pt x="1482" y="19"/>
                  </a:lnTo>
                  <a:lnTo>
                    <a:pt x="1484" y="19"/>
                  </a:lnTo>
                  <a:lnTo>
                    <a:pt x="1484" y="19"/>
                  </a:lnTo>
                  <a:lnTo>
                    <a:pt x="1487" y="20"/>
                  </a:lnTo>
                  <a:lnTo>
                    <a:pt x="1488" y="19"/>
                  </a:lnTo>
                  <a:lnTo>
                    <a:pt x="1489" y="19"/>
                  </a:lnTo>
                  <a:lnTo>
                    <a:pt x="1489" y="19"/>
                  </a:lnTo>
                  <a:lnTo>
                    <a:pt x="1489" y="20"/>
                  </a:lnTo>
                  <a:lnTo>
                    <a:pt x="1492" y="18"/>
                  </a:lnTo>
                  <a:lnTo>
                    <a:pt x="1493" y="19"/>
                  </a:lnTo>
                  <a:lnTo>
                    <a:pt x="1493" y="19"/>
                  </a:lnTo>
                  <a:lnTo>
                    <a:pt x="1495" y="20"/>
                  </a:lnTo>
                  <a:lnTo>
                    <a:pt x="1497" y="18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8" y="18"/>
                  </a:lnTo>
                  <a:lnTo>
                    <a:pt x="1501" y="20"/>
                  </a:lnTo>
                  <a:lnTo>
                    <a:pt x="1501" y="19"/>
                  </a:lnTo>
                  <a:lnTo>
                    <a:pt x="1501" y="19"/>
                  </a:lnTo>
                  <a:lnTo>
                    <a:pt x="1501" y="19"/>
                  </a:lnTo>
                  <a:lnTo>
                    <a:pt x="1503" y="21"/>
                  </a:lnTo>
                  <a:lnTo>
                    <a:pt x="1505" y="19"/>
                  </a:lnTo>
                  <a:lnTo>
                    <a:pt x="1505" y="20"/>
                  </a:lnTo>
                  <a:lnTo>
                    <a:pt x="1507" y="21"/>
                  </a:lnTo>
                  <a:lnTo>
                    <a:pt x="1508" y="19"/>
                  </a:lnTo>
                  <a:lnTo>
                    <a:pt x="1509" y="19"/>
                  </a:lnTo>
                  <a:lnTo>
                    <a:pt x="1509" y="19"/>
                  </a:lnTo>
                  <a:lnTo>
                    <a:pt x="1509" y="19"/>
                  </a:lnTo>
                  <a:lnTo>
                    <a:pt x="1513" y="21"/>
                  </a:lnTo>
                  <a:lnTo>
                    <a:pt x="1513" y="21"/>
                  </a:lnTo>
                  <a:lnTo>
                    <a:pt x="1513" y="21"/>
                  </a:lnTo>
                  <a:lnTo>
                    <a:pt x="1514" y="20"/>
                  </a:lnTo>
                  <a:lnTo>
                    <a:pt x="1516" y="22"/>
                  </a:lnTo>
                  <a:lnTo>
                    <a:pt x="1517" y="21"/>
                  </a:lnTo>
                  <a:lnTo>
                    <a:pt x="1517" y="22"/>
                  </a:lnTo>
                  <a:lnTo>
                    <a:pt x="1517" y="21"/>
                  </a:lnTo>
                  <a:lnTo>
                    <a:pt x="1519" y="23"/>
                  </a:lnTo>
                  <a:lnTo>
                    <a:pt x="1521" y="23"/>
                  </a:lnTo>
                  <a:lnTo>
                    <a:pt x="1521" y="23"/>
                  </a:lnTo>
                  <a:lnTo>
                    <a:pt x="1522" y="22"/>
                  </a:lnTo>
                  <a:lnTo>
                    <a:pt x="1524" y="23"/>
                  </a:lnTo>
                  <a:lnTo>
                    <a:pt x="1525" y="22"/>
                  </a:lnTo>
                  <a:lnTo>
                    <a:pt x="1525" y="22"/>
                  </a:lnTo>
                  <a:lnTo>
                    <a:pt x="1525" y="22"/>
                  </a:lnTo>
                  <a:lnTo>
                    <a:pt x="1529" y="25"/>
                  </a:lnTo>
                  <a:lnTo>
                    <a:pt x="1529" y="25"/>
                  </a:lnTo>
                  <a:lnTo>
                    <a:pt x="1530" y="24"/>
                  </a:lnTo>
                  <a:lnTo>
                    <a:pt x="1532" y="26"/>
                  </a:lnTo>
                  <a:lnTo>
                    <a:pt x="1533" y="25"/>
                  </a:lnTo>
                  <a:lnTo>
                    <a:pt x="1533" y="25"/>
                  </a:lnTo>
                  <a:lnTo>
                    <a:pt x="1534" y="24"/>
                  </a:lnTo>
                  <a:lnTo>
                    <a:pt x="1536" y="27"/>
                  </a:lnTo>
                  <a:lnTo>
                    <a:pt x="1537" y="26"/>
                  </a:lnTo>
                  <a:lnTo>
                    <a:pt x="1537" y="26"/>
                  </a:lnTo>
                  <a:lnTo>
                    <a:pt x="1537" y="27"/>
                  </a:lnTo>
                  <a:lnTo>
                    <a:pt x="1541" y="25"/>
                  </a:lnTo>
                  <a:lnTo>
                    <a:pt x="1541" y="25"/>
                  </a:lnTo>
                  <a:lnTo>
                    <a:pt x="1541" y="26"/>
                  </a:lnTo>
                  <a:lnTo>
                    <a:pt x="1542" y="24"/>
                  </a:lnTo>
                  <a:lnTo>
                    <a:pt x="1545" y="25"/>
                  </a:lnTo>
                  <a:lnTo>
                    <a:pt x="1545" y="25"/>
                  </a:lnTo>
                  <a:lnTo>
                    <a:pt x="1547" y="24"/>
                  </a:lnTo>
                  <a:lnTo>
                    <a:pt x="1548" y="25"/>
                  </a:lnTo>
                  <a:lnTo>
                    <a:pt x="1549" y="25"/>
                  </a:lnTo>
                  <a:lnTo>
                    <a:pt x="1549" y="25"/>
                  </a:lnTo>
                  <a:lnTo>
                    <a:pt x="1549" y="24"/>
                  </a:lnTo>
                  <a:lnTo>
                    <a:pt x="1551" y="681"/>
                  </a:lnTo>
                  <a:lnTo>
                    <a:pt x="1553" y="680"/>
                  </a:lnTo>
                  <a:lnTo>
                    <a:pt x="1553" y="679"/>
                  </a:lnTo>
                  <a:lnTo>
                    <a:pt x="1555" y="679"/>
                  </a:lnTo>
                  <a:lnTo>
                    <a:pt x="1556" y="681"/>
                  </a:lnTo>
                  <a:lnTo>
                    <a:pt x="1557" y="679"/>
                  </a:lnTo>
                  <a:lnTo>
                    <a:pt x="1557" y="679"/>
                  </a:lnTo>
                  <a:lnTo>
                    <a:pt x="1557" y="679"/>
                  </a:lnTo>
                  <a:lnTo>
                    <a:pt x="1561" y="680"/>
                  </a:lnTo>
                  <a:lnTo>
                    <a:pt x="1561" y="680"/>
                  </a:lnTo>
                  <a:lnTo>
                    <a:pt x="1561" y="680"/>
                  </a:lnTo>
                  <a:lnTo>
                    <a:pt x="1563" y="680"/>
                  </a:lnTo>
                  <a:lnTo>
                    <a:pt x="1563" y="679"/>
                  </a:lnTo>
                  <a:lnTo>
                    <a:pt x="1565" y="679"/>
                  </a:lnTo>
                  <a:lnTo>
                    <a:pt x="1565" y="679"/>
                  </a:lnTo>
                  <a:lnTo>
                    <a:pt x="1565" y="681"/>
                  </a:lnTo>
                  <a:lnTo>
                    <a:pt x="1567" y="679"/>
                  </a:lnTo>
                  <a:lnTo>
                    <a:pt x="1569" y="679"/>
                  </a:lnTo>
                  <a:lnTo>
                    <a:pt x="1569" y="679"/>
                  </a:lnTo>
                  <a:lnTo>
                    <a:pt x="1571" y="680"/>
                  </a:lnTo>
                  <a:lnTo>
                    <a:pt x="1573" y="679"/>
                  </a:lnTo>
                  <a:lnTo>
                    <a:pt x="1573" y="679"/>
                  </a:lnTo>
                  <a:lnTo>
                    <a:pt x="1573" y="679"/>
                  </a:lnTo>
                  <a:lnTo>
                    <a:pt x="1574" y="680"/>
                  </a:lnTo>
                  <a:lnTo>
                    <a:pt x="1574" y="678"/>
                  </a:lnTo>
                  <a:lnTo>
                    <a:pt x="1577" y="679"/>
                  </a:lnTo>
                  <a:lnTo>
                    <a:pt x="1577" y="679"/>
                  </a:lnTo>
                  <a:lnTo>
                    <a:pt x="1577" y="678"/>
                  </a:lnTo>
                  <a:lnTo>
                    <a:pt x="1579" y="680"/>
                  </a:lnTo>
                  <a:lnTo>
                    <a:pt x="1581" y="679"/>
                  </a:lnTo>
                  <a:lnTo>
                    <a:pt x="1581" y="679"/>
                  </a:lnTo>
                  <a:lnTo>
                    <a:pt x="1581" y="679"/>
                  </a:lnTo>
                  <a:lnTo>
                    <a:pt x="1585" y="681"/>
                  </a:lnTo>
                  <a:lnTo>
                    <a:pt x="1585" y="680"/>
                  </a:lnTo>
                  <a:lnTo>
                    <a:pt x="1585" y="680"/>
                  </a:lnTo>
                  <a:lnTo>
                    <a:pt x="1587" y="680"/>
                  </a:lnTo>
                  <a:lnTo>
                    <a:pt x="1588" y="681"/>
                  </a:lnTo>
                  <a:lnTo>
                    <a:pt x="1589" y="681"/>
                  </a:lnTo>
                  <a:lnTo>
                    <a:pt x="1589" y="681"/>
                  </a:lnTo>
                  <a:lnTo>
                    <a:pt x="1590" y="680"/>
                  </a:lnTo>
                  <a:lnTo>
                    <a:pt x="1592" y="682"/>
                  </a:lnTo>
                  <a:lnTo>
                    <a:pt x="1593" y="681"/>
                  </a:lnTo>
                  <a:lnTo>
                    <a:pt x="1593" y="681"/>
                  </a:lnTo>
                  <a:lnTo>
                    <a:pt x="1593" y="681"/>
                  </a:lnTo>
                  <a:lnTo>
                    <a:pt x="1595" y="682"/>
                  </a:lnTo>
                  <a:lnTo>
                    <a:pt x="1597" y="682"/>
                  </a:lnTo>
                  <a:lnTo>
                    <a:pt x="1597" y="682"/>
                  </a:lnTo>
                  <a:lnTo>
                    <a:pt x="1597" y="682"/>
                  </a:lnTo>
                  <a:lnTo>
                    <a:pt x="1601" y="684"/>
                  </a:lnTo>
                  <a:lnTo>
                    <a:pt x="1601" y="683"/>
                  </a:lnTo>
                  <a:lnTo>
                    <a:pt x="1601" y="683"/>
                  </a:lnTo>
                  <a:lnTo>
                    <a:pt x="1601" y="682"/>
                  </a:lnTo>
                  <a:lnTo>
                    <a:pt x="1605" y="684"/>
                  </a:lnTo>
                  <a:lnTo>
                    <a:pt x="1605" y="683"/>
                  </a:lnTo>
                  <a:lnTo>
                    <a:pt x="1605" y="684"/>
                  </a:lnTo>
                  <a:lnTo>
                    <a:pt x="1607" y="684"/>
                  </a:lnTo>
                  <a:lnTo>
                    <a:pt x="1608" y="682"/>
                  </a:lnTo>
                  <a:lnTo>
                    <a:pt x="1609" y="683"/>
                  </a:lnTo>
                  <a:lnTo>
                    <a:pt x="1609" y="683"/>
                  </a:lnTo>
                  <a:lnTo>
                    <a:pt x="1610" y="684"/>
                  </a:lnTo>
                  <a:lnTo>
                    <a:pt x="1613" y="682"/>
                  </a:lnTo>
                  <a:lnTo>
                    <a:pt x="1613" y="683"/>
                  </a:lnTo>
                  <a:lnTo>
                    <a:pt x="1613" y="683"/>
                  </a:lnTo>
                  <a:lnTo>
                    <a:pt x="1614" y="683"/>
                  </a:lnTo>
                  <a:lnTo>
                    <a:pt x="1616" y="682"/>
                  </a:lnTo>
                  <a:lnTo>
                    <a:pt x="1617" y="682"/>
                  </a:lnTo>
                  <a:lnTo>
                    <a:pt x="1617" y="682"/>
                  </a:lnTo>
                  <a:lnTo>
                    <a:pt x="1619" y="683"/>
                  </a:lnTo>
                  <a:lnTo>
                    <a:pt x="1620" y="681"/>
                  </a:lnTo>
                  <a:lnTo>
                    <a:pt x="1621" y="682"/>
                  </a:lnTo>
                  <a:lnTo>
                    <a:pt x="1621" y="682"/>
                  </a:lnTo>
                  <a:lnTo>
                    <a:pt x="1621" y="682"/>
                  </a:lnTo>
                  <a:lnTo>
                    <a:pt x="1624" y="681"/>
                  </a:lnTo>
                  <a:lnTo>
                    <a:pt x="1625" y="681"/>
                  </a:lnTo>
                  <a:lnTo>
                    <a:pt x="1625" y="682"/>
                  </a:lnTo>
                  <a:lnTo>
                    <a:pt x="1625" y="682"/>
                  </a:lnTo>
                  <a:lnTo>
                    <a:pt x="1626" y="242"/>
                  </a:lnTo>
                  <a:lnTo>
                    <a:pt x="1629" y="243"/>
                  </a:lnTo>
                  <a:lnTo>
                    <a:pt x="1629" y="243"/>
                  </a:lnTo>
                  <a:lnTo>
                    <a:pt x="1629" y="242"/>
                  </a:lnTo>
                  <a:lnTo>
                    <a:pt x="1632" y="244"/>
                  </a:lnTo>
                  <a:lnTo>
                    <a:pt x="1633" y="244"/>
                  </a:lnTo>
                  <a:lnTo>
                    <a:pt x="1633" y="243"/>
                  </a:lnTo>
                  <a:lnTo>
                    <a:pt x="1634" y="244"/>
                  </a:lnTo>
                  <a:lnTo>
                    <a:pt x="1636" y="242"/>
                  </a:lnTo>
                  <a:lnTo>
                    <a:pt x="1637" y="243"/>
                  </a:lnTo>
                  <a:lnTo>
                    <a:pt x="1637" y="243"/>
                  </a:lnTo>
                  <a:lnTo>
                    <a:pt x="1637" y="243"/>
                  </a:lnTo>
                  <a:lnTo>
                    <a:pt x="1640" y="241"/>
                  </a:lnTo>
                  <a:lnTo>
                    <a:pt x="1641" y="242"/>
                  </a:lnTo>
                  <a:lnTo>
                    <a:pt x="1641" y="242"/>
                  </a:lnTo>
                  <a:lnTo>
                    <a:pt x="1642" y="243"/>
                  </a:lnTo>
                  <a:lnTo>
                    <a:pt x="1645" y="241"/>
                  </a:lnTo>
                  <a:lnTo>
                    <a:pt x="1645" y="242"/>
                  </a:lnTo>
                  <a:lnTo>
                    <a:pt x="1645" y="242"/>
                  </a:lnTo>
                  <a:lnTo>
                    <a:pt x="1645" y="242"/>
                  </a:lnTo>
                  <a:lnTo>
                    <a:pt x="1649" y="240"/>
                  </a:lnTo>
                  <a:lnTo>
                    <a:pt x="1649" y="241"/>
                  </a:lnTo>
                  <a:lnTo>
                    <a:pt x="1649" y="241"/>
                  </a:lnTo>
                  <a:lnTo>
                    <a:pt x="1650" y="240"/>
                  </a:lnTo>
                  <a:lnTo>
                    <a:pt x="1651" y="242"/>
                  </a:lnTo>
                  <a:lnTo>
                    <a:pt x="1653" y="242"/>
                  </a:lnTo>
                  <a:lnTo>
                    <a:pt x="1653" y="241"/>
                  </a:lnTo>
                  <a:lnTo>
                    <a:pt x="1653" y="241"/>
                  </a:lnTo>
                  <a:lnTo>
                    <a:pt x="1655" y="243"/>
                  </a:lnTo>
                  <a:lnTo>
                    <a:pt x="1657" y="241"/>
                  </a:lnTo>
                  <a:lnTo>
                    <a:pt x="1657" y="242"/>
                  </a:lnTo>
                  <a:lnTo>
                    <a:pt x="1659" y="241"/>
                  </a:lnTo>
                  <a:lnTo>
                    <a:pt x="1660" y="243"/>
                  </a:lnTo>
                  <a:lnTo>
                    <a:pt x="1661" y="242"/>
                  </a:lnTo>
                  <a:lnTo>
                    <a:pt x="1661" y="242"/>
                  </a:lnTo>
                  <a:lnTo>
                    <a:pt x="1662" y="241"/>
                  </a:lnTo>
                  <a:lnTo>
                    <a:pt x="1663" y="243"/>
                  </a:lnTo>
                  <a:lnTo>
                    <a:pt x="1665" y="242"/>
                  </a:lnTo>
                  <a:lnTo>
                    <a:pt x="1665" y="242"/>
                  </a:lnTo>
                  <a:lnTo>
                    <a:pt x="1665" y="242"/>
                  </a:lnTo>
                  <a:lnTo>
                    <a:pt x="1667" y="244"/>
                  </a:lnTo>
                  <a:lnTo>
                    <a:pt x="1669" y="244"/>
                  </a:lnTo>
                  <a:lnTo>
                    <a:pt x="1669" y="244"/>
                  </a:lnTo>
                  <a:lnTo>
                    <a:pt x="1669" y="243"/>
                  </a:lnTo>
                  <a:lnTo>
                    <a:pt x="1673" y="249"/>
                  </a:lnTo>
                  <a:lnTo>
                    <a:pt x="1673" y="248"/>
                  </a:lnTo>
                  <a:lnTo>
                    <a:pt x="1673" y="248"/>
                  </a:lnTo>
                  <a:lnTo>
                    <a:pt x="1675" y="248"/>
                  </a:lnTo>
                  <a:lnTo>
                    <a:pt x="1677" y="254"/>
                  </a:lnTo>
                  <a:lnTo>
                    <a:pt x="1677" y="253"/>
                  </a:lnTo>
                  <a:lnTo>
                    <a:pt x="1677" y="252"/>
                  </a:lnTo>
                  <a:lnTo>
                    <a:pt x="1679" y="252"/>
                  </a:lnTo>
                  <a:lnTo>
                    <a:pt x="1680" y="254"/>
                  </a:lnTo>
                  <a:lnTo>
                    <a:pt x="1681" y="252"/>
                  </a:lnTo>
                  <a:lnTo>
                    <a:pt x="1681" y="253"/>
                  </a:lnTo>
                  <a:lnTo>
                    <a:pt x="1681" y="252"/>
                  </a:lnTo>
                  <a:lnTo>
                    <a:pt x="1683" y="255"/>
                  </a:lnTo>
                  <a:lnTo>
                    <a:pt x="1685" y="254"/>
                  </a:lnTo>
                  <a:lnTo>
                    <a:pt x="1685" y="253"/>
                  </a:lnTo>
                  <a:lnTo>
                    <a:pt x="1686" y="254"/>
                  </a:lnTo>
                  <a:lnTo>
                    <a:pt x="1689" y="251"/>
                  </a:lnTo>
                  <a:lnTo>
                    <a:pt x="1689" y="252"/>
                  </a:lnTo>
                  <a:lnTo>
                    <a:pt x="1689" y="252"/>
                  </a:lnTo>
                  <a:lnTo>
                    <a:pt x="1690" y="252"/>
                  </a:lnTo>
                  <a:lnTo>
                    <a:pt x="1693" y="250"/>
                  </a:lnTo>
                  <a:lnTo>
                    <a:pt x="1693" y="251"/>
                  </a:lnTo>
                  <a:lnTo>
                    <a:pt x="1693" y="251"/>
                  </a:lnTo>
                  <a:lnTo>
                    <a:pt x="1693" y="251"/>
                  </a:lnTo>
                  <a:lnTo>
                    <a:pt x="1694" y="249"/>
                  </a:lnTo>
                  <a:lnTo>
                    <a:pt x="1697" y="250"/>
                  </a:lnTo>
                  <a:lnTo>
                    <a:pt x="1697" y="251"/>
                  </a:lnTo>
                  <a:lnTo>
                    <a:pt x="1698" y="251"/>
                  </a:lnTo>
                  <a:lnTo>
                    <a:pt x="1701" y="108"/>
                  </a:lnTo>
                  <a:lnTo>
                    <a:pt x="1701" y="108"/>
                  </a:lnTo>
                  <a:lnTo>
                    <a:pt x="1701" y="108"/>
                  </a:lnTo>
                  <a:lnTo>
                    <a:pt x="1701" y="109"/>
                  </a:lnTo>
                  <a:lnTo>
                    <a:pt x="1704" y="108"/>
                  </a:lnTo>
                  <a:lnTo>
                    <a:pt x="1705" y="108"/>
                  </a:lnTo>
                  <a:lnTo>
                    <a:pt x="1705" y="108"/>
                  </a:lnTo>
                  <a:lnTo>
                    <a:pt x="1705" y="109"/>
                  </a:lnTo>
                  <a:lnTo>
                    <a:pt x="1708" y="107"/>
                  </a:lnTo>
                  <a:lnTo>
                    <a:pt x="1709" y="107"/>
                  </a:lnTo>
                  <a:lnTo>
                    <a:pt x="1709" y="108"/>
                  </a:lnTo>
                  <a:lnTo>
                    <a:pt x="1710" y="108"/>
                  </a:lnTo>
                  <a:lnTo>
                    <a:pt x="1712" y="106"/>
                  </a:lnTo>
                  <a:lnTo>
                    <a:pt x="1713" y="107"/>
                  </a:lnTo>
                  <a:lnTo>
                    <a:pt x="1713" y="107"/>
                  </a:lnTo>
                  <a:lnTo>
                    <a:pt x="1716" y="108"/>
                  </a:lnTo>
                  <a:lnTo>
                    <a:pt x="1716" y="105"/>
                  </a:lnTo>
                  <a:lnTo>
                    <a:pt x="1717" y="106"/>
                  </a:lnTo>
                  <a:lnTo>
                    <a:pt x="1717" y="106"/>
                  </a:lnTo>
                  <a:lnTo>
                    <a:pt x="1717" y="107"/>
                  </a:lnTo>
                  <a:lnTo>
                    <a:pt x="1720" y="98"/>
                  </a:lnTo>
                  <a:lnTo>
                    <a:pt x="1721" y="99"/>
                  </a:lnTo>
                  <a:lnTo>
                    <a:pt x="1721" y="99"/>
                  </a:lnTo>
                  <a:lnTo>
                    <a:pt x="1722" y="100"/>
                  </a:lnTo>
                  <a:lnTo>
                    <a:pt x="1723" y="91"/>
                  </a:lnTo>
                  <a:lnTo>
                    <a:pt x="1725" y="92"/>
                  </a:lnTo>
                  <a:lnTo>
                    <a:pt x="1725" y="92"/>
                  </a:lnTo>
                  <a:lnTo>
                    <a:pt x="1725" y="92"/>
                  </a:lnTo>
                  <a:lnTo>
                    <a:pt x="1729" y="78"/>
                  </a:lnTo>
                  <a:lnTo>
                    <a:pt x="1729" y="79"/>
                  </a:lnTo>
                  <a:lnTo>
                    <a:pt x="1729" y="78"/>
                  </a:lnTo>
                  <a:lnTo>
                    <a:pt x="1729" y="79"/>
                  </a:lnTo>
                  <a:lnTo>
                    <a:pt x="1733" y="73"/>
                  </a:lnTo>
                  <a:lnTo>
                    <a:pt x="1733" y="74"/>
                  </a:lnTo>
                  <a:lnTo>
                    <a:pt x="1733" y="74"/>
                  </a:lnTo>
                  <a:lnTo>
                    <a:pt x="1733" y="73"/>
                  </a:lnTo>
                  <a:lnTo>
                    <a:pt x="1736" y="75"/>
                  </a:lnTo>
                  <a:lnTo>
                    <a:pt x="1737" y="75"/>
                  </a:lnTo>
                  <a:lnTo>
                    <a:pt x="1737" y="75"/>
                  </a:lnTo>
                  <a:lnTo>
                    <a:pt x="1737" y="74"/>
                  </a:lnTo>
                  <a:lnTo>
                    <a:pt x="1741" y="79"/>
                  </a:lnTo>
                  <a:lnTo>
                    <a:pt x="1741" y="79"/>
                  </a:lnTo>
                  <a:lnTo>
                    <a:pt x="1741" y="78"/>
                  </a:lnTo>
                  <a:lnTo>
                    <a:pt x="1741" y="78"/>
                  </a:lnTo>
                  <a:lnTo>
                    <a:pt x="1745" y="82"/>
                  </a:lnTo>
                  <a:lnTo>
                    <a:pt x="1745" y="81"/>
                  </a:lnTo>
                  <a:lnTo>
                    <a:pt x="1745" y="81"/>
                  </a:lnTo>
                  <a:lnTo>
                    <a:pt x="1746" y="80"/>
                  </a:lnTo>
                  <a:lnTo>
                    <a:pt x="1748" y="83"/>
                  </a:lnTo>
                  <a:lnTo>
                    <a:pt x="1749" y="82"/>
                  </a:lnTo>
                  <a:lnTo>
                    <a:pt x="1749" y="82"/>
                  </a:lnTo>
                  <a:lnTo>
                    <a:pt x="1750" y="81"/>
                  </a:lnTo>
                  <a:lnTo>
                    <a:pt x="1753" y="83"/>
                  </a:lnTo>
                  <a:lnTo>
                    <a:pt x="1753" y="82"/>
                  </a:lnTo>
                  <a:lnTo>
                    <a:pt x="1753" y="82"/>
                  </a:lnTo>
                  <a:lnTo>
                    <a:pt x="1754" y="84"/>
                  </a:lnTo>
                  <a:lnTo>
                    <a:pt x="1757" y="76"/>
                  </a:lnTo>
                  <a:lnTo>
                    <a:pt x="1757" y="76"/>
                  </a:lnTo>
                  <a:lnTo>
                    <a:pt x="1757" y="76"/>
                  </a:lnTo>
                  <a:lnTo>
                    <a:pt x="1758" y="77"/>
                  </a:lnTo>
                  <a:lnTo>
                    <a:pt x="1761" y="68"/>
                  </a:lnTo>
                  <a:lnTo>
                    <a:pt x="1761" y="69"/>
                  </a:lnTo>
                  <a:lnTo>
                    <a:pt x="1761" y="68"/>
                  </a:lnTo>
                  <a:lnTo>
                    <a:pt x="1762" y="69"/>
                  </a:lnTo>
                  <a:lnTo>
                    <a:pt x="1763" y="61"/>
                  </a:lnTo>
                  <a:lnTo>
                    <a:pt x="1765" y="61"/>
                  </a:lnTo>
                  <a:lnTo>
                    <a:pt x="1765" y="62"/>
                  </a:lnTo>
                  <a:lnTo>
                    <a:pt x="1766" y="62"/>
                  </a:lnTo>
                  <a:lnTo>
                    <a:pt x="1769" y="56"/>
                  </a:lnTo>
                  <a:lnTo>
                    <a:pt x="1769" y="57"/>
                  </a:lnTo>
                  <a:lnTo>
                    <a:pt x="1769" y="57"/>
                  </a:lnTo>
                  <a:lnTo>
                    <a:pt x="1769" y="57"/>
                  </a:lnTo>
                  <a:lnTo>
                    <a:pt x="1771" y="55"/>
                  </a:lnTo>
                  <a:lnTo>
                    <a:pt x="1773" y="56"/>
                  </a:lnTo>
                  <a:lnTo>
                    <a:pt x="1773" y="56"/>
                  </a:lnTo>
                  <a:lnTo>
                    <a:pt x="1774" y="55"/>
                  </a:lnTo>
                  <a:lnTo>
                    <a:pt x="1777" y="62"/>
                  </a:lnTo>
                  <a:lnTo>
                    <a:pt x="1777" y="61"/>
                  </a:lnTo>
                  <a:lnTo>
                    <a:pt x="1777" y="61"/>
                  </a:lnTo>
                  <a:lnTo>
                    <a:pt x="1778" y="62"/>
                  </a:lnTo>
                  <a:lnTo>
                    <a:pt x="1780" y="60"/>
                  </a:lnTo>
                  <a:lnTo>
                    <a:pt x="1781" y="60"/>
                  </a:lnTo>
                  <a:lnTo>
                    <a:pt x="1781" y="60"/>
                  </a:lnTo>
                  <a:lnTo>
                    <a:pt x="1781" y="61"/>
                  </a:lnTo>
                  <a:lnTo>
                    <a:pt x="1784" y="59"/>
                  </a:lnTo>
                  <a:lnTo>
                    <a:pt x="1785" y="59"/>
                  </a:lnTo>
                  <a:lnTo>
                    <a:pt x="1785" y="60"/>
                  </a:lnTo>
                  <a:lnTo>
                    <a:pt x="1787" y="60"/>
                  </a:lnTo>
                  <a:lnTo>
                    <a:pt x="1789" y="58"/>
                  </a:lnTo>
                  <a:lnTo>
                    <a:pt x="1789" y="60"/>
                  </a:lnTo>
                  <a:lnTo>
                    <a:pt x="1789" y="59"/>
                  </a:lnTo>
                  <a:lnTo>
                    <a:pt x="1790" y="60"/>
                  </a:lnTo>
                  <a:lnTo>
                    <a:pt x="1791" y="58"/>
                  </a:lnTo>
                  <a:lnTo>
                    <a:pt x="1793" y="58"/>
                  </a:lnTo>
                  <a:lnTo>
                    <a:pt x="1793" y="58"/>
                  </a:lnTo>
                  <a:lnTo>
                    <a:pt x="1793" y="59"/>
                  </a:lnTo>
                  <a:lnTo>
                    <a:pt x="1797" y="58"/>
                  </a:lnTo>
                  <a:lnTo>
                    <a:pt x="1797" y="59"/>
                  </a:lnTo>
                  <a:lnTo>
                    <a:pt x="1797" y="58"/>
                  </a:lnTo>
                  <a:lnTo>
                    <a:pt x="1797" y="59"/>
                  </a:lnTo>
                  <a:lnTo>
                    <a:pt x="1801" y="55"/>
                  </a:lnTo>
                  <a:lnTo>
                    <a:pt x="1801" y="56"/>
                  </a:lnTo>
                  <a:lnTo>
                    <a:pt x="1801" y="56"/>
                  </a:lnTo>
                  <a:lnTo>
                    <a:pt x="1803" y="56"/>
                  </a:lnTo>
                  <a:lnTo>
                    <a:pt x="1804" y="53"/>
                  </a:lnTo>
                  <a:lnTo>
                    <a:pt x="1805" y="54"/>
                  </a:lnTo>
                  <a:lnTo>
                    <a:pt x="1805" y="54"/>
                  </a:lnTo>
                  <a:lnTo>
                    <a:pt x="1806" y="54"/>
                  </a:lnTo>
                  <a:lnTo>
                    <a:pt x="1807" y="52"/>
                  </a:lnTo>
                  <a:lnTo>
                    <a:pt x="1809" y="54"/>
                  </a:lnTo>
                  <a:lnTo>
                    <a:pt x="1809" y="53"/>
                  </a:lnTo>
                  <a:lnTo>
                    <a:pt x="1809" y="54"/>
                  </a:lnTo>
                  <a:lnTo>
                    <a:pt x="1813" y="52"/>
                  </a:lnTo>
                  <a:lnTo>
                    <a:pt x="1813" y="52"/>
                  </a:lnTo>
                  <a:lnTo>
                    <a:pt x="1813" y="52"/>
                  </a:lnTo>
                  <a:lnTo>
                    <a:pt x="1816" y="52"/>
                  </a:lnTo>
                  <a:lnTo>
                    <a:pt x="1817" y="53"/>
                  </a:lnTo>
                  <a:lnTo>
                    <a:pt x="1817" y="53"/>
                  </a:lnTo>
                  <a:lnTo>
                    <a:pt x="1817" y="53"/>
                  </a:lnTo>
                  <a:lnTo>
                    <a:pt x="1817" y="52"/>
                  </a:lnTo>
                  <a:lnTo>
                    <a:pt x="1820" y="54"/>
                  </a:lnTo>
                  <a:lnTo>
                    <a:pt x="1821" y="53"/>
                  </a:lnTo>
                  <a:lnTo>
                    <a:pt x="1821" y="53"/>
                  </a:lnTo>
                  <a:lnTo>
                    <a:pt x="1821" y="53"/>
                  </a:lnTo>
                  <a:lnTo>
                    <a:pt x="1824" y="56"/>
                  </a:lnTo>
                  <a:lnTo>
                    <a:pt x="1825" y="55"/>
                  </a:lnTo>
                  <a:lnTo>
                    <a:pt x="1825" y="55"/>
                  </a:lnTo>
                  <a:lnTo>
                    <a:pt x="1828" y="55"/>
                  </a:lnTo>
                  <a:lnTo>
                    <a:pt x="1829" y="57"/>
                  </a:lnTo>
                  <a:lnTo>
                    <a:pt x="1829" y="56"/>
                  </a:lnTo>
                  <a:lnTo>
                    <a:pt x="1829" y="56"/>
                  </a:lnTo>
                  <a:lnTo>
                    <a:pt x="1830" y="56"/>
                  </a:lnTo>
                  <a:lnTo>
                    <a:pt x="1832" y="58"/>
                  </a:lnTo>
                  <a:lnTo>
                    <a:pt x="1833" y="57"/>
                  </a:lnTo>
                  <a:lnTo>
                    <a:pt x="1833" y="58"/>
                  </a:lnTo>
                  <a:lnTo>
                    <a:pt x="1834" y="58"/>
                  </a:lnTo>
                  <a:lnTo>
                    <a:pt x="1837" y="56"/>
                  </a:lnTo>
                  <a:lnTo>
                    <a:pt x="1837" y="57"/>
                  </a:lnTo>
                  <a:lnTo>
                    <a:pt x="1837" y="56"/>
                  </a:lnTo>
                  <a:lnTo>
                    <a:pt x="1838" y="57"/>
                  </a:lnTo>
                  <a:lnTo>
                    <a:pt x="1840" y="55"/>
                  </a:lnTo>
                  <a:lnTo>
                    <a:pt x="1841" y="56"/>
                  </a:lnTo>
                  <a:lnTo>
                    <a:pt x="1841" y="55"/>
                  </a:lnTo>
                  <a:lnTo>
                    <a:pt x="1843" y="54"/>
                  </a:lnTo>
                  <a:lnTo>
                    <a:pt x="1845" y="61"/>
                  </a:lnTo>
                  <a:lnTo>
                    <a:pt x="1845" y="61"/>
                  </a:lnTo>
                  <a:lnTo>
                    <a:pt x="1845" y="60"/>
                  </a:lnTo>
                  <a:lnTo>
                    <a:pt x="1846" y="60"/>
                  </a:lnTo>
                  <a:lnTo>
                    <a:pt x="1849" y="63"/>
                  </a:lnTo>
                  <a:lnTo>
                    <a:pt x="1849" y="63"/>
                  </a:lnTo>
                  <a:lnTo>
                    <a:pt x="1849" y="63"/>
                  </a:lnTo>
                  <a:lnTo>
                    <a:pt x="1850" y="62"/>
                  </a:lnTo>
                  <a:lnTo>
                    <a:pt x="1853" y="254"/>
                  </a:lnTo>
                  <a:lnTo>
                    <a:pt x="1853" y="252"/>
                  </a:lnTo>
                  <a:lnTo>
                    <a:pt x="1853" y="253"/>
                  </a:lnTo>
                  <a:lnTo>
                    <a:pt x="1853" y="254"/>
                  </a:lnTo>
                  <a:lnTo>
                    <a:pt x="1857" y="252"/>
                  </a:lnTo>
                  <a:lnTo>
                    <a:pt x="1857" y="252"/>
                  </a:lnTo>
                  <a:lnTo>
                    <a:pt x="1857" y="253"/>
                  </a:lnTo>
                  <a:lnTo>
                    <a:pt x="1858" y="254"/>
                  </a:lnTo>
                  <a:lnTo>
                    <a:pt x="1861" y="252"/>
                  </a:lnTo>
                  <a:lnTo>
                    <a:pt x="1861" y="253"/>
                  </a:lnTo>
                  <a:lnTo>
                    <a:pt x="1861" y="252"/>
                  </a:lnTo>
                  <a:lnTo>
                    <a:pt x="1863" y="252"/>
                  </a:lnTo>
                  <a:lnTo>
                    <a:pt x="1864" y="254"/>
                  </a:lnTo>
                  <a:lnTo>
                    <a:pt x="1865" y="253"/>
                  </a:lnTo>
                  <a:lnTo>
                    <a:pt x="1865" y="253"/>
                  </a:lnTo>
                  <a:lnTo>
                    <a:pt x="1866" y="254"/>
                  </a:lnTo>
                  <a:lnTo>
                    <a:pt x="1867" y="252"/>
                  </a:lnTo>
                  <a:lnTo>
                    <a:pt x="1869" y="253"/>
                  </a:lnTo>
                  <a:lnTo>
                    <a:pt x="1869" y="252"/>
                  </a:lnTo>
                  <a:lnTo>
                    <a:pt x="1872" y="254"/>
                  </a:lnTo>
                  <a:lnTo>
                    <a:pt x="1873" y="253"/>
                  </a:lnTo>
                  <a:lnTo>
                    <a:pt x="1873" y="253"/>
                  </a:lnTo>
                  <a:lnTo>
                    <a:pt x="1874" y="254"/>
                  </a:lnTo>
                  <a:lnTo>
                    <a:pt x="1877" y="252"/>
                  </a:lnTo>
                  <a:lnTo>
                    <a:pt x="1877" y="253"/>
                  </a:lnTo>
                  <a:lnTo>
                    <a:pt x="1877" y="253"/>
                  </a:lnTo>
                  <a:lnTo>
                    <a:pt x="1879" y="252"/>
                  </a:lnTo>
                  <a:lnTo>
                    <a:pt x="1880" y="254"/>
                  </a:lnTo>
                  <a:lnTo>
                    <a:pt x="1881" y="253"/>
                  </a:lnTo>
                  <a:lnTo>
                    <a:pt x="1881" y="253"/>
                  </a:lnTo>
                  <a:lnTo>
                    <a:pt x="1885" y="252"/>
                  </a:lnTo>
                  <a:lnTo>
                    <a:pt x="1885" y="254"/>
                  </a:lnTo>
                  <a:lnTo>
                    <a:pt x="1885" y="254"/>
                  </a:lnTo>
                  <a:lnTo>
                    <a:pt x="1885" y="254"/>
                  </a:lnTo>
                  <a:lnTo>
                    <a:pt x="1888" y="253"/>
                  </a:lnTo>
                  <a:lnTo>
                    <a:pt x="1889" y="255"/>
                  </a:lnTo>
                  <a:lnTo>
                    <a:pt x="1889" y="255"/>
                  </a:lnTo>
                  <a:lnTo>
                    <a:pt x="1889" y="255"/>
                  </a:lnTo>
                  <a:lnTo>
                    <a:pt x="1889" y="254"/>
                  </a:lnTo>
                  <a:lnTo>
                    <a:pt x="1892" y="257"/>
                  </a:lnTo>
                  <a:lnTo>
                    <a:pt x="1893" y="255"/>
                  </a:lnTo>
                  <a:lnTo>
                    <a:pt x="1893" y="256"/>
                  </a:lnTo>
                  <a:lnTo>
                    <a:pt x="1894" y="255"/>
                  </a:lnTo>
                  <a:lnTo>
                    <a:pt x="1895" y="259"/>
                  </a:lnTo>
                  <a:lnTo>
                    <a:pt x="1897" y="258"/>
                  </a:lnTo>
                  <a:lnTo>
                    <a:pt x="1897" y="257"/>
                  </a:lnTo>
                  <a:lnTo>
                    <a:pt x="1901" y="260"/>
                  </a:lnTo>
                  <a:lnTo>
                    <a:pt x="1901" y="260"/>
                  </a:lnTo>
                  <a:lnTo>
                    <a:pt x="1901" y="260"/>
                  </a:lnTo>
                  <a:lnTo>
                    <a:pt x="1902" y="259"/>
                  </a:lnTo>
                  <a:lnTo>
                    <a:pt x="1904" y="261"/>
                  </a:lnTo>
                  <a:lnTo>
                    <a:pt x="1905" y="260"/>
                  </a:lnTo>
                  <a:lnTo>
                    <a:pt x="1905" y="260"/>
                  </a:lnTo>
                  <a:lnTo>
                    <a:pt x="1906" y="261"/>
                  </a:lnTo>
                  <a:lnTo>
                    <a:pt x="1907" y="259"/>
                  </a:lnTo>
                  <a:lnTo>
                    <a:pt x="1909" y="260"/>
                  </a:lnTo>
                  <a:lnTo>
                    <a:pt x="1909" y="260"/>
                  </a:lnTo>
                  <a:lnTo>
                    <a:pt x="1910" y="261"/>
                  </a:lnTo>
                  <a:lnTo>
                    <a:pt x="1914" y="258"/>
                  </a:lnTo>
                  <a:lnTo>
                    <a:pt x="1914" y="258"/>
                  </a:lnTo>
                  <a:lnTo>
                    <a:pt x="1914" y="258"/>
                  </a:lnTo>
                  <a:lnTo>
                    <a:pt x="1914" y="259"/>
                  </a:lnTo>
                  <a:lnTo>
                    <a:pt x="1917" y="257"/>
                  </a:lnTo>
                  <a:lnTo>
                    <a:pt x="1917" y="258"/>
                  </a:lnTo>
                  <a:lnTo>
                    <a:pt x="1917" y="258"/>
                  </a:lnTo>
                  <a:lnTo>
                    <a:pt x="1919" y="258"/>
                  </a:lnTo>
                  <a:lnTo>
                    <a:pt x="1920" y="256"/>
                  </a:lnTo>
                  <a:lnTo>
                    <a:pt x="1921" y="257"/>
                  </a:lnTo>
                  <a:lnTo>
                    <a:pt x="1921" y="257"/>
                  </a:lnTo>
                  <a:lnTo>
                    <a:pt x="1922" y="258"/>
                  </a:lnTo>
                  <a:lnTo>
                    <a:pt x="1925" y="256"/>
                  </a:lnTo>
                  <a:lnTo>
                    <a:pt x="1926" y="257"/>
                  </a:lnTo>
                  <a:lnTo>
                    <a:pt x="1926" y="257"/>
                  </a:lnTo>
                  <a:lnTo>
                    <a:pt x="1926" y="256"/>
                  </a:lnTo>
                  <a:lnTo>
                    <a:pt x="1928" y="464"/>
                  </a:lnTo>
                  <a:lnTo>
                    <a:pt x="1929" y="464"/>
                  </a:lnTo>
                  <a:lnTo>
                    <a:pt x="1929" y="463"/>
                  </a:lnTo>
                  <a:lnTo>
                    <a:pt x="1930" y="463"/>
                  </a:lnTo>
                  <a:lnTo>
                    <a:pt x="1933" y="466"/>
                  </a:lnTo>
                  <a:lnTo>
                    <a:pt x="1933" y="466"/>
                  </a:lnTo>
                  <a:lnTo>
                    <a:pt x="1933" y="466"/>
                  </a:lnTo>
                  <a:lnTo>
                    <a:pt x="1934" y="465"/>
                  </a:lnTo>
                  <a:lnTo>
                    <a:pt x="1937" y="467"/>
                  </a:lnTo>
                  <a:lnTo>
                    <a:pt x="1938" y="467"/>
                  </a:lnTo>
                  <a:lnTo>
                    <a:pt x="1938" y="466"/>
                  </a:lnTo>
                  <a:lnTo>
                    <a:pt x="1939" y="466"/>
                  </a:lnTo>
                  <a:lnTo>
                    <a:pt x="1941" y="467"/>
                  </a:lnTo>
                  <a:lnTo>
                    <a:pt x="1941" y="467"/>
                  </a:lnTo>
                  <a:lnTo>
                    <a:pt x="1941" y="467"/>
                  </a:lnTo>
                  <a:lnTo>
                    <a:pt x="1944" y="466"/>
                  </a:lnTo>
                  <a:lnTo>
                    <a:pt x="1945" y="468"/>
                  </a:lnTo>
                  <a:lnTo>
                    <a:pt x="1945" y="467"/>
                  </a:lnTo>
                  <a:lnTo>
                    <a:pt x="1945" y="467"/>
                  </a:lnTo>
                  <a:lnTo>
                    <a:pt x="1946" y="468"/>
                  </a:lnTo>
                  <a:lnTo>
                    <a:pt x="1948" y="466"/>
                  </a:lnTo>
                  <a:lnTo>
                    <a:pt x="1950" y="467"/>
                  </a:lnTo>
                  <a:lnTo>
                    <a:pt x="1950" y="467"/>
                  </a:lnTo>
                  <a:lnTo>
                    <a:pt x="1952" y="466"/>
                  </a:lnTo>
                  <a:lnTo>
                    <a:pt x="1952" y="468"/>
                  </a:lnTo>
                  <a:lnTo>
                    <a:pt x="1953" y="467"/>
                  </a:lnTo>
                  <a:lnTo>
                    <a:pt x="1953" y="467"/>
                  </a:lnTo>
                  <a:lnTo>
                    <a:pt x="1954" y="467"/>
                  </a:lnTo>
                  <a:lnTo>
                    <a:pt x="1957" y="466"/>
                  </a:lnTo>
                  <a:lnTo>
                    <a:pt x="1957" y="467"/>
                  </a:lnTo>
                  <a:lnTo>
                    <a:pt x="1957" y="467"/>
                  </a:lnTo>
                  <a:lnTo>
                    <a:pt x="1958" y="466"/>
                  </a:lnTo>
                  <a:lnTo>
                    <a:pt x="1960" y="468"/>
                  </a:lnTo>
                  <a:lnTo>
                    <a:pt x="1962" y="467"/>
                  </a:lnTo>
                  <a:lnTo>
                    <a:pt x="1962" y="467"/>
                  </a:lnTo>
                  <a:lnTo>
                    <a:pt x="1962" y="467"/>
                  </a:lnTo>
                  <a:lnTo>
                    <a:pt x="1965" y="469"/>
                  </a:lnTo>
                  <a:lnTo>
                    <a:pt x="1965" y="468"/>
                  </a:lnTo>
                  <a:lnTo>
                    <a:pt x="1965" y="468"/>
                  </a:lnTo>
                  <a:lnTo>
                    <a:pt x="1966" y="467"/>
                  </a:lnTo>
                  <a:lnTo>
                    <a:pt x="1968" y="469"/>
                  </a:lnTo>
                  <a:lnTo>
                    <a:pt x="1969" y="468"/>
                  </a:lnTo>
                  <a:lnTo>
                    <a:pt x="1969" y="468"/>
                  </a:lnTo>
                  <a:lnTo>
                    <a:pt x="1972" y="469"/>
                  </a:lnTo>
                  <a:lnTo>
                    <a:pt x="1973" y="467"/>
                  </a:lnTo>
                  <a:lnTo>
                    <a:pt x="1974" y="467"/>
                  </a:lnTo>
                  <a:lnTo>
                    <a:pt x="1974" y="468"/>
                  </a:lnTo>
                  <a:lnTo>
                    <a:pt x="1974" y="467"/>
                  </a:lnTo>
                  <a:lnTo>
                    <a:pt x="1977" y="469"/>
                  </a:lnTo>
                  <a:lnTo>
                    <a:pt x="1977" y="468"/>
                  </a:lnTo>
                  <a:lnTo>
                    <a:pt x="1977" y="468"/>
                  </a:lnTo>
                  <a:lnTo>
                    <a:pt x="1979" y="467"/>
                  </a:lnTo>
                  <a:lnTo>
                    <a:pt x="1980" y="469"/>
                  </a:lnTo>
                  <a:lnTo>
                    <a:pt x="1982" y="468"/>
                  </a:lnTo>
                  <a:lnTo>
                    <a:pt x="1982" y="469"/>
                  </a:lnTo>
                  <a:lnTo>
                    <a:pt x="1982" y="468"/>
                  </a:lnTo>
                  <a:lnTo>
                    <a:pt x="1984" y="470"/>
                  </a:lnTo>
                  <a:lnTo>
                    <a:pt x="1986" y="469"/>
                  </a:lnTo>
                  <a:lnTo>
                    <a:pt x="1986" y="469"/>
                  </a:lnTo>
                  <a:lnTo>
                    <a:pt x="1986" y="470"/>
                  </a:lnTo>
                  <a:lnTo>
                    <a:pt x="1989" y="464"/>
                  </a:lnTo>
                  <a:lnTo>
                    <a:pt x="1989" y="465"/>
                  </a:lnTo>
                  <a:lnTo>
                    <a:pt x="1989" y="464"/>
                  </a:lnTo>
                  <a:lnTo>
                    <a:pt x="1991" y="465"/>
                  </a:lnTo>
                  <a:lnTo>
                    <a:pt x="1992" y="463"/>
                  </a:lnTo>
                  <a:lnTo>
                    <a:pt x="1994" y="463"/>
                  </a:lnTo>
                  <a:lnTo>
                    <a:pt x="1994" y="464"/>
                  </a:lnTo>
                  <a:lnTo>
                    <a:pt x="1994" y="464"/>
                  </a:lnTo>
                  <a:lnTo>
                    <a:pt x="1995" y="463"/>
                  </a:lnTo>
                  <a:lnTo>
                    <a:pt x="1998" y="464"/>
                  </a:lnTo>
                  <a:lnTo>
                    <a:pt x="1998" y="463"/>
                  </a:lnTo>
                  <a:lnTo>
                    <a:pt x="2000" y="464"/>
                  </a:lnTo>
                  <a:lnTo>
                    <a:pt x="2001" y="456"/>
                  </a:lnTo>
                  <a:lnTo>
                    <a:pt x="2001" y="456"/>
                  </a:lnTo>
                  <a:lnTo>
                    <a:pt x="2001" y="457"/>
                  </a:lnTo>
                  <a:lnTo>
                    <a:pt x="2005" y="457"/>
                  </a:lnTo>
                  <a:lnTo>
                    <a:pt x="2005" y="456"/>
                  </a:lnTo>
                  <a:lnTo>
                    <a:pt x="2006" y="457"/>
                  </a:lnTo>
                  <a:lnTo>
                    <a:pt x="2006" y="457"/>
                  </a:lnTo>
                  <a:lnTo>
                    <a:pt x="2006" y="457"/>
                  </a:lnTo>
                  <a:lnTo>
                    <a:pt x="2008" y="455"/>
                  </a:lnTo>
                  <a:lnTo>
                    <a:pt x="2010" y="455"/>
                  </a:lnTo>
                  <a:lnTo>
                    <a:pt x="2010" y="456"/>
                  </a:lnTo>
                  <a:lnTo>
                    <a:pt x="2010" y="456"/>
                  </a:lnTo>
                  <a:lnTo>
                    <a:pt x="2013" y="435"/>
                  </a:lnTo>
                  <a:lnTo>
                    <a:pt x="2013" y="435"/>
                  </a:lnTo>
                  <a:lnTo>
                    <a:pt x="2013" y="435"/>
                  </a:lnTo>
                  <a:lnTo>
                    <a:pt x="2014" y="433"/>
                  </a:lnTo>
                  <a:lnTo>
                    <a:pt x="2017" y="435"/>
                  </a:lnTo>
                  <a:lnTo>
                    <a:pt x="2018" y="435"/>
                  </a:lnTo>
                  <a:lnTo>
                    <a:pt x="2018" y="435"/>
                  </a:lnTo>
                  <a:lnTo>
                    <a:pt x="2018" y="435"/>
                  </a:lnTo>
                  <a:lnTo>
                    <a:pt x="2020" y="429"/>
                  </a:lnTo>
                  <a:lnTo>
                    <a:pt x="2022" y="429"/>
                  </a:lnTo>
                  <a:lnTo>
                    <a:pt x="2022" y="430"/>
                  </a:lnTo>
                  <a:lnTo>
                    <a:pt x="2022" y="430"/>
                  </a:lnTo>
                  <a:lnTo>
                    <a:pt x="2023" y="428"/>
                  </a:lnTo>
                  <a:lnTo>
                    <a:pt x="2025" y="428"/>
                  </a:lnTo>
                  <a:lnTo>
                    <a:pt x="2025" y="429"/>
                  </a:lnTo>
                  <a:lnTo>
                    <a:pt x="2026" y="429"/>
                  </a:lnTo>
                  <a:lnTo>
                    <a:pt x="2030" y="420"/>
                  </a:lnTo>
                  <a:lnTo>
                    <a:pt x="2030" y="421"/>
                  </a:lnTo>
                  <a:lnTo>
                    <a:pt x="2030" y="421"/>
                  </a:lnTo>
                  <a:lnTo>
                    <a:pt x="2030" y="422"/>
                  </a:lnTo>
                  <a:lnTo>
                    <a:pt x="2030" y="420"/>
                  </a:lnTo>
                  <a:lnTo>
                    <a:pt x="2034" y="422"/>
                  </a:lnTo>
                  <a:lnTo>
                    <a:pt x="2034" y="422"/>
                  </a:lnTo>
                  <a:lnTo>
                    <a:pt x="2034" y="420"/>
                  </a:lnTo>
                  <a:lnTo>
                    <a:pt x="2036" y="422"/>
                  </a:lnTo>
                  <a:lnTo>
                    <a:pt x="2037" y="422"/>
                  </a:lnTo>
                  <a:lnTo>
                    <a:pt x="2037" y="422"/>
                  </a:lnTo>
                  <a:lnTo>
                    <a:pt x="2038" y="422"/>
                  </a:lnTo>
                  <a:lnTo>
                    <a:pt x="2042" y="420"/>
                  </a:lnTo>
                  <a:lnTo>
                    <a:pt x="2042" y="421"/>
                  </a:lnTo>
                  <a:lnTo>
                    <a:pt x="2042" y="420"/>
                  </a:lnTo>
                  <a:lnTo>
                    <a:pt x="2044" y="421"/>
                  </a:lnTo>
                  <a:lnTo>
                    <a:pt x="2045" y="420"/>
                  </a:lnTo>
                  <a:lnTo>
                    <a:pt x="2046" y="420"/>
                  </a:lnTo>
                  <a:lnTo>
                    <a:pt x="2046" y="420"/>
                  </a:lnTo>
                  <a:lnTo>
                    <a:pt x="2047" y="419"/>
                  </a:lnTo>
                  <a:lnTo>
                    <a:pt x="2049" y="422"/>
                  </a:lnTo>
                  <a:lnTo>
                    <a:pt x="2050" y="421"/>
                  </a:lnTo>
                  <a:lnTo>
                    <a:pt x="2050" y="421"/>
                  </a:lnTo>
                  <a:lnTo>
                    <a:pt x="2051" y="421"/>
                  </a:lnTo>
                  <a:lnTo>
                    <a:pt x="2051" y="420"/>
                  </a:lnTo>
                  <a:lnTo>
                    <a:pt x="2054" y="420"/>
                  </a:lnTo>
                  <a:lnTo>
                    <a:pt x="2054" y="420"/>
                  </a:lnTo>
                  <a:lnTo>
                    <a:pt x="2057" y="420"/>
                  </a:lnTo>
                  <a:lnTo>
                    <a:pt x="2057" y="421"/>
                  </a:lnTo>
                  <a:lnTo>
                    <a:pt x="2058" y="421"/>
                  </a:lnTo>
                  <a:lnTo>
                    <a:pt x="2058" y="420"/>
                  </a:lnTo>
                  <a:lnTo>
                    <a:pt x="2058" y="421"/>
                  </a:lnTo>
                  <a:lnTo>
                    <a:pt x="2060" y="420"/>
                  </a:lnTo>
                  <a:lnTo>
                    <a:pt x="2062" y="420"/>
                  </a:lnTo>
                  <a:lnTo>
                    <a:pt x="2062" y="420"/>
                  </a:lnTo>
                  <a:lnTo>
                    <a:pt x="2063" y="421"/>
                  </a:lnTo>
                  <a:lnTo>
                    <a:pt x="2065" y="419"/>
                  </a:lnTo>
                  <a:lnTo>
                    <a:pt x="2066" y="420"/>
                  </a:lnTo>
                  <a:lnTo>
                    <a:pt x="2066" y="420"/>
                  </a:lnTo>
                  <a:lnTo>
                    <a:pt x="2066" y="420"/>
                  </a:lnTo>
                  <a:lnTo>
                    <a:pt x="2068" y="419"/>
                  </a:lnTo>
                  <a:lnTo>
                    <a:pt x="2070" y="420"/>
                  </a:lnTo>
                  <a:lnTo>
                    <a:pt x="2070" y="420"/>
                  </a:lnTo>
                  <a:lnTo>
                    <a:pt x="2071" y="420"/>
                  </a:lnTo>
                  <a:lnTo>
                    <a:pt x="2073" y="419"/>
                  </a:lnTo>
                  <a:lnTo>
                    <a:pt x="2074" y="420"/>
                  </a:lnTo>
                  <a:lnTo>
                    <a:pt x="2074" y="420"/>
                  </a:lnTo>
                  <a:lnTo>
                    <a:pt x="2076" y="420"/>
                  </a:lnTo>
                  <a:lnTo>
                    <a:pt x="2077" y="2"/>
                  </a:lnTo>
                  <a:lnTo>
                    <a:pt x="2078" y="3"/>
                  </a:lnTo>
                  <a:lnTo>
                    <a:pt x="2078" y="3"/>
                  </a:lnTo>
                  <a:lnTo>
                    <a:pt x="2078" y="4"/>
                  </a:lnTo>
                  <a:lnTo>
                    <a:pt x="2081" y="2"/>
                  </a:lnTo>
                  <a:lnTo>
                    <a:pt x="2082" y="3"/>
                  </a:lnTo>
                  <a:lnTo>
                    <a:pt x="2082" y="3"/>
                  </a:lnTo>
                  <a:lnTo>
                    <a:pt x="2083" y="4"/>
                  </a:lnTo>
                  <a:lnTo>
                    <a:pt x="2086" y="2"/>
                  </a:lnTo>
                  <a:lnTo>
                    <a:pt x="2086" y="3"/>
                  </a:lnTo>
                  <a:lnTo>
                    <a:pt x="2086" y="2"/>
                  </a:lnTo>
                  <a:lnTo>
                    <a:pt x="2088" y="2"/>
                  </a:lnTo>
                  <a:lnTo>
                    <a:pt x="2089" y="4"/>
                  </a:lnTo>
                  <a:lnTo>
                    <a:pt x="2090" y="3"/>
                  </a:lnTo>
                  <a:lnTo>
                    <a:pt x="2090" y="3"/>
                  </a:lnTo>
                  <a:lnTo>
                    <a:pt x="2091" y="3"/>
                  </a:lnTo>
                  <a:lnTo>
                    <a:pt x="2093" y="6"/>
                  </a:lnTo>
                  <a:lnTo>
                    <a:pt x="2094" y="5"/>
                  </a:lnTo>
                  <a:lnTo>
                    <a:pt x="2094" y="6"/>
                  </a:lnTo>
                  <a:lnTo>
                    <a:pt x="2095" y="5"/>
                  </a:lnTo>
                  <a:lnTo>
                    <a:pt x="2097" y="7"/>
                  </a:lnTo>
                  <a:lnTo>
                    <a:pt x="2098" y="6"/>
                  </a:lnTo>
                  <a:lnTo>
                    <a:pt x="2098" y="6"/>
                  </a:lnTo>
                  <a:lnTo>
                    <a:pt x="2099" y="6"/>
                  </a:lnTo>
                  <a:lnTo>
                    <a:pt x="2101" y="3"/>
                  </a:lnTo>
                  <a:lnTo>
                    <a:pt x="2102" y="4"/>
                  </a:lnTo>
                  <a:lnTo>
                    <a:pt x="2102" y="4"/>
                  </a:lnTo>
                  <a:lnTo>
                    <a:pt x="2103" y="5"/>
                  </a:lnTo>
                  <a:lnTo>
                    <a:pt x="2106" y="1"/>
                  </a:lnTo>
                  <a:lnTo>
                    <a:pt x="2106" y="2"/>
                  </a:lnTo>
                  <a:lnTo>
                    <a:pt x="2106" y="2"/>
                  </a:lnTo>
                  <a:lnTo>
                    <a:pt x="2106" y="1"/>
                  </a:lnTo>
                  <a:lnTo>
                    <a:pt x="2108" y="2"/>
                  </a:lnTo>
                  <a:lnTo>
                    <a:pt x="2110" y="2"/>
                  </a:lnTo>
                  <a:lnTo>
                    <a:pt x="2110" y="2"/>
                  </a:lnTo>
                  <a:lnTo>
                    <a:pt x="2112" y="2"/>
                  </a:lnTo>
                  <a:lnTo>
                    <a:pt x="2113" y="1"/>
                  </a:lnTo>
                  <a:lnTo>
                    <a:pt x="2114" y="2"/>
                  </a:lnTo>
                  <a:lnTo>
                    <a:pt x="2114" y="1"/>
                  </a:lnTo>
                  <a:lnTo>
                    <a:pt x="2115" y="1"/>
                  </a:lnTo>
                  <a:lnTo>
                    <a:pt x="2116" y="2"/>
                  </a:lnTo>
                  <a:lnTo>
                    <a:pt x="2118" y="2"/>
                  </a:lnTo>
                  <a:lnTo>
                    <a:pt x="2118" y="2"/>
                  </a:lnTo>
                  <a:lnTo>
                    <a:pt x="2120" y="2"/>
                  </a:lnTo>
                  <a:lnTo>
                    <a:pt x="2120" y="1"/>
                  </a:lnTo>
                  <a:lnTo>
                    <a:pt x="2122" y="2"/>
                  </a:lnTo>
                  <a:lnTo>
                    <a:pt x="2122" y="2"/>
                  </a:lnTo>
                  <a:lnTo>
                    <a:pt x="2122" y="1"/>
                  </a:lnTo>
                  <a:lnTo>
                    <a:pt x="2124" y="3"/>
                  </a:lnTo>
                  <a:lnTo>
                    <a:pt x="2126" y="2"/>
                  </a:lnTo>
                  <a:lnTo>
                    <a:pt x="2126" y="2"/>
                  </a:lnTo>
                  <a:lnTo>
                    <a:pt x="2127" y="2"/>
                  </a:lnTo>
                  <a:lnTo>
                    <a:pt x="2129" y="3"/>
                  </a:lnTo>
                  <a:lnTo>
                    <a:pt x="2130" y="2"/>
                  </a:lnTo>
                  <a:lnTo>
                    <a:pt x="2130" y="2"/>
                  </a:lnTo>
                  <a:lnTo>
                    <a:pt x="2132" y="3"/>
                  </a:lnTo>
                  <a:lnTo>
                    <a:pt x="2133" y="2"/>
                  </a:lnTo>
                  <a:lnTo>
                    <a:pt x="2134" y="2"/>
                  </a:lnTo>
                  <a:lnTo>
                    <a:pt x="2134" y="2"/>
                  </a:lnTo>
                  <a:lnTo>
                    <a:pt x="2135" y="3"/>
                  </a:lnTo>
                  <a:lnTo>
                    <a:pt x="2137" y="2"/>
                  </a:lnTo>
                  <a:lnTo>
                    <a:pt x="2138" y="2"/>
                  </a:lnTo>
                  <a:lnTo>
                    <a:pt x="2138" y="2"/>
                  </a:lnTo>
                  <a:lnTo>
                    <a:pt x="2140" y="1"/>
                  </a:lnTo>
                  <a:lnTo>
                    <a:pt x="2140" y="3"/>
                  </a:lnTo>
                  <a:lnTo>
                    <a:pt x="2142" y="2"/>
                  </a:lnTo>
                  <a:lnTo>
                    <a:pt x="2142" y="2"/>
                  </a:lnTo>
                  <a:lnTo>
                    <a:pt x="2142" y="1"/>
                  </a:lnTo>
                  <a:lnTo>
                    <a:pt x="2146" y="3"/>
                  </a:lnTo>
                  <a:lnTo>
                    <a:pt x="2146" y="2"/>
                  </a:lnTo>
                  <a:lnTo>
                    <a:pt x="2146" y="2"/>
                  </a:lnTo>
                  <a:lnTo>
                    <a:pt x="2146" y="3"/>
                  </a:lnTo>
                  <a:lnTo>
                    <a:pt x="2146" y="1"/>
                  </a:lnTo>
                  <a:lnTo>
                    <a:pt x="2150" y="2"/>
                  </a:lnTo>
                  <a:lnTo>
                    <a:pt x="2150" y="2"/>
                  </a:lnTo>
                  <a:lnTo>
                    <a:pt x="2150" y="2"/>
                  </a:lnTo>
                  <a:lnTo>
                    <a:pt x="2151" y="1"/>
                  </a:lnTo>
                  <a:lnTo>
                    <a:pt x="2154" y="2"/>
                  </a:lnTo>
                  <a:lnTo>
                    <a:pt x="2154" y="2"/>
                  </a:lnTo>
                  <a:lnTo>
                    <a:pt x="2157" y="1"/>
                  </a:lnTo>
                  <a:lnTo>
                    <a:pt x="2157" y="2"/>
                  </a:lnTo>
                  <a:lnTo>
                    <a:pt x="2158" y="2"/>
                  </a:lnTo>
                  <a:lnTo>
                    <a:pt x="2158" y="2"/>
                  </a:lnTo>
                  <a:lnTo>
                    <a:pt x="2161" y="2"/>
                  </a:lnTo>
                  <a:lnTo>
                    <a:pt x="2161" y="1"/>
                  </a:lnTo>
                  <a:lnTo>
                    <a:pt x="2162" y="2"/>
                  </a:lnTo>
                  <a:lnTo>
                    <a:pt x="2162" y="2"/>
                  </a:lnTo>
                  <a:lnTo>
                    <a:pt x="2164" y="1"/>
                  </a:lnTo>
                  <a:lnTo>
                    <a:pt x="2165" y="3"/>
                  </a:lnTo>
                  <a:lnTo>
                    <a:pt x="2166" y="2"/>
                  </a:lnTo>
                  <a:lnTo>
                    <a:pt x="2166" y="2"/>
                  </a:lnTo>
                  <a:lnTo>
                    <a:pt x="2168" y="2"/>
                  </a:lnTo>
                  <a:lnTo>
                    <a:pt x="2169" y="1"/>
                  </a:lnTo>
                  <a:lnTo>
                    <a:pt x="2170" y="2"/>
                  </a:lnTo>
                  <a:lnTo>
                    <a:pt x="2170" y="2"/>
                  </a:lnTo>
                  <a:lnTo>
                    <a:pt x="2171" y="2"/>
                  </a:lnTo>
                  <a:lnTo>
                    <a:pt x="2172" y="3"/>
                  </a:lnTo>
                  <a:lnTo>
                    <a:pt x="2174" y="2"/>
                  </a:lnTo>
                  <a:lnTo>
                    <a:pt x="2174" y="2"/>
                  </a:lnTo>
                  <a:lnTo>
                    <a:pt x="2175" y="3"/>
                  </a:lnTo>
                  <a:lnTo>
                    <a:pt x="2178" y="1"/>
                  </a:lnTo>
                  <a:lnTo>
                    <a:pt x="2178" y="2"/>
                  </a:lnTo>
                  <a:lnTo>
                    <a:pt x="2178" y="2"/>
                  </a:lnTo>
                  <a:lnTo>
                    <a:pt x="2178" y="3"/>
                  </a:lnTo>
                  <a:lnTo>
                    <a:pt x="2180" y="1"/>
                  </a:lnTo>
                  <a:lnTo>
                    <a:pt x="2182" y="2"/>
                  </a:lnTo>
                  <a:lnTo>
                    <a:pt x="2182" y="2"/>
                  </a:lnTo>
                  <a:lnTo>
                    <a:pt x="2184" y="3"/>
                  </a:lnTo>
                  <a:lnTo>
                    <a:pt x="2186" y="1"/>
                  </a:lnTo>
                  <a:lnTo>
                    <a:pt x="2186" y="2"/>
                  </a:lnTo>
                  <a:lnTo>
                    <a:pt x="2186" y="2"/>
                  </a:lnTo>
                  <a:lnTo>
                    <a:pt x="2188" y="1"/>
                  </a:lnTo>
                  <a:lnTo>
                    <a:pt x="2189" y="2"/>
                  </a:lnTo>
                  <a:lnTo>
                    <a:pt x="2190" y="2"/>
                  </a:lnTo>
                  <a:lnTo>
                    <a:pt x="2190" y="2"/>
                  </a:lnTo>
                  <a:lnTo>
                    <a:pt x="2193" y="3"/>
                  </a:lnTo>
                  <a:lnTo>
                    <a:pt x="2193" y="1"/>
                  </a:lnTo>
                  <a:lnTo>
                    <a:pt x="2194" y="2"/>
                  </a:lnTo>
                  <a:lnTo>
                    <a:pt x="2194" y="2"/>
                  </a:lnTo>
                  <a:lnTo>
                    <a:pt x="2194" y="1"/>
                  </a:lnTo>
                  <a:lnTo>
                    <a:pt x="2197" y="3"/>
                  </a:lnTo>
                  <a:lnTo>
                    <a:pt x="2198" y="2"/>
                  </a:lnTo>
                  <a:lnTo>
                    <a:pt x="2198" y="2"/>
                  </a:lnTo>
                  <a:lnTo>
                    <a:pt x="2201" y="1"/>
                  </a:lnTo>
                  <a:lnTo>
                    <a:pt x="2201" y="3"/>
                  </a:lnTo>
                  <a:lnTo>
                    <a:pt x="2202" y="2"/>
                  </a:lnTo>
                  <a:lnTo>
                    <a:pt x="2202" y="2"/>
                  </a:lnTo>
                  <a:lnTo>
                    <a:pt x="2204" y="1"/>
                  </a:lnTo>
                  <a:lnTo>
                    <a:pt x="2205" y="3"/>
                  </a:lnTo>
                  <a:lnTo>
                    <a:pt x="2206" y="2"/>
                  </a:lnTo>
                  <a:lnTo>
                    <a:pt x="2206" y="2"/>
                  </a:lnTo>
                  <a:lnTo>
                    <a:pt x="2208" y="3"/>
                  </a:lnTo>
                  <a:lnTo>
                    <a:pt x="2209" y="2"/>
                  </a:lnTo>
                  <a:lnTo>
                    <a:pt x="2210" y="2"/>
                  </a:lnTo>
                  <a:lnTo>
                    <a:pt x="2210" y="2"/>
                  </a:lnTo>
                  <a:lnTo>
                    <a:pt x="2210" y="3"/>
                  </a:lnTo>
                  <a:lnTo>
                    <a:pt x="2213" y="1"/>
                  </a:lnTo>
                  <a:lnTo>
                    <a:pt x="2214" y="2"/>
                  </a:lnTo>
                  <a:lnTo>
                    <a:pt x="2214" y="2"/>
                  </a:lnTo>
                  <a:lnTo>
                    <a:pt x="2216" y="1"/>
                  </a:lnTo>
                  <a:lnTo>
                    <a:pt x="2217" y="3"/>
                  </a:lnTo>
                  <a:lnTo>
                    <a:pt x="2218" y="2"/>
                  </a:lnTo>
                  <a:lnTo>
                    <a:pt x="2218" y="2"/>
                  </a:lnTo>
                  <a:lnTo>
                    <a:pt x="2219" y="3"/>
                  </a:lnTo>
                  <a:lnTo>
                    <a:pt x="2221" y="1"/>
                  </a:lnTo>
                  <a:lnTo>
                    <a:pt x="2222" y="2"/>
                  </a:lnTo>
                  <a:lnTo>
                    <a:pt x="2222" y="2"/>
                  </a:lnTo>
                  <a:lnTo>
                    <a:pt x="2222" y="3"/>
                  </a:lnTo>
                  <a:lnTo>
                    <a:pt x="2224" y="1"/>
                  </a:lnTo>
                  <a:lnTo>
                    <a:pt x="2226" y="2"/>
                  </a:lnTo>
                  <a:lnTo>
                    <a:pt x="2226" y="2"/>
                  </a:lnTo>
                  <a:lnTo>
                    <a:pt x="2229" y="2"/>
                  </a:lnTo>
                  <a:lnTo>
                    <a:pt x="2230" y="1"/>
                  </a:lnTo>
                  <a:lnTo>
                    <a:pt x="2230" y="1"/>
                  </a:lnTo>
                  <a:lnTo>
                    <a:pt x="2230" y="1"/>
                  </a:lnTo>
                  <a:lnTo>
                    <a:pt x="2231" y="1"/>
                  </a:lnTo>
                  <a:lnTo>
                    <a:pt x="2234" y="2"/>
                  </a:lnTo>
                  <a:lnTo>
                    <a:pt x="2234" y="2"/>
                  </a:lnTo>
                  <a:lnTo>
                    <a:pt x="2234" y="2"/>
                  </a:lnTo>
                  <a:lnTo>
                    <a:pt x="2235" y="2"/>
                  </a:lnTo>
                  <a:lnTo>
                    <a:pt x="2237" y="1"/>
                  </a:lnTo>
                  <a:lnTo>
                    <a:pt x="2238" y="1"/>
                  </a:lnTo>
                  <a:lnTo>
                    <a:pt x="2238" y="1"/>
                  </a:lnTo>
                  <a:lnTo>
                    <a:pt x="2239" y="1"/>
                  </a:lnTo>
                  <a:lnTo>
                    <a:pt x="2239" y="2"/>
                  </a:lnTo>
                  <a:lnTo>
                    <a:pt x="2242" y="1"/>
                  </a:lnTo>
                  <a:lnTo>
                    <a:pt x="2242" y="1"/>
                  </a:lnTo>
                  <a:lnTo>
                    <a:pt x="2243" y="0"/>
                  </a:lnTo>
                  <a:lnTo>
                    <a:pt x="2246" y="2"/>
                  </a:lnTo>
                  <a:lnTo>
                    <a:pt x="2246" y="1"/>
                  </a:lnTo>
                  <a:lnTo>
                    <a:pt x="2246" y="1"/>
                  </a:lnTo>
                  <a:lnTo>
                    <a:pt x="2248" y="1"/>
                  </a:lnTo>
                  <a:lnTo>
                    <a:pt x="2250" y="3"/>
                  </a:lnTo>
                  <a:lnTo>
                    <a:pt x="2250" y="2"/>
                  </a:lnTo>
                  <a:lnTo>
                    <a:pt x="2250" y="2"/>
                  </a:lnTo>
                  <a:lnTo>
                    <a:pt x="2251" y="3"/>
                  </a:lnTo>
                  <a:lnTo>
                    <a:pt x="2253" y="1"/>
                  </a:lnTo>
                  <a:lnTo>
                    <a:pt x="2254" y="2"/>
                  </a:lnTo>
                  <a:lnTo>
                    <a:pt x="2254" y="2"/>
                  </a:lnTo>
                  <a:lnTo>
                    <a:pt x="2255" y="3"/>
                  </a:lnTo>
                  <a:lnTo>
                    <a:pt x="2257" y="1"/>
                  </a:lnTo>
                  <a:lnTo>
                    <a:pt x="2258" y="1"/>
                  </a:lnTo>
                  <a:lnTo>
                    <a:pt x="2258" y="2"/>
                  </a:lnTo>
                  <a:lnTo>
                    <a:pt x="2260" y="2"/>
                  </a:lnTo>
                  <a:lnTo>
                    <a:pt x="2262" y="1"/>
                  </a:lnTo>
                  <a:lnTo>
                    <a:pt x="2262" y="1"/>
                  </a:lnTo>
                  <a:lnTo>
                    <a:pt x="2262" y="2"/>
                  </a:lnTo>
                  <a:lnTo>
                    <a:pt x="2264" y="1"/>
                  </a:lnTo>
                  <a:lnTo>
                    <a:pt x="2266" y="2"/>
                  </a:lnTo>
                  <a:lnTo>
                    <a:pt x="2266" y="1"/>
                  </a:lnTo>
                  <a:lnTo>
                    <a:pt x="2266" y="2"/>
                  </a:lnTo>
                  <a:lnTo>
                    <a:pt x="2267" y="2"/>
                  </a:lnTo>
                  <a:lnTo>
                    <a:pt x="2269" y="1"/>
                  </a:lnTo>
                  <a:lnTo>
                    <a:pt x="2270" y="2"/>
                  </a:lnTo>
                  <a:lnTo>
                    <a:pt x="2270" y="2"/>
                  </a:lnTo>
                  <a:lnTo>
                    <a:pt x="2273" y="3"/>
                  </a:lnTo>
                  <a:lnTo>
                    <a:pt x="2273" y="1"/>
                  </a:lnTo>
                  <a:lnTo>
                    <a:pt x="2274" y="2"/>
                  </a:lnTo>
                  <a:lnTo>
                    <a:pt x="2274" y="2"/>
                  </a:lnTo>
                  <a:lnTo>
                    <a:pt x="2276" y="1"/>
                  </a:lnTo>
                  <a:lnTo>
                    <a:pt x="2277" y="3"/>
                  </a:lnTo>
                  <a:lnTo>
                    <a:pt x="2278" y="2"/>
                  </a:lnTo>
                  <a:lnTo>
                    <a:pt x="2278" y="2"/>
                  </a:lnTo>
                  <a:lnTo>
                    <a:pt x="2279" y="1"/>
                  </a:lnTo>
                  <a:lnTo>
                    <a:pt x="2279" y="4"/>
                  </a:lnTo>
                  <a:lnTo>
                    <a:pt x="2279" y="3"/>
                  </a:lnTo>
                </a:path>
              </a:pathLst>
            </a:custGeom>
            <a:noFill/>
            <a:ln w="12700" cap="flat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10" name="Freeform 305">
              <a:extLst>
                <a:ext uri="{FF2B5EF4-FFF2-40B4-BE49-F238E27FC236}">
                  <a16:creationId xmlns:a16="http://schemas.microsoft.com/office/drawing/2014/main" id="{8B0205EB-A5E0-3BEA-86B2-006F1546E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391" y="3719557"/>
              <a:ext cx="2066034" cy="1016950"/>
            </a:xfrm>
            <a:custGeom>
              <a:avLst/>
              <a:gdLst>
                <a:gd name="T0" fmla="*/ 36 w 2279"/>
                <a:gd name="T1" fmla="*/ 2 h 740"/>
                <a:gd name="T2" fmla="*/ 72 w 2279"/>
                <a:gd name="T3" fmla="*/ 3 h 740"/>
                <a:gd name="T4" fmla="*/ 106 w 2279"/>
                <a:gd name="T5" fmla="*/ 3 h 740"/>
                <a:gd name="T6" fmla="*/ 142 w 2279"/>
                <a:gd name="T7" fmla="*/ 2 h 740"/>
                <a:gd name="T8" fmla="*/ 177 w 2279"/>
                <a:gd name="T9" fmla="*/ 4 h 740"/>
                <a:gd name="T10" fmla="*/ 213 w 2279"/>
                <a:gd name="T11" fmla="*/ 1 h 740"/>
                <a:gd name="T12" fmla="*/ 248 w 2279"/>
                <a:gd name="T13" fmla="*/ 2 h 740"/>
                <a:gd name="T14" fmla="*/ 285 w 2279"/>
                <a:gd name="T15" fmla="*/ 2 h 740"/>
                <a:gd name="T16" fmla="*/ 321 w 2279"/>
                <a:gd name="T17" fmla="*/ 3 h 740"/>
                <a:gd name="T18" fmla="*/ 356 w 2279"/>
                <a:gd name="T19" fmla="*/ 3 h 740"/>
                <a:gd name="T20" fmla="*/ 391 w 2279"/>
                <a:gd name="T21" fmla="*/ 2 h 740"/>
                <a:gd name="T22" fmla="*/ 427 w 2279"/>
                <a:gd name="T23" fmla="*/ 3 h 740"/>
                <a:gd name="T24" fmla="*/ 463 w 2279"/>
                <a:gd name="T25" fmla="*/ 4 h 740"/>
                <a:gd name="T26" fmla="*/ 499 w 2279"/>
                <a:gd name="T27" fmla="*/ 4 h 740"/>
                <a:gd name="T28" fmla="*/ 534 w 2279"/>
                <a:gd name="T29" fmla="*/ 5 h 740"/>
                <a:gd name="T30" fmla="*/ 569 w 2279"/>
                <a:gd name="T31" fmla="*/ 3 h 740"/>
                <a:gd name="T32" fmla="*/ 605 w 2279"/>
                <a:gd name="T33" fmla="*/ 3 h 740"/>
                <a:gd name="T34" fmla="*/ 641 w 2279"/>
                <a:gd name="T35" fmla="*/ 3 h 740"/>
                <a:gd name="T36" fmla="*/ 677 w 2279"/>
                <a:gd name="T37" fmla="*/ 4 h 740"/>
                <a:gd name="T38" fmla="*/ 712 w 2279"/>
                <a:gd name="T39" fmla="*/ 5 h 740"/>
                <a:gd name="T40" fmla="*/ 747 w 2279"/>
                <a:gd name="T41" fmla="*/ 52 h 740"/>
                <a:gd name="T42" fmla="*/ 783 w 2279"/>
                <a:gd name="T43" fmla="*/ 41 h 740"/>
                <a:gd name="T44" fmla="*/ 820 w 2279"/>
                <a:gd name="T45" fmla="*/ 4 h 740"/>
                <a:gd name="T46" fmla="*/ 856 w 2279"/>
                <a:gd name="T47" fmla="*/ 4 h 740"/>
                <a:gd name="T48" fmla="*/ 891 w 2279"/>
                <a:gd name="T49" fmla="*/ 3 h 740"/>
                <a:gd name="T50" fmla="*/ 928 w 2279"/>
                <a:gd name="T51" fmla="*/ 5 h 740"/>
                <a:gd name="T52" fmla="*/ 963 w 2279"/>
                <a:gd name="T53" fmla="*/ 2 h 740"/>
                <a:gd name="T54" fmla="*/ 999 w 2279"/>
                <a:gd name="T55" fmla="*/ 3 h 740"/>
                <a:gd name="T56" fmla="*/ 1034 w 2279"/>
                <a:gd name="T57" fmla="*/ 69 h 740"/>
                <a:gd name="T58" fmla="*/ 1070 w 2279"/>
                <a:gd name="T59" fmla="*/ 4 h 740"/>
                <a:gd name="T60" fmla="*/ 1106 w 2279"/>
                <a:gd name="T61" fmla="*/ 5 h 740"/>
                <a:gd name="T62" fmla="*/ 1141 w 2279"/>
                <a:gd name="T63" fmla="*/ 3 h 740"/>
                <a:gd name="T64" fmla="*/ 1176 w 2279"/>
                <a:gd name="T65" fmla="*/ 3 h 740"/>
                <a:gd name="T66" fmla="*/ 1212 w 2279"/>
                <a:gd name="T67" fmla="*/ 4 h 740"/>
                <a:gd name="T68" fmla="*/ 1248 w 2279"/>
                <a:gd name="T69" fmla="*/ 3 h 740"/>
                <a:gd name="T70" fmla="*/ 1283 w 2279"/>
                <a:gd name="T71" fmla="*/ 3 h 740"/>
                <a:gd name="T72" fmla="*/ 1319 w 2279"/>
                <a:gd name="T73" fmla="*/ 3 h 740"/>
                <a:gd name="T74" fmla="*/ 1355 w 2279"/>
                <a:gd name="T75" fmla="*/ 4 h 740"/>
                <a:gd name="T76" fmla="*/ 1391 w 2279"/>
                <a:gd name="T77" fmla="*/ 3 h 740"/>
                <a:gd name="T78" fmla="*/ 1427 w 2279"/>
                <a:gd name="T79" fmla="*/ 5 h 740"/>
                <a:gd name="T80" fmla="*/ 1461 w 2279"/>
                <a:gd name="T81" fmla="*/ 6 h 740"/>
                <a:gd name="T82" fmla="*/ 1497 w 2279"/>
                <a:gd name="T83" fmla="*/ 23 h 740"/>
                <a:gd name="T84" fmla="*/ 1533 w 2279"/>
                <a:gd name="T85" fmla="*/ 33 h 740"/>
                <a:gd name="T86" fmla="*/ 1569 w 2279"/>
                <a:gd name="T87" fmla="*/ 739 h 740"/>
                <a:gd name="T88" fmla="*/ 1605 w 2279"/>
                <a:gd name="T89" fmla="*/ 713 h 740"/>
                <a:gd name="T90" fmla="*/ 1641 w 2279"/>
                <a:gd name="T91" fmla="*/ 252 h 740"/>
                <a:gd name="T92" fmla="*/ 1677 w 2279"/>
                <a:gd name="T93" fmla="*/ 258 h 740"/>
                <a:gd name="T94" fmla="*/ 1713 w 2279"/>
                <a:gd name="T95" fmla="*/ 51 h 740"/>
                <a:gd name="T96" fmla="*/ 1749 w 2279"/>
                <a:gd name="T97" fmla="*/ 107 h 740"/>
                <a:gd name="T98" fmla="*/ 1785 w 2279"/>
                <a:gd name="T99" fmla="*/ 55 h 740"/>
                <a:gd name="T100" fmla="*/ 1820 w 2279"/>
                <a:gd name="T101" fmla="*/ 58 h 740"/>
                <a:gd name="T102" fmla="*/ 1856 w 2279"/>
                <a:gd name="T103" fmla="*/ 261 h 740"/>
                <a:gd name="T104" fmla="*/ 1891 w 2279"/>
                <a:gd name="T105" fmla="*/ 259 h 740"/>
                <a:gd name="T106" fmla="*/ 1927 w 2279"/>
                <a:gd name="T107" fmla="*/ 471 h 740"/>
                <a:gd name="T108" fmla="*/ 1963 w 2279"/>
                <a:gd name="T109" fmla="*/ 471 h 740"/>
                <a:gd name="T110" fmla="*/ 2000 w 2279"/>
                <a:gd name="T111" fmla="*/ 470 h 740"/>
                <a:gd name="T112" fmla="*/ 2036 w 2279"/>
                <a:gd name="T113" fmla="*/ 381 h 740"/>
                <a:gd name="T114" fmla="*/ 2071 w 2279"/>
                <a:gd name="T115" fmla="*/ 319 h 740"/>
                <a:gd name="T116" fmla="*/ 2106 w 2279"/>
                <a:gd name="T117" fmla="*/ 5 h 740"/>
                <a:gd name="T118" fmla="*/ 2142 w 2279"/>
                <a:gd name="T119" fmla="*/ 5 h 740"/>
                <a:gd name="T120" fmla="*/ 2178 w 2279"/>
                <a:gd name="T121" fmla="*/ 5 h 740"/>
                <a:gd name="T122" fmla="*/ 2214 w 2279"/>
                <a:gd name="T123" fmla="*/ 4 h 740"/>
                <a:gd name="T124" fmla="*/ 2249 w 2279"/>
                <a:gd name="T125" fmla="*/ 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79" h="740">
                  <a:moveTo>
                    <a:pt x="0" y="4"/>
                  </a:moveTo>
                  <a:lnTo>
                    <a:pt x="0" y="5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1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7" y="1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9" y="1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2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2" y="2"/>
                  </a:lnTo>
                  <a:lnTo>
                    <a:pt x="23" y="3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2" y="3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2" y="3"/>
                  </a:lnTo>
                  <a:lnTo>
                    <a:pt x="33" y="2"/>
                  </a:lnTo>
                  <a:lnTo>
                    <a:pt x="34" y="3"/>
                  </a:lnTo>
                  <a:lnTo>
                    <a:pt x="34" y="2"/>
                  </a:lnTo>
                  <a:lnTo>
                    <a:pt x="35" y="3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7" y="3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9" y="3"/>
                  </a:lnTo>
                  <a:lnTo>
                    <a:pt x="40" y="3"/>
                  </a:lnTo>
                  <a:lnTo>
                    <a:pt x="40" y="2"/>
                  </a:lnTo>
                  <a:lnTo>
                    <a:pt x="41" y="2"/>
                  </a:lnTo>
                  <a:lnTo>
                    <a:pt x="42" y="3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43" y="3"/>
                  </a:lnTo>
                  <a:lnTo>
                    <a:pt x="43" y="2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5" y="3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6" y="3"/>
                  </a:lnTo>
                  <a:lnTo>
                    <a:pt x="48" y="1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9" y="3"/>
                  </a:lnTo>
                  <a:lnTo>
                    <a:pt x="50" y="1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51" y="3"/>
                  </a:lnTo>
                  <a:lnTo>
                    <a:pt x="52" y="1"/>
                  </a:lnTo>
                  <a:lnTo>
                    <a:pt x="52" y="2"/>
                  </a:lnTo>
                  <a:lnTo>
                    <a:pt x="52" y="2"/>
                  </a:lnTo>
                  <a:lnTo>
                    <a:pt x="54" y="1"/>
                  </a:lnTo>
                  <a:lnTo>
                    <a:pt x="54" y="3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5" y="3"/>
                  </a:lnTo>
                  <a:lnTo>
                    <a:pt x="55" y="1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7" y="3"/>
                  </a:lnTo>
                  <a:lnTo>
                    <a:pt x="58" y="1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60" y="1"/>
                  </a:lnTo>
                  <a:lnTo>
                    <a:pt x="60" y="3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61" y="1"/>
                  </a:lnTo>
                  <a:lnTo>
                    <a:pt x="61" y="3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63" y="2"/>
                  </a:lnTo>
                  <a:lnTo>
                    <a:pt x="63" y="3"/>
                  </a:lnTo>
                  <a:lnTo>
                    <a:pt x="64" y="2"/>
                  </a:lnTo>
                  <a:lnTo>
                    <a:pt x="64" y="3"/>
                  </a:lnTo>
                  <a:lnTo>
                    <a:pt x="64" y="3"/>
                  </a:lnTo>
                  <a:lnTo>
                    <a:pt x="66" y="1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7" y="3"/>
                  </a:lnTo>
                  <a:lnTo>
                    <a:pt x="68" y="3"/>
                  </a:lnTo>
                  <a:lnTo>
                    <a:pt x="68" y="3"/>
                  </a:lnTo>
                  <a:lnTo>
                    <a:pt x="69" y="3"/>
                  </a:lnTo>
                  <a:lnTo>
                    <a:pt x="70" y="2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2" y="3"/>
                  </a:lnTo>
                  <a:lnTo>
                    <a:pt x="72" y="2"/>
                  </a:lnTo>
                  <a:lnTo>
                    <a:pt x="72" y="2"/>
                  </a:lnTo>
                  <a:lnTo>
                    <a:pt x="72" y="3"/>
                  </a:lnTo>
                  <a:lnTo>
                    <a:pt x="72" y="3"/>
                  </a:lnTo>
                  <a:lnTo>
                    <a:pt x="74" y="2"/>
                  </a:lnTo>
                  <a:lnTo>
                    <a:pt x="74" y="2"/>
                  </a:lnTo>
                  <a:lnTo>
                    <a:pt x="74" y="3"/>
                  </a:lnTo>
                  <a:lnTo>
                    <a:pt x="75" y="3"/>
                  </a:lnTo>
                  <a:lnTo>
                    <a:pt x="76" y="1"/>
                  </a:lnTo>
                  <a:lnTo>
                    <a:pt x="76" y="2"/>
                  </a:lnTo>
                  <a:lnTo>
                    <a:pt x="76" y="2"/>
                  </a:lnTo>
                  <a:lnTo>
                    <a:pt x="76" y="1"/>
                  </a:lnTo>
                  <a:lnTo>
                    <a:pt x="76" y="2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9" y="3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1" y="3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3"/>
                  </a:lnTo>
                  <a:lnTo>
                    <a:pt x="84" y="1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5" y="1"/>
                  </a:lnTo>
                  <a:lnTo>
                    <a:pt x="86" y="3"/>
                  </a:lnTo>
                  <a:lnTo>
                    <a:pt x="86" y="2"/>
                  </a:lnTo>
                  <a:lnTo>
                    <a:pt x="86" y="2"/>
                  </a:lnTo>
                  <a:lnTo>
                    <a:pt x="87" y="3"/>
                  </a:lnTo>
                  <a:lnTo>
                    <a:pt x="88" y="2"/>
                  </a:lnTo>
                  <a:lnTo>
                    <a:pt x="88" y="2"/>
                  </a:lnTo>
                  <a:lnTo>
                    <a:pt x="88" y="2"/>
                  </a:lnTo>
                  <a:lnTo>
                    <a:pt x="89" y="3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92" y="3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93" y="3"/>
                  </a:lnTo>
                  <a:lnTo>
                    <a:pt x="94" y="2"/>
                  </a:lnTo>
                  <a:lnTo>
                    <a:pt x="94" y="3"/>
                  </a:lnTo>
                  <a:lnTo>
                    <a:pt x="94" y="2"/>
                  </a:lnTo>
                  <a:lnTo>
                    <a:pt x="94" y="2"/>
                  </a:lnTo>
                  <a:lnTo>
                    <a:pt x="95" y="3"/>
                  </a:lnTo>
                  <a:lnTo>
                    <a:pt x="96" y="2"/>
                  </a:lnTo>
                  <a:lnTo>
                    <a:pt x="96" y="2"/>
                  </a:lnTo>
                  <a:lnTo>
                    <a:pt x="97" y="2"/>
                  </a:lnTo>
                  <a:lnTo>
                    <a:pt x="97" y="3"/>
                  </a:lnTo>
                  <a:lnTo>
                    <a:pt x="98" y="3"/>
                  </a:lnTo>
                  <a:lnTo>
                    <a:pt x="98" y="2"/>
                  </a:lnTo>
                  <a:lnTo>
                    <a:pt x="99" y="3"/>
                  </a:lnTo>
                  <a:lnTo>
                    <a:pt x="100" y="2"/>
                  </a:lnTo>
                  <a:lnTo>
                    <a:pt x="100" y="3"/>
                  </a:lnTo>
                  <a:lnTo>
                    <a:pt x="100" y="3"/>
                  </a:lnTo>
                  <a:lnTo>
                    <a:pt x="100" y="2"/>
                  </a:lnTo>
                  <a:lnTo>
                    <a:pt x="101" y="3"/>
                  </a:lnTo>
                  <a:lnTo>
                    <a:pt x="102" y="3"/>
                  </a:lnTo>
                  <a:lnTo>
                    <a:pt x="102" y="2"/>
                  </a:lnTo>
                  <a:lnTo>
                    <a:pt x="102" y="3"/>
                  </a:lnTo>
                  <a:lnTo>
                    <a:pt x="103" y="2"/>
                  </a:lnTo>
                  <a:lnTo>
                    <a:pt x="104" y="3"/>
                  </a:lnTo>
                  <a:lnTo>
                    <a:pt x="104" y="2"/>
                  </a:lnTo>
                  <a:lnTo>
                    <a:pt x="104" y="3"/>
                  </a:lnTo>
                  <a:lnTo>
                    <a:pt x="105" y="2"/>
                  </a:lnTo>
                  <a:lnTo>
                    <a:pt x="106" y="3"/>
                  </a:lnTo>
                  <a:lnTo>
                    <a:pt x="106" y="3"/>
                  </a:lnTo>
                  <a:lnTo>
                    <a:pt x="107" y="3"/>
                  </a:lnTo>
                  <a:lnTo>
                    <a:pt x="107" y="2"/>
                  </a:lnTo>
                  <a:lnTo>
                    <a:pt x="108" y="2"/>
                  </a:lnTo>
                  <a:lnTo>
                    <a:pt x="108" y="3"/>
                  </a:lnTo>
                  <a:lnTo>
                    <a:pt x="108" y="3"/>
                  </a:lnTo>
                  <a:lnTo>
                    <a:pt x="109" y="2"/>
                  </a:lnTo>
                  <a:lnTo>
                    <a:pt x="110" y="2"/>
                  </a:lnTo>
                  <a:lnTo>
                    <a:pt x="110" y="2"/>
                  </a:lnTo>
                  <a:lnTo>
                    <a:pt x="110" y="3"/>
                  </a:lnTo>
                  <a:lnTo>
                    <a:pt x="111" y="2"/>
                  </a:lnTo>
                  <a:lnTo>
                    <a:pt x="112" y="2"/>
                  </a:lnTo>
                  <a:lnTo>
                    <a:pt x="112" y="2"/>
                  </a:lnTo>
                  <a:lnTo>
                    <a:pt x="113" y="2"/>
                  </a:lnTo>
                  <a:lnTo>
                    <a:pt x="114" y="3"/>
                  </a:lnTo>
                  <a:lnTo>
                    <a:pt x="114" y="3"/>
                  </a:lnTo>
                  <a:lnTo>
                    <a:pt x="114" y="3"/>
                  </a:lnTo>
                  <a:lnTo>
                    <a:pt x="115" y="3"/>
                  </a:lnTo>
                  <a:lnTo>
                    <a:pt x="115" y="2"/>
                  </a:lnTo>
                  <a:lnTo>
                    <a:pt x="116" y="3"/>
                  </a:lnTo>
                  <a:lnTo>
                    <a:pt x="116" y="3"/>
                  </a:lnTo>
                  <a:lnTo>
                    <a:pt x="117" y="3"/>
                  </a:lnTo>
                  <a:lnTo>
                    <a:pt x="117" y="2"/>
                  </a:lnTo>
                  <a:lnTo>
                    <a:pt x="118" y="2"/>
                  </a:lnTo>
                  <a:lnTo>
                    <a:pt x="118" y="3"/>
                  </a:lnTo>
                  <a:lnTo>
                    <a:pt x="119" y="3"/>
                  </a:lnTo>
                  <a:lnTo>
                    <a:pt x="120" y="2"/>
                  </a:lnTo>
                  <a:lnTo>
                    <a:pt x="120" y="2"/>
                  </a:lnTo>
                  <a:lnTo>
                    <a:pt x="120" y="2"/>
                  </a:lnTo>
                  <a:lnTo>
                    <a:pt x="120" y="1"/>
                  </a:lnTo>
                  <a:lnTo>
                    <a:pt x="121" y="3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23" y="1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5" y="3"/>
                  </a:lnTo>
                  <a:lnTo>
                    <a:pt x="126" y="1"/>
                  </a:lnTo>
                  <a:lnTo>
                    <a:pt x="126" y="2"/>
                  </a:lnTo>
                  <a:lnTo>
                    <a:pt x="126" y="2"/>
                  </a:lnTo>
                  <a:lnTo>
                    <a:pt x="127" y="1"/>
                  </a:lnTo>
                  <a:lnTo>
                    <a:pt x="127" y="2"/>
                  </a:lnTo>
                  <a:lnTo>
                    <a:pt x="128" y="2"/>
                  </a:lnTo>
                  <a:lnTo>
                    <a:pt x="128" y="2"/>
                  </a:lnTo>
                  <a:lnTo>
                    <a:pt x="128" y="1"/>
                  </a:lnTo>
                  <a:lnTo>
                    <a:pt x="130" y="3"/>
                  </a:lnTo>
                  <a:lnTo>
                    <a:pt x="130" y="2"/>
                  </a:lnTo>
                  <a:lnTo>
                    <a:pt x="130" y="2"/>
                  </a:lnTo>
                  <a:lnTo>
                    <a:pt x="131" y="1"/>
                  </a:lnTo>
                  <a:lnTo>
                    <a:pt x="132" y="3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4" y="1"/>
                  </a:lnTo>
                  <a:lnTo>
                    <a:pt x="134" y="1"/>
                  </a:lnTo>
                  <a:lnTo>
                    <a:pt x="134" y="1"/>
                  </a:lnTo>
                  <a:lnTo>
                    <a:pt x="135" y="1"/>
                  </a:lnTo>
                  <a:lnTo>
                    <a:pt x="135" y="2"/>
                  </a:lnTo>
                  <a:lnTo>
                    <a:pt x="136" y="2"/>
                  </a:lnTo>
                  <a:lnTo>
                    <a:pt x="136" y="2"/>
                  </a:lnTo>
                  <a:lnTo>
                    <a:pt x="137" y="1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39" y="0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40" y="1"/>
                  </a:lnTo>
                  <a:lnTo>
                    <a:pt x="141" y="1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42" y="1"/>
                  </a:lnTo>
                  <a:lnTo>
                    <a:pt x="144" y="2"/>
                  </a:lnTo>
                  <a:lnTo>
                    <a:pt x="144" y="1"/>
                  </a:lnTo>
                  <a:lnTo>
                    <a:pt x="144" y="2"/>
                  </a:lnTo>
                  <a:lnTo>
                    <a:pt x="144" y="2"/>
                  </a:lnTo>
                  <a:lnTo>
                    <a:pt x="144" y="2"/>
                  </a:lnTo>
                  <a:lnTo>
                    <a:pt x="146" y="3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7" y="3"/>
                  </a:lnTo>
                  <a:lnTo>
                    <a:pt x="147" y="2"/>
                  </a:lnTo>
                  <a:lnTo>
                    <a:pt x="148" y="2"/>
                  </a:lnTo>
                  <a:lnTo>
                    <a:pt x="148" y="2"/>
                  </a:lnTo>
                  <a:lnTo>
                    <a:pt x="149" y="3"/>
                  </a:lnTo>
                  <a:lnTo>
                    <a:pt x="149" y="2"/>
                  </a:lnTo>
                  <a:lnTo>
                    <a:pt x="150" y="2"/>
                  </a:lnTo>
                  <a:lnTo>
                    <a:pt x="150" y="2"/>
                  </a:lnTo>
                  <a:lnTo>
                    <a:pt x="151" y="3"/>
                  </a:lnTo>
                  <a:lnTo>
                    <a:pt x="152" y="2"/>
                  </a:lnTo>
                  <a:lnTo>
                    <a:pt x="152" y="2"/>
                  </a:lnTo>
                  <a:lnTo>
                    <a:pt x="152" y="2"/>
                  </a:lnTo>
                  <a:lnTo>
                    <a:pt x="153" y="3"/>
                  </a:lnTo>
                  <a:lnTo>
                    <a:pt x="153" y="2"/>
                  </a:lnTo>
                  <a:lnTo>
                    <a:pt x="154" y="2"/>
                  </a:lnTo>
                  <a:lnTo>
                    <a:pt x="154" y="2"/>
                  </a:lnTo>
                  <a:lnTo>
                    <a:pt x="156" y="3"/>
                  </a:lnTo>
                  <a:lnTo>
                    <a:pt x="156" y="1"/>
                  </a:lnTo>
                  <a:lnTo>
                    <a:pt x="156" y="2"/>
                  </a:lnTo>
                  <a:lnTo>
                    <a:pt x="156" y="2"/>
                  </a:lnTo>
                  <a:lnTo>
                    <a:pt x="156" y="3"/>
                  </a:lnTo>
                  <a:lnTo>
                    <a:pt x="158" y="1"/>
                  </a:lnTo>
                  <a:lnTo>
                    <a:pt x="158" y="2"/>
                  </a:lnTo>
                  <a:lnTo>
                    <a:pt x="158" y="1"/>
                  </a:lnTo>
                  <a:lnTo>
                    <a:pt x="158" y="1"/>
                  </a:lnTo>
                  <a:lnTo>
                    <a:pt x="159" y="2"/>
                  </a:lnTo>
                  <a:lnTo>
                    <a:pt x="160" y="2"/>
                  </a:lnTo>
                  <a:lnTo>
                    <a:pt x="160" y="2"/>
                  </a:lnTo>
                  <a:lnTo>
                    <a:pt x="162" y="1"/>
                  </a:lnTo>
                  <a:lnTo>
                    <a:pt x="162" y="2"/>
                  </a:lnTo>
                  <a:lnTo>
                    <a:pt x="162" y="2"/>
                  </a:lnTo>
                  <a:lnTo>
                    <a:pt x="162" y="2"/>
                  </a:lnTo>
                  <a:lnTo>
                    <a:pt x="163" y="3"/>
                  </a:lnTo>
                  <a:lnTo>
                    <a:pt x="163" y="2"/>
                  </a:lnTo>
                  <a:lnTo>
                    <a:pt x="164" y="2"/>
                  </a:lnTo>
                  <a:lnTo>
                    <a:pt x="164" y="2"/>
                  </a:lnTo>
                  <a:lnTo>
                    <a:pt x="164" y="3"/>
                  </a:lnTo>
                  <a:lnTo>
                    <a:pt x="165" y="2"/>
                  </a:lnTo>
                  <a:lnTo>
                    <a:pt x="166" y="2"/>
                  </a:lnTo>
                  <a:lnTo>
                    <a:pt x="166" y="2"/>
                  </a:lnTo>
                  <a:lnTo>
                    <a:pt x="166" y="2"/>
                  </a:lnTo>
                  <a:lnTo>
                    <a:pt x="167" y="3"/>
                  </a:lnTo>
                  <a:lnTo>
                    <a:pt x="168" y="3"/>
                  </a:lnTo>
                  <a:lnTo>
                    <a:pt x="168" y="3"/>
                  </a:lnTo>
                  <a:lnTo>
                    <a:pt x="169" y="4"/>
                  </a:lnTo>
                  <a:lnTo>
                    <a:pt x="170" y="2"/>
                  </a:lnTo>
                  <a:lnTo>
                    <a:pt x="170" y="3"/>
                  </a:lnTo>
                  <a:lnTo>
                    <a:pt x="170" y="2"/>
                  </a:lnTo>
                  <a:lnTo>
                    <a:pt x="170" y="3"/>
                  </a:lnTo>
                  <a:lnTo>
                    <a:pt x="172" y="2"/>
                  </a:lnTo>
                  <a:lnTo>
                    <a:pt x="172" y="3"/>
                  </a:lnTo>
                  <a:lnTo>
                    <a:pt x="172" y="3"/>
                  </a:lnTo>
                  <a:lnTo>
                    <a:pt x="173" y="2"/>
                  </a:lnTo>
                  <a:lnTo>
                    <a:pt x="173" y="3"/>
                  </a:lnTo>
                  <a:lnTo>
                    <a:pt x="174" y="2"/>
                  </a:lnTo>
                  <a:lnTo>
                    <a:pt x="174" y="2"/>
                  </a:lnTo>
                  <a:lnTo>
                    <a:pt x="176" y="2"/>
                  </a:lnTo>
                  <a:lnTo>
                    <a:pt x="176" y="5"/>
                  </a:lnTo>
                  <a:lnTo>
                    <a:pt x="176" y="5"/>
                  </a:lnTo>
                  <a:lnTo>
                    <a:pt x="176" y="5"/>
                  </a:lnTo>
                  <a:lnTo>
                    <a:pt x="177" y="5"/>
                  </a:lnTo>
                  <a:lnTo>
                    <a:pt x="177" y="4"/>
                  </a:lnTo>
                  <a:lnTo>
                    <a:pt x="178" y="5"/>
                  </a:lnTo>
                  <a:lnTo>
                    <a:pt x="178" y="4"/>
                  </a:lnTo>
                  <a:lnTo>
                    <a:pt x="179" y="5"/>
                  </a:lnTo>
                  <a:lnTo>
                    <a:pt x="180" y="4"/>
                  </a:lnTo>
                  <a:lnTo>
                    <a:pt x="180" y="4"/>
                  </a:lnTo>
                  <a:lnTo>
                    <a:pt x="180" y="4"/>
                  </a:lnTo>
                  <a:lnTo>
                    <a:pt x="182" y="5"/>
                  </a:lnTo>
                  <a:lnTo>
                    <a:pt x="182" y="2"/>
                  </a:lnTo>
                  <a:lnTo>
                    <a:pt x="182" y="2"/>
                  </a:lnTo>
                  <a:lnTo>
                    <a:pt x="182" y="2"/>
                  </a:lnTo>
                  <a:lnTo>
                    <a:pt x="182" y="2"/>
                  </a:lnTo>
                  <a:lnTo>
                    <a:pt x="184" y="3"/>
                  </a:lnTo>
                  <a:lnTo>
                    <a:pt x="184" y="2"/>
                  </a:lnTo>
                  <a:lnTo>
                    <a:pt x="184" y="2"/>
                  </a:lnTo>
                  <a:lnTo>
                    <a:pt x="185" y="3"/>
                  </a:lnTo>
                  <a:lnTo>
                    <a:pt x="185" y="1"/>
                  </a:lnTo>
                  <a:lnTo>
                    <a:pt x="186" y="2"/>
                  </a:lnTo>
                  <a:lnTo>
                    <a:pt x="186" y="2"/>
                  </a:lnTo>
                  <a:lnTo>
                    <a:pt x="187" y="1"/>
                  </a:lnTo>
                  <a:lnTo>
                    <a:pt x="188" y="3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190" y="1"/>
                  </a:lnTo>
                  <a:lnTo>
                    <a:pt x="190" y="2"/>
                  </a:lnTo>
                  <a:lnTo>
                    <a:pt x="190" y="2"/>
                  </a:lnTo>
                  <a:lnTo>
                    <a:pt x="191" y="1"/>
                  </a:lnTo>
                  <a:lnTo>
                    <a:pt x="192" y="2"/>
                  </a:lnTo>
                  <a:lnTo>
                    <a:pt x="192" y="2"/>
                  </a:lnTo>
                  <a:lnTo>
                    <a:pt x="192" y="2"/>
                  </a:lnTo>
                  <a:lnTo>
                    <a:pt x="193" y="1"/>
                  </a:lnTo>
                  <a:lnTo>
                    <a:pt x="194" y="2"/>
                  </a:lnTo>
                  <a:lnTo>
                    <a:pt x="194" y="2"/>
                  </a:lnTo>
                  <a:lnTo>
                    <a:pt x="194" y="1"/>
                  </a:lnTo>
                  <a:lnTo>
                    <a:pt x="194" y="2"/>
                  </a:lnTo>
                  <a:lnTo>
                    <a:pt x="195" y="1"/>
                  </a:lnTo>
                  <a:lnTo>
                    <a:pt x="196" y="2"/>
                  </a:lnTo>
                  <a:lnTo>
                    <a:pt x="196" y="2"/>
                  </a:lnTo>
                  <a:lnTo>
                    <a:pt x="197" y="2"/>
                  </a:lnTo>
                  <a:lnTo>
                    <a:pt x="197" y="1"/>
                  </a:lnTo>
                  <a:lnTo>
                    <a:pt x="198" y="2"/>
                  </a:lnTo>
                  <a:lnTo>
                    <a:pt x="198" y="1"/>
                  </a:lnTo>
                  <a:lnTo>
                    <a:pt x="200" y="1"/>
                  </a:lnTo>
                  <a:lnTo>
                    <a:pt x="200" y="2"/>
                  </a:lnTo>
                  <a:lnTo>
                    <a:pt x="200" y="2"/>
                  </a:lnTo>
                  <a:lnTo>
                    <a:pt x="200" y="1"/>
                  </a:lnTo>
                  <a:lnTo>
                    <a:pt x="200" y="2"/>
                  </a:lnTo>
                  <a:lnTo>
                    <a:pt x="201" y="1"/>
                  </a:lnTo>
                  <a:lnTo>
                    <a:pt x="202" y="2"/>
                  </a:lnTo>
                  <a:lnTo>
                    <a:pt x="202" y="2"/>
                  </a:lnTo>
                  <a:lnTo>
                    <a:pt x="203" y="1"/>
                  </a:lnTo>
                  <a:lnTo>
                    <a:pt x="204" y="2"/>
                  </a:lnTo>
                  <a:lnTo>
                    <a:pt x="204" y="2"/>
                  </a:lnTo>
                  <a:lnTo>
                    <a:pt x="204" y="2"/>
                  </a:lnTo>
                  <a:lnTo>
                    <a:pt x="205" y="2"/>
                  </a:lnTo>
                  <a:lnTo>
                    <a:pt x="205" y="1"/>
                  </a:lnTo>
                  <a:lnTo>
                    <a:pt x="206" y="2"/>
                  </a:lnTo>
                  <a:lnTo>
                    <a:pt x="206" y="2"/>
                  </a:lnTo>
                  <a:lnTo>
                    <a:pt x="207" y="2"/>
                  </a:lnTo>
                  <a:lnTo>
                    <a:pt x="208" y="1"/>
                  </a:lnTo>
                  <a:lnTo>
                    <a:pt x="208" y="1"/>
                  </a:lnTo>
                  <a:lnTo>
                    <a:pt x="208" y="2"/>
                  </a:lnTo>
                  <a:lnTo>
                    <a:pt x="209" y="1"/>
                  </a:lnTo>
                  <a:lnTo>
                    <a:pt x="209" y="2"/>
                  </a:lnTo>
                  <a:lnTo>
                    <a:pt x="210" y="2"/>
                  </a:lnTo>
                  <a:lnTo>
                    <a:pt x="210" y="1"/>
                  </a:lnTo>
                  <a:lnTo>
                    <a:pt x="211" y="1"/>
                  </a:lnTo>
                  <a:lnTo>
                    <a:pt x="212" y="2"/>
                  </a:lnTo>
                  <a:lnTo>
                    <a:pt x="212" y="2"/>
                  </a:lnTo>
                  <a:lnTo>
                    <a:pt x="212" y="2"/>
                  </a:lnTo>
                  <a:lnTo>
                    <a:pt x="213" y="1"/>
                  </a:lnTo>
                  <a:lnTo>
                    <a:pt x="214" y="2"/>
                  </a:lnTo>
                  <a:lnTo>
                    <a:pt x="214" y="2"/>
                  </a:lnTo>
                  <a:lnTo>
                    <a:pt x="214" y="2"/>
                  </a:lnTo>
                  <a:lnTo>
                    <a:pt x="215" y="2"/>
                  </a:lnTo>
                  <a:lnTo>
                    <a:pt x="216" y="1"/>
                  </a:lnTo>
                  <a:lnTo>
                    <a:pt x="216" y="2"/>
                  </a:lnTo>
                  <a:lnTo>
                    <a:pt x="216" y="2"/>
                  </a:lnTo>
                  <a:lnTo>
                    <a:pt x="217" y="1"/>
                  </a:lnTo>
                  <a:lnTo>
                    <a:pt x="218" y="3"/>
                  </a:lnTo>
                  <a:lnTo>
                    <a:pt x="218" y="2"/>
                  </a:lnTo>
                  <a:lnTo>
                    <a:pt x="218" y="2"/>
                  </a:lnTo>
                  <a:lnTo>
                    <a:pt x="218" y="1"/>
                  </a:lnTo>
                  <a:lnTo>
                    <a:pt x="219" y="3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1" y="2"/>
                  </a:lnTo>
                  <a:lnTo>
                    <a:pt x="222" y="3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23" y="2"/>
                  </a:lnTo>
                  <a:lnTo>
                    <a:pt x="224" y="3"/>
                  </a:lnTo>
                  <a:lnTo>
                    <a:pt x="224" y="2"/>
                  </a:lnTo>
                  <a:lnTo>
                    <a:pt x="224" y="2"/>
                  </a:lnTo>
                  <a:lnTo>
                    <a:pt x="224" y="3"/>
                  </a:lnTo>
                  <a:lnTo>
                    <a:pt x="225" y="1"/>
                  </a:lnTo>
                  <a:lnTo>
                    <a:pt x="226" y="2"/>
                  </a:lnTo>
                  <a:lnTo>
                    <a:pt x="226" y="2"/>
                  </a:lnTo>
                  <a:lnTo>
                    <a:pt x="227" y="2"/>
                  </a:lnTo>
                  <a:lnTo>
                    <a:pt x="227" y="3"/>
                  </a:lnTo>
                  <a:lnTo>
                    <a:pt x="228" y="2"/>
                  </a:lnTo>
                  <a:lnTo>
                    <a:pt x="228" y="2"/>
                  </a:lnTo>
                  <a:lnTo>
                    <a:pt x="229" y="2"/>
                  </a:lnTo>
                  <a:lnTo>
                    <a:pt x="230" y="3"/>
                  </a:lnTo>
                  <a:lnTo>
                    <a:pt x="230" y="2"/>
                  </a:lnTo>
                  <a:lnTo>
                    <a:pt x="230" y="2"/>
                  </a:lnTo>
                  <a:lnTo>
                    <a:pt x="230" y="2"/>
                  </a:lnTo>
                  <a:lnTo>
                    <a:pt x="232" y="3"/>
                  </a:lnTo>
                  <a:lnTo>
                    <a:pt x="232" y="3"/>
                  </a:lnTo>
                  <a:lnTo>
                    <a:pt x="232" y="2"/>
                  </a:lnTo>
                  <a:lnTo>
                    <a:pt x="233" y="2"/>
                  </a:lnTo>
                  <a:lnTo>
                    <a:pt x="234" y="3"/>
                  </a:lnTo>
                  <a:lnTo>
                    <a:pt x="234" y="3"/>
                  </a:lnTo>
                  <a:lnTo>
                    <a:pt x="234" y="3"/>
                  </a:lnTo>
                  <a:lnTo>
                    <a:pt x="235" y="4"/>
                  </a:lnTo>
                  <a:lnTo>
                    <a:pt x="236" y="2"/>
                  </a:lnTo>
                  <a:lnTo>
                    <a:pt x="236" y="2"/>
                  </a:lnTo>
                  <a:lnTo>
                    <a:pt x="236" y="3"/>
                  </a:lnTo>
                  <a:lnTo>
                    <a:pt x="238" y="2"/>
                  </a:lnTo>
                  <a:lnTo>
                    <a:pt x="238" y="3"/>
                  </a:lnTo>
                  <a:lnTo>
                    <a:pt x="238" y="2"/>
                  </a:lnTo>
                  <a:lnTo>
                    <a:pt x="238" y="3"/>
                  </a:lnTo>
                  <a:lnTo>
                    <a:pt x="239" y="2"/>
                  </a:lnTo>
                  <a:lnTo>
                    <a:pt x="239" y="3"/>
                  </a:lnTo>
                  <a:lnTo>
                    <a:pt x="240" y="3"/>
                  </a:lnTo>
                  <a:lnTo>
                    <a:pt x="240" y="3"/>
                  </a:lnTo>
                  <a:lnTo>
                    <a:pt x="241" y="3"/>
                  </a:lnTo>
                  <a:lnTo>
                    <a:pt x="241" y="2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42" y="3"/>
                  </a:lnTo>
                  <a:lnTo>
                    <a:pt x="244" y="2"/>
                  </a:lnTo>
                  <a:lnTo>
                    <a:pt x="244" y="2"/>
                  </a:lnTo>
                  <a:lnTo>
                    <a:pt x="245" y="2"/>
                  </a:lnTo>
                  <a:lnTo>
                    <a:pt x="245" y="3"/>
                  </a:lnTo>
                  <a:lnTo>
                    <a:pt x="246" y="2"/>
                  </a:lnTo>
                  <a:lnTo>
                    <a:pt x="246" y="2"/>
                  </a:lnTo>
                  <a:lnTo>
                    <a:pt x="248" y="3"/>
                  </a:lnTo>
                  <a:lnTo>
                    <a:pt x="248" y="2"/>
                  </a:lnTo>
                  <a:lnTo>
                    <a:pt x="248" y="2"/>
                  </a:lnTo>
                  <a:lnTo>
                    <a:pt x="248" y="2"/>
                  </a:lnTo>
                  <a:lnTo>
                    <a:pt x="248" y="3"/>
                  </a:lnTo>
                  <a:lnTo>
                    <a:pt x="249" y="2"/>
                  </a:lnTo>
                  <a:lnTo>
                    <a:pt x="250" y="2"/>
                  </a:lnTo>
                  <a:lnTo>
                    <a:pt x="250" y="2"/>
                  </a:lnTo>
                  <a:lnTo>
                    <a:pt x="251" y="2"/>
                  </a:lnTo>
                  <a:lnTo>
                    <a:pt x="252" y="3"/>
                  </a:lnTo>
                  <a:lnTo>
                    <a:pt x="252" y="2"/>
                  </a:lnTo>
                  <a:lnTo>
                    <a:pt x="252" y="2"/>
                  </a:lnTo>
                  <a:lnTo>
                    <a:pt x="253" y="2"/>
                  </a:lnTo>
                  <a:lnTo>
                    <a:pt x="254" y="3"/>
                  </a:lnTo>
                  <a:lnTo>
                    <a:pt x="255" y="3"/>
                  </a:lnTo>
                  <a:lnTo>
                    <a:pt x="255" y="3"/>
                  </a:lnTo>
                  <a:lnTo>
                    <a:pt x="255" y="3"/>
                  </a:lnTo>
                  <a:lnTo>
                    <a:pt x="256" y="2"/>
                  </a:lnTo>
                  <a:lnTo>
                    <a:pt x="256" y="2"/>
                  </a:lnTo>
                  <a:lnTo>
                    <a:pt x="256" y="3"/>
                  </a:lnTo>
                  <a:lnTo>
                    <a:pt x="258" y="2"/>
                  </a:lnTo>
                  <a:lnTo>
                    <a:pt x="258" y="3"/>
                  </a:lnTo>
                  <a:lnTo>
                    <a:pt x="258" y="2"/>
                  </a:lnTo>
                  <a:lnTo>
                    <a:pt x="258" y="2"/>
                  </a:lnTo>
                  <a:lnTo>
                    <a:pt x="259" y="2"/>
                  </a:lnTo>
                  <a:lnTo>
                    <a:pt x="260" y="3"/>
                  </a:lnTo>
                  <a:lnTo>
                    <a:pt x="261" y="3"/>
                  </a:lnTo>
                  <a:lnTo>
                    <a:pt x="261" y="3"/>
                  </a:lnTo>
                  <a:lnTo>
                    <a:pt x="261" y="3"/>
                  </a:lnTo>
                  <a:lnTo>
                    <a:pt x="262" y="2"/>
                  </a:lnTo>
                  <a:lnTo>
                    <a:pt x="262" y="2"/>
                  </a:lnTo>
                  <a:lnTo>
                    <a:pt x="262" y="3"/>
                  </a:lnTo>
                  <a:lnTo>
                    <a:pt x="262" y="3"/>
                  </a:lnTo>
                  <a:lnTo>
                    <a:pt x="264" y="2"/>
                  </a:lnTo>
                  <a:lnTo>
                    <a:pt x="264" y="3"/>
                  </a:lnTo>
                  <a:lnTo>
                    <a:pt x="264" y="2"/>
                  </a:lnTo>
                  <a:lnTo>
                    <a:pt x="265" y="3"/>
                  </a:lnTo>
                  <a:lnTo>
                    <a:pt x="266" y="2"/>
                  </a:lnTo>
                  <a:lnTo>
                    <a:pt x="267" y="2"/>
                  </a:lnTo>
                  <a:lnTo>
                    <a:pt x="267" y="2"/>
                  </a:lnTo>
                  <a:lnTo>
                    <a:pt x="267" y="3"/>
                  </a:lnTo>
                  <a:lnTo>
                    <a:pt x="268" y="2"/>
                  </a:lnTo>
                  <a:lnTo>
                    <a:pt x="268" y="3"/>
                  </a:lnTo>
                  <a:lnTo>
                    <a:pt x="268" y="2"/>
                  </a:lnTo>
                  <a:lnTo>
                    <a:pt x="270" y="3"/>
                  </a:lnTo>
                  <a:lnTo>
                    <a:pt x="270" y="2"/>
                  </a:lnTo>
                  <a:lnTo>
                    <a:pt x="270" y="2"/>
                  </a:lnTo>
                  <a:lnTo>
                    <a:pt x="270" y="2"/>
                  </a:lnTo>
                  <a:lnTo>
                    <a:pt x="271" y="2"/>
                  </a:lnTo>
                  <a:lnTo>
                    <a:pt x="271" y="3"/>
                  </a:lnTo>
                  <a:lnTo>
                    <a:pt x="273" y="2"/>
                  </a:lnTo>
                  <a:lnTo>
                    <a:pt x="273" y="2"/>
                  </a:lnTo>
                  <a:lnTo>
                    <a:pt x="273" y="2"/>
                  </a:lnTo>
                  <a:lnTo>
                    <a:pt x="274" y="3"/>
                  </a:lnTo>
                  <a:lnTo>
                    <a:pt x="274" y="2"/>
                  </a:lnTo>
                  <a:lnTo>
                    <a:pt x="274" y="2"/>
                  </a:lnTo>
                  <a:lnTo>
                    <a:pt x="275" y="1"/>
                  </a:lnTo>
                  <a:lnTo>
                    <a:pt x="276" y="3"/>
                  </a:lnTo>
                  <a:lnTo>
                    <a:pt x="276" y="2"/>
                  </a:lnTo>
                  <a:lnTo>
                    <a:pt x="276" y="2"/>
                  </a:lnTo>
                  <a:lnTo>
                    <a:pt x="277" y="3"/>
                  </a:lnTo>
                  <a:lnTo>
                    <a:pt x="277" y="2"/>
                  </a:lnTo>
                  <a:lnTo>
                    <a:pt x="279" y="3"/>
                  </a:lnTo>
                  <a:lnTo>
                    <a:pt x="279" y="2"/>
                  </a:lnTo>
                  <a:lnTo>
                    <a:pt x="279" y="3"/>
                  </a:lnTo>
                  <a:lnTo>
                    <a:pt x="279" y="1"/>
                  </a:lnTo>
                  <a:lnTo>
                    <a:pt x="280" y="2"/>
                  </a:lnTo>
                  <a:lnTo>
                    <a:pt x="280" y="2"/>
                  </a:lnTo>
                  <a:lnTo>
                    <a:pt x="281" y="2"/>
                  </a:lnTo>
                  <a:lnTo>
                    <a:pt x="282" y="3"/>
                  </a:lnTo>
                  <a:lnTo>
                    <a:pt x="282" y="2"/>
                  </a:lnTo>
                  <a:lnTo>
                    <a:pt x="282" y="2"/>
                  </a:lnTo>
                  <a:lnTo>
                    <a:pt x="284" y="3"/>
                  </a:lnTo>
                  <a:lnTo>
                    <a:pt x="285" y="2"/>
                  </a:lnTo>
                  <a:lnTo>
                    <a:pt x="285" y="2"/>
                  </a:lnTo>
                  <a:lnTo>
                    <a:pt x="285" y="3"/>
                  </a:lnTo>
                  <a:lnTo>
                    <a:pt x="285" y="2"/>
                  </a:lnTo>
                  <a:lnTo>
                    <a:pt x="285" y="3"/>
                  </a:lnTo>
                  <a:lnTo>
                    <a:pt x="286" y="2"/>
                  </a:lnTo>
                  <a:lnTo>
                    <a:pt x="286" y="2"/>
                  </a:lnTo>
                  <a:lnTo>
                    <a:pt x="287" y="3"/>
                  </a:lnTo>
                  <a:lnTo>
                    <a:pt x="288" y="1"/>
                  </a:lnTo>
                  <a:lnTo>
                    <a:pt x="288" y="2"/>
                  </a:lnTo>
                  <a:lnTo>
                    <a:pt x="288" y="2"/>
                  </a:lnTo>
                  <a:lnTo>
                    <a:pt x="289" y="1"/>
                  </a:lnTo>
                  <a:lnTo>
                    <a:pt x="289" y="3"/>
                  </a:lnTo>
                  <a:lnTo>
                    <a:pt x="291" y="2"/>
                  </a:lnTo>
                  <a:lnTo>
                    <a:pt x="291" y="2"/>
                  </a:lnTo>
                  <a:lnTo>
                    <a:pt x="291" y="2"/>
                  </a:lnTo>
                  <a:lnTo>
                    <a:pt x="292" y="3"/>
                  </a:lnTo>
                  <a:lnTo>
                    <a:pt x="292" y="3"/>
                  </a:lnTo>
                  <a:lnTo>
                    <a:pt x="292" y="3"/>
                  </a:lnTo>
                  <a:lnTo>
                    <a:pt x="293" y="3"/>
                  </a:lnTo>
                  <a:lnTo>
                    <a:pt x="293" y="2"/>
                  </a:lnTo>
                  <a:lnTo>
                    <a:pt x="294" y="2"/>
                  </a:lnTo>
                  <a:lnTo>
                    <a:pt x="294" y="3"/>
                  </a:lnTo>
                  <a:lnTo>
                    <a:pt x="295" y="2"/>
                  </a:lnTo>
                  <a:lnTo>
                    <a:pt x="297" y="4"/>
                  </a:lnTo>
                  <a:lnTo>
                    <a:pt x="297" y="3"/>
                  </a:lnTo>
                  <a:lnTo>
                    <a:pt x="297" y="3"/>
                  </a:lnTo>
                  <a:lnTo>
                    <a:pt x="297" y="3"/>
                  </a:lnTo>
                  <a:lnTo>
                    <a:pt x="298" y="2"/>
                  </a:lnTo>
                  <a:lnTo>
                    <a:pt x="298" y="2"/>
                  </a:lnTo>
                  <a:lnTo>
                    <a:pt x="298" y="2"/>
                  </a:lnTo>
                  <a:lnTo>
                    <a:pt x="299" y="2"/>
                  </a:lnTo>
                  <a:lnTo>
                    <a:pt x="300" y="3"/>
                  </a:lnTo>
                  <a:lnTo>
                    <a:pt x="300" y="2"/>
                  </a:lnTo>
                  <a:lnTo>
                    <a:pt x="300" y="3"/>
                  </a:lnTo>
                  <a:lnTo>
                    <a:pt x="301" y="2"/>
                  </a:lnTo>
                  <a:lnTo>
                    <a:pt x="301" y="4"/>
                  </a:lnTo>
                  <a:lnTo>
                    <a:pt x="303" y="3"/>
                  </a:lnTo>
                  <a:lnTo>
                    <a:pt x="303" y="4"/>
                  </a:lnTo>
                  <a:lnTo>
                    <a:pt x="303" y="3"/>
                  </a:lnTo>
                  <a:lnTo>
                    <a:pt x="304" y="4"/>
                  </a:lnTo>
                  <a:lnTo>
                    <a:pt x="304" y="4"/>
                  </a:lnTo>
                  <a:lnTo>
                    <a:pt x="304" y="4"/>
                  </a:lnTo>
                  <a:lnTo>
                    <a:pt x="305" y="3"/>
                  </a:lnTo>
                  <a:lnTo>
                    <a:pt x="306" y="5"/>
                  </a:lnTo>
                  <a:lnTo>
                    <a:pt x="306" y="4"/>
                  </a:lnTo>
                  <a:lnTo>
                    <a:pt x="306" y="4"/>
                  </a:lnTo>
                  <a:lnTo>
                    <a:pt x="307" y="5"/>
                  </a:lnTo>
                  <a:lnTo>
                    <a:pt x="307" y="3"/>
                  </a:lnTo>
                  <a:lnTo>
                    <a:pt x="309" y="4"/>
                  </a:lnTo>
                  <a:lnTo>
                    <a:pt x="309" y="4"/>
                  </a:lnTo>
                  <a:lnTo>
                    <a:pt x="309" y="3"/>
                  </a:lnTo>
                  <a:lnTo>
                    <a:pt x="310" y="4"/>
                  </a:lnTo>
                  <a:lnTo>
                    <a:pt x="310" y="3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1" y="3"/>
                  </a:lnTo>
                  <a:lnTo>
                    <a:pt x="312" y="3"/>
                  </a:lnTo>
                  <a:lnTo>
                    <a:pt x="312" y="3"/>
                  </a:lnTo>
                  <a:lnTo>
                    <a:pt x="313" y="4"/>
                  </a:lnTo>
                  <a:lnTo>
                    <a:pt x="314" y="2"/>
                  </a:lnTo>
                  <a:lnTo>
                    <a:pt x="315" y="3"/>
                  </a:lnTo>
                  <a:lnTo>
                    <a:pt x="315" y="3"/>
                  </a:lnTo>
                  <a:lnTo>
                    <a:pt x="315" y="3"/>
                  </a:lnTo>
                  <a:lnTo>
                    <a:pt x="315" y="2"/>
                  </a:lnTo>
                  <a:lnTo>
                    <a:pt x="316" y="3"/>
                  </a:lnTo>
                  <a:lnTo>
                    <a:pt x="316" y="3"/>
                  </a:lnTo>
                  <a:lnTo>
                    <a:pt x="316" y="2"/>
                  </a:lnTo>
                  <a:lnTo>
                    <a:pt x="317" y="4"/>
                  </a:lnTo>
                  <a:lnTo>
                    <a:pt x="318" y="3"/>
                  </a:lnTo>
                  <a:lnTo>
                    <a:pt x="318" y="3"/>
                  </a:lnTo>
                  <a:lnTo>
                    <a:pt x="319" y="4"/>
                  </a:lnTo>
                  <a:lnTo>
                    <a:pt x="321" y="3"/>
                  </a:lnTo>
                  <a:lnTo>
                    <a:pt x="321" y="3"/>
                  </a:lnTo>
                  <a:lnTo>
                    <a:pt x="321" y="4"/>
                  </a:lnTo>
                  <a:lnTo>
                    <a:pt x="322" y="2"/>
                  </a:lnTo>
                  <a:lnTo>
                    <a:pt x="323" y="3"/>
                  </a:lnTo>
                  <a:lnTo>
                    <a:pt x="323" y="3"/>
                  </a:lnTo>
                  <a:lnTo>
                    <a:pt x="324" y="4"/>
                  </a:lnTo>
                  <a:lnTo>
                    <a:pt x="324" y="3"/>
                  </a:lnTo>
                  <a:lnTo>
                    <a:pt x="324" y="3"/>
                  </a:lnTo>
                  <a:lnTo>
                    <a:pt x="324" y="3"/>
                  </a:lnTo>
                  <a:lnTo>
                    <a:pt x="325" y="2"/>
                  </a:lnTo>
                  <a:lnTo>
                    <a:pt x="326" y="4"/>
                  </a:lnTo>
                  <a:lnTo>
                    <a:pt x="327" y="3"/>
                  </a:lnTo>
                  <a:lnTo>
                    <a:pt x="327" y="3"/>
                  </a:lnTo>
                  <a:lnTo>
                    <a:pt x="327" y="2"/>
                  </a:lnTo>
                  <a:lnTo>
                    <a:pt x="328" y="4"/>
                  </a:lnTo>
                  <a:lnTo>
                    <a:pt x="329" y="3"/>
                  </a:lnTo>
                  <a:lnTo>
                    <a:pt x="329" y="3"/>
                  </a:lnTo>
                  <a:lnTo>
                    <a:pt x="329" y="4"/>
                  </a:lnTo>
                  <a:lnTo>
                    <a:pt x="330" y="2"/>
                  </a:lnTo>
                  <a:lnTo>
                    <a:pt x="330" y="3"/>
                  </a:lnTo>
                  <a:lnTo>
                    <a:pt x="330" y="3"/>
                  </a:lnTo>
                  <a:lnTo>
                    <a:pt x="331" y="3"/>
                  </a:lnTo>
                  <a:lnTo>
                    <a:pt x="332" y="2"/>
                  </a:lnTo>
                  <a:lnTo>
                    <a:pt x="333" y="3"/>
                  </a:lnTo>
                  <a:lnTo>
                    <a:pt x="333" y="3"/>
                  </a:lnTo>
                  <a:lnTo>
                    <a:pt x="333" y="3"/>
                  </a:lnTo>
                  <a:lnTo>
                    <a:pt x="333" y="2"/>
                  </a:lnTo>
                  <a:lnTo>
                    <a:pt x="335" y="3"/>
                  </a:lnTo>
                  <a:lnTo>
                    <a:pt x="335" y="3"/>
                  </a:lnTo>
                  <a:lnTo>
                    <a:pt x="336" y="2"/>
                  </a:lnTo>
                  <a:lnTo>
                    <a:pt x="336" y="3"/>
                  </a:lnTo>
                  <a:lnTo>
                    <a:pt x="336" y="3"/>
                  </a:lnTo>
                  <a:lnTo>
                    <a:pt x="336" y="3"/>
                  </a:lnTo>
                  <a:lnTo>
                    <a:pt x="338" y="2"/>
                  </a:lnTo>
                  <a:lnTo>
                    <a:pt x="338" y="3"/>
                  </a:lnTo>
                  <a:lnTo>
                    <a:pt x="339" y="2"/>
                  </a:lnTo>
                  <a:lnTo>
                    <a:pt x="339" y="2"/>
                  </a:lnTo>
                  <a:lnTo>
                    <a:pt x="339" y="3"/>
                  </a:lnTo>
                  <a:lnTo>
                    <a:pt x="340" y="2"/>
                  </a:lnTo>
                  <a:lnTo>
                    <a:pt x="341" y="2"/>
                  </a:lnTo>
                  <a:lnTo>
                    <a:pt x="341" y="2"/>
                  </a:lnTo>
                  <a:lnTo>
                    <a:pt x="341" y="3"/>
                  </a:lnTo>
                  <a:lnTo>
                    <a:pt x="341" y="2"/>
                  </a:lnTo>
                  <a:lnTo>
                    <a:pt x="342" y="3"/>
                  </a:lnTo>
                  <a:lnTo>
                    <a:pt x="342" y="3"/>
                  </a:lnTo>
                  <a:lnTo>
                    <a:pt x="344" y="3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5" y="2"/>
                  </a:lnTo>
                  <a:lnTo>
                    <a:pt x="345" y="3"/>
                  </a:lnTo>
                  <a:lnTo>
                    <a:pt x="346" y="1"/>
                  </a:lnTo>
                  <a:lnTo>
                    <a:pt x="347" y="2"/>
                  </a:lnTo>
                  <a:lnTo>
                    <a:pt x="347" y="2"/>
                  </a:lnTo>
                  <a:lnTo>
                    <a:pt x="347" y="1"/>
                  </a:lnTo>
                  <a:lnTo>
                    <a:pt x="348" y="3"/>
                  </a:lnTo>
                  <a:lnTo>
                    <a:pt x="348" y="2"/>
                  </a:lnTo>
                  <a:lnTo>
                    <a:pt x="348" y="2"/>
                  </a:lnTo>
                  <a:lnTo>
                    <a:pt x="350" y="2"/>
                  </a:lnTo>
                  <a:lnTo>
                    <a:pt x="350" y="3"/>
                  </a:lnTo>
                  <a:lnTo>
                    <a:pt x="351" y="2"/>
                  </a:lnTo>
                  <a:lnTo>
                    <a:pt x="351" y="2"/>
                  </a:lnTo>
                  <a:lnTo>
                    <a:pt x="351" y="2"/>
                  </a:lnTo>
                  <a:lnTo>
                    <a:pt x="353" y="3"/>
                  </a:lnTo>
                  <a:lnTo>
                    <a:pt x="353" y="2"/>
                  </a:lnTo>
                  <a:lnTo>
                    <a:pt x="353" y="2"/>
                  </a:lnTo>
                  <a:lnTo>
                    <a:pt x="353" y="2"/>
                  </a:lnTo>
                  <a:lnTo>
                    <a:pt x="353" y="3"/>
                  </a:lnTo>
                  <a:lnTo>
                    <a:pt x="354" y="2"/>
                  </a:lnTo>
                  <a:lnTo>
                    <a:pt x="354" y="3"/>
                  </a:lnTo>
                  <a:lnTo>
                    <a:pt x="356" y="2"/>
                  </a:lnTo>
                  <a:lnTo>
                    <a:pt x="356" y="3"/>
                  </a:lnTo>
                  <a:lnTo>
                    <a:pt x="357" y="2"/>
                  </a:lnTo>
                  <a:lnTo>
                    <a:pt x="357" y="2"/>
                  </a:lnTo>
                  <a:lnTo>
                    <a:pt x="357" y="3"/>
                  </a:lnTo>
                  <a:lnTo>
                    <a:pt x="357" y="2"/>
                  </a:lnTo>
                  <a:lnTo>
                    <a:pt x="359" y="2"/>
                  </a:lnTo>
                  <a:lnTo>
                    <a:pt x="359" y="2"/>
                  </a:lnTo>
                  <a:lnTo>
                    <a:pt x="359" y="2"/>
                  </a:lnTo>
                  <a:lnTo>
                    <a:pt x="360" y="3"/>
                  </a:lnTo>
                  <a:lnTo>
                    <a:pt x="360" y="3"/>
                  </a:lnTo>
                  <a:lnTo>
                    <a:pt x="360" y="2"/>
                  </a:lnTo>
                  <a:lnTo>
                    <a:pt x="362" y="2"/>
                  </a:lnTo>
                  <a:lnTo>
                    <a:pt x="362" y="3"/>
                  </a:lnTo>
                  <a:lnTo>
                    <a:pt x="363" y="2"/>
                  </a:lnTo>
                  <a:lnTo>
                    <a:pt x="363" y="2"/>
                  </a:lnTo>
                  <a:lnTo>
                    <a:pt x="363" y="3"/>
                  </a:lnTo>
                  <a:lnTo>
                    <a:pt x="364" y="2"/>
                  </a:lnTo>
                  <a:lnTo>
                    <a:pt x="365" y="3"/>
                  </a:lnTo>
                  <a:lnTo>
                    <a:pt x="365" y="2"/>
                  </a:lnTo>
                  <a:lnTo>
                    <a:pt x="365" y="2"/>
                  </a:lnTo>
                  <a:lnTo>
                    <a:pt x="366" y="3"/>
                  </a:lnTo>
                  <a:lnTo>
                    <a:pt x="366" y="2"/>
                  </a:lnTo>
                  <a:lnTo>
                    <a:pt x="366" y="2"/>
                  </a:lnTo>
                  <a:lnTo>
                    <a:pt x="367" y="2"/>
                  </a:lnTo>
                  <a:lnTo>
                    <a:pt x="367" y="3"/>
                  </a:lnTo>
                  <a:lnTo>
                    <a:pt x="369" y="3"/>
                  </a:lnTo>
                  <a:lnTo>
                    <a:pt x="369" y="3"/>
                  </a:lnTo>
                  <a:lnTo>
                    <a:pt x="369" y="3"/>
                  </a:lnTo>
                  <a:lnTo>
                    <a:pt x="369" y="2"/>
                  </a:lnTo>
                  <a:lnTo>
                    <a:pt x="371" y="3"/>
                  </a:lnTo>
                  <a:lnTo>
                    <a:pt x="371" y="2"/>
                  </a:lnTo>
                  <a:lnTo>
                    <a:pt x="372" y="3"/>
                  </a:lnTo>
                  <a:lnTo>
                    <a:pt x="372" y="2"/>
                  </a:lnTo>
                  <a:lnTo>
                    <a:pt x="372" y="3"/>
                  </a:lnTo>
                  <a:lnTo>
                    <a:pt x="372" y="3"/>
                  </a:lnTo>
                  <a:lnTo>
                    <a:pt x="373" y="3"/>
                  </a:lnTo>
                  <a:lnTo>
                    <a:pt x="374" y="2"/>
                  </a:lnTo>
                  <a:lnTo>
                    <a:pt x="375" y="2"/>
                  </a:lnTo>
                  <a:lnTo>
                    <a:pt x="375" y="2"/>
                  </a:lnTo>
                  <a:lnTo>
                    <a:pt x="375" y="3"/>
                  </a:lnTo>
                  <a:lnTo>
                    <a:pt x="376" y="2"/>
                  </a:lnTo>
                  <a:lnTo>
                    <a:pt x="377" y="2"/>
                  </a:lnTo>
                  <a:lnTo>
                    <a:pt x="377" y="3"/>
                  </a:lnTo>
                  <a:lnTo>
                    <a:pt x="377" y="2"/>
                  </a:lnTo>
                  <a:lnTo>
                    <a:pt x="377" y="3"/>
                  </a:lnTo>
                  <a:lnTo>
                    <a:pt x="378" y="3"/>
                  </a:lnTo>
                  <a:lnTo>
                    <a:pt x="378" y="3"/>
                  </a:lnTo>
                  <a:lnTo>
                    <a:pt x="379" y="2"/>
                  </a:lnTo>
                  <a:lnTo>
                    <a:pt x="380" y="3"/>
                  </a:lnTo>
                  <a:lnTo>
                    <a:pt x="381" y="3"/>
                  </a:lnTo>
                  <a:lnTo>
                    <a:pt x="381" y="3"/>
                  </a:lnTo>
                  <a:lnTo>
                    <a:pt x="381" y="3"/>
                  </a:lnTo>
                  <a:lnTo>
                    <a:pt x="382" y="2"/>
                  </a:lnTo>
                  <a:lnTo>
                    <a:pt x="383" y="3"/>
                  </a:lnTo>
                  <a:lnTo>
                    <a:pt x="383" y="3"/>
                  </a:lnTo>
                  <a:lnTo>
                    <a:pt x="383" y="3"/>
                  </a:lnTo>
                  <a:lnTo>
                    <a:pt x="384" y="2"/>
                  </a:lnTo>
                  <a:lnTo>
                    <a:pt x="384" y="3"/>
                  </a:lnTo>
                  <a:lnTo>
                    <a:pt x="384" y="2"/>
                  </a:lnTo>
                  <a:lnTo>
                    <a:pt x="386" y="2"/>
                  </a:lnTo>
                  <a:lnTo>
                    <a:pt x="386" y="3"/>
                  </a:lnTo>
                  <a:lnTo>
                    <a:pt x="387" y="2"/>
                  </a:lnTo>
                  <a:lnTo>
                    <a:pt x="387" y="3"/>
                  </a:lnTo>
                  <a:lnTo>
                    <a:pt x="388" y="2"/>
                  </a:lnTo>
                  <a:lnTo>
                    <a:pt x="389" y="3"/>
                  </a:lnTo>
                  <a:lnTo>
                    <a:pt x="389" y="3"/>
                  </a:lnTo>
                  <a:lnTo>
                    <a:pt x="389" y="3"/>
                  </a:lnTo>
                  <a:lnTo>
                    <a:pt x="390" y="2"/>
                  </a:lnTo>
                  <a:lnTo>
                    <a:pt x="390" y="4"/>
                  </a:lnTo>
                  <a:lnTo>
                    <a:pt x="391" y="3"/>
                  </a:lnTo>
                  <a:lnTo>
                    <a:pt x="391" y="3"/>
                  </a:lnTo>
                  <a:lnTo>
                    <a:pt x="391" y="2"/>
                  </a:lnTo>
                  <a:lnTo>
                    <a:pt x="392" y="4"/>
                  </a:lnTo>
                  <a:lnTo>
                    <a:pt x="393" y="3"/>
                  </a:lnTo>
                  <a:lnTo>
                    <a:pt x="393" y="4"/>
                  </a:lnTo>
                  <a:lnTo>
                    <a:pt x="393" y="2"/>
                  </a:lnTo>
                  <a:lnTo>
                    <a:pt x="394" y="4"/>
                  </a:lnTo>
                  <a:lnTo>
                    <a:pt x="395" y="3"/>
                  </a:lnTo>
                  <a:lnTo>
                    <a:pt x="395" y="3"/>
                  </a:lnTo>
                  <a:lnTo>
                    <a:pt x="395" y="3"/>
                  </a:lnTo>
                  <a:lnTo>
                    <a:pt x="395" y="4"/>
                  </a:lnTo>
                  <a:lnTo>
                    <a:pt x="397" y="3"/>
                  </a:lnTo>
                  <a:lnTo>
                    <a:pt x="397" y="3"/>
                  </a:lnTo>
                  <a:lnTo>
                    <a:pt x="397" y="4"/>
                  </a:lnTo>
                  <a:lnTo>
                    <a:pt x="398" y="3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9" y="4"/>
                  </a:lnTo>
                  <a:lnTo>
                    <a:pt x="399" y="3"/>
                  </a:lnTo>
                  <a:lnTo>
                    <a:pt x="401" y="3"/>
                  </a:lnTo>
                  <a:lnTo>
                    <a:pt x="401" y="3"/>
                  </a:lnTo>
                  <a:lnTo>
                    <a:pt x="401" y="3"/>
                  </a:lnTo>
                  <a:lnTo>
                    <a:pt x="402" y="4"/>
                  </a:lnTo>
                  <a:lnTo>
                    <a:pt x="403" y="3"/>
                  </a:lnTo>
                  <a:lnTo>
                    <a:pt x="403" y="3"/>
                  </a:lnTo>
                  <a:lnTo>
                    <a:pt x="403" y="3"/>
                  </a:lnTo>
                  <a:lnTo>
                    <a:pt x="404" y="4"/>
                  </a:lnTo>
                  <a:lnTo>
                    <a:pt x="405" y="3"/>
                  </a:lnTo>
                  <a:lnTo>
                    <a:pt x="405" y="3"/>
                  </a:lnTo>
                  <a:lnTo>
                    <a:pt x="406" y="4"/>
                  </a:lnTo>
                  <a:lnTo>
                    <a:pt x="406" y="3"/>
                  </a:lnTo>
                  <a:lnTo>
                    <a:pt x="407" y="3"/>
                  </a:lnTo>
                  <a:lnTo>
                    <a:pt x="407" y="3"/>
                  </a:lnTo>
                  <a:lnTo>
                    <a:pt x="407" y="4"/>
                  </a:lnTo>
                  <a:lnTo>
                    <a:pt x="409" y="3"/>
                  </a:lnTo>
                  <a:lnTo>
                    <a:pt x="409" y="3"/>
                  </a:lnTo>
                  <a:lnTo>
                    <a:pt x="409" y="3"/>
                  </a:lnTo>
                  <a:lnTo>
                    <a:pt x="409" y="4"/>
                  </a:lnTo>
                  <a:lnTo>
                    <a:pt x="410" y="2"/>
                  </a:lnTo>
                  <a:lnTo>
                    <a:pt x="411" y="3"/>
                  </a:lnTo>
                  <a:lnTo>
                    <a:pt x="411" y="3"/>
                  </a:lnTo>
                  <a:lnTo>
                    <a:pt x="412" y="3"/>
                  </a:lnTo>
                  <a:lnTo>
                    <a:pt x="413" y="2"/>
                  </a:lnTo>
                  <a:lnTo>
                    <a:pt x="413" y="3"/>
                  </a:lnTo>
                  <a:lnTo>
                    <a:pt x="413" y="3"/>
                  </a:lnTo>
                  <a:lnTo>
                    <a:pt x="413" y="4"/>
                  </a:lnTo>
                  <a:lnTo>
                    <a:pt x="415" y="2"/>
                  </a:lnTo>
                  <a:lnTo>
                    <a:pt x="415" y="3"/>
                  </a:lnTo>
                  <a:lnTo>
                    <a:pt x="415" y="3"/>
                  </a:lnTo>
                  <a:lnTo>
                    <a:pt x="416" y="2"/>
                  </a:lnTo>
                  <a:lnTo>
                    <a:pt x="416" y="3"/>
                  </a:lnTo>
                  <a:lnTo>
                    <a:pt x="417" y="3"/>
                  </a:lnTo>
                  <a:lnTo>
                    <a:pt x="417" y="3"/>
                  </a:lnTo>
                  <a:lnTo>
                    <a:pt x="418" y="3"/>
                  </a:lnTo>
                  <a:lnTo>
                    <a:pt x="418" y="2"/>
                  </a:lnTo>
                  <a:lnTo>
                    <a:pt x="419" y="3"/>
                  </a:lnTo>
                  <a:lnTo>
                    <a:pt x="419" y="3"/>
                  </a:lnTo>
                  <a:lnTo>
                    <a:pt x="419" y="2"/>
                  </a:lnTo>
                  <a:lnTo>
                    <a:pt x="421" y="4"/>
                  </a:lnTo>
                  <a:lnTo>
                    <a:pt x="421" y="3"/>
                  </a:lnTo>
                  <a:lnTo>
                    <a:pt x="421" y="3"/>
                  </a:lnTo>
                  <a:lnTo>
                    <a:pt x="422" y="4"/>
                  </a:lnTo>
                  <a:lnTo>
                    <a:pt x="422" y="3"/>
                  </a:lnTo>
                  <a:lnTo>
                    <a:pt x="423" y="3"/>
                  </a:lnTo>
                  <a:lnTo>
                    <a:pt x="423" y="3"/>
                  </a:lnTo>
                  <a:lnTo>
                    <a:pt x="423" y="4"/>
                  </a:lnTo>
                  <a:lnTo>
                    <a:pt x="424" y="2"/>
                  </a:lnTo>
                  <a:lnTo>
                    <a:pt x="425" y="3"/>
                  </a:lnTo>
                  <a:lnTo>
                    <a:pt x="425" y="3"/>
                  </a:lnTo>
                  <a:lnTo>
                    <a:pt x="425" y="4"/>
                  </a:lnTo>
                  <a:lnTo>
                    <a:pt x="427" y="2"/>
                  </a:lnTo>
                  <a:lnTo>
                    <a:pt x="427" y="3"/>
                  </a:lnTo>
                  <a:lnTo>
                    <a:pt x="427" y="3"/>
                  </a:lnTo>
                  <a:lnTo>
                    <a:pt x="427" y="2"/>
                  </a:lnTo>
                  <a:lnTo>
                    <a:pt x="428" y="4"/>
                  </a:lnTo>
                  <a:lnTo>
                    <a:pt x="429" y="3"/>
                  </a:lnTo>
                  <a:lnTo>
                    <a:pt x="429" y="3"/>
                  </a:lnTo>
                  <a:lnTo>
                    <a:pt x="429" y="4"/>
                  </a:lnTo>
                  <a:lnTo>
                    <a:pt x="431" y="3"/>
                  </a:lnTo>
                  <a:lnTo>
                    <a:pt x="431" y="3"/>
                  </a:lnTo>
                  <a:lnTo>
                    <a:pt x="431" y="3"/>
                  </a:lnTo>
                  <a:lnTo>
                    <a:pt x="431" y="2"/>
                  </a:lnTo>
                  <a:lnTo>
                    <a:pt x="433" y="4"/>
                  </a:lnTo>
                  <a:lnTo>
                    <a:pt x="433" y="4"/>
                  </a:lnTo>
                  <a:lnTo>
                    <a:pt x="433" y="4"/>
                  </a:lnTo>
                  <a:lnTo>
                    <a:pt x="433" y="5"/>
                  </a:lnTo>
                  <a:lnTo>
                    <a:pt x="434" y="3"/>
                  </a:lnTo>
                  <a:lnTo>
                    <a:pt x="435" y="4"/>
                  </a:lnTo>
                  <a:lnTo>
                    <a:pt x="435" y="4"/>
                  </a:lnTo>
                  <a:lnTo>
                    <a:pt x="435" y="3"/>
                  </a:lnTo>
                  <a:lnTo>
                    <a:pt x="436" y="5"/>
                  </a:lnTo>
                  <a:lnTo>
                    <a:pt x="437" y="4"/>
                  </a:lnTo>
                  <a:lnTo>
                    <a:pt x="437" y="3"/>
                  </a:lnTo>
                  <a:lnTo>
                    <a:pt x="437" y="5"/>
                  </a:lnTo>
                  <a:lnTo>
                    <a:pt x="437" y="3"/>
                  </a:lnTo>
                  <a:lnTo>
                    <a:pt x="439" y="3"/>
                  </a:lnTo>
                  <a:lnTo>
                    <a:pt x="439" y="3"/>
                  </a:lnTo>
                  <a:lnTo>
                    <a:pt x="439" y="4"/>
                  </a:lnTo>
                  <a:lnTo>
                    <a:pt x="440" y="3"/>
                  </a:lnTo>
                  <a:lnTo>
                    <a:pt x="441" y="3"/>
                  </a:lnTo>
                  <a:lnTo>
                    <a:pt x="441" y="4"/>
                  </a:lnTo>
                  <a:lnTo>
                    <a:pt x="442" y="4"/>
                  </a:lnTo>
                  <a:lnTo>
                    <a:pt x="442" y="3"/>
                  </a:lnTo>
                  <a:lnTo>
                    <a:pt x="443" y="4"/>
                  </a:lnTo>
                  <a:lnTo>
                    <a:pt x="443" y="3"/>
                  </a:lnTo>
                  <a:lnTo>
                    <a:pt x="444" y="4"/>
                  </a:lnTo>
                  <a:lnTo>
                    <a:pt x="445" y="3"/>
                  </a:lnTo>
                  <a:lnTo>
                    <a:pt x="445" y="3"/>
                  </a:lnTo>
                  <a:lnTo>
                    <a:pt x="445" y="4"/>
                  </a:lnTo>
                  <a:lnTo>
                    <a:pt x="445" y="3"/>
                  </a:lnTo>
                  <a:lnTo>
                    <a:pt x="446" y="4"/>
                  </a:lnTo>
                  <a:lnTo>
                    <a:pt x="447" y="3"/>
                  </a:lnTo>
                  <a:lnTo>
                    <a:pt x="447" y="3"/>
                  </a:lnTo>
                  <a:lnTo>
                    <a:pt x="447" y="4"/>
                  </a:lnTo>
                  <a:lnTo>
                    <a:pt x="448" y="3"/>
                  </a:lnTo>
                  <a:lnTo>
                    <a:pt x="449" y="3"/>
                  </a:lnTo>
                  <a:lnTo>
                    <a:pt x="449" y="3"/>
                  </a:lnTo>
                  <a:lnTo>
                    <a:pt x="449" y="4"/>
                  </a:lnTo>
                  <a:lnTo>
                    <a:pt x="451" y="3"/>
                  </a:lnTo>
                  <a:lnTo>
                    <a:pt x="451" y="4"/>
                  </a:lnTo>
                  <a:lnTo>
                    <a:pt x="451" y="4"/>
                  </a:lnTo>
                  <a:lnTo>
                    <a:pt x="451" y="3"/>
                  </a:lnTo>
                  <a:lnTo>
                    <a:pt x="452" y="4"/>
                  </a:lnTo>
                  <a:lnTo>
                    <a:pt x="453" y="4"/>
                  </a:lnTo>
                  <a:lnTo>
                    <a:pt x="453" y="3"/>
                  </a:lnTo>
                  <a:lnTo>
                    <a:pt x="454" y="5"/>
                  </a:lnTo>
                  <a:lnTo>
                    <a:pt x="454" y="3"/>
                  </a:lnTo>
                  <a:lnTo>
                    <a:pt x="455" y="4"/>
                  </a:lnTo>
                  <a:lnTo>
                    <a:pt x="455" y="3"/>
                  </a:lnTo>
                  <a:lnTo>
                    <a:pt x="455" y="3"/>
                  </a:lnTo>
                  <a:lnTo>
                    <a:pt x="457" y="5"/>
                  </a:lnTo>
                  <a:lnTo>
                    <a:pt x="457" y="4"/>
                  </a:lnTo>
                  <a:lnTo>
                    <a:pt x="457" y="4"/>
                  </a:lnTo>
                  <a:lnTo>
                    <a:pt x="457" y="4"/>
                  </a:lnTo>
                  <a:lnTo>
                    <a:pt x="458" y="3"/>
                  </a:lnTo>
                  <a:lnTo>
                    <a:pt x="459" y="4"/>
                  </a:lnTo>
                  <a:lnTo>
                    <a:pt x="459" y="3"/>
                  </a:lnTo>
                  <a:lnTo>
                    <a:pt x="459" y="3"/>
                  </a:lnTo>
                  <a:lnTo>
                    <a:pt x="461" y="4"/>
                  </a:lnTo>
                  <a:lnTo>
                    <a:pt x="461" y="3"/>
                  </a:lnTo>
                  <a:lnTo>
                    <a:pt x="461" y="3"/>
                  </a:lnTo>
                  <a:lnTo>
                    <a:pt x="462" y="4"/>
                  </a:lnTo>
                  <a:lnTo>
                    <a:pt x="463" y="3"/>
                  </a:lnTo>
                  <a:lnTo>
                    <a:pt x="463" y="4"/>
                  </a:lnTo>
                  <a:lnTo>
                    <a:pt x="463" y="3"/>
                  </a:lnTo>
                  <a:lnTo>
                    <a:pt x="463" y="4"/>
                  </a:lnTo>
                  <a:lnTo>
                    <a:pt x="464" y="3"/>
                  </a:lnTo>
                  <a:lnTo>
                    <a:pt x="465" y="3"/>
                  </a:lnTo>
                  <a:lnTo>
                    <a:pt x="465" y="3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7" y="3"/>
                  </a:lnTo>
                  <a:lnTo>
                    <a:pt x="467" y="3"/>
                  </a:lnTo>
                  <a:lnTo>
                    <a:pt x="468" y="3"/>
                  </a:lnTo>
                  <a:lnTo>
                    <a:pt x="469" y="4"/>
                  </a:lnTo>
                  <a:lnTo>
                    <a:pt x="469" y="3"/>
                  </a:lnTo>
                  <a:lnTo>
                    <a:pt x="469" y="3"/>
                  </a:lnTo>
                  <a:lnTo>
                    <a:pt x="469" y="3"/>
                  </a:lnTo>
                  <a:lnTo>
                    <a:pt x="470" y="2"/>
                  </a:lnTo>
                  <a:lnTo>
                    <a:pt x="471" y="3"/>
                  </a:lnTo>
                  <a:lnTo>
                    <a:pt x="471" y="3"/>
                  </a:lnTo>
                  <a:lnTo>
                    <a:pt x="472" y="3"/>
                  </a:lnTo>
                  <a:lnTo>
                    <a:pt x="472" y="2"/>
                  </a:lnTo>
                  <a:lnTo>
                    <a:pt x="473" y="3"/>
                  </a:lnTo>
                  <a:lnTo>
                    <a:pt x="473" y="3"/>
                  </a:lnTo>
                  <a:lnTo>
                    <a:pt x="473" y="2"/>
                  </a:lnTo>
                  <a:lnTo>
                    <a:pt x="474" y="4"/>
                  </a:lnTo>
                  <a:lnTo>
                    <a:pt x="475" y="3"/>
                  </a:lnTo>
                  <a:lnTo>
                    <a:pt x="475" y="3"/>
                  </a:lnTo>
                  <a:lnTo>
                    <a:pt x="475" y="4"/>
                  </a:lnTo>
                  <a:lnTo>
                    <a:pt x="476" y="2"/>
                  </a:lnTo>
                  <a:lnTo>
                    <a:pt x="477" y="3"/>
                  </a:lnTo>
                  <a:lnTo>
                    <a:pt x="477" y="3"/>
                  </a:lnTo>
                  <a:lnTo>
                    <a:pt x="478" y="3"/>
                  </a:lnTo>
                  <a:lnTo>
                    <a:pt x="478" y="4"/>
                  </a:lnTo>
                  <a:lnTo>
                    <a:pt x="479" y="3"/>
                  </a:lnTo>
                  <a:lnTo>
                    <a:pt x="479" y="3"/>
                  </a:lnTo>
                  <a:lnTo>
                    <a:pt x="479" y="4"/>
                  </a:lnTo>
                  <a:lnTo>
                    <a:pt x="480" y="2"/>
                  </a:lnTo>
                  <a:lnTo>
                    <a:pt x="481" y="3"/>
                  </a:lnTo>
                  <a:lnTo>
                    <a:pt x="481" y="3"/>
                  </a:lnTo>
                  <a:lnTo>
                    <a:pt x="482" y="2"/>
                  </a:lnTo>
                  <a:lnTo>
                    <a:pt x="483" y="4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484" y="4"/>
                  </a:lnTo>
                  <a:lnTo>
                    <a:pt x="485" y="3"/>
                  </a:lnTo>
                  <a:lnTo>
                    <a:pt x="485" y="4"/>
                  </a:lnTo>
                  <a:lnTo>
                    <a:pt x="486" y="4"/>
                  </a:lnTo>
                  <a:lnTo>
                    <a:pt x="486" y="3"/>
                  </a:lnTo>
                  <a:lnTo>
                    <a:pt x="487" y="3"/>
                  </a:lnTo>
                  <a:lnTo>
                    <a:pt x="487" y="3"/>
                  </a:lnTo>
                  <a:lnTo>
                    <a:pt x="487" y="3"/>
                  </a:lnTo>
                  <a:lnTo>
                    <a:pt x="488" y="4"/>
                  </a:lnTo>
                  <a:lnTo>
                    <a:pt x="489" y="3"/>
                  </a:lnTo>
                  <a:lnTo>
                    <a:pt x="489" y="3"/>
                  </a:lnTo>
                  <a:lnTo>
                    <a:pt x="489" y="3"/>
                  </a:lnTo>
                  <a:lnTo>
                    <a:pt x="490" y="4"/>
                  </a:lnTo>
                  <a:lnTo>
                    <a:pt x="491" y="3"/>
                  </a:lnTo>
                  <a:lnTo>
                    <a:pt x="491" y="4"/>
                  </a:lnTo>
                  <a:lnTo>
                    <a:pt x="492" y="4"/>
                  </a:lnTo>
                  <a:lnTo>
                    <a:pt x="492" y="3"/>
                  </a:lnTo>
                  <a:lnTo>
                    <a:pt x="493" y="3"/>
                  </a:lnTo>
                  <a:lnTo>
                    <a:pt x="493" y="3"/>
                  </a:lnTo>
                  <a:lnTo>
                    <a:pt x="493" y="3"/>
                  </a:lnTo>
                  <a:lnTo>
                    <a:pt x="494" y="4"/>
                  </a:lnTo>
                  <a:lnTo>
                    <a:pt x="495" y="3"/>
                  </a:lnTo>
                  <a:lnTo>
                    <a:pt x="495" y="4"/>
                  </a:lnTo>
                  <a:lnTo>
                    <a:pt x="496" y="3"/>
                  </a:lnTo>
                  <a:lnTo>
                    <a:pt x="496" y="5"/>
                  </a:lnTo>
                  <a:lnTo>
                    <a:pt x="497" y="4"/>
                  </a:lnTo>
                  <a:lnTo>
                    <a:pt x="497" y="4"/>
                  </a:lnTo>
                  <a:lnTo>
                    <a:pt x="497" y="3"/>
                  </a:lnTo>
                  <a:lnTo>
                    <a:pt x="499" y="5"/>
                  </a:lnTo>
                  <a:lnTo>
                    <a:pt x="499" y="4"/>
                  </a:lnTo>
                  <a:lnTo>
                    <a:pt x="499" y="4"/>
                  </a:lnTo>
                  <a:lnTo>
                    <a:pt x="499" y="3"/>
                  </a:lnTo>
                  <a:lnTo>
                    <a:pt x="501" y="5"/>
                  </a:lnTo>
                  <a:lnTo>
                    <a:pt x="501" y="5"/>
                  </a:lnTo>
                  <a:lnTo>
                    <a:pt x="501" y="4"/>
                  </a:lnTo>
                  <a:lnTo>
                    <a:pt x="501" y="5"/>
                  </a:lnTo>
                  <a:lnTo>
                    <a:pt x="502" y="3"/>
                  </a:lnTo>
                  <a:lnTo>
                    <a:pt x="503" y="4"/>
                  </a:lnTo>
                  <a:lnTo>
                    <a:pt x="503" y="4"/>
                  </a:lnTo>
                  <a:lnTo>
                    <a:pt x="504" y="3"/>
                  </a:lnTo>
                  <a:lnTo>
                    <a:pt x="505" y="5"/>
                  </a:lnTo>
                  <a:lnTo>
                    <a:pt x="505" y="4"/>
                  </a:lnTo>
                  <a:lnTo>
                    <a:pt x="505" y="3"/>
                  </a:lnTo>
                  <a:lnTo>
                    <a:pt x="506" y="3"/>
                  </a:lnTo>
                  <a:lnTo>
                    <a:pt x="507" y="5"/>
                  </a:lnTo>
                  <a:lnTo>
                    <a:pt x="507" y="4"/>
                  </a:lnTo>
                  <a:lnTo>
                    <a:pt x="507" y="4"/>
                  </a:lnTo>
                  <a:lnTo>
                    <a:pt x="507" y="5"/>
                  </a:lnTo>
                  <a:lnTo>
                    <a:pt x="508" y="3"/>
                  </a:lnTo>
                  <a:lnTo>
                    <a:pt x="509" y="3"/>
                  </a:lnTo>
                  <a:lnTo>
                    <a:pt x="509" y="3"/>
                  </a:lnTo>
                  <a:lnTo>
                    <a:pt x="510" y="3"/>
                  </a:lnTo>
                  <a:lnTo>
                    <a:pt x="511" y="4"/>
                  </a:lnTo>
                  <a:lnTo>
                    <a:pt x="511" y="4"/>
                  </a:lnTo>
                  <a:lnTo>
                    <a:pt x="511" y="3"/>
                  </a:lnTo>
                  <a:lnTo>
                    <a:pt x="512" y="3"/>
                  </a:lnTo>
                  <a:lnTo>
                    <a:pt x="512" y="5"/>
                  </a:lnTo>
                  <a:lnTo>
                    <a:pt x="513" y="4"/>
                  </a:lnTo>
                  <a:lnTo>
                    <a:pt x="513" y="4"/>
                  </a:lnTo>
                  <a:lnTo>
                    <a:pt x="514" y="3"/>
                  </a:lnTo>
                  <a:lnTo>
                    <a:pt x="514" y="5"/>
                  </a:lnTo>
                  <a:lnTo>
                    <a:pt x="515" y="4"/>
                  </a:lnTo>
                  <a:lnTo>
                    <a:pt x="515" y="3"/>
                  </a:lnTo>
                  <a:lnTo>
                    <a:pt x="516" y="3"/>
                  </a:lnTo>
                  <a:lnTo>
                    <a:pt x="516" y="4"/>
                  </a:lnTo>
                  <a:lnTo>
                    <a:pt x="517" y="4"/>
                  </a:lnTo>
                  <a:lnTo>
                    <a:pt x="517" y="4"/>
                  </a:lnTo>
                  <a:lnTo>
                    <a:pt x="517" y="3"/>
                  </a:lnTo>
                  <a:lnTo>
                    <a:pt x="517" y="5"/>
                  </a:lnTo>
                  <a:lnTo>
                    <a:pt x="519" y="4"/>
                  </a:lnTo>
                  <a:lnTo>
                    <a:pt x="519" y="4"/>
                  </a:lnTo>
                  <a:lnTo>
                    <a:pt x="519" y="3"/>
                  </a:lnTo>
                  <a:lnTo>
                    <a:pt x="520" y="5"/>
                  </a:lnTo>
                  <a:lnTo>
                    <a:pt x="521" y="4"/>
                  </a:lnTo>
                  <a:lnTo>
                    <a:pt x="521" y="4"/>
                  </a:lnTo>
                  <a:lnTo>
                    <a:pt x="521" y="3"/>
                  </a:lnTo>
                  <a:lnTo>
                    <a:pt x="522" y="5"/>
                  </a:lnTo>
                  <a:lnTo>
                    <a:pt x="523" y="4"/>
                  </a:lnTo>
                  <a:lnTo>
                    <a:pt x="523" y="5"/>
                  </a:lnTo>
                  <a:lnTo>
                    <a:pt x="523" y="5"/>
                  </a:lnTo>
                  <a:lnTo>
                    <a:pt x="523" y="3"/>
                  </a:lnTo>
                  <a:lnTo>
                    <a:pt x="525" y="3"/>
                  </a:lnTo>
                  <a:lnTo>
                    <a:pt x="525" y="4"/>
                  </a:lnTo>
                  <a:lnTo>
                    <a:pt x="526" y="5"/>
                  </a:lnTo>
                  <a:lnTo>
                    <a:pt x="527" y="3"/>
                  </a:lnTo>
                  <a:lnTo>
                    <a:pt x="527" y="4"/>
                  </a:lnTo>
                  <a:lnTo>
                    <a:pt x="527" y="3"/>
                  </a:lnTo>
                  <a:lnTo>
                    <a:pt x="528" y="3"/>
                  </a:lnTo>
                  <a:lnTo>
                    <a:pt x="529" y="5"/>
                  </a:lnTo>
                  <a:lnTo>
                    <a:pt x="529" y="4"/>
                  </a:lnTo>
                  <a:lnTo>
                    <a:pt x="529" y="4"/>
                  </a:lnTo>
                  <a:lnTo>
                    <a:pt x="530" y="5"/>
                  </a:lnTo>
                  <a:lnTo>
                    <a:pt x="530" y="3"/>
                  </a:lnTo>
                  <a:lnTo>
                    <a:pt x="531" y="3"/>
                  </a:lnTo>
                  <a:lnTo>
                    <a:pt x="531" y="4"/>
                  </a:lnTo>
                  <a:lnTo>
                    <a:pt x="531" y="3"/>
                  </a:lnTo>
                  <a:lnTo>
                    <a:pt x="533" y="5"/>
                  </a:lnTo>
                  <a:lnTo>
                    <a:pt x="533" y="4"/>
                  </a:lnTo>
                  <a:lnTo>
                    <a:pt x="533" y="4"/>
                  </a:lnTo>
                  <a:lnTo>
                    <a:pt x="533" y="3"/>
                  </a:lnTo>
                  <a:lnTo>
                    <a:pt x="534" y="5"/>
                  </a:lnTo>
                  <a:lnTo>
                    <a:pt x="535" y="4"/>
                  </a:lnTo>
                  <a:lnTo>
                    <a:pt x="535" y="4"/>
                  </a:lnTo>
                  <a:lnTo>
                    <a:pt x="536" y="5"/>
                  </a:lnTo>
                  <a:lnTo>
                    <a:pt x="536" y="3"/>
                  </a:lnTo>
                  <a:lnTo>
                    <a:pt x="537" y="3"/>
                  </a:lnTo>
                  <a:lnTo>
                    <a:pt x="537" y="4"/>
                  </a:lnTo>
                  <a:lnTo>
                    <a:pt x="538" y="5"/>
                  </a:lnTo>
                  <a:lnTo>
                    <a:pt x="539" y="3"/>
                  </a:lnTo>
                  <a:lnTo>
                    <a:pt x="539" y="4"/>
                  </a:lnTo>
                  <a:lnTo>
                    <a:pt x="539" y="4"/>
                  </a:lnTo>
                  <a:lnTo>
                    <a:pt x="539" y="3"/>
                  </a:lnTo>
                  <a:lnTo>
                    <a:pt x="541" y="4"/>
                  </a:lnTo>
                  <a:lnTo>
                    <a:pt x="541" y="3"/>
                  </a:lnTo>
                  <a:lnTo>
                    <a:pt x="541" y="3"/>
                  </a:lnTo>
                  <a:lnTo>
                    <a:pt x="542" y="3"/>
                  </a:lnTo>
                  <a:lnTo>
                    <a:pt x="542" y="5"/>
                  </a:lnTo>
                  <a:lnTo>
                    <a:pt x="543" y="4"/>
                  </a:lnTo>
                  <a:lnTo>
                    <a:pt x="543" y="4"/>
                  </a:lnTo>
                  <a:lnTo>
                    <a:pt x="543" y="5"/>
                  </a:lnTo>
                  <a:lnTo>
                    <a:pt x="545" y="3"/>
                  </a:lnTo>
                  <a:lnTo>
                    <a:pt x="545" y="4"/>
                  </a:lnTo>
                  <a:lnTo>
                    <a:pt x="545" y="4"/>
                  </a:lnTo>
                  <a:lnTo>
                    <a:pt x="545" y="5"/>
                  </a:lnTo>
                  <a:lnTo>
                    <a:pt x="546" y="3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8" y="3"/>
                  </a:lnTo>
                  <a:lnTo>
                    <a:pt x="549" y="5"/>
                  </a:lnTo>
                  <a:lnTo>
                    <a:pt x="549" y="4"/>
                  </a:lnTo>
                  <a:lnTo>
                    <a:pt x="549" y="4"/>
                  </a:lnTo>
                  <a:lnTo>
                    <a:pt x="550" y="5"/>
                  </a:lnTo>
                  <a:lnTo>
                    <a:pt x="551" y="3"/>
                  </a:lnTo>
                  <a:lnTo>
                    <a:pt x="551" y="4"/>
                  </a:lnTo>
                  <a:lnTo>
                    <a:pt x="551" y="4"/>
                  </a:lnTo>
                  <a:lnTo>
                    <a:pt x="552" y="5"/>
                  </a:lnTo>
                  <a:lnTo>
                    <a:pt x="553" y="3"/>
                  </a:lnTo>
                  <a:lnTo>
                    <a:pt x="553" y="4"/>
                  </a:lnTo>
                  <a:lnTo>
                    <a:pt x="553" y="4"/>
                  </a:lnTo>
                  <a:lnTo>
                    <a:pt x="554" y="5"/>
                  </a:lnTo>
                  <a:lnTo>
                    <a:pt x="555" y="3"/>
                  </a:lnTo>
                  <a:lnTo>
                    <a:pt x="555" y="5"/>
                  </a:lnTo>
                  <a:lnTo>
                    <a:pt x="555" y="4"/>
                  </a:lnTo>
                  <a:lnTo>
                    <a:pt x="556" y="5"/>
                  </a:lnTo>
                  <a:lnTo>
                    <a:pt x="557" y="3"/>
                  </a:lnTo>
                  <a:lnTo>
                    <a:pt x="557" y="4"/>
                  </a:lnTo>
                  <a:lnTo>
                    <a:pt x="557" y="5"/>
                  </a:lnTo>
                  <a:lnTo>
                    <a:pt x="557" y="5"/>
                  </a:lnTo>
                  <a:lnTo>
                    <a:pt x="558" y="3"/>
                  </a:lnTo>
                  <a:lnTo>
                    <a:pt x="559" y="4"/>
                  </a:lnTo>
                  <a:lnTo>
                    <a:pt x="559" y="4"/>
                  </a:lnTo>
                  <a:lnTo>
                    <a:pt x="559" y="3"/>
                  </a:lnTo>
                  <a:lnTo>
                    <a:pt x="560" y="5"/>
                  </a:lnTo>
                  <a:lnTo>
                    <a:pt x="561" y="3"/>
                  </a:lnTo>
                  <a:lnTo>
                    <a:pt x="561" y="4"/>
                  </a:lnTo>
                  <a:lnTo>
                    <a:pt x="562" y="4"/>
                  </a:lnTo>
                  <a:lnTo>
                    <a:pt x="563" y="3"/>
                  </a:lnTo>
                  <a:lnTo>
                    <a:pt x="563" y="3"/>
                  </a:lnTo>
                  <a:lnTo>
                    <a:pt x="563" y="4"/>
                  </a:lnTo>
                  <a:lnTo>
                    <a:pt x="564" y="3"/>
                  </a:lnTo>
                  <a:lnTo>
                    <a:pt x="564" y="4"/>
                  </a:lnTo>
                  <a:lnTo>
                    <a:pt x="565" y="4"/>
                  </a:lnTo>
                  <a:lnTo>
                    <a:pt x="565" y="3"/>
                  </a:lnTo>
                  <a:lnTo>
                    <a:pt x="565" y="3"/>
                  </a:lnTo>
                  <a:lnTo>
                    <a:pt x="566" y="4"/>
                  </a:lnTo>
                  <a:lnTo>
                    <a:pt x="567" y="3"/>
                  </a:lnTo>
                  <a:lnTo>
                    <a:pt x="567" y="3"/>
                  </a:lnTo>
                  <a:lnTo>
                    <a:pt x="568" y="3"/>
                  </a:lnTo>
                  <a:lnTo>
                    <a:pt x="568" y="4"/>
                  </a:lnTo>
                  <a:lnTo>
                    <a:pt x="569" y="3"/>
                  </a:lnTo>
                  <a:lnTo>
                    <a:pt x="569" y="3"/>
                  </a:lnTo>
                  <a:lnTo>
                    <a:pt x="569" y="3"/>
                  </a:lnTo>
                  <a:lnTo>
                    <a:pt x="570" y="5"/>
                  </a:lnTo>
                  <a:lnTo>
                    <a:pt x="571" y="3"/>
                  </a:lnTo>
                  <a:lnTo>
                    <a:pt x="571" y="4"/>
                  </a:lnTo>
                  <a:lnTo>
                    <a:pt x="572" y="4"/>
                  </a:lnTo>
                  <a:lnTo>
                    <a:pt x="573" y="3"/>
                  </a:lnTo>
                  <a:lnTo>
                    <a:pt x="573" y="3"/>
                  </a:lnTo>
                  <a:lnTo>
                    <a:pt x="573" y="4"/>
                  </a:lnTo>
                  <a:lnTo>
                    <a:pt x="573" y="5"/>
                  </a:lnTo>
                  <a:lnTo>
                    <a:pt x="574" y="3"/>
                  </a:lnTo>
                  <a:lnTo>
                    <a:pt x="575" y="3"/>
                  </a:lnTo>
                  <a:lnTo>
                    <a:pt x="575" y="3"/>
                  </a:lnTo>
                  <a:lnTo>
                    <a:pt x="575" y="5"/>
                  </a:lnTo>
                  <a:lnTo>
                    <a:pt x="577" y="3"/>
                  </a:lnTo>
                  <a:lnTo>
                    <a:pt x="577" y="4"/>
                  </a:lnTo>
                  <a:lnTo>
                    <a:pt x="577" y="3"/>
                  </a:lnTo>
                  <a:lnTo>
                    <a:pt x="578" y="5"/>
                  </a:lnTo>
                  <a:lnTo>
                    <a:pt x="579" y="3"/>
                  </a:lnTo>
                  <a:lnTo>
                    <a:pt x="579" y="4"/>
                  </a:lnTo>
                  <a:lnTo>
                    <a:pt x="579" y="4"/>
                  </a:lnTo>
                  <a:lnTo>
                    <a:pt x="579" y="5"/>
                  </a:lnTo>
                  <a:lnTo>
                    <a:pt x="580" y="3"/>
                  </a:lnTo>
                  <a:lnTo>
                    <a:pt x="581" y="3"/>
                  </a:lnTo>
                  <a:lnTo>
                    <a:pt x="581" y="3"/>
                  </a:lnTo>
                  <a:lnTo>
                    <a:pt x="581" y="2"/>
                  </a:lnTo>
                  <a:lnTo>
                    <a:pt x="582" y="4"/>
                  </a:lnTo>
                  <a:lnTo>
                    <a:pt x="583" y="3"/>
                  </a:lnTo>
                  <a:lnTo>
                    <a:pt x="583" y="3"/>
                  </a:lnTo>
                  <a:lnTo>
                    <a:pt x="583" y="3"/>
                  </a:lnTo>
                  <a:lnTo>
                    <a:pt x="584" y="4"/>
                  </a:lnTo>
                  <a:lnTo>
                    <a:pt x="585" y="3"/>
                  </a:lnTo>
                  <a:lnTo>
                    <a:pt x="585" y="3"/>
                  </a:lnTo>
                  <a:lnTo>
                    <a:pt x="585" y="4"/>
                  </a:lnTo>
                  <a:lnTo>
                    <a:pt x="587" y="3"/>
                  </a:lnTo>
                  <a:lnTo>
                    <a:pt x="587" y="3"/>
                  </a:lnTo>
                  <a:lnTo>
                    <a:pt x="587" y="3"/>
                  </a:lnTo>
                  <a:lnTo>
                    <a:pt x="588" y="4"/>
                  </a:lnTo>
                  <a:lnTo>
                    <a:pt x="588" y="2"/>
                  </a:lnTo>
                  <a:lnTo>
                    <a:pt x="589" y="3"/>
                  </a:lnTo>
                  <a:lnTo>
                    <a:pt x="589" y="3"/>
                  </a:lnTo>
                  <a:lnTo>
                    <a:pt x="590" y="2"/>
                  </a:lnTo>
                  <a:lnTo>
                    <a:pt x="590" y="3"/>
                  </a:lnTo>
                  <a:lnTo>
                    <a:pt x="591" y="2"/>
                  </a:lnTo>
                  <a:lnTo>
                    <a:pt x="591" y="3"/>
                  </a:lnTo>
                  <a:lnTo>
                    <a:pt x="592" y="2"/>
                  </a:lnTo>
                  <a:lnTo>
                    <a:pt x="593" y="4"/>
                  </a:lnTo>
                  <a:lnTo>
                    <a:pt x="593" y="3"/>
                  </a:lnTo>
                  <a:lnTo>
                    <a:pt x="593" y="3"/>
                  </a:lnTo>
                  <a:lnTo>
                    <a:pt x="593" y="3"/>
                  </a:lnTo>
                  <a:lnTo>
                    <a:pt x="594" y="4"/>
                  </a:lnTo>
                  <a:lnTo>
                    <a:pt x="595" y="3"/>
                  </a:lnTo>
                  <a:lnTo>
                    <a:pt x="595" y="3"/>
                  </a:lnTo>
                  <a:lnTo>
                    <a:pt x="596" y="3"/>
                  </a:lnTo>
                  <a:lnTo>
                    <a:pt x="596" y="4"/>
                  </a:lnTo>
                  <a:lnTo>
                    <a:pt x="597" y="3"/>
                  </a:lnTo>
                  <a:lnTo>
                    <a:pt x="597" y="3"/>
                  </a:lnTo>
                  <a:lnTo>
                    <a:pt x="599" y="4"/>
                  </a:lnTo>
                  <a:lnTo>
                    <a:pt x="599" y="2"/>
                  </a:lnTo>
                  <a:lnTo>
                    <a:pt x="599" y="3"/>
                  </a:lnTo>
                  <a:lnTo>
                    <a:pt x="599" y="3"/>
                  </a:lnTo>
                  <a:lnTo>
                    <a:pt x="600" y="2"/>
                  </a:lnTo>
                  <a:lnTo>
                    <a:pt x="601" y="4"/>
                  </a:lnTo>
                  <a:lnTo>
                    <a:pt x="601" y="3"/>
                  </a:lnTo>
                  <a:lnTo>
                    <a:pt x="601" y="3"/>
                  </a:lnTo>
                  <a:lnTo>
                    <a:pt x="602" y="4"/>
                  </a:lnTo>
                  <a:lnTo>
                    <a:pt x="603" y="2"/>
                  </a:lnTo>
                  <a:lnTo>
                    <a:pt x="603" y="3"/>
                  </a:lnTo>
                  <a:lnTo>
                    <a:pt x="603" y="3"/>
                  </a:lnTo>
                  <a:lnTo>
                    <a:pt x="603" y="2"/>
                  </a:lnTo>
                  <a:lnTo>
                    <a:pt x="605" y="4"/>
                  </a:lnTo>
                  <a:lnTo>
                    <a:pt x="605" y="3"/>
                  </a:lnTo>
                  <a:lnTo>
                    <a:pt x="605" y="3"/>
                  </a:lnTo>
                  <a:lnTo>
                    <a:pt x="606" y="4"/>
                  </a:lnTo>
                  <a:lnTo>
                    <a:pt x="607" y="2"/>
                  </a:lnTo>
                  <a:lnTo>
                    <a:pt x="607" y="3"/>
                  </a:lnTo>
                  <a:lnTo>
                    <a:pt x="607" y="3"/>
                  </a:lnTo>
                  <a:lnTo>
                    <a:pt x="607" y="2"/>
                  </a:lnTo>
                  <a:lnTo>
                    <a:pt x="609" y="5"/>
                  </a:lnTo>
                  <a:lnTo>
                    <a:pt x="609" y="4"/>
                  </a:lnTo>
                  <a:lnTo>
                    <a:pt x="609" y="5"/>
                  </a:lnTo>
                  <a:lnTo>
                    <a:pt x="609" y="5"/>
                  </a:lnTo>
                  <a:lnTo>
                    <a:pt x="611" y="4"/>
                  </a:lnTo>
                  <a:lnTo>
                    <a:pt x="611" y="4"/>
                  </a:lnTo>
                  <a:lnTo>
                    <a:pt x="611" y="4"/>
                  </a:lnTo>
                  <a:lnTo>
                    <a:pt x="611" y="4"/>
                  </a:lnTo>
                  <a:lnTo>
                    <a:pt x="613" y="3"/>
                  </a:lnTo>
                  <a:lnTo>
                    <a:pt x="613" y="3"/>
                  </a:lnTo>
                  <a:lnTo>
                    <a:pt x="613" y="3"/>
                  </a:lnTo>
                  <a:lnTo>
                    <a:pt x="613" y="3"/>
                  </a:lnTo>
                  <a:lnTo>
                    <a:pt x="614" y="4"/>
                  </a:lnTo>
                  <a:lnTo>
                    <a:pt x="615" y="3"/>
                  </a:lnTo>
                  <a:lnTo>
                    <a:pt x="615" y="4"/>
                  </a:lnTo>
                  <a:lnTo>
                    <a:pt x="616" y="3"/>
                  </a:lnTo>
                  <a:lnTo>
                    <a:pt x="617" y="4"/>
                  </a:lnTo>
                  <a:lnTo>
                    <a:pt x="617" y="4"/>
                  </a:lnTo>
                  <a:lnTo>
                    <a:pt x="617" y="4"/>
                  </a:lnTo>
                  <a:lnTo>
                    <a:pt x="617" y="3"/>
                  </a:lnTo>
                  <a:lnTo>
                    <a:pt x="619" y="5"/>
                  </a:lnTo>
                  <a:lnTo>
                    <a:pt x="619" y="4"/>
                  </a:lnTo>
                  <a:lnTo>
                    <a:pt x="619" y="4"/>
                  </a:lnTo>
                  <a:lnTo>
                    <a:pt x="619" y="3"/>
                  </a:lnTo>
                  <a:lnTo>
                    <a:pt x="620" y="5"/>
                  </a:lnTo>
                  <a:lnTo>
                    <a:pt x="621" y="4"/>
                  </a:lnTo>
                  <a:lnTo>
                    <a:pt x="621" y="4"/>
                  </a:lnTo>
                  <a:lnTo>
                    <a:pt x="622" y="5"/>
                  </a:lnTo>
                  <a:lnTo>
                    <a:pt x="623" y="3"/>
                  </a:lnTo>
                  <a:lnTo>
                    <a:pt x="623" y="4"/>
                  </a:lnTo>
                  <a:lnTo>
                    <a:pt x="623" y="4"/>
                  </a:lnTo>
                  <a:lnTo>
                    <a:pt x="624" y="5"/>
                  </a:lnTo>
                  <a:lnTo>
                    <a:pt x="624" y="3"/>
                  </a:lnTo>
                  <a:lnTo>
                    <a:pt x="625" y="4"/>
                  </a:lnTo>
                  <a:lnTo>
                    <a:pt x="625" y="4"/>
                  </a:lnTo>
                  <a:lnTo>
                    <a:pt x="625" y="3"/>
                  </a:lnTo>
                  <a:lnTo>
                    <a:pt x="626" y="5"/>
                  </a:lnTo>
                  <a:lnTo>
                    <a:pt x="627" y="5"/>
                  </a:lnTo>
                  <a:lnTo>
                    <a:pt x="627" y="4"/>
                  </a:lnTo>
                  <a:lnTo>
                    <a:pt x="629" y="5"/>
                  </a:lnTo>
                  <a:lnTo>
                    <a:pt x="629" y="3"/>
                  </a:lnTo>
                  <a:lnTo>
                    <a:pt x="629" y="4"/>
                  </a:lnTo>
                  <a:lnTo>
                    <a:pt x="629" y="4"/>
                  </a:lnTo>
                  <a:lnTo>
                    <a:pt x="630" y="3"/>
                  </a:lnTo>
                  <a:lnTo>
                    <a:pt x="630" y="5"/>
                  </a:lnTo>
                  <a:lnTo>
                    <a:pt x="631" y="5"/>
                  </a:lnTo>
                  <a:lnTo>
                    <a:pt x="631" y="4"/>
                  </a:lnTo>
                  <a:lnTo>
                    <a:pt x="632" y="3"/>
                  </a:lnTo>
                  <a:lnTo>
                    <a:pt x="632" y="5"/>
                  </a:lnTo>
                  <a:lnTo>
                    <a:pt x="633" y="4"/>
                  </a:lnTo>
                  <a:lnTo>
                    <a:pt x="633" y="4"/>
                  </a:lnTo>
                  <a:lnTo>
                    <a:pt x="633" y="5"/>
                  </a:lnTo>
                  <a:lnTo>
                    <a:pt x="635" y="3"/>
                  </a:lnTo>
                  <a:lnTo>
                    <a:pt x="635" y="4"/>
                  </a:lnTo>
                  <a:lnTo>
                    <a:pt x="635" y="3"/>
                  </a:lnTo>
                  <a:lnTo>
                    <a:pt x="635" y="4"/>
                  </a:lnTo>
                  <a:lnTo>
                    <a:pt x="636" y="3"/>
                  </a:lnTo>
                  <a:lnTo>
                    <a:pt x="637" y="3"/>
                  </a:lnTo>
                  <a:lnTo>
                    <a:pt x="637" y="3"/>
                  </a:lnTo>
                  <a:lnTo>
                    <a:pt x="637" y="3"/>
                  </a:lnTo>
                  <a:lnTo>
                    <a:pt x="638" y="4"/>
                  </a:lnTo>
                  <a:lnTo>
                    <a:pt x="639" y="3"/>
                  </a:lnTo>
                  <a:lnTo>
                    <a:pt x="639" y="3"/>
                  </a:lnTo>
                  <a:lnTo>
                    <a:pt x="639" y="3"/>
                  </a:lnTo>
                  <a:lnTo>
                    <a:pt x="641" y="2"/>
                  </a:lnTo>
                  <a:lnTo>
                    <a:pt x="641" y="3"/>
                  </a:lnTo>
                  <a:lnTo>
                    <a:pt x="641" y="3"/>
                  </a:lnTo>
                  <a:lnTo>
                    <a:pt x="643" y="2"/>
                  </a:lnTo>
                  <a:lnTo>
                    <a:pt x="643" y="3"/>
                  </a:lnTo>
                  <a:lnTo>
                    <a:pt x="643" y="3"/>
                  </a:lnTo>
                  <a:lnTo>
                    <a:pt x="643" y="3"/>
                  </a:lnTo>
                  <a:lnTo>
                    <a:pt x="643" y="3"/>
                  </a:lnTo>
                  <a:lnTo>
                    <a:pt x="644" y="2"/>
                  </a:lnTo>
                  <a:lnTo>
                    <a:pt x="645" y="3"/>
                  </a:lnTo>
                  <a:lnTo>
                    <a:pt x="645" y="3"/>
                  </a:lnTo>
                  <a:lnTo>
                    <a:pt x="645" y="2"/>
                  </a:lnTo>
                  <a:lnTo>
                    <a:pt x="647" y="4"/>
                  </a:lnTo>
                  <a:lnTo>
                    <a:pt x="647" y="3"/>
                  </a:lnTo>
                  <a:lnTo>
                    <a:pt x="647" y="3"/>
                  </a:lnTo>
                  <a:lnTo>
                    <a:pt x="648" y="4"/>
                  </a:lnTo>
                  <a:lnTo>
                    <a:pt x="649" y="2"/>
                  </a:lnTo>
                  <a:lnTo>
                    <a:pt x="649" y="3"/>
                  </a:lnTo>
                  <a:lnTo>
                    <a:pt x="649" y="3"/>
                  </a:lnTo>
                  <a:lnTo>
                    <a:pt x="650" y="2"/>
                  </a:lnTo>
                  <a:lnTo>
                    <a:pt x="650" y="4"/>
                  </a:lnTo>
                  <a:lnTo>
                    <a:pt x="651" y="3"/>
                  </a:lnTo>
                  <a:lnTo>
                    <a:pt x="651" y="3"/>
                  </a:lnTo>
                  <a:lnTo>
                    <a:pt x="651" y="4"/>
                  </a:lnTo>
                  <a:lnTo>
                    <a:pt x="652" y="2"/>
                  </a:lnTo>
                  <a:lnTo>
                    <a:pt x="653" y="3"/>
                  </a:lnTo>
                  <a:lnTo>
                    <a:pt x="653" y="2"/>
                  </a:lnTo>
                  <a:lnTo>
                    <a:pt x="653" y="2"/>
                  </a:lnTo>
                  <a:lnTo>
                    <a:pt x="654" y="3"/>
                  </a:lnTo>
                  <a:lnTo>
                    <a:pt x="655" y="3"/>
                  </a:lnTo>
                  <a:lnTo>
                    <a:pt x="655" y="3"/>
                  </a:lnTo>
                  <a:lnTo>
                    <a:pt x="656" y="2"/>
                  </a:lnTo>
                  <a:lnTo>
                    <a:pt x="657" y="3"/>
                  </a:lnTo>
                  <a:lnTo>
                    <a:pt x="657" y="3"/>
                  </a:lnTo>
                  <a:lnTo>
                    <a:pt x="657" y="3"/>
                  </a:lnTo>
                  <a:lnTo>
                    <a:pt x="657" y="3"/>
                  </a:lnTo>
                  <a:lnTo>
                    <a:pt x="659" y="2"/>
                  </a:lnTo>
                  <a:lnTo>
                    <a:pt x="659" y="2"/>
                  </a:lnTo>
                  <a:lnTo>
                    <a:pt x="659" y="3"/>
                  </a:lnTo>
                  <a:lnTo>
                    <a:pt x="659" y="2"/>
                  </a:lnTo>
                  <a:lnTo>
                    <a:pt x="661" y="3"/>
                  </a:lnTo>
                  <a:lnTo>
                    <a:pt x="661" y="3"/>
                  </a:lnTo>
                  <a:lnTo>
                    <a:pt x="661" y="3"/>
                  </a:lnTo>
                  <a:lnTo>
                    <a:pt x="662" y="2"/>
                  </a:lnTo>
                  <a:lnTo>
                    <a:pt x="663" y="3"/>
                  </a:lnTo>
                  <a:lnTo>
                    <a:pt x="663" y="3"/>
                  </a:lnTo>
                  <a:lnTo>
                    <a:pt x="663" y="2"/>
                  </a:lnTo>
                  <a:lnTo>
                    <a:pt x="664" y="2"/>
                  </a:lnTo>
                  <a:lnTo>
                    <a:pt x="664" y="3"/>
                  </a:lnTo>
                  <a:lnTo>
                    <a:pt x="665" y="3"/>
                  </a:lnTo>
                  <a:lnTo>
                    <a:pt x="665" y="3"/>
                  </a:lnTo>
                  <a:lnTo>
                    <a:pt x="665" y="3"/>
                  </a:lnTo>
                  <a:lnTo>
                    <a:pt x="667" y="2"/>
                  </a:lnTo>
                  <a:lnTo>
                    <a:pt x="667" y="3"/>
                  </a:lnTo>
                  <a:lnTo>
                    <a:pt x="667" y="3"/>
                  </a:lnTo>
                  <a:lnTo>
                    <a:pt x="667" y="2"/>
                  </a:lnTo>
                  <a:lnTo>
                    <a:pt x="668" y="3"/>
                  </a:lnTo>
                  <a:lnTo>
                    <a:pt x="669" y="3"/>
                  </a:lnTo>
                  <a:lnTo>
                    <a:pt x="669" y="3"/>
                  </a:lnTo>
                  <a:lnTo>
                    <a:pt x="669" y="2"/>
                  </a:lnTo>
                  <a:lnTo>
                    <a:pt x="670" y="4"/>
                  </a:lnTo>
                  <a:lnTo>
                    <a:pt x="671" y="3"/>
                  </a:lnTo>
                  <a:lnTo>
                    <a:pt x="671" y="3"/>
                  </a:lnTo>
                  <a:lnTo>
                    <a:pt x="672" y="3"/>
                  </a:lnTo>
                  <a:lnTo>
                    <a:pt x="672" y="4"/>
                  </a:lnTo>
                  <a:lnTo>
                    <a:pt x="673" y="3"/>
                  </a:lnTo>
                  <a:lnTo>
                    <a:pt x="673" y="3"/>
                  </a:lnTo>
                  <a:lnTo>
                    <a:pt x="675" y="3"/>
                  </a:lnTo>
                  <a:lnTo>
                    <a:pt x="675" y="4"/>
                  </a:lnTo>
                  <a:lnTo>
                    <a:pt x="675" y="3"/>
                  </a:lnTo>
                  <a:lnTo>
                    <a:pt x="675" y="3"/>
                  </a:lnTo>
                  <a:lnTo>
                    <a:pt x="676" y="2"/>
                  </a:lnTo>
                  <a:lnTo>
                    <a:pt x="677" y="4"/>
                  </a:lnTo>
                  <a:lnTo>
                    <a:pt x="677" y="4"/>
                  </a:lnTo>
                  <a:lnTo>
                    <a:pt x="677" y="4"/>
                  </a:lnTo>
                  <a:lnTo>
                    <a:pt x="678" y="4"/>
                  </a:lnTo>
                  <a:lnTo>
                    <a:pt x="679" y="2"/>
                  </a:lnTo>
                  <a:lnTo>
                    <a:pt x="679" y="3"/>
                  </a:lnTo>
                  <a:lnTo>
                    <a:pt x="679" y="4"/>
                  </a:lnTo>
                  <a:lnTo>
                    <a:pt x="680" y="3"/>
                  </a:lnTo>
                  <a:lnTo>
                    <a:pt x="681" y="5"/>
                  </a:lnTo>
                  <a:lnTo>
                    <a:pt x="681" y="4"/>
                  </a:lnTo>
                  <a:lnTo>
                    <a:pt x="681" y="4"/>
                  </a:lnTo>
                  <a:lnTo>
                    <a:pt x="682" y="5"/>
                  </a:lnTo>
                  <a:lnTo>
                    <a:pt x="683" y="3"/>
                  </a:lnTo>
                  <a:lnTo>
                    <a:pt x="683" y="4"/>
                  </a:lnTo>
                  <a:lnTo>
                    <a:pt x="683" y="4"/>
                  </a:lnTo>
                  <a:lnTo>
                    <a:pt x="684" y="5"/>
                  </a:lnTo>
                  <a:lnTo>
                    <a:pt x="685" y="3"/>
                  </a:lnTo>
                  <a:lnTo>
                    <a:pt x="685" y="3"/>
                  </a:lnTo>
                  <a:lnTo>
                    <a:pt x="685" y="4"/>
                  </a:lnTo>
                  <a:lnTo>
                    <a:pt x="686" y="3"/>
                  </a:lnTo>
                  <a:lnTo>
                    <a:pt x="687" y="4"/>
                  </a:lnTo>
                  <a:lnTo>
                    <a:pt x="687" y="4"/>
                  </a:lnTo>
                  <a:lnTo>
                    <a:pt x="687" y="4"/>
                  </a:lnTo>
                  <a:lnTo>
                    <a:pt x="688" y="3"/>
                  </a:lnTo>
                  <a:lnTo>
                    <a:pt x="689" y="4"/>
                  </a:lnTo>
                  <a:lnTo>
                    <a:pt x="689" y="4"/>
                  </a:lnTo>
                  <a:lnTo>
                    <a:pt x="689" y="4"/>
                  </a:lnTo>
                  <a:lnTo>
                    <a:pt x="690" y="3"/>
                  </a:lnTo>
                  <a:lnTo>
                    <a:pt x="690" y="5"/>
                  </a:lnTo>
                  <a:lnTo>
                    <a:pt x="691" y="4"/>
                  </a:lnTo>
                  <a:lnTo>
                    <a:pt x="691" y="4"/>
                  </a:lnTo>
                  <a:lnTo>
                    <a:pt x="691" y="3"/>
                  </a:lnTo>
                  <a:lnTo>
                    <a:pt x="692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94" y="3"/>
                  </a:lnTo>
                  <a:lnTo>
                    <a:pt x="695" y="5"/>
                  </a:lnTo>
                  <a:lnTo>
                    <a:pt x="695" y="4"/>
                  </a:lnTo>
                  <a:lnTo>
                    <a:pt x="695" y="4"/>
                  </a:lnTo>
                  <a:lnTo>
                    <a:pt x="696" y="3"/>
                  </a:lnTo>
                  <a:lnTo>
                    <a:pt x="696" y="5"/>
                  </a:lnTo>
                  <a:lnTo>
                    <a:pt x="697" y="4"/>
                  </a:lnTo>
                  <a:lnTo>
                    <a:pt x="697" y="5"/>
                  </a:lnTo>
                  <a:lnTo>
                    <a:pt x="697" y="5"/>
                  </a:lnTo>
                  <a:lnTo>
                    <a:pt x="699" y="3"/>
                  </a:lnTo>
                  <a:lnTo>
                    <a:pt x="699" y="4"/>
                  </a:lnTo>
                  <a:lnTo>
                    <a:pt x="699" y="4"/>
                  </a:lnTo>
                  <a:lnTo>
                    <a:pt x="701" y="4"/>
                  </a:lnTo>
                  <a:lnTo>
                    <a:pt x="701" y="5"/>
                  </a:lnTo>
                  <a:lnTo>
                    <a:pt x="701" y="4"/>
                  </a:lnTo>
                  <a:lnTo>
                    <a:pt x="701" y="5"/>
                  </a:lnTo>
                  <a:lnTo>
                    <a:pt x="702" y="4"/>
                  </a:lnTo>
                  <a:lnTo>
                    <a:pt x="703" y="8"/>
                  </a:lnTo>
                  <a:lnTo>
                    <a:pt x="703" y="7"/>
                  </a:lnTo>
                  <a:lnTo>
                    <a:pt x="703" y="6"/>
                  </a:lnTo>
                  <a:lnTo>
                    <a:pt x="704" y="8"/>
                  </a:lnTo>
                  <a:lnTo>
                    <a:pt x="705" y="6"/>
                  </a:lnTo>
                  <a:lnTo>
                    <a:pt x="705" y="6"/>
                  </a:lnTo>
                  <a:lnTo>
                    <a:pt x="705" y="6"/>
                  </a:lnTo>
                  <a:lnTo>
                    <a:pt x="705" y="6"/>
                  </a:lnTo>
                  <a:lnTo>
                    <a:pt x="706" y="7"/>
                  </a:lnTo>
                  <a:lnTo>
                    <a:pt x="707" y="6"/>
                  </a:lnTo>
                  <a:lnTo>
                    <a:pt x="707" y="6"/>
                  </a:lnTo>
                  <a:lnTo>
                    <a:pt x="707" y="7"/>
                  </a:lnTo>
                  <a:lnTo>
                    <a:pt x="709" y="4"/>
                  </a:lnTo>
                  <a:lnTo>
                    <a:pt x="709" y="5"/>
                  </a:lnTo>
                  <a:lnTo>
                    <a:pt x="709" y="5"/>
                  </a:lnTo>
                  <a:lnTo>
                    <a:pt x="711" y="6"/>
                  </a:lnTo>
                  <a:lnTo>
                    <a:pt x="711" y="4"/>
                  </a:lnTo>
                  <a:lnTo>
                    <a:pt x="711" y="4"/>
                  </a:lnTo>
                  <a:lnTo>
                    <a:pt x="711" y="5"/>
                  </a:lnTo>
                  <a:lnTo>
                    <a:pt x="712" y="5"/>
                  </a:lnTo>
                  <a:lnTo>
                    <a:pt x="713" y="4"/>
                  </a:lnTo>
                  <a:lnTo>
                    <a:pt x="713" y="4"/>
                  </a:lnTo>
                  <a:lnTo>
                    <a:pt x="713" y="5"/>
                  </a:lnTo>
                  <a:lnTo>
                    <a:pt x="714" y="5"/>
                  </a:lnTo>
                  <a:lnTo>
                    <a:pt x="715" y="3"/>
                  </a:lnTo>
                  <a:lnTo>
                    <a:pt x="715" y="4"/>
                  </a:lnTo>
                  <a:lnTo>
                    <a:pt x="715" y="4"/>
                  </a:lnTo>
                  <a:lnTo>
                    <a:pt x="716" y="5"/>
                  </a:lnTo>
                  <a:lnTo>
                    <a:pt x="717" y="3"/>
                  </a:lnTo>
                  <a:lnTo>
                    <a:pt x="717" y="4"/>
                  </a:lnTo>
                  <a:lnTo>
                    <a:pt x="717" y="4"/>
                  </a:lnTo>
                  <a:lnTo>
                    <a:pt x="717" y="5"/>
                  </a:lnTo>
                  <a:lnTo>
                    <a:pt x="718" y="2"/>
                  </a:lnTo>
                  <a:lnTo>
                    <a:pt x="719" y="3"/>
                  </a:lnTo>
                  <a:lnTo>
                    <a:pt x="719" y="3"/>
                  </a:lnTo>
                  <a:lnTo>
                    <a:pt x="719" y="4"/>
                  </a:lnTo>
                  <a:lnTo>
                    <a:pt x="721" y="2"/>
                  </a:lnTo>
                  <a:lnTo>
                    <a:pt x="721" y="3"/>
                  </a:lnTo>
                  <a:lnTo>
                    <a:pt x="721" y="3"/>
                  </a:lnTo>
                  <a:lnTo>
                    <a:pt x="721" y="3"/>
                  </a:lnTo>
                  <a:lnTo>
                    <a:pt x="722" y="2"/>
                  </a:lnTo>
                  <a:lnTo>
                    <a:pt x="723" y="3"/>
                  </a:lnTo>
                  <a:lnTo>
                    <a:pt x="723" y="3"/>
                  </a:lnTo>
                  <a:lnTo>
                    <a:pt x="723" y="2"/>
                  </a:lnTo>
                  <a:lnTo>
                    <a:pt x="724" y="4"/>
                  </a:lnTo>
                  <a:lnTo>
                    <a:pt x="725" y="3"/>
                  </a:lnTo>
                  <a:lnTo>
                    <a:pt x="725" y="3"/>
                  </a:lnTo>
                  <a:lnTo>
                    <a:pt x="726" y="3"/>
                  </a:lnTo>
                  <a:lnTo>
                    <a:pt x="727" y="4"/>
                  </a:lnTo>
                  <a:lnTo>
                    <a:pt x="727" y="3"/>
                  </a:lnTo>
                  <a:lnTo>
                    <a:pt x="727" y="3"/>
                  </a:lnTo>
                  <a:lnTo>
                    <a:pt x="728" y="4"/>
                  </a:lnTo>
                  <a:lnTo>
                    <a:pt x="729" y="3"/>
                  </a:lnTo>
                  <a:lnTo>
                    <a:pt x="729" y="3"/>
                  </a:lnTo>
                  <a:lnTo>
                    <a:pt x="729" y="3"/>
                  </a:lnTo>
                  <a:lnTo>
                    <a:pt x="730" y="4"/>
                  </a:lnTo>
                  <a:lnTo>
                    <a:pt x="730" y="2"/>
                  </a:lnTo>
                  <a:lnTo>
                    <a:pt x="731" y="2"/>
                  </a:lnTo>
                  <a:lnTo>
                    <a:pt x="731" y="3"/>
                  </a:lnTo>
                  <a:lnTo>
                    <a:pt x="731" y="2"/>
                  </a:lnTo>
                  <a:lnTo>
                    <a:pt x="733" y="6"/>
                  </a:lnTo>
                  <a:lnTo>
                    <a:pt x="733" y="5"/>
                  </a:lnTo>
                  <a:lnTo>
                    <a:pt x="733" y="5"/>
                  </a:lnTo>
                  <a:lnTo>
                    <a:pt x="734" y="6"/>
                  </a:lnTo>
                  <a:lnTo>
                    <a:pt x="734" y="5"/>
                  </a:lnTo>
                  <a:lnTo>
                    <a:pt x="735" y="6"/>
                  </a:lnTo>
                  <a:lnTo>
                    <a:pt x="735" y="6"/>
                  </a:lnTo>
                  <a:lnTo>
                    <a:pt x="735" y="5"/>
                  </a:lnTo>
                  <a:lnTo>
                    <a:pt x="737" y="28"/>
                  </a:lnTo>
                  <a:lnTo>
                    <a:pt x="737" y="28"/>
                  </a:lnTo>
                  <a:lnTo>
                    <a:pt x="737" y="27"/>
                  </a:lnTo>
                  <a:lnTo>
                    <a:pt x="738" y="27"/>
                  </a:lnTo>
                  <a:lnTo>
                    <a:pt x="739" y="34"/>
                  </a:lnTo>
                  <a:lnTo>
                    <a:pt x="739" y="33"/>
                  </a:lnTo>
                  <a:lnTo>
                    <a:pt x="739" y="35"/>
                  </a:lnTo>
                  <a:lnTo>
                    <a:pt x="741" y="45"/>
                  </a:lnTo>
                  <a:lnTo>
                    <a:pt x="741" y="45"/>
                  </a:lnTo>
                  <a:lnTo>
                    <a:pt x="741" y="45"/>
                  </a:lnTo>
                  <a:lnTo>
                    <a:pt x="741" y="44"/>
                  </a:lnTo>
                  <a:lnTo>
                    <a:pt x="743" y="54"/>
                  </a:lnTo>
                  <a:lnTo>
                    <a:pt x="743" y="53"/>
                  </a:lnTo>
                  <a:lnTo>
                    <a:pt x="743" y="53"/>
                  </a:lnTo>
                  <a:lnTo>
                    <a:pt x="744" y="54"/>
                  </a:lnTo>
                  <a:lnTo>
                    <a:pt x="744" y="52"/>
                  </a:lnTo>
                  <a:lnTo>
                    <a:pt x="745" y="53"/>
                  </a:lnTo>
                  <a:lnTo>
                    <a:pt x="745" y="53"/>
                  </a:lnTo>
                  <a:lnTo>
                    <a:pt x="746" y="53"/>
                  </a:lnTo>
                  <a:lnTo>
                    <a:pt x="747" y="51"/>
                  </a:lnTo>
                  <a:lnTo>
                    <a:pt x="747" y="52"/>
                  </a:lnTo>
                  <a:lnTo>
                    <a:pt x="747" y="51"/>
                  </a:lnTo>
                  <a:lnTo>
                    <a:pt x="747" y="52"/>
                  </a:lnTo>
                  <a:lnTo>
                    <a:pt x="749" y="40"/>
                  </a:lnTo>
                  <a:lnTo>
                    <a:pt x="749" y="41"/>
                  </a:lnTo>
                  <a:lnTo>
                    <a:pt x="749" y="41"/>
                  </a:lnTo>
                  <a:lnTo>
                    <a:pt x="750" y="40"/>
                  </a:lnTo>
                  <a:lnTo>
                    <a:pt x="751" y="41"/>
                  </a:lnTo>
                  <a:lnTo>
                    <a:pt x="751" y="40"/>
                  </a:lnTo>
                  <a:lnTo>
                    <a:pt x="751" y="41"/>
                  </a:lnTo>
                  <a:lnTo>
                    <a:pt x="752" y="40"/>
                  </a:lnTo>
                  <a:lnTo>
                    <a:pt x="752" y="41"/>
                  </a:lnTo>
                  <a:lnTo>
                    <a:pt x="753" y="41"/>
                  </a:lnTo>
                  <a:lnTo>
                    <a:pt x="753" y="41"/>
                  </a:lnTo>
                  <a:lnTo>
                    <a:pt x="754" y="40"/>
                  </a:lnTo>
                  <a:lnTo>
                    <a:pt x="755" y="41"/>
                  </a:lnTo>
                  <a:lnTo>
                    <a:pt x="755" y="41"/>
                  </a:lnTo>
                  <a:lnTo>
                    <a:pt x="755" y="41"/>
                  </a:lnTo>
                  <a:lnTo>
                    <a:pt x="756" y="40"/>
                  </a:lnTo>
                  <a:lnTo>
                    <a:pt x="757" y="41"/>
                  </a:lnTo>
                  <a:lnTo>
                    <a:pt x="757" y="41"/>
                  </a:lnTo>
                  <a:lnTo>
                    <a:pt x="757" y="40"/>
                  </a:lnTo>
                  <a:lnTo>
                    <a:pt x="758" y="41"/>
                  </a:lnTo>
                  <a:lnTo>
                    <a:pt x="759" y="40"/>
                  </a:lnTo>
                  <a:lnTo>
                    <a:pt x="759" y="41"/>
                  </a:lnTo>
                  <a:lnTo>
                    <a:pt x="759" y="41"/>
                  </a:lnTo>
                  <a:lnTo>
                    <a:pt x="759" y="41"/>
                  </a:lnTo>
                  <a:lnTo>
                    <a:pt x="761" y="40"/>
                  </a:lnTo>
                  <a:lnTo>
                    <a:pt x="761" y="41"/>
                  </a:lnTo>
                  <a:lnTo>
                    <a:pt x="761" y="41"/>
                  </a:lnTo>
                  <a:lnTo>
                    <a:pt x="762" y="40"/>
                  </a:lnTo>
                  <a:lnTo>
                    <a:pt x="763" y="40"/>
                  </a:lnTo>
                  <a:lnTo>
                    <a:pt x="763" y="40"/>
                  </a:lnTo>
                  <a:lnTo>
                    <a:pt x="764" y="40"/>
                  </a:lnTo>
                  <a:lnTo>
                    <a:pt x="765" y="41"/>
                  </a:lnTo>
                  <a:lnTo>
                    <a:pt x="765" y="41"/>
                  </a:lnTo>
                  <a:lnTo>
                    <a:pt x="765" y="41"/>
                  </a:lnTo>
                  <a:lnTo>
                    <a:pt x="765" y="40"/>
                  </a:lnTo>
                  <a:lnTo>
                    <a:pt x="767" y="42"/>
                  </a:lnTo>
                  <a:lnTo>
                    <a:pt x="767" y="42"/>
                  </a:lnTo>
                  <a:lnTo>
                    <a:pt x="767" y="42"/>
                  </a:lnTo>
                  <a:lnTo>
                    <a:pt x="767" y="42"/>
                  </a:lnTo>
                  <a:lnTo>
                    <a:pt x="769" y="52"/>
                  </a:lnTo>
                  <a:lnTo>
                    <a:pt x="769" y="51"/>
                  </a:lnTo>
                  <a:lnTo>
                    <a:pt x="769" y="50"/>
                  </a:lnTo>
                  <a:lnTo>
                    <a:pt x="770" y="50"/>
                  </a:lnTo>
                  <a:lnTo>
                    <a:pt x="771" y="53"/>
                  </a:lnTo>
                  <a:lnTo>
                    <a:pt x="771" y="53"/>
                  </a:lnTo>
                  <a:lnTo>
                    <a:pt x="771" y="53"/>
                  </a:lnTo>
                  <a:lnTo>
                    <a:pt x="772" y="53"/>
                  </a:lnTo>
                  <a:lnTo>
                    <a:pt x="773" y="52"/>
                  </a:lnTo>
                  <a:lnTo>
                    <a:pt x="773" y="53"/>
                  </a:lnTo>
                  <a:lnTo>
                    <a:pt x="773" y="53"/>
                  </a:lnTo>
                  <a:lnTo>
                    <a:pt x="774" y="52"/>
                  </a:lnTo>
                  <a:lnTo>
                    <a:pt x="775" y="54"/>
                  </a:lnTo>
                  <a:lnTo>
                    <a:pt x="775" y="53"/>
                  </a:lnTo>
                  <a:lnTo>
                    <a:pt x="775" y="53"/>
                  </a:lnTo>
                  <a:lnTo>
                    <a:pt x="776" y="54"/>
                  </a:lnTo>
                  <a:lnTo>
                    <a:pt x="777" y="52"/>
                  </a:lnTo>
                  <a:lnTo>
                    <a:pt x="777" y="53"/>
                  </a:lnTo>
                  <a:lnTo>
                    <a:pt x="777" y="53"/>
                  </a:lnTo>
                  <a:lnTo>
                    <a:pt x="777" y="52"/>
                  </a:lnTo>
                  <a:lnTo>
                    <a:pt x="778" y="53"/>
                  </a:lnTo>
                  <a:lnTo>
                    <a:pt x="779" y="53"/>
                  </a:lnTo>
                  <a:lnTo>
                    <a:pt x="779" y="53"/>
                  </a:lnTo>
                  <a:lnTo>
                    <a:pt x="780" y="53"/>
                  </a:lnTo>
                  <a:lnTo>
                    <a:pt x="781" y="47"/>
                  </a:lnTo>
                  <a:lnTo>
                    <a:pt x="781" y="49"/>
                  </a:lnTo>
                  <a:lnTo>
                    <a:pt x="781" y="48"/>
                  </a:lnTo>
                  <a:lnTo>
                    <a:pt x="782" y="49"/>
                  </a:lnTo>
                  <a:lnTo>
                    <a:pt x="783" y="41"/>
                  </a:lnTo>
                  <a:lnTo>
                    <a:pt x="783" y="41"/>
                  </a:lnTo>
                  <a:lnTo>
                    <a:pt x="783" y="41"/>
                  </a:lnTo>
                  <a:lnTo>
                    <a:pt x="783" y="41"/>
                  </a:lnTo>
                  <a:lnTo>
                    <a:pt x="784" y="39"/>
                  </a:lnTo>
                  <a:lnTo>
                    <a:pt x="785" y="40"/>
                  </a:lnTo>
                  <a:lnTo>
                    <a:pt x="785" y="40"/>
                  </a:lnTo>
                  <a:lnTo>
                    <a:pt x="786" y="40"/>
                  </a:lnTo>
                  <a:lnTo>
                    <a:pt x="787" y="41"/>
                  </a:lnTo>
                  <a:lnTo>
                    <a:pt x="787" y="41"/>
                  </a:lnTo>
                  <a:lnTo>
                    <a:pt x="787" y="40"/>
                  </a:lnTo>
                  <a:lnTo>
                    <a:pt x="788" y="41"/>
                  </a:lnTo>
                  <a:lnTo>
                    <a:pt x="789" y="40"/>
                  </a:lnTo>
                  <a:lnTo>
                    <a:pt x="789" y="40"/>
                  </a:lnTo>
                  <a:lnTo>
                    <a:pt x="789" y="41"/>
                  </a:lnTo>
                  <a:lnTo>
                    <a:pt x="789" y="41"/>
                  </a:lnTo>
                  <a:lnTo>
                    <a:pt x="790" y="39"/>
                  </a:lnTo>
                  <a:lnTo>
                    <a:pt x="791" y="40"/>
                  </a:lnTo>
                  <a:lnTo>
                    <a:pt x="791" y="40"/>
                  </a:lnTo>
                  <a:lnTo>
                    <a:pt x="792" y="40"/>
                  </a:lnTo>
                  <a:lnTo>
                    <a:pt x="793" y="38"/>
                  </a:lnTo>
                  <a:lnTo>
                    <a:pt x="793" y="38"/>
                  </a:lnTo>
                  <a:lnTo>
                    <a:pt x="793" y="38"/>
                  </a:lnTo>
                  <a:lnTo>
                    <a:pt x="794" y="38"/>
                  </a:lnTo>
                  <a:lnTo>
                    <a:pt x="795" y="39"/>
                  </a:lnTo>
                  <a:lnTo>
                    <a:pt x="795" y="38"/>
                  </a:lnTo>
                  <a:lnTo>
                    <a:pt x="795" y="38"/>
                  </a:lnTo>
                  <a:lnTo>
                    <a:pt x="795" y="39"/>
                  </a:lnTo>
                  <a:lnTo>
                    <a:pt x="797" y="23"/>
                  </a:lnTo>
                  <a:lnTo>
                    <a:pt x="797" y="24"/>
                  </a:lnTo>
                  <a:lnTo>
                    <a:pt x="797" y="24"/>
                  </a:lnTo>
                  <a:lnTo>
                    <a:pt x="798" y="24"/>
                  </a:lnTo>
                  <a:lnTo>
                    <a:pt x="799" y="8"/>
                  </a:lnTo>
                  <a:lnTo>
                    <a:pt x="799" y="9"/>
                  </a:lnTo>
                  <a:lnTo>
                    <a:pt x="799" y="9"/>
                  </a:lnTo>
                  <a:lnTo>
                    <a:pt x="801" y="10"/>
                  </a:lnTo>
                  <a:lnTo>
                    <a:pt x="801" y="8"/>
                  </a:lnTo>
                  <a:lnTo>
                    <a:pt x="802" y="9"/>
                  </a:lnTo>
                  <a:lnTo>
                    <a:pt x="802" y="8"/>
                  </a:lnTo>
                  <a:lnTo>
                    <a:pt x="802" y="9"/>
                  </a:lnTo>
                  <a:lnTo>
                    <a:pt x="803" y="5"/>
                  </a:lnTo>
                  <a:lnTo>
                    <a:pt x="803" y="6"/>
                  </a:lnTo>
                  <a:lnTo>
                    <a:pt x="803" y="6"/>
                  </a:lnTo>
                  <a:lnTo>
                    <a:pt x="805" y="6"/>
                  </a:lnTo>
                  <a:lnTo>
                    <a:pt x="805" y="3"/>
                  </a:lnTo>
                  <a:lnTo>
                    <a:pt x="805" y="4"/>
                  </a:lnTo>
                  <a:lnTo>
                    <a:pt x="805" y="4"/>
                  </a:lnTo>
                  <a:lnTo>
                    <a:pt x="806" y="5"/>
                  </a:lnTo>
                  <a:lnTo>
                    <a:pt x="806" y="3"/>
                  </a:lnTo>
                  <a:lnTo>
                    <a:pt x="808" y="4"/>
                  </a:lnTo>
                  <a:lnTo>
                    <a:pt x="808" y="4"/>
                  </a:lnTo>
                  <a:lnTo>
                    <a:pt x="808" y="5"/>
                  </a:lnTo>
                  <a:lnTo>
                    <a:pt x="809" y="3"/>
                  </a:lnTo>
                  <a:lnTo>
                    <a:pt x="809" y="3"/>
                  </a:lnTo>
                  <a:lnTo>
                    <a:pt x="809" y="4"/>
                  </a:lnTo>
                  <a:lnTo>
                    <a:pt x="810" y="5"/>
                  </a:lnTo>
                  <a:lnTo>
                    <a:pt x="810" y="3"/>
                  </a:lnTo>
                  <a:lnTo>
                    <a:pt x="811" y="4"/>
                  </a:lnTo>
                  <a:lnTo>
                    <a:pt x="811" y="4"/>
                  </a:lnTo>
                  <a:lnTo>
                    <a:pt x="813" y="5"/>
                  </a:lnTo>
                  <a:lnTo>
                    <a:pt x="813" y="3"/>
                  </a:lnTo>
                  <a:lnTo>
                    <a:pt x="814" y="4"/>
                  </a:lnTo>
                  <a:lnTo>
                    <a:pt x="814" y="4"/>
                  </a:lnTo>
                  <a:lnTo>
                    <a:pt x="814" y="5"/>
                  </a:lnTo>
                  <a:lnTo>
                    <a:pt x="815" y="3"/>
                  </a:lnTo>
                  <a:lnTo>
                    <a:pt x="815" y="3"/>
                  </a:lnTo>
                  <a:lnTo>
                    <a:pt x="815" y="3"/>
                  </a:lnTo>
                  <a:lnTo>
                    <a:pt x="816" y="3"/>
                  </a:lnTo>
                  <a:lnTo>
                    <a:pt x="816" y="5"/>
                  </a:lnTo>
                  <a:lnTo>
                    <a:pt x="817" y="4"/>
                  </a:lnTo>
                  <a:lnTo>
                    <a:pt x="817" y="4"/>
                  </a:lnTo>
                  <a:lnTo>
                    <a:pt x="818" y="3"/>
                  </a:lnTo>
                  <a:lnTo>
                    <a:pt x="818" y="5"/>
                  </a:lnTo>
                  <a:lnTo>
                    <a:pt x="820" y="5"/>
                  </a:lnTo>
                  <a:lnTo>
                    <a:pt x="820" y="4"/>
                  </a:lnTo>
                  <a:lnTo>
                    <a:pt x="820" y="3"/>
                  </a:lnTo>
                  <a:lnTo>
                    <a:pt x="821" y="5"/>
                  </a:lnTo>
                  <a:lnTo>
                    <a:pt x="821" y="5"/>
                  </a:lnTo>
                  <a:lnTo>
                    <a:pt x="821" y="5"/>
                  </a:lnTo>
                  <a:lnTo>
                    <a:pt x="823" y="5"/>
                  </a:lnTo>
                  <a:lnTo>
                    <a:pt x="823" y="3"/>
                  </a:lnTo>
                  <a:lnTo>
                    <a:pt x="823" y="5"/>
                  </a:lnTo>
                  <a:lnTo>
                    <a:pt x="823" y="5"/>
                  </a:lnTo>
                  <a:lnTo>
                    <a:pt x="824" y="5"/>
                  </a:lnTo>
                  <a:lnTo>
                    <a:pt x="825" y="4"/>
                  </a:lnTo>
                  <a:lnTo>
                    <a:pt x="826" y="5"/>
                  </a:lnTo>
                  <a:lnTo>
                    <a:pt x="826" y="5"/>
                  </a:lnTo>
                  <a:lnTo>
                    <a:pt x="827" y="4"/>
                  </a:lnTo>
                  <a:lnTo>
                    <a:pt x="827" y="5"/>
                  </a:lnTo>
                  <a:lnTo>
                    <a:pt x="827" y="5"/>
                  </a:lnTo>
                  <a:lnTo>
                    <a:pt x="827" y="5"/>
                  </a:lnTo>
                  <a:lnTo>
                    <a:pt x="828" y="5"/>
                  </a:lnTo>
                  <a:lnTo>
                    <a:pt x="829" y="4"/>
                  </a:lnTo>
                  <a:lnTo>
                    <a:pt x="829" y="5"/>
                  </a:lnTo>
                  <a:lnTo>
                    <a:pt x="829" y="5"/>
                  </a:lnTo>
                  <a:lnTo>
                    <a:pt x="830" y="4"/>
                  </a:lnTo>
                  <a:lnTo>
                    <a:pt x="831" y="6"/>
                  </a:lnTo>
                  <a:lnTo>
                    <a:pt x="832" y="5"/>
                  </a:lnTo>
                  <a:lnTo>
                    <a:pt x="832" y="5"/>
                  </a:lnTo>
                  <a:lnTo>
                    <a:pt x="832" y="6"/>
                  </a:lnTo>
                  <a:lnTo>
                    <a:pt x="833" y="4"/>
                  </a:lnTo>
                  <a:lnTo>
                    <a:pt x="833" y="5"/>
                  </a:lnTo>
                  <a:lnTo>
                    <a:pt x="833" y="5"/>
                  </a:lnTo>
                  <a:lnTo>
                    <a:pt x="834" y="6"/>
                  </a:lnTo>
                  <a:lnTo>
                    <a:pt x="835" y="4"/>
                  </a:lnTo>
                  <a:lnTo>
                    <a:pt x="835" y="5"/>
                  </a:lnTo>
                  <a:lnTo>
                    <a:pt x="835" y="5"/>
                  </a:lnTo>
                  <a:lnTo>
                    <a:pt x="836" y="6"/>
                  </a:lnTo>
                  <a:lnTo>
                    <a:pt x="837" y="4"/>
                  </a:lnTo>
                  <a:lnTo>
                    <a:pt x="838" y="5"/>
                  </a:lnTo>
                  <a:lnTo>
                    <a:pt x="838" y="4"/>
                  </a:lnTo>
                  <a:lnTo>
                    <a:pt x="838" y="4"/>
                  </a:lnTo>
                  <a:lnTo>
                    <a:pt x="838" y="5"/>
                  </a:lnTo>
                  <a:lnTo>
                    <a:pt x="839" y="5"/>
                  </a:lnTo>
                  <a:lnTo>
                    <a:pt x="839" y="5"/>
                  </a:lnTo>
                  <a:lnTo>
                    <a:pt x="840" y="5"/>
                  </a:lnTo>
                  <a:lnTo>
                    <a:pt x="841" y="4"/>
                  </a:lnTo>
                  <a:lnTo>
                    <a:pt x="841" y="5"/>
                  </a:lnTo>
                  <a:lnTo>
                    <a:pt x="841" y="5"/>
                  </a:lnTo>
                  <a:lnTo>
                    <a:pt x="842" y="5"/>
                  </a:lnTo>
                  <a:lnTo>
                    <a:pt x="843" y="3"/>
                  </a:lnTo>
                  <a:lnTo>
                    <a:pt x="844" y="4"/>
                  </a:lnTo>
                  <a:lnTo>
                    <a:pt x="844" y="4"/>
                  </a:lnTo>
                  <a:lnTo>
                    <a:pt x="844" y="5"/>
                  </a:lnTo>
                  <a:lnTo>
                    <a:pt x="844" y="3"/>
                  </a:lnTo>
                  <a:lnTo>
                    <a:pt x="845" y="4"/>
                  </a:lnTo>
                  <a:lnTo>
                    <a:pt x="845" y="4"/>
                  </a:lnTo>
                  <a:lnTo>
                    <a:pt x="846" y="4"/>
                  </a:lnTo>
                  <a:lnTo>
                    <a:pt x="847" y="3"/>
                  </a:lnTo>
                  <a:lnTo>
                    <a:pt x="847" y="3"/>
                  </a:lnTo>
                  <a:lnTo>
                    <a:pt x="847" y="3"/>
                  </a:lnTo>
                  <a:lnTo>
                    <a:pt x="848" y="4"/>
                  </a:lnTo>
                  <a:lnTo>
                    <a:pt x="849" y="3"/>
                  </a:lnTo>
                  <a:lnTo>
                    <a:pt x="850" y="3"/>
                  </a:lnTo>
                  <a:lnTo>
                    <a:pt x="850" y="3"/>
                  </a:lnTo>
                  <a:lnTo>
                    <a:pt x="851" y="3"/>
                  </a:lnTo>
                  <a:lnTo>
                    <a:pt x="851" y="4"/>
                  </a:lnTo>
                  <a:lnTo>
                    <a:pt x="851" y="3"/>
                  </a:lnTo>
                  <a:lnTo>
                    <a:pt x="851" y="3"/>
                  </a:lnTo>
                  <a:lnTo>
                    <a:pt x="851" y="3"/>
                  </a:lnTo>
                  <a:lnTo>
                    <a:pt x="853" y="4"/>
                  </a:lnTo>
                  <a:lnTo>
                    <a:pt x="853" y="3"/>
                  </a:lnTo>
                  <a:lnTo>
                    <a:pt x="853" y="4"/>
                  </a:lnTo>
                  <a:lnTo>
                    <a:pt x="854" y="3"/>
                  </a:lnTo>
                  <a:lnTo>
                    <a:pt x="856" y="5"/>
                  </a:lnTo>
                  <a:lnTo>
                    <a:pt x="856" y="4"/>
                  </a:lnTo>
                  <a:lnTo>
                    <a:pt x="856" y="4"/>
                  </a:lnTo>
                  <a:lnTo>
                    <a:pt x="856" y="3"/>
                  </a:lnTo>
                  <a:lnTo>
                    <a:pt x="857" y="5"/>
                  </a:lnTo>
                  <a:lnTo>
                    <a:pt x="857" y="4"/>
                  </a:lnTo>
                  <a:lnTo>
                    <a:pt x="857" y="4"/>
                  </a:lnTo>
                  <a:lnTo>
                    <a:pt x="859" y="3"/>
                  </a:lnTo>
                  <a:lnTo>
                    <a:pt x="859" y="5"/>
                  </a:lnTo>
                  <a:lnTo>
                    <a:pt x="859" y="4"/>
                  </a:lnTo>
                  <a:lnTo>
                    <a:pt x="859" y="4"/>
                  </a:lnTo>
                  <a:lnTo>
                    <a:pt x="860" y="3"/>
                  </a:lnTo>
                  <a:lnTo>
                    <a:pt x="861" y="5"/>
                  </a:lnTo>
                  <a:lnTo>
                    <a:pt x="862" y="4"/>
                  </a:lnTo>
                  <a:lnTo>
                    <a:pt x="862" y="4"/>
                  </a:lnTo>
                  <a:lnTo>
                    <a:pt x="862" y="5"/>
                  </a:lnTo>
                  <a:lnTo>
                    <a:pt x="863" y="3"/>
                  </a:lnTo>
                  <a:lnTo>
                    <a:pt x="863" y="4"/>
                  </a:lnTo>
                  <a:lnTo>
                    <a:pt x="863" y="4"/>
                  </a:lnTo>
                  <a:lnTo>
                    <a:pt x="864" y="3"/>
                  </a:lnTo>
                  <a:lnTo>
                    <a:pt x="865" y="4"/>
                  </a:lnTo>
                  <a:lnTo>
                    <a:pt x="865" y="4"/>
                  </a:lnTo>
                  <a:lnTo>
                    <a:pt x="865" y="4"/>
                  </a:lnTo>
                  <a:lnTo>
                    <a:pt x="866" y="4"/>
                  </a:lnTo>
                  <a:lnTo>
                    <a:pt x="866" y="3"/>
                  </a:lnTo>
                  <a:lnTo>
                    <a:pt x="868" y="3"/>
                  </a:lnTo>
                  <a:lnTo>
                    <a:pt x="868" y="3"/>
                  </a:lnTo>
                  <a:lnTo>
                    <a:pt x="868" y="4"/>
                  </a:lnTo>
                  <a:lnTo>
                    <a:pt x="868" y="2"/>
                  </a:lnTo>
                  <a:lnTo>
                    <a:pt x="870" y="3"/>
                  </a:lnTo>
                  <a:lnTo>
                    <a:pt x="870" y="3"/>
                  </a:lnTo>
                  <a:lnTo>
                    <a:pt x="870" y="4"/>
                  </a:lnTo>
                  <a:lnTo>
                    <a:pt x="871" y="2"/>
                  </a:lnTo>
                  <a:lnTo>
                    <a:pt x="871" y="3"/>
                  </a:lnTo>
                  <a:lnTo>
                    <a:pt x="871" y="3"/>
                  </a:lnTo>
                  <a:lnTo>
                    <a:pt x="872" y="2"/>
                  </a:lnTo>
                  <a:lnTo>
                    <a:pt x="872" y="3"/>
                  </a:lnTo>
                  <a:lnTo>
                    <a:pt x="874" y="3"/>
                  </a:lnTo>
                  <a:lnTo>
                    <a:pt x="874" y="3"/>
                  </a:lnTo>
                  <a:lnTo>
                    <a:pt x="874" y="2"/>
                  </a:lnTo>
                  <a:lnTo>
                    <a:pt x="876" y="4"/>
                  </a:lnTo>
                  <a:lnTo>
                    <a:pt x="876" y="3"/>
                  </a:lnTo>
                  <a:lnTo>
                    <a:pt x="876" y="3"/>
                  </a:lnTo>
                  <a:lnTo>
                    <a:pt x="876" y="2"/>
                  </a:lnTo>
                  <a:lnTo>
                    <a:pt x="877" y="4"/>
                  </a:lnTo>
                  <a:lnTo>
                    <a:pt x="877" y="3"/>
                  </a:lnTo>
                  <a:lnTo>
                    <a:pt x="877" y="3"/>
                  </a:lnTo>
                  <a:lnTo>
                    <a:pt x="878" y="4"/>
                  </a:lnTo>
                  <a:lnTo>
                    <a:pt x="879" y="2"/>
                  </a:lnTo>
                  <a:lnTo>
                    <a:pt x="880" y="3"/>
                  </a:lnTo>
                  <a:lnTo>
                    <a:pt x="880" y="3"/>
                  </a:lnTo>
                  <a:lnTo>
                    <a:pt x="880" y="4"/>
                  </a:lnTo>
                  <a:lnTo>
                    <a:pt x="881" y="2"/>
                  </a:lnTo>
                  <a:lnTo>
                    <a:pt x="882" y="3"/>
                  </a:lnTo>
                  <a:lnTo>
                    <a:pt x="882" y="3"/>
                  </a:lnTo>
                  <a:lnTo>
                    <a:pt x="883" y="3"/>
                  </a:lnTo>
                  <a:lnTo>
                    <a:pt x="883" y="2"/>
                  </a:lnTo>
                  <a:lnTo>
                    <a:pt x="883" y="2"/>
                  </a:lnTo>
                  <a:lnTo>
                    <a:pt x="883" y="3"/>
                  </a:lnTo>
                  <a:lnTo>
                    <a:pt x="883" y="2"/>
                  </a:lnTo>
                  <a:lnTo>
                    <a:pt x="885" y="3"/>
                  </a:lnTo>
                  <a:lnTo>
                    <a:pt x="886" y="3"/>
                  </a:lnTo>
                  <a:lnTo>
                    <a:pt x="886" y="3"/>
                  </a:lnTo>
                  <a:lnTo>
                    <a:pt x="886" y="2"/>
                  </a:lnTo>
                  <a:lnTo>
                    <a:pt x="887" y="3"/>
                  </a:lnTo>
                  <a:lnTo>
                    <a:pt x="888" y="3"/>
                  </a:lnTo>
                  <a:lnTo>
                    <a:pt x="888" y="3"/>
                  </a:lnTo>
                  <a:lnTo>
                    <a:pt x="889" y="3"/>
                  </a:lnTo>
                  <a:lnTo>
                    <a:pt x="889" y="2"/>
                  </a:lnTo>
                  <a:lnTo>
                    <a:pt x="889" y="2"/>
                  </a:lnTo>
                  <a:lnTo>
                    <a:pt x="889" y="3"/>
                  </a:lnTo>
                  <a:lnTo>
                    <a:pt x="891" y="2"/>
                  </a:lnTo>
                  <a:lnTo>
                    <a:pt x="891" y="3"/>
                  </a:lnTo>
                  <a:lnTo>
                    <a:pt x="892" y="3"/>
                  </a:lnTo>
                  <a:lnTo>
                    <a:pt x="892" y="3"/>
                  </a:lnTo>
                  <a:lnTo>
                    <a:pt x="893" y="2"/>
                  </a:lnTo>
                  <a:lnTo>
                    <a:pt x="894" y="3"/>
                  </a:lnTo>
                  <a:lnTo>
                    <a:pt x="894" y="3"/>
                  </a:lnTo>
                  <a:lnTo>
                    <a:pt x="894" y="3"/>
                  </a:lnTo>
                  <a:lnTo>
                    <a:pt x="895" y="3"/>
                  </a:lnTo>
                  <a:lnTo>
                    <a:pt x="895" y="2"/>
                  </a:lnTo>
                  <a:lnTo>
                    <a:pt x="895" y="2"/>
                  </a:lnTo>
                  <a:lnTo>
                    <a:pt x="895" y="3"/>
                  </a:lnTo>
                  <a:lnTo>
                    <a:pt x="897" y="2"/>
                  </a:lnTo>
                  <a:lnTo>
                    <a:pt x="898" y="3"/>
                  </a:lnTo>
                  <a:lnTo>
                    <a:pt x="898" y="3"/>
                  </a:lnTo>
                  <a:lnTo>
                    <a:pt x="898" y="3"/>
                  </a:lnTo>
                  <a:lnTo>
                    <a:pt x="898" y="3"/>
                  </a:lnTo>
                  <a:lnTo>
                    <a:pt x="899" y="2"/>
                  </a:lnTo>
                  <a:lnTo>
                    <a:pt x="900" y="3"/>
                  </a:lnTo>
                  <a:lnTo>
                    <a:pt x="900" y="3"/>
                  </a:lnTo>
                  <a:lnTo>
                    <a:pt x="901" y="3"/>
                  </a:lnTo>
                  <a:lnTo>
                    <a:pt x="901" y="2"/>
                  </a:lnTo>
                  <a:lnTo>
                    <a:pt x="901" y="2"/>
                  </a:lnTo>
                  <a:lnTo>
                    <a:pt x="901" y="3"/>
                  </a:lnTo>
                  <a:lnTo>
                    <a:pt x="903" y="3"/>
                  </a:lnTo>
                  <a:lnTo>
                    <a:pt x="903" y="2"/>
                  </a:lnTo>
                  <a:lnTo>
                    <a:pt x="904" y="2"/>
                  </a:lnTo>
                  <a:lnTo>
                    <a:pt x="904" y="2"/>
                  </a:lnTo>
                  <a:lnTo>
                    <a:pt x="904" y="2"/>
                  </a:lnTo>
                  <a:lnTo>
                    <a:pt x="906" y="3"/>
                  </a:lnTo>
                  <a:lnTo>
                    <a:pt x="906" y="3"/>
                  </a:lnTo>
                  <a:lnTo>
                    <a:pt x="906" y="3"/>
                  </a:lnTo>
                  <a:lnTo>
                    <a:pt x="907" y="2"/>
                  </a:lnTo>
                  <a:lnTo>
                    <a:pt x="907" y="3"/>
                  </a:lnTo>
                  <a:lnTo>
                    <a:pt x="907" y="3"/>
                  </a:lnTo>
                  <a:lnTo>
                    <a:pt x="907" y="3"/>
                  </a:lnTo>
                  <a:lnTo>
                    <a:pt x="908" y="2"/>
                  </a:lnTo>
                  <a:lnTo>
                    <a:pt x="909" y="4"/>
                  </a:lnTo>
                  <a:lnTo>
                    <a:pt x="910" y="3"/>
                  </a:lnTo>
                  <a:lnTo>
                    <a:pt x="910" y="3"/>
                  </a:lnTo>
                  <a:lnTo>
                    <a:pt x="910" y="2"/>
                  </a:lnTo>
                  <a:lnTo>
                    <a:pt x="911" y="4"/>
                  </a:lnTo>
                  <a:lnTo>
                    <a:pt x="912" y="2"/>
                  </a:lnTo>
                  <a:lnTo>
                    <a:pt x="912" y="3"/>
                  </a:lnTo>
                  <a:lnTo>
                    <a:pt x="912" y="2"/>
                  </a:lnTo>
                  <a:lnTo>
                    <a:pt x="913" y="4"/>
                  </a:lnTo>
                  <a:lnTo>
                    <a:pt x="913" y="3"/>
                  </a:lnTo>
                  <a:lnTo>
                    <a:pt x="913" y="3"/>
                  </a:lnTo>
                  <a:lnTo>
                    <a:pt x="914" y="4"/>
                  </a:lnTo>
                  <a:lnTo>
                    <a:pt x="915" y="2"/>
                  </a:lnTo>
                  <a:lnTo>
                    <a:pt x="916" y="3"/>
                  </a:lnTo>
                  <a:lnTo>
                    <a:pt x="916" y="3"/>
                  </a:lnTo>
                  <a:lnTo>
                    <a:pt x="917" y="2"/>
                  </a:lnTo>
                  <a:lnTo>
                    <a:pt x="918" y="4"/>
                  </a:lnTo>
                  <a:lnTo>
                    <a:pt x="918" y="3"/>
                  </a:lnTo>
                  <a:lnTo>
                    <a:pt x="918" y="3"/>
                  </a:lnTo>
                  <a:lnTo>
                    <a:pt x="918" y="2"/>
                  </a:lnTo>
                  <a:lnTo>
                    <a:pt x="919" y="4"/>
                  </a:lnTo>
                  <a:lnTo>
                    <a:pt x="919" y="3"/>
                  </a:lnTo>
                  <a:lnTo>
                    <a:pt x="919" y="3"/>
                  </a:lnTo>
                  <a:lnTo>
                    <a:pt x="920" y="2"/>
                  </a:lnTo>
                  <a:lnTo>
                    <a:pt x="921" y="4"/>
                  </a:lnTo>
                  <a:lnTo>
                    <a:pt x="922" y="3"/>
                  </a:lnTo>
                  <a:lnTo>
                    <a:pt x="922" y="3"/>
                  </a:lnTo>
                  <a:lnTo>
                    <a:pt x="922" y="4"/>
                  </a:lnTo>
                  <a:lnTo>
                    <a:pt x="924" y="3"/>
                  </a:lnTo>
                  <a:lnTo>
                    <a:pt x="924" y="4"/>
                  </a:lnTo>
                  <a:lnTo>
                    <a:pt x="924" y="3"/>
                  </a:lnTo>
                  <a:lnTo>
                    <a:pt x="925" y="5"/>
                  </a:lnTo>
                  <a:lnTo>
                    <a:pt x="925" y="5"/>
                  </a:lnTo>
                  <a:lnTo>
                    <a:pt x="925" y="4"/>
                  </a:lnTo>
                  <a:lnTo>
                    <a:pt x="926" y="4"/>
                  </a:lnTo>
                  <a:lnTo>
                    <a:pt x="928" y="5"/>
                  </a:lnTo>
                  <a:lnTo>
                    <a:pt x="928" y="5"/>
                  </a:lnTo>
                  <a:lnTo>
                    <a:pt x="928" y="5"/>
                  </a:lnTo>
                  <a:lnTo>
                    <a:pt x="928" y="4"/>
                  </a:lnTo>
                  <a:lnTo>
                    <a:pt x="928" y="5"/>
                  </a:lnTo>
                  <a:lnTo>
                    <a:pt x="930" y="4"/>
                  </a:lnTo>
                  <a:lnTo>
                    <a:pt x="930" y="4"/>
                  </a:lnTo>
                  <a:lnTo>
                    <a:pt x="930" y="4"/>
                  </a:lnTo>
                  <a:lnTo>
                    <a:pt x="931" y="6"/>
                  </a:lnTo>
                  <a:lnTo>
                    <a:pt x="931" y="5"/>
                  </a:lnTo>
                  <a:lnTo>
                    <a:pt x="931" y="5"/>
                  </a:lnTo>
                  <a:lnTo>
                    <a:pt x="933" y="4"/>
                  </a:lnTo>
                  <a:lnTo>
                    <a:pt x="933" y="6"/>
                  </a:lnTo>
                  <a:lnTo>
                    <a:pt x="934" y="4"/>
                  </a:lnTo>
                  <a:lnTo>
                    <a:pt x="934" y="5"/>
                  </a:lnTo>
                  <a:lnTo>
                    <a:pt x="934" y="5"/>
                  </a:lnTo>
                  <a:lnTo>
                    <a:pt x="936" y="4"/>
                  </a:lnTo>
                  <a:lnTo>
                    <a:pt x="936" y="5"/>
                  </a:lnTo>
                  <a:lnTo>
                    <a:pt x="936" y="5"/>
                  </a:lnTo>
                  <a:lnTo>
                    <a:pt x="936" y="5"/>
                  </a:lnTo>
                  <a:lnTo>
                    <a:pt x="937" y="3"/>
                  </a:lnTo>
                  <a:lnTo>
                    <a:pt x="937" y="4"/>
                  </a:lnTo>
                  <a:lnTo>
                    <a:pt x="937" y="4"/>
                  </a:lnTo>
                  <a:lnTo>
                    <a:pt x="939" y="3"/>
                  </a:lnTo>
                  <a:lnTo>
                    <a:pt x="939" y="5"/>
                  </a:lnTo>
                  <a:lnTo>
                    <a:pt x="940" y="4"/>
                  </a:lnTo>
                  <a:lnTo>
                    <a:pt x="940" y="4"/>
                  </a:lnTo>
                  <a:lnTo>
                    <a:pt x="940" y="3"/>
                  </a:lnTo>
                  <a:lnTo>
                    <a:pt x="941" y="5"/>
                  </a:lnTo>
                  <a:lnTo>
                    <a:pt x="942" y="5"/>
                  </a:lnTo>
                  <a:lnTo>
                    <a:pt x="942" y="4"/>
                  </a:lnTo>
                  <a:lnTo>
                    <a:pt x="942" y="5"/>
                  </a:lnTo>
                  <a:lnTo>
                    <a:pt x="944" y="3"/>
                  </a:lnTo>
                  <a:lnTo>
                    <a:pt x="944" y="4"/>
                  </a:lnTo>
                  <a:lnTo>
                    <a:pt x="944" y="5"/>
                  </a:lnTo>
                  <a:lnTo>
                    <a:pt x="945" y="3"/>
                  </a:lnTo>
                  <a:lnTo>
                    <a:pt x="946" y="4"/>
                  </a:lnTo>
                  <a:lnTo>
                    <a:pt x="946" y="4"/>
                  </a:lnTo>
                  <a:lnTo>
                    <a:pt x="946" y="5"/>
                  </a:lnTo>
                  <a:lnTo>
                    <a:pt x="947" y="3"/>
                  </a:lnTo>
                  <a:lnTo>
                    <a:pt x="948" y="4"/>
                  </a:lnTo>
                  <a:lnTo>
                    <a:pt x="948" y="3"/>
                  </a:lnTo>
                  <a:lnTo>
                    <a:pt x="948" y="4"/>
                  </a:lnTo>
                  <a:lnTo>
                    <a:pt x="950" y="3"/>
                  </a:lnTo>
                  <a:lnTo>
                    <a:pt x="950" y="3"/>
                  </a:lnTo>
                  <a:lnTo>
                    <a:pt x="950" y="3"/>
                  </a:lnTo>
                  <a:lnTo>
                    <a:pt x="950" y="2"/>
                  </a:lnTo>
                  <a:lnTo>
                    <a:pt x="951" y="4"/>
                  </a:lnTo>
                  <a:lnTo>
                    <a:pt x="952" y="3"/>
                  </a:lnTo>
                  <a:lnTo>
                    <a:pt x="952" y="3"/>
                  </a:lnTo>
                  <a:lnTo>
                    <a:pt x="952" y="3"/>
                  </a:lnTo>
                  <a:lnTo>
                    <a:pt x="954" y="2"/>
                  </a:lnTo>
                  <a:lnTo>
                    <a:pt x="954" y="2"/>
                  </a:lnTo>
                  <a:lnTo>
                    <a:pt x="954" y="3"/>
                  </a:lnTo>
                  <a:lnTo>
                    <a:pt x="954" y="2"/>
                  </a:lnTo>
                  <a:lnTo>
                    <a:pt x="956" y="3"/>
                  </a:lnTo>
                  <a:lnTo>
                    <a:pt x="956" y="3"/>
                  </a:lnTo>
                  <a:lnTo>
                    <a:pt x="956" y="3"/>
                  </a:lnTo>
                  <a:lnTo>
                    <a:pt x="956" y="3"/>
                  </a:lnTo>
                  <a:lnTo>
                    <a:pt x="958" y="2"/>
                  </a:lnTo>
                  <a:lnTo>
                    <a:pt x="958" y="3"/>
                  </a:lnTo>
                  <a:lnTo>
                    <a:pt x="958" y="3"/>
                  </a:lnTo>
                  <a:lnTo>
                    <a:pt x="958" y="3"/>
                  </a:lnTo>
                  <a:lnTo>
                    <a:pt x="959" y="2"/>
                  </a:lnTo>
                  <a:lnTo>
                    <a:pt x="960" y="3"/>
                  </a:lnTo>
                  <a:lnTo>
                    <a:pt x="960" y="2"/>
                  </a:lnTo>
                  <a:lnTo>
                    <a:pt x="961" y="2"/>
                  </a:lnTo>
                  <a:lnTo>
                    <a:pt x="962" y="3"/>
                  </a:lnTo>
                  <a:lnTo>
                    <a:pt x="962" y="3"/>
                  </a:lnTo>
                  <a:lnTo>
                    <a:pt x="962" y="3"/>
                  </a:lnTo>
                  <a:lnTo>
                    <a:pt x="962" y="3"/>
                  </a:lnTo>
                  <a:lnTo>
                    <a:pt x="963" y="2"/>
                  </a:lnTo>
                  <a:lnTo>
                    <a:pt x="964" y="2"/>
                  </a:lnTo>
                  <a:lnTo>
                    <a:pt x="964" y="2"/>
                  </a:lnTo>
                  <a:lnTo>
                    <a:pt x="964" y="3"/>
                  </a:lnTo>
                  <a:lnTo>
                    <a:pt x="965" y="2"/>
                  </a:lnTo>
                  <a:lnTo>
                    <a:pt x="966" y="2"/>
                  </a:lnTo>
                  <a:lnTo>
                    <a:pt x="966" y="3"/>
                  </a:lnTo>
                  <a:lnTo>
                    <a:pt x="966" y="2"/>
                  </a:lnTo>
                  <a:lnTo>
                    <a:pt x="967" y="3"/>
                  </a:lnTo>
                  <a:lnTo>
                    <a:pt x="968" y="3"/>
                  </a:lnTo>
                  <a:lnTo>
                    <a:pt x="968" y="3"/>
                  </a:lnTo>
                  <a:lnTo>
                    <a:pt x="968" y="2"/>
                  </a:lnTo>
                  <a:lnTo>
                    <a:pt x="968" y="3"/>
                  </a:lnTo>
                  <a:lnTo>
                    <a:pt x="970" y="3"/>
                  </a:lnTo>
                  <a:lnTo>
                    <a:pt x="970" y="3"/>
                  </a:lnTo>
                  <a:lnTo>
                    <a:pt x="970" y="2"/>
                  </a:lnTo>
                  <a:lnTo>
                    <a:pt x="970" y="3"/>
                  </a:lnTo>
                  <a:lnTo>
                    <a:pt x="972" y="3"/>
                  </a:lnTo>
                  <a:lnTo>
                    <a:pt x="972" y="3"/>
                  </a:lnTo>
                  <a:lnTo>
                    <a:pt x="973" y="4"/>
                  </a:lnTo>
                  <a:lnTo>
                    <a:pt x="974" y="2"/>
                  </a:lnTo>
                  <a:lnTo>
                    <a:pt x="974" y="3"/>
                  </a:lnTo>
                  <a:lnTo>
                    <a:pt x="974" y="3"/>
                  </a:lnTo>
                  <a:lnTo>
                    <a:pt x="974" y="2"/>
                  </a:lnTo>
                  <a:lnTo>
                    <a:pt x="975" y="4"/>
                  </a:lnTo>
                  <a:lnTo>
                    <a:pt x="976" y="3"/>
                  </a:lnTo>
                  <a:lnTo>
                    <a:pt x="976" y="3"/>
                  </a:lnTo>
                  <a:lnTo>
                    <a:pt x="977" y="4"/>
                  </a:lnTo>
                  <a:lnTo>
                    <a:pt x="978" y="2"/>
                  </a:lnTo>
                  <a:lnTo>
                    <a:pt x="978" y="3"/>
                  </a:lnTo>
                  <a:lnTo>
                    <a:pt x="978" y="3"/>
                  </a:lnTo>
                  <a:lnTo>
                    <a:pt x="979" y="2"/>
                  </a:lnTo>
                  <a:lnTo>
                    <a:pt x="979" y="4"/>
                  </a:lnTo>
                  <a:lnTo>
                    <a:pt x="980" y="3"/>
                  </a:lnTo>
                  <a:lnTo>
                    <a:pt x="980" y="3"/>
                  </a:lnTo>
                  <a:lnTo>
                    <a:pt x="980" y="2"/>
                  </a:lnTo>
                  <a:lnTo>
                    <a:pt x="980" y="4"/>
                  </a:lnTo>
                  <a:lnTo>
                    <a:pt x="982" y="3"/>
                  </a:lnTo>
                  <a:lnTo>
                    <a:pt x="982" y="3"/>
                  </a:lnTo>
                  <a:lnTo>
                    <a:pt x="982" y="4"/>
                  </a:lnTo>
                  <a:lnTo>
                    <a:pt x="984" y="2"/>
                  </a:lnTo>
                  <a:lnTo>
                    <a:pt x="984" y="3"/>
                  </a:lnTo>
                  <a:lnTo>
                    <a:pt x="984" y="3"/>
                  </a:lnTo>
                  <a:lnTo>
                    <a:pt x="985" y="3"/>
                  </a:lnTo>
                  <a:lnTo>
                    <a:pt x="985" y="2"/>
                  </a:lnTo>
                  <a:lnTo>
                    <a:pt x="986" y="2"/>
                  </a:lnTo>
                  <a:lnTo>
                    <a:pt x="986" y="2"/>
                  </a:lnTo>
                  <a:lnTo>
                    <a:pt x="986" y="2"/>
                  </a:lnTo>
                  <a:lnTo>
                    <a:pt x="987" y="3"/>
                  </a:lnTo>
                  <a:lnTo>
                    <a:pt x="988" y="3"/>
                  </a:lnTo>
                  <a:lnTo>
                    <a:pt x="988" y="3"/>
                  </a:lnTo>
                  <a:lnTo>
                    <a:pt x="988" y="3"/>
                  </a:lnTo>
                  <a:lnTo>
                    <a:pt x="989" y="2"/>
                  </a:lnTo>
                  <a:lnTo>
                    <a:pt x="990" y="3"/>
                  </a:lnTo>
                  <a:lnTo>
                    <a:pt x="990" y="3"/>
                  </a:lnTo>
                  <a:lnTo>
                    <a:pt x="990" y="4"/>
                  </a:lnTo>
                  <a:lnTo>
                    <a:pt x="990" y="2"/>
                  </a:lnTo>
                  <a:lnTo>
                    <a:pt x="992" y="3"/>
                  </a:lnTo>
                  <a:lnTo>
                    <a:pt x="992" y="3"/>
                  </a:lnTo>
                  <a:lnTo>
                    <a:pt x="992" y="2"/>
                  </a:lnTo>
                  <a:lnTo>
                    <a:pt x="993" y="4"/>
                  </a:lnTo>
                  <a:lnTo>
                    <a:pt x="994" y="3"/>
                  </a:lnTo>
                  <a:lnTo>
                    <a:pt x="994" y="3"/>
                  </a:lnTo>
                  <a:lnTo>
                    <a:pt x="994" y="4"/>
                  </a:lnTo>
                  <a:lnTo>
                    <a:pt x="995" y="3"/>
                  </a:lnTo>
                  <a:lnTo>
                    <a:pt x="996" y="3"/>
                  </a:lnTo>
                  <a:lnTo>
                    <a:pt x="996" y="4"/>
                  </a:lnTo>
                  <a:lnTo>
                    <a:pt x="996" y="3"/>
                  </a:lnTo>
                  <a:lnTo>
                    <a:pt x="997" y="5"/>
                  </a:lnTo>
                  <a:lnTo>
                    <a:pt x="998" y="4"/>
                  </a:lnTo>
                  <a:lnTo>
                    <a:pt x="998" y="4"/>
                  </a:lnTo>
                  <a:lnTo>
                    <a:pt x="999" y="3"/>
                  </a:lnTo>
                  <a:lnTo>
                    <a:pt x="999" y="5"/>
                  </a:lnTo>
                  <a:lnTo>
                    <a:pt x="1000" y="4"/>
                  </a:lnTo>
                  <a:lnTo>
                    <a:pt x="1000" y="5"/>
                  </a:lnTo>
                  <a:lnTo>
                    <a:pt x="1001" y="5"/>
                  </a:lnTo>
                  <a:lnTo>
                    <a:pt x="1001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2" y="4"/>
                  </a:lnTo>
                  <a:lnTo>
                    <a:pt x="1003" y="5"/>
                  </a:lnTo>
                  <a:lnTo>
                    <a:pt x="1004" y="5"/>
                  </a:lnTo>
                  <a:lnTo>
                    <a:pt x="1004" y="4"/>
                  </a:lnTo>
                  <a:lnTo>
                    <a:pt x="1004" y="4"/>
                  </a:lnTo>
                  <a:lnTo>
                    <a:pt x="1004" y="5"/>
                  </a:lnTo>
                  <a:lnTo>
                    <a:pt x="1006" y="5"/>
                  </a:lnTo>
                  <a:lnTo>
                    <a:pt x="1006" y="5"/>
                  </a:lnTo>
                  <a:lnTo>
                    <a:pt x="1006" y="4"/>
                  </a:lnTo>
                  <a:lnTo>
                    <a:pt x="1008" y="5"/>
                  </a:lnTo>
                  <a:lnTo>
                    <a:pt x="1008" y="5"/>
                  </a:lnTo>
                  <a:lnTo>
                    <a:pt x="1008" y="4"/>
                  </a:lnTo>
                  <a:lnTo>
                    <a:pt x="1009" y="5"/>
                  </a:lnTo>
                  <a:lnTo>
                    <a:pt x="1010" y="4"/>
                  </a:lnTo>
                  <a:lnTo>
                    <a:pt x="1010" y="4"/>
                  </a:lnTo>
                  <a:lnTo>
                    <a:pt x="1010" y="4"/>
                  </a:lnTo>
                  <a:lnTo>
                    <a:pt x="1010" y="5"/>
                  </a:lnTo>
                  <a:lnTo>
                    <a:pt x="1012" y="4"/>
                  </a:lnTo>
                  <a:lnTo>
                    <a:pt x="1012" y="4"/>
                  </a:lnTo>
                  <a:lnTo>
                    <a:pt x="1012" y="5"/>
                  </a:lnTo>
                  <a:lnTo>
                    <a:pt x="1013" y="4"/>
                  </a:lnTo>
                  <a:lnTo>
                    <a:pt x="1013" y="5"/>
                  </a:lnTo>
                  <a:lnTo>
                    <a:pt x="1014" y="4"/>
                  </a:lnTo>
                  <a:lnTo>
                    <a:pt x="1014" y="5"/>
                  </a:lnTo>
                  <a:lnTo>
                    <a:pt x="1015" y="4"/>
                  </a:lnTo>
                  <a:lnTo>
                    <a:pt x="1016" y="5"/>
                  </a:lnTo>
                  <a:lnTo>
                    <a:pt x="1016" y="5"/>
                  </a:lnTo>
                  <a:lnTo>
                    <a:pt x="1016" y="5"/>
                  </a:lnTo>
                  <a:lnTo>
                    <a:pt x="1016" y="4"/>
                  </a:lnTo>
                  <a:lnTo>
                    <a:pt x="1018" y="5"/>
                  </a:lnTo>
                  <a:lnTo>
                    <a:pt x="1018" y="4"/>
                  </a:lnTo>
                  <a:lnTo>
                    <a:pt x="1018" y="5"/>
                  </a:lnTo>
                  <a:lnTo>
                    <a:pt x="1018" y="5"/>
                  </a:lnTo>
                  <a:lnTo>
                    <a:pt x="1019" y="3"/>
                  </a:lnTo>
                  <a:lnTo>
                    <a:pt x="1020" y="4"/>
                  </a:lnTo>
                  <a:lnTo>
                    <a:pt x="1020" y="4"/>
                  </a:lnTo>
                  <a:lnTo>
                    <a:pt x="1021" y="5"/>
                  </a:lnTo>
                  <a:lnTo>
                    <a:pt x="1022" y="3"/>
                  </a:lnTo>
                  <a:lnTo>
                    <a:pt x="1022" y="4"/>
                  </a:lnTo>
                  <a:lnTo>
                    <a:pt x="1022" y="4"/>
                  </a:lnTo>
                  <a:lnTo>
                    <a:pt x="1022" y="3"/>
                  </a:lnTo>
                  <a:lnTo>
                    <a:pt x="1023" y="5"/>
                  </a:lnTo>
                  <a:lnTo>
                    <a:pt x="1024" y="4"/>
                  </a:lnTo>
                  <a:lnTo>
                    <a:pt x="1024" y="4"/>
                  </a:lnTo>
                  <a:lnTo>
                    <a:pt x="1025" y="4"/>
                  </a:lnTo>
                  <a:lnTo>
                    <a:pt x="1025" y="5"/>
                  </a:lnTo>
                  <a:lnTo>
                    <a:pt x="1026" y="5"/>
                  </a:lnTo>
                  <a:lnTo>
                    <a:pt x="1026" y="5"/>
                  </a:lnTo>
                  <a:lnTo>
                    <a:pt x="1027" y="5"/>
                  </a:lnTo>
                  <a:lnTo>
                    <a:pt x="1028" y="3"/>
                  </a:lnTo>
                  <a:lnTo>
                    <a:pt x="1028" y="4"/>
                  </a:lnTo>
                  <a:lnTo>
                    <a:pt x="1028" y="4"/>
                  </a:lnTo>
                  <a:lnTo>
                    <a:pt x="1028" y="3"/>
                  </a:lnTo>
                  <a:lnTo>
                    <a:pt x="1028" y="5"/>
                  </a:lnTo>
                  <a:lnTo>
                    <a:pt x="1030" y="4"/>
                  </a:lnTo>
                  <a:lnTo>
                    <a:pt x="1030" y="4"/>
                  </a:lnTo>
                  <a:lnTo>
                    <a:pt x="1030" y="5"/>
                  </a:lnTo>
                  <a:lnTo>
                    <a:pt x="1031" y="3"/>
                  </a:lnTo>
                  <a:lnTo>
                    <a:pt x="1032" y="4"/>
                  </a:lnTo>
                  <a:lnTo>
                    <a:pt x="1032" y="3"/>
                  </a:lnTo>
                  <a:lnTo>
                    <a:pt x="1032" y="3"/>
                  </a:lnTo>
                  <a:lnTo>
                    <a:pt x="1034" y="68"/>
                  </a:lnTo>
                  <a:lnTo>
                    <a:pt x="1034" y="68"/>
                  </a:lnTo>
                  <a:lnTo>
                    <a:pt x="1034" y="69"/>
                  </a:lnTo>
                  <a:lnTo>
                    <a:pt x="1034" y="67"/>
                  </a:lnTo>
                  <a:lnTo>
                    <a:pt x="1034" y="69"/>
                  </a:lnTo>
                  <a:lnTo>
                    <a:pt x="1036" y="68"/>
                  </a:lnTo>
                  <a:lnTo>
                    <a:pt x="1036" y="69"/>
                  </a:lnTo>
                  <a:lnTo>
                    <a:pt x="1036" y="69"/>
                  </a:lnTo>
                  <a:lnTo>
                    <a:pt x="1037" y="17"/>
                  </a:lnTo>
                  <a:lnTo>
                    <a:pt x="1038" y="18"/>
                  </a:lnTo>
                  <a:lnTo>
                    <a:pt x="1038" y="17"/>
                  </a:lnTo>
                  <a:lnTo>
                    <a:pt x="1039" y="19"/>
                  </a:lnTo>
                  <a:lnTo>
                    <a:pt x="1040" y="11"/>
                  </a:lnTo>
                  <a:lnTo>
                    <a:pt x="1040" y="11"/>
                  </a:lnTo>
                  <a:lnTo>
                    <a:pt x="1040" y="11"/>
                  </a:lnTo>
                  <a:lnTo>
                    <a:pt x="1040" y="11"/>
                  </a:lnTo>
                  <a:lnTo>
                    <a:pt x="1040" y="3"/>
                  </a:lnTo>
                  <a:lnTo>
                    <a:pt x="1042" y="3"/>
                  </a:lnTo>
                  <a:lnTo>
                    <a:pt x="1042" y="3"/>
                  </a:lnTo>
                  <a:lnTo>
                    <a:pt x="1043" y="3"/>
                  </a:lnTo>
                  <a:lnTo>
                    <a:pt x="1043" y="4"/>
                  </a:lnTo>
                  <a:lnTo>
                    <a:pt x="1044" y="4"/>
                  </a:lnTo>
                  <a:lnTo>
                    <a:pt x="1044" y="3"/>
                  </a:lnTo>
                  <a:lnTo>
                    <a:pt x="1044" y="3"/>
                  </a:lnTo>
                  <a:lnTo>
                    <a:pt x="1044" y="4"/>
                  </a:lnTo>
                  <a:lnTo>
                    <a:pt x="1046" y="4"/>
                  </a:lnTo>
                  <a:lnTo>
                    <a:pt x="1046" y="4"/>
                  </a:lnTo>
                  <a:lnTo>
                    <a:pt x="1046" y="3"/>
                  </a:lnTo>
                  <a:lnTo>
                    <a:pt x="1048" y="5"/>
                  </a:lnTo>
                  <a:lnTo>
                    <a:pt x="1048" y="4"/>
                  </a:lnTo>
                  <a:lnTo>
                    <a:pt x="1048" y="3"/>
                  </a:lnTo>
                  <a:lnTo>
                    <a:pt x="1048" y="5"/>
                  </a:lnTo>
                  <a:lnTo>
                    <a:pt x="1049" y="3"/>
                  </a:lnTo>
                  <a:lnTo>
                    <a:pt x="1050" y="3"/>
                  </a:lnTo>
                  <a:lnTo>
                    <a:pt x="1050" y="3"/>
                  </a:lnTo>
                  <a:lnTo>
                    <a:pt x="1051" y="4"/>
                  </a:lnTo>
                  <a:lnTo>
                    <a:pt x="1052" y="3"/>
                  </a:lnTo>
                  <a:lnTo>
                    <a:pt x="1052" y="3"/>
                  </a:lnTo>
                  <a:lnTo>
                    <a:pt x="1052" y="3"/>
                  </a:lnTo>
                  <a:lnTo>
                    <a:pt x="1052" y="4"/>
                  </a:lnTo>
                  <a:lnTo>
                    <a:pt x="1052" y="3"/>
                  </a:lnTo>
                  <a:lnTo>
                    <a:pt x="1054" y="3"/>
                  </a:lnTo>
                  <a:lnTo>
                    <a:pt x="1054" y="3"/>
                  </a:lnTo>
                  <a:lnTo>
                    <a:pt x="1054" y="3"/>
                  </a:lnTo>
                  <a:lnTo>
                    <a:pt x="1056" y="5"/>
                  </a:lnTo>
                  <a:lnTo>
                    <a:pt x="1056" y="5"/>
                  </a:lnTo>
                  <a:lnTo>
                    <a:pt x="1056" y="4"/>
                  </a:lnTo>
                  <a:lnTo>
                    <a:pt x="1057" y="5"/>
                  </a:lnTo>
                  <a:lnTo>
                    <a:pt x="1058" y="3"/>
                  </a:lnTo>
                  <a:lnTo>
                    <a:pt x="1058" y="4"/>
                  </a:lnTo>
                  <a:lnTo>
                    <a:pt x="1058" y="4"/>
                  </a:lnTo>
                  <a:lnTo>
                    <a:pt x="1058" y="5"/>
                  </a:lnTo>
                  <a:lnTo>
                    <a:pt x="1059" y="3"/>
                  </a:lnTo>
                  <a:lnTo>
                    <a:pt x="1060" y="3"/>
                  </a:lnTo>
                  <a:lnTo>
                    <a:pt x="1060" y="4"/>
                  </a:lnTo>
                  <a:lnTo>
                    <a:pt x="1061" y="3"/>
                  </a:lnTo>
                  <a:lnTo>
                    <a:pt x="1062" y="5"/>
                  </a:lnTo>
                  <a:lnTo>
                    <a:pt x="1062" y="4"/>
                  </a:lnTo>
                  <a:lnTo>
                    <a:pt x="1062" y="4"/>
                  </a:lnTo>
                  <a:lnTo>
                    <a:pt x="1063" y="5"/>
                  </a:lnTo>
                  <a:lnTo>
                    <a:pt x="1063" y="3"/>
                  </a:lnTo>
                  <a:lnTo>
                    <a:pt x="1064" y="4"/>
                  </a:lnTo>
                  <a:lnTo>
                    <a:pt x="1064" y="4"/>
                  </a:lnTo>
                  <a:lnTo>
                    <a:pt x="1064" y="3"/>
                  </a:lnTo>
                  <a:lnTo>
                    <a:pt x="1065" y="5"/>
                  </a:lnTo>
                  <a:lnTo>
                    <a:pt x="1066" y="4"/>
                  </a:lnTo>
                  <a:lnTo>
                    <a:pt x="1066" y="4"/>
                  </a:lnTo>
                  <a:lnTo>
                    <a:pt x="1066" y="5"/>
                  </a:lnTo>
                  <a:lnTo>
                    <a:pt x="1067" y="3"/>
                  </a:lnTo>
                  <a:lnTo>
                    <a:pt x="1068" y="4"/>
                  </a:lnTo>
                  <a:lnTo>
                    <a:pt x="1068" y="4"/>
                  </a:lnTo>
                  <a:lnTo>
                    <a:pt x="1069" y="3"/>
                  </a:lnTo>
                  <a:lnTo>
                    <a:pt x="1069" y="5"/>
                  </a:lnTo>
                  <a:lnTo>
                    <a:pt x="1070" y="4"/>
                  </a:lnTo>
                  <a:lnTo>
                    <a:pt x="1070" y="4"/>
                  </a:lnTo>
                  <a:lnTo>
                    <a:pt x="1070" y="5"/>
                  </a:lnTo>
                  <a:lnTo>
                    <a:pt x="1072" y="3"/>
                  </a:lnTo>
                  <a:lnTo>
                    <a:pt x="1072" y="3"/>
                  </a:lnTo>
                  <a:lnTo>
                    <a:pt x="1072" y="4"/>
                  </a:lnTo>
                  <a:lnTo>
                    <a:pt x="1072" y="3"/>
                  </a:lnTo>
                  <a:lnTo>
                    <a:pt x="1073" y="5"/>
                  </a:lnTo>
                  <a:lnTo>
                    <a:pt x="1074" y="4"/>
                  </a:lnTo>
                  <a:lnTo>
                    <a:pt x="1074" y="4"/>
                  </a:lnTo>
                  <a:lnTo>
                    <a:pt x="1075" y="3"/>
                  </a:lnTo>
                  <a:lnTo>
                    <a:pt x="1075" y="5"/>
                  </a:lnTo>
                  <a:lnTo>
                    <a:pt x="1076" y="4"/>
                  </a:lnTo>
                  <a:lnTo>
                    <a:pt x="1076" y="5"/>
                  </a:lnTo>
                  <a:lnTo>
                    <a:pt x="1077" y="3"/>
                  </a:lnTo>
                  <a:lnTo>
                    <a:pt x="1078" y="5"/>
                  </a:lnTo>
                  <a:lnTo>
                    <a:pt x="1078" y="4"/>
                  </a:lnTo>
                  <a:lnTo>
                    <a:pt x="1078" y="4"/>
                  </a:lnTo>
                  <a:lnTo>
                    <a:pt x="1079" y="5"/>
                  </a:lnTo>
                  <a:lnTo>
                    <a:pt x="1080" y="3"/>
                  </a:lnTo>
                  <a:lnTo>
                    <a:pt x="1080" y="4"/>
                  </a:lnTo>
                  <a:lnTo>
                    <a:pt x="1080" y="4"/>
                  </a:lnTo>
                  <a:lnTo>
                    <a:pt x="1080" y="5"/>
                  </a:lnTo>
                  <a:lnTo>
                    <a:pt x="1081" y="3"/>
                  </a:lnTo>
                  <a:lnTo>
                    <a:pt x="1082" y="5"/>
                  </a:lnTo>
                  <a:lnTo>
                    <a:pt x="1082" y="4"/>
                  </a:lnTo>
                  <a:lnTo>
                    <a:pt x="1083" y="3"/>
                  </a:lnTo>
                  <a:lnTo>
                    <a:pt x="1084" y="5"/>
                  </a:lnTo>
                  <a:lnTo>
                    <a:pt x="1084" y="4"/>
                  </a:lnTo>
                  <a:lnTo>
                    <a:pt x="1084" y="4"/>
                  </a:lnTo>
                  <a:lnTo>
                    <a:pt x="1084" y="5"/>
                  </a:lnTo>
                  <a:lnTo>
                    <a:pt x="1086" y="3"/>
                  </a:lnTo>
                  <a:lnTo>
                    <a:pt x="1086" y="4"/>
                  </a:lnTo>
                  <a:lnTo>
                    <a:pt x="1086" y="5"/>
                  </a:lnTo>
                  <a:lnTo>
                    <a:pt x="1087" y="5"/>
                  </a:lnTo>
                  <a:lnTo>
                    <a:pt x="1088" y="3"/>
                  </a:lnTo>
                  <a:lnTo>
                    <a:pt x="1088" y="4"/>
                  </a:lnTo>
                  <a:lnTo>
                    <a:pt x="1088" y="4"/>
                  </a:lnTo>
                  <a:lnTo>
                    <a:pt x="1089" y="5"/>
                  </a:lnTo>
                  <a:lnTo>
                    <a:pt x="1090" y="3"/>
                  </a:lnTo>
                  <a:lnTo>
                    <a:pt x="1090" y="4"/>
                  </a:lnTo>
                  <a:lnTo>
                    <a:pt x="1090" y="4"/>
                  </a:lnTo>
                  <a:lnTo>
                    <a:pt x="1090" y="3"/>
                  </a:lnTo>
                  <a:lnTo>
                    <a:pt x="1092" y="5"/>
                  </a:lnTo>
                  <a:lnTo>
                    <a:pt x="1092" y="4"/>
                  </a:lnTo>
                  <a:lnTo>
                    <a:pt x="1092" y="3"/>
                  </a:lnTo>
                  <a:lnTo>
                    <a:pt x="1092" y="3"/>
                  </a:lnTo>
                  <a:lnTo>
                    <a:pt x="1093" y="5"/>
                  </a:lnTo>
                  <a:lnTo>
                    <a:pt x="1094" y="5"/>
                  </a:lnTo>
                  <a:lnTo>
                    <a:pt x="1094" y="5"/>
                  </a:lnTo>
                  <a:lnTo>
                    <a:pt x="1095" y="4"/>
                  </a:lnTo>
                  <a:lnTo>
                    <a:pt x="1096" y="5"/>
                  </a:lnTo>
                  <a:lnTo>
                    <a:pt x="1096" y="5"/>
                  </a:lnTo>
                  <a:lnTo>
                    <a:pt x="1096" y="5"/>
                  </a:lnTo>
                  <a:lnTo>
                    <a:pt x="1096" y="4"/>
                  </a:lnTo>
                  <a:lnTo>
                    <a:pt x="1097" y="6"/>
                  </a:lnTo>
                  <a:lnTo>
                    <a:pt x="1098" y="5"/>
                  </a:lnTo>
                  <a:lnTo>
                    <a:pt x="1098" y="5"/>
                  </a:lnTo>
                  <a:lnTo>
                    <a:pt x="1099" y="6"/>
                  </a:lnTo>
                  <a:lnTo>
                    <a:pt x="1100" y="4"/>
                  </a:lnTo>
                  <a:lnTo>
                    <a:pt x="1100" y="5"/>
                  </a:lnTo>
                  <a:lnTo>
                    <a:pt x="1100" y="4"/>
                  </a:lnTo>
                  <a:lnTo>
                    <a:pt x="1101" y="4"/>
                  </a:lnTo>
                  <a:lnTo>
                    <a:pt x="1102" y="6"/>
                  </a:lnTo>
                  <a:lnTo>
                    <a:pt x="1102" y="5"/>
                  </a:lnTo>
                  <a:lnTo>
                    <a:pt x="1102" y="5"/>
                  </a:lnTo>
                  <a:lnTo>
                    <a:pt x="1102" y="4"/>
                  </a:lnTo>
                  <a:lnTo>
                    <a:pt x="1103" y="6"/>
                  </a:lnTo>
                  <a:lnTo>
                    <a:pt x="1104" y="6"/>
                  </a:lnTo>
                  <a:lnTo>
                    <a:pt x="1104" y="6"/>
                  </a:lnTo>
                  <a:lnTo>
                    <a:pt x="1105" y="6"/>
                  </a:lnTo>
                  <a:lnTo>
                    <a:pt x="1106" y="5"/>
                  </a:lnTo>
                  <a:lnTo>
                    <a:pt x="1106" y="5"/>
                  </a:lnTo>
                  <a:lnTo>
                    <a:pt x="1106" y="5"/>
                  </a:lnTo>
                  <a:lnTo>
                    <a:pt x="1107" y="6"/>
                  </a:lnTo>
                  <a:lnTo>
                    <a:pt x="1108" y="4"/>
                  </a:lnTo>
                  <a:lnTo>
                    <a:pt x="1108" y="5"/>
                  </a:lnTo>
                  <a:lnTo>
                    <a:pt x="1108" y="5"/>
                  </a:lnTo>
                  <a:lnTo>
                    <a:pt x="1108" y="5"/>
                  </a:lnTo>
                  <a:lnTo>
                    <a:pt x="1110" y="4"/>
                  </a:lnTo>
                  <a:lnTo>
                    <a:pt x="1110" y="5"/>
                  </a:lnTo>
                  <a:lnTo>
                    <a:pt x="1110" y="5"/>
                  </a:lnTo>
                  <a:lnTo>
                    <a:pt x="1111" y="5"/>
                  </a:lnTo>
                  <a:lnTo>
                    <a:pt x="1112" y="4"/>
                  </a:lnTo>
                  <a:lnTo>
                    <a:pt x="1112" y="5"/>
                  </a:lnTo>
                  <a:lnTo>
                    <a:pt x="1112" y="4"/>
                  </a:lnTo>
                  <a:lnTo>
                    <a:pt x="1113" y="4"/>
                  </a:lnTo>
                  <a:lnTo>
                    <a:pt x="1113" y="5"/>
                  </a:lnTo>
                  <a:lnTo>
                    <a:pt x="1114" y="4"/>
                  </a:lnTo>
                  <a:lnTo>
                    <a:pt x="1114" y="4"/>
                  </a:lnTo>
                  <a:lnTo>
                    <a:pt x="1115" y="4"/>
                  </a:lnTo>
                  <a:lnTo>
                    <a:pt x="1116" y="5"/>
                  </a:lnTo>
                  <a:lnTo>
                    <a:pt x="1116" y="5"/>
                  </a:lnTo>
                  <a:lnTo>
                    <a:pt x="1116" y="5"/>
                  </a:lnTo>
                  <a:lnTo>
                    <a:pt x="1116" y="5"/>
                  </a:lnTo>
                  <a:lnTo>
                    <a:pt x="1117" y="4"/>
                  </a:lnTo>
                  <a:lnTo>
                    <a:pt x="1118" y="5"/>
                  </a:lnTo>
                  <a:lnTo>
                    <a:pt x="1118" y="5"/>
                  </a:lnTo>
                  <a:lnTo>
                    <a:pt x="1119" y="5"/>
                  </a:lnTo>
                  <a:lnTo>
                    <a:pt x="1120" y="4"/>
                  </a:lnTo>
                  <a:lnTo>
                    <a:pt x="1120" y="4"/>
                  </a:lnTo>
                  <a:lnTo>
                    <a:pt x="1120" y="5"/>
                  </a:lnTo>
                  <a:lnTo>
                    <a:pt x="1120" y="5"/>
                  </a:lnTo>
                  <a:lnTo>
                    <a:pt x="1122" y="4"/>
                  </a:lnTo>
                  <a:lnTo>
                    <a:pt x="1122" y="4"/>
                  </a:lnTo>
                  <a:lnTo>
                    <a:pt x="1122" y="4"/>
                  </a:lnTo>
                  <a:lnTo>
                    <a:pt x="1122" y="4"/>
                  </a:lnTo>
                  <a:lnTo>
                    <a:pt x="1124" y="5"/>
                  </a:lnTo>
                  <a:lnTo>
                    <a:pt x="1124" y="4"/>
                  </a:lnTo>
                  <a:lnTo>
                    <a:pt x="1124" y="4"/>
                  </a:lnTo>
                  <a:lnTo>
                    <a:pt x="1124" y="3"/>
                  </a:lnTo>
                  <a:lnTo>
                    <a:pt x="1126" y="5"/>
                  </a:lnTo>
                  <a:lnTo>
                    <a:pt x="1126" y="4"/>
                  </a:lnTo>
                  <a:lnTo>
                    <a:pt x="1126" y="5"/>
                  </a:lnTo>
                  <a:lnTo>
                    <a:pt x="1126" y="4"/>
                  </a:lnTo>
                  <a:lnTo>
                    <a:pt x="1128" y="5"/>
                  </a:lnTo>
                  <a:lnTo>
                    <a:pt x="1128" y="4"/>
                  </a:lnTo>
                  <a:lnTo>
                    <a:pt x="1128" y="5"/>
                  </a:lnTo>
                  <a:lnTo>
                    <a:pt x="1129" y="3"/>
                  </a:lnTo>
                  <a:lnTo>
                    <a:pt x="1129" y="5"/>
                  </a:lnTo>
                  <a:lnTo>
                    <a:pt x="1130" y="4"/>
                  </a:lnTo>
                  <a:lnTo>
                    <a:pt x="1130" y="4"/>
                  </a:lnTo>
                  <a:lnTo>
                    <a:pt x="1130" y="5"/>
                  </a:lnTo>
                  <a:lnTo>
                    <a:pt x="1131" y="3"/>
                  </a:lnTo>
                  <a:lnTo>
                    <a:pt x="1132" y="4"/>
                  </a:lnTo>
                  <a:lnTo>
                    <a:pt x="1132" y="4"/>
                  </a:lnTo>
                  <a:lnTo>
                    <a:pt x="1132" y="3"/>
                  </a:lnTo>
                  <a:lnTo>
                    <a:pt x="1134" y="5"/>
                  </a:lnTo>
                  <a:lnTo>
                    <a:pt x="1134" y="5"/>
                  </a:lnTo>
                  <a:lnTo>
                    <a:pt x="1134" y="4"/>
                  </a:lnTo>
                  <a:lnTo>
                    <a:pt x="1134" y="5"/>
                  </a:lnTo>
                  <a:lnTo>
                    <a:pt x="1136" y="3"/>
                  </a:lnTo>
                  <a:lnTo>
                    <a:pt x="1136" y="4"/>
                  </a:lnTo>
                  <a:lnTo>
                    <a:pt x="1136" y="4"/>
                  </a:lnTo>
                  <a:lnTo>
                    <a:pt x="1137" y="3"/>
                  </a:lnTo>
                  <a:lnTo>
                    <a:pt x="1137" y="5"/>
                  </a:lnTo>
                  <a:lnTo>
                    <a:pt x="1138" y="4"/>
                  </a:lnTo>
                  <a:lnTo>
                    <a:pt x="1138" y="4"/>
                  </a:lnTo>
                  <a:lnTo>
                    <a:pt x="1138" y="3"/>
                  </a:lnTo>
                  <a:lnTo>
                    <a:pt x="1138" y="5"/>
                  </a:lnTo>
                  <a:lnTo>
                    <a:pt x="1140" y="4"/>
                  </a:lnTo>
                  <a:lnTo>
                    <a:pt x="1140" y="3"/>
                  </a:lnTo>
                  <a:lnTo>
                    <a:pt x="1141" y="3"/>
                  </a:lnTo>
                  <a:lnTo>
                    <a:pt x="1141" y="4"/>
                  </a:lnTo>
                  <a:lnTo>
                    <a:pt x="1142" y="4"/>
                  </a:lnTo>
                  <a:lnTo>
                    <a:pt x="1142" y="4"/>
                  </a:lnTo>
                  <a:lnTo>
                    <a:pt x="1143" y="3"/>
                  </a:lnTo>
                  <a:lnTo>
                    <a:pt x="1144" y="5"/>
                  </a:lnTo>
                  <a:lnTo>
                    <a:pt x="1144" y="5"/>
                  </a:lnTo>
                  <a:lnTo>
                    <a:pt x="1144" y="5"/>
                  </a:lnTo>
                  <a:lnTo>
                    <a:pt x="1144" y="3"/>
                  </a:lnTo>
                  <a:lnTo>
                    <a:pt x="1145" y="5"/>
                  </a:lnTo>
                  <a:lnTo>
                    <a:pt x="1146" y="4"/>
                  </a:lnTo>
                  <a:lnTo>
                    <a:pt x="1146" y="4"/>
                  </a:lnTo>
                  <a:lnTo>
                    <a:pt x="1146" y="5"/>
                  </a:lnTo>
                  <a:lnTo>
                    <a:pt x="1147" y="3"/>
                  </a:lnTo>
                  <a:lnTo>
                    <a:pt x="1148" y="4"/>
                  </a:lnTo>
                  <a:lnTo>
                    <a:pt x="1148" y="4"/>
                  </a:lnTo>
                  <a:lnTo>
                    <a:pt x="1149" y="3"/>
                  </a:lnTo>
                  <a:lnTo>
                    <a:pt x="1149" y="5"/>
                  </a:lnTo>
                  <a:lnTo>
                    <a:pt x="1150" y="4"/>
                  </a:lnTo>
                  <a:lnTo>
                    <a:pt x="1150" y="4"/>
                  </a:lnTo>
                  <a:lnTo>
                    <a:pt x="1151" y="5"/>
                  </a:lnTo>
                  <a:lnTo>
                    <a:pt x="1151" y="3"/>
                  </a:lnTo>
                  <a:lnTo>
                    <a:pt x="1152" y="4"/>
                  </a:lnTo>
                  <a:lnTo>
                    <a:pt x="1152" y="4"/>
                  </a:lnTo>
                  <a:lnTo>
                    <a:pt x="1152" y="3"/>
                  </a:lnTo>
                  <a:lnTo>
                    <a:pt x="1154" y="5"/>
                  </a:lnTo>
                  <a:lnTo>
                    <a:pt x="1154" y="4"/>
                  </a:lnTo>
                  <a:lnTo>
                    <a:pt x="1154" y="4"/>
                  </a:lnTo>
                  <a:lnTo>
                    <a:pt x="1155" y="5"/>
                  </a:lnTo>
                  <a:lnTo>
                    <a:pt x="1156" y="3"/>
                  </a:lnTo>
                  <a:lnTo>
                    <a:pt x="1156" y="3"/>
                  </a:lnTo>
                  <a:lnTo>
                    <a:pt x="1156" y="4"/>
                  </a:lnTo>
                  <a:lnTo>
                    <a:pt x="1156" y="5"/>
                  </a:lnTo>
                  <a:lnTo>
                    <a:pt x="1158" y="3"/>
                  </a:lnTo>
                  <a:lnTo>
                    <a:pt x="1158" y="3"/>
                  </a:lnTo>
                  <a:lnTo>
                    <a:pt x="1158" y="4"/>
                  </a:lnTo>
                  <a:lnTo>
                    <a:pt x="1159" y="5"/>
                  </a:lnTo>
                  <a:lnTo>
                    <a:pt x="1160" y="3"/>
                  </a:lnTo>
                  <a:lnTo>
                    <a:pt x="1160" y="4"/>
                  </a:lnTo>
                  <a:lnTo>
                    <a:pt x="1160" y="3"/>
                  </a:lnTo>
                  <a:lnTo>
                    <a:pt x="1160" y="3"/>
                  </a:lnTo>
                  <a:lnTo>
                    <a:pt x="1160" y="4"/>
                  </a:lnTo>
                  <a:lnTo>
                    <a:pt x="1162" y="3"/>
                  </a:lnTo>
                  <a:lnTo>
                    <a:pt x="1162" y="4"/>
                  </a:lnTo>
                  <a:lnTo>
                    <a:pt x="1163" y="4"/>
                  </a:lnTo>
                  <a:lnTo>
                    <a:pt x="1164" y="2"/>
                  </a:lnTo>
                  <a:lnTo>
                    <a:pt x="1164" y="3"/>
                  </a:lnTo>
                  <a:lnTo>
                    <a:pt x="1164" y="3"/>
                  </a:lnTo>
                  <a:lnTo>
                    <a:pt x="1165" y="4"/>
                  </a:lnTo>
                  <a:lnTo>
                    <a:pt x="1166" y="2"/>
                  </a:lnTo>
                  <a:lnTo>
                    <a:pt x="1166" y="3"/>
                  </a:lnTo>
                  <a:lnTo>
                    <a:pt x="1166" y="3"/>
                  </a:lnTo>
                  <a:lnTo>
                    <a:pt x="1167" y="4"/>
                  </a:lnTo>
                  <a:lnTo>
                    <a:pt x="1168" y="2"/>
                  </a:lnTo>
                  <a:lnTo>
                    <a:pt x="1168" y="3"/>
                  </a:lnTo>
                  <a:lnTo>
                    <a:pt x="1168" y="3"/>
                  </a:lnTo>
                  <a:lnTo>
                    <a:pt x="1169" y="3"/>
                  </a:lnTo>
                  <a:lnTo>
                    <a:pt x="1170" y="4"/>
                  </a:lnTo>
                  <a:lnTo>
                    <a:pt x="1170" y="3"/>
                  </a:lnTo>
                  <a:lnTo>
                    <a:pt x="1170" y="3"/>
                  </a:lnTo>
                  <a:lnTo>
                    <a:pt x="1171" y="3"/>
                  </a:lnTo>
                  <a:lnTo>
                    <a:pt x="1172" y="4"/>
                  </a:lnTo>
                  <a:lnTo>
                    <a:pt x="1172" y="4"/>
                  </a:lnTo>
                  <a:lnTo>
                    <a:pt x="1172" y="4"/>
                  </a:lnTo>
                  <a:lnTo>
                    <a:pt x="1172" y="4"/>
                  </a:lnTo>
                  <a:lnTo>
                    <a:pt x="1174" y="3"/>
                  </a:lnTo>
                  <a:lnTo>
                    <a:pt x="1174" y="3"/>
                  </a:lnTo>
                  <a:lnTo>
                    <a:pt x="1174" y="3"/>
                  </a:lnTo>
                  <a:lnTo>
                    <a:pt x="1174" y="4"/>
                  </a:lnTo>
                  <a:lnTo>
                    <a:pt x="1175" y="2"/>
                  </a:lnTo>
                  <a:lnTo>
                    <a:pt x="1176" y="3"/>
                  </a:lnTo>
                  <a:lnTo>
                    <a:pt x="1176" y="3"/>
                  </a:lnTo>
                  <a:lnTo>
                    <a:pt x="1176" y="3"/>
                  </a:lnTo>
                  <a:lnTo>
                    <a:pt x="1178" y="4"/>
                  </a:lnTo>
                  <a:lnTo>
                    <a:pt x="1178" y="4"/>
                  </a:lnTo>
                  <a:lnTo>
                    <a:pt x="1178" y="3"/>
                  </a:lnTo>
                  <a:lnTo>
                    <a:pt x="1179" y="3"/>
                  </a:lnTo>
                  <a:lnTo>
                    <a:pt x="1179" y="4"/>
                  </a:lnTo>
                  <a:lnTo>
                    <a:pt x="1180" y="3"/>
                  </a:lnTo>
                  <a:lnTo>
                    <a:pt x="1180" y="3"/>
                  </a:lnTo>
                  <a:lnTo>
                    <a:pt x="1181" y="3"/>
                  </a:lnTo>
                  <a:lnTo>
                    <a:pt x="1181" y="4"/>
                  </a:lnTo>
                  <a:lnTo>
                    <a:pt x="1182" y="4"/>
                  </a:lnTo>
                  <a:lnTo>
                    <a:pt x="1182" y="3"/>
                  </a:lnTo>
                  <a:lnTo>
                    <a:pt x="1182" y="4"/>
                  </a:lnTo>
                  <a:lnTo>
                    <a:pt x="1184" y="2"/>
                  </a:lnTo>
                  <a:lnTo>
                    <a:pt x="1184" y="3"/>
                  </a:lnTo>
                  <a:lnTo>
                    <a:pt x="1184" y="2"/>
                  </a:lnTo>
                  <a:lnTo>
                    <a:pt x="1185" y="3"/>
                  </a:lnTo>
                  <a:lnTo>
                    <a:pt x="1185" y="2"/>
                  </a:lnTo>
                  <a:lnTo>
                    <a:pt x="1186" y="2"/>
                  </a:lnTo>
                  <a:lnTo>
                    <a:pt x="1186" y="3"/>
                  </a:lnTo>
                  <a:lnTo>
                    <a:pt x="1187" y="2"/>
                  </a:lnTo>
                  <a:lnTo>
                    <a:pt x="1188" y="3"/>
                  </a:lnTo>
                  <a:lnTo>
                    <a:pt x="1188" y="3"/>
                  </a:lnTo>
                  <a:lnTo>
                    <a:pt x="1188" y="3"/>
                  </a:lnTo>
                  <a:lnTo>
                    <a:pt x="1189" y="2"/>
                  </a:lnTo>
                  <a:lnTo>
                    <a:pt x="1189" y="4"/>
                  </a:lnTo>
                  <a:lnTo>
                    <a:pt x="1190" y="3"/>
                  </a:lnTo>
                  <a:lnTo>
                    <a:pt x="1190" y="3"/>
                  </a:lnTo>
                  <a:lnTo>
                    <a:pt x="1190" y="3"/>
                  </a:lnTo>
                  <a:lnTo>
                    <a:pt x="1192" y="4"/>
                  </a:lnTo>
                  <a:lnTo>
                    <a:pt x="1192" y="4"/>
                  </a:lnTo>
                  <a:lnTo>
                    <a:pt x="1192" y="4"/>
                  </a:lnTo>
                  <a:lnTo>
                    <a:pt x="1193" y="3"/>
                  </a:lnTo>
                  <a:lnTo>
                    <a:pt x="1194" y="5"/>
                  </a:lnTo>
                  <a:lnTo>
                    <a:pt x="1194" y="5"/>
                  </a:lnTo>
                  <a:lnTo>
                    <a:pt x="1194" y="5"/>
                  </a:lnTo>
                  <a:lnTo>
                    <a:pt x="1194" y="5"/>
                  </a:lnTo>
                  <a:lnTo>
                    <a:pt x="1196" y="4"/>
                  </a:lnTo>
                  <a:lnTo>
                    <a:pt x="1196" y="4"/>
                  </a:lnTo>
                  <a:lnTo>
                    <a:pt x="1196" y="5"/>
                  </a:lnTo>
                  <a:lnTo>
                    <a:pt x="1196" y="5"/>
                  </a:lnTo>
                  <a:lnTo>
                    <a:pt x="1197" y="3"/>
                  </a:lnTo>
                  <a:lnTo>
                    <a:pt x="1198" y="4"/>
                  </a:lnTo>
                  <a:lnTo>
                    <a:pt x="1198" y="4"/>
                  </a:lnTo>
                  <a:lnTo>
                    <a:pt x="1199" y="5"/>
                  </a:lnTo>
                  <a:lnTo>
                    <a:pt x="1200" y="3"/>
                  </a:lnTo>
                  <a:lnTo>
                    <a:pt x="1200" y="4"/>
                  </a:lnTo>
                  <a:lnTo>
                    <a:pt x="1200" y="4"/>
                  </a:lnTo>
                  <a:lnTo>
                    <a:pt x="1200" y="5"/>
                  </a:lnTo>
                  <a:lnTo>
                    <a:pt x="1201" y="3"/>
                  </a:lnTo>
                  <a:lnTo>
                    <a:pt x="1202" y="3"/>
                  </a:lnTo>
                  <a:lnTo>
                    <a:pt x="1202" y="3"/>
                  </a:lnTo>
                  <a:lnTo>
                    <a:pt x="1203" y="5"/>
                  </a:lnTo>
                  <a:lnTo>
                    <a:pt x="1204" y="3"/>
                  </a:lnTo>
                  <a:lnTo>
                    <a:pt x="1204" y="3"/>
                  </a:lnTo>
                  <a:lnTo>
                    <a:pt x="1204" y="4"/>
                  </a:lnTo>
                  <a:lnTo>
                    <a:pt x="1205" y="5"/>
                  </a:lnTo>
                  <a:lnTo>
                    <a:pt x="1205" y="3"/>
                  </a:lnTo>
                  <a:lnTo>
                    <a:pt x="1206" y="4"/>
                  </a:lnTo>
                  <a:lnTo>
                    <a:pt x="1206" y="4"/>
                  </a:lnTo>
                  <a:lnTo>
                    <a:pt x="1206" y="3"/>
                  </a:lnTo>
                  <a:lnTo>
                    <a:pt x="1208" y="5"/>
                  </a:lnTo>
                  <a:lnTo>
                    <a:pt x="1208" y="4"/>
                  </a:lnTo>
                  <a:lnTo>
                    <a:pt x="1208" y="4"/>
                  </a:lnTo>
                  <a:lnTo>
                    <a:pt x="1208" y="3"/>
                  </a:lnTo>
                  <a:lnTo>
                    <a:pt x="1209" y="5"/>
                  </a:lnTo>
                  <a:lnTo>
                    <a:pt x="1210" y="4"/>
                  </a:lnTo>
                  <a:lnTo>
                    <a:pt x="1210" y="5"/>
                  </a:lnTo>
                  <a:lnTo>
                    <a:pt x="1211" y="5"/>
                  </a:lnTo>
                  <a:lnTo>
                    <a:pt x="1212" y="3"/>
                  </a:lnTo>
                  <a:lnTo>
                    <a:pt x="1212" y="4"/>
                  </a:lnTo>
                  <a:lnTo>
                    <a:pt x="1212" y="4"/>
                  </a:lnTo>
                  <a:lnTo>
                    <a:pt x="1213" y="3"/>
                  </a:lnTo>
                  <a:lnTo>
                    <a:pt x="1214" y="4"/>
                  </a:lnTo>
                  <a:lnTo>
                    <a:pt x="1214" y="4"/>
                  </a:lnTo>
                  <a:lnTo>
                    <a:pt x="1214" y="3"/>
                  </a:lnTo>
                  <a:lnTo>
                    <a:pt x="1215" y="3"/>
                  </a:lnTo>
                  <a:lnTo>
                    <a:pt x="1216" y="4"/>
                  </a:lnTo>
                  <a:lnTo>
                    <a:pt x="1216" y="4"/>
                  </a:lnTo>
                  <a:lnTo>
                    <a:pt x="1216" y="4"/>
                  </a:lnTo>
                  <a:lnTo>
                    <a:pt x="1217" y="3"/>
                  </a:lnTo>
                  <a:lnTo>
                    <a:pt x="1217" y="5"/>
                  </a:lnTo>
                  <a:lnTo>
                    <a:pt x="1218" y="4"/>
                  </a:lnTo>
                  <a:lnTo>
                    <a:pt x="1218" y="4"/>
                  </a:lnTo>
                  <a:lnTo>
                    <a:pt x="1220" y="3"/>
                  </a:lnTo>
                  <a:lnTo>
                    <a:pt x="1220" y="5"/>
                  </a:lnTo>
                  <a:lnTo>
                    <a:pt x="1220" y="4"/>
                  </a:lnTo>
                  <a:lnTo>
                    <a:pt x="1220" y="4"/>
                  </a:lnTo>
                  <a:lnTo>
                    <a:pt x="1221" y="3"/>
                  </a:lnTo>
                  <a:lnTo>
                    <a:pt x="1222" y="5"/>
                  </a:lnTo>
                  <a:lnTo>
                    <a:pt x="1222" y="4"/>
                  </a:lnTo>
                  <a:lnTo>
                    <a:pt x="1222" y="4"/>
                  </a:lnTo>
                  <a:lnTo>
                    <a:pt x="1223" y="5"/>
                  </a:lnTo>
                  <a:lnTo>
                    <a:pt x="1224" y="3"/>
                  </a:lnTo>
                  <a:lnTo>
                    <a:pt x="1224" y="4"/>
                  </a:lnTo>
                  <a:lnTo>
                    <a:pt x="1224" y="3"/>
                  </a:lnTo>
                  <a:lnTo>
                    <a:pt x="1226" y="5"/>
                  </a:lnTo>
                  <a:lnTo>
                    <a:pt x="1226" y="4"/>
                  </a:lnTo>
                  <a:lnTo>
                    <a:pt x="1226" y="5"/>
                  </a:lnTo>
                  <a:lnTo>
                    <a:pt x="1226" y="5"/>
                  </a:lnTo>
                  <a:lnTo>
                    <a:pt x="1226" y="3"/>
                  </a:lnTo>
                  <a:lnTo>
                    <a:pt x="1228" y="4"/>
                  </a:lnTo>
                  <a:lnTo>
                    <a:pt x="1228" y="4"/>
                  </a:lnTo>
                  <a:lnTo>
                    <a:pt x="1228" y="3"/>
                  </a:lnTo>
                  <a:lnTo>
                    <a:pt x="1230" y="5"/>
                  </a:lnTo>
                  <a:lnTo>
                    <a:pt x="1230" y="4"/>
                  </a:lnTo>
                  <a:lnTo>
                    <a:pt x="1230" y="4"/>
                  </a:lnTo>
                  <a:lnTo>
                    <a:pt x="1230" y="5"/>
                  </a:lnTo>
                  <a:lnTo>
                    <a:pt x="1232" y="3"/>
                  </a:lnTo>
                  <a:lnTo>
                    <a:pt x="1232" y="4"/>
                  </a:lnTo>
                  <a:lnTo>
                    <a:pt x="1232" y="4"/>
                  </a:lnTo>
                  <a:lnTo>
                    <a:pt x="1232" y="5"/>
                  </a:lnTo>
                  <a:lnTo>
                    <a:pt x="1233" y="3"/>
                  </a:lnTo>
                  <a:lnTo>
                    <a:pt x="1234" y="3"/>
                  </a:lnTo>
                  <a:lnTo>
                    <a:pt x="1234" y="4"/>
                  </a:lnTo>
                  <a:lnTo>
                    <a:pt x="1235" y="5"/>
                  </a:lnTo>
                  <a:lnTo>
                    <a:pt x="1236" y="3"/>
                  </a:lnTo>
                  <a:lnTo>
                    <a:pt x="1236" y="3"/>
                  </a:lnTo>
                  <a:lnTo>
                    <a:pt x="1236" y="4"/>
                  </a:lnTo>
                  <a:lnTo>
                    <a:pt x="1237" y="5"/>
                  </a:lnTo>
                  <a:lnTo>
                    <a:pt x="1238" y="3"/>
                  </a:lnTo>
                  <a:lnTo>
                    <a:pt x="1238" y="4"/>
                  </a:lnTo>
                  <a:lnTo>
                    <a:pt x="1238" y="3"/>
                  </a:lnTo>
                  <a:lnTo>
                    <a:pt x="1238" y="4"/>
                  </a:lnTo>
                  <a:lnTo>
                    <a:pt x="1240" y="3"/>
                  </a:lnTo>
                  <a:lnTo>
                    <a:pt x="1240" y="3"/>
                  </a:lnTo>
                  <a:lnTo>
                    <a:pt x="1240" y="3"/>
                  </a:lnTo>
                  <a:lnTo>
                    <a:pt x="1240" y="4"/>
                  </a:lnTo>
                  <a:lnTo>
                    <a:pt x="1241" y="2"/>
                  </a:lnTo>
                  <a:lnTo>
                    <a:pt x="1242" y="3"/>
                  </a:lnTo>
                  <a:lnTo>
                    <a:pt x="1242" y="3"/>
                  </a:lnTo>
                  <a:lnTo>
                    <a:pt x="1242" y="2"/>
                  </a:lnTo>
                  <a:lnTo>
                    <a:pt x="1244" y="4"/>
                  </a:lnTo>
                  <a:lnTo>
                    <a:pt x="1244" y="3"/>
                  </a:lnTo>
                  <a:lnTo>
                    <a:pt x="1244" y="3"/>
                  </a:lnTo>
                  <a:lnTo>
                    <a:pt x="1244" y="3"/>
                  </a:lnTo>
                  <a:lnTo>
                    <a:pt x="1245" y="4"/>
                  </a:lnTo>
                  <a:lnTo>
                    <a:pt x="1246" y="3"/>
                  </a:lnTo>
                  <a:lnTo>
                    <a:pt x="1246" y="3"/>
                  </a:lnTo>
                  <a:lnTo>
                    <a:pt x="1246" y="4"/>
                  </a:lnTo>
                  <a:lnTo>
                    <a:pt x="1247" y="2"/>
                  </a:lnTo>
                  <a:lnTo>
                    <a:pt x="1248" y="3"/>
                  </a:lnTo>
                  <a:lnTo>
                    <a:pt x="1248" y="3"/>
                  </a:lnTo>
                  <a:lnTo>
                    <a:pt x="1249" y="3"/>
                  </a:lnTo>
                  <a:lnTo>
                    <a:pt x="1250" y="2"/>
                  </a:lnTo>
                  <a:lnTo>
                    <a:pt x="1250" y="2"/>
                  </a:lnTo>
                  <a:lnTo>
                    <a:pt x="1250" y="2"/>
                  </a:lnTo>
                  <a:lnTo>
                    <a:pt x="1250" y="2"/>
                  </a:lnTo>
                  <a:lnTo>
                    <a:pt x="1252" y="3"/>
                  </a:lnTo>
                  <a:lnTo>
                    <a:pt x="1252" y="2"/>
                  </a:lnTo>
                  <a:lnTo>
                    <a:pt x="1252" y="2"/>
                  </a:lnTo>
                  <a:lnTo>
                    <a:pt x="1252" y="2"/>
                  </a:lnTo>
                  <a:lnTo>
                    <a:pt x="1253" y="3"/>
                  </a:lnTo>
                  <a:lnTo>
                    <a:pt x="1254" y="2"/>
                  </a:lnTo>
                  <a:lnTo>
                    <a:pt x="1254" y="3"/>
                  </a:lnTo>
                  <a:lnTo>
                    <a:pt x="1255" y="2"/>
                  </a:lnTo>
                  <a:lnTo>
                    <a:pt x="1256" y="3"/>
                  </a:lnTo>
                  <a:lnTo>
                    <a:pt x="1256" y="3"/>
                  </a:lnTo>
                  <a:lnTo>
                    <a:pt x="1256" y="3"/>
                  </a:lnTo>
                  <a:lnTo>
                    <a:pt x="1257" y="3"/>
                  </a:lnTo>
                  <a:lnTo>
                    <a:pt x="1257" y="2"/>
                  </a:lnTo>
                  <a:lnTo>
                    <a:pt x="1258" y="3"/>
                  </a:lnTo>
                  <a:lnTo>
                    <a:pt x="1258" y="3"/>
                  </a:lnTo>
                  <a:lnTo>
                    <a:pt x="1259" y="3"/>
                  </a:lnTo>
                  <a:lnTo>
                    <a:pt x="1260" y="2"/>
                  </a:lnTo>
                  <a:lnTo>
                    <a:pt x="1260" y="3"/>
                  </a:lnTo>
                  <a:lnTo>
                    <a:pt x="1260" y="3"/>
                  </a:lnTo>
                  <a:lnTo>
                    <a:pt x="1261" y="3"/>
                  </a:lnTo>
                  <a:lnTo>
                    <a:pt x="1262" y="2"/>
                  </a:lnTo>
                  <a:lnTo>
                    <a:pt x="1262" y="3"/>
                  </a:lnTo>
                  <a:lnTo>
                    <a:pt x="1262" y="2"/>
                  </a:lnTo>
                  <a:lnTo>
                    <a:pt x="1262" y="3"/>
                  </a:lnTo>
                  <a:lnTo>
                    <a:pt x="1264" y="2"/>
                  </a:lnTo>
                  <a:lnTo>
                    <a:pt x="1264" y="3"/>
                  </a:lnTo>
                  <a:lnTo>
                    <a:pt x="1264" y="3"/>
                  </a:lnTo>
                  <a:lnTo>
                    <a:pt x="1265" y="2"/>
                  </a:lnTo>
                  <a:lnTo>
                    <a:pt x="1266" y="4"/>
                  </a:lnTo>
                  <a:lnTo>
                    <a:pt x="1266" y="4"/>
                  </a:lnTo>
                  <a:lnTo>
                    <a:pt x="1266" y="4"/>
                  </a:lnTo>
                  <a:lnTo>
                    <a:pt x="1267" y="4"/>
                  </a:lnTo>
                  <a:lnTo>
                    <a:pt x="1267" y="3"/>
                  </a:lnTo>
                  <a:lnTo>
                    <a:pt x="1268" y="3"/>
                  </a:lnTo>
                  <a:lnTo>
                    <a:pt x="1268" y="3"/>
                  </a:lnTo>
                  <a:lnTo>
                    <a:pt x="1270" y="4"/>
                  </a:lnTo>
                  <a:lnTo>
                    <a:pt x="1270" y="3"/>
                  </a:lnTo>
                  <a:lnTo>
                    <a:pt x="1270" y="3"/>
                  </a:lnTo>
                  <a:lnTo>
                    <a:pt x="1270" y="3"/>
                  </a:lnTo>
                  <a:lnTo>
                    <a:pt x="1271" y="4"/>
                  </a:lnTo>
                  <a:lnTo>
                    <a:pt x="1271" y="3"/>
                  </a:lnTo>
                  <a:lnTo>
                    <a:pt x="1272" y="4"/>
                  </a:lnTo>
                  <a:lnTo>
                    <a:pt x="1272" y="3"/>
                  </a:lnTo>
                  <a:lnTo>
                    <a:pt x="1273" y="4"/>
                  </a:lnTo>
                  <a:lnTo>
                    <a:pt x="1273" y="3"/>
                  </a:lnTo>
                  <a:lnTo>
                    <a:pt x="1274" y="3"/>
                  </a:lnTo>
                  <a:lnTo>
                    <a:pt x="1274" y="3"/>
                  </a:lnTo>
                  <a:lnTo>
                    <a:pt x="1274" y="3"/>
                  </a:lnTo>
                  <a:lnTo>
                    <a:pt x="1276" y="5"/>
                  </a:lnTo>
                  <a:lnTo>
                    <a:pt x="1276" y="4"/>
                  </a:lnTo>
                  <a:lnTo>
                    <a:pt x="1276" y="4"/>
                  </a:lnTo>
                  <a:lnTo>
                    <a:pt x="1277" y="5"/>
                  </a:lnTo>
                  <a:lnTo>
                    <a:pt x="1278" y="3"/>
                  </a:lnTo>
                  <a:lnTo>
                    <a:pt x="1278" y="4"/>
                  </a:lnTo>
                  <a:lnTo>
                    <a:pt x="1278" y="4"/>
                  </a:lnTo>
                  <a:lnTo>
                    <a:pt x="1279" y="3"/>
                  </a:lnTo>
                  <a:lnTo>
                    <a:pt x="1280" y="5"/>
                  </a:lnTo>
                  <a:lnTo>
                    <a:pt x="1280" y="4"/>
                  </a:lnTo>
                  <a:lnTo>
                    <a:pt x="1280" y="4"/>
                  </a:lnTo>
                  <a:lnTo>
                    <a:pt x="1280" y="5"/>
                  </a:lnTo>
                  <a:lnTo>
                    <a:pt x="1282" y="3"/>
                  </a:lnTo>
                  <a:lnTo>
                    <a:pt x="1282" y="3"/>
                  </a:lnTo>
                  <a:lnTo>
                    <a:pt x="1282" y="4"/>
                  </a:lnTo>
                  <a:lnTo>
                    <a:pt x="1283" y="4"/>
                  </a:lnTo>
                  <a:lnTo>
                    <a:pt x="1283" y="3"/>
                  </a:lnTo>
                  <a:lnTo>
                    <a:pt x="1284" y="3"/>
                  </a:lnTo>
                  <a:lnTo>
                    <a:pt x="1284" y="3"/>
                  </a:lnTo>
                  <a:lnTo>
                    <a:pt x="1285" y="3"/>
                  </a:lnTo>
                  <a:lnTo>
                    <a:pt x="1286" y="4"/>
                  </a:lnTo>
                  <a:lnTo>
                    <a:pt x="1286" y="3"/>
                  </a:lnTo>
                  <a:lnTo>
                    <a:pt x="1286" y="4"/>
                  </a:lnTo>
                  <a:lnTo>
                    <a:pt x="1287" y="3"/>
                  </a:lnTo>
                  <a:lnTo>
                    <a:pt x="1288" y="4"/>
                  </a:lnTo>
                  <a:lnTo>
                    <a:pt x="1288" y="3"/>
                  </a:lnTo>
                  <a:lnTo>
                    <a:pt x="1288" y="3"/>
                  </a:lnTo>
                  <a:lnTo>
                    <a:pt x="1288" y="4"/>
                  </a:lnTo>
                  <a:lnTo>
                    <a:pt x="1290" y="3"/>
                  </a:lnTo>
                  <a:lnTo>
                    <a:pt x="1290" y="3"/>
                  </a:lnTo>
                  <a:lnTo>
                    <a:pt x="1290" y="3"/>
                  </a:lnTo>
                  <a:lnTo>
                    <a:pt x="1291" y="5"/>
                  </a:lnTo>
                  <a:lnTo>
                    <a:pt x="1291" y="3"/>
                  </a:lnTo>
                  <a:lnTo>
                    <a:pt x="1292" y="4"/>
                  </a:lnTo>
                  <a:lnTo>
                    <a:pt x="1292" y="4"/>
                  </a:lnTo>
                  <a:lnTo>
                    <a:pt x="1294" y="3"/>
                  </a:lnTo>
                  <a:lnTo>
                    <a:pt x="1294" y="4"/>
                  </a:lnTo>
                  <a:lnTo>
                    <a:pt x="1294" y="4"/>
                  </a:lnTo>
                  <a:lnTo>
                    <a:pt x="1294" y="4"/>
                  </a:lnTo>
                  <a:lnTo>
                    <a:pt x="1295" y="4"/>
                  </a:lnTo>
                  <a:lnTo>
                    <a:pt x="1296" y="3"/>
                  </a:lnTo>
                  <a:lnTo>
                    <a:pt x="1296" y="3"/>
                  </a:lnTo>
                  <a:lnTo>
                    <a:pt x="1296" y="3"/>
                  </a:lnTo>
                  <a:lnTo>
                    <a:pt x="1296" y="3"/>
                  </a:lnTo>
                  <a:lnTo>
                    <a:pt x="1298" y="5"/>
                  </a:lnTo>
                  <a:lnTo>
                    <a:pt x="1298" y="4"/>
                  </a:lnTo>
                  <a:lnTo>
                    <a:pt x="1298" y="5"/>
                  </a:lnTo>
                  <a:lnTo>
                    <a:pt x="1300" y="3"/>
                  </a:lnTo>
                  <a:lnTo>
                    <a:pt x="1300" y="5"/>
                  </a:lnTo>
                  <a:lnTo>
                    <a:pt x="1300" y="4"/>
                  </a:lnTo>
                  <a:lnTo>
                    <a:pt x="1300" y="5"/>
                  </a:lnTo>
                  <a:lnTo>
                    <a:pt x="1301" y="5"/>
                  </a:lnTo>
                  <a:lnTo>
                    <a:pt x="1301" y="4"/>
                  </a:lnTo>
                  <a:lnTo>
                    <a:pt x="1302" y="5"/>
                  </a:lnTo>
                  <a:lnTo>
                    <a:pt x="1302" y="4"/>
                  </a:lnTo>
                  <a:lnTo>
                    <a:pt x="1302" y="5"/>
                  </a:lnTo>
                  <a:lnTo>
                    <a:pt x="1304" y="3"/>
                  </a:lnTo>
                  <a:lnTo>
                    <a:pt x="1304" y="4"/>
                  </a:lnTo>
                  <a:lnTo>
                    <a:pt x="1304" y="5"/>
                  </a:lnTo>
                  <a:lnTo>
                    <a:pt x="1306" y="5"/>
                  </a:lnTo>
                  <a:lnTo>
                    <a:pt x="1306" y="3"/>
                  </a:lnTo>
                  <a:lnTo>
                    <a:pt x="1306" y="4"/>
                  </a:lnTo>
                  <a:lnTo>
                    <a:pt x="1306" y="4"/>
                  </a:lnTo>
                  <a:lnTo>
                    <a:pt x="1307" y="3"/>
                  </a:lnTo>
                  <a:lnTo>
                    <a:pt x="1308" y="5"/>
                  </a:lnTo>
                  <a:lnTo>
                    <a:pt x="1308" y="4"/>
                  </a:lnTo>
                  <a:lnTo>
                    <a:pt x="1308" y="4"/>
                  </a:lnTo>
                  <a:lnTo>
                    <a:pt x="1309" y="5"/>
                  </a:lnTo>
                  <a:lnTo>
                    <a:pt x="1309" y="3"/>
                  </a:lnTo>
                  <a:lnTo>
                    <a:pt x="1310" y="3"/>
                  </a:lnTo>
                  <a:lnTo>
                    <a:pt x="1310" y="3"/>
                  </a:lnTo>
                  <a:lnTo>
                    <a:pt x="1311" y="4"/>
                  </a:lnTo>
                  <a:lnTo>
                    <a:pt x="1312" y="3"/>
                  </a:lnTo>
                  <a:lnTo>
                    <a:pt x="1312" y="3"/>
                  </a:lnTo>
                  <a:lnTo>
                    <a:pt x="1312" y="3"/>
                  </a:lnTo>
                  <a:lnTo>
                    <a:pt x="1313" y="4"/>
                  </a:lnTo>
                  <a:lnTo>
                    <a:pt x="1314" y="3"/>
                  </a:lnTo>
                  <a:lnTo>
                    <a:pt x="1314" y="3"/>
                  </a:lnTo>
                  <a:lnTo>
                    <a:pt x="1314" y="3"/>
                  </a:lnTo>
                  <a:lnTo>
                    <a:pt x="1315" y="4"/>
                  </a:lnTo>
                  <a:lnTo>
                    <a:pt x="1316" y="2"/>
                  </a:lnTo>
                  <a:lnTo>
                    <a:pt x="1316" y="3"/>
                  </a:lnTo>
                  <a:lnTo>
                    <a:pt x="1316" y="3"/>
                  </a:lnTo>
                  <a:lnTo>
                    <a:pt x="1317" y="2"/>
                  </a:lnTo>
                  <a:lnTo>
                    <a:pt x="1318" y="3"/>
                  </a:lnTo>
                  <a:lnTo>
                    <a:pt x="1318" y="3"/>
                  </a:lnTo>
                  <a:lnTo>
                    <a:pt x="1318" y="3"/>
                  </a:lnTo>
                  <a:lnTo>
                    <a:pt x="1319" y="3"/>
                  </a:lnTo>
                  <a:lnTo>
                    <a:pt x="1319" y="2"/>
                  </a:lnTo>
                  <a:lnTo>
                    <a:pt x="1320" y="3"/>
                  </a:lnTo>
                  <a:lnTo>
                    <a:pt x="1320" y="2"/>
                  </a:lnTo>
                  <a:lnTo>
                    <a:pt x="1321" y="2"/>
                  </a:lnTo>
                  <a:lnTo>
                    <a:pt x="1322" y="4"/>
                  </a:lnTo>
                  <a:lnTo>
                    <a:pt x="1322" y="3"/>
                  </a:lnTo>
                  <a:lnTo>
                    <a:pt x="1322" y="3"/>
                  </a:lnTo>
                  <a:lnTo>
                    <a:pt x="1323" y="2"/>
                  </a:lnTo>
                  <a:lnTo>
                    <a:pt x="1323" y="4"/>
                  </a:lnTo>
                  <a:lnTo>
                    <a:pt x="1324" y="3"/>
                  </a:lnTo>
                  <a:lnTo>
                    <a:pt x="1324" y="3"/>
                  </a:lnTo>
                  <a:lnTo>
                    <a:pt x="1326" y="4"/>
                  </a:lnTo>
                  <a:lnTo>
                    <a:pt x="1326" y="3"/>
                  </a:lnTo>
                  <a:lnTo>
                    <a:pt x="1326" y="3"/>
                  </a:lnTo>
                  <a:lnTo>
                    <a:pt x="1326" y="3"/>
                  </a:lnTo>
                  <a:lnTo>
                    <a:pt x="1327" y="4"/>
                  </a:lnTo>
                  <a:lnTo>
                    <a:pt x="1328" y="2"/>
                  </a:lnTo>
                  <a:lnTo>
                    <a:pt x="1328" y="3"/>
                  </a:lnTo>
                  <a:lnTo>
                    <a:pt x="1328" y="3"/>
                  </a:lnTo>
                  <a:lnTo>
                    <a:pt x="1329" y="2"/>
                  </a:lnTo>
                  <a:lnTo>
                    <a:pt x="1329" y="3"/>
                  </a:lnTo>
                  <a:lnTo>
                    <a:pt x="1330" y="3"/>
                  </a:lnTo>
                  <a:lnTo>
                    <a:pt x="1330" y="3"/>
                  </a:lnTo>
                  <a:lnTo>
                    <a:pt x="1330" y="4"/>
                  </a:lnTo>
                  <a:lnTo>
                    <a:pt x="1332" y="2"/>
                  </a:lnTo>
                  <a:lnTo>
                    <a:pt x="1332" y="3"/>
                  </a:lnTo>
                  <a:lnTo>
                    <a:pt x="1332" y="3"/>
                  </a:lnTo>
                  <a:lnTo>
                    <a:pt x="1333" y="2"/>
                  </a:lnTo>
                  <a:lnTo>
                    <a:pt x="1334" y="3"/>
                  </a:lnTo>
                  <a:lnTo>
                    <a:pt x="1334" y="3"/>
                  </a:lnTo>
                  <a:lnTo>
                    <a:pt x="1334" y="3"/>
                  </a:lnTo>
                  <a:lnTo>
                    <a:pt x="1335" y="2"/>
                  </a:lnTo>
                  <a:lnTo>
                    <a:pt x="1336" y="4"/>
                  </a:lnTo>
                  <a:lnTo>
                    <a:pt x="1336" y="3"/>
                  </a:lnTo>
                  <a:lnTo>
                    <a:pt x="1336" y="3"/>
                  </a:lnTo>
                  <a:lnTo>
                    <a:pt x="1337" y="2"/>
                  </a:lnTo>
                  <a:lnTo>
                    <a:pt x="1338" y="4"/>
                  </a:lnTo>
                  <a:lnTo>
                    <a:pt x="1338" y="3"/>
                  </a:lnTo>
                  <a:lnTo>
                    <a:pt x="1338" y="3"/>
                  </a:lnTo>
                  <a:lnTo>
                    <a:pt x="1338" y="3"/>
                  </a:lnTo>
                  <a:lnTo>
                    <a:pt x="1339" y="2"/>
                  </a:lnTo>
                  <a:lnTo>
                    <a:pt x="1340" y="3"/>
                  </a:lnTo>
                  <a:lnTo>
                    <a:pt x="1340" y="3"/>
                  </a:lnTo>
                  <a:lnTo>
                    <a:pt x="1341" y="2"/>
                  </a:lnTo>
                  <a:lnTo>
                    <a:pt x="1341" y="3"/>
                  </a:lnTo>
                  <a:lnTo>
                    <a:pt x="1342" y="3"/>
                  </a:lnTo>
                  <a:lnTo>
                    <a:pt x="1342" y="3"/>
                  </a:lnTo>
                  <a:lnTo>
                    <a:pt x="1343" y="2"/>
                  </a:lnTo>
                  <a:lnTo>
                    <a:pt x="1344" y="4"/>
                  </a:lnTo>
                  <a:lnTo>
                    <a:pt x="1344" y="4"/>
                  </a:lnTo>
                  <a:lnTo>
                    <a:pt x="1344" y="3"/>
                  </a:lnTo>
                  <a:lnTo>
                    <a:pt x="1345" y="4"/>
                  </a:lnTo>
                  <a:lnTo>
                    <a:pt x="1346" y="3"/>
                  </a:lnTo>
                  <a:lnTo>
                    <a:pt x="1346" y="3"/>
                  </a:lnTo>
                  <a:lnTo>
                    <a:pt x="1346" y="3"/>
                  </a:lnTo>
                  <a:lnTo>
                    <a:pt x="1347" y="3"/>
                  </a:lnTo>
                  <a:lnTo>
                    <a:pt x="1347" y="4"/>
                  </a:lnTo>
                  <a:lnTo>
                    <a:pt x="1348" y="4"/>
                  </a:lnTo>
                  <a:lnTo>
                    <a:pt x="1348" y="4"/>
                  </a:lnTo>
                  <a:lnTo>
                    <a:pt x="1349" y="5"/>
                  </a:lnTo>
                  <a:lnTo>
                    <a:pt x="1350" y="2"/>
                  </a:lnTo>
                  <a:lnTo>
                    <a:pt x="1350" y="3"/>
                  </a:lnTo>
                  <a:lnTo>
                    <a:pt x="1350" y="3"/>
                  </a:lnTo>
                  <a:lnTo>
                    <a:pt x="1351" y="4"/>
                  </a:lnTo>
                  <a:lnTo>
                    <a:pt x="1352" y="2"/>
                  </a:lnTo>
                  <a:lnTo>
                    <a:pt x="1352" y="3"/>
                  </a:lnTo>
                  <a:lnTo>
                    <a:pt x="1352" y="3"/>
                  </a:lnTo>
                  <a:lnTo>
                    <a:pt x="1353" y="3"/>
                  </a:lnTo>
                  <a:lnTo>
                    <a:pt x="1354" y="4"/>
                  </a:lnTo>
                  <a:lnTo>
                    <a:pt x="1355" y="3"/>
                  </a:lnTo>
                  <a:lnTo>
                    <a:pt x="1355" y="4"/>
                  </a:lnTo>
                  <a:lnTo>
                    <a:pt x="1356" y="3"/>
                  </a:lnTo>
                  <a:lnTo>
                    <a:pt x="1356" y="4"/>
                  </a:lnTo>
                  <a:lnTo>
                    <a:pt x="1356" y="4"/>
                  </a:lnTo>
                  <a:lnTo>
                    <a:pt x="1356" y="4"/>
                  </a:lnTo>
                  <a:lnTo>
                    <a:pt x="1357" y="4"/>
                  </a:lnTo>
                  <a:lnTo>
                    <a:pt x="1358" y="3"/>
                  </a:lnTo>
                  <a:lnTo>
                    <a:pt x="1358" y="4"/>
                  </a:lnTo>
                  <a:lnTo>
                    <a:pt x="1358" y="3"/>
                  </a:lnTo>
                  <a:lnTo>
                    <a:pt x="1359" y="3"/>
                  </a:lnTo>
                  <a:lnTo>
                    <a:pt x="1360" y="5"/>
                  </a:lnTo>
                  <a:lnTo>
                    <a:pt x="1361" y="4"/>
                  </a:lnTo>
                  <a:lnTo>
                    <a:pt x="1361" y="4"/>
                  </a:lnTo>
                  <a:lnTo>
                    <a:pt x="1361" y="3"/>
                  </a:lnTo>
                  <a:lnTo>
                    <a:pt x="1361" y="5"/>
                  </a:lnTo>
                  <a:lnTo>
                    <a:pt x="1362" y="4"/>
                  </a:lnTo>
                  <a:lnTo>
                    <a:pt x="1362" y="4"/>
                  </a:lnTo>
                  <a:lnTo>
                    <a:pt x="1363" y="3"/>
                  </a:lnTo>
                  <a:lnTo>
                    <a:pt x="1364" y="5"/>
                  </a:lnTo>
                  <a:lnTo>
                    <a:pt x="1364" y="4"/>
                  </a:lnTo>
                  <a:lnTo>
                    <a:pt x="1364" y="4"/>
                  </a:lnTo>
                  <a:lnTo>
                    <a:pt x="1365" y="3"/>
                  </a:lnTo>
                  <a:lnTo>
                    <a:pt x="1366" y="5"/>
                  </a:lnTo>
                  <a:lnTo>
                    <a:pt x="1367" y="5"/>
                  </a:lnTo>
                  <a:lnTo>
                    <a:pt x="1367" y="4"/>
                  </a:lnTo>
                  <a:lnTo>
                    <a:pt x="1367" y="5"/>
                  </a:lnTo>
                  <a:lnTo>
                    <a:pt x="1368" y="4"/>
                  </a:lnTo>
                  <a:lnTo>
                    <a:pt x="1368" y="4"/>
                  </a:lnTo>
                  <a:lnTo>
                    <a:pt x="1368" y="4"/>
                  </a:lnTo>
                  <a:lnTo>
                    <a:pt x="1369" y="5"/>
                  </a:lnTo>
                  <a:lnTo>
                    <a:pt x="1370" y="4"/>
                  </a:lnTo>
                  <a:lnTo>
                    <a:pt x="1370" y="5"/>
                  </a:lnTo>
                  <a:lnTo>
                    <a:pt x="1370" y="5"/>
                  </a:lnTo>
                  <a:lnTo>
                    <a:pt x="1371" y="4"/>
                  </a:lnTo>
                  <a:lnTo>
                    <a:pt x="1373" y="6"/>
                  </a:lnTo>
                  <a:lnTo>
                    <a:pt x="1373" y="5"/>
                  </a:lnTo>
                  <a:lnTo>
                    <a:pt x="1373" y="5"/>
                  </a:lnTo>
                  <a:lnTo>
                    <a:pt x="1373" y="4"/>
                  </a:lnTo>
                  <a:lnTo>
                    <a:pt x="1374" y="6"/>
                  </a:lnTo>
                  <a:lnTo>
                    <a:pt x="1374" y="5"/>
                  </a:lnTo>
                  <a:lnTo>
                    <a:pt x="1374" y="5"/>
                  </a:lnTo>
                  <a:lnTo>
                    <a:pt x="1375" y="6"/>
                  </a:lnTo>
                  <a:lnTo>
                    <a:pt x="1376" y="4"/>
                  </a:lnTo>
                  <a:lnTo>
                    <a:pt x="1376" y="5"/>
                  </a:lnTo>
                  <a:lnTo>
                    <a:pt x="1376" y="5"/>
                  </a:lnTo>
                  <a:lnTo>
                    <a:pt x="1377" y="6"/>
                  </a:lnTo>
                  <a:lnTo>
                    <a:pt x="1379" y="4"/>
                  </a:lnTo>
                  <a:lnTo>
                    <a:pt x="1379" y="5"/>
                  </a:lnTo>
                  <a:lnTo>
                    <a:pt x="1379" y="5"/>
                  </a:lnTo>
                  <a:lnTo>
                    <a:pt x="1379" y="5"/>
                  </a:lnTo>
                  <a:lnTo>
                    <a:pt x="1380" y="4"/>
                  </a:lnTo>
                  <a:lnTo>
                    <a:pt x="1380" y="5"/>
                  </a:lnTo>
                  <a:lnTo>
                    <a:pt x="1380" y="4"/>
                  </a:lnTo>
                  <a:lnTo>
                    <a:pt x="1382" y="6"/>
                  </a:lnTo>
                  <a:lnTo>
                    <a:pt x="1382" y="5"/>
                  </a:lnTo>
                  <a:lnTo>
                    <a:pt x="1382" y="5"/>
                  </a:lnTo>
                  <a:lnTo>
                    <a:pt x="1384" y="5"/>
                  </a:lnTo>
                  <a:lnTo>
                    <a:pt x="1384" y="3"/>
                  </a:lnTo>
                  <a:lnTo>
                    <a:pt x="1385" y="4"/>
                  </a:lnTo>
                  <a:lnTo>
                    <a:pt x="1385" y="4"/>
                  </a:lnTo>
                  <a:lnTo>
                    <a:pt x="1385" y="5"/>
                  </a:lnTo>
                  <a:lnTo>
                    <a:pt x="1386" y="3"/>
                  </a:lnTo>
                  <a:lnTo>
                    <a:pt x="1386" y="4"/>
                  </a:lnTo>
                  <a:lnTo>
                    <a:pt x="1386" y="4"/>
                  </a:lnTo>
                  <a:lnTo>
                    <a:pt x="1386" y="5"/>
                  </a:lnTo>
                  <a:lnTo>
                    <a:pt x="1388" y="3"/>
                  </a:lnTo>
                  <a:lnTo>
                    <a:pt x="1388" y="4"/>
                  </a:lnTo>
                  <a:lnTo>
                    <a:pt x="1388" y="3"/>
                  </a:lnTo>
                  <a:lnTo>
                    <a:pt x="1389" y="3"/>
                  </a:lnTo>
                  <a:lnTo>
                    <a:pt x="1391" y="4"/>
                  </a:lnTo>
                  <a:lnTo>
                    <a:pt x="1391" y="4"/>
                  </a:lnTo>
                  <a:lnTo>
                    <a:pt x="1391" y="3"/>
                  </a:lnTo>
                  <a:lnTo>
                    <a:pt x="1391" y="3"/>
                  </a:lnTo>
                  <a:lnTo>
                    <a:pt x="1392" y="4"/>
                  </a:lnTo>
                  <a:lnTo>
                    <a:pt x="1392" y="3"/>
                  </a:lnTo>
                  <a:lnTo>
                    <a:pt x="1392" y="4"/>
                  </a:lnTo>
                  <a:lnTo>
                    <a:pt x="1393" y="3"/>
                  </a:lnTo>
                  <a:lnTo>
                    <a:pt x="1394" y="5"/>
                  </a:lnTo>
                  <a:lnTo>
                    <a:pt x="1394" y="4"/>
                  </a:lnTo>
                  <a:lnTo>
                    <a:pt x="1394" y="3"/>
                  </a:lnTo>
                  <a:lnTo>
                    <a:pt x="1395" y="4"/>
                  </a:lnTo>
                  <a:lnTo>
                    <a:pt x="1396" y="3"/>
                  </a:lnTo>
                  <a:lnTo>
                    <a:pt x="1397" y="3"/>
                  </a:lnTo>
                  <a:lnTo>
                    <a:pt x="1397" y="4"/>
                  </a:lnTo>
                  <a:lnTo>
                    <a:pt x="1397" y="4"/>
                  </a:lnTo>
                  <a:lnTo>
                    <a:pt x="1397" y="2"/>
                  </a:lnTo>
                  <a:lnTo>
                    <a:pt x="1398" y="3"/>
                  </a:lnTo>
                  <a:lnTo>
                    <a:pt x="1398" y="3"/>
                  </a:lnTo>
                  <a:lnTo>
                    <a:pt x="1399" y="3"/>
                  </a:lnTo>
                  <a:lnTo>
                    <a:pt x="1400" y="6"/>
                  </a:lnTo>
                  <a:lnTo>
                    <a:pt x="1400" y="5"/>
                  </a:lnTo>
                  <a:lnTo>
                    <a:pt x="1400" y="5"/>
                  </a:lnTo>
                  <a:lnTo>
                    <a:pt x="1402" y="6"/>
                  </a:lnTo>
                  <a:lnTo>
                    <a:pt x="1402" y="4"/>
                  </a:lnTo>
                  <a:lnTo>
                    <a:pt x="1403" y="5"/>
                  </a:lnTo>
                  <a:lnTo>
                    <a:pt x="1403" y="5"/>
                  </a:lnTo>
                  <a:lnTo>
                    <a:pt x="1403" y="5"/>
                  </a:lnTo>
                  <a:lnTo>
                    <a:pt x="1403" y="6"/>
                  </a:lnTo>
                  <a:lnTo>
                    <a:pt x="1404" y="5"/>
                  </a:lnTo>
                  <a:lnTo>
                    <a:pt x="1404" y="5"/>
                  </a:lnTo>
                  <a:lnTo>
                    <a:pt x="1406" y="5"/>
                  </a:lnTo>
                  <a:lnTo>
                    <a:pt x="1406" y="6"/>
                  </a:lnTo>
                  <a:lnTo>
                    <a:pt x="1406" y="6"/>
                  </a:lnTo>
                  <a:lnTo>
                    <a:pt x="1406" y="6"/>
                  </a:lnTo>
                  <a:lnTo>
                    <a:pt x="1407" y="6"/>
                  </a:lnTo>
                  <a:lnTo>
                    <a:pt x="1408" y="5"/>
                  </a:lnTo>
                  <a:lnTo>
                    <a:pt x="1409" y="6"/>
                  </a:lnTo>
                  <a:lnTo>
                    <a:pt x="1409" y="5"/>
                  </a:lnTo>
                  <a:lnTo>
                    <a:pt x="1409" y="5"/>
                  </a:lnTo>
                  <a:lnTo>
                    <a:pt x="1410" y="7"/>
                  </a:lnTo>
                  <a:lnTo>
                    <a:pt x="1410" y="6"/>
                  </a:lnTo>
                  <a:lnTo>
                    <a:pt x="1410" y="6"/>
                  </a:lnTo>
                  <a:lnTo>
                    <a:pt x="1412" y="7"/>
                  </a:lnTo>
                  <a:lnTo>
                    <a:pt x="1412" y="5"/>
                  </a:lnTo>
                  <a:lnTo>
                    <a:pt x="1412" y="6"/>
                  </a:lnTo>
                  <a:lnTo>
                    <a:pt x="1412" y="6"/>
                  </a:lnTo>
                  <a:lnTo>
                    <a:pt x="1413" y="7"/>
                  </a:lnTo>
                  <a:lnTo>
                    <a:pt x="1414" y="5"/>
                  </a:lnTo>
                  <a:lnTo>
                    <a:pt x="1415" y="6"/>
                  </a:lnTo>
                  <a:lnTo>
                    <a:pt x="1415" y="6"/>
                  </a:lnTo>
                  <a:lnTo>
                    <a:pt x="1415" y="5"/>
                  </a:lnTo>
                  <a:lnTo>
                    <a:pt x="1416" y="7"/>
                  </a:lnTo>
                  <a:lnTo>
                    <a:pt x="1416" y="6"/>
                  </a:lnTo>
                  <a:lnTo>
                    <a:pt x="1416" y="6"/>
                  </a:lnTo>
                  <a:lnTo>
                    <a:pt x="1417" y="6"/>
                  </a:lnTo>
                  <a:lnTo>
                    <a:pt x="1417" y="7"/>
                  </a:lnTo>
                  <a:lnTo>
                    <a:pt x="1418" y="6"/>
                  </a:lnTo>
                  <a:lnTo>
                    <a:pt x="1418" y="6"/>
                  </a:lnTo>
                  <a:lnTo>
                    <a:pt x="1420" y="5"/>
                  </a:lnTo>
                  <a:lnTo>
                    <a:pt x="1420" y="7"/>
                  </a:lnTo>
                  <a:lnTo>
                    <a:pt x="1421" y="6"/>
                  </a:lnTo>
                  <a:lnTo>
                    <a:pt x="1421" y="6"/>
                  </a:lnTo>
                  <a:lnTo>
                    <a:pt x="1422" y="7"/>
                  </a:lnTo>
                  <a:lnTo>
                    <a:pt x="1422" y="5"/>
                  </a:lnTo>
                  <a:lnTo>
                    <a:pt x="1423" y="6"/>
                  </a:lnTo>
                  <a:lnTo>
                    <a:pt x="1423" y="6"/>
                  </a:lnTo>
                  <a:lnTo>
                    <a:pt x="1424" y="6"/>
                  </a:lnTo>
                  <a:lnTo>
                    <a:pt x="1424" y="5"/>
                  </a:lnTo>
                  <a:lnTo>
                    <a:pt x="1424" y="6"/>
                  </a:lnTo>
                  <a:lnTo>
                    <a:pt x="1424" y="6"/>
                  </a:lnTo>
                  <a:lnTo>
                    <a:pt x="1425" y="6"/>
                  </a:lnTo>
                  <a:lnTo>
                    <a:pt x="1426" y="5"/>
                  </a:lnTo>
                  <a:lnTo>
                    <a:pt x="1427" y="5"/>
                  </a:lnTo>
                  <a:lnTo>
                    <a:pt x="1427" y="5"/>
                  </a:lnTo>
                  <a:lnTo>
                    <a:pt x="1427" y="6"/>
                  </a:lnTo>
                  <a:lnTo>
                    <a:pt x="1429" y="5"/>
                  </a:lnTo>
                  <a:lnTo>
                    <a:pt x="1429" y="5"/>
                  </a:lnTo>
                  <a:lnTo>
                    <a:pt x="1429" y="5"/>
                  </a:lnTo>
                  <a:lnTo>
                    <a:pt x="1429" y="5"/>
                  </a:lnTo>
                  <a:lnTo>
                    <a:pt x="1430" y="6"/>
                  </a:lnTo>
                  <a:lnTo>
                    <a:pt x="1430" y="5"/>
                  </a:lnTo>
                  <a:lnTo>
                    <a:pt x="1430" y="5"/>
                  </a:lnTo>
                  <a:lnTo>
                    <a:pt x="1431" y="5"/>
                  </a:lnTo>
                  <a:lnTo>
                    <a:pt x="1432" y="6"/>
                  </a:lnTo>
                  <a:lnTo>
                    <a:pt x="1433" y="5"/>
                  </a:lnTo>
                  <a:lnTo>
                    <a:pt x="1433" y="6"/>
                  </a:lnTo>
                  <a:lnTo>
                    <a:pt x="1433" y="5"/>
                  </a:lnTo>
                  <a:lnTo>
                    <a:pt x="1435" y="6"/>
                  </a:lnTo>
                  <a:lnTo>
                    <a:pt x="1435" y="5"/>
                  </a:lnTo>
                  <a:lnTo>
                    <a:pt x="1435" y="5"/>
                  </a:lnTo>
                  <a:lnTo>
                    <a:pt x="1435" y="6"/>
                  </a:lnTo>
                  <a:lnTo>
                    <a:pt x="1436" y="5"/>
                  </a:lnTo>
                  <a:lnTo>
                    <a:pt x="1436" y="6"/>
                  </a:lnTo>
                  <a:lnTo>
                    <a:pt x="1436" y="6"/>
                  </a:lnTo>
                  <a:lnTo>
                    <a:pt x="1438" y="6"/>
                  </a:lnTo>
                  <a:lnTo>
                    <a:pt x="1438" y="5"/>
                  </a:lnTo>
                  <a:lnTo>
                    <a:pt x="1439" y="5"/>
                  </a:lnTo>
                  <a:lnTo>
                    <a:pt x="1439" y="5"/>
                  </a:lnTo>
                  <a:lnTo>
                    <a:pt x="1439" y="6"/>
                  </a:lnTo>
                  <a:lnTo>
                    <a:pt x="1439" y="5"/>
                  </a:lnTo>
                  <a:lnTo>
                    <a:pt x="1441" y="5"/>
                  </a:lnTo>
                  <a:lnTo>
                    <a:pt x="1441" y="5"/>
                  </a:lnTo>
                  <a:lnTo>
                    <a:pt x="1441" y="4"/>
                  </a:lnTo>
                  <a:lnTo>
                    <a:pt x="1442" y="6"/>
                  </a:lnTo>
                  <a:lnTo>
                    <a:pt x="1442" y="5"/>
                  </a:lnTo>
                  <a:lnTo>
                    <a:pt x="1442" y="5"/>
                  </a:lnTo>
                  <a:lnTo>
                    <a:pt x="1443" y="6"/>
                  </a:lnTo>
                  <a:lnTo>
                    <a:pt x="1444" y="5"/>
                  </a:lnTo>
                  <a:lnTo>
                    <a:pt x="1445" y="5"/>
                  </a:lnTo>
                  <a:lnTo>
                    <a:pt x="1445" y="5"/>
                  </a:lnTo>
                  <a:lnTo>
                    <a:pt x="1445" y="6"/>
                  </a:lnTo>
                  <a:lnTo>
                    <a:pt x="1445" y="5"/>
                  </a:lnTo>
                  <a:lnTo>
                    <a:pt x="1447" y="5"/>
                  </a:lnTo>
                  <a:lnTo>
                    <a:pt x="1447" y="5"/>
                  </a:lnTo>
                  <a:lnTo>
                    <a:pt x="1447" y="5"/>
                  </a:lnTo>
                  <a:lnTo>
                    <a:pt x="1448" y="6"/>
                  </a:lnTo>
                  <a:lnTo>
                    <a:pt x="1448" y="5"/>
                  </a:lnTo>
                  <a:lnTo>
                    <a:pt x="1448" y="5"/>
                  </a:lnTo>
                  <a:lnTo>
                    <a:pt x="1449" y="5"/>
                  </a:lnTo>
                  <a:lnTo>
                    <a:pt x="1450" y="6"/>
                  </a:lnTo>
                  <a:lnTo>
                    <a:pt x="1451" y="5"/>
                  </a:lnTo>
                  <a:lnTo>
                    <a:pt x="1451" y="6"/>
                  </a:lnTo>
                  <a:lnTo>
                    <a:pt x="1451" y="6"/>
                  </a:lnTo>
                  <a:lnTo>
                    <a:pt x="1451" y="5"/>
                  </a:lnTo>
                  <a:lnTo>
                    <a:pt x="1453" y="6"/>
                  </a:lnTo>
                  <a:lnTo>
                    <a:pt x="1453" y="6"/>
                  </a:lnTo>
                  <a:lnTo>
                    <a:pt x="1453" y="6"/>
                  </a:lnTo>
                  <a:lnTo>
                    <a:pt x="1454" y="5"/>
                  </a:lnTo>
                  <a:lnTo>
                    <a:pt x="1454" y="6"/>
                  </a:lnTo>
                  <a:lnTo>
                    <a:pt x="1454" y="6"/>
                  </a:lnTo>
                  <a:lnTo>
                    <a:pt x="1456" y="5"/>
                  </a:lnTo>
                  <a:lnTo>
                    <a:pt x="1457" y="6"/>
                  </a:lnTo>
                  <a:lnTo>
                    <a:pt x="1457" y="6"/>
                  </a:lnTo>
                  <a:lnTo>
                    <a:pt x="1457" y="6"/>
                  </a:lnTo>
                  <a:lnTo>
                    <a:pt x="1458" y="7"/>
                  </a:lnTo>
                  <a:lnTo>
                    <a:pt x="1459" y="5"/>
                  </a:lnTo>
                  <a:lnTo>
                    <a:pt x="1459" y="6"/>
                  </a:lnTo>
                  <a:lnTo>
                    <a:pt x="1459" y="6"/>
                  </a:lnTo>
                  <a:lnTo>
                    <a:pt x="1459" y="5"/>
                  </a:lnTo>
                  <a:lnTo>
                    <a:pt x="1460" y="7"/>
                  </a:lnTo>
                  <a:lnTo>
                    <a:pt x="1460" y="6"/>
                  </a:lnTo>
                  <a:lnTo>
                    <a:pt x="1460" y="6"/>
                  </a:lnTo>
                  <a:lnTo>
                    <a:pt x="1461" y="7"/>
                  </a:lnTo>
                  <a:lnTo>
                    <a:pt x="1461" y="6"/>
                  </a:lnTo>
                  <a:lnTo>
                    <a:pt x="1463" y="6"/>
                  </a:lnTo>
                  <a:lnTo>
                    <a:pt x="1463" y="6"/>
                  </a:lnTo>
                  <a:lnTo>
                    <a:pt x="1463" y="5"/>
                  </a:lnTo>
                  <a:lnTo>
                    <a:pt x="1463" y="7"/>
                  </a:lnTo>
                  <a:lnTo>
                    <a:pt x="1465" y="6"/>
                  </a:lnTo>
                  <a:lnTo>
                    <a:pt x="1465" y="6"/>
                  </a:lnTo>
                  <a:lnTo>
                    <a:pt x="1466" y="7"/>
                  </a:lnTo>
                  <a:lnTo>
                    <a:pt x="1466" y="5"/>
                  </a:lnTo>
                  <a:lnTo>
                    <a:pt x="1466" y="6"/>
                  </a:lnTo>
                  <a:lnTo>
                    <a:pt x="1466" y="6"/>
                  </a:lnTo>
                  <a:lnTo>
                    <a:pt x="1467" y="5"/>
                  </a:lnTo>
                  <a:lnTo>
                    <a:pt x="1468" y="6"/>
                  </a:lnTo>
                  <a:lnTo>
                    <a:pt x="1469" y="6"/>
                  </a:lnTo>
                  <a:lnTo>
                    <a:pt x="1469" y="6"/>
                  </a:lnTo>
                  <a:lnTo>
                    <a:pt x="1469" y="6"/>
                  </a:lnTo>
                  <a:lnTo>
                    <a:pt x="1469" y="5"/>
                  </a:lnTo>
                  <a:lnTo>
                    <a:pt x="1471" y="6"/>
                  </a:lnTo>
                  <a:lnTo>
                    <a:pt x="1471" y="5"/>
                  </a:lnTo>
                  <a:lnTo>
                    <a:pt x="1471" y="5"/>
                  </a:lnTo>
                  <a:lnTo>
                    <a:pt x="1472" y="6"/>
                  </a:lnTo>
                  <a:lnTo>
                    <a:pt x="1472" y="6"/>
                  </a:lnTo>
                  <a:lnTo>
                    <a:pt x="1472" y="5"/>
                  </a:lnTo>
                  <a:lnTo>
                    <a:pt x="1474" y="5"/>
                  </a:lnTo>
                  <a:lnTo>
                    <a:pt x="1474" y="7"/>
                  </a:lnTo>
                  <a:lnTo>
                    <a:pt x="1475" y="6"/>
                  </a:lnTo>
                  <a:lnTo>
                    <a:pt x="1475" y="6"/>
                  </a:lnTo>
                  <a:lnTo>
                    <a:pt x="1475" y="6"/>
                  </a:lnTo>
                  <a:lnTo>
                    <a:pt x="1475" y="26"/>
                  </a:lnTo>
                  <a:lnTo>
                    <a:pt x="1477" y="26"/>
                  </a:lnTo>
                  <a:lnTo>
                    <a:pt x="1477" y="26"/>
                  </a:lnTo>
                  <a:lnTo>
                    <a:pt x="1477" y="26"/>
                  </a:lnTo>
                  <a:lnTo>
                    <a:pt x="1478" y="24"/>
                  </a:lnTo>
                  <a:lnTo>
                    <a:pt x="1478" y="25"/>
                  </a:lnTo>
                  <a:lnTo>
                    <a:pt x="1478" y="25"/>
                  </a:lnTo>
                  <a:lnTo>
                    <a:pt x="1479" y="24"/>
                  </a:lnTo>
                  <a:lnTo>
                    <a:pt x="1480" y="26"/>
                  </a:lnTo>
                  <a:lnTo>
                    <a:pt x="1481" y="25"/>
                  </a:lnTo>
                  <a:lnTo>
                    <a:pt x="1481" y="25"/>
                  </a:lnTo>
                  <a:lnTo>
                    <a:pt x="1481" y="24"/>
                  </a:lnTo>
                  <a:lnTo>
                    <a:pt x="1482" y="26"/>
                  </a:lnTo>
                  <a:lnTo>
                    <a:pt x="1483" y="25"/>
                  </a:lnTo>
                  <a:lnTo>
                    <a:pt x="1483" y="25"/>
                  </a:lnTo>
                  <a:lnTo>
                    <a:pt x="1483" y="26"/>
                  </a:lnTo>
                  <a:lnTo>
                    <a:pt x="1484" y="25"/>
                  </a:lnTo>
                  <a:lnTo>
                    <a:pt x="1484" y="25"/>
                  </a:lnTo>
                  <a:lnTo>
                    <a:pt x="1484" y="25"/>
                  </a:lnTo>
                  <a:lnTo>
                    <a:pt x="1486" y="25"/>
                  </a:lnTo>
                  <a:lnTo>
                    <a:pt x="1486" y="26"/>
                  </a:lnTo>
                  <a:lnTo>
                    <a:pt x="1487" y="25"/>
                  </a:lnTo>
                  <a:lnTo>
                    <a:pt x="1487" y="26"/>
                  </a:lnTo>
                  <a:lnTo>
                    <a:pt x="1487" y="25"/>
                  </a:lnTo>
                  <a:lnTo>
                    <a:pt x="1488" y="27"/>
                  </a:lnTo>
                  <a:lnTo>
                    <a:pt x="1489" y="26"/>
                  </a:lnTo>
                  <a:lnTo>
                    <a:pt x="1489" y="26"/>
                  </a:lnTo>
                  <a:lnTo>
                    <a:pt x="1489" y="26"/>
                  </a:lnTo>
                  <a:lnTo>
                    <a:pt x="1491" y="25"/>
                  </a:lnTo>
                  <a:lnTo>
                    <a:pt x="1491" y="25"/>
                  </a:lnTo>
                  <a:lnTo>
                    <a:pt x="1491" y="25"/>
                  </a:lnTo>
                  <a:lnTo>
                    <a:pt x="1491" y="26"/>
                  </a:lnTo>
                  <a:lnTo>
                    <a:pt x="1491" y="24"/>
                  </a:lnTo>
                  <a:lnTo>
                    <a:pt x="1493" y="25"/>
                  </a:lnTo>
                  <a:lnTo>
                    <a:pt x="1493" y="25"/>
                  </a:lnTo>
                  <a:lnTo>
                    <a:pt x="1493" y="25"/>
                  </a:lnTo>
                  <a:lnTo>
                    <a:pt x="1494" y="23"/>
                  </a:lnTo>
                  <a:lnTo>
                    <a:pt x="1495" y="24"/>
                  </a:lnTo>
                  <a:lnTo>
                    <a:pt x="1495" y="24"/>
                  </a:lnTo>
                  <a:lnTo>
                    <a:pt x="1495" y="25"/>
                  </a:lnTo>
                  <a:lnTo>
                    <a:pt x="1495" y="23"/>
                  </a:lnTo>
                  <a:lnTo>
                    <a:pt x="1497" y="24"/>
                  </a:lnTo>
                  <a:lnTo>
                    <a:pt x="1497" y="24"/>
                  </a:lnTo>
                  <a:lnTo>
                    <a:pt x="1497" y="23"/>
                  </a:lnTo>
                  <a:lnTo>
                    <a:pt x="1498" y="26"/>
                  </a:lnTo>
                  <a:lnTo>
                    <a:pt x="1499" y="25"/>
                  </a:lnTo>
                  <a:lnTo>
                    <a:pt x="1499" y="25"/>
                  </a:lnTo>
                  <a:lnTo>
                    <a:pt x="1500" y="24"/>
                  </a:lnTo>
                  <a:lnTo>
                    <a:pt x="1501" y="26"/>
                  </a:lnTo>
                  <a:lnTo>
                    <a:pt x="1501" y="25"/>
                  </a:lnTo>
                  <a:lnTo>
                    <a:pt x="1501" y="26"/>
                  </a:lnTo>
                  <a:lnTo>
                    <a:pt x="1501" y="25"/>
                  </a:lnTo>
                  <a:lnTo>
                    <a:pt x="1502" y="26"/>
                  </a:lnTo>
                  <a:lnTo>
                    <a:pt x="1503" y="26"/>
                  </a:lnTo>
                  <a:lnTo>
                    <a:pt x="1503" y="25"/>
                  </a:lnTo>
                  <a:lnTo>
                    <a:pt x="1503" y="25"/>
                  </a:lnTo>
                  <a:lnTo>
                    <a:pt x="1504" y="28"/>
                  </a:lnTo>
                  <a:lnTo>
                    <a:pt x="1505" y="27"/>
                  </a:lnTo>
                  <a:lnTo>
                    <a:pt x="1505" y="27"/>
                  </a:lnTo>
                  <a:lnTo>
                    <a:pt x="1505" y="26"/>
                  </a:lnTo>
                  <a:lnTo>
                    <a:pt x="1507" y="29"/>
                  </a:lnTo>
                  <a:lnTo>
                    <a:pt x="1507" y="29"/>
                  </a:lnTo>
                  <a:lnTo>
                    <a:pt x="1507" y="29"/>
                  </a:lnTo>
                  <a:lnTo>
                    <a:pt x="1507" y="28"/>
                  </a:lnTo>
                  <a:lnTo>
                    <a:pt x="1509" y="30"/>
                  </a:lnTo>
                  <a:lnTo>
                    <a:pt x="1509" y="29"/>
                  </a:lnTo>
                  <a:lnTo>
                    <a:pt x="1509" y="30"/>
                  </a:lnTo>
                  <a:lnTo>
                    <a:pt x="1509" y="29"/>
                  </a:lnTo>
                  <a:lnTo>
                    <a:pt x="1510" y="30"/>
                  </a:lnTo>
                  <a:lnTo>
                    <a:pt x="1511" y="29"/>
                  </a:lnTo>
                  <a:lnTo>
                    <a:pt x="1511" y="30"/>
                  </a:lnTo>
                  <a:lnTo>
                    <a:pt x="1512" y="29"/>
                  </a:lnTo>
                  <a:lnTo>
                    <a:pt x="1513" y="31"/>
                  </a:lnTo>
                  <a:lnTo>
                    <a:pt x="1513" y="30"/>
                  </a:lnTo>
                  <a:lnTo>
                    <a:pt x="1513" y="30"/>
                  </a:lnTo>
                  <a:lnTo>
                    <a:pt x="1514" y="31"/>
                  </a:lnTo>
                  <a:lnTo>
                    <a:pt x="1515" y="30"/>
                  </a:lnTo>
                  <a:lnTo>
                    <a:pt x="1515" y="30"/>
                  </a:lnTo>
                  <a:lnTo>
                    <a:pt x="1515" y="30"/>
                  </a:lnTo>
                  <a:lnTo>
                    <a:pt x="1515" y="29"/>
                  </a:lnTo>
                  <a:lnTo>
                    <a:pt x="1516" y="31"/>
                  </a:lnTo>
                  <a:lnTo>
                    <a:pt x="1517" y="31"/>
                  </a:lnTo>
                  <a:lnTo>
                    <a:pt x="1517" y="30"/>
                  </a:lnTo>
                  <a:lnTo>
                    <a:pt x="1518" y="31"/>
                  </a:lnTo>
                  <a:lnTo>
                    <a:pt x="1519" y="30"/>
                  </a:lnTo>
                  <a:lnTo>
                    <a:pt x="1519" y="30"/>
                  </a:lnTo>
                  <a:lnTo>
                    <a:pt x="1519" y="31"/>
                  </a:lnTo>
                  <a:lnTo>
                    <a:pt x="1519" y="30"/>
                  </a:lnTo>
                  <a:lnTo>
                    <a:pt x="1520" y="31"/>
                  </a:lnTo>
                  <a:lnTo>
                    <a:pt x="1521" y="31"/>
                  </a:lnTo>
                  <a:lnTo>
                    <a:pt x="1521" y="31"/>
                  </a:lnTo>
                  <a:lnTo>
                    <a:pt x="1522" y="30"/>
                  </a:lnTo>
                  <a:lnTo>
                    <a:pt x="1522" y="32"/>
                  </a:lnTo>
                  <a:lnTo>
                    <a:pt x="1523" y="31"/>
                  </a:lnTo>
                  <a:lnTo>
                    <a:pt x="1523" y="31"/>
                  </a:lnTo>
                  <a:lnTo>
                    <a:pt x="1523" y="31"/>
                  </a:lnTo>
                  <a:lnTo>
                    <a:pt x="1524" y="32"/>
                  </a:lnTo>
                  <a:lnTo>
                    <a:pt x="1525" y="31"/>
                  </a:lnTo>
                  <a:lnTo>
                    <a:pt x="1525" y="32"/>
                  </a:lnTo>
                  <a:lnTo>
                    <a:pt x="1525" y="30"/>
                  </a:lnTo>
                  <a:lnTo>
                    <a:pt x="1525" y="32"/>
                  </a:lnTo>
                  <a:lnTo>
                    <a:pt x="1527" y="32"/>
                  </a:lnTo>
                  <a:lnTo>
                    <a:pt x="1527" y="32"/>
                  </a:lnTo>
                  <a:lnTo>
                    <a:pt x="1527" y="31"/>
                  </a:lnTo>
                  <a:lnTo>
                    <a:pt x="1528" y="33"/>
                  </a:lnTo>
                  <a:lnTo>
                    <a:pt x="1529" y="32"/>
                  </a:lnTo>
                  <a:lnTo>
                    <a:pt x="1529" y="33"/>
                  </a:lnTo>
                  <a:lnTo>
                    <a:pt x="1529" y="32"/>
                  </a:lnTo>
                  <a:lnTo>
                    <a:pt x="1530" y="33"/>
                  </a:lnTo>
                  <a:lnTo>
                    <a:pt x="1531" y="32"/>
                  </a:lnTo>
                  <a:lnTo>
                    <a:pt x="1531" y="32"/>
                  </a:lnTo>
                  <a:lnTo>
                    <a:pt x="1531" y="32"/>
                  </a:lnTo>
                  <a:lnTo>
                    <a:pt x="1532" y="34"/>
                  </a:lnTo>
                  <a:lnTo>
                    <a:pt x="1533" y="34"/>
                  </a:lnTo>
                  <a:lnTo>
                    <a:pt x="1533" y="33"/>
                  </a:lnTo>
                  <a:lnTo>
                    <a:pt x="1534" y="34"/>
                  </a:lnTo>
                  <a:lnTo>
                    <a:pt x="1534" y="33"/>
                  </a:lnTo>
                  <a:lnTo>
                    <a:pt x="1535" y="33"/>
                  </a:lnTo>
                  <a:lnTo>
                    <a:pt x="1535" y="33"/>
                  </a:lnTo>
                  <a:lnTo>
                    <a:pt x="1536" y="34"/>
                  </a:lnTo>
                  <a:lnTo>
                    <a:pt x="1537" y="32"/>
                  </a:lnTo>
                  <a:lnTo>
                    <a:pt x="1537" y="33"/>
                  </a:lnTo>
                  <a:lnTo>
                    <a:pt x="1537" y="33"/>
                  </a:lnTo>
                  <a:lnTo>
                    <a:pt x="1537" y="34"/>
                  </a:lnTo>
                  <a:lnTo>
                    <a:pt x="1538" y="32"/>
                  </a:lnTo>
                  <a:lnTo>
                    <a:pt x="1539" y="32"/>
                  </a:lnTo>
                  <a:lnTo>
                    <a:pt x="1539" y="33"/>
                  </a:lnTo>
                  <a:lnTo>
                    <a:pt x="1540" y="34"/>
                  </a:lnTo>
                  <a:lnTo>
                    <a:pt x="1540" y="32"/>
                  </a:lnTo>
                  <a:lnTo>
                    <a:pt x="1541" y="32"/>
                  </a:lnTo>
                  <a:lnTo>
                    <a:pt x="1541" y="32"/>
                  </a:lnTo>
                  <a:lnTo>
                    <a:pt x="1541" y="33"/>
                  </a:lnTo>
                  <a:lnTo>
                    <a:pt x="1542" y="32"/>
                  </a:lnTo>
                  <a:lnTo>
                    <a:pt x="1543" y="32"/>
                  </a:lnTo>
                  <a:lnTo>
                    <a:pt x="1543" y="32"/>
                  </a:lnTo>
                  <a:lnTo>
                    <a:pt x="1544" y="33"/>
                  </a:lnTo>
                  <a:lnTo>
                    <a:pt x="1545" y="31"/>
                  </a:lnTo>
                  <a:lnTo>
                    <a:pt x="1545" y="31"/>
                  </a:lnTo>
                  <a:lnTo>
                    <a:pt x="1545" y="31"/>
                  </a:lnTo>
                  <a:lnTo>
                    <a:pt x="1546" y="31"/>
                  </a:lnTo>
                  <a:lnTo>
                    <a:pt x="1546" y="32"/>
                  </a:lnTo>
                  <a:lnTo>
                    <a:pt x="1547" y="31"/>
                  </a:lnTo>
                  <a:lnTo>
                    <a:pt x="1547" y="31"/>
                  </a:lnTo>
                  <a:lnTo>
                    <a:pt x="1547" y="32"/>
                  </a:lnTo>
                  <a:lnTo>
                    <a:pt x="1548" y="31"/>
                  </a:lnTo>
                  <a:lnTo>
                    <a:pt x="1549" y="32"/>
                  </a:lnTo>
                  <a:lnTo>
                    <a:pt x="1549" y="31"/>
                  </a:lnTo>
                  <a:lnTo>
                    <a:pt x="1549" y="31"/>
                  </a:lnTo>
                  <a:lnTo>
                    <a:pt x="1551" y="693"/>
                  </a:lnTo>
                  <a:lnTo>
                    <a:pt x="1551" y="692"/>
                  </a:lnTo>
                  <a:lnTo>
                    <a:pt x="1551" y="692"/>
                  </a:lnTo>
                  <a:lnTo>
                    <a:pt x="1551" y="693"/>
                  </a:lnTo>
                  <a:lnTo>
                    <a:pt x="1553" y="692"/>
                  </a:lnTo>
                  <a:lnTo>
                    <a:pt x="1553" y="692"/>
                  </a:lnTo>
                  <a:lnTo>
                    <a:pt x="1553" y="692"/>
                  </a:lnTo>
                  <a:lnTo>
                    <a:pt x="1553" y="692"/>
                  </a:lnTo>
                  <a:lnTo>
                    <a:pt x="1554" y="696"/>
                  </a:lnTo>
                  <a:lnTo>
                    <a:pt x="1555" y="695"/>
                  </a:lnTo>
                  <a:lnTo>
                    <a:pt x="1555" y="695"/>
                  </a:lnTo>
                  <a:lnTo>
                    <a:pt x="1556" y="694"/>
                  </a:lnTo>
                  <a:lnTo>
                    <a:pt x="1557" y="703"/>
                  </a:lnTo>
                  <a:lnTo>
                    <a:pt x="1557" y="703"/>
                  </a:lnTo>
                  <a:lnTo>
                    <a:pt x="1557" y="703"/>
                  </a:lnTo>
                  <a:lnTo>
                    <a:pt x="1557" y="704"/>
                  </a:lnTo>
                  <a:lnTo>
                    <a:pt x="1559" y="702"/>
                  </a:lnTo>
                  <a:lnTo>
                    <a:pt x="1559" y="703"/>
                  </a:lnTo>
                  <a:lnTo>
                    <a:pt x="1559" y="703"/>
                  </a:lnTo>
                  <a:lnTo>
                    <a:pt x="1559" y="702"/>
                  </a:lnTo>
                  <a:lnTo>
                    <a:pt x="1560" y="723"/>
                  </a:lnTo>
                  <a:lnTo>
                    <a:pt x="1561" y="723"/>
                  </a:lnTo>
                  <a:lnTo>
                    <a:pt x="1561" y="723"/>
                  </a:lnTo>
                  <a:lnTo>
                    <a:pt x="1561" y="722"/>
                  </a:lnTo>
                  <a:lnTo>
                    <a:pt x="1563" y="736"/>
                  </a:lnTo>
                  <a:lnTo>
                    <a:pt x="1563" y="736"/>
                  </a:lnTo>
                  <a:lnTo>
                    <a:pt x="1563" y="736"/>
                  </a:lnTo>
                  <a:lnTo>
                    <a:pt x="1564" y="740"/>
                  </a:lnTo>
                  <a:lnTo>
                    <a:pt x="1565" y="740"/>
                  </a:lnTo>
                  <a:lnTo>
                    <a:pt x="1565" y="739"/>
                  </a:lnTo>
                  <a:lnTo>
                    <a:pt x="1565" y="740"/>
                  </a:lnTo>
                  <a:lnTo>
                    <a:pt x="1567" y="738"/>
                  </a:lnTo>
                  <a:lnTo>
                    <a:pt x="1567" y="739"/>
                  </a:lnTo>
                  <a:lnTo>
                    <a:pt x="1567" y="739"/>
                  </a:lnTo>
                  <a:lnTo>
                    <a:pt x="1568" y="738"/>
                  </a:lnTo>
                  <a:lnTo>
                    <a:pt x="1568" y="739"/>
                  </a:lnTo>
                  <a:lnTo>
                    <a:pt x="1569" y="739"/>
                  </a:lnTo>
                  <a:lnTo>
                    <a:pt x="1569" y="739"/>
                  </a:lnTo>
                  <a:lnTo>
                    <a:pt x="1571" y="736"/>
                  </a:lnTo>
                  <a:lnTo>
                    <a:pt x="1571" y="736"/>
                  </a:lnTo>
                  <a:lnTo>
                    <a:pt x="1571" y="737"/>
                  </a:lnTo>
                  <a:lnTo>
                    <a:pt x="1571" y="737"/>
                  </a:lnTo>
                  <a:lnTo>
                    <a:pt x="1573" y="733"/>
                  </a:lnTo>
                  <a:lnTo>
                    <a:pt x="1573" y="734"/>
                  </a:lnTo>
                  <a:lnTo>
                    <a:pt x="1573" y="734"/>
                  </a:lnTo>
                  <a:lnTo>
                    <a:pt x="1573" y="735"/>
                  </a:lnTo>
                  <a:lnTo>
                    <a:pt x="1574" y="733"/>
                  </a:lnTo>
                  <a:lnTo>
                    <a:pt x="1575" y="734"/>
                  </a:lnTo>
                  <a:lnTo>
                    <a:pt x="1575" y="735"/>
                  </a:lnTo>
                  <a:lnTo>
                    <a:pt x="1575" y="735"/>
                  </a:lnTo>
                  <a:lnTo>
                    <a:pt x="1576" y="731"/>
                  </a:lnTo>
                  <a:lnTo>
                    <a:pt x="1577" y="732"/>
                  </a:lnTo>
                  <a:lnTo>
                    <a:pt x="1577" y="732"/>
                  </a:lnTo>
                  <a:lnTo>
                    <a:pt x="1578" y="733"/>
                  </a:lnTo>
                  <a:lnTo>
                    <a:pt x="1579" y="729"/>
                  </a:lnTo>
                  <a:lnTo>
                    <a:pt x="1579" y="729"/>
                  </a:lnTo>
                  <a:lnTo>
                    <a:pt x="1579" y="729"/>
                  </a:lnTo>
                  <a:lnTo>
                    <a:pt x="1579" y="729"/>
                  </a:lnTo>
                  <a:lnTo>
                    <a:pt x="1580" y="730"/>
                  </a:lnTo>
                  <a:lnTo>
                    <a:pt x="1581" y="729"/>
                  </a:lnTo>
                  <a:lnTo>
                    <a:pt x="1581" y="729"/>
                  </a:lnTo>
                  <a:lnTo>
                    <a:pt x="1581" y="730"/>
                  </a:lnTo>
                  <a:lnTo>
                    <a:pt x="1583" y="726"/>
                  </a:lnTo>
                  <a:lnTo>
                    <a:pt x="1583" y="727"/>
                  </a:lnTo>
                  <a:lnTo>
                    <a:pt x="1583" y="727"/>
                  </a:lnTo>
                  <a:lnTo>
                    <a:pt x="1584" y="727"/>
                  </a:lnTo>
                  <a:lnTo>
                    <a:pt x="1585" y="724"/>
                  </a:lnTo>
                  <a:lnTo>
                    <a:pt x="1585" y="724"/>
                  </a:lnTo>
                  <a:lnTo>
                    <a:pt x="1585" y="724"/>
                  </a:lnTo>
                  <a:lnTo>
                    <a:pt x="1586" y="725"/>
                  </a:lnTo>
                  <a:lnTo>
                    <a:pt x="1586" y="723"/>
                  </a:lnTo>
                  <a:lnTo>
                    <a:pt x="1587" y="724"/>
                  </a:lnTo>
                  <a:lnTo>
                    <a:pt x="1587" y="724"/>
                  </a:lnTo>
                  <a:lnTo>
                    <a:pt x="1587" y="725"/>
                  </a:lnTo>
                  <a:lnTo>
                    <a:pt x="1588" y="721"/>
                  </a:lnTo>
                  <a:lnTo>
                    <a:pt x="1589" y="722"/>
                  </a:lnTo>
                  <a:lnTo>
                    <a:pt x="1589" y="722"/>
                  </a:lnTo>
                  <a:lnTo>
                    <a:pt x="1590" y="723"/>
                  </a:lnTo>
                  <a:lnTo>
                    <a:pt x="1591" y="721"/>
                  </a:lnTo>
                  <a:lnTo>
                    <a:pt x="1591" y="721"/>
                  </a:lnTo>
                  <a:lnTo>
                    <a:pt x="1591" y="721"/>
                  </a:lnTo>
                  <a:lnTo>
                    <a:pt x="1591" y="721"/>
                  </a:lnTo>
                  <a:lnTo>
                    <a:pt x="1592" y="720"/>
                  </a:lnTo>
                  <a:lnTo>
                    <a:pt x="1593" y="721"/>
                  </a:lnTo>
                  <a:lnTo>
                    <a:pt x="1593" y="720"/>
                  </a:lnTo>
                  <a:lnTo>
                    <a:pt x="1593" y="721"/>
                  </a:lnTo>
                  <a:lnTo>
                    <a:pt x="1595" y="718"/>
                  </a:lnTo>
                  <a:lnTo>
                    <a:pt x="1595" y="718"/>
                  </a:lnTo>
                  <a:lnTo>
                    <a:pt x="1595" y="718"/>
                  </a:lnTo>
                  <a:lnTo>
                    <a:pt x="1596" y="719"/>
                  </a:lnTo>
                  <a:lnTo>
                    <a:pt x="1596" y="717"/>
                  </a:lnTo>
                  <a:lnTo>
                    <a:pt x="1597" y="719"/>
                  </a:lnTo>
                  <a:lnTo>
                    <a:pt x="1597" y="718"/>
                  </a:lnTo>
                  <a:lnTo>
                    <a:pt x="1597" y="718"/>
                  </a:lnTo>
                  <a:lnTo>
                    <a:pt x="1598" y="715"/>
                  </a:lnTo>
                  <a:lnTo>
                    <a:pt x="1599" y="716"/>
                  </a:lnTo>
                  <a:lnTo>
                    <a:pt x="1599" y="717"/>
                  </a:lnTo>
                  <a:lnTo>
                    <a:pt x="1599" y="717"/>
                  </a:lnTo>
                  <a:lnTo>
                    <a:pt x="1601" y="714"/>
                  </a:lnTo>
                  <a:lnTo>
                    <a:pt x="1601" y="714"/>
                  </a:lnTo>
                  <a:lnTo>
                    <a:pt x="1601" y="714"/>
                  </a:lnTo>
                  <a:lnTo>
                    <a:pt x="1601" y="715"/>
                  </a:lnTo>
                  <a:lnTo>
                    <a:pt x="1603" y="714"/>
                  </a:lnTo>
                  <a:lnTo>
                    <a:pt x="1603" y="715"/>
                  </a:lnTo>
                  <a:lnTo>
                    <a:pt x="1603" y="714"/>
                  </a:lnTo>
                  <a:lnTo>
                    <a:pt x="1603" y="715"/>
                  </a:lnTo>
                  <a:lnTo>
                    <a:pt x="1604" y="712"/>
                  </a:lnTo>
                  <a:lnTo>
                    <a:pt x="1605" y="713"/>
                  </a:lnTo>
                  <a:lnTo>
                    <a:pt x="1605" y="713"/>
                  </a:lnTo>
                  <a:lnTo>
                    <a:pt x="1606" y="714"/>
                  </a:lnTo>
                  <a:lnTo>
                    <a:pt x="1607" y="710"/>
                  </a:lnTo>
                  <a:lnTo>
                    <a:pt x="1607" y="711"/>
                  </a:lnTo>
                  <a:lnTo>
                    <a:pt x="1607" y="711"/>
                  </a:lnTo>
                  <a:lnTo>
                    <a:pt x="1608" y="710"/>
                  </a:lnTo>
                  <a:lnTo>
                    <a:pt x="1609" y="711"/>
                  </a:lnTo>
                  <a:lnTo>
                    <a:pt x="1609" y="711"/>
                  </a:lnTo>
                  <a:lnTo>
                    <a:pt x="1609" y="711"/>
                  </a:lnTo>
                  <a:lnTo>
                    <a:pt x="1609" y="711"/>
                  </a:lnTo>
                  <a:lnTo>
                    <a:pt x="1610" y="695"/>
                  </a:lnTo>
                  <a:lnTo>
                    <a:pt x="1611" y="696"/>
                  </a:lnTo>
                  <a:lnTo>
                    <a:pt x="1611" y="695"/>
                  </a:lnTo>
                  <a:lnTo>
                    <a:pt x="1611" y="697"/>
                  </a:lnTo>
                  <a:lnTo>
                    <a:pt x="1613" y="673"/>
                  </a:lnTo>
                  <a:lnTo>
                    <a:pt x="1613" y="673"/>
                  </a:lnTo>
                  <a:lnTo>
                    <a:pt x="1613" y="673"/>
                  </a:lnTo>
                  <a:lnTo>
                    <a:pt x="1613" y="673"/>
                  </a:lnTo>
                  <a:lnTo>
                    <a:pt x="1615" y="666"/>
                  </a:lnTo>
                  <a:lnTo>
                    <a:pt x="1615" y="667"/>
                  </a:lnTo>
                  <a:lnTo>
                    <a:pt x="1615" y="667"/>
                  </a:lnTo>
                  <a:lnTo>
                    <a:pt x="1616" y="667"/>
                  </a:lnTo>
                  <a:lnTo>
                    <a:pt x="1616" y="659"/>
                  </a:lnTo>
                  <a:lnTo>
                    <a:pt x="1617" y="659"/>
                  </a:lnTo>
                  <a:lnTo>
                    <a:pt x="1617" y="659"/>
                  </a:lnTo>
                  <a:lnTo>
                    <a:pt x="1619" y="660"/>
                  </a:lnTo>
                  <a:lnTo>
                    <a:pt x="1619" y="647"/>
                  </a:lnTo>
                  <a:lnTo>
                    <a:pt x="1619" y="648"/>
                  </a:lnTo>
                  <a:lnTo>
                    <a:pt x="1619" y="648"/>
                  </a:lnTo>
                  <a:lnTo>
                    <a:pt x="1619" y="648"/>
                  </a:lnTo>
                  <a:lnTo>
                    <a:pt x="1620" y="607"/>
                  </a:lnTo>
                  <a:lnTo>
                    <a:pt x="1621" y="608"/>
                  </a:lnTo>
                  <a:lnTo>
                    <a:pt x="1621" y="608"/>
                  </a:lnTo>
                  <a:lnTo>
                    <a:pt x="1621" y="609"/>
                  </a:lnTo>
                  <a:lnTo>
                    <a:pt x="1622" y="561"/>
                  </a:lnTo>
                  <a:lnTo>
                    <a:pt x="1623" y="562"/>
                  </a:lnTo>
                  <a:lnTo>
                    <a:pt x="1623" y="562"/>
                  </a:lnTo>
                  <a:lnTo>
                    <a:pt x="1624" y="561"/>
                  </a:lnTo>
                  <a:lnTo>
                    <a:pt x="1625" y="561"/>
                  </a:lnTo>
                  <a:lnTo>
                    <a:pt x="1625" y="561"/>
                  </a:lnTo>
                  <a:lnTo>
                    <a:pt x="1625" y="562"/>
                  </a:lnTo>
                  <a:lnTo>
                    <a:pt x="1627" y="252"/>
                  </a:lnTo>
                  <a:lnTo>
                    <a:pt x="1627" y="253"/>
                  </a:lnTo>
                  <a:lnTo>
                    <a:pt x="1627" y="253"/>
                  </a:lnTo>
                  <a:lnTo>
                    <a:pt x="1628" y="254"/>
                  </a:lnTo>
                  <a:lnTo>
                    <a:pt x="1628" y="252"/>
                  </a:lnTo>
                  <a:lnTo>
                    <a:pt x="1629" y="253"/>
                  </a:lnTo>
                  <a:lnTo>
                    <a:pt x="1629" y="253"/>
                  </a:lnTo>
                  <a:lnTo>
                    <a:pt x="1629" y="252"/>
                  </a:lnTo>
                  <a:lnTo>
                    <a:pt x="1630" y="254"/>
                  </a:lnTo>
                  <a:lnTo>
                    <a:pt x="1631" y="253"/>
                  </a:lnTo>
                  <a:lnTo>
                    <a:pt x="1631" y="253"/>
                  </a:lnTo>
                  <a:lnTo>
                    <a:pt x="1631" y="254"/>
                  </a:lnTo>
                  <a:lnTo>
                    <a:pt x="1632" y="252"/>
                  </a:lnTo>
                  <a:lnTo>
                    <a:pt x="1633" y="253"/>
                  </a:lnTo>
                  <a:lnTo>
                    <a:pt x="1633" y="253"/>
                  </a:lnTo>
                  <a:lnTo>
                    <a:pt x="1633" y="252"/>
                  </a:lnTo>
                  <a:lnTo>
                    <a:pt x="1634" y="253"/>
                  </a:lnTo>
                  <a:lnTo>
                    <a:pt x="1635" y="253"/>
                  </a:lnTo>
                  <a:lnTo>
                    <a:pt x="1635" y="253"/>
                  </a:lnTo>
                  <a:lnTo>
                    <a:pt x="1637" y="252"/>
                  </a:lnTo>
                  <a:lnTo>
                    <a:pt x="1637" y="253"/>
                  </a:lnTo>
                  <a:lnTo>
                    <a:pt x="1637" y="252"/>
                  </a:lnTo>
                  <a:lnTo>
                    <a:pt x="1637" y="253"/>
                  </a:lnTo>
                  <a:lnTo>
                    <a:pt x="1638" y="253"/>
                  </a:lnTo>
                  <a:lnTo>
                    <a:pt x="1639" y="252"/>
                  </a:lnTo>
                  <a:lnTo>
                    <a:pt x="1639" y="253"/>
                  </a:lnTo>
                  <a:lnTo>
                    <a:pt x="1639" y="252"/>
                  </a:lnTo>
                  <a:lnTo>
                    <a:pt x="1640" y="252"/>
                  </a:lnTo>
                  <a:lnTo>
                    <a:pt x="1640" y="253"/>
                  </a:lnTo>
                  <a:lnTo>
                    <a:pt x="1641" y="253"/>
                  </a:lnTo>
                  <a:lnTo>
                    <a:pt x="1641" y="252"/>
                  </a:lnTo>
                  <a:lnTo>
                    <a:pt x="1642" y="253"/>
                  </a:lnTo>
                  <a:lnTo>
                    <a:pt x="1642" y="252"/>
                  </a:lnTo>
                  <a:lnTo>
                    <a:pt x="1643" y="253"/>
                  </a:lnTo>
                  <a:lnTo>
                    <a:pt x="1643" y="252"/>
                  </a:lnTo>
                  <a:lnTo>
                    <a:pt x="1643" y="252"/>
                  </a:lnTo>
                  <a:lnTo>
                    <a:pt x="1645" y="253"/>
                  </a:lnTo>
                  <a:lnTo>
                    <a:pt x="1645" y="253"/>
                  </a:lnTo>
                  <a:lnTo>
                    <a:pt x="1645" y="252"/>
                  </a:lnTo>
                  <a:lnTo>
                    <a:pt x="1645" y="254"/>
                  </a:lnTo>
                  <a:lnTo>
                    <a:pt x="1647" y="252"/>
                  </a:lnTo>
                  <a:lnTo>
                    <a:pt x="1647" y="253"/>
                  </a:lnTo>
                  <a:lnTo>
                    <a:pt x="1647" y="253"/>
                  </a:lnTo>
                  <a:lnTo>
                    <a:pt x="1647" y="252"/>
                  </a:lnTo>
                  <a:lnTo>
                    <a:pt x="1648" y="254"/>
                  </a:lnTo>
                  <a:lnTo>
                    <a:pt x="1649" y="253"/>
                  </a:lnTo>
                  <a:lnTo>
                    <a:pt x="1649" y="254"/>
                  </a:lnTo>
                  <a:lnTo>
                    <a:pt x="1650" y="253"/>
                  </a:lnTo>
                  <a:lnTo>
                    <a:pt x="1651" y="254"/>
                  </a:lnTo>
                  <a:lnTo>
                    <a:pt x="1651" y="254"/>
                  </a:lnTo>
                  <a:lnTo>
                    <a:pt x="1651" y="254"/>
                  </a:lnTo>
                  <a:lnTo>
                    <a:pt x="1651" y="253"/>
                  </a:lnTo>
                  <a:lnTo>
                    <a:pt x="1652" y="255"/>
                  </a:lnTo>
                  <a:lnTo>
                    <a:pt x="1653" y="254"/>
                  </a:lnTo>
                  <a:lnTo>
                    <a:pt x="1653" y="254"/>
                  </a:lnTo>
                  <a:lnTo>
                    <a:pt x="1653" y="253"/>
                  </a:lnTo>
                  <a:lnTo>
                    <a:pt x="1655" y="255"/>
                  </a:lnTo>
                  <a:lnTo>
                    <a:pt x="1655" y="255"/>
                  </a:lnTo>
                  <a:lnTo>
                    <a:pt x="1655" y="255"/>
                  </a:lnTo>
                  <a:lnTo>
                    <a:pt x="1656" y="254"/>
                  </a:lnTo>
                  <a:lnTo>
                    <a:pt x="1657" y="256"/>
                  </a:lnTo>
                  <a:lnTo>
                    <a:pt x="1657" y="255"/>
                  </a:lnTo>
                  <a:lnTo>
                    <a:pt x="1657" y="255"/>
                  </a:lnTo>
                  <a:lnTo>
                    <a:pt x="1658" y="255"/>
                  </a:lnTo>
                  <a:lnTo>
                    <a:pt x="1658" y="256"/>
                  </a:lnTo>
                  <a:lnTo>
                    <a:pt x="1659" y="255"/>
                  </a:lnTo>
                  <a:lnTo>
                    <a:pt x="1659" y="255"/>
                  </a:lnTo>
                  <a:lnTo>
                    <a:pt x="1659" y="255"/>
                  </a:lnTo>
                  <a:lnTo>
                    <a:pt x="1660" y="257"/>
                  </a:lnTo>
                  <a:lnTo>
                    <a:pt x="1661" y="256"/>
                  </a:lnTo>
                  <a:lnTo>
                    <a:pt x="1661" y="256"/>
                  </a:lnTo>
                  <a:lnTo>
                    <a:pt x="1662" y="256"/>
                  </a:lnTo>
                  <a:lnTo>
                    <a:pt x="1663" y="258"/>
                  </a:lnTo>
                  <a:lnTo>
                    <a:pt x="1663" y="258"/>
                  </a:lnTo>
                  <a:lnTo>
                    <a:pt x="1663" y="258"/>
                  </a:lnTo>
                  <a:lnTo>
                    <a:pt x="1663" y="257"/>
                  </a:lnTo>
                  <a:lnTo>
                    <a:pt x="1664" y="258"/>
                  </a:lnTo>
                  <a:lnTo>
                    <a:pt x="1665" y="258"/>
                  </a:lnTo>
                  <a:lnTo>
                    <a:pt x="1665" y="257"/>
                  </a:lnTo>
                  <a:lnTo>
                    <a:pt x="1665" y="257"/>
                  </a:lnTo>
                  <a:lnTo>
                    <a:pt x="1667" y="259"/>
                  </a:lnTo>
                  <a:lnTo>
                    <a:pt x="1667" y="258"/>
                  </a:lnTo>
                  <a:lnTo>
                    <a:pt x="1667" y="258"/>
                  </a:lnTo>
                  <a:lnTo>
                    <a:pt x="1667" y="259"/>
                  </a:lnTo>
                  <a:lnTo>
                    <a:pt x="1668" y="258"/>
                  </a:lnTo>
                  <a:lnTo>
                    <a:pt x="1669" y="258"/>
                  </a:lnTo>
                  <a:lnTo>
                    <a:pt x="1669" y="258"/>
                  </a:lnTo>
                  <a:lnTo>
                    <a:pt x="1669" y="259"/>
                  </a:lnTo>
                  <a:lnTo>
                    <a:pt x="1671" y="257"/>
                  </a:lnTo>
                  <a:lnTo>
                    <a:pt x="1671" y="257"/>
                  </a:lnTo>
                  <a:lnTo>
                    <a:pt x="1671" y="258"/>
                  </a:lnTo>
                  <a:lnTo>
                    <a:pt x="1672" y="257"/>
                  </a:lnTo>
                  <a:lnTo>
                    <a:pt x="1672" y="259"/>
                  </a:lnTo>
                  <a:lnTo>
                    <a:pt x="1673" y="258"/>
                  </a:lnTo>
                  <a:lnTo>
                    <a:pt x="1673" y="258"/>
                  </a:lnTo>
                  <a:lnTo>
                    <a:pt x="1673" y="257"/>
                  </a:lnTo>
                  <a:lnTo>
                    <a:pt x="1674" y="258"/>
                  </a:lnTo>
                  <a:lnTo>
                    <a:pt x="1675" y="258"/>
                  </a:lnTo>
                  <a:lnTo>
                    <a:pt x="1675" y="258"/>
                  </a:lnTo>
                  <a:lnTo>
                    <a:pt x="1675" y="258"/>
                  </a:lnTo>
                  <a:lnTo>
                    <a:pt x="1676" y="259"/>
                  </a:lnTo>
                  <a:lnTo>
                    <a:pt x="1677" y="258"/>
                  </a:lnTo>
                  <a:lnTo>
                    <a:pt x="1677" y="259"/>
                  </a:lnTo>
                  <a:lnTo>
                    <a:pt x="1677" y="259"/>
                  </a:lnTo>
                  <a:lnTo>
                    <a:pt x="1679" y="257"/>
                  </a:lnTo>
                  <a:lnTo>
                    <a:pt x="1679" y="258"/>
                  </a:lnTo>
                  <a:lnTo>
                    <a:pt x="1679" y="258"/>
                  </a:lnTo>
                  <a:lnTo>
                    <a:pt x="1679" y="257"/>
                  </a:lnTo>
                  <a:lnTo>
                    <a:pt x="1681" y="258"/>
                  </a:lnTo>
                  <a:lnTo>
                    <a:pt x="1681" y="258"/>
                  </a:lnTo>
                  <a:lnTo>
                    <a:pt x="1681" y="258"/>
                  </a:lnTo>
                  <a:lnTo>
                    <a:pt x="1681" y="257"/>
                  </a:lnTo>
                  <a:lnTo>
                    <a:pt x="1682" y="259"/>
                  </a:lnTo>
                  <a:lnTo>
                    <a:pt x="1683" y="258"/>
                  </a:lnTo>
                  <a:lnTo>
                    <a:pt x="1683" y="259"/>
                  </a:lnTo>
                  <a:lnTo>
                    <a:pt x="1684" y="258"/>
                  </a:lnTo>
                  <a:lnTo>
                    <a:pt x="1685" y="259"/>
                  </a:lnTo>
                  <a:lnTo>
                    <a:pt x="1685" y="258"/>
                  </a:lnTo>
                  <a:lnTo>
                    <a:pt x="1685" y="259"/>
                  </a:lnTo>
                  <a:lnTo>
                    <a:pt x="1685" y="258"/>
                  </a:lnTo>
                  <a:lnTo>
                    <a:pt x="1686" y="259"/>
                  </a:lnTo>
                  <a:lnTo>
                    <a:pt x="1687" y="259"/>
                  </a:lnTo>
                  <a:lnTo>
                    <a:pt x="1687" y="258"/>
                  </a:lnTo>
                  <a:lnTo>
                    <a:pt x="1687" y="259"/>
                  </a:lnTo>
                  <a:lnTo>
                    <a:pt x="1688" y="258"/>
                  </a:lnTo>
                  <a:lnTo>
                    <a:pt x="1689" y="258"/>
                  </a:lnTo>
                  <a:lnTo>
                    <a:pt x="1689" y="258"/>
                  </a:lnTo>
                  <a:lnTo>
                    <a:pt x="1690" y="259"/>
                  </a:lnTo>
                  <a:lnTo>
                    <a:pt x="1691" y="258"/>
                  </a:lnTo>
                  <a:lnTo>
                    <a:pt x="1691" y="258"/>
                  </a:lnTo>
                  <a:lnTo>
                    <a:pt x="1691" y="257"/>
                  </a:lnTo>
                  <a:lnTo>
                    <a:pt x="1692" y="259"/>
                  </a:lnTo>
                  <a:lnTo>
                    <a:pt x="1693" y="259"/>
                  </a:lnTo>
                  <a:lnTo>
                    <a:pt x="1693" y="258"/>
                  </a:lnTo>
                  <a:lnTo>
                    <a:pt x="1693" y="259"/>
                  </a:lnTo>
                  <a:lnTo>
                    <a:pt x="1694" y="256"/>
                  </a:lnTo>
                  <a:lnTo>
                    <a:pt x="1695" y="256"/>
                  </a:lnTo>
                  <a:lnTo>
                    <a:pt x="1695" y="256"/>
                  </a:lnTo>
                  <a:lnTo>
                    <a:pt x="1696" y="257"/>
                  </a:lnTo>
                  <a:lnTo>
                    <a:pt x="1696" y="256"/>
                  </a:lnTo>
                  <a:lnTo>
                    <a:pt x="1697" y="256"/>
                  </a:lnTo>
                  <a:lnTo>
                    <a:pt x="1697" y="256"/>
                  </a:lnTo>
                  <a:lnTo>
                    <a:pt x="1697" y="257"/>
                  </a:lnTo>
                  <a:lnTo>
                    <a:pt x="1699" y="255"/>
                  </a:lnTo>
                  <a:lnTo>
                    <a:pt x="1699" y="256"/>
                  </a:lnTo>
                  <a:lnTo>
                    <a:pt x="1700" y="256"/>
                  </a:lnTo>
                  <a:lnTo>
                    <a:pt x="1701" y="55"/>
                  </a:lnTo>
                  <a:lnTo>
                    <a:pt x="1701" y="56"/>
                  </a:lnTo>
                  <a:lnTo>
                    <a:pt x="1701" y="56"/>
                  </a:lnTo>
                  <a:lnTo>
                    <a:pt x="1701" y="57"/>
                  </a:lnTo>
                  <a:lnTo>
                    <a:pt x="1702" y="55"/>
                  </a:lnTo>
                  <a:lnTo>
                    <a:pt x="1703" y="56"/>
                  </a:lnTo>
                  <a:lnTo>
                    <a:pt x="1703" y="56"/>
                  </a:lnTo>
                  <a:lnTo>
                    <a:pt x="1703" y="57"/>
                  </a:lnTo>
                  <a:lnTo>
                    <a:pt x="1705" y="55"/>
                  </a:lnTo>
                  <a:lnTo>
                    <a:pt x="1705" y="55"/>
                  </a:lnTo>
                  <a:lnTo>
                    <a:pt x="1705" y="55"/>
                  </a:lnTo>
                  <a:lnTo>
                    <a:pt x="1706" y="56"/>
                  </a:lnTo>
                  <a:lnTo>
                    <a:pt x="1707" y="53"/>
                  </a:lnTo>
                  <a:lnTo>
                    <a:pt x="1707" y="54"/>
                  </a:lnTo>
                  <a:lnTo>
                    <a:pt x="1707" y="54"/>
                  </a:lnTo>
                  <a:lnTo>
                    <a:pt x="1707" y="53"/>
                  </a:lnTo>
                  <a:lnTo>
                    <a:pt x="1708" y="55"/>
                  </a:lnTo>
                  <a:lnTo>
                    <a:pt x="1709" y="54"/>
                  </a:lnTo>
                  <a:lnTo>
                    <a:pt x="1709" y="54"/>
                  </a:lnTo>
                  <a:lnTo>
                    <a:pt x="1710" y="55"/>
                  </a:lnTo>
                  <a:lnTo>
                    <a:pt x="1711" y="52"/>
                  </a:lnTo>
                  <a:lnTo>
                    <a:pt x="1711" y="52"/>
                  </a:lnTo>
                  <a:lnTo>
                    <a:pt x="1711" y="53"/>
                  </a:lnTo>
                  <a:lnTo>
                    <a:pt x="1712" y="53"/>
                  </a:lnTo>
                  <a:lnTo>
                    <a:pt x="1713" y="51"/>
                  </a:lnTo>
                  <a:lnTo>
                    <a:pt x="1713" y="52"/>
                  </a:lnTo>
                  <a:lnTo>
                    <a:pt x="1713" y="51"/>
                  </a:lnTo>
                  <a:lnTo>
                    <a:pt x="1714" y="50"/>
                  </a:lnTo>
                  <a:lnTo>
                    <a:pt x="1715" y="52"/>
                  </a:lnTo>
                  <a:lnTo>
                    <a:pt x="1715" y="51"/>
                  </a:lnTo>
                  <a:lnTo>
                    <a:pt x="1715" y="51"/>
                  </a:lnTo>
                  <a:lnTo>
                    <a:pt x="1715" y="52"/>
                  </a:lnTo>
                  <a:lnTo>
                    <a:pt x="1717" y="48"/>
                  </a:lnTo>
                  <a:lnTo>
                    <a:pt x="1717" y="49"/>
                  </a:lnTo>
                  <a:lnTo>
                    <a:pt x="1717" y="49"/>
                  </a:lnTo>
                  <a:lnTo>
                    <a:pt x="1718" y="49"/>
                  </a:lnTo>
                  <a:lnTo>
                    <a:pt x="1719" y="48"/>
                  </a:lnTo>
                  <a:lnTo>
                    <a:pt x="1719" y="49"/>
                  </a:lnTo>
                  <a:lnTo>
                    <a:pt x="1719" y="49"/>
                  </a:lnTo>
                  <a:lnTo>
                    <a:pt x="1719" y="49"/>
                  </a:lnTo>
                  <a:lnTo>
                    <a:pt x="1720" y="50"/>
                  </a:lnTo>
                  <a:lnTo>
                    <a:pt x="1721" y="49"/>
                  </a:lnTo>
                  <a:lnTo>
                    <a:pt x="1721" y="50"/>
                  </a:lnTo>
                  <a:lnTo>
                    <a:pt x="1722" y="49"/>
                  </a:lnTo>
                  <a:lnTo>
                    <a:pt x="1723" y="68"/>
                  </a:lnTo>
                  <a:lnTo>
                    <a:pt x="1723" y="67"/>
                  </a:lnTo>
                  <a:lnTo>
                    <a:pt x="1723" y="68"/>
                  </a:lnTo>
                  <a:lnTo>
                    <a:pt x="1724" y="68"/>
                  </a:lnTo>
                  <a:lnTo>
                    <a:pt x="1724" y="67"/>
                  </a:lnTo>
                  <a:lnTo>
                    <a:pt x="1725" y="68"/>
                  </a:lnTo>
                  <a:lnTo>
                    <a:pt x="1725" y="68"/>
                  </a:lnTo>
                  <a:lnTo>
                    <a:pt x="1725" y="67"/>
                  </a:lnTo>
                  <a:lnTo>
                    <a:pt x="1726" y="82"/>
                  </a:lnTo>
                  <a:lnTo>
                    <a:pt x="1727" y="81"/>
                  </a:lnTo>
                  <a:lnTo>
                    <a:pt x="1727" y="81"/>
                  </a:lnTo>
                  <a:lnTo>
                    <a:pt x="1727" y="81"/>
                  </a:lnTo>
                  <a:lnTo>
                    <a:pt x="1729" y="86"/>
                  </a:lnTo>
                  <a:lnTo>
                    <a:pt x="1729" y="86"/>
                  </a:lnTo>
                  <a:lnTo>
                    <a:pt x="1729" y="86"/>
                  </a:lnTo>
                  <a:lnTo>
                    <a:pt x="1730" y="85"/>
                  </a:lnTo>
                  <a:lnTo>
                    <a:pt x="1731" y="87"/>
                  </a:lnTo>
                  <a:lnTo>
                    <a:pt x="1731" y="86"/>
                  </a:lnTo>
                  <a:lnTo>
                    <a:pt x="1731" y="86"/>
                  </a:lnTo>
                  <a:lnTo>
                    <a:pt x="1731" y="85"/>
                  </a:lnTo>
                  <a:lnTo>
                    <a:pt x="1732" y="103"/>
                  </a:lnTo>
                  <a:lnTo>
                    <a:pt x="1733" y="103"/>
                  </a:lnTo>
                  <a:lnTo>
                    <a:pt x="1733" y="103"/>
                  </a:lnTo>
                  <a:lnTo>
                    <a:pt x="1734" y="103"/>
                  </a:lnTo>
                  <a:lnTo>
                    <a:pt x="1735" y="109"/>
                  </a:lnTo>
                  <a:lnTo>
                    <a:pt x="1735" y="108"/>
                  </a:lnTo>
                  <a:lnTo>
                    <a:pt x="1735" y="108"/>
                  </a:lnTo>
                  <a:lnTo>
                    <a:pt x="1736" y="109"/>
                  </a:lnTo>
                  <a:lnTo>
                    <a:pt x="1736" y="108"/>
                  </a:lnTo>
                  <a:lnTo>
                    <a:pt x="1737" y="109"/>
                  </a:lnTo>
                  <a:lnTo>
                    <a:pt x="1737" y="108"/>
                  </a:lnTo>
                  <a:lnTo>
                    <a:pt x="1738" y="108"/>
                  </a:lnTo>
                  <a:lnTo>
                    <a:pt x="1739" y="110"/>
                  </a:lnTo>
                  <a:lnTo>
                    <a:pt x="1739" y="110"/>
                  </a:lnTo>
                  <a:lnTo>
                    <a:pt x="1739" y="109"/>
                  </a:lnTo>
                  <a:lnTo>
                    <a:pt x="1741" y="109"/>
                  </a:lnTo>
                  <a:lnTo>
                    <a:pt x="1741" y="111"/>
                  </a:lnTo>
                  <a:lnTo>
                    <a:pt x="1741" y="110"/>
                  </a:lnTo>
                  <a:lnTo>
                    <a:pt x="1741" y="110"/>
                  </a:lnTo>
                  <a:lnTo>
                    <a:pt x="1741" y="109"/>
                  </a:lnTo>
                  <a:lnTo>
                    <a:pt x="1741" y="111"/>
                  </a:lnTo>
                  <a:lnTo>
                    <a:pt x="1743" y="110"/>
                  </a:lnTo>
                  <a:lnTo>
                    <a:pt x="1743" y="111"/>
                  </a:lnTo>
                  <a:lnTo>
                    <a:pt x="1743" y="110"/>
                  </a:lnTo>
                  <a:lnTo>
                    <a:pt x="1745" y="111"/>
                  </a:lnTo>
                  <a:lnTo>
                    <a:pt x="1745" y="111"/>
                  </a:lnTo>
                  <a:lnTo>
                    <a:pt x="1745" y="111"/>
                  </a:lnTo>
                  <a:lnTo>
                    <a:pt x="1747" y="112"/>
                  </a:lnTo>
                  <a:lnTo>
                    <a:pt x="1747" y="110"/>
                  </a:lnTo>
                  <a:lnTo>
                    <a:pt x="1747" y="111"/>
                  </a:lnTo>
                  <a:lnTo>
                    <a:pt x="1747" y="111"/>
                  </a:lnTo>
                  <a:lnTo>
                    <a:pt x="1747" y="111"/>
                  </a:lnTo>
                  <a:lnTo>
                    <a:pt x="1748" y="106"/>
                  </a:lnTo>
                  <a:lnTo>
                    <a:pt x="1749" y="107"/>
                  </a:lnTo>
                  <a:lnTo>
                    <a:pt x="1749" y="106"/>
                  </a:lnTo>
                  <a:lnTo>
                    <a:pt x="1750" y="107"/>
                  </a:lnTo>
                  <a:lnTo>
                    <a:pt x="1751" y="93"/>
                  </a:lnTo>
                  <a:lnTo>
                    <a:pt x="1751" y="94"/>
                  </a:lnTo>
                  <a:lnTo>
                    <a:pt x="1751" y="94"/>
                  </a:lnTo>
                  <a:lnTo>
                    <a:pt x="1752" y="93"/>
                  </a:lnTo>
                  <a:lnTo>
                    <a:pt x="1752" y="94"/>
                  </a:lnTo>
                  <a:lnTo>
                    <a:pt x="1753" y="94"/>
                  </a:lnTo>
                  <a:lnTo>
                    <a:pt x="1753" y="94"/>
                  </a:lnTo>
                  <a:lnTo>
                    <a:pt x="1753" y="94"/>
                  </a:lnTo>
                  <a:lnTo>
                    <a:pt x="1755" y="90"/>
                  </a:lnTo>
                  <a:lnTo>
                    <a:pt x="1755" y="91"/>
                  </a:lnTo>
                  <a:lnTo>
                    <a:pt x="1755" y="91"/>
                  </a:lnTo>
                  <a:lnTo>
                    <a:pt x="1755" y="91"/>
                  </a:lnTo>
                  <a:lnTo>
                    <a:pt x="1757" y="89"/>
                  </a:lnTo>
                  <a:lnTo>
                    <a:pt x="1757" y="90"/>
                  </a:lnTo>
                  <a:lnTo>
                    <a:pt x="1757" y="90"/>
                  </a:lnTo>
                  <a:lnTo>
                    <a:pt x="1758" y="90"/>
                  </a:lnTo>
                  <a:lnTo>
                    <a:pt x="1758" y="89"/>
                  </a:lnTo>
                  <a:lnTo>
                    <a:pt x="1759" y="90"/>
                  </a:lnTo>
                  <a:lnTo>
                    <a:pt x="1759" y="89"/>
                  </a:lnTo>
                  <a:lnTo>
                    <a:pt x="1759" y="89"/>
                  </a:lnTo>
                  <a:lnTo>
                    <a:pt x="1761" y="92"/>
                  </a:lnTo>
                  <a:lnTo>
                    <a:pt x="1761" y="91"/>
                  </a:lnTo>
                  <a:lnTo>
                    <a:pt x="1761" y="92"/>
                  </a:lnTo>
                  <a:lnTo>
                    <a:pt x="1762" y="92"/>
                  </a:lnTo>
                  <a:lnTo>
                    <a:pt x="1763" y="89"/>
                  </a:lnTo>
                  <a:lnTo>
                    <a:pt x="1763" y="90"/>
                  </a:lnTo>
                  <a:lnTo>
                    <a:pt x="1763" y="89"/>
                  </a:lnTo>
                  <a:lnTo>
                    <a:pt x="1763" y="90"/>
                  </a:lnTo>
                  <a:lnTo>
                    <a:pt x="1763" y="88"/>
                  </a:lnTo>
                  <a:lnTo>
                    <a:pt x="1765" y="89"/>
                  </a:lnTo>
                  <a:lnTo>
                    <a:pt x="1765" y="89"/>
                  </a:lnTo>
                  <a:lnTo>
                    <a:pt x="1766" y="90"/>
                  </a:lnTo>
                  <a:lnTo>
                    <a:pt x="1767" y="75"/>
                  </a:lnTo>
                  <a:lnTo>
                    <a:pt x="1767" y="76"/>
                  </a:lnTo>
                  <a:lnTo>
                    <a:pt x="1767" y="76"/>
                  </a:lnTo>
                  <a:lnTo>
                    <a:pt x="1767" y="76"/>
                  </a:lnTo>
                  <a:lnTo>
                    <a:pt x="1769" y="73"/>
                  </a:lnTo>
                  <a:lnTo>
                    <a:pt x="1769" y="73"/>
                  </a:lnTo>
                  <a:lnTo>
                    <a:pt x="1769" y="73"/>
                  </a:lnTo>
                  <a:lnTo>
                    <a:pt x="1769" y="73"/>
                  </a:lnTo>
                  <a:lnTo>
                    <a:pt x="1770" y="64"/>
                  </a:lnTo>
                  <a:lnTo>
                    <a:pt x="1771" y="65"/>
                  </a:lnTo>
                  <a:lnTo>
                    <a:pt x="1771" y="65"/>
                  </a:lnTo>
                  <a:lnTo>
                    <a:pt x="1772" y="66"/>
                  </a:lnTo>
                  <a:lnTo>
                    <a:pt x="1773" y="60"/>
                  </a:lnTo>
                  <a:lnTo>
                    <a:pt x="1773" y="61"/>
                  </a:lnTo>
                  <a:lnTo>
                    <a:pt x="1773" y="60"/>
                  </a:lnTo>
                  <a:lnTo>
                    <a:pt x="1773" y="60"/>
                  </a:lnTo>
                  <a:lnTo>
                    <a:pt x="1774" y="62"/>
                  </a:lnTo>
                  <a:lnTo>
                    <a:pt x="1775" y="61"/>
                  </a:lnTo>
                  <a:lnTo>
                    <a:pt x="1775" y="61"/>
                  </a:lnTo>
                  <a:lnTo>
                    <a:pt x="1775" y="61"/>
                  </a:lnTo>
                  <a:lnTo>
                    <a:pt x="1777" y="58"/>
                  </a:lnTo>
                  <a:lnTo>
                    <a:pt x="1777" y="59"/>
                  </a:lnTo>
                  <a:lnTo>
                    <a:pt x="1777" y="59"/>
                  </a:lnTo>
                  <a:lnTo>
                    <a:pt x="1778" y="59"/>
                  </a:lnTo>
                  <a:lnTo>
                    <a:pt x="1779" y="56"/>
                  </a:lnTo>
                  <a:lnTo>
                    <a:pt x="1779" y="56"/>
                  </a:lnTo>
                  <a:lnTo>
                    <a:pt x="1779" y="56"/>
                  </a:lnTo>
                  <a:lnTo>
                    <a:pt x="1780" y="55"/>
                  </a:lnTo>
                  <a:lnTo>
                    <a:pt x="1781" y="57"/>
                  </a:lnTo>
                  <a:lnTo>
                    <a:pt x="1781" y="56"/>
                  </a:lnTo>
                  <a:lnTo>
                    <a:pt x="1781" y="56"/>
                  </a:lnTo>
                  <a:lnTo>
                    <a:pt x="1782" y="56"/>
                  </a:lnTo>
                  <a:lnTo>
                    <a:pt x="1782" y="55"/>
                  </a:lnTo>
                  <a:lnTo>
                    <a:pt x="1783" y="56"/>
                  </a:lnTo>
                  <a:lnTo>
                    <a:pt x="1783" y="55"/>
                  </a:lnTo>
                  <a:lnTo>
                    <a:pt x="1783" y="56"/>
                  </a:lnTo>
                  <a:lnTo>
                    <a:pt x="1785" y="55"/>
                  </a:lnTo>
                  <a:lnTo>
                    <a:pt x="1785" y="55"/>
                  </a:lnTo>
                  <a:lnTo>
                    <a:pt x="1785" y="55"/>
                  </a:lnTo>
                  <a:lnTo>
                    <a:pt x="1785" y="56"/>
                  </a:lnTo>
                  <a:lnTo>
                    <a:pt x="1787" y="54"/>
                  </a:lnTo>
                  <a:lnTo>
                    <a:pt x="1787" y="55"/>
                  </a:lnTo>
                  <a:lnTo>
                    <a:pt x="1787" y="55"/>
                  </a:lnTo>
                  <a:lnTo>
                    <a:pt x="1789" y="56"/>
                  </a:lnTo>
                  <a:lnTo>
                    <a:pt x="1789" y="54"/>
                  </a:lnTo>
                  <a:lnTo>
                    <a:pt x="1789" y="55"/>
                  </a:lnTo>
                  <a:lnTo>
                    <a:pt x="1789" y="55"/>
                  </a:lnTo>
                  <a:lnTo>
                    <a:pt x="1790" y="56"/>
                  </a:lnTo>
                  <a:lnTo>
                    <a:pt x="1791" y="54"/>
                  </a:lnTo>
                  <a:lnTo>
                    <a:pt x="1791" y="55"/>
                  </a:lnTo>
                  <a:lnTo>
                    <a:pt x="1791" y="55"/>
                  </a:lnTo>
                  <a:lnTo>
                    <a:pt x="1792" y="55"/>
                  </a:lnTo>
                  <a:lnTo>
                    <a:pt x="1793" y="54"/>
                  </a:lnTo>
                  <a:lnTo>
                    <a:pt x="1793" y="55"/>
                  </a:lnTo>
                  <a:lnTo>
                    <a:pt x="1793" y="55"/>
                  </a:lnTo>
                  <a:lnTo>
                    <a:pt x="1794" y="54"/>
                  </a:lnTo>
                  <a:lnTo>
                    <a:pt x="1794" y="55"/>
                  </a:lnTo>
                  <a:lnTo>
                    <a:pt x="1795" y="54"/>
                  </a:lnTo>
                  <a:lnTo>
                    <a:pt x="1795" y="54"/>
                  </a:lnTo>
                  <a:lnTo>
                    <a:pt x="1796" y="54"/>
                  </a:lnTo>
                  <a:lnTo>
                    <a:pt x="1797" y="55"/>
                  </a:lnTo>
                  <a:lnTo>
                    <a:pt x="1797" y="54"/>
                  </a:lnTo>
                  <a:lnTo>
                    <a:pt x="1797" y="54"/>
                  </a:lnTo>
                  <a:lnTo>
                    <a:pt x="1797" y="54"/>
                  </a:lnTo>
                  <a:lnTo>
                    <a:pt x="1798" y="55"/>
                  </a:lnTo>
                  <a:lnTo>
                    <a:pt x="1799" y="55"/>
                  </a:lnTo>
                  <a:lnTo>
                    <a:pt x="1799" y="55"/>
                  </a:lnTo>
                  <a:lnTo>
                    <a:pt x="1800" y="54"/>
                  </a:lnTo>
                  <a:lnTo>
                    <a:pt x="1801" y="56"/>
                  </a:lnTo>
                  <a:lnTo>
                    <a:pt x="1801" y="55"/>
                  </a:lnTo>
                  <a:lnTo>
                    <a:pt x="1801" y="55"/>
                  </a:lnTo>
                  <a:lnTo>
                    <a:pt x="1802" y="56"/>
                  </a:lnTo>
                  <a:lnTo>
                    <a:pt x="1803" y="54"/>
                  </a:lnTo>
                  <a:lnTo>
                    <a:pt x="1803" y="55"/>
                  </a:lnTo>
                  <a:lnTo>
                    <a:pt x="1803" y="55"/>
                  </a:lnTo>
                  <a:lnTo>
                    <a:pt x="1803" y="54"/>
                  </a:lnTo>
                  <a:lnTo>
                    <a:pt x="1805" y="56"/>
                  </a:lnTo>
                  <a:lnTo>
                    <a:pt x="1805" y="55"/>
                  </a:lnTo>
                  <a:lnTo>
                    <a:pt x="1805" y="56"/>
                  </a:lnTo>
                  <a:lnTo>
                    <a:pt x="1806" y="55"/>
                  </a:lnTo>
                  <a:lnTo>
                    <a:pt x="1807" y="56"/>
                  </a:lnTo>
                  <a:lnTo>
                    <a:pt x="1807" y="56"/>
                  </a:lnTo>
                  <a:lnTo>
                    <a:pt x="1807" y="55"/>
                  </a:lnTo>
                  <a:lnTo>
                    <a:pt x="1809" y="56"/>
                  </a:lnTo>
                  <a:lnTo>
                    <a:pt x="1809" y="55"/>
                  </a:lnTo>
                  <a:lnTo>
                    <a:pt x="1809" y="56"/>
                  </a:lnTo>
                  <a:lnTo>
                    <a:pt x="1809" y="55"/>
                  </a:lnTo>
                  <a:lnTo>
                    <a:pt x="1809" y="55"/>
                  </a:lnTo>
                  <a:lnTo>
                    <a:pt x="1811" y="58"/>
                  </a:lnTo>
                  <a:lnTo>
                    <a:pt x="1811" y="57"/>
                  </a:lnTo>
                  <a:lnTo>
                    <a:pt x="1811" y="57"/>
                  </a:lnTo>
                  <a:lnTo>
                    <a:pt x="1813" y="56"/>
                  </a:lnTo>
                  <a:lnTo>
                    <a:pt x="1813" y="58"/>
                  </a:lnTo>
                  <a:lnTo>
                    <a:pt x="1813" y="58"/>
                  </a:lnTo>
                  <a:lnTo>
                    <a:pt x="1813" y="57"/>
                  </a:lnTo>
                  <a:lnTo>
                    <a:pt x="1814" y="57"/>
                  </a:lnTo>
                  <a:lnTo>
                    <a:pt x="1815" y="59"/>
                  </a:lnTo>
                  <a:lnTo>
                    <a:pt x="1815" y="58"/>
                  </a:lnTo>
                  <a:lnTo>
                    <a:pt x="1815" y="58"/>
                  </a:lnTo>
                  <a:lnTo>
                    <a:pt x="1816" y="57"/>
                  </a:lnTo>
                  <a:lnTo>
                    <a:pt x="1817" y="59"/>
                  </a:lnTo>
                  <a:lnTo>
                    <a:pt x="1817" y="58"/>
                  </a:lnTo>
                  <a:lnTo>
                    <a:pt x="1817" y="58"/>
                  </a:lnTo>
                  <a:lnTo>
                    <a:pt x="1818" y="58"/>
                  </a:lnTo>
                  <a:lnTo>
                    <a:pt x="1819" y="59"/>
                  </a:lnTo>
                  <a:lnTo>
                    <a:pt x="1819" y="58"/>
                  </a:lnTo>
                  <a:lnTo>
                    <a:pt x="1819" y="58"/>
                  </a:lnTo>
                  <a:lnTo>
                    <a:pt x="1820" y="58"/>
                  </a:lnTo>
                  <a:lnTo>
                    <a:pt x="1821" y="59"/>
                  </a:lnTo>
                  <a:lnTo>
                    <a:pt x="1821" y="59"/>
                  </a:lnTo>
                  <a:lnTo>
                    <a:pt x="1821" y="59"/>
                  </a:lnTo>
                  <a:lnTo>
                    <a:pt x="1822" y="58"/>
                  </a:lnTo>
                  <a:lnTo>
                    <a:pt x="1823" y="61"/>
                  </a:lnTo>
                  <a:lnTo>
                    <a:pt x="1823" y="60"/>
                  </a:lnTo>
                  <a:lnTo>
                    <a:pt x="1823" y="60"/>
                  </a:lnTo>
                  <a:lnTo>
                    <a:pt x="1824" y="61"/>
                  </a:lnTo>
                  <a:lnTo>
                    <a:pt x="1825" y="59"/>
                  </a:lnTo>
                  <a:lnTo>
                    <a:pt x="1825" y="60"/>
                  </a:lnTo>
                  <a:lnTo>
                    <a:pt x="1825" y="59"/>
                  </a:lnTo>
                  <a:lnTo>
                    <a:pt x="1825" y="59"/>
                  </a:lnTo>
                  <a:lnTo>
                    <a:pt x="1826" y="61"/>
                  </a:lnTo>
                  <a:lnTo>
                    <a:pt x="1827" y="60"/>
                  </a:lnTo>
                  <a:lnTo>
                    <a:pt x="1827" y="60"/>
                  </a:lnTo>
                  <a:lnTo>
                    <a:pt x="1828" y="59"/>
                  </a:lnTo>
                  <a:lnTo>
                    <a:pt x="1829" y="61"/>
                  </a:lnTo>
                  <a:lnTo>
                    <a:pt x="1829" y="60"/>
                  </a:lnTo>
                  <a:lnTo>
                    <a:pt x="1829" y="61"/>
                  </a:lnTo>
                  <a:lnTo>
                    <a:pt x="1830" y="61"/>
                  </a:lnTo>
                  <a:lnTo>
                    <a:pt x="1831" y="60"/>
                  </a:lnTo>
                  <a:lnTo>
                    <a:pt x="1831" y="61"/>
                  </a:lnTo>
                  <a:lnTo>
                    <a:pt x="1831" y="61"/>
                  </a:lnTo>
                  <a:lnTo>
                    <a:pt x="1831" y="60"/>
                  </a:lnTo>
                  <a:lnTo>
                    <a:pt x="1833" y="62"/>
                  </a:lnTo>
                  <a:lnTo>
                    <a:pt x="1833" y="61"/>
                  </a:lnTo>
                  <a:lnTo>
                    <a:pt x="1833" y="61"/>
                  </a:lnTo>
                  <a:lnTo>
                    <a:pt x="1834" y="62"/>
                  </a:lnTo>
                  <a:lnTo>
                    <a:pt x="1835" y="60"/>
                  </a:lnTo>
                  <a:lnTo>
                    <a:pt x="1835" y="61"/>
                  </a:lnTo>
                  <a:lnTo>
                    <a:pt x="1835" y="61"/>
                  </a:lnTo>
                  <a:lnTo>
                    <a:pt x="1836" y="60"/>
                  </a:lnTo>
                  <a:lnTo>
                    <a:pt x="1837" y="62"/>
                  </a:lnTo>
                  <a:lnTo>
                    <a:pt x="1837" y="61"/>
                  </a:lnTo>
                  <a:lnTo>
                    <a:pt x="1837" y="61"/>
                  </a:lnTo>
                  <a:lnTo>
                    <a:pt x="1838" y="60"/>
                  </a:lnTo>
                  <a:lnTo>
                    <a:pt x="1839" y="63"/>
                  </a:lnTo>
                  <a:lnTo>
                    <a:pt x="1839" y="62"/>
                  </a:lnTo>
                  <a:lnTo>
                    <a:pt x="1839" y="62"/>
                  </a:lnTo>
                  <a:lnTo>
                    <a:pt x="1840" y="62"/>
                  </a:lnTo>
                  <a:lnTo>
                    <a:pt x="1841" y="63"/>
                  </a:lnTo>
                  <a:lnTo>
                    <a:pt x="1841" y="62"/>
                  </a:lnTo>
                  <a:lnTo>
                    <a:pt x="1841" y="63"/>
                  </a:lnTo>
                  <a:lnTo>
                    <a:pt x="1841" y="62"/>
                  </a:lnTo>
                  <a:lnTo>
                    <a:pt x="1843" y="64"/>
                  </a:lnTo>
                  <a:lnTo>
                    <a:pt x="1843" y="64"/>
                  </a:lnTo>
                  <a:lnTo>
                    <a:pt x="1843" y="64"/>
                  </a:lnTo>
                  <a:lnTo>
                    <a:pt x="1844" y="64"/>
                  </a:lnTo>
                  <a:lnTo>
                    <a:pt x="1845" y="61"/>
                  </a:lnTo>
                  <a:lnTo>
                    <a:pt x="1845" y="62"/>
                  </a:lnTo>
                  <a:lnTo>
                    <a:pt x="1845" y="62"/>
                  </a:lnTo>
                  <a:lnTo>
                    <a:pt x="1846" y="63"/>
                  </a:lnTo>
                  <a:lnTo>
                    <a:pt x="1847" y="61"/>
                  </a:lnTo>
                  <a:lnTo>
                    <a:pt x="1847" y="62"/>
                  </a:lnTo>
                  <a:lnTo>
                    <a:pt x="1847" y="63"/>
                  </a:lnTo>
                  <a:lnTo>
                    <a:pt x="1848" y="61"/>
                  </a:lnTo>
                  <a:lnTo>
                    <a:pt x="1849" y="61"/>
                  </a:lnTo>
                  <a:lnTo>
                    <a:pt x="1849" y="62"/>
                  </a:lnTo>
                  <a:lnTo>
                    <a:pt x="1850" y="61"/>
                  </a:lnTo>
                  <a:lnTo>
                    <a:pt x="1851" y="261"/>
                  </a:lnTo>
                  <a:lnTo>
                    <a:pt x="1851" y="261"/>
                  </a:lnTo>
                  <a:lnTo>
                    <a:pt x="1851" y="260"/>
                  </a:lnTo>
                  <a:lnTo>
                    <a:pt x="1852" y="261"/>
                  </a:lnTo>
                  <a:lnTo>
                    <a:pt x="1853" y="259"/>
                  </a:lnTo>
                  <a:lnTo>
                    <a:pt x="1853" y="260"/>
                  </a:lnTo>
                  <a:lnTo>
                    <a:pt x="1853" y="260"/>
                  </a:lnTo>
                  <a:lnTo>
                    <a:pt x="1853" y="261"/>
                  </a:lnTo>
                  <a:lnTo>
                    <a:pt x="1855" y="259"/>
                  </a:lnTo>
                  <a:lnTo>
                    <a:pt x="1855" y="260"/>
                  </a:lnTo>
                  <a:lnTo>
                    <a:pt x="1855" y="259"/>
                  </a:lnTo>
                  <a:lnTo>
                    <a:pt x="1856" y="261"/>
                  </a:lnTo>
                  <a:lnTo>
                    <a:pt x="1857" y="259"/>
                  </a:lnTo>
                  <a:lnTo>
                    <a:pt x="1857" y="260"/>
                  </a:lnTo>
                  <a:lnTo>
                    <a:pt x="1857" y="260"/>
                  </a:lnTo>
                  <a:lnTo>
                    <a:pt x="1858" y="259"/>
                  </a:lnTo>
                  <a:lnTo>
                    <a:pt x="1859" y="261"/>
                  </a:lnTo>
                  <a:lnTo>
                    <a:pt x="1859" y="259"/>
                  </a:lnTo>
                  <a:lnTo>
                    <a:pt x="1859" y="260"/>
                  </a:lnTo>
                  <a:lnTo>
                    <a:pt x="1860" y="259"/>
                  </a:lnTo>
                  <a:lnTo>
                    <a:pt x="1861" y="261"/>
                  </a:lnTo>
                  <a:lnTo>
                    <a:pt x="1861" y="260"/>
                  </a:lnTo>
                  <a:lnTo>
                    <a:pt x="1861" y="260"/>
                  </a:lnTo>
                  <a:lnTo>
                    <a:pt x="1862" y="259"/>
                  </a:lnTo>
                  <a:lnTo>
                    <a:pt x="1863" y="261"/>
                  </a:lnTo>
                  <a:lnTo>
                    <a:pt x="1863" y="260"/>
                  </a:lnTo>
                  <a:lnTo>
                    <a:pt x="1863" y="260"/>
                  </a:lnTo>
                  <a:lnTo>
                    <a:pt x="1864" y="260"/>
                  </a:lnTo>
                  <a:lnTo>
                    <a:pt x="1865" y="259"/>
                  </a:lnTo>
                  <a:lnTo>
                    <a:pt x="1865" y="259"/>
                  </a:lnTo>
                  <a:lnTo>
                    <a:pt x="1865" y="260"/>
                  </a:lnTo>
                  <a:lnTo>
                    <a:pt x="1866" y="260"/>
                  </a:lnTo>
                  <a:lnTo>
                    <a:pt x="1867" y="259"/>
                  </a:lnTo>
                  <a:lnTo>
                    <a:pt x="1867" y="259"/>
                  </a:lnTo>
                  <a:lnTo>
                    <a:pt x="1867" y="259"/>
                  </a:lnTo>
                  <a:lnTo>
                    <a:pt x="1868" y="260"/>
                  </a:lnTo>
                  <a:lnTo>
                    <a:pt x="1868" y="259"/>
                  </a:lnTo>
                  <a:lnTo>
                    <a:pt x="1869" y="259"/>
                  </a:lnTo>
                  <a:lnTo>
                    <a:pt x="1869" y="259"/>
                  </a:lnTo>
                  <a:lnTo>
                    <a:pt x="1870" y="259"/>
                  </a:lnTo>
                  <a:lnTo>
                    <a:pt x="1870" y="258"/>
                  </a:lnTo>
                  <a:lnTo>
                    <a:pt x="1871" y="258"/>
                  </a:lnTo>
                  <a:lnTo>
                    <a:pt x="1871" y="258"/>
                  </a:lnTo>
                  <a:lnTo>
                    <a:pt x="1872" y="258"/>
                  </a:lnTo>
                  <a:lnTo>
                    <a:pt x="1872" y="259"/>
                  </a:lnTo>
                  <a:lnTo>
                    <a:pt x="1873" y="258"/>
                  </a:lnTo>
                  <a:lnTo>
                    <a:pt x="1873" y="258"/>
                  </a:lnTo>
                  <a:lnTo>
                    <a:pt x="1874" y="258"/>
                  </a:lnTo>
                  <a:lnTo>
                    <a:pt x="1875" y="259"/>
                  </a:lnTo>
                  <a:lnTo>
                    <a:pt x="1875" y="258"/>
                  </a:lnTo>
                  <a:lnTo>
                    <a:pt x="1875" y="258"/>
                  </a:lnTo>
                  <a:lnTo>
                    <a:pt x="1876" y="259"/>
                  </a:lnTo>
                  <a:lnTo>
                    <a:pt x="1877" y="256"/>
                  </a:lnTo>
                  <a:lnTo>
                    <a:pt x="1877" y="257"/>
                  </a:lnTo>
                  <a:lnTo>
                    <a:pt x="1877" y="257"/>
                  </a:lnTo>
                  <a:lnTo>
                    <a:pt x="1879" y="256"/>
                  </a:lnTo>
                  <a:lnTo>
                    <a:pt x="1879" y="258"/>
                  </a:lnTo>
                  <a:lnTo>
                    <a:pt x="1879" y="256"/>
                  </a:lnTo>
                  <a:lnTo>
                    <a:pt x="1879" y="257"/>
                  </a:lnTo>
                  <a:lnTo>
                    <a:pt x="1881" y="256"/>
                  </a:lnTo>
                  <a:lnTo>
                    <a:pt x="1881" y="258"/>
                  </a:lnTo>
                  <a:lnTo>
                    <a:pt x="1881" y="257"/>
                  </a:lnTo>
                  <a:lnTo>
                    <a:pt x="1881" y="258"/>
                  </a:lnTo>
                  <a:lnTo>
                    <a:pt x="1882" y="256"/>
                  </a:lnTo>
                  <a:lnTo>
                    <a:pt x="1882" y="258"/>
                  </a:lnTo>
                  <a:lnTo>
                    <a:pt x="1883" y="258"/>
                  </a:lnTo>
                  <a:lnTo>
                    <a:pt x="1883" y="258"/>
                  </a:lnTo>
                  <a:lnTo>
                    <a:pt x="1884" y="258"/>
                  </a:lnTo>
                  <a:lnTo>
                    <a:pt x="1884" y="256"/>
                  </a:lnTo>
                  <a:lnTo>
                    <a:pt x="1885" y="258"/>
                  </a:lnTo>
                  <a:lnTo>
                    <a:pt x="1885" y="258"/>
                  </a:lnTo>
                  <a:lnTo>
                    <a:pt x="1886" y="258"/>
                  </a:lnTo>
                  <a:lnTo>
                    <a:pt x="1886" y="257"/>
                  </a:lnTo>
                  <a:lnTo>
                    <a:pt x="1887" y="258"/>
                  </a:lnTo>
                  <a:lnTo>
                    <a:pt x="1887" y="258"/>
                  </a:lnTo>
                  <a:lnTo>
                    <a:pt x="1887" y="257"/>
                  </a:lnTo>
                  <a:lnTo>
                    <a:pt x="1889" y="259"/>
                  </a:lnTo>
                  <a:lnTo>
                    <a:pt x="1889" y="258"/>
                  </a:lnTo>
                  <a:lnTo>
                    <a:pt x="1891" y="257"/>
                  </a:lnTo>
                  <a:lnTo>
                    <a:pt x="1891" y="259"/>
                  </a:lnTo>
                  <a:lnTo>
                    <a:pt x="1891" y="259"/>
                  </a:lnTo>
                  <a:lnTo>
                    <a:pt x="1891" y="259"/>
                  </a:lnTo>
                  <a:lnTo>
                    <a:pt x="1891" y="259"/>
                  </a:lnTo>
                  <a:lnTo>
                    <a:pt x="1892" y="260"/>
                  </a:lnTo>
                  <a:lnTo>
                    <a:pt x="1893" y="259"/>
                  </a:lnTo>
                  <a:lnTo>
                    <a:pt x="1893" y="259"/>
                  </a:lnTo>
                  <a:lnTo>
                    <a:pt x="1894" y="259"/>
                  </a:lnTo>
                  <a:lnTo>
                    <a:pt x="1895" y="261"/>
                  </a:lnTo>
                  <a:lnTo>
                    <a:pt x="1895" y="261"/>
                  </a:lnTo>
                  <a:lnTo>
                    <a:pt x="1895" y="260"/>
                  </a:lnTo>
                  <a:lnTo>
                    <a:pt x="1897" y="260"/>
                  </a:lnTo>
                  <a:lnTo>
                    <a:pt x="1897" y="261"/>
                  </a:lnTo>
                  <a:lnTo>
                    <a:pt x="1897" y="261"/>
                  </a:lnTo>
                  <a:lnTo>
                    <a:pt x="1897" y="261"/>
                  </a:lnTo>
                  <a:lnTo>
                    <a:pt x="1897" y="260"/>
                  </a:lnTo>
                  <a:lnTo>
                    <a:pt x="1898" y="262"/>
                  </a:lnTo>
                  <a:lnTo>
                    <a:pt x="1899" y="262"/>
                  </a:lnTo>
                  <a:lnTo>
                    <a:pt x="1899" y="262"/>
                  </a:lnTo>
                  <a:lnTo>
                    <a:pt x="1900" y="261"/>
                  </a:lnTo>
                  <a:lnTo>
                    <a:pt x="1901" y="263"/>
                  </a:lnTo>
                  <a:lnTo>
                    <a:pt x="1901" y="262"/>
                  </a:lnTo>
                  <a:lnTo>
                    <a:pt x="1901" y="263"/>
                  </a:lnTo>
                  <a:lnTo>
                    <a:pt x="1901" y="262"/>
                  </a:lnTo>
                  <a:lnTo>
                    <a:pt x="1903" y="264"/>
                  </a:lnTo>
                  <a:lnTo>
                    <a:pt x="1903" y="263"/>
                  </a:lnTo>
                  <a:lnTo>
                    <a:pt x="1903" y="263"/>
                  </a:lnTo>
                  <a:lnTo>
                    <a:pt x="1905" y="262"/>
                  </a:lnTo>
                  <a:lnTo>
                    <a:pt x="1905" y="264"/>
                  </a:lnTo>
                  <a:lnTo>
                    <a:pt x="1905" y="263"/>
                  </a:lnTo>
                  <a:lnTo>
                    <a:pt x="1905" y="262"/>
                  </a:lnTo>
                  <a:lnTo>
                    <a:pt x="1907" y="262"/>
                  </a:lnTo>
                  <a:lnTo>
                    <a:pt x="1907" y="264"/>
                  </a:lnTo>
                  <a:lnTo>
                    <a:pt x="1908" y="263"/>
                  </a:lnTo>
                  <a:lnTo>
                    <a:pt x="1908" y="263"/>
                  </a:lnTo>
                  <a:lnTo>
                    <a:pt x="1909" y="262"/>
                  </a:lnTo>
                  <a:lnTo>
                    <a:pt x="1909" y="264"/>
                  </a:lnTo>
                  <a:lnTo>
                    <a:pt x="1909" y="264"/>
                  </a:lnTo>
                  <a:lnTo>
                    <a:pt x="1909" y="263"/>
                  </a:lnTo>
                  <a:lnTo>
                    <a:pt x="1910" y="264"/>
                  </a:lnTo>
                  <a:lnTo>
                    <a:pt x="1911" y="262"/>
                  </a:lnTo>
                  <a:lnTo>
                    <a:pt x="1911" y="262"/>
                  </a:lnTo>
                  <a:lnTo>
                    <a:pt x="1911" y="262"/>
                  </a:lnTo>
                  <a:lnTo>
                    <a:pt x="1912" y="263"/>
                  </a:lnTo>
                  <a:lnTo>
                    <a:pt x="1914" y="262"/>
                  </a:lnTo>
                  <a:lnTo>
                    <a:pt x="1914" y="262"/>
                  </a:lnTo>
                  <a:lnTo>
                    <a:pt x="1914" y="262"/>
                  </a:lnTo>
                  <a:lnTo>
                    <a:pt x="1915" y="263"/>
                  </a:lnTo>
                  <a:lnTo>
                    <a:pt x="1915" y="261"/>
                  </a:lnTo>
                  <a:lnTo>
                    <a:pt x="1915" y="262"/>
                  </a:lnTo>
                  <a:lnTo>
                    <a:pt x="1915" y="262"/>
                  </a:lnTo>
                  <a:lnTo>
                    <a:pt x="1916" y="262"/>
                  </a:lnTo>
                  <a:lnTo>
                    <a:pt x="1917" y="261"/>
                  </a:lnTo>
                  <a:lnTo>
                    <a:pt x="1917" y="261"/>
                  </a:lnTo>
                  <a:lnTo>
                    <a:pt x="1917" y="261"/>
                  </a:lnTo>
                  <a:lnTo>
                    <a:pt x="1918" y="261"/>
                  </a:lnTo>
                  <a:lnTo>
                    <a:pt x="1919" y="262"/>
                  </a:lnTo>
                  <a:lnTo>
                    <a:pt x="1920" y="261"/>
                  </a:lnTo>
                  <a:lnTo>
                    <a:pt x="1920" y="261"/>
                  </a:lnTo>
                  <a:lnTo>
                    <a:pt x="1920" y="261"/>
                  </a:lnTo>
                  <a:lnTo>
                    <a:pt x="1921" y="262"/>
                  </a:lnTo>
                  <a:lnTo>
                    <a:pt x="1921" y="262"/>
                  </a:lnTo>
                  <a:lnTo>
                    <a:pt x="1921" y="262"/>
                  </a:lnTo>
                  <a:lnTo>
                    <a:pt x="1922" y="262"/>
                  </a:lnTo>
                  <a:lnTo>
                    <a:pt x="1923" y="261"/>
                  </a:lnTo>
                  <a:lnTo>
                    <a:pt x="1923" y="261"/>
                  </a:lnTo>
                  <a:lnTo>
                    <a:pt x="1923" y="261"/>
                  </a:lnTo>
                  <a:lnTo>
                    <a:pt x="1925" y="262"/>
                  </a:lnTo>
                  <a:lnTo>
                    <a:pt x="1926" y="261"/>
                  </a:lnTo>
                  <a:lnTo>
                    <a:pt x="1926" y="262"/>
                  </a:lnTo>
                  <a:lnTo>
                    <a:pt x="1926" y="261"/>
                  </a:lnTo>
                  <a:lnTo>
                    <a:pt x="1926" y="261"/>
                  </a:lnTo>
                  <a:lnTo>
                    <a:pt x="1927" y="471"/>
                  </a:lnTo>
                  <a:lnTo>
                    <a:pt x="1927" y="471"/>
                  </a:lnTo>
                  <a:lnTo>
                    <a:pt x="1927" y="471"/>
                  </a:lnTo>
                  <a:lnTo>
                    <a:pt x="1929" y="471"/>
                  </a:lnTo>
                  <a:lnTo>
                    <a:pt x="1929" y="470"/>
                  </a:lnTo>
                  <a:lnTo>
                    <a:pt x="1929" y="471"/>
                  </a:lnTo>
                  <a:lnTo>
                    <a:pt x="1929" y="471"/>
                  </a:lnTo>
                  <a:lnTo>
                    <a:pt x="1930" y="470"/>
                  </a:lnTo>
                  <a:lnTo>
                    <a:pt x="1931" y="471"/>
                  </a:lnTo>
                  <a:lnTo>
                    <a:pt x="1932" y="470"/>
                  </a:lnTo>
                  <a:lnTo>
                    <a:pt x="1932" y="470"/>
                  </a:lnTo>
                  <a:lnTo>
                    <a:pt x="1932" y="470"/>
                  </a:lnTo>
                  <a:lnTo>
                    <a:pt x="1933" y="471"/>
                  </a:lnTo>
                  <a:lnTo>
                    <a:pt x="1933" y="471"/>
                  </a:lnTo>
                  <a:lnTo>
                    <a:pt x="1933" y="471"/>
                  </a:lnTo>
                  <a:lnTo>
                    <a:pt x="1934" y="470"/>
                  </a:lnTo>
                  <a:lnTo>
                    <a:pt x="1935" y="471"/>
                  </a:lnTo>
                  <a:lnTo>
                    <a:pt x="1935" y="471"/>
                  </a:lnTo>
                  <a:lnTo>
                    <a:pt x="1935" y="471"/>
                  </a:lnTo>
                  <a:lnTo>
                    <a:pt x="1936" y="470"/>
                  </a:lnTo>
                  <a:lnTo>
                    <a:pt x="1936" y="471"/>
                  </a:lnTo>
                  <a:lnTo>
                    <a:pt x="1938" y="471"/>
                  </a:lnTo>
                  <a:lnTo>
                    <a:pt x="1938" y="471"/>
                  </a:lnTo>
                  <a:lnTo>
                    <a:pt x="1938" y="471"/>
                  </a:lnTo>
                  <a:lnTo>
                    <a:pt x="1939" y="470"/>
                  </a:lnTo>
                  <a:lnTo>
                    <a:pt x="1939" y="470"/>
                  </a:lnTo>
                  <a:lnTo>
                    <a:pt x="1939" y="471"/>
                  </a:lnTo>
                  <a:lnTo>
                    <a:pt x="1940" y="471"/>
                  </a:lnTo>
                  <a:lnTo>
                    <a:pt x="1941" y="470"/>
                  </a:lnTo>
                  <a:lnTo>
                    <a:pt x="1941" y="471"/>
                  </a:lnTo>
                  <a:lnTo>
                    <a:pt x="1941" y="470"/>
                  </a:lnTo>
                  <a:lnTo>
                    <a:pt x="1942" y="471"/>
                  </a:lnTo>
                  <a:lnTo>
                    <a:pt x="1944" y="470"/>
                  </a:lnTo>
                  <a:lnTo>
                    <a:pt x="1944" y="470"/>
                  </a:lnTo>
                  <a:lnTo>
                    <a:pt x="1944" y="471"/>
                  </a:lnTo>
                  <a:lnTo>
                    <a:pt x="1944" y="470"/>
                  </a:lnTo>
                  <a:lnTo>
                    <a:pt x="1945" y="471"/>
                  </a:lnTo>
                  <a:lnTo>
                    <a:pt x="1945" y="471"/>
                  </a:lnTo>
                  <a:lnTo>
                    <a:pt x="1945" y="471"/>
                  </a:lnTo>
                  <a:lnTo>
                    <a:pt x="1946" y="470"/>
                  </a:lnTo>
                  <a:lnTo>
                    <a:pt x="1947" y="471"/>
                  </a:lnTo>
                  <a:lnTo>
                    <a:pt x="1947" y="471"/>
                  </a:lnTo>
                  <a:lnTo>
                    <a:pt x="1947" y="471"/>
                  </a:lnTo>
                  <a:lnTo>
                    <a:pt x="1948" y="470"/>
                  </a:lnTo>
                  <a:lnTo>
                    <a:pt x="1949" y="472"/>
                  </a:lnTo>
                  <a:lnTo>
                    <a:pt x="1950" y="471"/>
                  </a:lnTo>
                  <a:lnTo>
                    <a:pt x="1950" y="471"/>
                  </a:lnTo>
                  <a:lnTo>
                    <a:pt x="1950" y="471"/>
                  </a:lnTo>
                  <a:lnTo>
                    <a:pt x="1951" y="473"/>
                  </a:lnTo>
                  <a:lnTo>
                    <a:pt x="1951" y="472"/>
                  </a:lnTo>
                  <a:lnTo>
                    <a:pt x="1951" y="472"/>
                  </a:lnTo>
                  <a:lnTo>
                    <a:pt x="1952" y="471"/>
                  </a:lnTo>
                  <a:lnTo>
                    <a:pt x="1952" y="473"/>
                  </a:lnTo>
                  <a:lnTo>
                    <a:pt x="1953" y="473"/>
                  </a:lnTo>
                  <a:lnTo>
                    <a:pt x="1953" y="472"/>
                  </a:lnTo>
                  <a:lnTo>
                    <a:pt x="1955" y="473"/>
                  </a:lnTo>
                  <a:lnTo>
                    <a:pt x="1955" y="471"/>
                  </a:lnTo>
                  <a:lnTo>
                    <a:pt x="1956" y="472"/>
                  </a:lnTo>
                  <a:lnTo>
                    <a:pt x="1956" y="472"/>
                  </a:lnTo>
                  <a:lnTo>
                    <a:pt x="1956" y="473"/>
                  </a:lnTo>
                  <a:lnTo>
                    <a:pt x="1957" y="471"/>
                  </a:lnTo>
                  <a:lnTo>
                    <a:pt x="1957" y="472"/>
                  </a:lnTo>
                  <a:lnTo>
                    <a:pt x="1957" y="471"/>
                  </a:lnTo>
                  <a:lnTo>
                    <a:pt x="1958" y="473"/>
                  </a:lnTo>
                  <a:lnTo>
                    <a:pt x="1959" y="471"/>
                  </a:lnTo>
                  <a:lnTo>
                    <a:pt x="1959" y="472"/>
                  </a:lnTo>
                  <a:lnTo>
                    <a:pt x="1959" y="471"/>
                  </a:lnTo>
                  <a:lnTo>
                    <a:pt x="1960" y="471"/>
                  </a:lnTo>
                  <a:lnTo>
                    <a:pt x="1961" y="473"/>
                  </a:lnTo>
                  <a:lnTo>
                    <a:pt x="1962" y="472"/>
                  </a:lnTo>
                  <a:lnTo>
                    <a:pt x="1962" y="471"/>
                  </a:lnTo>
                  <a:lnTo>
                    <a:pt x="1962" y="472"/>
                  </a:lnTo>
                  <a:lnTo>
                    <a:pt x="1963" y="471"/>
                  </a:lnTo>
                  <a:lnTo>
                    <a:pt x="1963" y="471"/>
                  </a:lnTo>
                  <a:lnTo>
                    <a:pt x="1963" y="471"/>
                  </a:lnTo>
                  <a:lnTo>
                    <a:pt x="1964" y="472"/>
                  </a:lnTo>
                  <a:lnTo>
                    <a:pt x="1965" y="471"/>
                  </a:lnTo>
                  <a:lnTo>
                    <a:pt x="1965" y="471"/>
                  </a:lnTo>
                  <a:lnTo>
                    <a:pt x="1965" y="471"/>
                  </a:lnTo>
                  <a:lnTo>
                    <a:pt x="1966" y="472"/>
                  </a:lnTo>
                  <a:lnTo>
                    <a:pt x="1966" y="471"/>
                  </a:lnTo>
                  <a:lnTo>
                    <a:pt x="1968" y="471"/>
                  </a:lnTo>
                  <a:lnTo>
                    <a:pt x="1968" y="471"/>
                  </a:lnTo>
                  <a:lnTo>
                    <a:pt x="1968" y="472"/>
                  </a:lnTo>
                  <a:lnTo>
                    <a:pt x="1968" y="471"/>
                  </a:lnTo>
                  <a:lnTo>
                    <a:pt x="1969" y="472"/>
                  </a:lnTo>
                  <a:lnTo>
                    <a:pt x="1969" y="471"/>
                  </a:lnTo>
                  <a:lnTo>
                    <a:pt x="1970" y="471"/>
                  </a:lnTo>
                  <a:lnTo>
                    <a:pt x="1971" y="472"/>
                  </a:lnTo>
                  <a:lnTo>
                    <a:pt x="1971" y="471"/>
                  </a:lnTo>
                  <a:lnTo>
                    <a:pt x="1971" y="471"/>
                  </a:lnTo>
                  <a:lnTo>
                    <a:pt x="1972" y="472"/>
                  </a:lnTo>
                  <a:lnTo>
                    <a:pt x="1973" y="471"/>
                  </a:lnTo>
                  <a:lnTo>
                    <a:pt x="1974" y="472"/>
                  </a:lnTo>
                  <a:lnTo>
                    <a:pt x="1974" y="472"/>
                  </a:lnTo>
                  <a:lnTo>
                    <a:pt x="1974" y="472"/>
                  </a:lnTo>
                  <a:lnTo>
                    <a:pt x="1974" y="471"/>
                  </a:lnTo>
                  <a:lnTo>
                    <a:pt x="1976" y="472"/>
                  </a:lnTo>
                  <a:lnTo>
                    <a:pt x="1976" y="472"/>
                  </a:lnTo>
                  <a:lnTo>
                    <a:pt x="1976" y="471"/>
                  </a:lnTo>
                  <a:lnTo>
                    <a:pt x="1977" y="473"/>
                  </a:lnTo>
                  <a:lnTo>
                    <a:pt x="1977" y="472"/>
                  </a:lnTo>
                  <a:lnTo>
                    <a:pt x="1977" y="472"/>
                  </a:lnTo>
                  <a:lnTo>
                    <a:pt x="1978" y="471"/>
                  </a:lnTo>
                  <a:lnTo>
                    <a:pt x="1979" y="473"/>
                  </a:lnTo>
                  <a:lnTo>
                    <a:pt x="1980" y="472"/>
                  </a:lnTo>
                  <a:lnTo>
                    <a:pt x="1980" y="472"/>
                  </a:lnTo>
                  <a:lnTo>
                    <a:pt x="1980" y="472"/>
                  </a:lnTo>
                  <a:lnTo>
                    <a:pt x="1980" y="473"/>
                  </a:lnTo>
                  <a:lnTo>
                    <a:pt x="1982" y="472"/>
                  </a:lnTo>
                  <a:lnTo>
                    <a:pt x="1982" y="473"/>
                  </a:lnTo>
                  <a:lnTo>
                    <a:pt x="1983" y="472"/>
                  </a:lnTo>
                  <a:lnTo>
                    <a:pt x="1983" y="473"/>
                  </a:lnTo>
                  <a:lnTo>
                    <a:pt x="1983" y="472"/>
                  </a:lnTo>
                  <a:lnTo>
                    <a:pt x="1983" y="473"/>
                  </a:lnTo>
                  <a:lnTo>
                    <a:pt x="1984" y="473"/>
                  </a:lnTo>
                  <a:lnTo>
                    <a:pt x="1986" y="471"/>
                  </a:lnTo>
                  <a:lnTo>
                    <a:pt x="1986" y="472"/>
                  </a:lnTo>
                  <a:lnTo>
                    <a:pt x="1986" y="472"/>
                  </a:lnTo>
                  <a:lnTo>
                    <a:pt x="1986" y="471"/>
                  </a:lnTo>
                  <a:lnTo>
                    <a:pt x="1988" y="473"/>
                  </a:lnTo>
                  <a:lnTo>
                    <a:pt x="1988" y="472"/>
                  </a:lnTo>
                  <a:lnTo>
                    <a:pt x="1988" y="472"/>
                  </a:lnTo>
                  <a:lnTo>
                    <a:pt x="1988" y="473"/>
                  </a:lnTo>
                  <a:lnTo>
                    <a:pt x="1989" y="471"/>
                  </a:lnTo>
                  <a:lnTo>
                    <a:pt x="1989" y="471"/>
                  </a:lnTo>
                  <a:lnTo>
                    <a:pt x="1989" y="471"/>
                  </a:lnTo>
                  <a:lnTo>
                    <a:pt x="1990" y="472"/>
                  </a:lnTo>
                  <a:lnTo>
                    <a:pt x="1992" y="471"/>
                  </a:lnTo>
                  <a:lnTo>
                    <a:pt x="1992" y="471"/>
                  </a:lnTo>
                  <a:lnTo>
                    <a:pt x="1992" y="471"/>
                  </a:lnTo>
                  <a:lnTo>
                    <a:pt x="1992" y="471"/>
                  </a:lnTo>
                  <a:lnTo>
                    <a:pt x="1993" y="472"/>
                  </a:lnTo>
                  <a:lnTo>
                    <a:pt x="1994" y="471"/>
                  </a:lnTo>
                  <a:lnTo>
                    <a:pt x="1994" y="471"/>
                  </a:lnTo>
                  <a:lnTo>
                    <a:pt x="1995" y="471"/>
                  </a:lnTo>
                  <a:lnTo>
                    <a:pt x="1995" y="472"/>
                  </a:lnTo>
                  <a:lnTo>
                    <a:pt x="1995" y="471"/>
                  </a:lnTo>
                  <a:lnTo>
                    <a:pt x="1995" y="471"/>
                  </a:lnTo>
                  <a:lnTo>
                    <a:pt x="1997" y="470"/>
                  </a:lnTo>
                  <a:lnTo>
                    <a:pt x="1997" y="472"/>
                  </a:lnTo>
                  <a:lnTo>
                    <a:pt x="1998" y="471"/>
                  </a:lnTo>
                  <a:lnTo>
                    <a:pt x="1998" y="471"/>
                  </a:lnTo>
                  <a:lnTo>
                    <a:pt x="1999" y="472"/>
                  </a:lnTo>
                  <a:lnTo>
                    <a:pt x="2000" y="470"/>
                  </a:lnTo>
                  <a:lnTo>
                    <a:pt x="2000" y="471"/>
                  </a:lnTo>
                  <a:lnTo>
                    <a:pt x="2000" y="471"/>
                  </a:lnTo>
                  <a:lnTo>
                    <a:pt x="2001" y="472"/>
                  </a:lnTo>
                  <a:lnTo>
                    <a:pt x="2001" y="426"/>
                  </a:lnTo>
                  <a:lnTo>
                    <a:pt x="2001" y="427"/>
                  </a:lnTo>
                  <a:lnTo>
                    <a:pt x="2001" y="427"/>
                  </a:lnTo>
                  <a:lnTo>
                    <a:pt x="2002" y="426"/>
                  </a:lnTo>
                  <a:lnTo>
                    <a:pt x="2003" y="427"/>
                  </a:lnTo>
                  <a:lnTo>
                    <a:pt x="2004" y="427"/>
                  </a:lnTo>
                  <a:lnTo>
                    <a:pt x="2004" y="427"/>
                  </a:lnTo>
                  <a:lnTo>
                    <a:pt x="2004" y="428"/>
                  </a:lnTo>
                  <a:lnTo>
                    <a:pt x="2005" y="424"/>
                  </a:lnTo>
                  <a:lnTo>
                    <a:pt x="2006" y="424"/>
                  </a:lnTo>
                  <a:lnTo>
                    <a:pt x="2006" y="424"/>
                  </a:lnTo>
                  <a:lnTo>
                    <a:pt x="2007" y="425"/>
                  </a:lnTo>
                  <a:lnTo>
                    <a:pt x="2007" y="418"/>
                  </a:lnTo>
                  <a:lnTo>
                    <a:pt x="2007" y="418"/>
                  </a:lnTo>
                  <a:lnTo>
                    <a:pt x="2008" y="418"/>
                  </a:lnTo>
                  <a:lnTo>
                    <a:pt x="2009" y="420"/>
                  </a:lnTo>
                  <a:lnTo>
                    <a:pt x="2010" y="418"/>
                  </a:lnTo>
                  <a:lnTo>
                    <a:pt x="2010" y="419"/>
                  </a:lnTo>
                  <a:lnTo>
                    <a:pt x="2010" y="419"/>
                  </a:lnTo>
                  <a:lnTo>
                    <a:pt x="2011" y="410"/>
                  </a:lnTo>
                  <a:lnTo>
                    <a:pt x="2012" y="411"/>
                  </a:lnTo>
                  <a:lnTo>
                    <a:pt x="2012" y="411"/>
                  </a:lnTo>
                  <a:lnTo>
                    <a:pt x="2013" y="411"/>
                  </a:lnTo>
                  <a:lnTo>
                    <a:pt x="2013" y="406"/>
                  </a:lnTo>
                  <a:lnTo>
                    <a:pt x="2013" y="406"/>
                  </a:lnTo>
                  <a:lnTo>
                    <a:pt x="2013" y="406"/>
                  </a:lnTo>
                  <a:lnTo>
                    <a:pt x="2015" y="405"/>
                  </a:lnTo>
                  <a:lnTo>
                    <a:pt x="2016" y="405"/>
                  </a:lnTo>
                  <a:lnTo>
                    <a:pt x="2016" y="405"/>
                  </a:lnTo>
                  <a:lnTo>
                    <a:pt x="2016" y="405"/>
                  </a:lnTo>
                  <a:lnTo>
                    <a:pt x="2017" y="407"/>
                  </a:lnTo>
                  <a:lnTo>
                    <a:pt x="2018" y="406"/>
                  </a:lnTo>
                  <a:lnTo>
                    <a:pt x="2018" y="406"/>
                  </a:lnTo>
                  <a:lnTo>
                    <a:pt x="2018" y="407"/>
                  </a:lnTo>
                  <a:lnTo>
                    <a:pt x="2019" y="405"/>
                  </a:lnTo>
                  <a:lnTo>
                    <a:pt x="2019" y="406"/>
                  </a:lnTo>
                  <a:lnTo>
                    <a:pt x="2019" y="406"/>
                  </a:lnTo>
                  <a:lnTo>
                    <a:pt x="2020" y="406"/>
                  </a:lnTo>
                  <a:lnTo>
                    <a:pt x="2021" y="405"/>
                  </a:lnTo>
                  <a:lnTo>
                    <a:pt x="2022" y="405"/>
                  </a:lnTo>
                  <a:lnTo>
                    <a:pt x="2022" y="405"/>
                  </a:lnTo>
                  <a:lnTo>
                    <a:pt x="2022" y="406"/>
                  </a:lnTo>
                  <a:lnTo>
                    <a:pt x="2023" y="403"/>
                  </a:lnTo>
                  <a:lnTo>
                    <a:pt x="2024" y="404"/>
                  </a:lnTo>
                  <a:lnTo>
                    <a:pt x="2024" y="404"/>
                  </a:lnTo>
                  <a:lnTo>
                    <a:pt x="2024" y="405"/>
                  </a:lnTo>
                  <a:lnTo>
                    <a:pt x="2025" y="403"/>
                  </a:lnTo>
                  <a:lnTo>
                    <a:pt x="2025" y="404"/>
                  </a:lnTo>
                  <a:lnTo>
                    <a:pt x="2025" y="404"/>
                  </a:lnTo>
                  <a:lnTo>
                    <a:pt x="2026" y="404"/>
                  </a:lnTo>
                  <a:lnTo>
                    <a:pt x="2027" y="398"/>
                  </a:lnTo>
                  <a:lnTo>
                    <a:pt x="2028" y="399"/>
                  </a:lnTo>
                  <a:lnTo>
                    <a:pt x="2028" y="399"/>
                  </a:lnTo>
                  <a:lnTo>
                    <a:pt x="2029" y="399"/>
                  </a:lnTo>
                  <a:lnTo>
                    <a:pt x="2030" y="393"/>
                  </a:lnTo>
                  <a:lnTo>
                    <a:pt x="2030" y="394"/>
                  </a:lnTo>
                  <a:lnTo>
                    <a:pt x="2030" y="393"/>
                  </a:lnTo>
                  <a:lnTo>
                    <a:pt x="2030" y="394"/>
                  </a:lnTo>
                  <a:lnTo>
                    <a:pt x="2031" y="393"/>
                  </a:lnTo>
                  <a:lnTo>
                    <a:pt x="2031" y="393"/>
                  </a:lnTo>
                  <a:lnTo>
                    <a:pt x="2031" y="393"/>
                  </a:lnTo>
                  <a:lnTo>
                    <a:pt x="2032" y="394"/>
                  </a:lnTo>
                  <a:lnTo>
                    <a:pt x="2034" y="386"/>
                  </a:lnTo>
                  <a:lnTo>
                    <a:pt x="2034" y="387"/>
                  </a:lnTo>
                  <a:lnTo>
                    <a:pt x="2034" y="387"/>
                  </a:lnTo>
                  <a:lnTo>
                    <a:pt x="2034" y="387"/>
                  </a:lnTo>
                  <a:lnTo>
                    <a:pt x="2036" y="381"/>
                  </a:lnTo>
                  <a:lnTo>
                    <a:pt x="2036" y="381"/>
                  </a:lnTo>
                  <a:lnTo>
                    <a:pt x="2036" y="381"/>
                  </a:lnTo>
                  <a:lnTo>
                    <a:pt x="2036" y="380"/>
                  </a:lnTo>
                  <a:lnTo>
                    <a:pt x="2037" y="382"/>
                  </a:lnTo>
                  <a:lnTo>
                    <a:pt x="2037" y="381"/>
                  </a:lnTo>
                  <a:lnTo>
                    <a:pt x="2037" y="381"/>
                  </a:lnTo>
                  <a:lnTo>
                    <a:pt x="2038" y="382"/>
                  </a:lnTo>
                  <a:lnTo>
                    <a:pt x="2039" y="376"/>
                  </a:lnTo>
                  <a:lnTo>
                    <a:pt x="2040" y="377"/>
                  </a:lnTo>
                  <a:lnTo>
                    <a:pt x="2040" y="377"/>
                  </a:lnTo>
                  <a:lnTo>
                    <a:pt x="2041" y="378"/>
                  </a:lnTo>
                  <a:lnTo>
                    <a:pt x="2042" y="372"/>
                  </a:lnTo>
                  <a:lnTo>
                    <a:pt x="2042" y="373"/>
                  </a:lnTo>
                  <a:lnTo>
                    <a:pt x="2042" y="373"/>
                  </a:lnTo>
                  <a:lnTo>
                    <a:pt x="2042" y="373"/>
                  </a:lnTo>
                  <a:lnTo>
                    <a:pt x="2043" y="369"/>
                  </a:lnTo>
                  <a:lnTo>
                    <a:pt x="2044" y="370"/>
                  </a:lnTo>
                  <a:lnTo>
                    <a:pt x="2044" y="370"/>
                  </a:lnTo>
                  <a:lnTo>
                    <a:pt x="2044" y="370"/>
                  </a:lnTo>
                  <a:lnTo>
                    <a:pt x="2045" y="362"/>
                  </a:lnTo>
                  <a:lnTo>
                    <a:pt x="2046" y="363"/>
                  </a:lnTo>
                  <a:lnTo>
                    <a:pt x="2046" y="363"/>
                  </a:lnTo>
                  <a:lnTo>
                    <a:pt x="2047" y="363"/>
                  </a:lnTo>
                  <a:lnTo>
                    <a:pt x="2047" y="362"/>
                  </a:lnTo>
                  <a:lnTo>
                    <a:pt x="2048" y="363"/>
                  </a:lnTo>
                  <a:lnTo>
                    <a:pt x="2048" y="363"/>
                  </a:lnTo>
                  <a:lnTo>
                    <a:pt x="2048" y="363"/>
                  </a:lnTo>
                  <a:lnTo>
                    <a:pt x="2049" y="358"/>
                  </a:lnTo>
                  <a:lnTo>
                    <a:pt x="2050" y="358"/>
                  </a:lnTo>
                  <a:lnTo>
                    <a:pt x="2050" y="359"/>
                  </a:lnTo>
                  <a:lnTo>
                    <a:pt x="2050" y="359"/>
                  </a:lnTo>
                  <a:lnTo>
                    <a:pt x="2051" y="354"/>
                  </a:lnTo>
                  <a:lnTo>
                    <a:pt x="2052" y="354"/>
                  </a:lnTo>
                  <a:lnTo>
                    <a:pt x="2052" y="354"/>
                  </a:lnTo>
                  <a:lnTo>
                    <a:pt x="2053" y="355"/>
                  </a:lnTo>
                  <a:lnTo>
                    <a:pt x="2053" y="354"/>
                  </a:lnTo>
                  <a:lnTo>
                    <a:pt x="2054" y="354"/>
                  </a:lnTo>
                  <a:lnTo>
                    <a:pt x="2054" y="354"/>
                  </a:lnTo>
                  <a:lnTo>
                    <a:pt x="2054" y="355"/>
                  </a:lnTo>
                  <a:lnTo>
                    <a:pt x="2056" y="352"/>
                  </a:lnTo>
                  <a:lnTo>
                    <a:pt x="2056" y="352"/>
                  </a:lnTo>
                  <a:lnTo>
                    <a:pt x="2056" y="352"/>
                  </a:lnTo>
                  <a:lnTo>
                    <a:pt x="2056" y="353"/>
                  </a:lnTo>
                  <a:lnTo>
                    <a:pt x="2057" y="345"/>
                  </a:lnTo>
                  <a:lnTo>
                    <a:pt x="2058" y="346"/>
                  </a:lnTo>
                  <a:lnTo>
                    <a:pt x="2058" y="346"/>
                  </a:lnTo>
                  <a:lnTo>
                    <a:pt x="2059" y="346"/>
                  </a:lnTo>
                  <a:lnTo>
                    <a:pt x="2060" y="345"/>
                  </a:lnTo>
                  <a:lnTo>
                    <a:pt x="2060" y="346"/>
                  </a:lnTo>
                  <a:lnTo>
                    <a:pt x="2060" y="346"/>
                  </a:lnTo>
                  <a:lnTo>
                    <a:pt x="2060" y="347"/>
                  </a:lnTo>
                  <a:lnTo>
                    <a:pt x="2062" y="338"/>
                  </a:lnTo>
                  <a:lnTo>
                    <a:pt x="2062" y="339"/>
                  </a:lnTo>
                  <a:lnTo>
                    <a:pt x="2062" y="339"/>
                  </a:lnTo>
                  <a:lnTo>
                    <a:pt x="2062" y="340"/>
                  </a:lnTo>
                  <a:lnTo>
                    <a:pt x="2064" y="333"/>
                  </a:lnTo>
                  <a:lnTo>
                    <a:pt x="2064" y="333"/>
                  </a:lnTo>
                  <a:lnTo>
                    <a:pt x="2064" y="333"/>
                  </a:lnTo>
                  <a:lnTo>
                    <a:pt x="2064" y="333"/>
                  </a:lnTo>
                  <a:lnTo>
                    <a:pt x="2066" y="331"/>
                  </a:lnTo>
                  <a:lnTo>
                    <a:pt x="2066" y="332"/>
                  </a:lnTo>
                  <a:lnTo>
                    <a:pt x="2066" y="332"/>
                  </a:lnTo>
                  <a:lnTo>
                    <a:pt x="2066" y="332"/>
                  </a:lnTo>
                  <a:lnTo>
                    <a:pt x="2068" y="324"/>
                  </a:lnTo>
                  <a:lnTo>
                    <a:pt x="2068" y="325"/>
                  </a:lnTo>
                  <a:lnTo>
                    <a:pt x="2068" y="325"/>
                  </a:lnTo>
                  <a:lnTo>
                    <a:pt x="2069" y="326"/>
                  </a:lnTo>
                  <a:lnTo>
                    <a:pt x="2070" y="323"/>
                  </a:lnTo>
                  <a:lnTo>
                    <a:pt x="2070" y="323"/>
                  </a:lnTo>
                  <a:lnTo>
                    <a:pt x="2070" y="323"/>
                  </a:lnTo>
                  <a:lnTo>
                    <a:pt x="2070" y="323"/>
                  </a:lnTo>
                  <a:lnTo>
                    <a:pt x="2071" y="319"/>
                  </a:lnTo>
                  <a:lnTo>
                    <a:pt x="2072" y="320"/>
                  </a:lnTo>
                  <a:lnTo>
                    <a:pt x="2072" y="319"/>
                  </a:lnTo>
                  <a:lnTo>
                    <a:pt x="2072" y="320"/>
                  </a:lnTo>
                  <a:lnTo>
                    <a:pt x="2074" y="319"/>
                  </a:lnTo>
                  <a:lnTo>
                    <a:pt x="2074" y="319"/>
                  </a:lnTo>
                  <a:lnTo>
                    <a:pt x="2074" y="319"/>
                  </a:lnTo>
                  <a:lnTo>
                    <a:pt x="2075" y="318"/>
                  </a:lnTo>
                  <a:lnTo>
                    <a:pt x="2075" y="320"/>
                  </a:lnTo>
                  <a:lnTo>
                    <a:pt x="2076" y="319"/>
                  </a:lnTo>
                  <a:lnTo>
                    <a:pt x="2076" y="319"/>
                  </a:lnTo>
                  <a:lnTo>
                    <a:pt x="2076" y="320"/>
                  </a:lnTo>
                  <a:lnTo>
                    <a:pt x="2077" y="5"/>
                  </a:lnTo>
                  <a:lnTo>
                    <a:pt x="2078" y="6"/>
                  </a:lnTo>
                  <a:lnTo>
                    <a:pt x="2078" y="6"/>
                  </a:lnTo>
                  <a:lnTo>
                    <a:pt x="2078" y="5"/>
                  </a:lnTo>
                  <a:lnTo>
                    <a:pt x="2080" y="7"/>
                  </a:lnTo>
                  <a:lnTo>
                    <a:pt x="2080" y="6"/>
                  </a:lnTo>
                  <a:lnTo>
                    <a:pt x="2080" y="6"/>
                  </a:lnTo>
                  <a:lnTo>
                    <a:pt x="2080" y="7"/>
                  </a:lnTo>
                  <a:lnTo>
                    <a:pt x="2081" y="6"/>
                  </a:lnTo>
                  <a:lnTo>
                    <a:pt x="2082" y="6"/>
                  </a:lnTo>
                  <a:lnTo>
                    <a:pt x="2082" y="6"/>
                  </a:lnTo>
                  <a:lnTo>
                    <a:pt x="2082" y="6"/>
                  </a:lnTo>
                  <a:lnTo>
                    <a:pt x="2083" y="7"/>
                  </a:lnTo>
                  <a:lnTo>
                    <a:pt x="2084" y="6"/>
                  </a:lnTo>
                  <a:lnTo>
                    <a:pt x="2084" y="6"/>
                  </a:lnTo>
                  <a:lnTo>
                    <a:pt x="2084" y="7"/>
                  </a:lnTo>
                  <a:lnTo>
                    <a:pt x="2086" y="6"/>
                  </a:lnTo>
                  <a:lnTo>
                    <a:pt x="2086" y="6"/>
                  </a:lnTo>
                  <a:lnTo>
                    <a:pt x="2086" y="6"/>
                  </a:lnTo>
                  <a:lnTo>
                    <a:pt x="2086" y="7"/>
                  </a:lnTo>
                  <a:lnTo>
                    <a:pt x="2088" y="5"/>
                  </a:lnTo>
                  <a:lnTo>
                    <a:pt x="2088" y="6"/>
                  </a:lnTo>
                  <a:lnTo>
                    <a:pt x="2088" y="6"/>
                  </a:lnTo>
                  <a:lnTo>
                    <a:pt x="2088" y="5"/>
                  </a:lnTo>
                  <a:lnTo>
                    <a:pt x="2089" y="7"/>
                  </a:lnTo>
                  <a:lnTo>
                    <a:pt x="2090" y="6"/>
                  </a:lnTo>
                  <a:lnTo>
                    <a:pt x="2090" y="6"/>
                  </a:lnTo>
                  <a:lnTo>
                    <a:pt x="2090" y="7"/>
                  </a:lnTo>
                  <a:lnTo>
                    <a:pt x="2091" y="6"/>
                  </a:lnTo>
                  <a:lnTo>
                    <a:pt x="2092" y="6"/>
                  </a:lnTo>
                  <a:lnTo>
                    <a:pt x="2092" y="6"/>
                  </a:lnTo>
                  <a:lnTo>
                    <a:pt x="2092" y="6"/>
                  </a:lnTo>
                  <a:lnTo>
                    <a:pt x="2092" y="7"/>
                  </a:lnTo>
                  <a:lnTo>
                    <a:pt x="2094" y="6"/>
                  </a:lnTo>
                  <a:lnTo>
                    <a:pt x="2094" y="6"/>
                  </a:lnTo>
                  <a:lnTo>
                    <a:pt x="2094" y="7"/>
                  </a:lnTo>
                  <a:lnTo>
                    <a:pt x="2095" y="5"/>
                  </a:lnTo>
                  <a:lnTo>
                    <a:pt x="2096" y="6"/>
                  </a:lnTo>
                  <a:lnTo>
                    <a:pt x="2096" y="6"/>
                  </a:lnTo>
                  <a:lnTo>
                    <a:pt x="2097" y="5"/>
                  </a:lnTo>
                  <a:lnTo>
                    <a:pt x="2098" y="7"/>
                  </a:lnTo>
                  <a:lnTo>
                    <a:pt x="2098" y="6"/>
                  </a:lnTo>
                  <a:lnTo>
                    <a:pt x="2098" y="6"/>
                  </a:lnTo>
                  <a:lnTo>
                    <a:pt x="2098" y="6"/>
                  </a:lnTo>
                  <a:lnTo>
                    <a:pt x="2099" y="7"/>
                  </a:lnTo>
                  <a:lnTo>
                    <a:pt x="2100" y="6"/>
                  </a:lnTo>
                  <a:lnTo>
                    <a:pt x="2100" y="6"/>
                  </a:lnTo>
                  <a:lnTo>
                    <a:pt x="2100" y="7"/>
                  </a:lnTo>
                  <a:lnTo>
                    <a:pt x="2101" y="5"/>
                  </a:lnTo>
                  <a:lnTo>
                    <a:pt x="2102" y="6"/>
                  </a:lnTo>
                  <a:lnTo>
                    <a:pt x="2102" y="6"/>
                  </a:lnTo>
                  <a:lnTo>
                    <a:pt x="2103" y="5"/>
                  </a:lnTo>
                  <a:lnTo>
                    <a:pt x="2104" y="7"/>
                  </a:lnTo>
                  <a:lnTo>
                    <a:pt x="2104" y="6"/>
                  </a:lnTo>
                  <a:lnTo>
                    <a:pt x="2104" y="6"/>
                  </a:lnTo>
                  <a:lnTo>
                    <a:pt x="2104" y="6"/>
                  </a:lnTo>
                  <a:lnTo>
                    <a:pt x="2105" y="5"/>
                  </a:lnTo>
                  <a:lnTo>
                    <a:pt x="2106" y="6"/>
                  </a:lnTo>
                  <a:lnTo>
                    <a:pt x="2106" y="6"/>
                  </a:lnTo>
                  <a:lnTo>
                    <a:pt x="2106" y="5"/>
                  </a:lnTo>
                  <a:lnTo>
                    <a:pt x="2107" y="6"/>
                  </a:lnTo>
                  <a:lnTo>
                    <a:pt x="2108" y="6"/>
                  </a:lnTo>
                  <a:lnTo>
                    <a:pt x="2108" y="6"/>
                  </a:lnTo>
                  <a:lnTo>
                    <a:pt x="2108" y="6"/>
                  </a:lnTo>
                  <a:lnTo>
                    <a:pt x="2109" y="5"/>
                  </a:lnTo>
                  <a:lnTo>
                    <a:pt x="2110" y="6"/>
                  </a:lnTo>
                  <a:lnTo>
                    <a:pt x="2110" y="5"/>
                  </a:lnTo>
                  <a:lnTo>
                    <a:pt x="2110" y="5"/>
                  </a:lnTo>
                  <a:lnTo>
                    <a:pt x="2111" y="7"/>
                  </a:lnTo>
                  <a:lnTo>
                    <a:pt x="2112" y="6"/>
                  </a:lnTo>
                  <a:lnTo>
                    <a:pt x="2112" y="6"/>
                  </a:lnTo>
                  <a:lnTo>
                    <a:pt x="2113" y="6"/>
                  </a:lnTo>
                  <a:lnTo>
                    <a:pt x="2114" y="7"/>
                  </a:lnTo>
                  <a:lnTo>
                    <a:pt x="2114" y="7"/>
                  </a:lnTo>
                  <a:lnTo>
                    <a:pt x="2114" y="7"/>
                  </a:lnTo>
                  <a:lnTo>
                    <a:pt x="2115" y="6"/>
                  </a:lnTo>
                  <a:lnTo>
                    <a:pt x="2116" y="7"/>
                  </a:lnTo>
                  <a:lnTo>
                    <a:pt x="2116" y="7"/>
                  </a:lnTo>
                  <a:lnTo>
                    <a:pt x="2116" y="7"/>
                  </a:lnTo>
                  <a:lnTo>
                    <a:pt x="2116" y="8"/>
                  </a:lnTo>
                  <a:lnTo>
                    <a:pt x="2117" y="6"/>
                  </a:lnTo>
                  <a:lnTo>
                    <a:pt x="2118" y="6"/>
                  </a:lnTo>
                  <a:lnTo>
                    <a:pt x="2118" y="6"/>
                  </a:lnTo>
                  <a:lnTo>
                    <a:pt x="2119" y="6"/>
                  </a:lnTo>
                  <a:lnTo>
                    <a:pt x="2119" y="7"/>
                  </a:lnTo>
                  <a:lnTo>
                    <a:pt x="2120" y="7"/>
                  </a:lnTo>
                  <a:lnTo>
                    <a:pt x="2120" y="7"/>
                  </a:lnTo>
                  <a:lnTo>
                    <a:pt x="2121" y="8"/>
                  </a:lnTo>
                  <a:lnTo>
                    <a:pt x="2122" y="6"/>
                  </a:lnTo>
                  <a:lnTo>
                    <a:pt x="2122" y="7"/>
                  </a:lnTo>
                  <a:lnTo>
                    <a:pt x="2122" y="6"/>
                  </a:lnTo>
                  <a:lnTo>
                    <a:pt x="2122" y="6"/>
                  </a:lnTo>
                  <a:lnTo>
                    <a:pt x="2124" y="9"/>
                  </a:lnTo>
                  <a:lnTo>
                    <a:pt x="2124" y="8"/>
                  </a:lnTo>
                  <a:lnTo>
                    <a:pt x="2124" y="9"/>
                  </a:lnTo>
                  <a:lnTo>
                    <a:pt x="2125" y="8"/>
                  </a:lnTo>
                  <a:lnTo>
                    <a:pt x="2125" y="9"/>
                  </a:lnTo>
                  <a:lnTo>
                    <a:pt x="2126" y="8"/>
                  </a:lnTo>
                  <a:lnTo>
                    <a:pt x="2126" y="8"/>
                  </a:lnTo>
                  <a:lnTo>
                    <a:pt x="2126" y="8"/>
                  </a:lnTo>
                  <a:lnTo>
                    <a:pt x="2127" y="10"/>
                  </a:lnTo>
                  <a:lnTo>
                    <a:pt x="2128" y="10"/>
                  </a:lnTo>
                  <a:lnTo>
                    <a:pt x="2128" y="9"/>
                  </a:lnTo>
                  <a:lnTo>
                    <a:pt x="2128" y="10"/>
                  </a:lnTo>
                  <a:lnTo>
                    <a:pt x="2130" y="7"/>
                  </a:lnTo>
                  <a:lnTo>
                    <a:pt x="2130" y="8"/>
                  </a:lnTo>
                  <a:lnTo>
                    <a:pt x="2130" y="8"/>
                  </a:lnTo>
                  <a:lnTo>
                    <a:pt x="2131" y="7"/>
                  </a:lnTo>
                  <a:lnTo>
                    <a:pt x="2131" y="9"/>
                  </a:lnTo>
                  <a:lnTo>
                    <a:pt x="2132" y="8"/>
                  </a:lnTo>
                  <a:lnTo>
                    <a:pt x="2132" y="8"/>
                  </a:lnTo>
                  <a:lnTo>
                    <a:pt x="2132" y="8"/>
                  </a:lnTo>
                  <a:lnTo>
                    <a:pt x="2133" y="7"/>
                  </a:lnTo>
                  <a:lnTo>
                    <a:pt x="2134" y="7"/>
                  </a:lnTo>
                  <a:lnTo>
                    <a:pt x="2134" y="8"/>
                  </a:lnTo>
                  <a:lnTo>
                    <a:pt x="2135" y="8"/>
                  </a:lnTo>
                  <a:lnTo>
                    <a:pt x="2136" y="6"/>
                  </a:lnTo>
                  <a:lnTo>
                    <a:pt x="2136" y="7"/>
                  </a:lnTo>
                  <a:lnTo>
                    <a:pt x="2136" y="7"/>
                  </a:lnTo>
                  <a:lnTo>
                    <a:pt x="2136" y="8"/>
                  </a:lnTo>
                  <a:lnTo>
                    <a:pt x="2138" y="6"/>
                  </a:lnTo>
                  <a:lnTo>
                    <a:pt x="2138" y="7"/>
                  </a:lnTo>
                  <a:lnTo>
                    <a:pt x="2138" y="7"/>
                  </a:lnTo>
                  <a:lnTo>
                    <a:pt x="2139" y="8"/>
                  </a:lnTo>
                  <a:lnTo>
                    <a:pt x="2139" y="5"/>
                  </a:lnTo>
                  <a:lnTo>
                    <a:pt x="2140" y="6"/>
                  </a:lnTo>
                  <a:lnTo>
                    <a:pt x="2140" y="6"/>
                  </a:lnTo>
                  <a:lnTo>
                    <a:pt x="2141" y="6"/>
                  </a:lnTo>
                  <a:lnTo>
                    <a:pt x="2142" y="5"/>
                  </a:lnTo>
                  <a:lnTo>
                    <a:pt x="2142" y="5"/>
                  </a:lnTo>
                  <a:lnTo>
                    <a:pt x="2142" y="5"/>
                  </a:lnTo>
                  <a:lnTo>
                    <a:pt x="2142" y="5"/>
                  </a:lnTo>
                  <a:lnTo>
                    <a:pt x="2143" y="4"/>
                  </a:lnTo>
                  <a:lnTo>
                    <a:pt x="2144" y="4"/>
                  </a:lnTo>
                  <a:lnTo>
                    <a:pt x="2144" y="5"/>
                  </a:lnTo>
                  <a:lnTo>
                    <a:pt x="2145" y="4"/>
                  </a:lnTo>
                  <a:lnTo>
                    <a:pt x="2145" y="5"/>
                  </a:lnTo>
                  <a:lnTo>
                    <a:pt x="2146" y="5"/>
                  </a:lnTo>
                  <a:lnTo>
                    <a:pt x="2146" y="5"/>
                  </a:lnTo>
                  <a:lnTo>
                    <a:pt x="2147" y="5"/>
                  </a:lnTo>
                  <a:lnTo>
                    <a:pt x="2148" y="4"/>
                  </a:lnTo>
                  <a:lnTo>
                    <a:pt x="2148" y="4"/>
                  </a:lnTo>
                  <a:lnTo>
                    <a:pt x="2148" y="5"/>
                  </a:lnTo>
                  <a:lnTo>
                    <a:pt x="2148" y="6"/>
                  </a:lnTo>
                  <a:lnTo>
                    <a:pt x="2149" y="4"/>
                  </a:lnTo>
                  <a:lnTo>
                    <a:pt x="2150" y="5"/>
                  </a:lnTo>
                  <a:lnTo>
                    <a:pt x="2150" y="5"/>
                  </a:lnTo>
                  <a:lnTo>
                    <a:pt x="2150" y="5"/>
                  </a:lnTo>
                  <a:lnTo>
                    <a:pt x="2151" y="3"/>
                  </a:lnTo>
                  <a:lnTo>
                    <a:pt x="2152" y="4"/>
                  </a:lnTo>
                  <a:lnTo>
                    <a:pt x="2152" y="4"/>
                  </a:lnTo>
                  <a:lnTo>
                    <a:pt x="2153" y="3"/>
                  </a:lnTo>
                  <a:lnTo>
                    <a:pt x="2153" y="5"/>
                  </a:lnTo>
                  <a:lnTo>
                    <a:pt x="2154" y="4"/>
                  </a:lnTo>
                  <a:lnTo>
                    <a:pt x="2154" y="5"/>
                  </a:lnTo>
                  <a:lnTo>
                    <a:pt x="2154" y="4"/>
                  </a:lnTo>
                  <a:lnTo>
                    <a:pt x="2155" y="5"/>
                  </a:lnTo>
                  <a:lnTo>
                    <a:pt x="2156" y="5"/>
                  </a:lnTo>
                  <a:lnTo>
                    <a:pt x="2156" y="4"/>
                  </a:lnTo>
                  <a:lnTo>
                    <a:pt x="2157" y="5"/>
                  </a:lnTo>
                  <a:lnTo>
                    <a:pt x="2158" y="4"/>
                  </a:lnTo>
                  <a:lnTo>
                    <a:pt x="2158" y="4"/>
                  </a:lnTo>
                  <a:lnTo>
                    <a:pt x="2158" y="4"/>
                  </a:lnTo>
                  <a:lnTo>
                    <a:pt x="2158" y="5"/>
                  </a:lnTo>
                  <a:lnTo>
                    <a:pt x="2159" y="3"/>
                  </a:lnTo>
                  <a:lnTo>
                    <a:pt x="2160" y="4"/>
                  </a:lnTo>
                  <a:lnTo>
                    <a:pt x="2160" y="5"/>
                  </a:lnTo>
                  <a:lnTo>
                    <a:pt x="2161" y="5"/>
                  </a:lnTo>
                  <a:lnTo>
                    <a:pt x="2161" y="3"/>
                  </a:lnTo>
                  <a:lnTo>
                    <a:pt x="2162" y="5"/>
                  </a:lnTo>
                  <a:lnTo>
                    <a:pt x="2162" y="4"/>
                  </a:lnTo>
                  <a:lnTo>
                    <a:pt x="2163" y="5"/>
                  </a:lnTo>
                  <a:lnTo>
                    <a:pt x="2164" y="3"/>
                  </a:lnTo>
                  <a:lnTo>
                    <a:pt x="2164" y="3"/>
                  </a:lnTo>
                  <a:lnTo>
                    <a:pt x="2164" y="4"/>
                  </a:lnTo>
                  <a:lnTo>
                    <a:pt x="2164" y="3"/>
                  </a:lnTo>
                  <a:lnTo>
                    <a:pt x="2166" y="5"/>
                  </a:lnTo>
                  <a:lnTo>
                    <a:pt x="2166" y="4"/>
                  </a:lnTo>
                  <a:lnTo>
                    <a:pt x="2166" y="4"/>
                  </a:lnTo>
                  <a:lnTo>
                    <a:pt x="2166" y="5"/>
                  </a:lnTo>
                  <a:lnTo>
                    <a:pt x="2166" y="3"/>
                  </a:lnTo>
                  <a:lnTo>
                    <a:pt x="2168" y="4"/>
                  </a:lnTo>
                  <a:lnTo>
                    <a:pt x="2168" y="4"/>
                  </a:lnTo>
                  <a:lnTo>
                    <a:pt x="2170" y="3"/>
                  </a:lnTo>
                  <a:lnTo>
                    <a:pt x="2170" y="5"/>
                  </a:lnTo>
                  <a:lnTo>
                    <a:pt x="2170" y="4"/>
                  </a:lnTo>
                  <a:lnTo>
                    <a:pt x="2170" y="4"/>
                  </a:lnTo>
                  <a:lnTo>
                    <a:pt x="2170" y="4"/>
                  </a:lnTo>
                  <a:lnTo>
                    <a:pt x="2172" y="5"/>
                  </a:lnTo>
                  <a:lnTo>
                    <a:pt x="2172" y="5"/>
                  </a:lnTo>
                  <a:lnTo>
                    <a:pt x="2172" y="5"/>
                  </a:lnTo>
                  <a:lnTo>
                    <a:pt x="2172" y="4"/>
                  </a:lnTo>
                  <a:lnTo>
                    <a:pt x="2173" y="5"/>
                  </a:lnTo>
                  <a:lnTo>
                    <a:pt x="2174" y="5"/>
                  </a:lnTo>
                  <a:lnTo>
                    <a:pt x="2174" y="5"/>
                  </a:lnTo>
                  <a:lnTo>
                    <a:pt x="2174" y="4"/>
                  </a:lnTo>
                  <a:lnTo>
                    <a:pt x="2175" y="5"/>
                  </a:lnTo>
                  <a:lnTo>
                    <a:pt x="2176" y="5"/>
                  </a:lnTo>
                  <a:lnTo>
                    <a:pt x="2176" y="5"/>
                  </a:lnTo>
                  <a:lnTo>
                    <a:pt x="2176" y="4"/>
                  </a:lnTo>
                  <a:lnTo>
                    <a:pt x="2177" y="5"/>
                  </a:lnTo>
                  <a:lnTo>
                    <a:pt x="2178" y="5"/>
                  </a:lnTo>
                  <a:lnTo>
                    <a:pt x="2178" y="5"/>
                  </a:lnTo>
                  <a:lnTo>
                    <a:pt x="2178" y="5"/>
                  </a:lnTo>
                  <a:lnTo>
                    <a:pt x="2180" y="4"/>
                  </a:lnTo>
                  <a:lnTo>
                    <a:pt x="2180" y="4"/>
                  </a:lnTo>
                  <a:lnTo>
                    <a:pt x="2180" y="4"/>
                  </a:lnTo>
                  <a:lnTo>
                    <a:pt x="2180" y="5"/>
                  </a:lnTo>
                  <a:lnTo>
                    <a:pt x="2181" y="3"/>
                  </a:lnTo>
                  <a:lnTo>
                    <a:pt x="2182" y="5"/>
                  </a:lnTo>
                  <a:lnTo>
                    <a:pt x="2182" y="4"/>
                  </a:lnTo>
                  <a:lnTo>
                    <a:pt x="2183" y="3"/>
                  </a:lnTo>
                  <a:lnTo>
                    <a:pt x="2184" y="5"/>
                  </a:lnTo>
                  <a:lnTo>
                    <a:pt x="2184" y="4"/>
                  </a:lnTo>
                  <a:lnTo>
                    <a:pt x="2184" y="4"/>
                  </a:lnTo>
                  <a:lnTo>
                    <a:pt x="2185" y="5"/>
                  </a:lnTo>
                  <a:lnTo>
                    <a:pt x="2186" y="3"/>
                  </a:lnTo>
                  <a:lnTo>
                    <a:pt x="2186" y="4"/>
                  </a:lnTo>
                  <a:lnTo>
                    <a:pt x="2186" y="4"/>
                  </a:lnTo>
                  <a:lnTo>
                    <a:pt x="2187" y="5"/>
                  </a:lnTo>
                  <a:lnTo>
                    <a:pt x="2187" y="3"/>
                  </a:lnTo>
                  <a:lnTo>
                    <a:pt x="2188" y="4"/>
                  </a:lnTo>
                  <a:lnTo>
                    <a:pt x="2188" y="4"/>
                  </a:lnTo>
                  <a:lnTo>
                    <a:pt x="2188" y="3"/>
                  </a:lnTo>
                  <a:lnTo>
                    <a:pt x="2189" y="5"/>
                  </a:lnTo>
                  <a:lnTo>
                    <a:pt x="2190" y="4"/>
                  </a:lnTo>
                  <a:lnTo>
                    <a:pt x="2190" y="4"/>
                  </a:lnTo>
                  <a:lnTo>
                    <a:pt x="2192" y="3"/>
                  </a:lnTo>
                  <a:lnTo>
                    <a:pt x="2192" y="5"/>
                  </a:lnTo>
                  <a:lnTo>
                    <a:pt x="2192" y="4"/>
                  </a:lnTo>
                  <a:lnTo>
                    <a:pt x="2192" y="5"/>
                  </a:lnTo>
                  <a:lnTo>
                    <a:pt x="2193" y="4"/>
                  </a:lnTo>
                  <a:lnTo>
                    <a:pt x="2193" y="5"/>
                  </a:lnTo>
                  <a:lnTo>
                    <a:pt x="2194" y="4"/>
                  </a:lnTo>
                  <a:lnTo>
                    <a:pt x="2194" y="4"/>
                  </a:lnTo>
                  <a:lnTo>
                    <a:pt x="2195" y="4"/>
                  </a:lnTo>
                  <a:lnTo>
                    <a:pt x="2195" y="6"/>
                  </a:lnTo>
                  <a:lnTo>
                    <a:pt x="2196" y="6"/>
                  </a:lnTo>
                  <a:lnTo>
                    <a:pt x="2196" y="5"/>
                  </a:lnTo>
                  <a:lnTo>
                    <a:pt x="2198" y="6"/>
                  </a:lnTo>
                  <a:lnTo>
                    <a:pt x="2198" y="5"/>
                  </a:lnTo>
                  <a:lnTo>
                    <a:pt x="2198" y="5"/>
                  </a:lnTo>
                  <a:lnTo>
                    <a:pt x="2198" y="5"/>
                  </a:lnTo>
                  <a:lnTo>
                    <a:pt x="2198" y="4"/>
                  </a:lnTo>
                  <a:lnTo>
                    <a:pt x="2199" y="6"/>
                  </a:lnTo>
                  <a:lnTo>
                    <a:pt x="2200" y="5"/>
                  </a:lnTo>
                  <a:lnTo>
                    <a:pt x="2200" y="5"/>
                  </a:lnTo>
                  <a:lnTo>
                    <a:pt x="2201" y="6"/>
                  </a:lnTo>
                  <a:lnTo>
                    <a:pt x="2202" y="5"/>
                  </a:lnTo>
                  <a:lnTo>
                    <a:pt x="2202" y="5"/>
                  </a:lnTo>
                  <a:lnTo>
                    <a:pt x="2202" y="5"/>
                  </a:lnTo>
                  <a:lnTo>
                    <a:pt x="2202" y="5"/>
                  </a:lnTo>
                  <a:lnTo>
                    <a:pt x="2204" y="6"/>
                  </a:lnTo>
                  <a:lnTo>
                    <a:pt x="2204" y="5"/>
                  </a:lnTo>
                  <a:lnTo>
                    <a:pt x="2204" y="5"/>
                  </a:lnTo>
                  <a:lnTo>
                    <a:pt x="2205" y="4"/>
                  </a:lnTo>
                  <a:lnTo>
                    <a:pt x="2205" y="6"/>
                  </a:lnTo>
                  <a:lnTo>
                    <a:pt x="2206" y="5"/>
                  </a:lnTo>
                  <a:lnTo>
                    <a:pt x="2206" y="5"/>
                  </a:lnTo>
                  <a:lnTo>
                    <a:pt x="2206" y="5"/>
                  </a:lnTo>
                  <a:lnTo>
                    <a:pt x="2208" y="6"/>
                  </a:lnTo>
                  <a:lnTo>
                    <a:pt x="2208" y="6"/>
                  </a:lnTo>
                  <a:lnTo>
                    <a:pt x="2208" y="6"/>
                  </a:lnTo>
                  <a:lnTo>
                    <a:pt x="2209" y="6"/>
                  </a:lnTo>
                  <a:lnTo>
                    <a:pt x="2209" y="5"/>
                  </a:lnTo>
                  <a:lnTo>
                    <a:pt x="2210" y="6"/>
                  </a:lnTo>
                  <a:lnTo>
                    <a:pt x="2210" y="6"/>
                  </a:lnTo>
                  <a:lnTo>
                    <a:pt x="2211" y="5"/>
                  </a:lnTo>
                  <a:lnTo>
                    <a:pt x="2212" y="6"/>
                  </a:lnTo>
                  <a:lnTo>
                    <a:pt x="2212" y="5"/>
                  </a:lnTo>
                  <a:lnTo>
                    <a:pt x="2212" y="5"/>
                  </a:lnTo>
                  <a:lnTo>
                    <a:pt x="2213" y="6"/>
                  </a:lnTo>
                  <a:lnTo>
                    <a:pt x="2214" y="4"/>
                  </a:lnTo>
                  <a:lnTo>
                    <a:pt x="2214" y="5"/>
                  </a:lnTo>
                  <a:lnTo>
                    <a:pt x="2214" y="5"/>
                  </a:lnTo>
                  <a:lnTo>
                    <a:pt x="2214" y="4"/>
                  </a:lnTo>
                  <a:lnTo>
                    <a:pt x="2215" y="5"/>
                  </a:lnTo>
                  <a:lnTo>
                    <a:pt x="2216" y="5"/>
                  </a:lnTo>
                  <a:lnTo>
                    <a:pt x="2216" y="5"/>
                  </a:lnTo>
                  <a:lnTo>
                    <a:pt x="2216" y="5"/>
                  </a:lnTo>
                  <a:lnTo>
                    <a:pt x="2217" y="4"/>
                  </a:lnTo>
                  <a:lnTo>
                    <a:pt x="2218" y="4"/>
                  </a:lnTo>
                  <a:lnTo>
                    <a:pt x="2218" y="4"/>
                  </a:lnTo>
                  <a:lnTo>
                    <a:pt x="2218" y="5"/>
                  </a:lnTo>
                  <a:lnTo>
                    <a:pt x="2219" y="4"/>
                  </a:lnTo>
                  <a:lnTo>
                    <a:pt x="2220" y="5"/>
                  </a:lnTo>
                  <a:lnTo>
                    <a:pt x="2220" y="5"/>
                  </a:lnTo>
                  <a:lnTo>
                    <a:pt x="2222" y="3"/>
                  </a:lnTo>
                  <a:lnTo>
                    <a:pt x="2222" y="4"/>
                  </a:lnTo>
                  <a:lnTo>
                    <a:pt x="2222" y="4"/>
                  </a:lnTo>
                  <a:lnTo>
                    <a:pt x="2223" y="5"/>
                  </a:lnTo>
                  <a:lnTo>
                    <a:pt x="2223" y="3"/>
                  </a:lnTo>
                  <a:lnTo>
                    <a:pt x="2224" y="3"/>
                  </a:lnTo>
                  <a:lnTo>
                    <a:pt x="2224" y="3"/>
                  </a:lnTo>
                  <a:lnTo>
                    <a:pt x="2225" y="4"/>
                  </a:lnTo>
                  <a:lnTo>
                    <a:pt x="2226" y="3"/>
                  </a:lnTo>
                  <a:lnTo>
                    <a:pt x="2226" y="3"/>
                  </a:lnTo>
                  <a:lnTo>
                    <a:pt x="2226" y="3"/>
                  </a:lnTo>
                  <a:lnTo>
                    <a:pt x="2226" y="4"/>
                  </a:lnTo>
                  <a:lnTo>
                    <a:pt x="2228" y="2"/>
                  </a:lnTo>
                  <a:lnTo>
                    <a:pt x="2228" y="3"/>
                  </a:lnTo>
                  <a:lnTo>
                    <a:pt x="2228" y="3"/>
                  </a:lnTo>
                  <a:lnTo>
                    <a:pt x="2229" y="3"/>
                  </a:lnTo>
                  <a:lnTo>
                    <a:pt x="2229" y="2"/>
                  </a:lnTo>
                  <a:lnTo>
                    <a:pt x="2230" y="3"/>
                  </a:lnTo>
                  <a:lnTo>
                    <a:pt x="2230" y="3"/>
                  </a:lnTo>
                  <a:lnTo>
                    <a:pt x="2231" y="2"/>
                  </a:lnTo>
                  <a:lnTo>
                    <a:pt x="2232" y="3"/>
                  </a:lnTo>
                  <a:lnTo>
                    <a:pt x="2232" y="3"/>
                  </a:lnTo>
                  <a:lnTo>
                    <a:pt x="2232" y="3"/>
                  </a:lnTo>
                  <a:lnTo>
                    <a:pt x="2232" y="4"/>
                  </a:lnTo>
                  <a:lnTo>
                    <a:pt x="2234" y="2"/>
                  </a:lnTo>
                  <a:lnTo>
                    <a:pt x="2234" y="3"/>
                  </a:lnTo>
                  <a:lnTo>
                    <a:pt x="2234" y="2"/>
                  </a:lnTo>
                  <a:lnTo>
                    <a:pt x="2235" y="3"/>
                  </a:lnTo>
                  <a:lnTo>
                    <a:pt x="2235" y="2"/>
                  </a:lnTo>
                  <a:lnTo>
                    <a:pt x="2236" y="2"/>
                  </a:lnTo>
                  <a:lnTo>
                    <a:pt x="2236" y="2"/>
                  </a:lnTo>
                  <a:lnTo>
                    <a:pt x="2237" y="3"/>
                  </a:lnTo>
                  <a:lnTo>
                    <a:pt x="2237" y="2"/>
                  </a:lnTo>
                  <a:lnTo>
                    <a:pt x="2238" y="3"/>
                  </a:lnTo>
                  <a:lnTo>
                    <a:pt x="2238" y="3"/>
                  </a:lnTo>
                  <a:lnTo>
                    <a:pt x="2238" y="3"/>
                  </a:lnTo>
                  <a:lnTo>
                    <a:pt x="2240" y="2"/>
                  </a:lnTo>
                  <a:lnTo>
                    <a:pt x="2240" y="2"/>
                  </a:lnTo>
                  <a:lnTo>
                    <a:pt x="2240" y="2"/>
                  </a:lnTo>
                  <a:lnTo>
                    <a:pt x="2241" y="2"/>
                  </a:lnTo>
                  <a:lnTo>
                    <a:pt x="2241" y="3"/>
                  </a:lnTo>
                  <a:lnTo>
                    <a:pt x="2242" y="2"/>
                  </a:lnTo>
                  <a:lnTo>
                    <a:pt x="2242" y="2"/>
                  </a:lnTo>
                  <a:lnTo>
                    <a:pt x="2243" y="3"/>
                  </a:lnTo>
                  <a:lnTo>
                    <a:pt x="2243" y="1"/>
                  </a:lnTo>
                  <a:lnTo>
                    <a:pt x="2244" y="2"/>
                  </a:lnTo>
                  <a:lnTo>
                    <a:pt x="2244" y="2"/>
                  </a:lnTo>
                  <a:lnTo>
                    <a:pt x="2245" y="2"/>
                  </a:lnTo>
                  <a:lnTo>
                    <a:pt x="2246" y="3"/>
                  </a:lnTo>
                  <a:lnTo>
                    <a:pt x="2246" y="2"/>
                  </a:lnTo>
                  <a:lnTo>
                    <a:pt x="2246" y="3"/>
                  </a:lnTo>
                  <a:lnTo>
                    <a:pt x="2246" y="3"/>
                  </a:lnTo>
                  <a:lnTo>
                    <a:pt x="2247" y="2"/>
                  </a:lnTo>
                  <a:lnTo>
                    <a:pt x="2248" y="3"/>
                  </a:lnTo>
                  <a:lnTo>
                    <a:pt x="2248" y="2"/>
                  </a:lnTo>
                  <a:lnTo>
                    <a:pt x="2248" y="2"/>
                  </a:lnTo>
                  <a:lnTo>
                    <a:pt x="2249" y="3"/>
                  </a:lnTo>
                  <a:lnTo>
                    <a:pt x="2250" y="3"/>
                  </a:lnTo>
                  <a:lnTo>
                    <a:pt x="2250" y="3"/>
                  </a:lnTo>
                  <a:lnTo>
                    <a:pt x="2251" y="4"/>
                  </a:lnTo>
                  <a:lnTo>
                    <a:pt x="2252" y="2"/>
                  </a:lnTo>
                  <a:lnTo>
                    <a:pt x="2252" y="3"/>
                  </a:lnTo>
                  <a:lnTo>
                    <a:pt x="2252" y="3"/>
                  </a:lnTo>
                  <a:lnTo>
                    <a:pt x="2253" y="2"/>
                  </a:lnTo>
                  <a:lnTo>
                    <a:pt x="2254" y="4"/>
                  </a:lnTo>
                  <a:lnTo>
                    <a:pt x="2254" y="3"/>
                  </a:lnTo>
                  <a:lnTo>
                    <a:pt x="2254" y="3"/>
                  </a:lnTo>
                  <a:lnTo>
                    <a:pt x="2254" y="4"/>
                  </a:lnTo>
                  <a:lnTo>
                    <a:pt x="2256" y="2"/>
                  </a:lnTo>
                  <a:lnTo>
                    <a:pt x="2256" y="3"/>
                  </a:lnTo>
                  <a:lnTo>
                    <a:pt x="2256" y="3"/>
                  </a:lnTo>
                  <a:lnTo>
                    <a:pt x="2257" y="2"/>
                  </a:lnTo>
                  <a:lnTo>
                    <a:pt x="2258" y="4"/>
                  </a:lnTo>
                  <a:lnTo>
                    <a:pt x="2258" y="3"/>
                  </a:lnTo>
                  <a:lnTo>
                    <a:pt x="2258" y="3"/>
                  </a:lnTo>
                  <a:lnTo>
                    <a:pt x="2258" y="4"/>
                  </a:lnTo>
                  <a:lnTo>
                    <a:pt x="2259" y="3"/>
                  </a:lnTo>
                  <a:lnTo>
                    <a:pt x="2260" y="3"/>
                  </a:lnTo>
                  <a:lnTo>
                    <a:pt x="2260" y="3"/>
                  </a:lnTo>
                  <a:lnTo>
                    <a:pt x="2260" y="3"/>
                  </a:lnTo>
                  <a:lnTo>
                    <a:pt x="2261" y="4"/>
                  </a:lnTo>
                  <a:lnTo>
                    <a:pt x="2262" y="4"/>
                  </a:lnTo>
                  <a:lnTo>
                    <a:pt x="2262" y="3"/>
                  </a:lnTo>
                  <a:lnTo>
                    <a:pt x="2263" y="4"/>
                  </a:lnTo>
                  <a:lnTo>
                    <a:pt x="2264" y="3"/>
                  </a:lnTo>
                  <a:lnTo>
                    <a:pt x="2264" y="4"/>
                  </a:lnTo>
                  <a:lnTo>
                    <a:pt x="2264" y="3"/>
                  </a:lnTo>
                  <a:lnTo>
                    <a:pt x="2264" y="4"/>
                  </a:lnTo>
                  <a:lnTo>
                    <a:pt x="2266" y="3"/>
                  </a:lnTo>
                  <a:lnTo>
                    <a:pt x="2266" y="4"/>
                  </a:lnTo>
                  <a:lnTo>
                    <a:pt x="2266" y="4"/>
                  </a:lnTo>
                  <a:lnTo>
                    <a:pt x="2266" y="4"/>
                  </a:lnTo>
                  <a:lnTo>
                    <a:pt x="2267" y="3"/>
                  </a:lnTo>
                  <a:lnTo>
                    <a:pt x="2268" y="3"/>
                  </a:lnTo>
                  <a:lnTo>
                    <a:pt x="2268" y="3"/>
                  </a:lnTo>
                  <a:lnTo>
                    <a:pt x="2268" y="4"/>
                  </a:lnTo>
                  <a:lnTo>
                    <a:pt x="2269" y="3"/>
                  </a:lnTo>
                  <a:lnTo>
                    <a:pt x="2270" y="3"/>
                  </a:lnTo>
                  <a:lnTo>
                    <a:pt x="2270" y="3"/>
                  </a:lnTo>
                  <a:lnTo>
                    <a:pt x="2270" y="3"/>
                  </a:lnTo>
                  <a:lnTo>
                    <a:pt x="2271" y="5"/>
                  </a:lnTo>
                  <a:lnTo>
                    <a:pt x="2272" y="4"/>
                  </a:lnTo>
                  <a:lnTo>
                    <a:pt x="2272" y="4"/>
                  </a:lnTo>
                  <a:lnTo>
                    <a:pt x="2272" y="3"/>
                  </a:lnTo>
                  <a:lnTo>
                    <a:pt x="2273" y="5"/>
                  </a:lnTo>
                  <a:lnTo>
                    <a:pt x="2274" y="4"/>
                  </a:lnTo>
                  <a:lnTo>
                    <a:pt x="2274" y="4"/>
                  </a:lnTo>
                  <a:lnTo>
                    <a:pt x="2274" y="3"/>
                  </a:lnTo>
                  <a:lnTo>
                    <a:pt x="2275" y="5"/>
                  </a:lnTo>
                  <a:lnTo>
                    <a:pt x="2276" y="4"/>
                  </a:lnTo>
                  <a:lnTo>
                    <a:pt x="2276" y="5"/>
                  </a:lnTo>
                  <a:lnTo>
                    <a:pt x="2276" y="3"/>
                  </a:lnTo>
                  <a:lnTo>
                    <a:pt x="2278" y="5"/>
                  </a:lnTo>
                  <a:lnTo>
                    <a:pt x="2278" y="4"/>
                  </a:lnTo>
                  <a:lnTo>
                    <a:pt x="2278" y="4"/>
                  </a:lnTo>
                  <a:lnTo>
                    <a:pt x="2278" y="3"/>
                  </a:lnTo>
                  <a:lnTo>
                    <a:pt x="2279" y="5"/>
                  </a:lnTo>
                </a:path>
              </a:pathLst>
            </a:custGeom>
            <a:noFill/>
            <a:ln w="28575" cap="flat">
              <a:solidFill>
                <a:srgbClr val="FF0000">
                  <a:alpha val="69804"/>
                </a:srgb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351" name="Freeform 344">
              <a:extLst>
                <a:ext uri="{FF2B5EF4-FFF2-40B4-BE49-F238E27FC236}">
                  <a16:creationId xmlns:a16="http://schemas.microsoft.com/office/drawing/2014/main" id="{FA0B14CE-5956-FF73-5374-E5EB55136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5900" y="3639506"/>
              <a:ext cx="1181100" cy="323623"/>
            </a:xfrm>
            <a:custGeom>
              <a:avLst/>
              <a:gdLst>
                <a:gd name="T0" fmla="*/ 61 w 3931"/>
                <a:gd name="T1" fmla="*/ 787 h 804"/>
                <a:gd name="T2" fmla="*/ 126 w 3931"/>
                <a:gd name="T3" fmla="*/ 782 h 804"/>
                <a:gd name="T4" fmla="*/ 189 w 3931"/>
                <a:gd name="T5" fmla="*/ 792 h 804"/>
                <a:gd name="T6" fmla="*/ 246 w 3931"/>
                <a:gd name="T7" fmla="*/ 802 h 804"/>
                <a:gd name="T8" fmla="*/ 309 w 3931"/>
                <a:gd name="T9" fmla="*/ 784 h 804"/>
                <a:gd name="T10" fmla="*/ 373 w 3931"/>
                <a:gd name="T11" fmla="*/ 794 h 804"/>
                <a:gd name="T12" fmla="*/ 435 w 3931"/>
                <a:gd name="T13" fmla="*/ 804 h 804"/>
                <a:gd name="T14" fmla="*/ 496 w 3931"/>
                <a:gd name="T15" fmla="*/ 784 h 804"/>
                <a:gd name="T16" fmla="*/ 557 w 3931"/>
                <a:gd name="T17" fmla="*/ 777 h 804"/>
                <a:gd name="T18" fmla="*/ 617 w 3931"/>
                <a:gd name="T19" fmla="*/ 787 h 804"/>
                <a:gd name="T20" fmla="*/ 679 w 3931"/>
                <a:gd name="T21" fmla="*/ 802 h 804"/>
                <a:gd name="T22" fmla="*/ 739 w 3931"/>
                <a:gd name="T23" fmla="*/ 794 h 804"/>
                <a:gd name="T24" fmla="*/ 804 w 3931"/>
                <a:gd name="T25" fmla="*/ 804 h 804"/>
                <a:gd name="T26" fmla="*/ 872 w 3931"/>
                <a:gd name="T27" fmla="*/ 782 h 804"/>
                <a:gd name="T28" fmla="*/ 931 w 3931"/>
                <a:gd name="T29" fmla="*/ 802 h 804"/>
                <a:gd name="T30" fmla="*/ 992 w 3931"/>
                <a:gd name="T31" fmla="*/ 777 h 804"/>
                <a:gd name="T32" fmla="*/ 1055 w 3931"/>
                <a:gd name="T33" fmla="*/ 804 h 804"/>
                <a:gd name="T34" fmla="*/ 1117 w 3931"/>
                <a:gd name="T35" fmla="*/ 797 h 804"/>
                <a:gd name="T36" fmla="*/ 1177 w 3931"/>
                <a:gd name="T37" fmla="*/ 797 h 804"/>
                <a:gd name="T38" fmla="*/ 1237 w 3931"/>
                <a:gd name="T39" fmla="*/ 706 h 804"/>
                <a:gd name="T40" fmla="*/ 1296 w 3931"/>
                <a:gd name="T41" fmla="*/ 800 h 804"/>
                <a:gd name="T42" fmla="*/ 1357 w 3931"/>
                <a:gd name="T43" fmla="*/ 674 h 804"/>
                <a:gd name="T44" fmla="*/ 1419 w 3931"/>
                <a:gd name="T45" fmla="*/ 716 h 804"/>
                <a:gd name="T46" fmla="*/ 1481 w 3931"/>
                <a:gd name="T47" fmla="*/ 771 h 804"/>
                <a:gd name="T48" fmla="*/ 1540 w 3931"/>
                <a:gd name="T49" fmla="*/ 757 h 804"/>
                <a:gd name="T50" fmla="*/ 1600 w 3931"/>
                <a:gd name="T51" fmla="*/ 774 h 804"/>
                <a:gd name="T52" fmla="*/ 1662 w 3931"/>
                <a:gd name="T53" fmla="*/ 804 h 804"/>
                <a:gd name="T54" fmla="*/ 1725 w 3931"/>
                <a:gd name="T55" fmla="*/ 804 h 804"/>
                <a:gd name="T56" fmla="*/ 1791 w 3931"/>
                <a:gd name="T57" fmla="*/ 800 h 804"/>
                <a:gd name="T58" fmla="*/ 1852 w 3931"/>
                <a:gd name="T59" fmla="*/ 751 h 804"/>
                <a:gd name="T60" fmla="*/ 1912 w 3931"/>
                <a:gd name="T61" fmla="*/ 760 h 804"/>
                <a:gd name="T62" fmla="*/ 1974 w 3931"/>
                <a:gd name="T63" fmla="*/ 800 h 804"/>
                <a:gd name="T64" fmla="*/ 2037 w 3931"/>
                <a:gd name="T65" fmla="*/ 796 h 804"/>
                <a:gd name="T66" fmla="*/ 2099 w 3931"/>
                <a:gd name="T67" fmla="*/ 624 h 804"/>
                <a:gd name="T68" fmla="*/ 2160 w 3931"/>
                <a:gd name="T69" fmla="*/ 802 h 804"/>
                <a:gd name="T70" fmla="*/ 2224 w 3931"/>
                <a:gd name="T71" fmla="*/ 774 h 804"/>
                <a:gd name="T72" fmla="*/ 2282 w 3931"/>
                <a:gd name="T73" fmla="*/ 739 h 804"/>
                <a:gd name="T74" fmla="*/ 2345 w 3931"/>
                <a:gd name="T75" fmla="*/ 779 h 804"/>
                <a:gd name="T76" fmla="*/ 2407 w 3931"/>
                <a:gd name="T77" fmla="*/ 804 h 804"/>
                <a:gd name="T78" fmla="*/ 2471 w 3931"/>
                <a:gd name="T79" fmla="*/ 799 h 804"/>
                <a:gd name="T80" fmla="*/ 2532 w 3931"/>
                <a:gd name="T81" fmla="*/ 624 h 804"/>
                <a:gd name="T82" fmla="*/ 2598 w 3931"/>
                <a:gd name="T83" fmla="*/ 730 h 804"/>
                <a:gd name="T84" fmla="*/ 2659 w 3931"/>
                <a:gd name="T85" fmla="*/ 760 h 804"/>
                <a:gd name="T86" fmla="*/ 2719 w 3931"/>
                <a:gd name="T87" fmla="*/ 804 h 804"/>
                <a:gd name="T88" fmla="*/ 2778 w 3931"/>
                <a:gd name="T89" fmla="*/ 804 h 804"/>
                <a:gd name="T90" fmla="*/ 2842 w 3931"/>
                <a:gd name="T91" fmla="*/ 756 h 804"/>
                <a:gd name="T92" fmla="*/ 2905 w 3931"/>
                <a:gd name="T93" fmla="*/ 765 h 804"/>
                <a:gd name="T94" fmla="*/ 2964 w 3931"/>
                <a:gd name="T95" fmla="*/ 795 h 804"/>
                <a:gd name="T96" fmla="*/ 3025 w 3931"/>
                <a:gd name="T97" fmla="*/ 779 h 804"/>
                <a:gd name="T98" fmla="*/ 3087 w 3931"/>
                <a:gd name="T99" fmla="*/ 804 h 804"/>
                <a:gd name="T100" fmla="*/ 3150 w 3931"/>
                <a:gd name="T101" fmla="*/ 804 h 804"/>
                <a:gd name="T102" fmla="*/ 3210 w 3931"/>
                <a:gd name="T103" fmla="*/ 740 h 804"/>
                <a:gd name="T104" fmla="*/ 3270 w 3931"/>
                <a:gd name="T105" fmla="*/ 759 h 804"/>
                <a:gd name="T106" fmla="*/ 3332 w 3931"/>
                <a:gd name="T107" fmla="*/ 804 h 804"/>
                <a:gd name="T108" fmla="*/ 3392 w 3931"/>
                <a:gd name="T109" fmla="*/ 796 h 804"/>
                <a:gd name="T110" fmla="*/ 3453 w 3931"/>
                <a:gd name="T111" fmla="*/ 755 h 804"/>
                <a:gd name="T112" fmla="*/ 3513 w 3931"/>
                <a:gd name="T113" fmla="*/ 555 h 804"/>
                <a:gd name="T114" fmla="*/ 3573 w 3931"/>
                <a:gd name="T115" fmla="*/ 711 h 804"/>
                <a:gd name="T116" fmla="*/ 3632 w 3931"/>
                <a:gd name="T117" fmla="*/ 765 h 804"/>
                <a:gd name="T118" fmla="*/ 3691 w 3931"/>
                <a:gd name="T119" fmla="*/ 787 h 804"/>
                <a:gd name="T120" fmla="*/ 3751 w 3931"/>
                <a:gd name="T121" fmla="*/ 765 h 804"/>
                <a:gd name="T122" fmla="*/ 3812 w 3931"/>
                <a:gd name="T123" fmla="*/ 696 h 804"/>
                <a:gd name="T124" fmla="*/ 3874 w 3931"/>
                <a:gd name="T125" fmla="*/ 782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31" h="804">
                  <a:moveTo>
                    <a:pt x="0" y="765"/>
                  </a:moveTo>
                  <a:lnTo>
                    <a:pt x="1" y="781"/>
                  </a:lnTo>
                  <a:lnTo>
                    <a:pt x="1" y="698"/>
                  </a:lnTo>
                  <a:lnTo>
                    <a:pt x="1" y="698"/>
                  </a:lnTo>
                  <a:lnTo>
                    <a:pt x="2" y="688"/>
                  </a:lnTo>
                  <a:lnTo>
                    <a:pt x="2" y="794"/>
                  </a:lnTo>
                  <a:lnTo>
                    <a:pt x="3" y="794"/>
                  </a:lnTo>
                  <a:lnTo>
                    <a:pt x="3" y="794"/>
                  </a:lnTo>
                  <a:lnTo>
                    <a:pt x="4" y="804"/>
                  </a:lnTo>
                  <a:lnTo>
                    <a:pt x="4" y="802"/>
                  </a:lnTo>
                  <a:lnTo>
                    <a:pt x="4" y="802"/>
                  </a:lnTo>
                  <a:lnTo>
                    <a:pt x="5" y="804"/>
                  </a:lnTo>
                  <a:lnTo>
                    <a:pt x="6" y="804"/>
                  </a:lnTo>
                  <a:lnTo>
                    <a:pt x="6" y="804"/>
                  </a:lnTo>
                  <a:lnTo>
                    <a:pt x="7" y="772"/>
                  </a:lnTo>
                  <a:lnTo>
                    <a:pt x="7" y="789"/>
                  </a:lnTo>
                  <a:lnTo>
                    <a:pt x="7" y="789"/>
                  </a:lnTo>
                  <a:lnTo>
                    <a:pt x="8" y="797"/>
                  </a:lnTo>
                  <a:lnTo>
                    <a:pt x="8" y="784"/>
                  </a:lnTo>
                  <a:lnTo>
                    <a:pt x="9" y="784"/>
                  </a:lnTo>
                  <a:lnTo>
                    <a:pt x="9" y="784"/>
                  </a:lnTo>
                  <a:lnTo>
                    <a:pt x="9" y="789"/>
                  </a:lnTo>
                  <a:lnTo>
                    <a:pt x="10" y="730"/>
                  </a:lnTo>
                  <a:lnTo>
                    <a:pt x="10" y="760"/>
                  </a:lnTo>
                  <a:lnTo>
                    <a:pt x="10" y="760"/>
                  </a:lnTo>
                  <a:lnTo>
                    <a:pt x="11" y="767"/>
                  </a:lnTo>
                  <a:lnTo>
                    <a:pt x="12" y="698"/>
                  </a:lnTo>
                  <a:lnTo>
                    <a:pt x="12" y="698"/>
                  </a:lnTo>
                  <a:lnTo>
                    <a:pt x="12" y="686"/>
                  </a:lnTo>
                  <a:lnTo>
                    <a:pt x="13" y="802"/>
                  </a:lnTo>
                  <a:lnTo>
                    <a:pt x="13" y="794"/>
                  </a:lnTo>
                  <a:lnTo>
                    <a:pt x="13" y="794"/>
                  </a:lnTo>
                  <a:lnTo>
                    <a:pt x="14" y="804"/>
                  </a:lnTo>
                  <a:lnTo>
                    <a:pt x="15" y="804"/>
                  </a:lnTo>
                  <a:lnTo>
                    <a:pt x="15" y="804"/>
                  </a:lnTo>
                  <a:lnTo>
                    <a:pt x="16" y="797"/>
                  </a:lnTo>
                  <a:lnTo>
                    <a:pt x="16" y="797"/>
                  </a:lnTo>
                  <a:lnTo>
                    <a:pt x="16" y="797"/>
                  </a:lnTo>
                  <a:lnTo>
                    <a:pt x="17" y="784"/>
                  </a:lnTo>
                  <a:lnTo>
                    <a:pt x="18" y="787"/>
                  </a:lnTo>
                  <a:lnTo>
                    <a:pt x="18" y="787"/>
                  </a:lnTo>
                  <a:lnTo>
                    <a:pt x="19" y="745"/>
                  </a:lnTo>
                  <a:lnTo>
                    <a:pt x="19" y="767"/>
                  </a:lnTo>
                  <a:lnTo>
                    <a:pt x="19" y="767"/>
                  </a:lnTo>
                  <a:lnTo>
                    <a:pt x="20" y="802"/>
                  </a:lnTo>
                  <a:lnTo>
                    <a:pt x="21" y="791"/>
                  </a:lnTo>
                  <a:lnTo>
                    <a:pt x="21" y="790"/>
                  </a:lnTo>
                  <a:lnTo>
                    <a:pt x="22" y="749"/>
                  </a:lnTo>
                  <a:lnTo>
                    <a:pt x="22" y="765"/>
                  </a:lnTo>
                  <a:lnTo>
                    <a:pt x="22" y="765"/>
                  </a:lnTo>
                  <a:lnTo>
                    <a:pt x="23" y="720"/>
                  </a:lnTo>
                  <a:lnTo>
                    <a:pt x="24" y="802"/>
                  </a:lnTo>
                  <a:lnTo>
                    <a:pt x="24" y="802"/>
                  </a:lnTo>
                  <a:lnTo>
                    <a:pt x="24" y="802"/>
                  </a:lnTo>
                  <a:lnTo>
                    <a:pt x="24" y="784"/>
                  </a:lnTo>
                  <a:lnTo>
                    <a:pt x="25" y="804"/>
                  </a:lnTo>
                  <a:lnTo>
                    <a:pt x="25" y="804"/>
                  </a:lnTo>
                  <a:lnTo>
                    <a:pt x="25" y="804"/>
                  </a:lnTo>
                  <a:lnTo>
                    <a:pt x="27" y="799"/>
                  </a:lnTo>
                  <a:lnTo>
                    <a:pt x="27" y="799"/>
                  </a:lnTo>
                  <a:lnTo>
                    <a:pt x="27" y="799"/>
                  </a:lnTo>
                  <a:lnTo>
                    <a:pt x="28" y="792"/>
                  </a:lnTo>
                  <a:lnTo>
                    <a:pt x="28" y="794"/>
                  </a:lnTo>
                  <a:lnTo>
                    <a:pt x="28" y="794"/>
                  </a:lnTo>
                  <a:lnTo>
                    <a:pt x="29" y="789"/>
                  </a:lnTo>
                  <a:lnTo>
                    <a:pt x="30" y="802"/>
                  </a:lnTo>
                  <a:lnTo>
                    <a:pt x="30" y="802"/>
                  </a:lnTo>
                  <a:lnTo>
                    <a:pt x="30" y="802"/>
                  </a:lnTo>
                  <a:lnTo>
                    <a:pt x="31" y="804"/>
                  </a:lnTo>
                  <a:lnTo>
                    <a:pt x="31" y="789"/>
                  </a:lnTo>
                  <a:lnTo>
                    <a:pt x="31" y="789"/>
                  </a:lnTo>
                  <a:lnTo>
                    <a:pt x="31" y="789"/>
                  </a:lnTo>
                  <a:lnTo>
                    <a:pt x="33" y="742"/>
                  </a:lnTo>
                  <a:lnTo>
                    <a:pt x="33" y="748"/>
                  </a:lnTo>
                  <a:lnTo>
                    <a:pt x="33" y="748"/>
                  </a:lnTo>
                  <a:lnTo>
                    <a:pt x="34" y="690"/>
                  </a:lnTo>
                  <a:lnTo>
                    <a:pt x="34" y="802"/>
                  </a:lnTo>
                  <a:lnTo>
                    <a:pt x="34" y="802"/>
                  </a:lnTo>
                  <a:lnTo>
                    <a:pt x="34" y="802"/>
                  </a:lnTo>
                  <a:lnTo>
                    <a:pt x="35" y="762"/>
                  </a:lnTo>
                  <a:lnTo>
                    <a:pt x="36" y="799"/>
                  </a:lnTo>
                  <a:lnTo>
                    <a:pt x="36" y="799"/>
                  </a:lnTo>
                  <a:lnTo>
                    <a:pt x="36" y="804"/>
                  </a:lnTo>
                  <a:lnTo>
                    <a:pt x="37" y="804"/>
                  </a:lnTo>
                  <a:lnTo>
                    <a:pt x="37" y="804"/>
                  </a:lnTo>
                  <a:lnTo>
                    <a:pt x="38" y="792"/>
                  </a:lnTo>
                  <a:lnTo>
                    <a:pt x="39" y="799"/>
                  </a:lnTo>
                  <a:lnTo>
                    <a:pt x="39" y="799"/>
                  </a:lnTo>
                  <a:lnTo>
                    <a:pt x="39" y="804"/>
                  </a:lnTo>
                  <a:lnTo>
                    <a:pt x="40" y="767"/>
                  </a:lnTo>
                  <a:lnTo>
                    <a:pt x="40" y="767"/>
                  </a:lnTo>
                  <a:lnTo>
                    <a:pt x="40" y="767"/>
                  </a:lnTo>
                  <a:lnTo>
                    <a:pt x="41" y="760"/>
                  </a:lnTo>
                  <a:lnTo>
                    <a:pt x="42" y="804"/>
                  </a:lnTo>
                  <a:lnTo>
                    <a:pt x="42" y="804"/>
                  </a:lnTo>
                  <a:lnTo>
                    <a:pt x="42" y="804"/>
                  </a:lnTo>
                  <a:lnTo>
                    <a:pt x="43" y="760"/>
                  </a:lnTo>
                  <a:lnTo>
                    <a:pt x="43" y="770"/>
                  </a:lnTo>
                  <a:lnTo>
                    <a:pt x="43" y="770"/>
                  </a:lnTo>
                  <a:lnTo>
                    <a:pt x="44" y="779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6" y="797"/>
                  </a:lnTo>
                  <a:lnTo>
                    <a:pt x="46" y="797"/>
                  </a:lnTo>
                  <a:lnTo>
                    <a:pt x="46" y="797"/>
                  </a:lnTo>
                  <a:lnTo>
                    <a:pt x="47" y="804"/>
                  </a:lnTo>
                  <a:lnTo>
                    <a:pt x="48" y="804"/>
                  </a:lnTo>
                  <a:lnTo>
                    <a:pt x="48" y="804"/>
                  </a:lnTo>
                  <a:lnTo>
                    <a:pt x="49" y="792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50" y="799"/>
                  </a:lnTo>
                  <a:lnTo>
                    <a:pt x="50" y="779"/>
                  </a:lnTo>
                  <a:lnTo>
                    <a:pt x="51" y="792"/>
                  </a:lnTo>
                  <a:lnTo>
                    <a:pt x="51" y="792"/>
                  </a:lnTo>
                  <a:lnTo>
                    <a:pt x="51" y="789"/>
                  </a:lnTo>
                  <a:lnTo>
                    <a:pt x="52" y="802"/>
                  </a:lnTo>
                  <a:lnTo>
                    <a:pt x="52" y="802"/>
                  </a:lnTo>
                  <a:lnTo>
                    <a:pt x="52" y="802"/>
                  </a:lnTo>
                  <a:lnTo>
                    <a:pt x="53" y="772"/>
                  </a:lnTo>
                  <a:lnTo>
                    <a:pt x="54" y="792"/>
                  </a:lnTo>
                  <a:lnTo>
                    <a:pt x="54" y="792"/>
                  </a:lnTo>
                  <a:lnTo>
                    <a:pt x="55" y="664"/>
                  </a:lnTo>
                  <a:lnTo>
                    <a:pt x="55" y="703"/>
                  </a:lnTo>
                  <a:lnTo>
                    <a:pt x="55" y="703"/>
                  </a:lnTo>
                  <a:lnTo>
                    <a:pt x="56" y="701"/>
                  </a:lnTo>
                  <a:lnTo>
                    <a:pt x="57" y="804"/>
                  </a:lnTo>
                  <a:lnTo>
                    <a:pt x="57" y="804"/>
                  </a:lnTo>
                  <a:lnTo>
                    <a:pt x="57" y="804"/>
                  </a:lnTo>
                  <a:lnTo>
                    <a:pt x="58" y="804"/>
                  </a:lnTo>
                  <a:lnTo>
                    <a:pt x="58" y="804"/>
                  </a:lnTo>
                  <a:lnTo>
                    <a:pt x="60" y="799"/>
                  </a:lnTo>
                  <a:lnTo>
                    <a:pt x="60" y="799"/>
                  </a:lnTo>
                  <a:lnTo>
                    <a:pt x="60" y="799"/>
                  </a:lnTo>
                  <a:lnTo>
                    <a:pt x="61" y="774"/>
                  </a:lnTo>
                  <a:lnTo>
                    <a:pt x="61" y="787"/>
                  </a:lnTo>
                  <a:lnTo>
                    <a:pt x="61" y="787"/>
                  </a:lnTo>
                  <a:lnTo>
                    <a:pt x="62" y="802"/>
                  </a:lnTo>
                  <a:lnTo>
                    <a:pt x="63" y="802"/>
                  </a:lnTo>
                  <a:lnTo>
                    <a:pt x="63" y="802"/>
                  </a:lnTo>
                  <a:lnTo>
                    <a:pt x="64" y="750"/>
                  </a:lnTo>
                  <a:lnTo>
                    <a:pt x="64" y="750"/>
                  </a:lnTo>
                  <a:lnTo>
                    <a:pt x="64" y="750"/>
                  </a:lnTo>
                  <a:lnTo>
                    <a:pt x="65" y="701"/>
                  </a:lnTo>
                  <a:lnTo>
                    <a:pt x="66" y="772"/>
                  </a:lnTo>
                  <a:lnTo>
                    <a:pt x="66" y="772"/>
                  </a:lnTo>
                  <a:lnTo>
                    <a:pt x="66" y="772"/>
                  </a:lnTo>
                  <a:lnTo>
                    <a:pt x="66" y="745"/>
                  </a:lnTo>
                  <a:lnTo>
                    <a:pt x="67" y="799"/>
                  </a:lnTo>
                  <a:lnTo>
                    <a:pt x="67" y="799"/>
                  </a:lnTo>
                  <a:lnTo>
                    <a:pt x="67" y="799"/>
                  </a:lnTo>
                  <a:lnTo>
                    <a:pt x="68" y="804"/>
                  </a:lnTo>
                  <a:lnTo>
                    <a:pt x="69" y="804"/>
                  </a:lnTo>
                  <a:lnTo>
                    <a:pt x="69" y="804"/>
                  </a:lnTo>
                  <a:lnTo>
                    <a:pt x="70" y="804"/>
                  </a:lnTo>
                  <a:lnTo>
                    <a:pt x="70" y="804"/>
                  </a:lnTo>
                  <a:lnTo>
                    <a:pt x="71" y="777"/>
                  </a:lnTo>
                  <a:lnTo>
                    <a:pt x="72" y="794"/>
                  </a:lnTo>
                  <a:lnTo>
                    <a:pt x="72" y="794"/>
                  </a:lnTo>
                  <a:lnTo>
                    <a:pt x="73" y="804"/>
                  </a:lnTo>
                  <a:lnTo>
                    <a:pt x="73" y="804"/>
                  </a:lnTo>
                  <a:lnTo>
                    <a:pt x="73" y="804"/>
                  </a:lnTo>
                  <a:lnTo>
                    <a:pt x="75" y="794"/>
                  </a:lnTo>
                  <a:lnTo>
                    <a:pt x="75" y="794"/>
                  </a:lnTo>
                  <a:lnTo>
                    <a:pt x="75" y="794"/>
                  </a:lnTo>
                  <a:lnTo>
                    <a:pt x="75" y="797"/>
                  </a:lnTo>
                  <a:lnTo>
                    <a:pt x="76" y="713"/>
                  </a:lnTo>
                  <a:lnTo>
                    <a:pt x="76" y="721"/>
                  </a:lnTo>
                  <a:lnTo>
                    <a:pt x="76" y="721"/>
                  </a:lnTo>
                  <a:lnTo>
                    <a:pt x="77" y="802"/>
                  </a:lnTo>
                  <a:lnTo>
                    <a:pt x="78" y="792"/>
                  </a:lnTo>
                  <a:lnTo>
                    <a:pt x="78" y="792"/>
                  </a:lnTo>
                  <a:lnTo>
                    <a:pt x="79" y="804"/>
                  </a:lnTo>
                  <a:lnTo>
                    <a:pt x="79" y="802"/>
                  </a:lnTo>
                  <a:lnTo>
                    <a:pt x="79" y="802"/>
                  </a:lnTo>
                  <a:lnTo>
                    <a:pt x="80" y="804"/>
                  </a:lnTo>
                  <a:lnTo>
                    <a:pt x="81" y="804"/>
                  </a:lnTo>
                  <a:lnTo>
                    <a:pt x="81" y="804"/>
                  </a:lnTo>
                  <a:lnTo>
                    <a:pt x="82" y="789"/>
                  </a:lnTo>
                  <a:lnTo>
                    <a:pt x="82" y="789"/>
                  </a:lnTo>
                  <a:lnTo>
                    <a:pt x="82" y="789"/>
                  </a:lnTo>
                  <a:lnTo>
                    <a:pt x="83" y="767"/>
                  </a:lnTo>
                  <a:lnTo>
                    <a:pt x="84" y="804"/>
                  </a:lnTo>
                  <a:lnTo>
                    <a:pt x="84" y="804"/>
                  </a:lnTo>
                  <a:lnTo>
                    <a:pt x="84" y="804"/>
                  </a:lnTo>
                  <a:lnTo>
                    <a:pt x="85" y="804"/>
                  </a:lnTo>
                  <a:lnTo>
                    <a:pt x="85" y="804"/>
                  </a:lnTo>
                  <a:lnTo>
                    <a:pt x="87" y="789"/>
                  </a:lnTo>
                  <a:lnTo>
                    <a:pt x="87" y="789"/>
                  </a:lnTo>
                  <a:lnTo>
                    <a:pt x="87" y="789"/>
                  </a:lnTo>
                  <a:lnTo>
                    <a:pt x="88" y="698"/>
                  </a:lnTo>
                  <a:lnTo>
                    <a:pt x="88" y="767"/>
                  </a:lnTo>
                  <a:lnTo>
                    <a:pt x="88" y="767"/>
                  </a:lnTo>
                  <a:lnTo>
                    <a:pt x="89" y="804"/>
                  </a:lnTo>
                  <a:lnTo>
                    <a:pt x="90" y="804"/>
                  </a:lnTo>
                  <a:lnTo>
                    <a:pt x="90" y="804"/>
                  </a:lnTo>
                  <a:lnTo>
                    <a:pt x="91" y="804"/>
                  </a:lnTo>
                  <a:lnTo>
                    <a:pt x="91" y="804"/>
                  </a:lnTo>
                  <a:lnTo>
                    <a:pt x="92" y="799"/>
                  </a:lnTo>
                  <a:lnTo>
                    <a:pt x="93" y="799"/>
                  </a:lnTo>
                  <a:lnTo>
                    <a:pt x="93" y="799"/>
                  </a:lnTo>
                  <a:lnTo>
                    <a:pt x="93" y="804"/>
                  </a:lnTo>
                  <a:lnTo>
                    <a:pt x="94" y="779"/>
                  </a:lnTo>
                  <a:lnTo>
                    <a:pt x="94" y="787"/>
                  </a:lnTo>
                  <a:lnTo>
                    <a:pt x="94" y="787"/>
                  </a:lnTo>
                  <a:lnTo>
                    <a:pt x="96" y="804"/>
                  </a:lnTo>
                  <a:lnTo>
                    <a:pt x="96" y="804"/>
                  </a:lnTo>
                  <a:lnTo>
                    <a:pt x="96" y="804"/>
                  </a:lnTo>
                  <a:lnTo>
                    <a:pt x="97" y="745"/>
                  </a:lnTo>
                  <a:lnTo>
                    <a:pt x="97" y="787"/>
                  </a:lnTo>
                  <a:lnTo>
                    <a:pt x="97" y="786"/>
                  </a:lnTo>
                  <a:lnTo>
                    <a:pt x="99" y="703"/>
                  </a:lnTo>
                  <a:lnTo>
                    <a:pt x="99" y="757"/>
                  </a:lnTo>
                  <a:lnTo>
                    <a:pt x="99" y="757"/>
                  </a:lnTo>
                  <a:lnTo>
                    <a:pt x="99" y="738"/>
                  </a:lnTo>
                  <a:lnTo>
                    <a:pt x="100" y="802"/>
                  </a:lnTo>
                  <a:lnTo>
                    <a:pt x="100" y="802"/>
                  </a:lnTo>
                  <a:lnTo>
                    <a:pt x="100" y="802"/>
                  </a:lnTo>
                  <a:lnTo>
                    <a:pt x="101" y="804"/>
                  </a:lnTo>
                  <a:lnTo>
                    <a:pt x="102" y="804"/>
                  </a:lnTo>
                  <a:lnTo>
                    <a:pt x="102" y="804"/>
                  </a:lnTo>
                  <a:lnTo>
                    <a:pt x="103" y="781"/>
                  </a:lnTo>
                  <a:lnTo>
                    <a:pt x="103" y="781"/>
                  </a:lnTo>
                  <a:lnTo>
                    <a:pt x="104" y="772"/>
                  </a:lnTo>
                  <a:lnTo>
                    <a:pt x="105" y="794"/>
                  </a:lnTo>
                  <a:lnTo>
                    <a:pt x="105" y="779"/>
                  </a:lnTo>
                  <a:lnTo>
                    <a:pt x="105" y="779"/>
                  </a:lnTo>
                  <a:lnTo>
                    <a:pt x="105" y="757"/>
                  </a:lnTo>
                  <a:lnTo>
                    <a:pt x="106" y="792"/>
                  </a:lnTo>
                  <a:lnTo>
                    <a:pt x="106" y="784"/>
                  </a:lnTo>
                  <a:lnTo>
                    <a:pt x="106" y="784"/>
                  </a:lnTo>
                  <a:lnTo>
                    <a:pt x="107" y="789"/>
                  </a:lnTo>
                  <a:lnTo>
                    <a:pt x="108" y="723"/>
                  </a:lnTo>
                  <a:lnTo>
                    <a:pt x="108" y="730"/>
                  </a:lnTo>
                  <a:lnTo>
                    <a:pt x="108" y="730"/>
                  </a:lnTo>
                  <a:lnTo>
                    <a:pt x="109" y="743"/>
                  </a:lnTo>
                  <a:lnTo>
                    <a:pt x="109" y="690"/>
                  </a:lnTo>
                  <a:lnTo>
                    <a:pt x="109" y="725"/>
                  </a:lnTo>
                  <a:lnTo>
                    <a:pt x="109" y="725"/>
                  </a:lnTo>
                  <a:lnTo>
                    <a:pt x="110" y="797"/>
                  </a:lnTo>
                  <a:lnTo>
                    <a:pt x="111" y="794"/>
                  </a:lnTo>
                  <a:lnTo>
                    <a:pt x="111" y="794"/>
                  </a:lnTo>
                  <a:lnTo>
                    <a:pt x="111" y="804"/>
                  </a:lnTo>
                  <a:lnTo>
                    <a:pt x="112" y="804"/>
                  </a:lnTo>
                  <a:lnTo>
                    <a:pt x="112" y="804"/>
                  </a:lnTo>
                  <a:lnTo>
                    <a:pt x="114" y="789"/>
                  </a:lnTo>
                  <a:lnTo>
                    <a:pt x="114" y="789"/>
                  </a:lnTo>
                  <a:lnTo>
                    <a:pt x="114" y="789"/>
                  </a:lnTo>
                  <a:lnTo>
                    <a:pt x="114" y="794"/>
                  </a:lnTo>
                  <a:lnTo>
                    <a:pt x="114" y="787"/>
                  </a:lnTo>
                  <a:lnTo>
                    <a:pt x="115" y="792"/>
                  </a:lnTo>
                  <a:lnTo>
                    <a:pt x="115" y="792"/>
                  </a:lnTo>
                  <a:lnTo>
                    <a:pt x="116" y="789"/>
                  </a:lnTo>
                  <a:lnTo>
                    <a:pt x="117" y="804"/>
                  </a:lnTo>
                  <a:lnTo>
                    <a:pt x="117" y="802"/>
                  </a:lnTo>
                  <a:lnTo>
                    <a:pt x="117" y="802"/>
                  </a:lnTo>
                  <a:lnTo>
                    <a:pt x="118" y="745"/>
                  </a:lnTo>
                  <a:lnTo>
                    <a:pt x="118" y="752"/>
                  </a:lnTo>
                  <a:lnTo>
                    <a:pt x="118" y="752"/>
                  </a:lnTo>
                  <a:lnTo>
                    <a:pt x="119" y="765"/>
                  </a:lnTo>
                  <a:lnTo>
                    <a:pt x="120" y="685"/>
                  </a:lnTo>
                  <a:lnTo>
                    <a:pt x="120" y="706"/>
                  </a:lnTo>
                  <a:lnTo>
                    <a:pt x="120" y="706"/>
                  </a:lnTo>
                  <a:lnTo>
                    <a:pt x="121" y="797"/>
                  </a:lnTo>
                  <a:lnTo>
                    <a:pt x="121" y="797"/>
                  </a:lnTo>
                  <a:lnTo>
                    <a:pt x="121" y="797"/>
                  </a:lnTo>
                  <a:lnTo>
                    <a:pt x="122" y="804"/>
                  </a:lnTo>
                  <a:lnTo>
                    <a:pt x="123" y="804"/>
                  </a:lnTo>
                  <a:lnTo>
                    <a:pt x="123" y="804"/>
                  </a:lnTo>
                  <a:lnTo>
                    <a:pt x="124" y="789"/>
                  </a:lnTo>
                  <a:lnTo>
                    <a:pt x="124" y="789"/>
                  </a:lnTo>
                  <a:lnTo>
                    <a:pt x="124" y="789"/>
                  </a:lnTo>
                  <a:lnTo>
                    <a:pt x="125" y="804"/>
                  </a:lnTo>
                  <a:lnTo>
                    <a:pt x="126" y="782"/>
                  </a:lnTo>
                  <a:lnTo>
                    <a:pt x="126" y="782"/>
                  </a:lnTo>
                  <a:lnTo>
                    <a:pt x="126" y="782"/>
                  </a:lnTo>
                  <a:lnTo>
                    <a:pt x="126" y="779"/>
                  </a:lnTo>
                  <a:lnTo>
                    <a:pt x="127" y="804"/>
                  </a:lnTo>
                  <a:lnTo>
                    <a:pt x="127" y="804"/>
                  </a:lnTo>
                  <a:lnTo>
                    <a:pt x="127" y="804"/>
                  </a:lnTo>
                  <a:lnTo>
                    <a:pt x="129" y="777"/>
                  </a:lnTo>
                  <a:lnTo>
                    <a:pt x="129" y="777"/>
                  </a:lnTo>
                  <a:lnTo>
                    <a:pt x="129" y="777"/>
                  </a:lnTo>
                  <a:lnTo>
                    <a:pt x="130" y="789"/>
                  </a:lnTo>
                  <a:lnTo>
                    <a:pt x="130" y="717"/>
                  </a:lnTo>
                  <a:lnTo>
                    <a:pt x="130" y="716"/>
                  </a:lnTo>
                  <a:lnTo>
                    <a:pt x="131" y="691"/>
                  </a:lnTo>
                  <a:lnTo>
                    <a:pt x="132" y="794"/>
                  </a:lnTo>
                  <a:lnTo>
                    <a:pt x="132" y="794"/>
                  </a:lnTo>
                  <a:lnTo>
                    <a:pt x="132" y="794"/>
                  </a:lnTo>
                  <a:lnTo>
                    <a:pt x="133" y="804"/>
                  </a:lnTo>
                  <a:lnTo>
                    <a:pt x="133" y="804"/>
                  </a:lnTo>
                  <a:lnTo>
                    <a:pt x="133" y="804"/>
                  </a:lnTo>
                  <a:lnTo>
                    <a:pt x="135" y="794"/>
                  </a:lnTo>
                  <a:lnTo>
                    <a:pt x="135" y="794"/>
                  </a:lnTo>
                  <a:lnTo>
                    <a:pt x="135" y="794"/>
                  </a:lnTo>
                  <a:lnTo>
                    <a:pt x="136" y="799"/>
                  </a:lnTo>
                  <a:lnTo>
                    <a:pt x="136" y="789"/>
                  </a:lnTo>
                  <a:lnTo>
                    <a:pt x="136" y="789"/>
                  </a:lnTo>
                  <a:lnTo>
                    <a:pt x="136" y="789"/>
                  </a:lnTo>
                  <a:lnTo>
                    <a:pt x="137" y="792"/>
                  </a:lnTo>
                  <a:lnTo>
                    <a:pt x="138" y="760"/>
                  </a:lnTo>
                  <a:lnTo>
                    <a:pt x="138" y="760"/>
                  </a:lnTo>
                  <a:lnTo>
                    <a:pt x="138" y="760"/>
                  </a:lnTo>
                  <a:lnTo>
                    <a:pt x="139" y="799"/>
                  </a:lnTo>
                  <a:lnTo>
                    <a:pt x="139" y="794"/>
                  </a:lnTo>
                  <a:lnTo>
                    <a:pt x="139" y="794"/>
                  </a:lnTo>
                  <a:lnTo>
                    <a:pt x="141" y="750"/>
                  </a:lnTo>
                  <a:lnTo>
                    <a:pt x="141" y="750"/>
                  </a:lnTo>
                  <a:lnTo>
                    <a:pt x="141" y="750"/>
                  </a:lnTo>
                  <a:lnTo>
                    <a:pt x="142" y="681"/>
                  </a:lnTo>
                  <a:lnTo>
                    <a:pt x="142" y="767"/>
                  </a:lnTo>
                  <a:lnTo>
                    <a:pt x="142" y="767"/>
                  </a:lnTo>
                  <a:lnTo>
                    <a:pt x="142" y="768"/>
                  </a:lnTo>
                  <a:lnTo>
                    <a:pt x="144" y="804"/>
                  </a:lnTo>
                  <a:lnTo>
                    <a:pt x="144" y="804"/>
                  </a:lnTo>
                  <a:lnTo>
                    <a:pt x="144" y="804"/>
                  </a:lnTo>
                  <a:lnTo>
                    <a:pt x="145" y="804"/>
                  </a:lnTo>
                  <a:lnTo>
                    <a:pt x="145" y="80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8" y="802"/>
                  </a:lnTo>
                  <a:lnTo>
                    <a:pt x="148" y="765"/>
                  </a:lnTo>
                  <a:lnTo>
                    <a:pt x="148" y="765"/>
                  </a:lnTo>
                  <a:lnTo>
                    <a:pt x="148" y="765"/>
                  </a:lnTo>
                  <a:lnTo>
                    <a:pt x="149" y="762"/>
                  </a:lnTo>
                  <a:lnTo>
                    <a:pt x="150" y="797"/>
                  </a:lnTo>
                  <a:lnTo>
                    <a:pt x="150" y="797"/>
                  </a:lnTo>
                  <a:lnTo>
                    <a:pt x="150" y="797"/>
                  </a:lnTo>
                  <a:lnTo>
                    <a:pt x="151" y="782"/>
                  </a:lnTo>
                  <a:lnTo>
                    <a:pt x="151" y="802"/>
                  </a:lnTo>
                  <a:lnTo>
                    <a:pt x="151" y="802"/>
                  </a:lnTo>
                  <a:lnTo>
                    <a:pt x="151" y="802"/>
                  </a:lnTo>
                  <a:lnTo>
                    <a:pt x="152" y="804"/>
                  </a:lnTo>
                  <a:lnTo>
                    <a:pt x="153" y="750"/>
                  </a:lnTo>
                  <a:lnTo>
                    <a:pt x="153" y="750"/>
                  </a:lnTo>
                  <a:lnTo>
                    <a:pt x="153" y="750"/>
                  </a:lnTo>
                  <a:lnTo>
                    <a:pt x="154" y="804"/>
                  </a:lnTo>
                  <a:lnTo>
                    <a:pt x="154" y="797"/>
                  </a:lnTo>
                  <a:lnTo>
                    <a:pt x="154" y="797"/>
                  </a:lnTo>
                  <a:lnTo>
                    <a:pt x="155" y="804"/>
                  </a:lnTo>
                  <a:lnTo>
                    <a:pt x="156" y="804"/>
                  </a:lnTo>
                  <a:lnTo>
                    <a:pt x="156" y="804"/>
                  </a:lnTo>
                  <a:lnTo>
                    <a:pt x="157" y="767"/>
                  </a:lnTo>
                  <a:lnTo>
                    <a:pt x="157" y="767"/>
                  </a:lnTo>
                  <a:lnTo>
                    <a:pt x="157" y="766"/>
                  </a:lnTo>
                  <a:lnTo>
                    <a:pt x="159" y="718"/>
                  </a:lnTo>
                  <a:lnTo>
                    <a:pt x="159" y="743"/>
                  </a:lnTo>
                  <a:lnTo>
                    <a:pt x="159" y="743"/>
                  </a:lnTo>
                  <a:lnTo>
                    <a:pt x="160" y="728"/>
                  </a:lnTo>
                  <a:lnTo>
                    <a:pt x="160" y="767"/>
                  </a:lnTo>
                  <a:lnTo>
                    <a:pt x="160" y="768"/>
                  </a:lnTo>
                  <a:lnTo>
                    <a:pt x="162" y="804"/>
                  </a:lnTo>
                  <a:lnTo>
                    <a:pt x="162" y="804"/>
                  </a:lnTo>
                  <a:lnTo>
                    <a:pt x="162" y="804"/>
                  </a:lnTo>
                  <a:lnTo>
                    <a:pt x="163" y="713"/>
                  </a:lnTo>
                  <a:lnTo>
                    <a:pt x="163" y="740"/>
                  </a:lnTo>
                  <a:lnTo>
                    <a:pt x="163" y="740"/>
                  </a:lnTo>
                  <a:lnTo>
                    <a:pt x="165" y="802"/>
                  </a:lnTo>
                  <a:lnTo>
                    <a:pt x="165" y="802"/>
                  </a:lnTo>
                  <a:lnTo>
                    <a:pt x="165" y="802"/>
                  </a:lnTo>
                  <a:lnTo>
                    <a:pt x="165" y="804"/>
                  </a:lnTo>
                  <a:lnTo>
                    <a:pt x="166" y="804"/>
                  </a:lnTo>
                  <a:lnTo>
                    <a:pt x="166" y="804"/>
                  </a:lnTo>
                  <a:lnTo>
                    <a:pt x="168" y="784"/>
                  </a:lnTo>
                  <a:lnTo>
                    <a:pt x="168" y="794"/>
                  </a:lnTo>
                  <a:lnTo>
                    <a:pt x="168" y="794"/>
                  </a:lnTo>
                  <a:lnTo>
                    <a:pt x="168" y="799"/>
                  </a:lnTo>
                  <a:lnTo>
                    <a:pt x="169" y="789"/>
                  </a:lnTo>
                  <a:lnTo>
                    <a:pt x="169" y="789"/>
                  </a:lnTo>
                  <a:lnTo>
                    <a:pt x="169" y="789"/>
                  </a:lnTo>
                  <a:lnTo>
                    <a:pt x="171" y="802"/>
                  </a:lnTo>
                  <a:lnTo>
                    <a:pt x="171" y="799"/>
                  </a:lnTo>
                  <a:lnTo>
                    <a:pt x="171" y="799"/>
                  </a:lnTo>
                  <a:lnTo>
                    <a:pt x="172" y="743"/>
                  </a:lnTo>
                  <a:lnTo>
                    <a:pt x="172" y="743"/>
                  </a:lnTo>
                  <a:lnTo>
                    <a:pt x="172" y="743"/>
                  </a:lnTo>
                  <a:lnTo>
                    <a:pt x="174" y="711"/>
                  </a:lnTo>
                  <a:lnTo>
                    <a:pt x="174" y="770"/>
                  </a:lnTo>
                  <a:lnTo>
                    <a:pt x="174" y="771"/>
                  </a:lnTo>
                  <a:lnTo>
                    <a:pt x="175" y="804"/>
                  </a:lnTo>
                  <a:lnTo>
                    <a:pt x="175" y="794"/>
                  </a:lnTo>
                  <a:lnTo>
                    <a:pt x="175" y="794"/>
                  </a:lnTo>
                  <a:lnTo>
                    <a:pt x="176" y="804"/>
                  </a:lnTo>
                  <a:lnTo>
                    <a:pt x="177" y="804"/>
                  </a:lnTo>
                  <a:lnTo>
                    <a:pt x="177" y="804"/>
                  </a:lnTo>
                  <a:lnTo>
                    <a:pt x="178" y="789"/>
                  </a:lnTo>
                  <a:lnTo>
                    <a:pt x="178" y="789"/>
                  </a:lnTo>
                  <a:lnTo>
                    <a:pt x="178" y="789"/>
                  </a:lnTo>
                  <a:lnTo>
                    <a:pt x="179" y="779"/>
                  </a:lnTo>
                  <a:lnTo>
                    <a:pt x="180" y="799"/>
                  </a:lnTo>
                  <a:lnTo>
                    <a:pt x="180" y="799"/>
                  </a:lnTo>
                  <a:lnTo>
                    <a:pt x="180" y="799"/>
                  </a:lnTo>
                  <a:lnTo>
                    <a:pt x="181" y="802"/>
                  </a:lnTo>
                  <a:lnTo>
                    <a:pt x="181" y="794"/>
                  </a:lnTo>
                  <a:lnTo>
                    <a:pt x="181" y="794"/>
                  </a:lnTo>
                  <a:lnTo>
                    <a:pt x="181" y="794"/>
                  </a:lnTo>
                  <a:lnTo>
                    <a:pt x="182" y="797"/>
                  </a:lnTo>
                  <a:lnTo>
                    <a:pt x="183" y="762"/>
                  </a:lnTo>
                  <a:lnTo>
                    <a:pt x="183" y="762"/>
                  </a:lnTo>
                  <a:lnTo>
                    <a:pt x="183" y="762"/>
                  </a:lnTo>
                  <a:lnTo>
                    <a:pt x="184" y="777"/>
                  </a:lnTo>
                  <a:lnTo>
                    <a:pt x="184" y="679"/>
                  </a:lnTo>
                  <a:lnTo>
                    <a:pt x="184" y="679"/>
                  </a:lnTo>
                  <a:lnTo>
                    <a:pt x="184" y="679"/>
                  </a:lnTo>
                  <a:lnTo>
                    <a:pt x="186" y="802"/>
                  </a:lnTo>
                  <a:lnTo>
                    <a:pt x="186" y="802"/>
                  </a:lnTo>
                  <a:lnTo>
                    <a:pt x="186" y="802"/>
                  </a:lnTo>
                  <a:lnTo>
                    <a:pt x="187" y="804"/>
                  </a:lnTo>
                  <a:lnTo>
                    <a:pt x="187" y="802"/>
                  </a:lnTo>
                  <a:lnTo>
                    <a:pt x="187" y="802"/>
                  </a:lnTo>
                  <a:lnTo>
                    <a:pt x="188" y="804"/>
                  </a:lnTo>
                  <a:lnTo>
                    <a:pt x="189" y="792"/>
                  </a:lnTo>
                  <a:lnTo>
                    <a:pt x="189" y="792"/>
                  </a:lnTo>
                  <a:lnTo>
                    <a:pt x="189" y="792"/>
                  </a:lnTo>
                  <a:lnTo>
                    <a:pt x="190" y="804"/>
                  </a:lnTo>
                  <a:lnTo>
                    <a:pt x="190" y="789"/>
                  </a:lnTo>
                  <a:lnTo>
                    <a:pt x="190" y="789"/>
                  </a:lnTo>
                  <a:lnTo>
                    <a:pt x="190" y="789"/>
                  </a:lnTo>
                  <a:lnTo>
                    <a:pt x="191" y="760"/>
                  </a:lnTo>
                  <a:lnTo>
                    <a:pt x="192" y="794"/>
                  </a:lnTo>
                  <a:lnTo>
                    <a:pt x="192" y="784"/>
                  </a:lnTo>
                  <a:lnTo>
                    <a:pt x="192" y="784"/>
                  </a:lnTo>
                  <a:lnTo>
                    <a:pt x="193" y="797"/>
                  </a:lnTo>
                  <a:lnTo>
                    <a:pt x="193" y="740"/>
                  </a:lnTo>
                  <a:lnTo>
                    <a:pt x="193" y="739"/>
                  </a:lnTo>
                  <a:lnTo>
                    <a:pt x="194" y="698"/>
                  </a:lnTo>
                  <a:lnTo>
                    <a:pt x="195" y="802"/>
                  </a:lnTo>
                  <a:lnTo>
                    <a:pt x="195" y="797"/>
                  </a:lnTo>
                  <a:lnTo>
                    <a:pt x="195" y="797"/>
                  </a:lnTo>
                  <a:lnTo>
                    <a:pt x="196" y="721"/>
                  </a:lnTo>
                  <a:lnTo>
                    <a:pt x="196" y="723"/>
                  </a:lnTo>
                  <a:lnTo>
                    <a:pt x="196" y="723"/>
                  </a:lnTo>
                  <a:lnTo>
                    <a:pt x="197" y="721"/>
                  </a:lnTo>
                  <a:lnTo>
                    <a:pt x="198" y="804"/>
                  </a:lnTo>
                  <a:lnTo>
                    <a:pt x="198" y="804"/>
                  </a:lnTo>
                  <a:lnTo>
                    <a:pt x="198" y="804"/>
                  </a:lnTo>
                  <a:lnTo>
                    <a:pt x="199" y="794"/>
                  </a:lnTo>
                  <a:lnTo>
                    <a:pt x="199" y="794"/>
                  </a:lnTo>
                  <a:lnTo>
                    <a:pt x="199" y="794"/>
                  </a:lnTo>
                  <a:lnTo>
                    <a:pt x="201" y="799"/>
                  </a:lnTo>
                  <a:lnTo>
                    <a:pt x="201" y="784"/>
                  </a:lnTo>
                  <a:lnTo>
                    <a:pt x="201" y="787"/>
                  </a:lnTo>
                  <a:lnTo>
                    <a:pt x="201" y="787"/>
                  </a:lnTo>
                  <a:lnTo>
                    <a:pt x="201" y="782"/>
                  </a:lnTo>
                  <a:lnTo>
                    <a:pt x="202" y="801"/>
                  </a:lnTo>
                  <a:lnTo>
                    <a:pt x="202" y="797"/>
                  </a:lnTo>
                  <a:lnTo>
                    <a:pt x="202" y="797"/>
                  </a:lnTo>
                  <a:lnTo>
                    <a:pt x="203" y="799"/>
                  </a:lnTo>
                  <a:lnTo>
                    <a:pt x="204" y="789"/>
                  </a:lnTo>
                  <a:lnTo>
                    <a:pt x="204" y="789"/>
                  </a:lnTo>
                  <a:lnTo>
                    <a:pt x="204" y="789"/>
                  </a:lnTo>
                  <a:lnTo>
                    <a:pt x="205" y="794"/>
                  </a:lnTo>
                  <a:lnTo>
                    <a:pt x="205" y="743"/>
                  </a:lnTo>
                  <a:lnTo>
                    <a:pt x="205" y="753"/>
                  </a:lnTo>
                  <a:lnTo>
                    <a:pt x="205" y="754"/>
                  </a:lnTo>
                  <a:lnTo>
                    <a:pt x="206" y="743"/>
                  </a:lnTo>
                  <a:lnTo>
                    <a:pt x="207" y="777"/>
                  </a:lnTo>
                  <a:lnTo>
                    <a:pt x="207" y="743"/>
                  </a:lnTo>
                  <a:lnTo>
                    <a:pt x="207" y="743"/>
                  </a:lnTo>
                  <a:lnTo>
                    <a:pt x="208" y="804"/>
                  </a:lnTo>
                  <a:lnTo>
                    <a:pt x="209" y="804"/>
                  </a:lnTo>
                  <a:lnTo>
                    <a:pt x="209" y="804"/>
                  </a:lnTo>
                  <a:lnTo>
                    <a:pt x="210" y="797"/>
                  </a:lnTo>
                  <a:lnTo>
                    <a:pt x="210" y="797"/>
                  </a:lnTo>
                  <a:lnTo>
                    <a:pt x="210" y="797"/>
                  </a:lnTo>
                  <a:lnTo>
                    <a:pt x="211" y="799"/>
                  </a:lnTo>
                  <a:lnTo>
                    <a:pt x="212" y="784"/>
                  </a:lnTo>
                  <a:lnTo>
                    <a:pt x="212" y="787"/>
                  </a:lnTo>
                  <a:lnTo>
                    <a:pt x="212" y="787"/>
                  </a:lnTo>
                  <a:lnTo>
                    <a:pt x="212" y="784"/>
                  </a:lnTo>
                  <a:lnTo>
                    <a:pt x="213" y="799"/>
                  </a:lnTo>
                  <a:lnTo>
                    <a:pt x="213" y="794"/>
                  </a:lnTo>
                  <a:lnTo>
                    <a:pt x="213" y="794"/>
                  </a:lnTo>
                  <a:lnTo>
                    <a:pt x="213" y="802"/>
                  </a:lnTo>
                  <a:lnTo>
                    <a:pt x="215" y="787"/>
                  </a:lnTo>
                  <a:lnTo>
                    <a:pt x="215" y="794"/>
                  </a:lnTo>
                  <a:lnTo>
                    <a:pt x="215" y="794"/>
                  </a:lnTo>
                  <a:lnTo>
                    <a:pt x="215" y="797"/>
                  </a:lnTo>
                  <a:lnTo>
                    <a:pt x="216" y="779"/>
                  </a:lnTo>
                  <a:lnTo>
                    <a:pt x="216" y="779"/>
                  </a:lnTo>
                  <a:lnTo>
                    <a:pt x="216" y="779"/>
                  </a:lnTo>
                  <a:lnTo>
                    <a:pt x="216" y="782"/>
                  </a:lnTo>
                  <a:lnTo>
                    <a:pt x="217" y="667"/>
                  </a:lnTo>
                  <a:lnTo>
                    <a:pt x="218" y="703"/>
                  </a:lnTo>
                  <a:lnTo>
                    <a:pt x="218" y="703"/>
                  </a:lnTo>
                  <a:lnTo>
                    <a:pt x="219" y="804"/>
                  </a:lnTo>
                  <a:lnTo>
                    <a:pt x="219" y="804"/>
                  </a:lnTo>
                  <a:lnTo>
                    <a:pt x="219" y="804"/>
                  </a:lnTo>
                  <a:lnTo>
                    <a:pt x="221" y="804"/>
                  </a:lnTo>
                  <a:lnTo>
                    <a:pt x="221" y="804"/>
                  </a:lnTo>
                  <a:lnTo>
                    <a:pt x="222" y="782"/>
                  </a:lnTo>
                  <a:lnTo>
                    <a:pt x="222" y="782"/>
                  </a:lnTo>
                  <a:lnTo>
                    <a:pt x="222" y="782"/>
                  </a:lnTo>
                  <a:lnTo>
                    <a:pt x="223" y="767"/>
                  </a:lnTo>
                  <a:lnTo>
                    <a:pt x="224" y="797"/>
                  </a:lnTo>
                  <a:lnTo>
                    <a:pt x="224" y="776"/>
                  </a:lnTo>
                  <a:lnTo>
                    <a:pt x="224" y="775"/>
                  </a:lnTo>
                  <a:lnTo>
                    <a:pt x="224" y="757"/>
                  </a:lnTo>
                  <a:lnTo>
                    <a:pt x="225" y="782"/>
                  </a:lnTo>
                  <a:lnTo>
                    <a:pt x="225" y="770"/>
                  </a:lnTo>
                  <a:lnTo>
                    <a:pt x="225" y="770"/>
                  </a:lnTo>
                  <a:lnTo>
                    <a:pt x="226" y="742"/>
                  </a:lnTo>
                  <a:lnTo>
                    <a:pt x="227" y="789"/>
                  </a:lnTo>
                  <a:lnTo>
                    <a:pt x="227" y="788"/>
                  </a:lnTo>
                  <a:lnTo>
                    <a:pt x="227" y="787"/>
                  </a:lnTo>
                  <a:lnTo>
                    <a:pt x="227" y="688"/>
                  </a:lnTo>
                  <a:lnTo>
                    <a:pt x="228" y="770"/>
                  </a:lnTo>
                  <a:lnTo>
                    <a:pt x="228" y="770"/>
                  </a:lnTo>
                  <a:lnTo>
                    <a:pt x="228" y="804"/>
                  </a:lnTo>
                  <a:lnTo>
                    <a:pt x="230" y="797"/>
                  </a:lnTo>
                  <a:lnTo>
                    <a:pt x="230" y="797"/>
                  </a:lnTo>
                  <a:lnTo>
                    <a:pt x="230" y="794"/>
                  </a:lnTo>
                  <a:lnTo>
                    <a:pt x="231" y="804"/>
                  </a:lnTo>
                  <a:lnTo>
                    <a:pt x="231" y="804"/>
                  </a:lnTo>
                  <a:lnTo>
                    <a:pt x="231" y="804"/>
                  </a:lnTo>
                  <a:lnTo>
                    <a:pt x="233" y="799"/>
                  </a:lnTo>
                  <a:lnTo>
                    <a:pt x="233" y="799"/>
                  </a:lnTo>
                  <a:lnTo>
                    <a:pt x="233" y="799"/>
                  </a:lnTo>
                  <a:lnTo>
                    <a:pt x="234" y="770"/>
                  </a:lnTo>
                  <a:lnTo>
                    <a:pt x="234" y="770"/>
                  </a:lnTo>
                  <a:lnTo>
                    <a:pt x="234" y="770"/>
                  </a:lnTo>
                  <a:lnTo>
                    <a:pt x="234" y="772"/>
                  </a:lnTo>
                  <a:lnTo>
                    <a:pt x="235" y="723"/>
                  </a:lnTo>
                  <a:lnTo>
                    <a:pt x="236" y="735"/>
                  </a:lnTo>
                  <a:lnTo>
                    <a:pt x="236" y="734"/>
                  </a:lnTo>
                  <a:lnTo>
                    <a:pt x="237" y="797"/>
                  </a:lnTo>
                  <a:lnTo>
                    <a:pt x="237" y="797"/>
                  </a:lnTo>
                  <a:lnTo>
                    <a:pt x="237" y="797"/>
                  </a:lnTo>
                  <a:lnTo>
                    <a:pt x="237" y="799"/>
                  </a:lnTo>
                  <a:lnTo>
                    <a:pt x="238" y="721"/>
                  </a:lnTo>
                  <a:lnTo>
                    <a:pt x="239" y="728"/>
                  </a:lnTo>
                  <a:lnTo>
                    <a:pt x="239" y="728"/>
                  </a:lnTo>
                  <a:lnTo>
                    <a:pt x="239" y="720"/>
                  </a:lnTo>
                  <a:lnTo>
                    <a:pt x="240" y="797"/>
                  </a:lnTo>
                  <a:lnTo>
                    <a:pt x="240" y="797"/>
                  </a:lnTo>
                  <a:lnTo>
                    <a:pt x="240" y="797"/>
                  </a:lnTo>
                  <a:lnTo>
                    <a:pt x="240" y="804"/>
                  </a:lnTo>
                  <a:lnTo>
                    <a:pt x="242" y="804"/>
                  </a:lnTo>
                  <a:lnTo>
                    <a:pt x="242" y="804"/>
                  </a:lnTo>
                  <a:lnTo>
                    <a:pt x="243" y="792"/>
                  </a:lnTo>
                  <a:lnTo>
                    <a:pt x="243" y="792"/>
                  </a:lnTo>
                  <a:lnTo>
                    <a:pt x="243" y="792"/>
                  </a:lnTo>
                  <a:lnTo>
                    <a:pt x="244" y="802"/>
                  </a:lnTo>
                  <a:lnTo>
                    <a:pt x="245" y="753"/>
                  </a:lnTo>
                  <a:lnTo>
                    <a:pt x="245" y="753"/>
                  </a:lnTo>
                  <a:lnTo>
                    <a:pt x="245" y="753"/>
                  </a:lnTo>
                  <a:lnTo>
                    <a:pt x="245" y="738"/>
                  </a:lnTo>
                  <a:lnTo>
                    <a:pt x="246" y="802"/>
                  </a:lnTo>
                  <a:lnTo>
                    <a:pt x="246" y="802"/>
                  </a:lnTo>
                  <a:lnTo>
                    <a:pt x="246" y="802"/>
                  </a:lnTo>
                  <a:lnTo>
                    <a:pt x="248" y="772"/>
                  </a:lnTo>
                  <a:lnTo>
                    <a:pt x="248" y="772"/>
                  </a:lnTo>
                  <a:lnTo>
                    <a:pt x="248" y="772"/>
                  </a:lnTo>
                  <a:lnTo>
                    <a:pt x="248" y="774"/>
                  </a:lnTo>
                  <a:lnTo>
                    <a:pt x="249" y="718"/>
                  </a:lnTo>
                  <a:lnTo>
                    <a:pt x="249" y="718"/>
                  </a:lnTo>
                  <a:lnTo>
                    <a:pt x="249" y="718"/>
                  </a:lnTo>
                  <a:lnTo>
                    <a:pt x="250" y="703"/>
                  </a:lnTo>
                  <a:lnTo>
                    <a:pt x="251" y="802"/>
                  </a:lnTo>
                  <a:lnTo>
                    <a:pt x="251" y="799"/>
                  </a:lnTo>
                  <a:lnTo>
                    <a:pt x="251" y="799"/>
                  </a:lnTo>
                  <a:lnTo>
                    <a:pt x="252" y="804"/>
                  </a:lnTo>
                  <a:lnTo>
                    <a:pt x="252" y="804"/>
                  </a:lnTo>
                  <a:lnTo>
                    <a:pt x="252" y="804"/>
                  </a:lnTo>
                  <a:lnTo>
                    <a:pt x="253" y="794"/>
                  </a:lnTo>
                  <a:lnTo>
                    <a:pt x="254" y="794"/>
                  </a:lnTo>
                  <a:lnTo>
                    <a:pt x="254" y="794"/>
                  </a:lnTo>
                  <a:lnTo>
                    <a:pt x="254" y="784"/>
                  </a:lnTo>
                  <a:lnTo>
                    <a:pt x="255" y="792"/>
                  </a:lnTo>
                  <a:lnTo>
                    <a:pt x="255" y="792"/>
                  </a:lnTo>
                  <a:lnTo>
                    <a:pt x="256" y="804"/>
                  </a:lnTo>
                  <a:lnTo>
                    <a:pt x="257" y="804"/>
                  </a:lnTo>
                  <a:lnTo>
                    <a:pt x="257" y="804"/>
                  </a:lnTo>
                  <a:lnTo>
                    <a:pt x="258" y="784"/>
                  </a:lnTo>
                  <a:lnTo>
                    <a:pt x="258" y="784"/>
                  </a:lnTo>
                  <a:lnTo>
                    <a:pt x="258" y="784"/>
                  </a:lnTo>
                  <a:lnTo>
                    <a:pt x="260" y="722"/>
                  </a:lnTo>
                  <a:lnTo>
                    <a:pt x="260" y="723"/>
                  </a:lnTo>
                  <a:lnTo>
                    <a:pt x="260" y="723"/>
                  </a:lnTo>
                  <a:lnTo>
                    <a:pt x="260" y="681"/>
                  </a:lnTo>
                  <a:lnTo>
                    <a:pt x="261" y="797"/>
                  </a:lnTo>
                  <a:lnTo>
                    <a:pt x="261" y="797"/>
                  </a:lnTo>
                  <a:lnTo>
                    <a:pt x="261" y="797"/>
                  </a:lnTo>
                  <a:lnTo>
                    <a:pt x="262" y="804"/>
                  </a:lnTo>
                  <a:lnTo>
                    <a:pt x="263" y="804"/>
                  </a:lnTo>
                  <a:lnTo>
                    <a:pt x="263" y="804"/>
                  </a:lnTo>
                  <a:lnTo>
                    <a:pt x="264" y="792"/>
                  </a:lnTo>
                  <a:lnTo>
                    <a:pt x="264" y="792"/>
                  </a:lnTo>
                  <a:lnTo>
                    <a:pt x="264" y="792"/>
                  </a:lnTo>
                  <a:lnTo>
                    <a:pt x="264" y="787"/>
                  </a:lnTo>
                  <a:lnTo>
                    <a:pt x="265" y="802"/>
                  </a:lnTo>
                  <a:lnTo>
                    <a:pt x="266" y="792"/>
                  </a:lnTo>
                  <a:lnTo>
                    <a:pt x="266" y="792"/>
                  </a:lnTo>
                  <a:lnTo>
                    <a:pt x="267" y="804"/>
                  </a:lnTo>
                  <a:lnTo>
                    <a:pt x="267" y="799"/>
                  </a:lnTo>
                  <a:lnTo>
                    <a:pt x="267" y="799"/>
                  </a:lnTo>
                  <a:lnTo>
                    <a:pt x="268" y="804"/>
                  </a:lnTo>
                  <a:lnTo>
                    <a:pt x="269" y="799"/>
                  </a:lnTo>
                  <a:lnTo>
                    <a:pt x="269" y="799"/>
                  </a:lnTo>
                  <a:lnTo>
                    <a:pt x="270" y="765"/>
                  </a:lnTo>
                  <a:lnTo>
                    <a:pt x="270" y="766"/>
                  </a:lnTo>
                  <a:lnTo>
                    <a:pt x="270" y="765"/>
                  </a:lnTo>
                  <a:lnTo>
                    <a:pt x="271" y="703"/>
                  </a:lnTo>
                  <a:lnTo>
                    <a:pt x="272" y="744"/>
                  </a:lnTo>
                  <a:lnTo>
                    <a:pt x="272" y="745"/>
                  </a:lnTo>
                  <a:lnTo>
                    <a:pt x="273" y="804"/>
                  </a:lnTo>
                  <a:lnTo>
                    <a:pt x="273" y="804"/>
                  </a:lnTo>
                  <a:lnTo>
                    <a:pt x="273" y="804"/>
                  </a:lnTo>
                  <a:lnTo>
                    <a:pt x="275" y="804"/>
                  </a:lnTo>
                  <a:lnTo>
                    <a:pt x="275" y="804"/>
                  </a:lnTo>
                  <a:lnTo>
                    <a:pt x="276" y="787"/>
                  </a:lnTo>
                  <a:lnTo>
                    <a:pt x="276" y="789"/>
                  </a:lnTo>
                  <a:lnTo>
                    <a:pt x="276" y="789"/>
                  </a:lnTo>
                  <a:lnTo>
                    <a:pt x="276" y="792"/>
                  </a:lnTo>
                  <a:lnTo>
                    <a:pt x="277" y="771"/>
                  </a:lnTo>
                  <a:lnTo>
                    <a:pt x="278" y="784"/>
                  </a:lnTo>
                  <a:lnTo>
                    <a:pt x="278" y="785"/>
                  </a:lnTo>
                  <a:lnTo>
                    <a:pt x="279" y="804"/>
                  </a:lnTo>
                  <a:lnTo>
                    <a:pt x="279" y="785"/>
                  </a:lnTo>
                  <a:lnTo>
                    <a:pt x="279" y="784"/>
                  </a:lnTo>
                  <a:lnTo>
                    <a:pt x="280" y="750"/>
                  </a:lnTo>
                  <a:lnTo>
                    <a:pt x="281" y="780"/>
                  </a:lnTo>
                  <a:lnTo>
                    <a:pt x="281" y="781"/>
                  </a:lnTo>
                  <a:lnTo>
                    <a:pt x="281" y="794"/>
                  </a:lnTo>
                  <a:lnTo>
                    <a:pt x="282" y="706"/>
                  </a:lnTo>
                  <a:lnTo>
                    <a:pt x="282" y="708"/>
                  </a:lnTo>
                  <a:lnTo>
                    <a:pt x="282" y="708"/>
                  </a:lnTo>
                  <a:lnTo>
                    <a:pt x="282" y="706"/>
                  </a:lnTo>
                  <a:lnTo>
                    <a:pt x="284" y="804"/>
                  </a:lnTo>
                  <a:lnTo>
                    <a:pt x="284" y="804"/>
                  </a:lnTo>
                  <a:lnTo>
                    <a:pt x="284" y="804"/>
                  </a:lnTo>
                  <a:lnTo>
                    <a:pt x="285" y="802"/>
                  </a:lnTo>
                  <a:lnTo>
                    <a:pt x="285" y="802"/>
                  </a:lnTo>
                  <a:lnTo>
                    <a:pt x="285" y="802"/>
                  </a:lnTo>
                  <a:lnTo>
                    <a:pt x="286" y="804"/>
                  </a:lnTo>
                  <a:lnTo>
                    <a:pt x="287" y="789"/>
                  </a:lnTo>
                  <a:lnTo>
                    <a:pt x="287" y="794"/>
                  </a:lnTo>
                  <a:lnTo>
                    <a:pt x="287" y="794"/>
                  </a:lnTo>
                  <a:lnTo>
                    <a:pt x="287" y="797"/>
                  </a:lnTo>
                  <a:lnTo>
                    <a:pt x="287" y="767"/>
                  </a:lnTo>
                  <a:lnTo>
                    <a:pt x="288" y="779"/>
                  </a:lnTo>
                  <a:lnTo>
                    <a:pt x="288" y="779"/>
                  </a:lnTo>
                  <a:lnTo>
                    <a:pt x="288" y="777"/>
                  </a:lnTo>
                  <a:lnTo>
                    <a:pt x="290" y="804"/>
                  </a:lnTo>
                  <a:lnTo>
                    <a:pt x="290" y="804"/>
                  </a:lnTo>
                  <a:lnTo>
                    <a:pt x="290" y="804"/>
                  </a:lnTo>
                  <a:lnTo>
                    <a:pt x="291" y="753"/>
                  </a:lnTo>
                  <a:lnTo>
                    <a:pt x="291" y="753"/>
                  </a:lnTo>
                  <a:lnTo>
                    <a:pt x="291" y="753"/>
                  </a:lnTo>
                  <a:lnTo>
                    <a:pt x="292" y="794"/>
                  </a:lnTo>
                  <a:lnTo>
                    <a:pt x="293" y="735"/>
                  </a:lnTo>
                  <a:lnTo>
                    <a:pt x="293" y="734"/>
                  </a:lnTo>
                  <a:lnTo>
                    <a:pt x="293" y="693"/>
                  </a:lnTo>
                  <a:lnTo>
                    <a:pt x="294" y="799"/>
                  </a:lnTo>
                  <a:lnTo>
                    <a:pt x="294" y="799"/>
                  </a:lnTo>
                  <a:lnTo>
                    <a:pt x="294" y="799"/>
                  </a:lnTo>
                  <a:lnTo>
                    <a:pt x="294" y="804"/>
                  </a:lnTo>
                  <a:lnTo>
                    <a:pt x="296" y="804"/>
                  </a:lnTo>
                  <a:lnTo>
                    <a:pt x="296" y="804"/>
                  </a:lnTo>
                  <a:lnTo>
                    <a:pt x="297" y="792"/>
                  </a:lnTo>
                  <a:lnTo>
                    <a:pt x="297" y="792"/>
                  </a:lnTo>
                  <a:lnTo>
                    <a:pt x="297" y="792"/>
                  </a:lnTo>
                  <a:lnTo>
                    <a:pt x="297" y="802"/>
                  </a:lnTo>
                  <a:lnTo>
                    <a:pt x="299" y="745"/>
                  </a:lnTo>
                  <a:lnTo>
                    <a:pt x="299" y="750"/>
                  </a:lnTo>
                  <a:lnTo>
                    <a:pt x="299" y="750"/>
                  </a:lnTo>
                  <a:lnTo>
                    <a:pt x="300" y="792"/>
                  </a:lnTo>
                  <a:lnTo>
                    <a:pt x="300" y="765"/>
                  </a:lnTo>
                  <a:lnTo>
                    <a:pt x="300" y="765"/>
                  </a:lnTo>
                  <a:lnTo>
                    <a:pt x="301" y="799"/>
                  </a:lnTo>
                  <a:lnTo>
                    <a:pt x="302" y="760"/>
                  </a:lnTo>
                  <a:lnTo>
                    <a:pt x="302" y="760"/>
                  </a:lnTo>
                  <a:lnTo>
                    <a:pt x="302" y="760"/>
                  </a:lnTo>
                  <a:lnTo>
                    <a:pt x="302" y="765"/>
                  </a:lnTo>
                  <a:lnTo>
                    <a:pt x="303" y="644"/>
                  </a:lnTo>
                  <a:lnTo>
                    <a:pt x="303" y="647"/>
                  </a:lnTo>
                  <a:lnTo>
                    <a:pt x="303" y="647"/>
                  </a:lnTo>
                  <a:lnTo>
                    <a:pt x="304" y="802"/>
                  </a:lnTo>
                  <a:lnTo>
                    <a:pt x="305" y="797"/>
                  </a:lnTo>
                  <a:lnTo>
                    <a:pt x="305" y="797"/>
                  </a:lnTo>
                  <a:lnTo>
                    <a:pt x="305" y="804"/>
                  </a:lnTo>
                  <a:lnTo>
                    <a:pt x="306" y="804"/>
                  </a:lnTo>
                  <a:lnTo>
                    <a:pt x="306" y="804"/>
                  </a:lnTo>
                  <a:lnTo>
                    <a:pt x="308" y="804"/>
                  </a:lnTo>
                  <a:lnTo>
                    <a:pt x="308" y="804"/>
                  </a:lnTo>
                  <a:lnTo>
                    <a:pt x="309" y="779"/>
                  </a:lnTo>
                  <a:lnTo>
                    <a:pt x="309" y="784"/>
                  </a:lnTo>
                  <a:lnTo>
                    <a:pt x="309" y="784"/>
                  </a:lnTo>
                  <a:lnTo>
                    <a:pt x="310" y="802"/>
                  </a:lnTo>
                  <a:lnTo>
                    <a:pt x="311" y="767"/>
                  </a:lnTo>
                  <a:lnTo>
                    <a:pt x="311" y="767"/>
                  </a:lnTo>
                  <a:lnTo>
                    <a:pt x="311" y="767"/>
                  </a:lnTo>
                  <a:lnTo>
                    <a:pt x="311" y="760"/>
                  </a:lnTo>
                  <a:lnTo>
                    <a:pt x="312" y="804"/>
                  </a:lnTo>
                  <a:lnTo>
                    <a:pt x="312" y="804"/>
                  </a:lnTo>
                  <a:lnTo>
                    <a:pt x="312" y="804"/>
                  </a:lnTo>
                  <a:lnTo>
                    <a:pt x="314" y="728"/>
                  </a:lnTo>
                  <a:lnTo>
                    <a:pt x="314" y="728"/>
                  </a:lnTo>
                  <a:lnTo>
                    <a:pt x="314" y="728"/>
                  </a:lnTo>
                  <a:lnTo>
                    <a:pt x="315" y="804"/>
                  </a:lnTo>
                  <a:lnTo>
                    <a:pt x="315" y="797"/>
                  </a:lnTo>
                  <a:lnTo>
                    <a:pt x="315" y="797"/>
                  </a:lnTo>
                  <a:lnTo>
                    <a:pt x="315" y="792"/>
                  </a:lnTo>
                  <a:lnTo>
                    <a:pt x="317" y="802"/>
                  </a:lnTo>
                  <a:lnTo>
                    <a:pt x="317" y="802"/>
                  </a:lnTo>
                  <a:lnTo>
                    <a:pt x="317" y="802"/>
                  </a:lnTo>
                  <a:lnTo>
                    <a:pt x="317" y="804"/>
                  </a:lnTo>
                  <a:lnTo>
                    <a:pt x="318" y="802"/>
                  </a:lnTo>
                  <a:lnTo>
                    <a:pt x="318" y="802"/>
                  </a:lnTo>
                  <a:lnTo>
                    <a:pt x="319" y="804"/>
                  </a:lnTo>
                  <a:lnTo>
                    <a:pt x="320" y="765"/>
                  </a:lnTo>
                  <a:lnTo>
                    <a:pt x="320" y="765"/>
                  </a:lnTo>
                  <a:lnTo>
                    <a:pt x="320" y="765"/>
                  </a:lnTo>
                  <a:lnTo>
                    <a:pt x="320" y="740"/>
                  </a:lnTo>
                  <a:lnTo>
                    <a:pt x="321" y="782"/>
                  </a:lnTo>
                  <a:lnTo>
                    <a:pt x="321" y="782"/>
                  </a:lnTo>
                  <a:lnTo>
                    <a:pt x="321" y="782"/>
                  </a:lnTo>
                  <a:lnTo>
                    <a:pt x="323" y="804"/>
                  </a:lnTo>
                  <a:lnTo>
                    <a:pt x="323" y="797"/>
                  </a:lnTo>
                  <a:lnTo>
                    <a:pt x="323" y="797"/>
                  </a:lnTo>
                  <a:lnTo>
                    <a:pt x="324" y="607"/>
                  </a:lnTo>
                  <a:lnTo>
                    <a:pt x="324" y="612"/>
                  </a:lnTo>
                  <a:lnTo>
                    <a:pt x="324" y="613"/>
                  </a:lnTo>
                  <a:lnTo>
                    <a:pt x="325" y="754"/>
                  </a:lnTo>
                  <a:lnTo>
                    <a:pt x="326" y="749"/>
                  </a:lnTo>
                  <a:lnTo>
                    <a:pt x="326" y="749"/>
                  </a:lnTo>
                  <a:lnTo>
                    <a:pt x="327" y="804"/>
                  </a:lnTo>
                  <a:lnTo>
                    <a:pt x="327" y="804"/>
                  </a:lnTo>
                  <a:lnTo>
                    <a:pt x="327" y="804"/>
                  </a:lnTo>
                  <a:lnTo>
                    <a:pt x="329" y="799"/>
                  </a:lnTo>
                  <a:lnTo>
                    <a:pt x="329" y="799"/>
                  </a:lnTo>
                  <a:lnTo>
                    <a:pt x="329" y="799"/>
                  </a:lnTo>
                  <a:lnTo>
                    <a:pt x="330" y="787"/>
                  </a:lnTo>
                  <a:lnTo>
                    <a:pt x="330" y="787"/>
                  </a:lnTo>
                  <a:lnTo>
                    <a:pt x="330" y="787"/>
                  </a:lnTo>
                  <a:lnTo>
                    <a:pt x="331" y="804"/>
                  </a:lnTo>
                  <a:lnTo>
                    <a:pt x="332" y="804"/>
                  </a:lnTo>
                  <a:lnTo>
                    <a:pt x="332" y="804"/>
                  </a:lnTo>
                  <a:lnTo>
                    <a:pt x="333" y="794"/>
                  </a:lnTo>
                  <a:lnTo>
                    <a:pt x="333" y="794"/>
                  </a:lnTo>
                  <a:lnTo>
                    <a:pt x="333" y="794"/>
                  </a:lnTo>
                  <a:lnTo>
                    <a:pt x="334" y="792"/>
                  </a:lnTo>
                  <a:lnTo>
                    <a:pt x="335" y="804"/>
                  </a:lnTo>
                  <a:lnTo>
                    <a:pt x="335" y="804"/>
                  </a:lnTo>
                  <a:lnTo>
                    <a:pt x="335" y="804"/>
                  </a:lnTo>
                  <a:lnTo>
                    <a:pt x="336" y="774"/>
                  </a:lnTo>
                  <a:lnTo>
                    <a:pt x="336" y="774"/>
                  </a:lnTo>
                  <a:lnTo>
                    <a:pt x="336" y="774"/>
                  </a:lnTo>
                  <a:lnTo>
                    <a:pt x="337" y="804"/>
                  </a:lnTo>
                  <a:lnTo>
                    <a:pt x="338" y="804"/>
                  </a:lnTo>
                  <a:lnTo>
                    <a:pt x="338" y="804"/>
                  </a:lnTo>
                  <a:lnTo>
                    <a:pt x="339" y="804"/>
                  </a:lnTo>
                  <a:lnTo>
                    <a:pt x="339" y="804"/>
                  </a:lnTo>
                  <a:lnTo>
                    <a:pt x="341" y="787"/>
                  </a:lnTo>
                  <a:lnTo>
                    <a:pt x="341" y="787"/>
                  </a:lnTo>
                  <a:lnTo>
                    <a:pt x="341" y="787"/>
                  </a:lnTo>
                  <a:lnTo>
                    <a:pt x="341" y="782"/>
                  </a:lnTo>
                  <a:lnTo>
                    <a:pt x="342" y="804"/>
                  </a:lnTo>
                  <a:lnTo>
                    <a:pt x="342" y="804"/>
                  </a:lnTo>
                  <a:lnTo>
                    <a:pt x="342" y="804"/>
                  </a:lnTo>
                  <a:lnTo>
                    <a:pt x="343" y="794"/>
                  </a:lnTo>
                  <a:lnTo>
                    <a:pt x="344" y="804"/>
                  </a:lnTo>
                  <a:lnTo>
                    <a:pt x="344" y="804"/>
                  </a:lnTo>
                  <a:lnTo>
                    <a:pt x="345" y="794"/>
                  </a:lnTo>
                  <a:lnTo>
                    <a:pt x="345" y="794"/>
                  </a:lnTo>
                  <a:lnTo>
                    <a:pt x="345" y="794"/>
                  </a:lnTo>
                  <a:lnTo>
                    <a:pt x="346" y="762"/>
                  </a:lnTo>
                  <a:lnTo>
                    <a:pt x="347" y="781"/>
                  </a:lnTo>
                  <a:lnTo>
                    <a:pt x="347" y="781"/>
                  </a:lnTo>
                  <a:lnTo>
                    <a:pt x="347" y="804"/>
                  </a:lnTo>
                  <a:lnTo>
                    <a:pt x="348" y="804"/>
                  </a:lnTo>
                  <a:lnTo>
                    <a:pt x="348" y="804"/>
                  </a:lnTo>
                  <a:lnTo>
                    <a:pt x="350" y="804"/>
                  </a:lnTo>
                  <a:lnTo>
                    <a:pt x="350" y="804"/>
                  </a:lnTo>
                  <a:lnTo>
                    <a:pt x="351" y="799"/>
                  </a:lnTo>
                  <a:lnTo>
                    <a:pt x="351" y="799"/>
                  </a:lnTo>
                  <a:lnTo>
                    <a:pt x="351" y="799"/>
                  </a:lnTo>
                  <a:lnTo>
                    <a:pt x="352" y="802"/>
                  </a:lnTo>
                  <a:lnTo>
                    <a:pt x="352" y="794"/>
                  </a:lnTo>
                  <a:lnTo>
                    <a:pt x="353" y="794"/>
                  </a:lnTo>
                  <a:lnTo>
                    <a:pt x="353" y="794"/>
                  </a:lnTo>
                  <a:lnTo>
                    <a:pt x="353" y="792"/>
                  </a:lnTo>
                  <a:lnTo>
                    <a:pt x="354" y="804"/>
                  </a:lnTo>
                  <a:lnTo>
                    <a:pt x="354" y="804"/>
                  </a:lnTo>
                  <a:lnTo>
                    <a:pt x="354" y="804"/>
                  </a:lnTo>
                  <a:lnTo>
                    <a:pt x="356" y="779"/>
                  </a:lnTo>
                  <a:lnTo>
                    <a:pt x="356" y="787"/>
                  </a:lnTo>
                  <a:lnTo>
                    <a:pt x="356" y="787"/>
                  </a:lnTo>
                  <a:lnTo>
                    <a:pt x="356" y="777"/>
                  </a:lnTo>
                  <a:lnTo>
                    <a:pt x="357" y="799"/>
                  </a:lnTo>
                  <a:lnTo>
                    <a:pt x="357" y="799"/>
                  </a:lnTo>
                  <a:lnTo>
                    <a:pt x="357" y="799"/>
                  </a:lnTo>
                  <a:lnTo>
                    <a:pt x="358" y="797"/>
                  </a:lnTo>
                  <a:lnTo>
                    <a:pt x="359" y="804"/>
                  </a:lnTo>
                  <a:lnTo>
                    <a:pt x="359" y="802"/>
                  </a:lnTo>
                  <a:lnTo>
                    <a:pt x="359" y="802"/>
                  </a:lnTo>
                  <a:lnTo>
                    <a:pt x="360" y="804"/>
                  </a:lnTo>
                  <a:lnTo>
                    <a:pt x="360" y="802"/>
                  </a:lnTo>
                  <a:lnTo>
                    <a:pt x="360" y="802"/>
                  </a:lnTo>
                  <a:lnTo>
                    <a:pt x="361" y="804"/>
                  </a:lnTo>
                  <a:lnTo>
                    <a:pt x="362" y="799"/>
                  </a:lnTo>
                  <a:lnTo>
                    <a:pt x="362" y="799"/>
                  </a:lnTo>
                  <a:lnTo>
                    <a:pt x="362" y="799"/>
                  </a:lnTo>
                  <a:lnTo>
                    <a:pt x="363" y="789"/>
                  </a:lnTo>
                  <a:lnTo>
                    <a:pt x="363" y="794"/>
                  </a:lnTo>
                  <a:lnTo>
                    <a:pt x="363" y="794"/>
                  </a:lnTo>
                  <a:lnTo>
                    <a:pt x="364" y="804"/>
                  </a:lnTo>
                  <a:lnTo>
                    <a:pt x="365" y="797"/>
                  </a:lnTo>
                  <a:lnTo>
                    <a:pt x="365" y="797"/>
                  </a:lnTo>
                  <a:lnTo>
                    <a:pt x="365" y="794"/>
                  </a:lnTo>
                  <a:lnTo>
                    <a:pt x="366" y="804"/>
                  </a:lnTo>
                  <a:lnTo>
                    <a:pt x="366" y="799"/>
                  </a:lnTo>
                  <a:lnTo>
                    <a:pt x="366" y="799"/>
                  </a:lnTo>
                  <a:lnTo>
                    <a:pt x="368" y="772"/>
                  </a:lnTo>
                  <a:lnTo>
                    <a:pt x="368" y="782"/>
                  </a:lnTo>
                  <a:lnTo>
                    <a:pt x="368" y="782"/>
                  </a:lnTo>
                  <a:lnTo>
                    <a:pt x="368" y="777"/>
                  </a:lnTo>
                  <a:lnTo>
                    <a:pt x="369" y="802"/>
                  </a:lnTo>
                  <a:lnTo>
                    <a:pt x="369" y="802"/>
                  </a:lnTo>
                  <a:lnTo>
                    <a:pt x="369" y="802"/>
                  </a:lnTo>
                  <a:lnTo>
                    <a:pt x="370" y="804"/>
                  </a:lnTo>
                  <a:lnTo>
                    <a:pt x="371" y="804"/>
                  </a:lnTo>
                  <a:lnTo>
                    <a:pt x="371" y="804"/>
                  </a:lnTo>
                  <a:lnTo>
                    <a:pt x="372" y="804"/>
                  </a:lnTo>
                  <a:lnTo>
                    <a:pt x="372" y="804"/>
                  </a:lnTo>
                  <a:lnTo>
                    <a:pt x="373" y="794"/>
                  </a:lnTo>
                  <a:lnTo>
                    <a:pt x="374" y="799"/>
                  </a:lnTo>
                  <a:lnTo>
                    <a:pt x="374" y="799"/>
                  </a:lnTo>
                  <a:lnTo>
                    <a:pt x="374" y="802"/>
                  </a:lnTo>
                  <a:lnTo>
                    <a:pt x="375" y="794"/>
                  </a:lnTo>
                  <a:lnTo>
                    <a:pt x="375" y="797"/>
                  </a:lnTo>
                  <a:lnTo>
                    <a:pt x="375" y="797"/>
                  </a:lnTo>
                  <a:lnTo>
                    <a:pt x="376" y="802"/>
                  </a:lnTo>
                  <a:lnTo>
                    <a:pt x="377" y="802"/>
                  </a:lnTo>
                  <a:lnTo>
                    <a:pt x="377" y="802"/>
                  </a:lnTo>
                  <a:lnTo>
                    <a:pt x="378" y="784"/>
                  </a:lnTo>
                  <a:lnTo>
                    <a:pt x="378" y="794"/>
                  </a:lnTo>
                  <a:lnTo>
                    <a:pt x="378" y="794"/>
                  </a:lnTo>
                  <a:lnTo>
                    <a:pt x="379" y="799"/>
                  </a:lnTo>
                  <a:lnTo>
                    <a:pt x="379" y="779"/>
                  </a:lnTo>
                  <a:lnTo>
                    <a:pt x="380" y="784"/>
                  </a:lnTo>
                  <a:lnTo>
                    <a:pt x="380" y="784"/>
                  </a:lnTo>
                  <a:lnTo>
                    <a:pt x="380" y="804"/>
                  </a:lnTo>
                  <a:lnTo>
                    <a:pt x="381" y="804"/>
                  </a:lnTo>
                  <a:lnTo>
                    <a:pt x="381" y="804"/>
                  </a:lnTo>
                  <a:lnTo>
                    <a:pt x="383" y="802"/>
                  </a:lnTo>
                  <a:lnTo>
                    <a:pt x="383" y="802"/>
                  </a:lnTo>
                  <a:lnTo>
                    <a:pt x="383" y="802"/>
                  </a:lnTo>
                  <a:lnTo>
                    <a:pt x="384" y="804"/>
                  </a:lnTo>
                  <a:lnTo>
                    <a:pt x="384" y="799"/>
                  </a:lnTo>
                  <a:lnTo>
                    <a:pt x="384" y="799"/>
                  </a:lnTo>
                  <a:lnTo>
                    <a:pt x="384" y="799"/>
                  </a:lnTo>
                  <a:lnTo>
                    <a:pt x="385" y="804"/>
                  </a:lnTo>
                  <a:lnTo>
                    <a:pt x="386" y="799"/>
                  </a:lnTo>
                  <a:lnTo>
                    <a:pt x="386" y="799"/>
                  </a:lnTo>
                  <a:lnTo>
                    <a:pt x="386" y="804"/>
                  </a:lnTo>
                  <a:lnTo>
                    <a:pt x="387" y="797"/>
                  </a:lnTo>
                  <a:lnTo>
                    <a:pt x="387" y="799"/>
                  </a:lnTo>
                  <a:lnTo>
                    <a:pt x="387" y="799"/>
                  </a:lnTo>
                  <a:lnTo>
                    <a:pt x="389" y="804"/>
                  </a:lnTo>
                  <a:lnTo>
                    <a:pt x="389" y="797"/>
                  </a:lnTo>
                  <a:lnTo>
                    <a:pt x="389" y="797"/>
                  </a:lnTo>
                  <a:lnTo>
                    <a:pt x="389" y="797"/>
                  </a:lnTo>
                  <a:lnTo>
                    <a:pt x="390" y="774"/>
                  </a:lnTo>
                  <a:lnTo>
                    <a:pt x="390" y="774"/>
                  </a:lnTo>
                  <a:lnTo>
                    <a:pt x="390" y="774"/>
                  </a:lnTo>
                  <a:lnTo>
                    <a:pt x="391" y="772"/>
                  </a:lnTo>
                  <a:lnTo>
                    <a:pt x="392" y="804"/>
                  </a:lnTo>
                  <a:lnTo>
                    <a:pt x="392" y="804"/>
                  </a:lnTo>
                  <a:lnTo>
                    <a:pt x="392" y="804"/>
                  </a:lnTo>
                  <a:lnTo>
                    <a:pt x="393" y="804"/>
                  </a:lnTo>
                  <a:lnTo>
                    <a:pt x="393" y="804"/>
                  </a:lnTo>
                  <a:lnTo>
                    <a:pt x="395" y="789"/>
                  </a:lnTo>
                  <a:lnTo>
                    <a:pt x="395" y="789"/>
                  </a:lnTo>
                  <a:lnTo>
                    <a:pt x="395" y="789"/>
                  </a:lnTo>
                  <a:lnTo>
                    <a:pt x="395" y="777"/>
                  </a:lnTo>
                  <a:lnTo>
                    <a:pt x="396" y="804"/>
                  </a:lnTo>
                  <a:lnTo>
                    <a:pt x="396" y="804"/>
                  </a:lnTo>
                  <a:lnTo>
                    <a:pt x="396" y="804"/>
                  </a:lnTo>
                  <a:lnTo>
                    <a:pt x="397" y="797"/>
                  </a:lnTo>
                  <a:lnTo>
                    <a:pt x="398" y="797"/>
                  </a:lnTo>
                  <a:lnTo>
                    <a:pt x="398" y="797"/>
                  </a:lnTo>
                  <a:lnTo>
                    <a:pt x="398" y="799"/>
                  </a:lnTo>
                  <a:lnTo>
                    <a:pt x="399" y="792"/>
                  </a:lnTo>
                  <a:lnTo>
                    <a:pt x="399" y="792"/>
                  </a:lnTo>
                  <a:lnTo>
                    <a:pt x="399" y="792"/>
                  </a:lnTo>
                  <a:lnTo>
                    <a:pt x="399" y="794"/>
                  </a:lnTo>
                  <a:lnTo>
                    <a:pt x="400" y="774"/>
                  </a:lnTo>
                  <a:lnTo>
                    <a:pt x="401" y="779"/>
                  </a:lnTo>
                  <a:lnTo>
                    <a:pt x="401" y="779"/>
                  </a:lnTo>
                  <a:lnTo>
                    <a:pt x="402" y="802"/>
                  </a:lnTo>
                  <a:lnTo>
                    <a:pt x="402" y="802"/>
                  </a:lnTo>
                  <a:lnTo>
                    <a:pt x="402" y="802"/>
                  </a:lnTo>
                  <a:lnTo>
                    <a:pt x="403" y="804"/>
                  </a:lnTo>
                  <a:lnTo>
                    <a:pt x="404" y="804"/>
                  </a:lnTo>
                  <a:lnTo>
                    <a:pt x="404" y="804"/>
                  </a:lnTo>
                  <a:lnTo>
                    <a:pt x="405" y="799"/>
                  </a:lnTo>
                  <a:lnTo>
                    <a:pt x="405" y="799"/>
                  </a:lnTo>
                  <a:lnTo>
                    <a:pt x="405" y="799"/>
                  </a:lnTo>
                  <a:lnTo>
                    <a:pt x="407" y="644"/>
                  </a:lnTo>
                  <a:lnTo>
                    <a:pt x="407" y="687"/>
                  </a:lnTo>
                  <a:lnTo>
                    <a:pt x="407" y="688"/>
                  </a:lnTo>
                  <a:lnTo>
                    <a:pt x="408" y="797"/>
                  </a:lnTo>
                  <a:lnTo>
                    <a:pt x="408" y="794"/>
                  </a:lnTo>
                  <a:lnTo>
                    <a:pt x="408" y="794"/>
                  </a:lnTo>
                  <a:lnTo>
                    <a:pt x="409" y="799"/>
                  </a:lnTo>
                  <a:lnTo>
                    <a:pt x="409" y="733"/>
                  </a:lnTo>
                  <a:lnTo>
                    <a:pt x="410" y="743"/>
                  </a:lnTo>
                  <a:lnTo>
                    <a:pt x="410" y="742"/>
                  </a:lnTo>
                  <a:lnTo>
                    <a:pt x="410" y="738"/>
                  </a:lnTo>
                  <a:lnTo>
                    <a:pt x="411" y="781"/>
                  </a:lnTo>
                  <a:lnTo>
                    <a:pt x="411" y="781"/>
                  </a:lnTo>
                  <a:lnTo>
                    <a:pt x="412" y="804"/>
                  </a:lnTo>
                  <a:lnTo>
                    <a:pt x="413" y="804"/>
                  </a:lnTo>
                  <a:lnTo>
                    <a:pt x="413" y="804"/>
                  </a:lnTo>
                  <a:lnTo>
                    <a:pt x="414" y="804"/>
                  </a:lnTo>
                  <a:lnTo>
                    <a:pt x="414" y="804"/>
                  </a:lnTo>
                  <a:lnTo>
                    <a:pt x="415" y="802"/>
                  </a:lnTo>
                  <a:lnTo>
                    <a:pt x="416" y="802"/>
                  </a:lnTo>
                  <a:lnTo>
                    <a:pt x="416" y="802"/>
                  </a:lnTo>
                  <a:lnTo>
                    <a:pt x="416" y="804"/>
                  </a:lnTo>
                  <a:lnTo>
                    <a:pt x="417" y="777"/>
                  </a:lnTo>
                  <a:lnTo>
                    <a:pt x="417" y="784"/>
                  </a:lnTo>
                  <a:lnTo>
                    <a:pt x="417" y="784"/>
                  </a:lnTo>
                  <a:lnTo>
                    <a:pt x="418" y="779"/>
                  </a:lnTo>
                  <a:lnTo>
                    <a:pt x="419" y="802"/>
                  </a:lnTo>
                  <a:lnTo>
                    <a:pt x="419" y="802"/>
                  </a:lnTo>
                  <a:lnTo>
                    <a:pt x="419" y="802"/>
                  </a:lnTo>
                  <a:lnTo>
                    <a:pt x="419" y="804"/>
                  </a:lnTo>
                  <a:lnTo>
                    <a:pt x="420" y="760"/>
                  </a:lnTo>
                  <a:lnTo>
                    <a:pt x="420" y="760"/>
                  </a:lnTo>
                  <a:lnTo>
                    <a:pt x="420" y="760"/>
                  </a:lnTo>
                  <a:lnTo>
                    <a:pt x="421" y="684"/>
                  </a:lnTo>
                  <a:lnTo>
                    <a:pt x="422" y="697"/>
                  </a:lnTo>
                  <a:lnTo>
                    <a:pt x="422" y="698"/>
                  </a:lnTo>
                  <a:lnTo>
                    <a:pt x="422" y="676"/>
                  </a:lnTo>
                  <a:lnTo>
                    <a:pt x="423" y="804"/>
                  </a:lnTo>
                  <a:lnTo>
                    <a:pt x="423" y="797"/>
                  </a:lnTo>
                  <a:lnTo>
                    <a:pt x="423" y="797"/>
                  </a:lnTo>
                  <a:lnTo>
                    <a:pt x="424" y="804"/>
                  </a:lnTo>
                  <a:lnTo>
                    <a:pt x="425" y="804"/>
                  </a:lnTo>
                  <a:lnTo>
                    <a:pt x="425" y="804"/>
                  </a:lnTo>
                  <a:lnTo>
                    <a:pt x="426" y="794"/>
                  </a:lnTo>
                  <a:lnTo>
                    <a:pt x="426" y="794"/>
                  </a:lnTo>
                  <a:lnTo>
                    <a:pt x="426" y="794"/>
                  </a:lnTo>
                  <a:lnTo>
                    <a:pt x="427" y="789"/>
                  </a:lnTo>
                  <a:lnTo>
                    <a:pt x="427" y="799"/>
                  </a:lnTo>
                  <a:lnTo>
                    <a:pt x="428" y="794"/>
                  </a:lnTo>
                  <a:lnTo>
                    <a:pt x="428" y="794"/>
                  </a:lnTo>
                  <a:lnTo>
                    <a:pt x="428" y="799"/>
                  </a:lnTo>
                  <a:lnTo>
                    <a:pt x="428" y="787"/>
                  </a:lnTo>
                  <a:lnTo>
                    <a:pt x="429" y="797"/>
                  </a:lnTo>
                  <a:lnTo>
                    <a:pt x="429" y="797"/>
                  </a:lnTo>
                  <a:lnTo>
                    <a:pt x="430" y="799"/>
                  </a:lnTo>
                  <a:lnTo>
                    <a:pt x="431" y="789"/>
                  </a:lnTo>
                  <a:lnTo>
                    <a:pt x="431" y="788"/>
                  </a:lnTo>
                  <a:lnTo>
                    <a:pt x="432" y="672"/>
                  </a:lnTo>
                  <a:lnTo>
                    <a:pt x="432" y="671"/>
                  </a:lnTo>
                  <a:lnTo>
                    <a:pt x="433" y="634"/>
                  </a:lnTo>
                  <a:lnTo>
                    <a:pt x="434" y="794"/>
                  </a:lnTo>
                  <a:lnTo>
                    <a:pt x="434" y="789"/>
                  </a:lnTo>
                  <a:lnTo>
                    <a:pt x="434" y="789"/>
                  </a:lnTo>
                  <a:lnTo>
                    <a:pt x="435" y="804"/>
                  </a:lnTo>
                  <a:lnTo>
                    <a:pt x="435" y="804"/>
                  </a:lnTo>
                  <a:lnTo>
                    <a:pt x="435" y="804"/>
                  </a:lnTo>
                  <a:lnTo>
                    <a:pt x="437" y="794"/>
                  </a:lnTo>
                  <a:lnTo>
                    <a:pt x="437" y="794"/>
                  </a:lnTo>
                  <a:lnTo>
                    <a:pt x="437" y="794"/>
                  </a:lnTo>
                  <a:lnTo>
                    <a:pt x="437" y="774"/>
                  </a:lnTo>
                  <a:lnTo>
                    <a:pt x="438" y="792"/>
                  </a:lnTo>
                  <a:lnTo>
                    <a:pt x="438" y="792"/>
                  </a:lnTo>
                  <a:lnTo>
                    <a:pt x="440" y="804"/>
                  </a:lnTo>
                  <a:lnTo>
                    <a:pt x="440" y="804"/>
                  </a:lnTo>
                  <a:lnTo>
                    <a:pt x="440" y="804"/>
                  </a:lnTo>
                  <a:lnTo>
                    <a:pt x="441" y="789"/>
                  </a:lnTo>
                  <a:lnTo>
                    <a:pt x="441" y="789"/>
                  </a:lnTo>
                  <a:lnTo>
                    <a:pt x="441" y="789"/>
                  </a:lnTo>
                  <a:lnTo>
                    <a:pt x="442" y="777"/>
                  </a:lnTo>
                  <a:lnTo>
                    <a:pt x="443" y="792"/>
                  </a:lnTo>
                  <a:lnTo>
                    <a:pt x="443" y="789"/>
                  </a:lnTo>
                  <a:lnTo>
                    <a:pt x="443" y="789"/>
                  </a:lnTo>
                  <a:lnTo>
                    <a:pt x="443" y="802"/>
                  </a:lnTo>
                  <a:lnTo>
                    <a:pt x="444" y="688"/>
                  </a:lnTo>
                  <a:lnTo>
                    <a:pt x="444" y="687"/>
                  </a:lnTo>
                  <a:lnTo>
                    <a:pt x="445" y="644"/>
                  </a:lnTo>
                  <a:lnTo>
                    <a:pt x="446" y="804"/>
                  </a:lnTo>
                  <a:lnTo>
                    <a:pt x="446" y="804"/>
                  </a:lnTo>
                  <a:lnTo>
                    <a:pt x="446" y="804"/>
                  </a:lnTo>
                  <a:lnTo>
                    <a:pt x="447" y="804"/>
                  </a:lnTo>
                  <a:lnTo>
                    <a:pt x="447" y="804"/>
                  </a:lnTo>
                  <a:lnTo>
                    <a:pt x="449" y="787"/>
                  </a:lnTo>
                  <a:lnTo>
                    <a:pt x="449" y="787"/>
                  </a:lnTo>
                  <a:lnTo>
                    <a:pt x="449" y="787"/>
                  </a:lnTo>
                  <a:lnTo>
                    <a:pt x="450" y="799"/>
                  </a:lnTo>
                  <a:lnTo>
                    <a:pt x="450" y="779"/>
                  </a:lnTo>
                  <a:lnTo>
                    <a:pt x="450" y="779"/>
                  </a:lnTo>
                  <a:lnTo>
                    <a:pt x="450" y="779"/>
                  </a:lnTo>
                  <a:lnTo>
                    <a:pt x="451" y="784"/>
                  </a:lnTo>
                  <a:lnTo>
                    <a:pt x="451" y="767"/>
                  </a:lnTo>
                  <a:lnTo>
                    <a:pt x="452" y="769"/>
                  </a:lnTo>
                  <a:lnTo>
                    <a:pt x="452" y="768"/>
                  </a:lnTo>
                  <a:lnTo>
                    <a:pt x="452" y="737"/>
                  </a:lnTo>
                  <a:lnTo>
                    <a:pt x="453" y="787"/>
                  </a:lnTo>
                  <a:lnTo>
                    <a:pt x="453" y="768"/>
                  </a:lnTo>
                  <a:lnTo>
                    <a:pt x="453" y="767"/>
                  </a:lnTo>
                  <a:lnTo>
                    <a:pt x="454" y="774"/>
                  </a:lnTo>
                  <a:lnTo>
                    <a:pt x="454" y="703"/>
                  </a:lnTo>
                  <a:lnTo>
                    <a:pt x="455" y="743"/>
                  </a:lnTo>
                  <a:lnTo>
                    <a:pt x="455" y="744"/>
                  </a:lnTo>
                  <a:lnTo>
                    <a:pt x="456" y="804"/>
                  </a:lnTo>
                  <a:lnTo>
                    <a:pt x="456" y="804"/>
                  </a:lnTo>
                  <a:lnTo>
                    <a:pt x="456" y="804"/>
                  </a:lnTo>
                  <a:lnTo>
                    <a:pt x="458" y="804"/>
                  </a:lnTo>
                  <a:lnTo>
                    <a:pt x="458" y="804"/>
                  </a:lnTo>
                  <a:lnTo>
                    <a:pt x="459" y="777"/>
                  </a:lnTo>
                  <a:lnTo>
                    <a:pt x="459" y="777"/>
                  </a:lnTo>
                  <a:lnTo>
                    <a:pt x="459" y="777"/>
                  </a:lnTo>
                  <a:lnTo>
                    <a:pt x="460" y="755"/>
                  </a:lnTo>
                  <a:lnTo>
                    <a:pt x="461" y="794"/>
                  </a:lnTo>
                  <a:lnTo>
                    <a:pt x="461" y="794"/>
                  </a:lnTo>
                  <a:lnTo>
                    <a:pt x="461" y="794"/>
                  </a:lnTo>
                  <a:lnTo>
                    <a:pt x="462" y="804"/>
                  </a:lnTo>
                  <a:lnTo>
                    <a:pt x="462" y="802"/>
                  </a:lnTo>
                  <a:lnTo>
                    <a:pt x="462" y="802"/>
                  </a:lnTo>
                  <a:lnTo>
                    <a:pt x="464" y="721"/>
                  </a:lnTo>
                  <a:lnTo>
                    <a:pt x="464" y="723"/>
                  </a:lnTo>
                  <a:lnTo>
                    <a:pt x="464" y="723"/>
                  </a:lnTo>
                  <a:lnTo>
                    <a:pt x="465" y="797"/>
                  </a:lnTo>
                  <a:lnTo>
                    <a:pt x="465" y="750"/>
                  </a:lnTo>
                  <a:lnTo>
                    <a:pt x="465" y="750"/>
                  </a:lnTo>
                  <a:lnTo>
                    <a:pt x="466" y="735"/>
                  </a:lnTo>
                  <a:lnTo>
                    <a:pt x="466" y="794"/>
                  </a:lnTo>
                  <a:lnTo>
                    <a:pt x="467" y="794"/>
                  </a:lnTo>
                  <a:lnTo>
                    <a:pt x="467" y="794"/>
                  </a:lnTo>
                  <a:lnTo>
                    <a:pt x="467" y="804"/>
                  </a:lnTo>
                  <a:lnTo>
                    <a:pt x="468" y="804"/>
                  </a:lnTo>
                  <a:lnTo>
                    <a:pt x="468" y="804"/>
                  </a:lnTo>
                  <a:lnTo>
                    <a:pt x="470" y="782"/>
                  </a:lnTo>
                  <a:lnTo>
                    <a:pt x="470" y="789"/>
                  </a:lnTo>
                  <a:lnTo>
                    <a:pt x="470" y="789"/>
                  </a:lnTo>
                  <a:lnTo>
                    <a:pt x="470" y="787"/>
                  </a:lnTo>
                  <a:lnTo>
                    <a:pt x="471" y="797"/>
                  </a:lnTo>
                  <a:lnTo>
                    <a:pt x="471" y="797"/>
                  </a:lnTo>
                  <a:lnTo>
                    <a:pt x="471" y="797"/>
                  </a:lnTo>
                  <a:lnTo>
                    <a:pt x="472" y="804"/>
                  </a:lnTo>
                  <a:lnTo>
                    <a:pt x="473" y="802"/>
                  </a:lnTo>
                  <a:lnTo>
                    <a:pt x="473" y="802"/>
                  </a:lnTo>
                  <a:lnTo>
                    <a:pt x="474" y="755"/>
                  </a:lnTo>
                  <a:lnTo>
                    <a:pt x="474" y="760"/>
                  </a:lnTo>
                  <a:lnTo>
                    <a:pt x="474" y="760"/>
                  </a:lnTo>
                  <a:lnTo>
                    <a:pt x="475" y="789"/>
                  </a:lnTo>
                  <a:lnTo>
                    <a:pt x="476" y="701"/>
                  </a:lnTo>
                  <a:lnTo>
                    <a:pt x="476" y="701"/>
                  </a:lnTo>
                  <a:lnTo>
                    <a:pt x="476" y="701"/>
                  </a:lnTo>
                  <a:lnTo>
                    <a:pt x="477" y="797"/>
                  </a:lnTo>
                  <a:lnTo>
                    <a:pt x="477" y="774"/>
                  </a:lnTo>
                  <a:lnTo>
                    <a:pt x="477" y="774"/>
                  </a:lnTo>
                  <a:lnTo>
                    <a:pt x="478" y="804"/>
                  </a:lnTo>
                  <a:lnTo>
                    <a:pt x="479" y="804"/>
                  </a:lnTo>
                  <a:lnTo>
                    <a:pt x="479" y="804"/>
                  </a:lnTo>
                  <a:lnTo>
                    <a:pt x="480" y="794"/>
                  </a:lnTo>
                  <a:lnTo>
                    <a:pt x="480" y="794"/>
                  </a:lnTo>
                  <a:lnTo>
                    <a:pt x="480" y="794"/>
                  </a:lnTo>
                  <a:lnTo>
                    <a:pt x="481" y="799"/>
                  </a:lnTo>
                  <a:lnTo>
                    <a:pt x="481" y="789"/>
                  </a:lnTo>
                  <a:lnTo>
                    <a:pt x="482" y="792"/>
                  </a:lnTo>
                  <a:lnTo>
                    <a:pt x="482" y="792"/>
                  </a:lnTo>
                  <a:lnTo>
                    <a:pt x="483" y="802"/>
                  </a:lnTo>
                  <a:lnTo>
                    <a:pt x="483" y="757"/>
                  </a:lnTo>
                  <a:lnTo>
                    <a:pt x="483" y="757"/>
                  </a:lnTo>
                  <a:lnTo>
                    <a:pt x="483" y="757"/>
                  </a:lnTo>
                  <a:lnTo>
                    <a:pt x="484" y="755"/>
                  </a:lnTo>
                  <a:lnTo>
                    <a:pt x="484" y="799"/>
                  </a:lnTo>
                  <a:lnTo>
                    <a:pt x="485" y="767"/>
                  </a:lnTo>
                  <a:lnTo>
                    <a:pt x="485" y="767"/>
                  </a:lnTo>
                  <a:lnTo>
                    <a:pt x="486" y="706"/>
                  </a:lnTo>
                  <a:lnTo>
                    <a:pt x="486" y="743"/>
                  </a:lnTo>
                  <a:lnTo>
                    <a:pt x="486" y="743"/>
                  </a:lnTo>
                  <a:lnTo>
                    <a:pt x="487" y="792"/>
                  </a:lnTo>
                  <a:lnTo>
                    <a:pt x="487" y="735"/>
                  </a:lnTo>
                  <a:lnTo>
                    <a:pt x="488" y="791"/>
                  </a:lnTo>
                  <a:lnTo>
                    <a:pt x="488" y="792"/>
                  </a:lnTo>
                  <a:lnTo>
                    <a:pt x="489" y="804"/>
                  </a:lnTo>
                  <a:lnTo>
                    <a:pt x="489" y="802"/>
                  </a:lnTo>
                  <a:lnTo>
                    <a:pt x="489" y="802"/>
                  </a:lnTo>
                  <a:lnTo>
                    <a:pt x="490" y="804"/>
                  </a:lnTo>
                  <a:lnTo>
                    <a:pt x="491" y="794"/>
                  </a:lnTo>
                  <a:lnTo>
                    <a:pt x="491" y="794"/>
                  </a:lnTo>
                  <a:lnTo>
                    <a:pt x="491" y="794"/>
                  </a:lnTo>
                  <a:lnTo>
                    <a:pt x="492" y="799"/>
                  </a:lnTo>
                  <a:lnTo>
                    <a:pt x="492" y="784"/>
                  </a:lnTo>
                  <a:lnTo>
                    <a:pt x="492" y="787"/>
                  </a:lnTo>
                  <a:lnTo>
                    <a:pt x="492" y="787"/>
                  </a:lnTo>
                  <a:lnTo>
                    <a:pt x="493" y="753"/>
                  </a:lnTo>
                  <a:lnTo>
                    <a:pt x="494" y="794"/>
                  </a:lnTo>
                  <a:lnTo>
                    <a:pt x="494" y="794"/>
                  </a:lnTo>
                  <a:lnTo>
                    <a:pt x="494" y="794"/>
                  </a:lnTo>
                  <a:lnTo>
                    <a:pt x="494" y="804"/>
                  </a:lnTo>
                  <a:lnTo>
                    <a:pt x="495" y="750"/>
                  </a:lnTo>
                  <a:lnTo>
                    <a:pt x="495" y="767"/>
                  </a:lnTo>
                  <a:lnTo>
                    <a:pt x="495" y="767"/>
                  </a:lnTo>
                  <a:lnTo>
                    <a:pt x="496" y="784"/>
                  </a:lnTo>
                  <a:lnTo>
                    <a:pt x="496" y="703"/>
                  </a:lnTo>
                  <a:lnTo>
                    <a:pt x="497" y="725"/>
                  </a:lnTo>
                  <a:lnTo>
                    <a:pt x="497" y="725"/>
                  </a:lnTo>
                  <a:lnTo>
                    <a:pt x="497" y="693"/>
                  </a:lnTo>
                  <a:lnTo>
                    <a:pt x="498" y="784"/>
                  </a:lnTo>
                  <a:lnTo>
                    <a:pt x="498" y="784"/>
                  </a:lnTo>
                  <a:lnTo>
                    <a:pt x="498" y="784"/>
                  </a:lnTo>
                  <a:lnTo>
                    <a:pt x="499" y="804"/>
                  </a:lnTo>
                  <a:lnTo>
                    <a:pt x="500" y="804"/>
                  </a:lnTo>
                  <a:lnTo>
                    <a:pt x="500" y="804"/>
                  </a:lnTo>
                  <a:lnTo>
                    <a:pt x="501" y="792"/>
                  </a:lnTo>
                  <a:lnTo>
                    <a:pt x="501" y="792"/>
                  </a:lnTo>
                  <a:lnTo>
                    <a:pt x="501" y="792"/>
                  </a:lnTo>
                  <a:lnTo>
                    <a:pt x="502" y="789"/>
                  </a:lnTo>
                  <a:lnTo>
                    <a:pt x="502" y="804"/>
                  </a:lnTo>
                  <a:lnTo>
                    <a:pt x="503" y="802"/>
                  </a:lnTo>
                  <a:lnTo>
                    <a:pt x="503" y="802"/>
                  </a:lnTo>
                  <a:lnTo>
                    <a:pt x="504" y="774"/>
                  </a:lnTo>
                  <a:lnTo>
                    <a:pt x="504" y="789"/>
                  </a:lnTo>
                  <a:lnTo>
                    <a:pt x="504" y="789"/>
                  </a:lnTo>
                  <a:lnTo>
                    <a:pt x="505" y="784"/>
                  </a:lnTo>
                  <a:lnTo>
                    <a:pt x="505" y="799"/>
                  </a:lnTo>
                  <a:lnTo>
                    <a:pt x="506" y="787"/>
                  </a:lnTo>
                  <a:lnTo>
                    <a:pt x="506" y="787"/>
                  </a:lnTo>
                  <a:lnTo>
                    <a:pt x="507" y="716"/>
                  </a:lnTo>
                  <a:lnTo>
                    <a:pt x="507" y="779"/>
                  </a:lnTo>
                  <a:lnTo>
                    <a:pt x="507" y="779"/>
                  </a:lnTo>
                  <a:lnTo>
                    <a:pt x="508" y="799"/>
                  </a:lnTo>
                  <a:lnTo>
                    <a:pt x="509" y="701"/>
                  </a:lnTo>
                  <a:lnTo>
                    <a:pt x="509" y="725"/>
                  </a:lnTo>
                  <a:lnTo>
                    <a:pt x="509" y="726"/>
                  </a:lnTo>
                  <a:lnTo>
                    <a:pt x="510" y="804"/>
                  </a:lnTo>
                  <a:lnTo>
                    <a:pt x="510" y="804"/>
                  </a:lnTo>
                  <a:lnTo>
                    <a:pt x="510" y="804"/>
                  </a:lnTo>
                  <a:lnTo>
                    <a:pt x="512" y="804"/>
                  </a:lnTo>
                  <a:lnTo>
                    <a:pt x="512" y="804"/>
                  </a:lnTo>
                  <a:lnTo>
                    <a:pt x="513" y="792"/>
                  </a:lnTo>
                  <a:lnTo>
                    <a:pt x="513" y="802"/>
                  </a:lnTo>
                  <a:lnTo>
                    <a:pt x="513" y="802"/>
                  </a:lnTo>
                  <a:lnTo>
                    <a:pt x="515" y="774"/>
                  </a:lnTo>
                  <a:lnTo>
                    <a:pt x="515" y="784"/>
                  </a:lnTo>
                  <a:lnTo>
                    <a:pt x="515" y="784"/>
                  </a:lnTo>
                  <a:lnTo>
                    <a:pt x="515" y="794"/>
                  </a:lnTo>
                  <a:lnTo>
                    <a:pt x="516" y="760"/>
                  </a:lnTo>
                  <a:lnTo>
                    <a:pt x="516" y="760"/>
                  </a:lnTo>
                  <a:lnTo>
                    <a:pt x="516" y="760"/>
                  </a:lnTo>
                  <a:lnTo>
                    <a:pt x="517" y="747"/>
                  </a:lnTo>
                  <a:lnTo>
                    <a:pt x="518" y="782"/>
                  </a:lnTo>
                  <a:lnTo>
                    <a:pt x="518" y="782"/>
                  </a:lnTo>
                  <a:lnTo>
                    <a:pt x="518" y="782"/>
                  </a:lnTo>
                  <a:lnTo>
                    <a:pt x="518" y="797"/>
                  </a:lnTo>
                  <a:lnTo>
                    <a:pt x="519" y="674"/>
                  </a:lnTo>
                  <a:lnTo>
                    <a:pt x="519" y="696"/>
                  </a:lnTo>
                  <a:lnTo>
                    <a:pt x="519" y="697"/>
                  </a:lnTo>
                  <a:lnTo>
                    <a:pt x="521" y="799"/>
                  </a:lnTo>
                  <a:lnTo>
                    <a:pt x="521" y="799"/>
                  </a:lnTo>
                  <a:lnTo>
                    <a:pt x="521" y="799"/>
                  </a:lnTo>
                  <a:lnTo>
                    <a:pt x="521" y="779"/>
                  </a:lnTo>
                  <a:lnTo>
                    <a:pt x="522" y="804"/>
                  </a:lnTo>
                  <a:lnTo>
                    <a:pt x="522" y="804"/>
                  </a:lnTo>
                  <a:lnTo>
                    <a:pt x="522" y="804"/>
                  </a:lnTo>
                  <a:lnTo>
                    <a:pt x="523" y="787"/>
                  </a:lnTo>
                  <a:lnTo>
                    <a:pt x="524" y="789"/>
                  </a:lnTo>
                  <a:lnTo>
                    <a:pt x="524" y="789"/>
                  </a:lnTo>
                  <a:lnTo>
                    <a:pt x="525" y="777"/>
                  </a:lnTo>
                  <a:lnTo>
                    <a:pt x="525" y="787"/>
                  </a:lnTo>
                  <a:lnTo>
                    <a:pt x="525" y="787"/>
                  </a:lnTo>
                  <a:lnTo>
                    <a:pt x="526" y="804"/>
                  </a:lnTo>
                  <a:lnTo>
                    <a:pt x="527" y="792"/>
                  </a:lnTo>
                  <a:lnTo>
                    <a:pt x="527" y="792"/>
                  </a:lnTo>
                  <a:lnTo>
                    <a:pt x="528" y="723"/>
                  </a:lnTo>
                  <a:lnTo>
                    <a:pt x="528" y="792"/>
                  </a:lnTo>
                  <a:lnTo>
                    <a:pt x="528" y="792"/>
                  </a:lnTo>
                  <a:lnTo>
                    <a:pt x="529" y="794"/>
                  </a:lnTo>
                  <a:lnTo>
                    <a:pt x="529" y="679"/>
                  </a:lnTo>
                  <a:lnTo>
                    <a:pt x="530" y="750"/>
                  </a:lnTo>
                  <a:lnTo>
                    <a:pt x="530" y="751"/>
                  </a:lnTo>
                  <a:lnTo>
                    <a:pt x="531" y="802"/>
                  </a:lnTo>
                  <a:lnTo>
                    <a:pt x="531" y="802"/>
                  </a:lnTo>
                  <a:lnTo>
                    <a:pt x="531" y="802"/>
                  </a:lnTo>
                  <a:lnTo>
                    <a:pt x="532" y="804"/>
                  </a:lnTo>
                  <a:lnTo>
                    <a:pt x="532" y="794"/>
                  </a:lnTo>
                  <a:lnTo>
                    <a:pt x="533" y="802"/>
                  </a:lnTo>
                  <a:lnTo>
                    <a:pt x="533" y="802"/>
                  </a:lnTo>
                  <a:lnTo>
                    <a:pt x="533" y="804"/>
                  </a:lnTo>
                  <a:lnTo>
                    <a:pt x="534" y="770"/>
                  </a:lnTo>
                  <a:lnTo>
                    <a:pt x="534" y="770"/>
                  </a:lnTo>
                  <a:lnTo>
                    <a:pt x="536" y="744"/>
                  </a:lnTo>
                  <a:lnTo>
                    <a:pt x="536" y="753"/>
                  </a:lnTo>
                  <a:lnTo>
                    <a:pt x="536" y="753"/>
                  </a:lnTo>
                  <a:lnTo>
                    <a:pt x="537" y="787"/>
                  </a:lnTo>
                  <a:lnTo>
                    <a:pt x="537" y="777"/>
                  </a:lnTo>
                  <a:lnTo>
                    <a:pt x="537" y="777"/>
                  </a:lnTo>
                  <a:lnTo>
                    <a:pt x="538" y="789"/>
                  </a:lnTo>
                  <a:lnTo>
                    <a:pt x="539" y="760"/>
                  </a:lnTo>
                  <a:lnTo>
                    <a:pt x="539" y="762"/>
                  </a:lnTo>
                  <a:lnTo>
                    <a:pt x="539" y="762"/>
                  </a:lnTo>
                  <a:lnTo>
                    <a:pt x="539" y="770"/>
                  </a:lnTo>
                  <a:lnTo>
                    <a:pt x="540" y="607"/>
                  </a:lnTo>
                  <a:lnTo>
                    <a:pt x="540" y="620"/>
                  </a:lnTo>
                  <a:lnTo>
                    <a:pt x="540" y="620"/>
                  </a:lnTo>
                  <a:lnTo>
                    <a:pt x="541" y="797"/>
                  </a:lnTo>
                  <a:lnTo>
                    <a:pt x="542" y="784"/>
                  </a:lnTo>
                  <a:lnTo>
                    <a:pt x="542" y="784"/>
                  </a:lnTo>
                  <a:lnTo>
                    <a:pt x="543" y="804"/>
                  </a:lnTo>
                  <a:lnTo>
                    <a:pt x="543" y="804"/>
                  </a:lnTo>
                  <a:lnTo>
                    <a:pt x="543" y="804"/>
                  </a:lnTo>
                  <a:lnTo>
                    <a:pt x="545" y="797"/>
                  </a:lnTo>
                  <a:lnTo>
                    <a:pt x="545" y="797"/>
                  </a:lnTo>
                  <a:lnTo>
                    <a:pt x="545" y="797"/>
                  </a:lnTo>
                  <a:lnTo>
                    <a:pt x="546" y="757"/>
                  </a:lnTo>
                  <a:lnTo>
                    <a:pt x="546" y="762"/>
                  </a:lnTo>
                  <a:lnTo>
                    <a:pt x="546" y="762"/>
                  </a:lnTo>
                  <a:lnTo>
                    <a:pt x="547" y="779"/>
                  </a:lnTo>
                  <a:lnTo>
                    <a:pt x="547" y="760"/>
                  </a:lnTo>
                  <a:lnTo>
                    <a:pt x="548" y="765"/>
                  </a:lnTo>
                  <a:lnTo>
                    <a:pt x="548" y="765"/>
                  </a:lnTo>
                  <a:lnTo>
                    <a:pt x="549" y="797"/>
                  </a:lnTo>
                  <a:lnTo>
                    <a:pt x="549" y="767"/>
                  </a:lnTo>
                  <a:lnTo>
                    <a:pt x="549" y="767"/>
                  </a:lnTo>
                  <a:lnTo>
                    <a:pt x="550" y="784"/>
                  </a:lnTo>
                  <a:lnTo>
                    <a:pt x="550" y="706"/>
                  </a:lnTo>
                  <a:lnTo>
                    <a:pt x="551" y="716"/>
                  </a:lnTo>
                  <a:lnTo>
                    <a:pt x="551" y="716"/>
                  </a:lnTo>
                  <a:lnTo>
                    <a:pt x="551" y="713"/>
                  </a:lnTo>
                  <a:lnTo>
                    <a:pt x="551" y="772"/>
                  </a:lnTo>
                  <a:lnTo>
                    <a:pt x="552" y="748"/>
                  </a:lnTo>
                  <a:lnTo>
                    <a:pt x="552" y="748"/>
                  </a:lnTo>
                  <a:lnTo>
                    <a:pt x="553" y="804"/>
                  </a:lnTo>
                  <a:lnTo>
                    <a:pt x="554" y="804"/>
                  </a:lnTo>
                  <a:lnTo>
                    <a:pt x="554" y="804"/>
                  </a:lnTo>
                  <a:lnTo>
                    <a:pt x="555" y="784"/>
                  </a:lnTo>
                  <a:lnTo>
                    <a:pt x="555" y="784"/>
                  </a:lnTo>
                  <a:lnTo>
                    <a:pt x="555" y="784"/>
                  </a:lnTo>
                  <a:lnTo>
                    <a:pt x="556" y="792"/>
                  </a:lnTo>
                  <a:lnTo>
                    <a:pt x="557" y="772"/>
                  </a:lnTo>
                  <a:lnTo>
                    <a:pt x="557" y="777"/>
                  </a:lnTo>
                  <a:lnTo>
                    <a:pt x="557" y="777"/>
                  </a:lnTo>
                  <a:lnTo>
                    <a:pt x="558" y="797"/>
                  </a:lnTo>
                  <a:lnTo>
                    <a:pt x="558" y="760"/>
                  </a:lnTo>
                  <a:lnTo>
                    <a:pt x="558" y="760"/>
                  </a:lnTo>
                  <a:lnTo>
                    <a:pt x="558" y="760"/>
                  </a:lnTo>
                  <a:lnTo>
                    <a:pt x="559" y="748"/>
                  </a:lnTo>
                  <a:lnTo>
                    <a:pt x="560" y="789"/>
                  </a:lnTo>
                  <a:lnTo>
                    <a:pt x="560" y="780"/>
                  </a:lnTo>
                  <a:lnTo>
                    <a:pt x="560" y="779"/>
                  </a:lnTo>
                  <a:lnTo>
                    <a:pt x="560" y="787"/>
                  </a:lnTo>
                  <a:lnTo>
                    <a:pt x="561" y="714"/>
                  </a:lnTo>
                  <a:lnTo>
                    <a:pt x="561" y="714"/>
                  </a:lnTo>
                  <a:lnTo>
                    <a:pt x="562" y="681"/>
                  </a:lnTo>
                  <a:lnTo>
                    <a:pt x="563" y="772"/>
                  </a:lnTo>
                  <a:lnTo>
                    <a:pt x="563" y="762"/>
                  </a:lnTo>
                  <a:lnTo>
                    <a:pt x="563" y="762"/>
                  </a:lnTo>
                  <a:lnTo>
                    <a:pt x="564" y="804"/>
                  </a:lnTo>
                  <a:lnTo>
                    <a:pt x="564" y="804"/>
                  </a:lnTo>
                  <a:lnTo>
                    <a:pt x="564" y="804"/>
                  </a:lnTo>
                  <a:lnTo>
                    <a:pt x="566" y="794"/>
                  </a:lnTo>
                  <a:lnTo>
                    <a:pt x="566" y="794"/>
                  </a:lnTo>
                  <a:lnTo>
                    <a:pt x="566" y="794"/>
                  </a:lnTo>
                  <a:lnTo>
                    <a:pt x="567" y="728"/>
                  </a:lnTo>
                  <a:lnTo>
                    <a:pt x="567" y="740"/>
                  </a:lnTo>
                  <a:lnTo>
                    <a:pt x="567" y="740"/>
                  </a:lnTo>
                  <a:lnTo>
                    <a:pt x="568" y="733"/>
                  </a:lnTo>
                  <a:lnTo>
                    <a:pt x="568" y="792"/>
                  </a:lnTo>
                  <a:lnTo>
                    <a:pt x="569" y="777"/>
                  </a:lnTo>
                  <a:lnTo>
                    <a:pt x="569" y="777"/>
                  </a:lnTo>
                  <a:lnTo>
                    <a:pt x="570" y="799"/>
                  </a:lnTo>
                  <a:lnTo>
                    <a:pt x="570" y="794"/>
                  </a:lnTo>
                  <a:lnTo>
                    <a:pt x="570" y="794"/>
                  </a:lnTo>
                  <a:lnTo>
                    <a:pt x="571" y="770"/>
                  </a:lnTo>
                  <a:lnTo>
                    <a:pt x="572" y="774"/>
                  </a:lnTo>
                  <a:lnTo>
                    <a:pt x="572" y="774"/>
                  </a:lnTo>
                  <a:lnTo>
                    <a:pt x="572" y="777"/>
                  </a:lnTo>
                  <a:lnTo>
                    <a:pt x="573" y="684"/>
                  </a:lnTo>
                  <a:lnTo>
                    <a:pt x="573" y="743"/>
                  </a:lnTo>
                  <a:lnTo>
                    <a:pt x="573" y="743"/>
                  </a:lnTo>
                  <a:lnTo>
                    <a:pt x="574" y="740"/>
                  </a:lnTo>
                  <a:lnTo>
                    <a:pt x="574" y="801"/>
                  </a:lnTo>
                  <a:lnTo>
                    <a:pt x="575" y="799"/>
                  </a:lnTo>
                  <a:lnTo>
                    <a:pt x="575" y="799"/>
                  </a:lnTo>
                  <a:lnTo>
                    <a:pt x="576" y="804"/>
                  </a:lnTo>
                  <a:lnTo>
                    <a:pt x="576" y="799"/>
                  </a:lnTo>
                  <a:lnTo>
                    <a:pt x="576" y="799"/>
                  </a:lnTo>
                  <a:lnTo>
                    <a:pt x="577" y="747"/>
                  </a:lnTo>
                  <a:lnTo>
                    <a:pt x="578" y="765"/>
                  </a:lnTo>
                  <a:lnTo>
                    <a:pt x="578" y="765"/>
                  </a:lnTo>
                  <a:lnTo>
                    <a:pt x="578" y="784"/>
                  </a:lnTo>
                  <a:lnTo>
                    <a:pt x="579" y="757"/>
                  </a:lnTo>
                  <a:lnTo>
                    <a:pt x="579" y="767"/>
                  </a:lnTo>
                  <a:lnTo>
                    <a:pt x="579" y="767"/>
                  </a:lnTo>
                  <a:lnTo>
                    <a:pt x="581" y="797"/>
                  </a:lnTo>
                  <a:lnTo>
                    <a:pt x="581" y="792"/>
                  </a:lnTo>
                  <a:lnTo>
                    <a:pt x="581" y="792"/>
                  </a:lnTo>
                  <a:lnTo>
                    <a:pt x="581" y="794"/>
                  </a:lnTo>
                  <a:lnTo>
                    <a:pt x="582" y="711"/>
                  </a:lnTo>
                  <a:lnTo>
                    <a:pt x="582" y="718"/>
                  </a:lnTo>
                  <a:lnTo>
                    <a:pt x="582" y="718"/>
                  </a:lnTo>
                  <a:lnTo>
                    <a:pt x="583" y="625"/>
                  </a:lnTo>
                  <a:lnTo>
                    <a:pt x="584" y="784"/>
                  </a:lnTo>
                  <a:lnTo>
                    <a:pt x="584" y="783"/>
                  </a:lnTo>
                  <a:lnTo>
                    <a:pt x="584" y="784"/>
                  </a:lnTo>
                  <a:lnTo>
                    <a:pt x="585" y="804"/>
                  </a:lnTo>
                  <a:lnTo>
                    <a:pt x="585" y="802"/>
                  </a:lnTo>
                  <a:lnTo>
                    <a:pt x="585" y="802"/>
                  </a:lnTo>
                  <a:lnTo>
                    <a:pt x="587" y="804"/>
                  </a:lnTo>
                  <a:lnTo>
                    <a:pt x="587" y="804"/>
                  </a:lnTo>
                  <a:lnTo>
                    <a:pt x="587" y="804"/>
                  </a:lnTo>
                  <a:lnTo>
                    <a:pt x="588" y="770"/>
                  </a:lnTo>
                  <a:lnTo>
                    <a:pt x="588" y="774"/>
                  </a:lnTo>
                  <a:lnTo>
                    <a:pt x="588" y="774"/>
                  </a:lnTo>
                  <a:lnTo>
                    <a:pt x="590" y="777"/>
                  </a:lnTo>
                  <a:lnTo>
                    <a:pt x="590" y="745"/>
                  </a:lnTo>
                  <a:lnTo>
                    <a:pt x="590" y="745"/>
                  </a:lnTo>
                  <a:lnTo>
                    <a:pt x="590" y="745"/>
                  </a:lnTo>
                  <a:lnTo>
                    <a:pt x="591" y="732"/>
                  </a:lnTo>
                  <a:lnTo>
                    <a:pt x="591" y="799"/>
                  </a:lnTo>
                  <a:lnTo>
                    <a:pt x="591" y="799"/>
                  </a:lnTo>
                  <a:lnTo>
                    <a:pt x="591" y="799"/>
                  </a:lnTo>
                  <a:lnTo>
                    <a:pt x="593" y="748"/>
                  </a:lnTo>
                  <a:lnTo>
                    <a:pt x="593" y="748"/>
                  </a:lnTo>
                  <a:lnTo>
                    <a:pt x="593" y="748"/>
                  </a:lnTo>
                  <a:lnTo>
                    <a:pt x="594" y="708"/>
                  </a:lnTo>
                  <a:lnTo>
                    <a:pt x="594" y="721"/>
                  </a:lnTo>
                  <a:lnTo>
                    <a:pt x="594" y="721"/>
                  </a:lnTo>
                  <a:lnTo>
                    <a:pt x="595" y="716"/>
                  </a:lnTo>
                  <a:lnTo>
                    <a:pt x="596" y="804"/>
                  </a:lnTo>
                  <a:lnTo>
                    <a:pt x="596" y="804"/>
                  </a:lnTo>
                  <a:lnTo>
                    <a:pt x="596" y="804"/>
                  </a:lnTo>
                  <a:lnTo>
                    <a:pt x="597" y="804"/>
                  </a:lnTo>
                  <a:lnTo>
                    <a:pt x="597" y="804"/>
                  </a:lnTo>
                  <a:lnTo>
                    <a:pt x="599" y="777"/>
                  </a:lnTo>
                  <a:lnTo>
                    <a:pt x="599" y="777"/>
                  </a:lnTo>
                  <a:lnTo>
                    <a:pt x="599" y="777"/>
                  </a:lnTo>
                  <a:lnTo>
                    <a:pt x="600" y="779"/>
                  </a:lnTo>
                  <a:lnTo>
                    <a:pt x="600" y="757"/>
                  </a:lnTo>
                  <a:lnTo>
                    <a:pt x="600" y="762"/>
                  </a:lnTo>
                  <a:lnTo>
                    <a:pt x="600" y="762"/>
                  </a:lnTo>
                  <a:lnTo>
                    <a:pt x="601" y="762"/>
                  </a:lnTo>
                  <a:lnTo>
                    <a:pt x="602" y="799"/>
                  </a:lnTo>
                  <a:lnTo>
                    <a:pt x="602" y="797"/>
                  </a:lnTo>
                  <a:lnTo>
                    <a:pt x="602" y="797"/>
                  </a:lnTo>
                  <a:lnTo>
                    <a:pt x="602" y="799"/>
                  </a:lnTo>
                  <a:lnTo>
                    <a:pt x="603" y="735"/>
                  </a:lnTo>
                  <a:lnTo>
                    <a:pt x="603" y="760"/>
                  </a:lnTo>
                  <a:lnTo>
                    <a:pt x="603" y="760"/>
                  </a:lnTo>
                  <a:lnTo>
                    <a:pt x="604" y="799"/>
                  </a:lnTo>
                  <a:lnTo>
                    <a:pt x="605" y="733"/>
                  </a:lnTo>
                  <a:lnTo>
                    <a:pt x="605" y="733"/>
                  </a:lnTo>
                  <a:lnTo>
                    <a:pt x="605" y="733"/>
                  </a:lnTo>
                  <a:lnTo>
                    <a:pt x="605" y="725"/>
                  </a:lnTo>
                  <a:lnTo>
                    <a:pt x="606" y="797"/>
                  </a:lnTo>
                  <a:lnTo>
                    <a:pt x="606" y="797"/>
                  </a:lnTo>
                  <a:lnTo>
                    <a:pt x="606" y="797"/>
                  </a:lnTo>
                  <a:lnTo>
                    <a:pt x="607" y="804"/>
                  </a:lnTo>
                  <a:lnTo>
                    <a:pt x="607" y="794"/>
                  </a:lnTo>
                  <a:lnTo>
                    <a:pt x="608" y="794"/>
                  </a:lnTo>
                  <a:lnTo>
                    <a:pt x="608" y="794"/>
                  </a:lnTo>
                  <a:lnTo>
                    <a:pt x="608" y="804"/>
                  </a:lnTo>
                  <a:lnTo>
                    <a:pt x="609" y="802"/>
                  </a:lnTo>
                  <a:lnTo>
                    <a:pt x="609" y="802"/>
                  </a:lnTo>
                  <a:lnTo>
                    <a:pt x="611" y="748"/>
                  </a:lnTo>
                  <a:lnTo>
                    <a:pt x="611" y="753"/>
                  </a:lnTo>
                  <a:lnTo>
                    <a:pt x="611" y="754"/>
                  </a:lnTo>
                  <a:lnTo>
                    <a:pt x="611" y="738"/>
                  </a:lnTo>
                  <a:lnTo>
                    <a:pt x="612" y="799"/>
                  </a:lnTo>
                  <a:lnTo>
                    <a:pt x="612" y="799"/>
                  </a:lnTo>
                  <a:lnTo>
                    <a:pt x="612" y="799"/>
                  </a:lnTo>
                  <a:lnTo>
                    <a:pt x="613" y="754"/>
                  </a:lnTo>
                  <a:lnTo>
                    <a:pt x="614" y="777"/>
                  </a:lnTo>
                  <a:lnTo>
                    <a:pt x="614" y="777"/>
                  </a:lnTo>
                  <a:lnTo>
                    <a:pt x="615" y="722"/>
                  </a:lnTo>
                  <a:lnTo>
                    <a:pt x="615" y="722"/>
                  </a:lnTo>
                  <a:lnTo>
                    <a:pt x="616" y="674"/>
                  </a:lnTo>
                  <a:lnTo>
                    <a:pt x="617" y="787"/>
                  </a:lnTo>
                  <a:lnTo>
                    <a:pt x="617" y="787"/>
                  </a:lnTo>
                  <a:lnTo>
                    <a:pt x="617" y="787"/>
                  </a:lnTo>
                  <a:lnTo>
                    <a:pt x="618" y="804"/>
                  </a:lnTo>
                  <a:lnTo>
                    <a:pt x="618" y="804"/>
                  </a:lnTo>
                  <a:lnTo>
                    <a:pt x="618" y="804"/>
                  </a:lnTo>
                  <a:lnTo>
                    <a:pt x="620" y="777"/>
                  </a:lnTo>
                  <a:lnTo>
                    <a:pt x="620" y="777"/>
                  </a:lnTo>
                  <a:lnTo>
                    <a:pt x="620" y="777"/>
                  </a:lnTo>
                  <a:lnTo>
                    <a:pt x="620" y="774"/>
                  </a:lnTo>
                  <a:lnTo>
                    <a:pt x="621" y="797"/>
                  </a:lnTo>
                  <a:lnTo>
                    <a:pt x="621" y="787"/>
                  </a:lnTo>
                  <a:lnTo>
                    <a:pt x="621" y="787"/>
                  </a:lnTo>
                  <a:lnTo>
                    <a:pt x="622" y="786"/>
                  </a:lnTo>
                  <a:lnTo>
                    <a:pt x="623" y="794"/>
                  </a:lnTo>
                  <a:lnTo>
                    <a:pt x="623" y="791"/>
                  </a:lnTo>
                  <a:lnTo>
                    <a:pt x="623" y="792"/>
                  </a:lnTo>
                  <a:lnTo>
                    <a:pt x="623" y="789"/>
                  </a:lnTo>
                  <a:lnTo>
                    <a:pt x="624" y="799"/>
                  </a:lnTo>
                  <a:lnTo>
                    <a:pt x="624" y="797"/>
                  </a:lnTo>
                  <a:lnTo>
                    <a:pt x="624" y="797"/>
                  </a:lnTo>
                  <a:lnTo>
                    <a:pt x="626" y="691"/>
                  </a:lnTo>
                  <a:lnTo>
                    <a:pt x="626" y="718"/>
                  </a:lnTo>
                  <a:lnTo>
                    <a:pt x="626" y="718"/>
                  </a:lnTo>
                  <a:lnTo>
                    <a:pt x="627" y="802"/>
                  </a:lnTo>
                  <a:lnTo>
                    <a:pt x="627" y="789"/>
                  </a:lnTo>
                  <a:lnTo>
                    <a:pt x="627" y="789"/>
                  </a:lnTo>
                  <a:lnTo>
                    <a:pt x="628" y="787"/>
                  </a:lnTo>
                  <a:lnTo>
                    <a:pt x="629" y="804"/>
                  </a:lnTo>
                  <a:lnTo>
                    <a:pt x="629" y="804"/>
                  </a:lnTo>
                  <a:lnTo>
                    <a:pt x="629" y="804"/>
                  </a:lnTo>
                  <a:lnTo>
                    <a:pt x="630" y="804"/>
                  </a:lnTo>
                  <a:lnTo>
                    <a:pt x="630" y="804"/>
                  </a:lnTo>
                  <a:lnTo>
                    <a:pt x="631" y="784"/>
                  </a:lnTo>
                  <a:lnTo>
                    <a:pt x="632" y="797"/>
                  </a:lnTo>
                  <a:lnTo>
                    <a:pt x="632" y="797"/>
                  </a:lnTo>
                  <a:lnTo>
                    <a:pt x="633" y="779"/>
                  </a:lnTo>
                  <a:lnTo>
                    <a:pt x="633" y="784"/>
                  </a:lnTo>
                  <a:lnTo>
                    <a:pt x="633" y="786"/>
                  </a:lnTo>
                  <a:lnTo>
                    <a:pt x="634" y="792"/>
                  </a:lnTo>
                  <a:lnTo>
                    <a:pt x="634" y="782"/>
                  </a:lnTo>
                  <a:lnTo>
                    <a:pt x="635" y="788"/>
                  </a:lnTo>
                  <a:lnTo>
                    <a:pt x="635" y="789"/>
                  </a:lnTo>
                  <a:lnTo>
                    <a:pt x="636" y="765"/>
                  </a:lnTo>
                  <a:lnTo>
                    <a:pt x="636" y="794"/>
                  </a:lnTo>
                  <a:lnTo>
                    <a:pt x="636" y="774"/>
                  </a:lnTo>
                  <a:lnTo>
                    <a:pt x="636" y="773"/>
                  </a:lnTo>
                  <a:lnTo>
                    <a:pt x="637" y="691"/>
                  </a:lnTo>
                  <a:lnTo>
                    <a:pt x="638" y="784"/>
                  </a:lnTo>
                  <a:lnTo>
                    <a:pt x="638" y="784"/>
                  </a:lnTo>
                  <a:lnTo>
                    <a:pt x="638" y="784"/>
                  </a:lnTo>
                  <a:lnTo>
                    <a:pt x="639" y="804"/>
                  </a:lnTo>
                  <a:lnTo>
                    <a:pt x="639" y="804"/>
                  </a:lnTo>
                  <a:lnTo>
                    <a:pt x="639" y="804"/>
                  </a:lnTo>
                  <a:lnTo>
                    <a:pt x="641" y="804"/>
                  </a:lnTo>
                  <a:lnTo>
                    <a:pt x="641" y="804"/>
                  </a:lnTo>
                  <a:lnTo>
                    <a:pt x="642" y="787"/>
                  </a:lnTo>
                  <a:lnTo>
                    <a:pt x="642" y="787"/>
                  </a:lnTo>
                  <a:lnTo>
                    <a:pt x="642" y="787"/>
                  </a:lnTo>
                  <a:lnTo>
                    <a:pt x="643" y="784"/>
                  </a:lnTo>
                  <a:lnTo>
                    <a:pt x="644" y="804"/>
                  </a:lnTo>
                  <a:lnTo>
                    <a:pt x="644" y="804"/>
                  </a:lnTo>
                  <a:lnTo>
                    <a:pt x="644" y="804"/>
                  </a:lnTo>
                  <a:lnTo>
                    <a:pt x="645" y="794"/>
                  </a:lnTo>
                  <a:lnTo>
                    <a:pt x="645" y="794"/>
                  </a:lnTo>
                  <a:lnTo>
                    <a:pt x="645" y="794"/>
                  </a:lnTo>
                  <a:lnTo>
                    <a:pt x="646" y="789"/>
                  </a:lnTo>
                  <a:lnTo>
                    <a:pt x="647" y="792"/>
                  </a:lnTo>
                  <a:lnTo>
                    <a:pt x="647" y="792"/>
                  </a:lnTo>
                  <a:lnTo>
                    <a:pt x="648" y="693"/>
                  </a:lnTo>
                  <a:lnTo>
                    <a:pt x="648" y="713"/>
                  </a:lnTo>
                  <a:lnTo>
                    <a:pt x="648" y="713"/>
                  </a:lnTo>
                  <a:lnTo>
                    <a:pt x="650" y="804"/>
                  </a:lnTo>
                  <a:lnTo>
                    <a:pt x="650" y="804"/>
                  </a:lnTo>
                  <a:lnTo>
                    <a:pt x="650" y="804"/>
                  </a:lnTo>
                  <a:lnTo>
                    <a:pt x="651" y="802"/>
                  </a:lnTo>
                  <a:lnTo>
                    <a:pt x="651" y="804"/>
                  </a:lnTo>
                  <a:lnTo>
                    <a:pt x="651" y="804"/>
                  </a:lnTo>
                  <a:lnTo>
                    <a:pt x="653" y="777"/>
                  </a:lnTo>
                  <a:lnTo>
                    <a:pt x="653" y="777"/>
                  </a:lnTo>
                  <a:lnTo>
                    <a:pt x="653" y="777"/>
                  </a:lnTo>
                  <a:lnTo>
                    <a:pt x="654" y="767"/>
                  </a:lnTo>
                  <a:lnTo>
                    <a:pt x="654" y="799"/>
                  </a:lnTo>
                  <a:lnTo>
                    <a:pt x="654" y="799"/>
                  </a:lnTo>
                  <a:lnTo>
                    <a:pt x="654" y="799"/>
                  </a:lnTo>
                  <a:lnTo>
                    <a:pt x="655" y="804"/>
                  </a:lnTo>
                  <a:lnTo>
                    <a:pt x="656" y="794"/>
                  </a:lnTo>
                  <a:lnTo>
                    <a:pt x="656" y="794"/>
                  </a:lnTo>
                  <a:lnTo>
                    <a:pt x="656" y="794"/>
                  </a:lnTo>
                  <a:lnTo>
                    <a:pt x="656" y="797"/>
                  </a:lnTo>
                  <a:lnTo>
                    <a:pt x="657" y="736"/>
                  </a:lnTo>
                  <a:lnTo>
                    <a:pt x="657" y="736"/>
                  </a:lnTo>
                  <a:lnTo>
                    <a:pt x="658" y="753"/>
                  </a:lnTo>
                  <a:lnTo>
                    <a:pt x="659" y="700"/>
                  </a:lnTo>
                  <a:lnTo>
                    <a:pt x="659" y="732"/>
                  </a:lnTo>
                  <a:lnTo>
                    <a:pt x="659" y="733"/>
                  </a:lnTo>
                  <a:lnTo>
                    <a:pt x="660" y="804"/>
                  </a:lnTo>
                  <a:lnTo>
                    <a:pt x="660" y="777"/>
                  </a:lnTo>
                  <a:lnTo>
                    <a:pt x="660" y="777"/>
                  </a:lnTo>
                  <a:lnTo>
                    <a:pt x="661" y="804"/>
                  </a:lnTo>
                  <a:lnTo>
                    <a:pt x="662" y="804"/>
                  </a:lnTo>
                  <a:lnTo>
                    <a:pt x="662" y="804"/>
                  </a:lnTo>
                  <a:lnTo>
                    <a:pt x="663" y="802"/>
                  </a:lnTo>
                  <a:lnTo>
                    <a:pt x="663" y="802"/>
                  </a:lnTo>
                  <a:lnTo>
                    <a:pt x="663" y="802"/>
                  </a:lnTo>
                  <a:lnTo>
                    <a:pt x="665" y="757"/>
                  </a:lnTo>
                  <a:lnTo>
                    <a:pt x="665" y="770"/>
                  </a:lnTo>
                  <a:lnTo>
                    <a:pt x="665" y="770"/>
                  </a:lnTo>
                  <a:lnTo>
                    <a:pt x="665" y="802"/>
                  </a:lnTo>
                  <a:lnTo>
                    <a:pt x="666" y="792"/>
                  </a:lnTo>
                  <a:lnTo>
                    <a:pt x="666" y="792"/>
                  </a:lnTo>
                  <a:lnTo>
                    <a:pt x="667" y="797"/>
                  </a:lnTo>
                  <a:lnTo>
                    <a:pt x="668" y="723"/>
                  </a:lnTo>
                  <a:lnTo>
                    <a:pt x="668" y="746"/>
                  </a:lnTo>
                  <a:lnTo>
                    <a:pt x="668" y="746"/>
                  </a:lnTo>
                  <a:lnTo>
                    <a:pt x="669" y="804"/>
                  </a:lnTo>
                  <a:lnTo>
                    <a:pt x="669" y="802"/>
                  </a:lnTo>
                  <a:lnTo>
                    <a:pt x="669" y="802"/>
                  </a:lnTo>
                  <a:lnTo>
                    <a:pt x="670" y="804"/>
                  </a:lnTo>
                  <a:lnTo>
                    <a:pt x="671" y="740"/>
                  </a:lnTo>
                  <a:lnTo>
                    <a:pt x="671" y="743"/>
                  </a:lnTo>
                  <a:lnTo>
                    <a:pt x="671" y="743"/>
                  </a:lnTo>
                  <a:lnTo>
                    <a:pt x="672" y="804"/>
                  </a:lnTo>
                  <a:lnTo>
                    <a:pt x="672" y="802"/>
                  </a:lnTo>
                  <a:lnTo>
                    <a:pt x="672" y="802"/>
                  </a:lnTo>
                  <a:lnTo>
                    <a:pt x="673" y="804"/>
                  </a:lnTo>
                  <a:lnTo>
                    <a:pt x="674" y="799"/>
                  </a:lnTo>
                  <a:lnTo>
                    <a:pt x="674" y="799"/>
                  </a:lnTo>
                  <a:lnTo>
                    <a:pt x="674" y="799"/>
                  </a:lnTo>
                  <a:lnTo>
                    <a:pt x="675" y="804"/>
                  </a:lnTo>
                  <a:lnTo>
                    <a:pt x="675" y="733"/>
                  </a:lnTo>
                  <a:lnTo>
                    <a:pt x="675" y="733"/>
                  </a:lnTo>
                  <a:lnTo>
                    <a:pt x="675" y="733"/>
                  </a:lnTo>
                  <a:lnTo>
                    <a:pt x="676" y="716"/>
                  </a:lnTo>
                  <a:lnTo>
                    <a:pt x="677" y="799"/>
                  </a:lnTo>
                  <a:lnTo>
                    <a:pt x="677" y="799"/>
                  </a:lnTo>
                  <a:lnTo>
                    <a:pt x="677" y="799"/>
                  </a:lnTo>
                  <a:lnTo>
                    <a:pt x="677" y="804"/>
                  </a:lnTo>
                  <a:lnTo>
                    <a:pt x="678" y="799"/>
                  </a:lnTo>
                  <a:lnTo>
                    <a:pt x="678" y="799"/>
                  </a:lnTo>
                  <a:lnTo>
                    <a:pt x="679" y="802"/>
                  </a:lnTo>
                  <a:lnTo>
                    <a:pt x="680" y="794"/>
                  </a:lnTo>
                  <a:lnTo>
                    <a:pt x="680" y="794"/>
                  </a:lnTo>
                  <a:lnTo>
                    <a:pt x="680" y="794"/>
                  </a:lnTo>
                  <a:lnTo>
                    <a:pt x="681" y="676"/>
                  </a:lnTo>
                  <a:lnTo>
                    <a:pt x="681" y="763"/>
                  </a:lnTo>
                  <a:lnTo>
                    <a:pt x="681" y="764"/>
                  </a:lnTo>
                  <a:lnTo>
                    <a:pt x="682" y="762"/>
                  </a:lnTo>
                  <a:lnTo>
                    <a:pt x="683" y="802"/>
                  </a:lnTo>
                  <a:lnTo>
                    <a:pt x="683" y="802"/>
                  </a:lnTo>
                  <a:lnTo>
                    <a:pt x="683" y="802"/>
                  </a:lnTo>
                  <a:lnTo>
                    <a:pt x="683" y="804"/>
                  </a:lnTo>
                  <a:lnTo>
                    <a:pt x="684" y="802"/>
                  </a:lnTo>
                  <a:lnTo>
                    <a:pt x="684" y="802"/>
                  </a:lnTo>
                  <a:lnTo>
                    <a:pt x="685" y="804"/>
                  </a:lnTo>
                  <a:lnTo>
                    <a:pt x="686" y="767"/>
                  </a:lnTo>
                  <a:lnTo>
                    <a:pt x="686" y="767"/>
                  </a:lnTo>
                  <a:lnTo>
                    <a:pt x="686" y="767"/>
                  </a:lnTo>
                  <a:lnTo>
                    <a:pt x="686" y="743"/>
                  </a:lnTo>
                  <a:lnTo>
                    <a:pt x="687" y="792"/>
                  </a:lnTo>
                  <a:lnTo>
                    <a:pt x="687" y="787"/>
                  </a:lnTo>
                  <a:lnTo>
                    <a:pt x="687" y="787"/>
                  </a:lnTo>
                  <a:lnTo>
                    <a:pt x="688" y="794"/>
                  </a:lnTo>
                  <a:lnTo>
                    <a:pt x="689" y="755"/>
                  </a:lnTo>
                  <a:lnTo>
                    <a:pt x="689" y="767"/>
                  </a:lnTo>
                  <a:lnTo>
                    <a:pt x="689" y="767"/>
                  </a:lnTo>
                  <a:lnTo>
                    <a:pt x="689" y="779"/>
                  </a:lnTo>
                  <a:lnTo>
                    <a:pt x="690" y="688"/>
                  </a:lnTo>
                  <a:lnTo>
                    <a:pt x="690" y="718"/>
                  </a:lnTo>
                  <a:lnTo>
                    <a:pt x="690" y="718"/>
                  </a:lnTo>
                  <a:lnTo>
                    <a:pt x="692" y="789"/>
                  </a:lnTo>
                  <a:lnTo>
                    <a:pt x="692" y="789"/>
                  </a:lnTo>
                  <a:lnTo>
                    <a:pt x="692" y="789"/>
                  </a:lnTo>
                  <a:lnTo>
                    <a:pt x="692" y="782"/>
                  </a:lnTo>
                  <a:lnTo>
                    <a:pt x="693" y="804"/>
                  </a:lnTo>
                  <a:lnTo>
                    <a:pt x="693" y="804"/>
                  </a:lnTo>
                  <a:lnTo>
                    <a:pt x="693" y="804"/>
                  </a:lnTo>
                  <a:lnTo>
                    <a:pt x="695" y="804"/>
                  </a:lnTo>
                  <a:lnTo>
                    <a:pt x="695" y="804"/>
                  </a:lnTo>
                  <a:lnTo>
                    <a:pt x="696" y="765"/>
                  </a:lnTo>
                  <a:lnTo>
                    <a:pt x="696" y="767"/>
                  </a:lnTo>
                  <a:lnTo>
                    <a:pt x="696" y="767"/>
                  </a:lnTo>
                  <a:lnTo>
                    <a:pt x="697" y="784"/>
                  </a:lnTo>
                  <a:lnTo>
                    <a:pt x="698" y="750"/>
                  </a:lnTo>
                  <a:lnTo>
                    <a:pt x="698" y="755"/>
                  </a:lnTo>
                  <a:lnTo>
                    <a:pt x="698" y="755"/>
                  </a:lnTo>
                  <a:lnTo>
                    <a:pt x="699" y="804"/>
                  </a:lnTo>
                  <a:lnTo>
                    <a:pt x="699" y="792"/>
                  </a:lnTo>
                  <a:lnTo>
                    <a:pt x="699" y="792"/>
                  </a:lnTo>
                  <a:lnTo>
                    <a:pt x="701" y="733"/>
                  </a:lnTo>
                  <a:lnTo>
                    <a:pt x="701" y="731"/>
                  </a:lnTo>
                  <a:lnTo>
                    <a:pt x="702" y="713"/>
                  </a:lnTo>
                  <a:lnTo>
                    <a:pt x="702" y="794"/>
                  </a:lnTo>
                  <a:lnTo>
                    <a:pt x="702" y="794"/>
                  </a:lnTo>
                  <a:lnTo>
                    <a:pt x="702" y="794"/>
                  </a:lnTo>
                  <a:lnTo>
                    <a:pt x="703" y="787"/>
                  </a:lnTo>
                  <a:lnTo>
                    <a:pt x="704" y="804"/>
                  </a:lnTo>
                  <a:lnTo>
                    <a:pt x="704" y="804"/>
                  </a:lnTo>
                  <a:lnTo>
                    <a:pt x="704" y="804"/>
                  </a:lnTo>
                  <a:lnTo>
                    <a:pt x="706" y="804"/>
                  </a:lnTo>
                  <a:lnTo>
                    <a:pt x="706" y="804"/>
                  </a:lnTo>
                  <a:lnTo>
                    <a:pt x="707" y="765"/>
                  </a:lnTo>
                  <a:lnTo>
                    <a:pt x="707" y="765"/>
                  </a:lnTo>
                  <a:lnTo>
                    <a:pt x="707" y="765"/>
                  </a:lnTo>
                  <a:lnTo>
                    <a:pt x="708" y="748"/>
                  </a:lnTo>
                  <a:lnTo>
                    <a:pt x="708" y="777"/>
                  </a:lnTo>
                  <a:lnTo>
                    <a:pt x="709" y="770"/>
                  </a:lnTo>
                  <a:lnTo>
                    <a:pt x="709" y="770"/>
                  </a:lnTo>
                  <a:lnTo>
                    <a:pt x="709" y="765"/>
                  </a:lnTo>
                  <a:lnTo>
                    <a:pt x="709" y="787"/>
                  </a:lnTo>
                  <a:lnTo>
                    <a:pt x="710" y="767"/>
                  </a:lnTo>
                  <a:lnTo>
                    <a:pt x="710" y="767"/>
                  </a:lnTo>
                  <a:lnTo>
                    <a:pt x="711" y="792"/>
                  </a:lnTo>
                  <a:lnTo>
                    <a:pt x="712" y="779"/>
                  </a:lnTo>
                  <a:lnTo>
                    <a:pt x="712" y="779"/>
                  </a:lnTo>
                  <a:lnTo>
                    <a:pt x="712" y="784"/>
                  </a:lnTo>
                  <a:lnTo>
                    <a:pt x="713" y="698"/>
                  </a:lnTo>
                  <a:lnTo>
                    <a:pt x="713" y="731"/>
                  </a:lnTo>
                  <a:lnTo>
                    <a:pt x="713" y="732"/>
                  </a:lnTo>
                  <a:lnTo>
                    <a:pt x="714" y="799"/>
                  </a:lnTo>
                  <a:lnTo>
                    <a:pt x="715" y="777"/>
                  </a:lnTo>
                  <a:lnTo>
                    <a:pt x="715" y="777"/>
                  </a:lnTo>
                  <a:lnTo>
                    <a:pt x="715" y="804"/>
                  </a:lnTo>
                  <a:lnTo>
                    <a:pt x="716" y="804"/>
                  </a:lnTo>
                  <a:lnTo>
                    <a:pt x="716" y="804"/>
                  </a:lnTo>
                  <a:lnTo>
                    <a:pt x="717" y="794"/>
                  </a:lnTo>
                  <a:lnTo>
                    <a:pt x="718" y="794"/>
                  </a:lnTo>
                  <a:lnTo>
                    <a:pt x="718" y="794"/>
                  </a:lnTo>
                  <a:lnTo>
                    <a:pt x="718" y="799"/>
                  </a:lnTo>
                  <a:lnTo>
                    <a:pt x="718" y="784"/>
                  </a:lnTo>
                  <a:lnTo>
                    <a:pt x="719" y="794"/>
                  </a:lnTo>
                  <a:lnTo>
                    <a:pt x="719" y="794"/>
                  </a:lnTo>
                  <a:lnTo>
                    <a:pt x="720" y="802"/>
                  </a:lnTo>
                  <a:lnTo>
                    <a:pt x="721" y="714"/>
                  </a:lnTo>
                  <a:lnTo>
                    <a:pt x="721" y="713"/>
                  </a:lnTo>
                  <a:lnTo>
                    <a:pt x="721" y="688"/>
                  </a:lnTo>
                  <a:lnTo>
                    <a:pt x="722" y="776"/>
                  </a:lnTo>
                  <a:lnTo>
                    <a:pt x="722" y="772"/>
                  </a:lnTo>
                  <a:lnTo>
                    <a:pt x="722" y="772"/>
                  </a:lnTo>
                  <a:lnTo>
                    <a:pt x="722" y="782"/>
                  </a:lnTo>
                  <a:lnTo>
                    <a:pt x="724" y="721"/>
                  </a:lnTo>
                  <a:lnTo>
                    <a:pt x="724" y="721"/>
                  </a:lnTo>
                  <a:lnTo>
                    <a:pt x="724" y="721"/>
                  </a:lnTo>
                  <a:lnTo>
                    <a:pt x="724" y="718"/>
                  </a:lnTo>
                  <a:lnTo>
                    <a:pt x="725" y="794"/>
                  </a:lnTo>
                  <a:lnTo>
                    <a:pt x="725" y="792"/>
                  </a:lnTo>
                  <a:lnTo>
                    <a:pt x="725" y="792"/>
                  </a:lnTo>
                  <a:lnTo>
                    <a:pt x="726" y="804"/>
                  </a:lnTo>
                  <a:lnTo>
                    <a:pt x="727" y="802"/>
                  </a:lnTo>
                  <a:lnTo>
                    <a:pt x="727" y="802"/>
                  </a:lnTo>
                  <a:lnTo>
                    <a:pt x="727" y="804"/>
                  </a:lnTo>
                  <a:lnTo>
                    <a:pt x="728" y="794"/>
                  </a:lnTo>
                  <a:lnTo>
                    <a:pt x="728" y="794"/>
                  </a:lnTo>
                  <a:lnTo>
                    <a:pt x="728" y="794"/>
                  </a:lnTo>
                  <a:lnTo>
                    <a:pt x="729" y="804"/>
                  </a:lnTo>
                  <a:lnTo>
                    <a:pt x="730" y="792"/>
                  </a:lnTo>
                  <a:lnTo>
                    <a:pt x="730" y="792"/>
                  </a:lnTo>
                  <a:lnTo>
                    <a:pt x="730" y="792"/>
                  </a:lnTo>
                  <a:lnTo>
                    <a:pt x="730" y="789"/>
                  </a:lnTo>
                  <a:lnTo>
                    <a:pt x="731" y="804"/>
                  </a:lnTo>
                  <a:lnTo>
                    <a:pt x="731" y="804"/>
                  </a:lnTo>
                  <a:lnTo>
                    <a:pt x="731" y="804"/>
                  </a:lnTo>
                  <a:lnTo>
                    <a:pt x="733" y="740"/>
                  </a:lnTo>
                  <a:lnTo>
                    <a:pt x="733" y="740"/>
                  </a:lnTo>
                  <a:lnTo>
                    <a:pt x="733" y="740"/>
                  </a:lnTo>
                  <a:lnTo>
                    <a:pt x="733" y="753"/>
                  </a:lnTo>
                  <a:lnTo>
                    <a:pt x="734" y="662"/>
                  </a:lnTo>
                  <a:lnTo>
                    <a:pt x="734" y="665"/>
                  </a:lnTo>
                  <a:lnTo>
                    <a:pt x="734" y="666"/>
                  </a:lnTo>
                  <a:lnTo>
                    <a:pt x="734" y="653"/>
                  </a:lnTo>
                  <a:lnTo>
                    <a:pt x="736" y="797"/>
                  </a:lnTo>
                  <a:lnTo>
                    <a:pt x="736" y="797"/>
                  </a:lnTo>
                  <a:lnTo>
                    <a:pt x="736" y="797"/>
                  </a:lnTo>
                  <a:lnTo>
                    <a:pt x="736" y="804"/>
                  </a:lnTo>
                  <a:lnTo>
                    <a:pt x="737" y="804"/>
                  </a:lnTo>
                  <a:lnTo>
                    <a:pt x="737" y="804"/>
                  </a:lnTo>
                  <a:lnTo>
                    <a:pt x="739" y="794"/>
                  </a:lnTo>
                  <a:lnTo>
                    <a:pt x="739" y="794"/>
                  </a:lnTo>
                  <a:lnTo>
                    <a:pt x="739" y="794"/>
                  </a:lnTo>
                  <a:lnTo>
                    <a:pt x="739" y="789"/>
                  </a:lnTo>
                  <a:lnTo>
                    <a:pt x="739" y="797"/>
                  </a:lnTo>
                  <a:lnTo>
                    <a:pt x="740" y="789"/>
                  </a:lnTo>
                  <a:lnTo>
                    <a:pt x="740" y="789"/>
                  </a:lnTo>
                  <a:lnTo>
                    <a:pt x="740" y="794"/>
                  </a:lnTo>
                  <a:lnTo>
                    <a:pt x="741" y="750"/>
                  </a:lnTo>
                  <a:lnTo>
                    <a:pt x="742" y="762"/>
                  </a:lnTo>
                  <a:lnTo>
                    <a:pt x="742" y="762"/>
                  </a:lnTo>
                  <a:lnTo>
                    <a:pt x="742" y="782"/>
                  </a:lnTo>
                  <a:lnTo>
                    <a:pt x="743" y="750"/>
                  </a:lnTo>
                  <a:lnTo>
                    <a:pt x="743" y="767"/>
                  </a:lnTo>
                  <a:lnTo>
                    <a:pt x="743" y="767"/>
                  </a:lnTo>
                  <a:lnTo>
                    <a:pt x="743" y="789"/>
                  </a:lnTo>
                  <a:lnTo>
                    <a:pt x="745" y="723"/>
                  </a:lnTo>
                  <a:lnTo>
                    <a:pt x="745" y="723"/>
                  </a:lnTo>
                  <a:lnTo>
                    <a:pt x="745" y="723"/>
                  </a:lnTo>
                  <a:lnTo>
                    <a:pt x="745" y="671"/>
                  </a:lnTo>
                  <a:lnTo>
                    <a:pt x="746" y="762"/>
                  </a:lnTo>
                  <a:lnTo>
                    <a:pt x="746" y="762"/>
                  </a:lnTo>
                  <a:lnTo>
                    <a:pt x="746" y="762"/>
                  </a:lnTo>
                  <a:lnTo>
                    <a:pt x="746" y="797"/>
                  </a:lnTo>
                  <a:lnTo>
                    <a:pt x="748" y="797"/>
                  </a:lnTo>
                  <a:lnTo>
                    <a:pt x="748" y="797"/>
                  </a:lnTo>
                  <a:lnTo>
                    <a:pt x="748" y="804"/>
                  </a:lnTo>
                  <a:lnTo>
                    <a:pt x="749" y="802"/>
                  </a:lnTo>
                  <a:lnTo>
                    <a:pt x="749" y="802"/>
                  </a:lnTo>
                  <a:lnTo>
                    <a:pt x="749" y="804"/>
                  </a:lnTo>
                  <a:lnTo>
                    <a:pt x="751" y="782"/>
                  </a:lnTo>
                  <a:lnTo>
                    <a:pt x="751" y="782"/>
                  </a:lnTo>
                  <a:lnTo>
                    <a:pt x="751" y="782"/>
                  </a:lnTo>
                  <a:lnTo>
                    <a:pt x="752" y="755"/>
                  </a:lnTo>
                  <a:lnTo>
                    <a:pt x="752" y="787"/>
                  </a:lnTo>
                  <a:lnTo>
                    <a:pt x="752" y="787"/>
                  </a:lnTo>
                  <a:lnTo>
                    <a:pt x="752" y="787"/>
                  </a:lnTo>
                  <a:lnTo>
                    <a:pt x="753" y="770"/>
                  </a:lnTo>
                  <a:lnTo>
                    <a:pt x="754" y="797"/>
                  </a:lnTo>
                  <a:lnTo>
                    <a:pt x="754" y="797"/>
                  </a:lnTo>
                  <a:lnTo>
                    <a:pt x="754" y="804"/>
                  </a:lnTo>
                  <a:lnTo>
                    <a:pt x="755" y="755"/>
                  </a:lnTo>
                  <a:lnTo>
                    <a:pt x="755" y="774"/>
                  </a:lnTo>
                  <a:lnTo>
                    <a:pt x="755" y="774"/>
                  </a:lnTo>
                  <a:lnTo>
                    <a:pt x="756" y="804"/>
                  </a:lnTo>
                  <a:lnTo>
                    <a:pt x="757" y="789"/>
                  </a:lnTo>
                  <a:lnTo>
                    <a:pt x="757" y="789"/>
                  </a:lnTo>
                  <a:lnTo>
                    <a:pt x="758" y="804"/>
                  </a:lnTo>
                  <a:lnTo>
                    <a:pt x="758" y="804"/>
                  </a:lnTo>
                  <a:lnTo>
                    <a:pt x="758" y="804"/>
                  </a:lnTo>
                  <a:lnTo>
                    <a:pt x="760" y="804"/>
                  </a:lnTo>
                  <a:lnTo>
                    <a:pt x="760" y="804"/>
                  </a:lnTo>
                  <a:lnTo>
                    <a:pt x="760" y="799"/>
                  </a:lnTo>
                  <a:lnTo>
                    <a:pt x="761" y="799"/>
                  </a:lnTo>
                  <a:lnTo>
                    <a:pt x="761" y="799"/>
                  </a:lnTo>
                  <a:lnTo>
                    <a:pt x="762" y="789"/>
                  </a:lnTo>
                  <a:lnTo>
                    <a:pt x="763" y="794"/>
                  </a:lnTo>
                  <a:lnTo>
                    <a:pt x="763" y="794"/>
                  </a:lnTo>
                  <a:lnTo>
                    <a:pt x="763" y="792"/>
                  </a:lnTo>
                  <a:lnTo>
                    <a:pt x="763" y="797"/>
                  </a:lnTo>
                  <a:lnTo>
                    <a:pt x="764" y="797"/>
                  </a:lnTo>
                  <a:lnTo>
                    <a:pt x="764" y="797"/>
                  </a:lnTo>
                  <a:lnTo>
                    <a:pt x="765" y="804"/>
                  </a:lnTo>
                  <a:lnTo>
                    <a:pt x="766" y="804"/>
                  </a:lnTo>
                  <a:lnTo>
                    <a:pt x="766" y="804"/>
                  </a:lnTo>
                  <a:lnTo>
                    <a:pt x="767" y="804"/>
                  </a:lnTo>
                  <a:lnTo>
                    <a:pt x="767" y="804"/>
                  </a:lnTo>
                  <a:lnTo>
                    <a:pt x="768" y="774"/>
                  </a:lnTo>
                  <a:lnTo>
                    <a:pt x="769" y="799"/>
                  </a:lnTo>
                  <a:lnTo>
                    <a:pt x="769" y="799"/>
                  </a:lnTo>
                  <a:lnTo>
                    <a:pt x="769" y="804"/>
                  </a:lnTo>
                  <a:lnTo>
                    <a:pt x="770" y="804"/>
                  </a:lnTo>
                  <a:lnTo>
                    <a:pt x="770" y="804"/>
                  </a:lnTo>
                  <a:lnTo>
                    <a:pt x="771" y="802"/>
                  </a:lnTo>
                  <a:lnTo>
                    <a:pt x="772" y="804"/>
                  </a:lnTo>
                  <a:lnTo>
                    <a:pt x="772" y="804"/>
                  </a:lnTo>
                  <a:lnTo>
                    <a:pt x="772" y="797"/>
                  </a:lnTo>
                  <a:lnTo>
                    <a:pt x="773" y="804"/>
                  </a:lnTo>
                  <a:lnTo>
                    <a:pt x="773" y="804"/>
                  </a:lnTo>
                  <a:lnTo>
                    <a:pt x="774" y="794"/>
                  </a:lnTo>
                  <a:lnTo>
                    <a:pt x="775" y="799"/>
                  </a:lnTo>
                  <a:lnTo>
                    <a:pt x="775" y="799"/>
                  </a:lnTo>
                  <a:lnTo>
                    <a:pt x="776" y="777"/>
                  </a:lnTo>
                  <a:lnTo>
                    <a:pt x="776" y="794"/>
                  </a:lnTo>
                  <a:lnTo>
                    <a:pt x="776" y="794"/>
                  </a:lnTo>
                  <a:lnTo>
                    <a:pt x="776" y="796"/>
                  </a:lnTo>
                  <a:lnTo>
                    <a:pt x="777" y="787"/>
                  </a:lnTo>
                  <a:lnTo>
                    <a:pt x="778" y="787"/>
                  </a:lnTo>
                  <a:lnTo>
                    <a:pt x="778" y="787"/>
                  </a:lnTo>
                  <a:lnTo>
                    <a:pt x="779" y="802"/>
                  </a:lnTo>
                  <a:lnTo>
                    <a:pt x="779" y="802"/>
                  </a:lnTo>
                  <a:lnTo>
                    <a:pt x="779" y="802"/>
                  </a:lnTo>
                  <a:lnTo>
                    <a:pt x="779" y="804"/>
                  </a:lnTo>
                  <a:lnTo>
                    <a:pt x="781" y="804"/>
                  </a:lnTo>
                  <a:lnTo>
                    <a:pt x="781" y="804"/>
                  </a:lnTo>
                  <a:lnTo>
                    <a:pt x="782" y="797"/>
                  </a:lnTo>
                  <a:lnTo>
                    <a:pt x="782" y="797"/>
                  </a:lnTo>
                  <a:lnTo>
                    <a:pt x="782" y="797"/>
                  </a:lnTo>
                  <a:lnTo>
                    <a:pt x="782" y="804"/>
                  </a:lnTo>
                  <a:lnTo>
                    <a:pt x="784" y="804"/>
                  </a:lnTo>
                  <a:lnTo>
                    <a:pt x="784" y="804"/>
                  </a:lnTo>
                  <a:lnTo>
                    <a:pt x="785" y="804"/>
                  </a:lnTo>
                  <a:lnTo>
                    <a:pt x="785" y="804"/>
                  </a:lnTo>
                  <a:lnTo>
                    <a:pt x="787" y="777"/>
                  </a:lnTo>
                  <a:lnTo>
                    <a:pt x="787" y="779"/>
                  </a:lnTo>
                  <a:lnTo>
                    <a:pt x="787" y="779"/>
                  </a:lnTo>
                  <a:lnTo>
                    <a:pt x="787" y="772"/>
                  </a:lnTo>
                  <a:lnTo>
                    <a:pt x="788" y="804"/>
                  </a:lnTo>
                  <a:lnTo>
                    <a:pt x="788" y="777"/>
                  </a:lnTo>
                  <a:lnTo>
                    <a:pt x="788" y="777"/>
                  </a:lnTo>
                  <a:lnTo>
                    <a:pt x="789" y="770"/>
                  </a:lnTo>
                  <a:lnTo>
                    <a:pt x="790" y="802"/>
                  </a:lnTo>
                  <a:lnTo>
                    <a:pt x="790" y="802"/>
                  </a:lnTo>
                  <a:lnTo>
                    <a:pt x="790" y="802"/>
                  </a:lnTo>
                  <a:lnTo>
                    <a:pt x="790" y="804"/>
                  </a:lnTo>
                  <a:lnTo>
                    <a:pt x="791" y="804"/>
                  </a:lnTo>
                  <a:lnTo>
                    <a:pt x="791" y="804"/>
                  </a:lnTo>
                  <a:lnTo>
                    <a:pt x="793" y="794"/>
                  </a:lnTo>
                  <a:lnTo>
                    <a:pt x="793" y="794"/>
                  </a:lnTo>
                  <a:lnTo>
                    <a:pt x="793" y="794"/>
                  </a:lnTo>
                  <a:lnTo>
                    <a:pt x="794" y="804"/>
                  </a:lnTo>
                  <a:lnTo>
                    <a:pt x="794" y="804"/>
                  </a:lnTo>
                  <a:lnTo>
                    <a:pt x="794" y="804"/>
                  </a:lnTo>
                  <a:lnTo>
                    <a:pt x="796" y="804"/>
                  </a:lnTo>
                  <a:lnTo>
                    <a:pt x="796" y="804"/>
                  </a:lnTo>
                  <a:lnTo>
                    <a:pt x="797" y="797"/>
                  </a:lnTo>
                  <a:lnTo>
                    <a:pt x="797" y="797"/>
                  </a:lnTo>
                  <a:lnTo>
                    <a:pt x="797" y="797"/>
                  </a:lnTo>
                  <a:lnTo>
                    <a:pt x="797" y="799"/>
                  </a:lnTo>
                  <a:lnTo>
                    <a:pt x="799" y="794"/>
                  </a:lnTo>
                  <a:lnTo>
                    <a:pt x="799" y="794"/>
                  </a:lnTo>
                  <a:lnTo>
                    <a:pt x="799" y="794"/>
                  </a:lnTo>
                  <a:lnTo>
                    <a:pt x="799" y="760"/>
                  </a:lnTo>
                  <a:lnTo>
                    <a:pt x="800" y="804"/>
                  </a:lnTo>
                  <a:lnTo>
                    <a:pt x="800" y="804"/>
                  </a:lnTo>
                  <a:lnTo>
                    <a:pt x="802" y="804"/>
                  </a:lnTo>
                  <a:lnTo>
                    <a:pt x="802" y="804"/>
                  </a:lnTo>
                  <a:lnTo>
                    <a:pt x="803" y="794"/>
                  </a:lnTo>
                  <a:lnTo>
                    <a:pt x="803" y="794"/>
                  </a:lnTo>
                  <a:lnTo>
                    <a:pt x="803" y="794"/>
                  </a:lnTo>
                  <a:lnTo>
                    <a:pt x="804" y="804"/>
                  </a:lnTo>
                  <a:lnTo>
                    <a:pt x="805" y="804"/>
                  </a:lnTo>
                  <a:lnTo>
                    <a:pt x="805" y="804"/>
                  </a:lnTo>
                  <a:lnTo>
                    <a:pt x="806" y="804"/>
                  </a:lnTo>
                  <a:lnTo>
                    <a:pt x="806" y="804"/>
                  </a:lnTo>
                  <a:lnTo>
                    <a:pt x="807" y="797"/>
                  </a:lnTo>
                  <a:lnTo>
                    <a:pt x="808" y="797"/>
                  </a:lnTo>
                  <a:lnTo>
                    <a:pt x="808" y="797"/>
                  </a:lnTo>
                  <a:lnTo>
                    <a:pt x="808" y="787"/>
                  </a:lnTo>
                  <a:lnTo>
                    <a:pt x="809" y="799"/>
                  </a:lnTo>
                  <a:lnTo>
                    <a:pt x="809" y="799"/>
                  </a:lnTo>
                  <a:lnTo>
                    <a:pt x="809" y="799"/>
                  </a:lnTo>
                  <a:lnTo>
                    <a:pt x="809" y="794"/>
                  </a:lnTo>
                  <a:lnTo>
                    <a:pt x="811" y="804"/>
                  </a:lnTo>
                  <a:lnTo>
                    <a:pt x="811" y="804"/>
                  </a:lnTo>
                  <a:lnTo>
                    <a:pt x="811" y="804"/>
                  </a:lnTo>
                  <a:lnTo>
                    <a:pt x="811" y="777"/>
                  </a:lnTo>
                  <a:lnTo>
                    <a:pt x="812" y="804"/>
                  </a:lnTo>
                  <a:lnTo>
                    <a:pt x="812" y="804"/>
                  </a:lnTo>
                  <a:lnTo>
                    <a:pt x="814" y="804"/>
                  </a:lnTo>
                  <a:lnTo>
                    <a:pt x="814" y="804"/>
                  </a:lnTo>
                  <a:lnTo>
                    <a:pt x="814" y="794"/>
                  </a:lnTo>
                  <a:lnTo>
                    <a:pt x="815" y="804"/>
                  </a:lnTo>
                  <a:lnTo>
                    <a:pt x="815" y="804"/>
                  </a:lnTo>
                  <a:lnTo>
                    <a:pt x="817" y="804"/>
                  </a:lnTo>
                  <a:lnTo>
                    <a:pt x="817" y="804"/>
                  </a:lnTo>
                  <a:lnTo>
                    <a:pt x="818" y="794"/>
                  </a:lnTo>
                  <a:lnTo>
                    <a:pt x="818" y="794"/>
                  </a:lnTo>
                  <a:lnTo>
                    <a:pt x="818" y="794"/>
                  </a:lnTo>
                  <a:lnTo>
                    <a:pt x="820" y="770"/>
                  </a:lnTo>
                  <a:lnTo>
                    <a:pt x="820" y="770"/>
                  </a:lnTo>
                  <a:lnTo>
                    <a:pt x="820" y="770"/>
                  </a:lnTo>
                  <a:lnTo>
                    <a:pt x="820" y="765"/>
                  </a:lnTo>
                  <a:lnTo>
                    <a:pt x="821" y="804"/>
                  </a:lnTo>
                  <a:lnTo>
                    <a:pt x="821" y="804"/>
                  </a:lnTo>
                  <a:lnTo>
                    <a:pt x="821" y="804"/>
                  </a:lnTo>
                  <a:lnTo>
                    <a:pt x="823" y="794"/>
                  </a:lnTo>
                  <a:lnTo>
                    <a:pt x="823" y="794"/>
                  </a:lnTo>
                  <a:lnTo>
                    <a:pt x="823" y="794"/>
                  </a:lnTo>
                  <a:lnTo>
                    <a:pt x="824" y="804"/>
                  </a:lnTo>
                  <a:lnTo>
                    <a:pt x="824" y="804"/>
                  </a:lnTo>
                  <a:lnTo>
                    <a:pt x="824" y="804"/>
                  </a:lnTo>
                  <a:lnTo>
                    <a:pt x="826" y="804"/>
                  </a:lnTo>
                  <a:lnTo>
                    <a:pt x="826" y="804"/>
                  </a:lnTo>
                  <a:lnTo>
                    <a:pt x="827" y="797"/>
                  </a:lnTo>
                  <a:lnTo>
                    <a:pt x="827" y="797"/>
                  </a:lnTo>
                  <a:lnTo>
                    <a:pt x="827" y="797"/>
                  </a:lnTo>
                  <a:lnTo>
                    <a:pt x="828" y="802"/>
                  </a:lnTo>
                  <a:lnTo>
                    <a:pt x="829" y="772"/>
                  </a:lnTo>
                  <a:lnTo>
                    <a:pt x="829" y="772"/>
                  </a:lnTo>
                  <a:lnTo>
                    <a:pt x="829" y="772"/>
                  </a:lnTo>
                  <a:lnTo>
                    <a:pt x="830" y="804"/>
                  </a:lnTo>
                  <a:lnTo>
                    <a:pt x="830" y="804"/>
                  </a:lnTo>
                  <a:lnTo>
                    <a:pt x="830" y="804"/>
                  </a:lnTo>
                  <a:lnTo>
                    <a:pt x="832" y="804"/>
                  </a:lnTo>
                  <a:lnTo>
                    <a:pt x="832" y="804"/>
                  </a:lnTo>
                  <a:lnTo>
                    <a:pt x="833" y="804"/>
                  </a:lnTo>
                  <a:lnTo>
                    <a:pt x="833" y="804"/>
                  </a:lnTo>
                  <a:lnTo>
                    <a:pt x="834" y="797"/>
                  </a:lnTo>
                  <a:lnTo>
                    <a:pt x="835" y="804"/>
                  </a:lnTo>
                  <a:lnTo>
                    <a:pt x="835" y="804"/>
                  </a:lnTo>
                  <a:lnTo>
                    <a:pt x="836" y="804"/>
                  </a:lnTo>
                  <a:lnTo>
                    <a:pt x="836" y="804"/>
                  </a:lnTo>
                  <a:lnTo>
                    <a:pt x="838" y="777"/>
                  </a:lnTo>
                  <a:lnTo>
                    <a:pt x="838" y="779"/>
                  </a:lnTo>
                  <a:lnTo>
                    <a:pt x="838" y="779"/>
                  </a:lnTo>
                  <a:lnTo>
                    <a:pt x="839" y="804"/>
                  </a:lnTo>
                  <a:lnTo>
                    <a:pt x="839" y="804"/>
                  </a:lnTo>
                  <a:lnTo>
                    <a:pt x="839" y="804"/>
                  </a:lnTo>
                  <a:lnTo>
                    <a:pt x="840" y="772"/>
                  </a:lnTo>
                  <a:lnTo>
                    <a:pt x="841" y="799"/>
                  </a:lnTo>
                  <a:lnTo>
                    <a:pt x="841" y="799"/>
                  </a:lnTo>
                  <a:lnTo>
                    <a:pt x="841" y="804"/>
                  </a:lnTo>
                  <a:lnTo>
                    <a:pt x="842" y="777"/>
                  </a:lnTo>
                  <a:lnTo>
                    <a:pt x="842" y="777"/>
                  </a:lnTo>
                  <a:lnTo>
                    <a:pt x="842" y="777"/>
                  </a:lnTo>
                  <a:lnTo>
                    <a:pt x="843" y="770"/>
                  </a:lnTo>
                  <a:lnTo>
                    <a:pt x="844" y="803"/>
                  </a:lnTo>
                  <a:lnTo>
                    <a:pt x="844" y="804"/>
                  </a:lnTo>
                  <a:lnTo>
                    <a:pt x="845" y="804"/>
                  </a:lnTo>
                  <a:lnTo>
                    <a:pt x="845" y="804"/>
                  </a:lnTo>
                  <a:lnTo>
                    <a:pt x="846" y="797"/>
                  </a:lnTo>
                  <a:lnTo>
                    <a:pt x="847" y="797"/>
                  </a:lnTo>
                  <a:lnTo>
                    <a:pt x="847" y="797"/>
                  </a:lnTo>
                  <a:lnTo>
                    <a:pt x="847" y="804"/>
                  </a:lnTo>
                  <a:lnTo>
                    <a:pt x="848" y="804"/>
                  </a:lnTo>
                  <a:lnTo>
                    <a:pt x="848" y="804"/>
                  </a:lnTo>
                  <a:lnTo>
                    <a:pt x="850" y="804"/>
                  </a:lnTo>
                  <a:lnTo>
                    <a:pt x="850" y="804"/>
                  </a:lnTo>
                  <a:lnTo>
                    <a:pt x="851" y="748"/>
                  </a:lnTo>
                  <a:lnTo>
                    <a:pt x="851" y="748"/>
                  </a:lnTo>
                  <a:lnTo>
                    <a:pt x="851" y="748"/>
                  </a:lnTo>
                  <a:lnTo>
                    <a:pt x="852" y="745"/>
                  </a:lnTo>
                  <a:lnTo>
                    <a:pt x="853" y="799"/>
                  </a:lnTo>
                  <a:lnTo>
                    <a:pt x="853" y="765"/>
                  </a:lnTo>
                  <a:lnTo>
                    <a:pt x="853" y="763"/>
                  </a:lnTo>
                  <a:lnTo>
                    <a:pt x="854" y="639"/>
                  </a:lnTo>
                  <a:lnTo>
                    <a:pt x="854" y="759"/>
                  </a:lnTo>
                  <a:lnTo>
                    <a:pt x="854" y="760"/>
                  </a:lnTo>
                  <a:lnTo>
                    <a:pt x="855" y="804"/>
                  </a:lnTo>
                  <a:lnTo>
                    <a:pt x="856" y="802"/>
                  </a:lnTo>
                  <a:lnTo>
                    <a:pt x="856" y="802"/>
                  </a:lnTo>
                  <a:lnTo>
                    <a:pt x="857" y="753"/>
                  </a:lnTo>
                  <a:lnTo>
                    <a:pt x="857" y="753"/>
                  </a:lnTo>
                  <a:lnTo>
                    <a:pt x="857" y="753"/>
                  </a:lnTo>
                  <a:lnTo>
                    <a:pt x="858" y="728"/>
                  </a:lnTo>
                  <a:lnTo>
                    <a:pt x="859" y="794"/>
                  </a:lnTo>
                  <a:lnTo>
                    <a:pt x="859" y="789"/>
                  </a:lnTo>
                  <a:lnTo>
                    <a:pt x="859" y="789"/>
                  </a:lnTo>
                  <a:lnTo>
                    <a:pt x="859" y="762"/>
                  </a:lnTo>
                  <a:lnTo>
                    <a:pt x="860" y="794"/>
                  </a:lnTo>
                  <a:lnTo>
                    <a:pt x="860" y="777"/>
                  </a:lnTo>
                  <a:lnTo>
                    <a:pt x="860" y="777"/>
                  </a:lnTo>
                  <a:lnTo>
                    <a:pt x="861" y="762"/>
                  </a:lnTo>
                  <a:lnTo>
                    <a:pt x="862" y="797"/>
                  </a:lnTo>
                  <a:lnTo>
                    <a:pt x="862" y="792"/>
                  </a:lnTo>
                  <a:lnTo>
                    <a:pt x="862" y="792"/>
                  </a:lnTo>
                  <a:lnTo>
                    <a:pt x="862" y="794"/>
                  </a:lnTo>
                  <a:lnTo>
                    <a:pt x="863" y="774"/>
                  </a:lnTo>
                  <a:lnTo>
                    <a:pt x="863" y="787"/>
                  </a:lnTo>
                  <a:lnTo>
                    <a:pt x="863" y="787"/>
                  </a:lnTo>
                  <a:lnTo>
                    <a:pt x="864" y="696"/>
                  </a:lnTo>
                  <a:lnTo>
                    <a:pt x="865" y="770"/>
                  </a:lnTo>
                  <a:lnTo>
                    <a:pt x="865" y="770"/>
                  </a:lnTo>
                  <a:lnTo>
                    <a:pt x="865" y="804"/>
                  </a:lnTo>
                  <a:lnTo>
                    <a:pt x="866" y="804"/>
                  </a:lnTo>
                  <a:lnTo>
                    <a:pt x="866" y="804"/>
                  </a:lnTo>
                  <a:lnTo>
                    <a:pt x="868" y="774"/>
                  </a:lnTo>
                  <a:lnTo>
                    <a:pt x="868" y="774"/>
                  </a:lnTo>
                  <a:lnTo>
                    <a:pt x="868" y="743"/>
                  </a:lnTo>
                  <a:lnTo>
                    <a:pt x="869" y="794"/>
                  </a:lnTo>
                  <a:lnTo>
                    <a:pt x="869" y="794"/>
                  </a:lnTo>
                  <a:lnTo>
                    <a:pt x="869" y="794"/>
                  </a:lnTo>
                  <a:lnTo>
                    <a:pt x="871" y="804"/>
                  </a:lnTo>
                  <a:lnTo>
                    <a:pt x="871" y="804"/>
                  </a:lnTo>
                  <a:lnTo>
                    <a:pt x="871" y="804"/>
                  </a:lnTo>
                  <a:lnTo>
                    <a:pt x="872" y="782"/>
                  </a:lnTo>
                  <a:lnTo>
                    <a:pt x="872" y="782"/>
                  </a:lnTo>
                  <a:lnTo>
                    <a:pt x="872" y="782"/>
                  </a:lnTo>
                  <a:lnTo>
                    <a:pt x="873" y="716"/>
                  </a:lnTo>
                  <a:lnTo>
                    <a:pt x="874" y="767"/>
                  </a:lnTo>
                  <a:lnTo>
                    <a:pt x="874" y="767"/>
                  </a:lnTo>
                  <a:lnTo>
                    <a:pt x="874" y="757"/>
                  </a:lnTo>
                  <a:lnTo>
                    <a:pt x="875" y="794"/>
                  </a:lnTo>
                  <a:lnTo>
                    <a:pt x="875" y="794"/>
                  </a:lnTo>
                  <a:lnTo>
                    <a:pt x="875" y="794"/>
                  </a:lnTo>
                  <a:lnTo>
                    <a:pt x="876" y="789"/>
                  </a:lnTo>
                  <a:lnTo>
                    <a:pt x="877" y="804"/>
                  </a:lnTo>
                  <a:lnTo>
                    <a:pt x="877" y="804"/>
                  </a:lnTo>
                  <a:lnTo>
                    <a:pt x="877" y="804"/>
                  </a:lnTo>
                  <a:lnTo>
                    <a:pt x="877" y="802"/>
                  </a:lnTo>
                  <a:lnTo>
                    <a:pt x="878" y="802"/>
                  </a:lnTo>
                  <a:lnTo>
                    <a:pt x="878" y="802"/>
                  </a:lnTo>
                  <a:lnTo>
                    <a:pt x="879" y="767"/>
                  </a:lnTo>
                  <a:lnTo>
                    <a:pt x="880" y="794"/>
                  </a:lnTo>
                  <a:lnTo>
                    <a:pt x="880" y="794"/>
                  </a:lnTo>
                  <a:lnTo>
                    <a:pt x="880" y="797"/>
                  </a:lnTo>
                  <a:lnTo>
                    <a:pt x="881" y="787"/>
                  </a:lnTo>
                  <a:lnTo>
                    <a:pt x="881" y="792"/>
                  </a:lnTo>
                  <a:lnTo>
                    <a:pt x="881" y="792"/>
                  </a:lnTo>
                  <a:lnTo>
                    <a:pt x="882" y="794"/>
                  </a:lnTo>
                  <a:lnTo>
                    <a:pt x="883" y="760"/>
                  </a:lnTo>
                  <a:lnTo>
                    <a:pt x="883" y="765"/>
                  </a:lnTo>
                  <a:lnTo>
                    <a:pt x="883" y="764"/>
                  </a:lnTo>
                  <a:lnTo>
                    <a:pt x="884" y="779"/>
                  </a:lnTo>
                  <a:lnTo>
                    <a:pt x="884" y="748"/>
                  </a:lnTo>
                  <a:lnTo>
                    <a:pt x="884" y="748"/>
                  </a:lnTo>
                  <a:lnTo>
                    <a:pt x="884" y="749"/>
                  </a:lnTo>
                  <a:lnTo>
                    <a:pt x="885" y="713"/>
                  </a:lnTo>
                  <a:lnTo>
                    <a:pt x="886" y="762"/>
                  </a:lnTo>
                  <a:lnTo>
                    <a:pt x="886" y="762"/>
                  </a:lnTo>
                  <a:lnTo>
                    <a:pt x="886" y="762"/>
                  </a:lnTo>
                  <a:lnTo>
                    <a:pt x="886" y="804"/>
                  </a:lnTo>
                  <a:lnTo>
                    <a:pt x="887" y="804"/>
                  </a:lnTo>
                  <a:lnTo>
                    <a:pt x="887" y="804"/>
                  </a:lnTo>
                  <a:lnTo>
                    <a:pt x="888" y="802"/>
                  </a:lnTo>
                  <a:lnTo>
                    <a:pt x="889" y="802"/>
                  </a:lnTo>
                  <a:lnTo>
                    <a:pt x="889" y="802"/>
                  </a:lnTo>
                  <a:lnTo>
                    <a:pt x="890" y="762"/>
                  </a:lnTo>
                  <a:lnTo>
                    <a:pt x="890" y="774"/>
                  </a:lnTo>
                  <a:lnTo>
                    <a:pt x="890" y="774"/>
                  </a:lnTo>
                  <a:lnTo>
                    <a:pt x="891" y="784"/>
                  </a:lnTo>
                  <a:lnTo>
                    <a:pt x="891" y="753"/>
                  </a:lnTo>
                  <a:lnTo>
                    <a:pt x="892" y="773"/>
                  </a:lnTo>
                  <a:lnTo>
                    <a:pt x="892" y="773"/>
                  </a:lnTo>
                  <a:lnTo>
                    <a:pt x="892" y="772"/>
                  </a:lnTo>
                  <a:lnTo>
                    <a:pt x="893" y="792"/>
                  </a:lnTo>
                  <a:lnTo>
                    <a:pt x="893" y="784"/>
                  </a:lnTo>
                  <a:lnTo>
                    <a:pt x="893" y="784"/>
                  </a:lnTo>
                  <a:lnTo>
                    <a:pt x="894" y="792"/>
                  </a:lnTo>
                  <a:lnTo>
                    <a:pt x="895" y="706"/>
                  </a:lnTo>
                  <a:lnTo>
                    <a:pt x="895" y="711"/>
                  </a:lnTo>
                  <a:lnTo>
                    <a:pt x="895" y="711"/>
                  </a:lnTo>
                  <a:lnTo>
                    <a:pt x="895" y="708"/>
                  </a:lnTo>
                  <a:lnTo>
                    <a:pt x="895" y="753"/>
                  </a:lnTo>
                  <a:lnTo>
                    <a:pt x="896" y="742"/>
                  </a:lnTo>
                  <a:lnTo>
                    <a:pt x="896" y="741"/>
                  </a:lnTo>
                  <a:lnTo>
                    <a:pt x="896" y="740"/>
                  </a:lnTo>
                  <a:lnTo>
                    <a:pt x="897" y="802"/>
                  </a:lnTo>
                  <a:lnTo>
                    <a:pt x="898" y="802"/>
                  </a:lnTo>
                  <a:lnTo>
                    <a:pt x="898" y="802"/>
                  </a:lnTo>
                  <a:lnTo>
                    <a:pt x="898" y="804"/>
                  </a:lnTo>
                  <a:lnTo>
                    <a:pt x="899" y="797"/>
                  </a:lnTo>
                  <a:lnTo>
                    <a:pt x="899" y="797"/>
                  </a:lnTo>
                  <a:lnTo>
                    <a:pt x="899" y="797"/>
                  </a:lnTo>
                  <a:lnTo>
                    <a:pt x="901" y="745"/>
                  </a:lnTo>
                  <a:lnTo>
                    <a:pt x="901" y="745"/>
                  </a:lnTo>
                  <a:lnTo>
                    <a:pt x="901" y="745"/>
                  </a:lnTo>
                  <a:lnTo>
                    <a:pt x="901" y="743"/>
                  </a:lnTo>
                  <a:lnTo>
                    <a:pt x="902" y="799"/>
                  </a:lnTo>
                  <a:lnTo>
                    <a:pt x="902" y="792"/>
                  </a:lnTo>
                  <a:lnTo>
                    <a:pt x="902" y="792"/>
                  </a:lnTo>
                  <a:lnTo>
                    <a:pt x="903" y="802"/>
                  </a:lnTo>
                  <a:lnTo>
                    <a:pt x="904" y="794"/>
                  </a:lnTo>
                  <a:lnTo>
                    <a:pt x="904" y="794"/>
                  </a:lnTo>
                  <a:lnTo>
                    <a:pt x="904" y="797"/>
                  </a:lnTo>
                  <a:lnTo>
                    <a:pt x="904" y="765"/>
                  </a:lnTo>
                  <a:lnTo>
                    <a:pt x="905" y="792"/>
                  </a:lnTo>
                  <a:lnTo>
                    <a:pt x="905" y="792"/>
                  </a:lnTo>
                  <a:lnTo>
                    <a:pt x="906" y="797"/>
                  </a:lnTo>
                  <a:lnTo>
                    <a:pt x="906" y="718"/>
                  </a:lnTo>
                  <a:lnTo>
                    <a:pt x="907" y="762"/>
                  </a:lnTo>
                  <a:lnTo>
                    <a:pt x="907" y="762"/>
                  </a:lnTo>
                  <a:lnTo>
                    <a:pt x="908" y="804"/>
                  </a:lnTo>
                  <a:lnTo>
                    <a:pt x="908" y="804"/>
                  </a:lnTo>
                  <a:lnTo>
                    <a:pt x="908" y="804"/>
                  </a:lnTo>
                  <a:lnTo>
                    <a:pt x="909" y="799"/>
                  </a:lnTo>
                  <a:lnTo>
                    <a:pt x="910" y="802"/>
                  </a:lnTo>
                  <a:lnTo>
                    <a:pt x="910" y="802"/>
                  </a:lnTo>
                  <a:lnTo>
                    <a:pt x="911" y="755"/>
                  </a:lnTo>
                  <a:lnTo>
                    <a:pt x="911" y="755"/>
                  </a:lnTo>
                  <a:lnTo>
                    <a:pt x="911" y="755"/>
                  </a:lnTo>
                  <a:lnTo>
                    <a:pt x="912" y="728"/>
                  </a:lnTo>
                  <a:lnTo>
                    <a:pt x="913" y="784"/>
                  </a:lnTo>
                  <a:lnTo>
                    <a:pt x="913" y="783"/>
                  </a:lnTo>
                  <a:lnTo>
                    <a:pt x="913" y="782"/>
                  </a:lnTo>
                  <a:lnTo>
                    <a:pt x="913" y="782"/>
                  </a:lnTo>
                  <a:lnTo>
                    <a:pt x="914" y="797"/>
                  </a:lnTo>
                  <a:lnTo>
                    <a:pt x="914" y="789"/>
                  </a:lnTo>
                  <a:lnTo>
                    <a:pt x="914" y="789"/>
                  </a:lnTo>
                  <a:lnTo>
                    <a:pt x="915" y="791"/>
                  </a:lnTo>
                  <a:lnTo>
                    <a:pt x="916" y="737"/>
                  </a:lnTo>
                  <a:lnTo>
                    <a:pt x="916" y="765"/>
                  </a:lnTo>
                  <a:lnTo>
                    <a:pt x="916" y="765"/>
                  </a:lnTo>
                  <a:lnTo>
                    <a:pt x="917" y="700"/>
                  </a:lnTo>
                  <a:lnTo>
                    <a:pt x="917" y="708"/>
                  </a:lnTo>
                  <a:lnTo>
                    <a:pt x="917" y="708"/>
                  </a:lnTo>
                  <a:lnTo>
                    <a:pt x="919" y="797"/>
                  </a:lnTo>
                  <a:lnTo>
                    <a:pt x="919" y="797"/>
                  </a:lnTo>
                  <a:lnTo>
                    <a:pt x="919" y="797"/>
                  </a:lnTo>
                  <a:lnTo>
                    <a:pt x="919" y="804"/>
                  </a:lnTo>
                  <a:lnTo>
                    <a:pt x="920" y="804"/>
                  </a:lnTo>
                  <a:lnTo>
                    <a:pt x="920" y="804"/>
                  </a:lnTo>
                  <a:lnTo>
                    <a:pt x="922" y="772"/>
                  </a:lnTo>
                  <a:lnTo>
                    <a:pt x="922" y="772"/>
                  </a:lnTo>
                  <a:lnTo>
                    <a:pt x="922" y="730"/>
                  </a:lnTo>
                  <a:lnTo>
                    <a:pt x="923" y="789"/>
                  </a:lnTo>
                  <a:lnTo>
                    <a:pt x="923" y="789"/>
                  </a:lnTo>
                  <a:lnTo>
                    <a:pt x="923" y="789"/>
                  </a:lnTo>
                  <a:lnTo>
                    <a:pt x="924" y="787"/>
                  </a:lnTo>
                  <a:lnTo>
                    <a:pt x="924" y="804"/>
                  </a:lnTo>
                  <a:lnTo>
                    <a:pt x="925" y="799"/>
                  </a:lnTo>
                  <a:lnTo>
                    <a:pt x="925" y="799"/>
                  </a:lnTo>
                  <a:lnTo>
                    <a:pt x="926" y="779"/>
                  </a:lnTo>
                  <a:lnTo>
                    <a:pt x="926" y="779"/>
                  </a:lnTo>
                  <a:lnTo>
                    <a:pt x="926" y="779"/>
                  </a:lnTo>
                  <a:lnTo>
                    <a:pt x="927" y="782"/>
                  </a:lnTo>
                  <a:lnTo>
                    <a:pt x="928" y="723"/>
                  </a:lnTo>
                  <a:lnTo>
                    <a:pt x="928" y="755"/>
                  </a:lnTo>
                  <a:lnTo>
                    <a:pt x="928" y="755"/>
                  </a:lnTo>
                  <a:lnTo>
                    <a:pt x="928" y="794"/>
                  </a:lnTo>
                  <a:lnTo>
                    <a:pt x="929" y="787"/>
                  </a:lnTo>
                  <a:lnTo>
                    <a:pt x="929" y="787"/>
                  </a:lnTo>
                  <a:lnTo>
                    <a:pt x="930" y="784"/>
                  </a:lnTo>
                  <a:lnTo>
                    <a:pt x="931" y="804"/>
                  </a:lnTo>
                  <a:lnTo>
                    <a:pt x="931" y="802"/>
                  </a:lnTo>
                  <a:lnTo>
                    <a:pt x="931" y="802"/>
                  </a:lnTo>
                  <a:lnTo>
                    <a:pt x="931" y="804"/>
                  </a:lnTo>
                  <a:lnTo>
                    <a:pt x="932" y="799"/>
                  </a:lnTo>
                  <a:lnTo>
                    <a:pt x="932" y="799"/>
                  </a:lnTo>
                  <a:lnTo>
                    <a:pt x="932" y="799"/>
                  </a:lnTo>
                  <a:lnTo>
                    <a:pt x="934" y="772"/>
                  </a:lnTo>
                  <a:lnTo>
                    <a:pt x="934" y="772"/>
                  </a:lnTo>
                  <a:lnTo>
                    <a:pt x="934" y="772"/>
                  </a:lnTo>
                  <a:lnTo>
                    <a:pt x="935" y="727"/>
                  </a:lnTo>
                  <a:lnTo>
                    <a:pt x="935" y="760"/>
                  </a:lnTo>
                  <a:lnTo>
                    <a:pt x="935" y="760"/>
                  </a:lnTo>
                  <a:lnTo>
                    <a:pt x="936" y="752"/>
                  </a:lnTo>
                  <a:lnTo>
                    <a:pt x="937" y="786"/>
                  </a:lnTo>
                  <a:lnTo>
                    <a:pt x="937" y="784"/>
                  </a:lnTo>
                  <a:lnTo>
                    <a:pt x="937" y="784"/>
                  </a:lnTo>
                  <a:lnTo>
                    <a:pt x="937" y="789"/>
                  </a:lnTo>
                  <a:lnTo>
                    <a:pt x="938" y="738"/>
                  </a:lnTo>
                  <a:lnTo>
                    <a:pt x="938" y="736"/>
                  </a:lnTo>
                  <a:lnTo>
                    <a:pt x="939" y="684"/>
                  </a:lnTo>
                  <a:lnTo>
                    <a:pt x="940" y="774"/>
                  </a:lnTo>
                  <a:lnTo>
                    <a:pt x="940" y="774"/>
                  </a:lnTo>
                  <a:lnTo>
                    <a:pt x="941" y="804"/>
                  </a:lnTo>
                  <a:lnTo>
                    <a:pt x="941" y="804"/>
                  </a:lnTo>
                  <a:lnTo>
                    <a:pt x="941" y="804"/>
                  </a:lnTo>
                  <a:lnTo>
                    <a:pt x="943" y="802"/>
                  </a:lnTo>
                  <a:lnTo>
                    <a:pt x="943" y="802"/>
                  </a:lnTo>
                  <a:lnTo>
                    <a:pt x="943" y="802"/>
                  </a:lnTo>
                  <a:lnTo>
                    <a:pt x="943" y="784"/>
                  </a:lnTo>
                  <a:lnTo>
                    <a:pt x="944" y="794"/>
                  </a:lnTo>
                  <a:lnTo>
                    <a:pt x="944" y="794"/>
                  </a:lnTo>
                  <a:lnTo>
                    <a:pt x="945" y="797"/>
                  </a:lnTo>
                  <a:lnTo>
                    <a:pt x="945" y="777"/>
                  </a:lnTo>
                  <a:lnTo>
                    <a:pt x="946" y="787"/>
                  </a:lnTo>
                  <a:lnTo>
                    <a:pt x="946" y="787"/>
                  </a:lnTo>
                  <a:lnTo>
                    <a:pt x="946" y="797"/>
                  </a:lnTo>
                  <a:lnTo>
                    <a:pt x="947" y="794"/>
                  </a:lnTo>
                  <a:lnTo>
                    <a:pt x="947" y="794"/>
                  </a:lnTo>
                  <a:lnTo>
                    <a:pt x="949" y="757"/>
                  </a:lnTo>
                  <a:lnTo>
                    <a:pt x="949" y="758"/>
                  </a:lnTo>
                  <a:lnTo>
                    <a:pt x="949" y="759"/>
                  </a:lnTo>
                  <a:lnTo>
                    <a:pt x="949" y="760"/>
                  </a:lnTo>
                  <a:lnTo>
                    <a:pt x="950" y="673"/>
                  </a:lnTo>
                  <a:lnTo>
                    <a:pt x="950" y="735"/>
                  </a:lnTo>
                  <a:lnTo>
                    <a:pt x="950" y="735"/>
                  </a:lnTo>
                  <a:lnTo>
                    <a:pt x="952" y="804"/>
                  </a:lnTo>
                  <a:lnTo>
                    <a:pt x="952" y="804"/>
                  </a:lnTo>
                  <a:lnTo>
                    <a:pt x="952" y="804"/>
                  </a:lnTo>
                  <a:lnTo>
                    <a:pt x="953" y="799"/>
                  </a:lnTo>
                  <a:lnTo>
                    <a:pt x="953" y="799"/>
                  </a:lnTo>
                  <a:lnTo>
                    <a:pt x="953" y="799"/>
                  </a:lnTo>
                  <a:lnTo>
                    <a:pt x="954" y="804"/>
                  </a:lnTo>
                  <a:lnTo>
                    <a:pt x="955" y="779"/>
                  </a:lnTo>
                  <a:lnTo>
                    <a:pt x="955" y="782"/>
                  </a:lnTo>
                  <a:lnTo>
                    <a:pt x="955" y="782"/>
                  </a:lnTo>
                  <a:lnTo>
                    <a:pt x="956" y="772"/>
                  </a:lnTo>
                  <a:lnTo>
                    <a:pt x="956" y="797"/>
                  </a:lnTo>
                  <a:lnTo>
                    <a:pt x="956" y="797"/>
                  </a:lnTo>
                  <a:lnTo>
                    <a:pt x="956" y="797"/>
                  </a:lnTo>
                  <a:lnTo>
                    <a:pt x="957" y="802"/>
                  </a:lnTo>
                  <a:lnTo>
                    <a:pt x="958" y="779"/>
                  </a:lnTo>
                  <a:lnTo>
                    <a:pt x="958" y="781"/>
                  </a:lnTo>
                  <a:lnTo>
                    <a:pt x="958" y="782"/>
                  </a:lnTo>
                  <a:lnTo>
                    <a:pt x="958" y="787"/>
                  </a:lnTo>
                  <a:lnTo>
                    <a:pt x="959" y="708"/>
                  </a:lnTo>
                  <a:lnTo>
                    <a:pt x="959" y="743"/>
                  </a:lnTo>
                  <a:lnTo>
                    <a:pt x="959" y="743"/>
                  </a:lnTo>
                  <a:lnTo>
                    <a:pt x="960" y="767"/>
                  </a:lnTo>
                  <a:lnTo>
                    <a:pt x="960" y="703"/>
                  </a:lnTo>
                  <a:lnTo>
                    <a:pt x="961" y="748"/>
                  </a:lnTo>
                  <a:lnTo>
                    <a:pt x="961" y="748"/>
                  </a:lnTo>
                  <a:lnTo>
                    <a:pt x="961" y="784"/>
                  </a:lnTo>
                  <a:lnTo>
                    <a:pt x="962" y="776"/>
                  </a:lnTo>
                  <a:lnTo>
                    <a:pt x="962" y="776"/>
                  </a:lnTo>
                  <a:lnTo>
                    <a:pt x="963" y="804"/>
                  </a:lnTo>
                  <a:lnTo>
                    <a:pt x="964" y="804"/>
                  </a:lnTo>
                  <a:lnTo>
                    <a:pt x="964" y="804"/>
                  </a:lnTo>
                  <a:lnTo>
                    <a:pt x="965" y="779"/>
                  </a:lnTo>
                  <a:lnTo>
                    <a:pt x="965" y="779"/>
                  </a:lnTo>
                  <a:lnTo>
                    <a:pt x="965" y="779"/>
                  </a:lnTo>
                  <a:lnTo>
                    <a:pt x="966" y="802"/>
                  </a:lnTo>
                  <a:lnTo>
                    <a:pt x="967" y="783"/>
                  </a:lnTo>
                  <a:lnTo>
                    <a:pt x="967" y="782"/>
                  </a:lnTo>
                  <a:lnTo>
                    <a:pt x="967" y="782"/>
                  </a:lnTo>
                  <a:lnTo>
                    <a:pt x="968" y="794"/>
                  </a:lnTo>
                  <a:lnTo>
                    <a:pt x="968" y="794"/>
                  </a:lnTo>
                  <a:lnTo>
                    <a:pt x="968" y="794"/>
                  </a:lnTo>
                  <a:lnTo>
                    <a:pt x="969" y="804"/>
                  </a:lnTo>
                  <a:lnTo>
                    <a:pt x="970" y="792"/>
                  </a:lnTo>
                  <a:lnTo>
                    <a:pt x="970" y="792"/>
                  </a:lnTo>
                  <a:lnTo>
                    <a:pt x="970" y="792"/>
                  </a:lnTo>
                  <a:lnTo>
                    <a:pt x="970" y="794"/>
                  </a:lnTo>
                  <a:lnTo>
                    <a:pt x="971" y="715"/>
                  </a:lnTo>
                  <a:lnTo>
                    <a:pt x="971" y="715"/>
                  </a:lnTo>
                  <a:lnTo>
                    <a:pt x="971" y="715"/>
                  </a:lnTo>
                  <a:lnTo>
                    <a:pt x="972" y="703"/>
                  </a:lnTo>
                  <a:lnTo>
                    <a:pt x="972" y="802"/>
                  </a:lnTo>
                  <a:lnTo>
                    <a:pt x="973" y="802"/>
                  </a:lnTo>
                  <a:lnTo>
                    <a:pt x="973" y="802"/>
                  </a:lnTo>
                  <a:lnTo>
                    <a:pt x="973" y="804"/>
                  </a:lnTo>
                  <a:lnTo>
                    <a:pt x="974" y="794"/>
                  </a:lnTo>
                  <a:lnTo>
                    <a:pt x="974" y="794"/>
                  </a:lnTo>
                  <a:lnTo>
                    <a:pt x="974" y="794"/>
                  </a:lnTo>
                  <a:lnTo>
                    <a:pt x="975" y="804"/>
                  </a:lnTo>
                  <a:lnTo>
                    <a:pt x="976" y="804"/>
                  </a:lnTo>
                  <a:lnTo>
                    <a:pt x="976" y="804"/>
                  </a:lnTo>
                  <a:lnTo>
                    <a:pt x="977" y="784"/>
                  </a:lnTo>
                  <a:lnTo>
                    <a:pt x="977" y="789"/>
                  </a:lnTo>
                  <a:lnTo>
                    <a:pt x="977" y="789"/>
                  </a:lnTo>
                  <a:lnTo>
                    <a:pt x="978" y="802"/>
                  </a:lnTo>
                  <a:lnTo>
                    <a:pt x="979" y="733"/>
                  </a:lnTo>
                  <a:lnTo>
                    <a:pt x="979" y="745"/>
                  </a:lnTo>
                  <a:lnTo>
                    <a:pt x="979" y="745"/>
                  </a:lnTo>
                  <a:lnTo>
                    <a:pt x="980" y="706"/>
                  </a:lnTo>
                  <a:lnTo>
                    <a:pt x="980" y="770"/>
                  </a:lnTo>
                  <a:lnTo>
                    <a:pt x="980" y="770"/>
                  </a:lnTo>
                  <a:lnTo>
                    <a:pt x="980" y="770"/>
                  </a:lnTo>
                  <a:lnTo>
                    <a:pt x="981" y="794"/>
                  </a:lnTo>
                  <a:lnTo>
                    <a:pt x="982" y="705"/>
                  </a:lnTo>
                  <a:lnTo>
                    <a:pt x="982" y="705"/>
                  </a:lnTo>
                  <a:lnTo>
                    <a:pt x="983" y="684"/>
                  </a:lnTo>
                  <a:lnTo>
                    <a:pt x="983" y="786"/>
                  </a:lnTo>
                  <a:lnTo>
                    <a:pt x="983" y="786"/>
                  </a:lnTo>
                  <a:lnTo>
                    <a:pt x="984" y="799"/>
                  </a:lnTo>
                  <a:lnTo>
                    <a:pt x="985" y="799"/>
                  </a:lnTo>
                  <a:lnTo>
                    <a:pt x="985" y="799"/>
                  </a:lnTo>
                  <a:lnTo>
                    <a:pt x="986" y="804"/>
                  </a:lnTo>
                  <a:lnTo>
                    <a:pt x="986" y="802"/>
                  </a:lnTo>
                  <a:lnTo>
                    <a:pt x="986" y="802"/>
                  </a:lnTo>
                  <a:lnTo>
                    <a:pt x="988" y="792"/>
                  </a:lnTo>
                  <a:lnTo>
                    <a:pt x="988" y="792"/>
                  </a:lnTo>
                  <a:lnTo>
                    <a:pt x="988" y="792"/>
                  </a:lnTo>
                  <a:lnTo>
                    <a:pt x="989" y="757"/>
                  </a:lnTo>
                  <a:lnTo>
                    <a:pt x="989" y="779"/>
                  </a:lnTo>
                  <a:lnTo>
                    <a:pt x="989" y="779"/>
                  </a:lnTo>
                  <a:lnTo>
                    <a:pt x="990" y="796"/>
                  </a:lnTo>
                  <a:lnTo>
                    <a:pt x="991" y="794"/>
                  </a:lnTo>
                  <a:lnTo>
                    <a:pt x="991" y="794"/>
                  </a:lnTo>
                  <a:lnTo>
                    <a:pt x="991" y="804"/>
                  </a:lnTo>
                  <a:lnTo>
                    <a:pt x="992" y="777"/>
                  </a:lnTo>
                  <a:lnTo>
                    <a:pt x="992" y="777"/>
                  </a:lnTo>
                  <a:lnTo>
                    <a:pt x="992" y="777"/>
                  </a:lnTo>
                  <a:lnTo>
                    <a:pt x="993" y="721"/>
                  </a:lnTo>
                  <a:lnTo>
                    <a:pt x="994" y="789"/>
                  </a:lnTo>
                  <a:lnTo>
                    <a:pt x="994" y="789"/>
                  </a:lnTo>
                  <a:lnTo>
                    <a:pt x="994" y="789"/>
                  </a:lnTo>
                  <a:lnTo>
                    <a:pt x="995" y="804"/>
                  </a:lnTo>
                  <a:lnTo>
                    <a:pt x="995" y="804"/>
                  </a:lnTo>
                  <a:lnTo>
                    <a:pt x="995" y="804"/>
                  </a:lnTo>
                  <a:lnTo>
                    <a:pt x="996" y="797"/>
                  </a:lnTo>
                  <a:lnTo>
                    <a:pt x="997" y="804"/>
                  </a:lnTo>
                  <a:lnTo>
                    <a:pt x="997" y="804"/>
                  </a:lnTo>
                  <a:lnTo>
                    <a:pt x="998" y="799"/>
                  </a:lnTo>
                  <a:lnTo>
                    <a:pt x="998" y="799"/>
                  </a:lnTo>
                  <a:lnTo>
                    <a:pt x="998" y="799"/>
                  </a:lnTo>
                  <a:lnTo>
                    <a:pt x="999" y="774"/>
                  </a:lnTo>
                  <a:lnTo>
                    <a:pt x="1000" y="789"/>
                  </a:lnTo>
                  <a:lnTo>
                    <a:pt x="1000" y="789"/>
                  </a:lnTo>
                  <a:lnTo>
                    <a:pt x="1001" y="792"/>
                  </a:lnTo>
                  <a:lnTo>
                    <a:pt x="1001" y="748"/>
                  </a:lnTo>
                  <a:lnTo>
                    <a:pt x="1001" y="748"/>
                  </a:lnTo>
                  <a:lnTo>
                    <a:pt x="1001" y="748"/>
                  </a:lnTo>
                  <a:lnTo>
                    <a:pt x="1002" y="797"/>
                  </a:lnTo>
                  <a:lnTo>
                    <a:pt x="1003" y="794"/>
                  </a:lnTo>
                  <a:lnTo>
                    <a:pt x="1003" y="794"/>
                  </a:lnTo>
                  <a:lnTo>
                    <a:pt x="1004" y="635"/>
                  </a:lnTo>
                  <a:lnTo>
                    <a:pt x="1004" y="722"/>
                  </a:lnTo>
                  <a:lnTo>
                    <a:pt x="1004" y="722"/>
                  </a:lnTo>
                  <a:lnTo>
                    <a:pt x="1006" y="804"/>
                  </a:lnTo>
                  <a:lnTo>
                    <a:pt x="1006" y="804"/>
                  </a:lnTo>
                  <a:lnTo>
                    <a:pt x="1006" y="804"/>
                  </a:lnTo>
                  <a:lnTo>
                    <a:pt x="1007" y="797"/>
                  </a:lnTo>
                  <a:lnTo>
                    <a:pt x="1007" y="797"/>
                  </a:lnTo>
                  <a:lnTo>
                    <a:pt x="1007" y="797"/>
                  </a:lnTo>
                  <a:lnTo>
                    <a:pt x="1008" y="804"/>
                  </a:lnTo>
                  <a:lnTo>
                    <a:pt x="1009" y="794"/>
                  </a:lnTo>
                  <a:lnTo>
                    <a:pt x="1009" y="797"/>
                  </a:lnTo>
                  <a:lnTo>
                    <a:pt x="1009" y="797"/>
                  </a:lnTo>
                  <a:lnTo>
                    <a:pt x="1010" y="787"/>
                  </a:lnTo>
                  <a:lnTo>
                    <a:pt x="1010" y="799"/>
                  </a:lnTo>
                  <a:lnTo>
                    <a:pt x="1010" y="797"/>
                  </a:lnTo>
                  <a:lnTo>
                    <a:pt x="1010" y="797"/>
                  </a:lnTo>
                  <a:lnTo>
                    <a:pt x="1011" y="802"/>
                  </a:lnTo>
                  <a:lnTo>
                    <a:pt x="1012" y="799"/>
                  </a:lnTo>
                  <a:lnTo>
                    <a:pt x="1012" y="799"/>
                  </a:lnTo>
                  <a:lnTo>
                    <a:pt x="1013" y="767"/>
                  </a:lnTo>
                  <a:lnTo>
                    <a:pt x="1013" y="769"/>
                  </a:lnTo>
                  <a:lnTo>
                    <a:pt x="1013" y="768"/>
                  </a:lnTo>
                  <a:lnTo>
                    <a:pt x="1014" y="792"/>
                  </a:lnTo>
                  <a:lnTo>
                    <a:pt x="1014" y="733"/>
                  </a:lnTo>
                  <a:lnTo>
                    <a:pt x="1015" y="738"/>
                  </a:lnTo>
                  <a:lnTo>
                    <a:pt x="1015" y="738"/>
                  </a:lnTo>
                  <a:lnTo>
                    <a:pt x="1016" y="799"/>
                  </a:lnTo>
                  <a:lnTo>
                    <a:pt x="1016" y="777"/>
                  </a:lnTo>
                  <a:lnTo>
                    <a:pt x="1016" y="777"/>
                  </a:lnTo>
                  <a:lnTo>
                    <a:pt x="1017" y="804"/>
                  </a:lnTo>
                  <a:lnTo>
                    <a:pt x="1018" y="804"/>
                  </a:lnTo>
                  <a:lnTo>
                    <a:pt x="1018" y="804"/>
                  </a:lnTo>
                  <a:lnTo>
                    <a:pt x="1019" y="779"/>
                  </a:lnTo>
                  <a:lnTo>
                    <a:pt x="1019" y="779"/>
                  </a:lnTo>
                  <a:lnTo>
                    <a:pt x="1019" y="779"/>
                  </a:lnTo>
                  <a:lnTo>
                    <a:pt x="1020" y="784"/>
                  </a:lnTo>
                  <a:lnTo>
                    <a:pt x="1020" y="762"/>
                  </a:lnTo>
                  <a:lnTo>
                    <a:pt x="1021" y="767"/>
                  </a:lnTo>
                  <a:lnTo>
                    <a:pt x="1021" y="767"/>
                  </a:lnTo>
                  <a:lnTo>
                    <a:pt x="1022" y="799"/>
                  </a:lnTo>
                  <a:lnTo>
                    <a:pt x="1022" y="794"/>
                  </a:lnTo>
                  <a:lnTo>
                    <a:pt x="1022" y="794"/>
                  </a:lnTo>
                  <a:lnTo>
                    <a:pt x="1023" y="797"/>
                  </a:lnTo>
                  <a:lnTo>
                    <a:pt x="1024" y="779"/>
                  </a:lnTo>
                  <a:lnTo>
                    <a:pt x="1024" y="792"/>
                  </a:lnTo>
                  <a:lnTo>
                    <a:pt x="1024" y="792"/>
                  </a:lnTo>
                  <a:lnTo>
                    <a:pt x="1025" y="802"/>
                  </a:lnTo>
                  <a:lnTo>
                    <a:pt x="1025" y="735"/>
                  </a:lnTo>
                  <a:lnTo>
                    <a:pt x="1025" y="735"/>
                  </a:lnTo>
                  <a:lnTo>
                    <a:pt x="1026" y="671"/>
                  </a:lnTo>
                  <a:lnTo>
                    <a:pt x="1027" y="799"/>
                  </a:lnTo>
                  <a:lnTo>
                    <a:pt x="1027" y="799"/>
                  </a:lnTo>
                  <a:lnTo>
                    <a:pt x="1027" y="799"/>
                  </a:lnTo>
                  <a:lnTo>
                    <a:pt x="1028" y="804"/>
                  </a:lnTo>
                  <a:lnTo>
                    <a:pt x="1028" y="804"/>
                  </a:lnTo>
                  <a:lnTo>
                    <a:pt x="1028" y="804"/>
                  </a:lnTo>
                  <a:lnTo>
                    <a:pt x="1029" y="794"/>
                  </a:lnTo>
                  <a:lnTo>
                    <a:pt x="1030" y="794"/>
                  </a:lnTo>
                  <a:lnTo>
                    <a:pt x="1030" y="794"/>
                  </a:lnTo>
                  <a:lnTo>
                    <a:pt x="1031" y="784"/>
                  </a:lnTo>
                  <a:lnTo>
                    <a:pt x="1031" y="789"/>
                  </a:lnTo>
                  <a:lnTo>
                    <a:pt x="1031" y="790"/>
                  </a:lnTo>
                  <a:lnTo>
                    <a:pt x="1032" y="802"/>
                  </a:lnTo>
                  <a:lnTo>
                    <a:pt x="1033" y="797"/>
                  </a:lnTo>
                  <a:lnTo>
                    <a:pt x="1033" y="797"/>
                  </a:lnTo>
                  <a:lnTo>
                    <a:pt x="1034" y="804"/>
                  </a:lnTo>
                  <a:lnTo>
                    <a:pt x="1034" y="759"/>
                  </a:lnTo>
                  <a:lnTo>
                    <a:pt x="1034" y="758"/>
                  </a:lnTo>
                  <a:lnTo>
                    <a:pt x="1035" y="730"/>
                  </a:lnTo>
                  <a:lnTo>
                    <a:pt x="1035" y="767"/>
                  </a:lnTo>
                  <a:lnTo>
                    <a:pt x="1036" y="757"/>
                  </a:lnTo>
                  <a:lnTo>
                    <a:pt x="1036" y="757"/>
                  </a:lnTo>
                  <a:lnTo>
                    <a:pt x="1036" y="765"/>
                  </a:lnTo>
                  <a:lnTo>
                    <a:pt x="1037" y="743"/>
                  </a:lnTo>
                  <a:lnTo>
                    <a:pt x="1037" y="765"/>
                  </a:lnTo>
                  <a:lnTo>
                    <a:pt x="1037" y="765"/>
                  </a:lnTo>
                  <a:lnTo>
                    <a:pt x="1038" y="804"/>
                  </a:lnTo>
                  <a:lnTo>
                    <a:pt x="1039" y="804"/>
                  </a:lnTo>
                  <a:lnTo>
                    <a:pt x="1039" y="803"/>
                  </a:lnTo>
                  <a:lnTo>
                    <a:pt x="1040" y="794"/>
                  </a:lnTo>
                  <a:lnTo>
                    <a:pt x="1040" y="794"/>
                  </a:lnTo>
                  <a:lnTo>
                    <a:pt x="1040" y="794"/>
                  </a:lnTo>
                  <a:lnTo>
                    <a:pt x="1041" y="797"/>
                  </a:lnTo>
                  <a:lnTo>
                    <a:pt x="1042" y="784"/>
                  </a:lnTo>
                  <a:lnTo>
                    <a:pt x="1042" y="784"/>
                  </a:lnTo>
                  <a:lnTo>
                    <a:pt x="1042" y="784"/>
                  </a:lnTo>
                  <a:lnTo>
                    <a:pt x="1043" y="728"/>
                  </a:lnTo>
                  <a:lnTo>
                    <a:pt x="1043" y="802"/>
                  </a:lnTo>
                  <a:lnTo>
                    <a:pt x="1043" y="797"/>
                  </a:lnTo>
                  <a:lnTo>
                    <a:pt x="1043" y="797"/>
                  </a:lnTo>
                  <a:lnTo>
                    <a:pt x="1045" y="572"/>
                  </a:lnTo>
                  <a:lnTo>
                    <a:pt x="1045" y="571"/>
                  </a:lnTo>
                  <a:lnTo>
                    <a:pt x="1045" y="546"/>
                  </a:lnTo>
                  <a:lnTo>
                    <a:pt x="1046" y="782"/>
                  </a:lnTo>
                  <a:lnTo>
                    <a:pt x="1046" y="748"/>
                  </a:lnTo>
                  <a:lnTo>
                    <a:pt x="1046" y="748"/>
                  </a:lnTo>
                  <a:lnTo>
                    <a:pt x="1047" y="784"/>
                  </a:lnTo>
                  <a:lnTo>
                    <a:pt x="1048" y="782"/>
                  </a:lnTo>
                  <a:lnTo>
                    <a:pt x="1048" y="782"/>
                  </a:lnTo>
                  <a:lnTo>
                    <a:pt x="1049" y="804"/>
                  </a:lnTo>
                  <a:lnTo>
                    <a:pt x="1049" y="804"/>
                  </a:lnTo>
                  <a:lnTo>
                    <a:pt x="1049" y="804"/>
                  </a:lnTo>
                  <a:lnTo>
                    <a:pt x="1051" y="804"/>
                  </a:lnTo>
                  <a:lnTo>
                    <a:pt x="1051" y="804"/>
                  </a:lnTo>
                  <a:lnTo>
                    <a:pt x="1052" y="789"/>
                  </a:lnTo>
                  <a:lnTo>
                    <a:pt x="1052" y="789"/>
                  </a:lnTo>
                  <a:lnTo>
                    <a:pt x="1052" y="789"/>
                  </a:lnTo>
                  <a:lnTo>
                    <a:pt x="1053" y="804"/>
                  </a:lnTo>
                  <a:lnTo>
                    <a:pt x="1054" y="804"/>
                  </a:lnTo>
                  <a:lnTo>
                    <a:pt x="1054" y="804"/>
                  </a:lnTo>
                  <a:lnTo>
                    <a:pt x="1055" y="804"/>
                  </a:lnTo>
                  <a:lnTo>
                    <a:pt x="1055" y="804"/>
                  </a:lnTo>
                  <a:lnTo>
                    <a:pt x="1057" y="804"/>
                  </a:lnTo>
                  <a:lnTo>
                    <a:pt x="1057" y="804"/>
                  </a:lnTo>
                  <a:lnTo>
                    <a:pt x="1058" y="740"/>
                  </a:lnTo>
                  <a:lnTo>
                    <a:pt x="1058" y="804"/>
                  </a:lnTo>
                  <a:lnTo>
                    <a:pt x="1058" y="804"/>
                  </a:lnTo>
                  <a:lnTo>
                    <a:pt x="1059" y="782"/>
                  </a:lnTo>
                  <a:lnTo>
                    <a:pt x="1060" y="804"/>
                  </a:lnTo>
                  <a:lnTo>
                    <a:pt x="1060" y="804"/>
                  </a:lnTo>
                  <a:lnTo>
                    <a:pt x="1061" y="804"/>
                  </a:lnTo>
                  <a:lnTo>
                    <a:pt x="1061" y="804"/>
                  </a:lnTo>
                  <a:lnTo>
                    <a:pt x="1063" y="789"/>
                  </a:lnTo>
                  <a:lnTo>
                    <a:pt x="1063" y="789"/>
                  </a:lnTo>
                  <a:lnTo>
                    <a:pt x="1063" y="789"/>
                  </a:lnTo>
                  <a:lnTo>
                    <a:pt x="1064" y="794"/>
                  </a:lnTo>
                  <a:lnTo>
                    <a:pt x="1064" y="777"/>
                  </a:lnTo>
                  <a:lnTo>
                    <a:pt x="1064" y="777"/>
                  </a:lnTo>
                  <a:lnTo>
                    <a:pt x="1064" y="777"/>
                  </a:lnTo>
                  <a:lnTo>
                    <a:pt x="1065" y="766"/>
                  </a:lnTo>
                  <a:lnTo>
                    <a:pt x="1066" y="803"/>
                  </a:lnTo>
                  <a:lnTo>
                    <a:pt x="1066" y="802"/>
                  </a:lnTo>
                  <a:lnTo>
                    <a:pt x="1066" y="802"/>
                  </a:lnTo>
                  <a:lnTo>
                    <a:pt x="1067" y="735"/>
                  </a:lnTo>
                  <a:lnTo>
                    <a:pt x="1067" y="757"/>
                  </a:lnTo>
                  <a:lnTo>
                    <a:pt x="1067" y="757"/>
                  </a:lnTo>
                  <a:lnTo>
                    <a:pt x="1068" y="770"/>
                  </a:lnTo>
                  <a:lnTo>
                    <a:pt x="1069" y="725"/>
                  </a:lnTo>
                  <a:lnTo>
                    <a:pt x="1069" y="748"/>
                  </a:lnTo>
                  <a:lnTo>
                    <a:pt x="1069" y="748"/>
                  </a:lnTo>
                  <a:lnTo>
                    <a:pt x="1070" y="730"/>
                  </a:lnTo>
                  <a:lnTo>
                    <a:pt x="1070" y="802"/>
                  </a:lnTo>
                  <a:lnTo>
                    <a:pt x="1070" y="802"/>
                  </a:lnTo>
                  <a:lnTo>
                    <a:pt x="1070" y="802"/>
                  </a:lnTo>
                  <a:lnTo>
                    <a:pt x="1071" y="799"/>
                  </a:lnTo>
                  <a:lnTo>
                    <a:pt x="1071" y="804"/>
                  </a:lnTo>
                  <a:lnTo>
                    <a:pt x="1072" y="802"/>
                  </a:lnTo>
                  <a:lnTo>
                    <a:pt x="1072" y="802"/>
                  </a:lnTo>
                  <a:lnTo>
                    <a:pt x="1073" y="794"/>
                  </a:lnTo>
                  <a:lnTo>
                    <a:pt x="1073" y="794"/>
                  </a:lnTo>
                  <a:lnTo>
                    <a:pt x="1073" y="794"/>
                  </a:lnTo>
                  <a:lnTo>
                    <a:pt x="1074" y="756"/>
                  </a:lnTo>
                  <a:lnTo>
                    <a:pt x="1075" y="769"/>
                  </a:lnTo>
                  <a:lnTo>
                    <a:pt x="1075" y="770"/>
                  </a:lnTo>
                  <a:lnTo>
                    <a:pt x="1076" y="804"/>
                  </a:lnTo>
                  <a:lnTo>
                    <a:pt x="1076" y="794"/>
                  </a:lnTo>
                  <a:lnTo>
                    <a:pt x="1076" y="794"/>
                  </a:lnTo>
                  <a:lnTo>
                    <a:pt x="1078" y="770"/>
                  </a:lnTo>
                  <a:lnTo>
                    <a:pt x="1078" y="777"/>
                  </a:lnTo>
                  <a:lnTo>
                    <a:pt x="1078" y="777"/>
                  </a:lnTo>
                  <a:lnTo>
                    <a:pt x="1079" y="670"/>
                  </a:lnTo>
                  <a:lnTo>
                    <a:pt x="1079" y="669"/>
                  </a:lnTo>
                  <a:lnTo>
                    <a:pt x="1080" y="662"/>
                  </a:lnTo>
                  <a:lnTo>
                    <a:pt x="1081" y="802"/>
                  </a:lnTo>
                  <a:lnTo>
                    <a:pt x="1081" y="802"/>
                  </a:lnTo>
                  <a:lnTo>
                    <a:pt x="1081" y="802"/>
                  </a:lnTo>
                  <a:lnTo>
                    <a:pt x="1081" y="804"/>
                  </a:lnTo>
                  <a:lnTo>
                    <a:pt x="1082" y="802"/>
                  </a:lnTo>
                  <a:lnTo>
                    <a:pt x="1082" y="802"/>
                  </a:lnTo>
                  <a:lnTo>
                    <a:pt x="1083" y="804"/>
                  </a:lnTo>
                  <a:lnTo>
                    <a:pt x="1084" y="789"/>
                  </a:lnTo>
                  <a:lnTo>
                    <a:pt x="1084" y="789"/>
                  </a:lnTo>
                  <a:lnTo>
                    <a:pt x="1084" y="789"/>
                  </a:lnTo>
                  <a:lnTo>
                    <a:pt x="1085" y="797"/>
                  </a:lnTo>
                  <a:lnTo>
                    <a:pt x="1085" y="787"/>
                  </a:lnTo>
                  <a:lnTo>
                    <a:pt x="1085" y="794"/>
                  </a:lnTo>
                  <a:lnTo>
                    <a:pt x="1085" y="794"/>
                  </a:lnTo>
                  <a:lnTo>
                    <a:pt x="1086" y="804"/>
                  </a:lnTo>
                  <a:lnTo>
                    <a:pt x="1087" y="802"/>
                  </a:lnTo>
                  <a:lnTo>
                    <a:pt x="1087" y="802"/>
                  </a:lnTo>
                  <a:lnTo>
                    <a:pt x="1088" y="774"/>
                  </a:lnTo>
                  <a:lnTo>
                    <a:pt x="1088" y="779"/>
                  </a:lnTo>
                  <a:lnTo>
                    <a:pt x="1088" y="780"/>
                  </a:lnTo>
                  <a:lnTo>
                    <a:pt x="1089" y="784"/>
                  </a:lnTo>
                  <a:lnTo>
                    <a:pt x="1090" y="700"/>
                  </a:lnTo>
                  <a:lnTo>
                    <a:pt x="1090" y="713"/>
                  </a:lnTo>
                  <a:lnTo>
                    <a:pt x="1090" y="713"/>
                  </a:lnTo>
                  <a:lnTo>
                    <a:pt x="1090" y="693"/>
                  </a:lnTo>
                  <a:lnTo>
                    <a:pt x="1091" y="797"/>
                  </a:lnTo>
                  <a:lnTo>
                    <a:pt x="1091" y="797"/>
                  </a:lnTo>
                  <a:lnTo>
                    <a:pt x="1091" y="797"/>
                  </a:lnTo>
                  <a:lnTo>
                    <a:pt x="1092" y="804"/>
                  </a:lnTo>
                  <a:lnTo>
                    <a:pt x="1093" y="802"/>
                  </a:lnTo>
                  <a:lnTo>
                    <a:pt x="1093" y="802"/>
                  </a:lnTo>
                  <a:lnTo>
                    <a:pt x="1093" y="804"/>
                  </a:lnTo>
                  <a:lnTo>
                    <a:pt x="1094" y="774"/>
                  </a:lnTo>
                  <a:lnTo>
                    <a:pt x="1094" y="774"/>
                  </a:lnTo>
                  <a:lnTo>
                    <a:pt x="1094" y="774"/>
                  </a:lnTo>
                  <a:lnTo>
                    <a:pt x="1095" y="762"/>
                  </a:lnTo>
                  <a:lnTo>
                    <a:pt x="1096" y="797"/>
                  </a:lnTo>
                  <a:lnTo>
                    <a:pt x="1096" y="794"/>
                  </a:lnTo>
                  <a:lnTo>
                    <a:pt x="1096" y="794"/>
                  </a:lnTo>
                  <a:lnTo>
                    <a:pt x="1096" y="792"/>
                  </a:lnTo>
                  <a:lnTo>
                    <a:pt x="1097" y="799"/>
                  </a:lnTo>
                  <a:lnTo>
                    <a:pt x="1097" y="794"/>
                  </a:lnTo>
                  <a:lnTo>
                    <a:pt x="1097" y="794"/>
                  </a:lnTo>
                  <a:lnTo>
                    <a:pt x="1098" y="799"/>
                  </a:lnTo>
                  <a:lnTo>
                    <a:pt x="1099" y="772"/>
                  </a:lnTo>
                  <a:lnTo>
                    <a:pt x="1099" y="772"/>
                  </a:lnTo>
                  <a:lnTo>
                    <a:pt x="1099" y="772"/>
                  </a:lnTo>
                  <a:lnTo>
                    <a:pt x="1100" y="784"/>
                  </a:lnTo>
                  <a:lnTo>
                    <a:pt x="1100" y="755"/>
                  </a:lnTo>
                  <a:lnTo>
                    <a:pt x="1100" y="772"/>
                  </a:lnTo>
                  <a:lnTo>
                    <a:pt x="1100" y="772"/>
                  </a:lnTo>
                  <a:lnTo>
                    <a:pt x="1101" y="799"/>
                  </a:lnTo>
                  <a:lnTo>
                    <a:pt x="1102" y="701"/>
                  </a:lnTo>
                  <a:lnTo>
                    <a:pt x="1102" y="753"/>
                  </a:lnTo>
                  <a:lnTo>
                    <a:pt x="1102" y="753"/>
                  </a:lnTo>
                  <a:lnTo>
                    <a:pt x="1103" y="802"/>
                  </a:lnTo>
                  <a:lnTo>
                    <a:pt x="1103" y="802"/>
                  </a:lnTo>
                  <a:lnTo>
                    <a:pt x="1103" y="802"/>
                  </a:lnTo>
                  <a:lnTo>
                    <a:pt x="1104" y="804"/>
                  </a:lnTo>
                  <a:lnTo>
                    <a:pt x="1105" y="797"/>
                  </a:lnTo>
                  <a:lnTo>
                    <a:pt x="1105" y="797"/>
                  </a:lnTo>
                  <a:lnTo>
                    <a:pt x="1105" y="797"/>
                  </a:lnTo>
                  <a:lnTo>
                    <a:pt x="1105" y="789"/>
                  </a:lnTo>
                  <a:lnTo>
                    <a:pt x="1106" y="802"/>
                  </a:lnTo>
                  <a:lnTo>
                    <a:pt x="1106" y="794"/>
                  </a:lnTo>
                  <a:lnTo>
                    <a:pt x="1106" y="794"/>
                  </a:lnTo>
                  <a:lnTo>
                    <a:pt x="1108" y="733"/>
                  </a:lnTo>
                  <a:lnTo>
                    <a:pt x="1108" y="738"/>
                  </a:lnTo>
                  <a:lnTo>
                    <a:pt x="1108" y="738"/>
                  </a:lnTo>
                  <a:lnTo>
                    <a:pt x="1108" y="735"/>
                  </a:lnTo>
                  <a:lnTo>
                    <a:pt x="1109" y="770"/>
                  </a:lnTo>
                  <a:lnTo>
                    <a:pt x="1109" y="767"/>
                  </a:lnTo>
                  <a:lnTo>
                    <a:pt x="1109" y="767"/>
                  </a:lnTo>
                  <a:lnTo>
                    <a:pt x="1110" y="784"/>
                  </a:lnTo>
                  <a:lnTo>
                    <a:pt x="1111" y="493"/>
                  </a:lnTo>
                  <a:lnTo>
                    <a:pt x="1111" y="492"/>
                  </a:lnTo>
                  <a:lnTo>
                    <a:pt x="1111" y="440"/>
                  </a:lnTo>
                  <a:lnTo>
                    <a:pt x="1112" y="700"/>
                  </a:lnTo>
                  <a:lnTo>
                    <a:pt x="1112" y="698"/>
                  </a:lnTo>
                  <a:lnTo>
                    <a:pt x="1112" y="698"/>
                  </a:lnTo>
                  <a:lnTo>
                    <a:pt x="1114" y="804"/>
                  </a:lnTo>
                  <a:lnTo>
                    <a:pt x="1114" y="804"/>
                  </a:lnTo>
                  <a:lnTo>
                    <a:pt x="1114" y="804"/>
                  </a:lnTo>
                  <a:lnTo>
                    <a:pt x="1115" y="804"/>
                  </a:lnTo>
                  <a:lnTo>
                    <a:pt x="1115" y="804"/>
                  </a:lnTo>
                  <a:lnTo>
                    <a:pt x="1116" y="794"/>
                  </a:lnTo>
                  <a:lnTo>
                    <a:pt x="1117" y="797"/>
                  </a:lnTo>
                  <a:lnTo>
                    <a:pt x="1117" y="797"/>
                  </a:lnTo>
                  <a:lnTo>
                    <a:pt x="1118" y="755"/>
                  </a:lnTo>
                  <a:lnTo>
                    <a:pt x="1118" y="789"/>
                  </a:lnTo>
                  <a:lnTo>
                    <a:pt x="1118" y="789"/>
                  </a:lnTo>
                  <a:lnTo>
                    <a:pt x="1119" y="757"/>
                  </a:lnTo>
                  <a:lnTo>
                    <a:pt x="1120" y="787"/>
                  </a:lnTo>
                  <a:lnTo>
                    <a:pt x="1120" y="787"/>
                  </a:lnTo>
                  <a:lnTo>
                    <a:pt x="1121" y="654"/>
                  </a:lnTo>
                  <a:lnTo>
                    <a:pt x="1121" y="653"/>
                  </a:lnTo>
                  <a:lnTo>
                    <a:pt x="1123" y="568"/>
                  </a:lnTo>
                  <a:lnTo>
                    <a:pt x="1123" y="772"/>
                  </a:lnTo>
                  <a:lnTo>
                    <a:pt x="1123" y="745"/>
                  </a:lnTo>
                  <a:lnTo>
                    <a:pt x="1123" y="745"/>
                  </a:lnTo>
                  <a:lnTo>
                    <a:pt x="1123" y="743"/>
                  </a:lnTo>
                  <a:lnTo>
                    <a:pt x="1124" y="804"/>
                  </a:lnTo>
                  <a:lnTo>
                    <a:pt x="1124" y="794"/>
                  </a:lnTo>
                  <a:lnTo>
                    <a:pt x="1124" y="794"/>
                  </a:lnTo>
                  <a:lnTo>
                    <a:pt x="1125" y="804"/>
                  </a:lnTo>
                  <a:lnTo>
                    <a:pt x="1126" y="804"/>
                  </a:lnTo>
                  <a:lnTo>
                    <a:pt x="1126" y="804"/>
                  </a:lnTo>
                  <a:lnTo>
                    <a:pt x="1127" y="789"/>
                  </a:lnTo>
                  <a:lnTo>
                    <a:pt x="1127" y="789"/>
                  </a:lnTo>
                  <a:lnTo>
                    <a:pt x="1127" y="789"/>
                  </a:lnTo>
                  <a:lnTo>
                    <a:pt x="1129" y="772"/>
                  </a:lnTo>
                  <a:lnTo>
                    <a:pt x="1129" y="776"/>
                  </a:lnTo>
                  <a:lnTo>
                    <a:pt x="1129" y="776"/>
                  </a:lnTo>
                  <a:lnTo>
                    <a:pt x="1129" y="782"/>
                  </a:lnTo>
                  <a:lnTo>
                    <a:pt x="1130" y="670"/>
                  </a:lnTo>
                  <a:lnTo>
                    <a:pt x="1130" y="701"/>
                  </a:lnTo>
                  <a:lnTo>
                    <a:pt x="1130" y="701"/>
                  </a:lnTo>
                  <a:lnTo>
                    <a:pt x="1131" y="693"/>
                  </a:lnTo>
                  <a:lnTo>
                    <a:pt x="1132" y="804"/>
                  </a:lnTo>
                  <a:lnTo>
                    <a:pt x="1132" y="804"/>
                  </a:lnTo>
                  <a:lnTo>
                    <a:pt x="1132" y="804"/>
                  </a:lnTo>
                  <a:lnTo>
                    <a:pt x="1133" y="795"/>
                  </a:lnTo>
                  <a:lnTo>
                    <a:pt x="1133" y="795"/>
                  </a:lnTo>
                  <a:lnTo>
                    <a:pt x="1133" y="795"/>
                  </a:lnTo>
                  <a:lnTo>
                    <a:pt x="1135" y="804"/>
                  </a:lnTo>
                  <a:lnTo>
                    <a:pt x="1135" y="800"/>
                  </a:lnTo>
                  <a:lnTo>
                    <a:pt x="1135" y="800"/>
                  </a:lnTo>
                  <a:lnTo>
                    <a:pt x="1136" y="754"/>
                  </a:lnTo>
                  <a:lnTo>
                    <a:pt x="1136" y="768"/>
                  </a:lnTo>
                  <a:lnTo>
                    <a:pt x="1136" y="769"/>
                  </a:lnTo>
                  <a:lnTo>
                    <a:pt x="1137" y="799"/>
                  </a:lnTo>
                  <a:lnTo>
                    <a:pt x="1138" y="711"/>
                  </a:lnTo>
                  <a:lnTo>
                    <a:pt x="1138" y="711"/>
                  </a:lnTo>
                  <a:lnTo>
                    <a:pt x="1138" y="711"/>
                  </a:lnTo>
                  <a:lnTo>
                    <a:pt x="1138" y="707"/>
                  </a:lnTo>
                  <a:lnTo>
                    <a:pt x="1139" y="779"/>
                  </a:lnTo>
                  <a:lnTo>
                    <a:pt x="1139" y="767"/>
                  </a:lnTo>
                  <a:lnTo>
                    <a:pt x="1139" y="767"/>
                  </a:lnTo>
                  <a:lnTo>
                    <a:pt x="1140" y="771"/>
                  </a:lnTo>
                  <a:lnTo>
                    <a:pt x="1141" y="515"/>
                  </a:lnTo>
                  <a:lnTo>
                    <a:pt x="1141" y="526"/>
                  </a:lnTo>
                  <a:lnTo>
                    <a:pt x="1141" y="526"/>
                  </a:lnTo>
                  <a:lnTo>
                    <a:pt x="1142" y="785"/>
                  </a:lnTo>
                  <a:lnTo>
                    <a:pt x="1142" y="780"/>
                  </a:lnTo>
                  <a:lnTo>
                    <a:pt x="1142" y="780"/>
                  </a:lnTo>
                  <a:lnTo>
                    <a:pt x="1143" y="777"/>
                  </a:lnTo>
                  <a:lnTo>
                    <a:pt x="1144" y="804"/>
                  </a:lnTo>
                  <a:lnTo>
                    <a:pt x="1144" y="804"/>
                  </a:lnTo>
                  <a:lnTo>
                    <a:pt x="1144" y="804"/>
                  </a:lnTo>
                  <a:lnTo>
                    <a:pt x="1145" y="797"/>
                  </a:lnTo>
                  <a:lnTo>
                    <a:pt x="1145" y="797"/>
                  </a:lnTo>
                  <a:lnTo>
                    <a:pt x="1145" y="797"/>
                  </a:lnTo>
                  <a:lnTo>
                    <a:pt x="1147" y="751"/>
                  </a:lnTo>
                  <a:lnTo>
                    <a:pt x="1147" y="754"/>
                  </a:lnTo>
                  <a:lnTo>
                    <a:pt x="1147" y="754"/>
                  </a:lnTo>
                  <a:lnTo>
                    <a:pt x="1148" y="778"/>
                  </a:lnTo>
                  <a:lnTo>
                    <a:pt x="1148" y="734"/>
                  </a:lnTo>
                  <a:lnTo>
                    <a:pt x="1148" y="743"/>
                  </a:lnTo>
                  <a:lnTo>
                    <a:pt x="1148" y="743"/>
                  </a:lnTo>
                  <a:lnTo>
                    <a:pt x="1149" y="787"/>
                  </a:lnTo>
                  <a:lnTo>
                    <a:pt x="1150" y="313"/>
                  </a:lnTo>
                  <a:lnTo>
                    <a:pt x="1150" y="321"/>
                  </a:lnTo>
                  <a:lnTo>
                    <a:pt x="1150" y="322"/>
                  </a:lnTo>
                  <a:lnTo>
                    <a:pt x="1151" y="794"/>
                  </a:lnTo>
                  <a:lnTo>
                    <a:pt x="1151" y="696"/>
                  </a:lnTo>
                  <a:lnTo>
                    <a:pt x="1151" y="695"/>
                  </a:lnTo>
                  <a:lnTo>
                    <a:pt x="1152" y="562"/>
                  </a:lnTo>
                  <a:lnTo>
                    <a:pt x="1153" y="741"/>
                  </a:lnTo>
                  <a:lnTo>
                    <a:pt x="1153" y="742"/>
                  </a:lnTo>
                  <a:lnTo>
                    <a:pt x="1154" y="804"/>
                  </a:lnTo>
                  <a:lnTo>
                    <a:pt x="1154" y="804"/>
                  </a:lnTo>
                  <a:lnTo>
                    <a:pt x="1154" y="804"/>
                  </a:lnTo>
                  <a:lnTo>
                    <a:pt x="1156" y="786"/>
                  </a:lnTo>
                  <a:lnTo>
                    <a:pt x="1156" y="788"/>
                  </a:lnTo>
                  <a:lnTo>
                    <a:pt x="1156" y="788"/>
                  </a:lnTo>
                  <a:lnTo>
                    <a:pt x="1157" y="795"/>
                  </a:lnTo>
                  <a:lnTo>
                    <a:pt x="1157" y="778"/>
                  </a:lnTo>
                  <a:lnTo>
                    <a:pt x="1157" y="781"/>
                  </a:lnTo>
                  <a:lnTo>
                    <a:pt x="1157" y="781"/>
                  </a:lnTo>
                  <a:lnTo>
                    <a:pt x="1158" y="768"/>
                  </a:lnTo>
                  <a:lnTo>
                    <a:pt x="1158" y="786"/>
                  </a:lnTo>
                  <a:lnTo>
                    <a:pt x="1159" y="783"/>
                  </a:lnTo>
                  <a:lnTo>
                    <a:pt x="1159" y="783"/>
                  </a:lnTo>
                  <a:lnTo>
                    <a:pt x="1160" y="802"/>
                  </a:lnTo>
                  <a:lnTo>
                    <a:pt x="1160" y="769"/>
                  </a:lnTo>
                  <a:lnTo>
                    <a:pt x="1160" y="769"/>
                  </a:lnTo>
                  <a:lnTo>
                    <a:pt x="1160" y="769"/>
                  </a:lnTo>
                  <a:lnTo>
                    <a:pt x="1161" y="707"/>
                  </a:lnTo>
                  <a:lnTo>
                    <a:pt x="1162" y="785"/>
                  </a:lnTo>
                  <a:lnTo>
                    <a:pt x="1162" y="783"/>
                  </a:lnTo>
                  <a:lnTo>
                    <a:pt x="1162" y="782"/>
                  </a:lnTo>
                  <a:lnTo>
                    <a:pt x="1163" y="600"/>
                  </a:lnTo>
                  <a:lnTo>
                    <a:pt x="1163" y="785"/>
                  </a:lnTo>
                  <a:lnTo>
                    <a:pt x="1163" y="785"/>
                  </a:lnTo>
                  <a:lnTo>
                    <a:pt x="1163" y="784"/>
                  </a:lnTo>
                  <a:lnTo>
                    <a:pt x="1164" y="773"/>
                  </a:lnTo>
                  <a:lnTo>
                    <a:pt x="1165" y="800"/>
                  </a:lnTo>
                  <a:lnTo>
                    <a:pt x="1165" y="800"/>
                  </a:lnTo>
                  <a:lnTo>
                    <a:pt x="1165" y="800"/>
                  </a:lnTo>
                  <a:lnTo>
                    <a:pt x="1165" y="804"/>
                  </a:lnTo>
                  <a:lnTo>
                    <a:pt x="1165" y="800"/>
                  </a:lnTo>
                  <a:lnTo>
                    <a:pt x="1166" y="804"/>
                  </a:lnTo>
                  <a:lnTo>
                    <a:pt x="1166" y="804"/>
                  </a:lnTo>
                  <a:lnTo>
                    <a:pt x="1167" y="777"/>
                  </a:lnTo>
                  <a:lnTo>
                    <a:pt x="1168" y="804"/>
                  </a:lnTo>
                  <a:lnTo>
                    <a:pt x="1168" y="804"/>
                  </a:lnTo>
                  <a:lnTo>
                    <a:pt x="1169" y="731"/>
                  </a:lnTo>
                  <a:lnTo>
                    <a:pt x="1169" y="741"/>
                  </a:lnTo>
                  <a:lnTo>
                    <a:pt x="1169" y="742"/>
                  </a:lnTo>
                  <a:lnTo>
                    <a:pt x="1171" y="804"/>
                  </a:lnTo>
                  <a:lnTo>
                    <a:pt x="1171" y="753"/>
                  </a:lnTo>
                  <a:lnTo>
                    <a:pt x="1171" y="753"/>
                  </a:lnTo>
                  <a:lnTo>
                    <a:pt x="1172" y="678"/>
                  </a:lnTo>
                  <a:lnTo>
                    <a:pt x="1172" y="798"/>
                  </a:lnTo>
                  <a:lnTo>
                    <a:pt x="1172" y="794"/>
                  </a:lnTo>
                  <a:lnTo>
                    <a:pt x="1172" y="794"/>
                  </a:lnTo>
                  <a:lnTo>
                    <a:pt x="1174" y="626"/>
                  </a:lnTo>
                  <a:lnTo>
                    <a:pt x="1174" y="670"/>
                  </a:lnTo>
                  <a:lnTo>
                    <a:pt x="1174" y="669"/>
                  </a:lnTo>
                  <a:lnTo>
                    <a:pt x="1174" y="654"/>
                  </a:lnTo>
                  <a:lnTo>
                    <a:pt x="1175" y="804"/>
                  </a:lnTo>
                  <a:lnTo>
                    <a:pt x="1175" y="804"/>
                  </a:lnTo>
                  <a:lnTo>
                    <a:pt x="1175" y="804"/>
                  </a:lnTo>
                  <a:lnTo>
                    <a:pt x="1177" y="796"/>
                  </a:lnTo>
                  <a:lnTo>
                    <a:pt x="1177" y="797"/>
                  </a:lnTo>
                  <a:lnTo>
                    <a:pt x="1177" y="797"/>
                  </a:lnTo>
                  <a:lnTo>
                    <a:pt x="1177" y="804"/>
                  </a:lnTo>
                  <a:lnTo>
                    <a:pt x="1178" y="788"/>
                  </a:lnTo>
                  <a:lnTo>
                    <a:pt x="1178" y="801"/>
                  </a:lnTo>
                  <a:lnTo>
                    <a:pt x="1178" y="801"/>
                  </a:lnTo>
                  <a:lnTo>
                    <a:pt x="1180" y="622"/>
                  </a:lnTo>
                  <a:lnTo>
                    <a:pt x="1180" y="628"/>
                  </a:lnTo>
                  <a:lnTo>
                    <a:pt x="1180" y="628"/>
                  </a:lnTo>
                  <a:lnTo>
                    <a:pt x="1181" y="767"/>
                  </a:lnTo>
                  <a:lnTo>
                    <a:pt x="1181" y="532"/>
                  </a:lnTo>
                  <a:lnTo>
                    <a:pt x="1181" y="532"/>
                  </a:lnTo>
                  <a:lnTo>
                    <a:pt x="1181" y="532"/>
                  </a:lnTo>
                  <a:lnTo>
                    <a:pt x="1182" y="474"/>
                  </a:lnTo>
                  <a:lnTo>
                    <a:pt x="1183" y="762"/>
                  </a:lnTo>
                  <a:lnTo>
                    <a:pt x="1183" y="747"/>
                  </a:lnTo>
                  <a:lnTo>
                    <a:pt x="1183" y="746"/>
                  </a:lnTo>
                  <a:lnTo>
                    <a:pt x="1183" y="753"/>
                  </a:lnTo>
                  <a:lnTo>
                    <a:pt x="1184" y="634"/>
                  </a:lnTo>
                  <a:lnTo>
                    <a:pt x="1184" y="743"/>
                  </a:lnTo>
                  <a:lnTo>
                    <a:pt x="1184" y="743"/>
                  </a:lnTo>
                  <a:lnTo>
                    <a:pt x="1185" y="792"/>
                  </a:lnTo>
                  <a:lnTo>
                    <a:pt x="1185" y="666"/>
                  </a:lnTo>
                  <a:lnTo>
                    <a:pt x="1186" y="784"/>
                  </a:lnTo>
                  <a:lnTo>
                    <a:pt x="1186" y="785"/>
                  </a:lnTo>
                  <a:lnTo>
                    <a:pt x="1187" y="804"/>
                  </a:lnTo>
                  <a:lnTo>
                    <a:pt x="1187" y="800"/>
                  </a:lnTo>
                  <a:lnTo>
                    <a:pt x="1187" y="800"/>
                  </a:lnTo>
                  <a:lnTo>
                    <a:pt x="1189" y="750"/>
                  </a:lnTo>
                  <a:lnTo>
                    <a:pt x="1189" y="750"/>
                  </a:lnTo>
                  <a:lnTo>
                    <a:pt x="1189" y="750"/>
                  </a:lnTo>
                  <a:lnTo>
                    <a:pt x="1190" y="770"/>
                  </a:lnTo>
                  <a:lnTo>
                    <a:pt x="1190" y="741"/>
                  </a:lnTo>
                  <a:lnTo>
                    <a:pt x="1190" y="745"/>
                  </a:lnTo>
                  <a:lnTo>
                    <a:pt x="1190" y="745"/>
                  </a:lnTo>
                  <a:lnTo>
                    <a:pt x="1191" y="804"/>
                  </a:lnTo>
                  <a:lnTo>
                    <a:pt x="1192" y="796"/>
                  </a:lnTo>
                  <a:lnTo>
                    <a:pt x="1192" y="796"/>
                  </a:lnTo>
                  <a:lnTo>
                    <a:pt x="1193" y="653"/>
                  </a:lnTo>
                  <a:lnTo>
                    <a:pt x="1193" y="653"/>
                  </a:lnTo>
                  <a:lnTo>
                    <a:pt x="1193" y="653"/>
                  </a:lnTo>
                  <a:lnTo>
                    <a:pt x="1194" y="645"/>
                  </a:lnTo>
                  <a:lnTo>
                    <a:pt x="1195" y="775"/>
                  </a:lnTo>
                  <a:lnTo>
                    <a:pt x="1195" y="739"/>
                  </a:lnTo>
                  <a:lnTo>
                    <a:pt x="1195" y="739"/>
                  </a:lnTo>
                  <a:lnTo>
                    <a:pt x="1196" y="670"/>
                  </a:lnTo>
                  <a:lnTo>
                    <a:pt x="1196" y="781"/>
                  </a:lnTo>
                  <a:lnTo>
                    <a:pt x="1196" y="779"/>
                  </a:lnTo>
                  <a:lnTo>
                    <a:pt x="1196" y="779"/>
                  </a:lnTo>
                  <a:lnTo>
                    <a:pt x="1198" y="804"/>
                  </a:lnTo>
                  <a:lnTo>
                    <a:pt x="1198" y="799"/>
                  </a:lnTo>
                  <a:lnTo>
                    <a:pt x="1198" y="799"/>
                  </a:lnTo>
                  <a:lnTo>
                    <a:pt x="1199" y="800"/>
                  </a:lnTo>
                  <a:lnTo>
                    <a:pt x="1199" y="793"/>
                  </a:lnTo>
                  <a:lnTo>
                    <a:pt x="1199" y="793"/>
                  </a:lnTo>
                  <a:lnTo>
                    <a:pt x="1199" y="793"/>
                  </a:lnTo>
                  <a:lnTo>
                    <a:pt x="1201" y="714"/>
                  </a:lnTo>
                  <a:lnTo>
                    <a:pt x="1201" y="757"/>
                  </a:lnTo>
                  <a:lnTo>
                    <a:pt x="1201" y="758"/>
                  </a:lnTo>
                  <a:lnTo>
                    <a:pt x="1202" y="804"/>
                  </a:lnTo>
                  <a:lnTo>
                    <a:pt x="1203" y="765"/>
                  </a:lnTo>
                  <a:lnTo>
                    <a:pt x="1203" y="765"/>
                  </a:lnTo>
                  <a:lnTo>
                    <a:pt x="1203" y="701"/>
                  </a:lnTo>
                  <a:lnTo>
                    <a:pt x="1204" y="730"/>
                  </a:lnTo>
                  <a:lnTo>
                    <a:pt x="1204" y="730"/>
                  </a:lnTo>
                  <a:lnTo>
                    <a:pt x="1204" y="734"/>
                  </a:lnTo>
                  <a:lnTo>
                    <a:pt x="1205" y="659"/>
                  </a:lnTo>
                  <a:lnTo>
                    <a:pt x="1206" y="690"/>
                  </a:lnTo>
                  <a:lnTo>
                    <a:pt x="1206" y="693"/>
                  </a:lnTo>
                  <a:lnTo>
                    <a:pt x="1207" y="791"/>
                  </a:lnTo>
                  <a:lnTo>
                    <a:pt x="1207" y="791"/>
                  </a:lnTo>
                  <a:lnTo>
                    <a:pt x="1207" y="791"/>
                  </a:lnTo>
                  <a:lnTo>
                    <a:pt x="1207" y="804"/>
                  </a:lnTo>
                  <a:lnTo>
                    <a:pt x="1209" y="804"/>
                  </a:lnTo>
                  <a:lnTo>
                    <a:pt x="1209" y="804"/>
                  </a:lnTo>
                  <a:lnTo>
                    <a:pt x="1210" y="804"/>
                  </a:lnTo>
                  <a:lnTo>
                    <a:pt x="1210" y="804"/>
                  </a:lnTo>
                  <a:lnTo>
                    <a:pt x="1211" y="762"/>
                  </a:lnTo>
                  <a:lnTo>
                    <a:pt x="1212" y="769"/>
                  </a:lnTo>
                  <a:lnTo>
                    <a:pt x="1212" y="769"/>
                  </a:lnTo>
                  <a:lnTo>
                    <a:pt x="1212" y="763"/>
                  </a:lnTo>
                  <a:lnTo>
                    <a:pt x="1212" y="789"/>
                  </a:lnTo>
                  <a:lnTo>
                    <a:pt x="1213" y="779"/>
                  </a:lnTo>
                  <a:lnTo>
                    <a:pt x="1213" y="778"/>
                  </a:lnTo>
                  <a:lnTo>
                    <a:pt x="1214" y="680"/>
                  </a:lnTo>
                  <a:lnTo>
                    <a:pt x="1215" y="738"/>
                  </a:lnTo>
                  <a:lnTo>
                    <a:pt x="1215" y="738"/>
                  </a:lnTo>
                  <a:lnTo>
                    <a:pt x="1215" y="734"/>
                  </a:lnTo>
                  <a:lnTo>
                    <a:pt x="1215" y="800"/>
                  </a:lnTo>
                  <a:lnTo>
                    <a:pt x="1216" y="767"/>
                  </a:lnTo>
                  <a:lnTo>
                    <a:pt x="1216" y="767"/>
                  </a:lnTo>
                  <a:lnTo>
                    <a:pt x="1217" y="611"/>
                  </a:lnTo>
                  <a:lnTo>
                    <a:pt x="1218" y="770"/>
                  </a:lnTo>
                  <a:lnTo>
                    <a:pt x="1218" y="770"/>
                  </a:lnTo>
                  <a:lnTo>
                    <a:pt x="1218" y="770"/>
                  </a:lnTo>
                  <a:lnTo>
                    <a:pt x="1218" y="804"/>
                  </a:lnTo>
                  <a:lnTo>
                    <a:pt x="1219" y="804"/>
                  </a:lnTo>
                  <a:lnTo>
                    <a:pt x="1219" y="804"/>
                  </a:lnTo>
                  <a:lnTo>
                    <a:pt x="1221" y="784"/>
                  </a:lnTo>
                  <a:lnTo>
                    <a:pt x="1221" y="785"/>
                  </a:lnTo>
                  <a:lnTo>
                    <a:pt x="1221" y="784"/>
                  </a:lnTo>
                  <a:lnTo>
                    <a:pt x="1221" y="768"/>
                  </a:lnTo>
                  <a:lnTo>
                    <a:pt x="1222" y="804"/>
                  </a:lnTo>
                  <a:lnTo>
                    <a:pt x="1222" y="792"/>
                  </a:lnTo>
                  <a:lnTo>
                    <a:pt x="1222" y="791"/>
                  </a:lnTo>
                  <a:lnTo>
                    <a:pt x="1223" y="770"/>
                  </a:lnTo>
                  <a:lnTo>
                    <a:pt x="1224" y="784"/>
                  </a:lnTo>
                  <a:lnTo>
                    <a:pt x="1224" y="784"/>
                  </a:lnTo>
                  <a:lnTo>
                    <a:pt x="1224" y="803"/>
                  </a:lnTo>
                  <a:lnTo>
                    <a:pt x="1225" y="766"/>
                  </a:lnTo>
                  <a:lnTo>
                    <a:pt x="1225" y="766"/>
                  </a:lnTo>
                  <a:lnTo>
                    <a:pt x="1225" y="766"/>
                  </a:lnTo>
                  <a:lnTo>
                    <a:pt x="1225" y="775"/>
                  </a:lnTo>
                  <a:lnTo>
                    <a:pt x="1226" y="691"/>
                  </a:lnTo>
                  <a:lnTo>
                    <a:pt x="1227" y="721"/>
                  </a:lnTo>
                  <a:lnTo>
                    <a:pt x="1227" y="720"/>
                  </a:lnTo>
                  <a:lnTo>
                    <a:pt x="1227" y="602"/>
                  </a:lnTo>
                  <a:lnTo>
                    <a:pt x="1228" y="804"/>
                  </a:lnTo>
                  <a:lnTo>
                    <a:pt x="1228" y="769"/>
                  </a:lnTo>
                  <a:lnTo>
                    <a:pt x="1228" y="769"/>
                  </a:lnTo>
                  <a:lnTo>
                    <a:pt x="1228" y="750"/>
                  </a:lnTo>
                  <a:lnTo>
                    <a:pt x="1230" y="804"/>
                  </a:lnTo>
                  <a:lnTo>
                    <a:pt x="1230" y="804"/>
                  </a:lnTo>
                  <a:lnTo>
                    <a:pt x="1230" y="804"/>
                  </a:lnTo>
                  <a:lnTo>
                    <a:pt x="1231" y="804"/>
                  </a:lnTo>
                  <a:lnTo>
                    <a:pt x="1231" y="804"/>
                  </a:lnTo>
                  <a:lnTo>
                    <a:pt x="1233" y="775"/>
                  </a:lnTo>
                  <a:lnTo>
                    <a:pt x="1233" y="780"/>
                  </a:lnTo>
                  <a:lnTo>
                    <a:pt x="1233" y="782"/>
                  </a:lnTo>
                  <a:lnTo>
                    <a:pt x="1234" y="779"/>
                  </a:lnTo>
                  <a:lnTo>
                    <a:pt x="1234" y="795"/>
                  </a:lnTo>
                  <a:lnTo>
                    <a:pt x="1234" y="795"/>
                  </a:lnTo>
                  <a:lnTo>
                    <a:pt x="1234" y="795"/>
                  </a:lnTo>
                  <a:lnTo>
                    <a:pt x="1234" y="804"/>
                  </a:lnTo>
                  <a:lnTo>
                    <a:pt x="1236" y="757"/>
                  </a:lnTo>
                  <a:lnTo>
                    <a:pt x="1236" y="757"/>
                  </a:lnTo>
                  <a:lnTo>
                    <a:pt x="1236" y="697"/>
                  </a:lnTo>
                  <a:lnTo>
                    <a:pt x="1237" y="770"/>
                  </a:lnTo>
                  <a:lnTo>
                    <a:pt x="1237" y="706"/>
                  </a:lnTo>
                  <a:lnTo>
                    <a:pt x="1237" y="706"/>
                  </a:lnTo>
                  <a:lnTo>
                    <a:pt x="1238" y="534"/>
                  </a:lnTo>
                  <a:lnTo>
                    <a:pt x="1239" y="764"/>
                  </a:lnTo>
                  <a:lnTo>
                    <a:pt x="1239" y="758"/>
                  </a:lnTo>
                  <a:lnTo>
                    <a:pt x="1239" y="758"/>
                  </a:lnTo>
                  <a:lnTo>
                    <a:pt x="1239" y="737"/>
                  </a:lnTo>
                  <a:lnTo>
                    <a:pt x="1240" y="804"/>
                  </a:lnTo>
                  <a:lnTo>
                    <a:pt x="1240" y="804"/>
                  </a:lnTo>
                  <a:lnTo>
                    <a:pt x="1240" y="804"/>
                  </a:lnTo>
                  <a:lnTo>
                    <a:pt x="1242" y="804"/>
                  </a:lnTo>
                  <a:lnTo>
                    <a:pt x="1242" y="804"/>
                  </a:lnTo>
                  <a:lnTo>
                    <a:pt x="1243" y="783"/>
                  </a:lnTo>
                  <a:lnTo>
                    <a:pt x="1243" y="796"/>
                  </a:lnTo>
                  <a:lnTo>
                    <a:pt x="1243" y="796"/>
                  </a:lnTo>
                  <a:lnTo>
                    <a:pt x="1243" y="800"/>
                  </a:lnTo>
                  <a:lnTo>
                    <a:pt x="1244" y="776"/>
                  </a:lnTo>
                  <a:lnTo>
                    <a:pt x="1245" y="791"/>
                  </a:lnTo>
                  <a:lnTo>
                    <a:pt x="1245" y="791"/>
                  </a:lnTo>
                  <a:lnTo>
                    <a:pt x="1246" y="798"/>
                  </a:lnTo>
                  <a:lnTo>
                    <a:pt x="1246" y="789"/>
                  </a:lnTo>
                  <a:lnTo>
                    <a:pt x="1246" y="789"/>
                  </a:lnTo>
                  <a:lnTo>
                    <a:pt x="1246" y="789"/>
                  </a:lnTo>
                  <a:lnTo>
                    <a:pt x="1248" y="645"/>
                  </a:lnTo>
                  <a:lnTo>
                    <a:pt x="1248" y="701"/>
                  </a:lnTo>
                  <a:lnTo>
                    <a:pt x="1248" y="701"/>
                  </a:lnTo>
                  <a:lnTo>
                    <a:pt x="1248" y="705"/>
                  </a:lnTo>
                  <a:lnTo>
                    <a:pt x="1249" y="537"/>
                  </a:lnTo>
                  <a:lnTo>
                    <a:pt x="1249" y="610"/>
                  </a:lnTo>
                  <a:lnTo>
                    <a:pt x="1249" y="610"/>
                  </a:lnTo>
                  <a:lnTo>
                    <a:pt x="1249" y="603"/>
                  </a:lnTo>
                  <a:lnTo>
                    <a:pt x="1251" y="774"/>
                  </a:lnTo>
                  <a:lnTo>
                    <a:pt x="1251" y="774"/>
                  </a:lnTo>
                  <a:lnTo>
                    <a:pt x="1251" y="774"/>
                  </a:lnTo>
                  <a:lnTo>
                    <a:pt x="1251" y="804"/>
                  </a:lnTo>
                  <a:lnTo>
                    <a:pt x="1252" y="804"/>
                  </a:lnTo>
                  <a:lnTo>
                    <a:pt x="1252" y="804"/>
                  </a:lnTo>
                  <a:lnTo>
                    <a:pt x="1254" y="777"/>
                  </a:lnTo>
                  <a:lnTo>
                    <a:pt x="1254" y="777"/>
                  </a:lnTo>
                  <a:lnTo>
                    <a:pt x="1254" y="777"/>
                  </a:lnTo>
                  <a:lnTo>
                    <a:pt x="1254" y="794"/>
                  </a:lnTo>
                  <a:lnTo>
                    <a:pt x="1255" y="757"/>
                  </a:lnTo>
                  <a:lnTo>
                    <a:pt x="1255" y="766"/>
                  </a:lnTo>
                  <a:lnTo>
                    <a:pt x="1255" y="766"/>
                  </a:lnTo>
                  <a:lnTo>
                    <a:pt x="1256" y="694"/>
                  </a:lnTo>
                  <a:lnTo>
                    <a:pt x="1257" y="800"/>
                  </a:lnTo>
                  <a:lnTo>
                    <a:pt x="1257" y="800"/>
                  </a:lnTo>
                  <a:lnTo>
                    <a:pt x="1257" y="800"/>
                  </a:lnTo>
                  <a:lnTo>
                    <a:pt x="1258" y="716"/>
                  </a:lnTo>
                  <a:lnTo>
                    <a:pt x="1258" y="721"/>
                  </a:lnTo>
                  <a:lnTo>
                    <a:pt x="1258" y="721"/>
                  </a:lnTo>
                  <a:lnTo>
                    <a:pt x="1258" y="766"/>
                  </a:lnTo>
                  <a:lnTo>
                    <a:pt x="1260" y="568"/>
                  </a:lnTo>
                  <a:lnTo>
                    <a:pt x="1260" y="610"/>
                  </a:lnTo>
                  <a:lnTo>
                    <a:pt x="1260" y="610"/>
                  </a:lnTo>
                  <a:lnTo>
                    <a:pt x="1260" y="606"/>
                  </a:lnTo>
                  <a:lnTo>
                    <a:pt x="1261" y="788"/>
                  </a:lnTo>
                  <a:lnTo>
                    <a:pt x="1261" y="788"/>
                  </a:lnTo>
                  <a:lnTo>
                    <a:pt x="1261" y="788"/>
                  </a:lnTo>
                  <a:lnTo>
                    <a:pt x="1261" y="804"/>
                  </a:lnTo>
                  <a:lnTo>
                    <a:pt x="1263" y="804"/>
                  </a:lnTo>
                  <a:lnTo>
                    <a:pt x="1263" y="804"/>
                  </a:lnTo>
                  <a:lnTo>
                    <a:pt x="1264" y="774"/>
                  </a:lnTo>
                  <a:lnTo>
                    <a:pt x="1264" y="779"/>
                  </a:lnTo>
                  <a:lnTo>
                    <a:pt x="1264" y="779"/>
                  </a:lnTo>
                  <a:lnTo>
                    <a:pt x="1265" y="797"/>
                  </a:lnTo>
                  <a:lnTo>
                    <a:pt x="1266" y="771"/>
                  </a:lnTo>
                  <a:lnTo>
                    <a:pt x="1266" y="771"/>
                  </a:lnTo>
                  <a:lnTo>
                    <a:pt x="1266" y="771"/>
                  </a:lnTo>
                  <a:lnTo>
                    <a:pt x="1267" y="796"/>
                  </a:lnTo>
                  <a:lnTo>
                    <a:pt x="1267" y="796"/>
                  </a:lnTo>
                  <a:lnTo>
                    <a:pt x="1267" y="796"/>
                  </a:lnTo>
                  <a:lnTo>
                    <a:pt x="1267" y="800"/>
                  </a:lnTo>
                  <a:lnTo>
                    <a:pt x="1269" y="771"/>
                  </a:lnTo>
                  <a:lnTo>
                    <a:pt x="1269" y="771"/>
                  </a:lnTo>
                  <a:lnTo>
                    <a:pt x="1269" y="771"/>
                  </a:lnTo>
                  <a:lnTo>
                    <a:pt x="1269" y="779"/>
                  </a:lnTo>
                  <a:lnTo>
                    <a:pt x="1270" y="671"/>
                  </a:lnTo>
                  <a:lnTo>
                    <a:pt x="1270" y="707"/>
                  </a:lnTo>
                  <a:lnTo>
                    <a:pt x="1270" y="705"/>
                  </a:lnTo>
                  <a:lnTo>
                    <a:pt x="1270" y="678"/>
                  </a:lnTo>
                  <a:lnTo>
                    <a:pt x="1271" y="798"/>
                  </a:lnTo>
                  <a:lnTo>
                    <a:pt x="1272" y="777"/>
                  </a:lnTo>
                  <a:lnTo>
                    <a:pt x="1272" y="777"/>
                  </a:lnTo>
                  <a:lnTo>
                    <a:pt x="1272" y="768"/>
                  </a:lnTo>
                  <a:lnTo>
                    <a:pt x="1273" y="804"/>
                  </a:lnTo>
                  <a:lnTo>
                    <a:pt x="1273" y="804"/>
                  </a:lnTo>
                  <a:lnTo>
                    <a:pt x="1273" y="804"/>
                  </a:lnTo>
                  <a:lnTo>
                    <a:pt x="1274" y="795"/>
                  </a:lnTo>
                  <a:lnTo>
                    <a:pt x="1275" y="795"/>
                  </a:lnTo>
                  <a:lnTo>
                    <a:pt x="1275" y="795"/>
                  </a:lnTo>
                  <a:lnTo>
                    <a:pt x="1275" y="804"/>
                  </a:lnTo>
                  <a:lnTo>
                    <a:pt x="1276" y="744"/>
                  </a:lnTo>
                  <a:lnTo>
                    <a:pt x="1276" y="744"/>
                  </a:lnTo>
                  <a:lnTo>
                    <a:pt x="1276" y="744"/>
                  </a:lnTo>
                  <a:lnTo>
                    <a:pt x="1278" y="804"/>
                  </a:lnTo>
                  <a:lnTo>
                    <a:pt x="1278" y="804"/>
                  </a:lnTo>
                  <a:lnTo>
                    <a:pt x="1278" y="804"/>
                  </a:lnTo>
                  <a:lnTo>
                    <a:pt x="1278" y="757"/>
                  </a:lnTo>
                  <a:lnTo>
                    <a:pt x="1279" y="780"/>
                  </a:lnTo>
                  <a:lnTo>
                    <a:pt x="1279" y="780"/>
                  </a:lnTo>
                  <a:lnTo>
                    <a:pt x="1280" y="710"/>
                  </a:lnTo>
                  <a:lnTo>
                    <a:pt x="1281" y="788"/>
                  </a:lnTo>
                  <a:lnTo>
                    <a:pt x="1281" y="761"/>
                  </a:lnTo>
                  <a:lnTo>
                    <a:pt x="1281" y="761"/>
                  </a:lnTo>
                  <a:lnTo>
                    <a:pt x="1281" y="698"/>
                  </a:lnTo>
                  <a:lnTo>
                    <a:pt x="1282" y="707"/>
                  </a:lnTo>
                  <a:lnTo>
                    <a:pt x="1282" y="707"/>
                  </a:lnTo>
                  <a:lnTo>
                    <a:pt x="1282" y="699"/>
                  </a:lnTo>
                  <a:lnTo>
                    <a:pt x="1283" y="792"/>
                  </a:lnTo>
                  <a:lnTo>
                    <a:pt x="1284" y="785"/>
                  </a:lnTo>
                  <a:lnTo>
                    <a:pt x="1284" y="785"/>
                  </a:lnTo>
                  <a:lnTo>
                    <a:pt x="1284" y="804"/>
                  </a:lnTo>
                  <a:lnTo>
                    <a:pt x="1285" y="800"/>
                  </a:lnTo>
                  <a:lnTo>
                    <a:pt x="1285" y="800"/>
                  </a:lnTo>
                  <a:lnTo>
                    <a:pt x="1287" y="780"/>
                  </a:lnTo>
                  <a:lnTo>
                    <a:pt x="1287" y="780"/>
                  </a:lnTo>
                  <a:lnTo>
                    <a:pt x="1287" y="780"/>
                  </a:lnTo>
                  <a:lnTo>
                    <a:pt x="1287" y="791"/>
                  </a:lnTo>
                  <a:lnTo>
                    <a:pt x="1288" y="764"/>
                  </a:lnTo>
                  <a:lnTo>
                    <a:pt x="1288" y="775"/>
                  </a:lnTo>
                  <a:lnTo>
                    <a:pt x="1288" y="775"/>
                  </a:lnTo>
                  <a:lnTo>
                    <a:pt x="1289" y="795"/>
                  </a:lnTo>
                  <a:lnTo>
                    <a:pt x="1290" y="697"/>
                  </a:lnTo>
                  <a:lnTo>
                    <a:pt x="1290" y="697"/>
                  </a:lnTo>
                  <a:lnTo>
                    <a:pt x="1290" y="697"/>
                  </a:lnTo>
                  <a:lnTo>
                    <a:pt x="1290" y="672"/>
                  </a:lnTo>
                  <a:lnTo>
                    <a:pt x="1291" y="764"/>
                  </a:lnTo>
                  <a:lnTo>
                    <a:pt x="1291" y="722"/>
                  </a:lnTo>
                  <a:lnTo>
                    <a:pt x="1291" y="722"/>
                  </a:lnTo>
                  <a:lnTo>
                    <a:pt x="1292" y="748"/>
                  </a:lnTo>
                  <a:lnTo>
                    <a:pt x="1293" y="651"/>
                  </a:lnTo>
                  <a:lnTo>
                    <a:pt x="1293" y="674"/>
                  </a:lnTo>
                  <a:lnTo>
                    <a:pt x="1293" y="675"/>
                  </a:lnTo>
                  <a:lnTo>
                    <a:pt x="1294" y="804"/>
                  </a:lnTo>
                  <a:lnTo>
                    <a:pt x="1294" y="804"/>
                  </a:lnTo>
                  <a:lnTo>
                    <a:pt x="1294" y="804"/>
                  </a:lnTo>
                  <a:lnTo>
                    <a:pt x="1296" y="800"/>
                  </a:lnTo>
                  <a:lnTo>
                    <a:pt x="1296" y="800"/>
                  </a:lnTo>
                  <a:lnTo>
                    <a:pt x="1296" y="800"/>
                  </a:lnTo>
                  <a:lnTo>
                    <a:pt x="1296" y="779"/>
                  </a:lnTo>
                  <a:lnTo>
                    <a:pt x="1297" y="784"/>
                  </a:lnTo>
                  <a:lnTo>
                    <a:pt x="1297" y="783"/>
                  </a:lnTo>
                  <a:lnTo>
                    <a:pt x="1297" y="791"/>
                  </a:lnTo>
                  <a:lnTo>
                    <a:pt x="1299" y="753"/>
                  </a:lnTo>
                  <a:lnTo>
                    <a:pt x="1299" y="753"/>
                  </a:lnTo>
                  <a:lnTo>
                    <a:pt x="1299" y="753"/>
                  </a:lnTo>
                  <a:lnTo>
                    <a:pt x="1299" y="751"/>
                  </a:lnTo>
                  <a:lnTo>
                    <a:pt x="1300" y="798"/>
                  </a:lnTo>
                  <a:lnTo>
                    <a:pt x="1300" y="776"/>
                  </a:lnTo>
                  <a:lnTo>
                    <a:pt x="1300" y="776"/>
                  </a:lnTo>
                  <a:lnTo>
                    <a:pt x="1300" y="717"/>
                  </a:lnTo>
                  <a:lnTo>
                    <a:pt x="1302" y="790"/>
                  </a:lnTo>
                  <a:lnTo>
                    <a:pt x="1302" y="785"/>
                  </a:lnTo>
                  <a:lnTo>
                    <a:pt x="1302" y="785"/>
                  </a:lnTo>
                  <a:lnTo>
                    <a:pt x="1303" y="645"/>
                  </a:lnTo>
                  <a:lnTo>
                    <a:pt x="1303" y="663"/>
                  </a:lnTo>
                  <a:lnTo>
                    <a:pt x="1303" y="663"/>
                  </a:lnTo>
                  <a:lnTo>
                    <a:pt x="1303" y="653"/>
                  </a:lnTo>
                  <a:lnTo>
                    <a:pt x="1305" y="804"/>
                  </a:lnTo>
                  <a:lnTo>
                    <a:pt x="1305" y="804"/>
                  </a:lnTo>
                  <a:lnTo>
                    <a:pt x="1305" y="804"/>
                  </a:lnTo>
                  <a:lnTo>
                    <a:pt x="1306" y="804"/>
                  </a:lnTo>
                  <a:lnTo>
                    <a:pt x="1306" y="804"/>
                  </a:lnTo>
                  <a:lnTo>
                    <a:pt x="1308" y="764"/>
                  </a:lnTo>
                  <a:lnTo>
                    <a:pt x="1308" y="764"/>
                  </a:lnTo>
                  <a:lnTo>
                    <a:pt x="1308" y="764"/>
                  </a:lnTo>
                  <a:lnTo>
                    <a:pt x="1309" y="788"/>
                  </a:lnTo>
                  <a:lnTo>
                    <a:pt x="1309" y="783"/>
                  </a:lnTo>
                  <a:lnTo>
                    <a:pt x="1309" y="783"/>
                  </a:lnTo>
                  <a:lnTo>
                    <a:pt x="1311" y="804"/>
                  </a:lnTo>
                  <a:lnTo>
                    <a:pt x="1311" y="804"/>
                  </a:lnTo>
                  <a:lnTo>
                    <a:pt x="1311" y="804"/>
                  </a:lnTo>
                  <a:lnTo>
                    <a:pt x="1312" y="641"/>
                  </a:lnTo>
                  <a:lnTo>
                    <a:pt x="1312" y="650"/>
                  </a:lnTo>
                  <a:lnTo>
                    <a:pt x="1312" y="648"/>
                  </a:lnTo>
                  <a:lnTo>
                    <a:pt x="1313" y="600"/>
                  </a:lnTo>
                  <a:lnTo>
                    <a:pt x="1314" y="704"/>
                  </a:lnTo>
                  <a:lnTo>
                    <a:pt x="1314" y="699"/>
                  </a:lnTo>
                  <a:lnTo>
                    <a:pt x="1314" y="699"/>
                  </a:lnTo>
                  <a:lnTo>
                    <a:pt x="1314" y="666"/>
                  </a:lnTo>
                  <a:lnTo>
                    <a:pt x="1315" y="791"/>
                  </a:lnTo>
                  <a:lnTo>
                    <a:pt x="1315" y="791"/>
                  </a:lnTo>
                  <a:lnTo>
                    <a:pt x="1315" y="791"/>
                  </a:lnTo>
                  <a:lnTo>
                    <a:pt x="1316" y="804"/>
                  </a:lnTo>
                  <a:lnTo>
                    <a:pt x="1317" y="802"/>
                  </a:lnTo>
                  <a:lnTo>
                    <a:pt x="1317" y="802"/>
                  </a:lnTo>
                  <a:lnTo>
                    <a:pt x="1318" y="782"/>
                  </a:lnTo>
                  <a:lnTo>
                    <a:pt x="1318" y="783"/>
                  </a:lnTo>
                  <a:lnTo>
                    <a:pt x="1318" y="783"/>
                  </a:lnTo>
                  <a:lnTo>
                    <a:pt x="1318" y="795"/>
                  </a:lnTo>
                  <a:lnTo>
                    <a:pt x="1320" y="740"/>
                  </a:lnTo>
                  <a:lnTo>
                    <a:pt x="1320" y="740"/>
                  </a:lnTo>
                  <a:lnTo>
                    <a:pt x="1320" y="740"/>
                  </a:lnTo>
                  <a:lnTo>
                    <a:pt x="1320" y="709"/>
                  </a:lnTo>
                  <a:lnTo>
                    <a:pt x="1321" y="802"/>
                  </a:lnTo>
                  <a:lnTo>
                    <a:pt x="1321" y="802"/>
                  </a:lnTo>
                  <a:lnTo>
                    <a:pt x="1321" y="802"/>
                  </a:lnTo>
                  <a:lnTo>
                    <a:pt x="1321" y="804"/>
                  </a:lnTo>
                  <a:lnTo>
                    <a:pt x="1323" y="781"/>
                  </a:lnTo>
                  <a:lnTo>
                    <a:pt x="1323" y="781"/>
                  </a:lnTo>
                  <a:lnTo>
                    <a:pt x="1323" y="781"/>
                  </a:lnTo>
                  <a:lnTo>
                    <a:pt x="1323" y="781"/>
                  </a:lnTo>
                  <a:lnTo>
                    <a:pt x="1324" y="661"/>
                  </a:lnTo>
                  <a:lnTo>
                    <a:pt x="1324" y="698"/>
                  </a:lnTo>
                  <a:lnTo>
                    <a:pt x="1324" y="699"/>
                  </a:lnTo>
                  <a:lnTo>
                    <a:pt x="1324" y="619"/>
                  </a:lnTo>
                  <a:lnTo>
                    <a:pt x="1326" y="790"/>
                  </a:lnTo>
                  <a:lnTo>
                    <a:pt x="1326" y="790"/>
                  </a:lnTo>
                  <a:lnTo>
                    <a:pt x="1326" y="790"/>
                  </a:lnTo>
                  <a:lnTo>
                    <a:pt x="1326" y="804"/>
                  </a:lnTo>
                  <a:lnTo>
                    <a:pt x="1327" y="802"/>
                  </a:lnTo>
                  <a:lnTo>
                    <a:pt x="1327" y="802"/>
                  </a:lnTo>
                  <a:lnTo>
                    <a:pt x="1329" y="777"/>
                  </a:lnTo>
                  <a:lnTo>
                    <a:pt x="1329" y="783"/>
                  </a:lnTo>
                  <a:lnTo>
                    <a:pt x="1329" y="783"/>
                  </a:lnTo>
                  <a:lnTo>
                    <a:pt x="1330" y="771"/>
                  </a:lnTo>
                  <a:lnTo>
                    <a:pt x="1330" y="780"/>
                  </a:lnTo>
                  <a:lnTo>
                    <a:pt x="1330" y="780"/>
                  </a:lnTo>
                  <a:lnTo>
                    <a:pt x="1331" y="734"/>
                  </a:lnTo>
                  <a:lnTo>
                    <a:pt x="1332" y="800"/>
                  </a:lnTo>
                  <a:lnTo>
                    <a:pt x="1332" y="800"/>
                  </a:lnTo>
                  <a:lnTo>
                    <a:pt x="1332" y="800"/>
                  </a:lnTo>
                  <a:lnTo>
                    <a:pt x="1333" y="714"/>
                  </a:lnTo>
                  <a:lnTo>
                    <a:pt x="1333" y="784"/>
                  </a:lnTo>
                  <a:lnTo>
                    <a:pt x="1333" y="784"/>
                  </a:lnTo>
                  <a:lnTo>
                    <a:pt x="1334" y="683"/>
                  </a:lnTo>
                  <a:lnTo>
                    <a:pt x="1335" y="765"/>
                  </a:lnTo>
                  <a:lnTo>
                    <a:pt x="1335" y="764"/>
                  </a:lnTo>
                  <a:lnTo>
                    <a:pt x="1335" y="768"/>
                  </a:lnTo>
                  <a:lnTo>
                    <a:pt x="1336" y="647"/>
                  </a:lnTo>
                  <a:lnTo>
                    <a:pt x="1336" y="664"/>
                  </a:lnTo>
                  <a:lnTo>
                    <a:pt x="1336" y="665"/>
                  </a:lnTo>
                  <a:lnTo>
                    <a:pt x="1338" y="804"/>
                  </a:lnTo>
                  <a:lnTo>
                    <a:pt x="1338" y="800"/>
                  </a:lnTo>
                  <a:lnTo>
                    <a:pt x="1338" y="800"/>
                  </a:lnTo>
                  <a:lnTo>
                    <a:pt x="1339" y="804"/>
                  </a:lnTo>
                  <a:lnTo>
                    <a:pt x="1339" y="792"/>
                  </a:lnTo>
                  <a:lnTo>
                    <a:pt x="1339" y="792"/>
                  </a:lnTo>
                  <a:lnTo>
                    <a:pt x="1339" y="792"/>
                  </a:lnTo>
                  <a:lnTo>
                    <a:pt x="1341" y="704"/>
                  </a:lnTo>
                  <a:lnTo>
                    <a:pt x="1341" y="719"/>
                  </a:lnTo>
                  <a:lnTo>
                    <a:pt x="1341" y="719"/>
                  </a:lnTo>
                  <a:lnTo>
                    <a:pt x="1341" y="714"/>
                  </a:lnTo>
                  <a:lnTo>
                    <a:pt x="1342" y="765"/>
                  </a:lnTo>
                  <a:lnTo>
                    <a:pt x="1342" y="746"/>
                  </a:lnTo>
                  <a:lnTo>
                    <a:pt x="1342" y="746"/>
                  </a:lnTo>
                  <a:lnTo>
                    <a:pt x="1343" y="747"/>
                  </a:lnTo>
                  <a:lnTo>
                    <a:pt x="1343" y="0"/>
                  </a:lnTo>
                  <a:lnTo>
                    <a:pt x="1344" y="420"/>
                  </a:lnTo>
                  <a:lnTo>
                    <a:pt x="1344" y="423"/>
                  </a:lnTo>
                  <a:lnTo>
                    <a:pt x="1345" y="756"/>
                  </a:lnTo>
                  <a:lnTo>
                    <a:pt x="1345" y="700"/>
                  </a:lnTo>
                  <a:lnTo>
                    <a:pt x="1345" y="700"/>
                  </a:lnTo>
                  <a:lnTo>
                    <a:pt x="1346" y="793"/>
                  </a:lnTo>
                  <a:lnTo>
                    <a:pt x="1347" y="695"/>
                  </a:lnTo>
                  <a:lnTo>
                    <a:pt x="1347" y="695"/>
                  </a:lnTo>
                  <a:lnTo>
                    <a:pt x="1347" y="695"/>
                  </a:lnTo>
                  <a:lnTo>
                    <a:pt x="1348" y="804"/>
                  </a:lnTo>
                  <a:lnTo>
                    <a:pt x="1348" y="804"/>
                  </a:lnTo>
                  <a:lnTo>
                    <a:pt x="1348" y="804"/>
                  </a:lnTo>
                  <a:lnTo>
                    <a:pt x="1350" y="804"/>
                  </a:lnTo>
                  <a:lnTo>
                    <a:pt x="1350" y="804"/>
                  </a:lnTo>
                  <a:lnTo>
                    <a:pt x="1351" y="735"/>
                  </a:lnTo>
                  <a:lnTo>
                    <a:pt x="1351" y="734"/>
                  </a:lnTo>
                  <a:lnTo>
                    <a:pt x="1352" y="720"/>
                  </a:lnTo>
                  <a:lnTo>
                    <a:pt x="1353" y="796"/>
                  </a:lnTo>
                  <a:lnTo>
                    <a:pt x="1353" y="796"/>
                  </a:lnTo>
                  <a:lnTo>
                    <a:pt x="1353" y="796"/>
                  </a:lnTo>
                  <a:lnTo>
                    <a:pt x="1354" y="739"/>
                  </a:lnTo>
                  <a:lnTo>
                    <a:pt x="1354" y="770"/>
                  </a:lnTo>
                  <a:lnTo>
                    <a:pt x="1354" y="770"/>
                  </a:lnTo>
                  <a:lnTo>
                    <a:pt x="1355" y="804"/>
                  </a:lnTo>
                  <a:lnTo>
                    <a:pt x="1356" y="804"/>
                  </a:lnTo>
                  <a:lnTo>
                    <a:pt x="1356" y="804"/>
                  </a:lnTo>
                  <a:lnTo>
                    <a:pt x="1357" y="638"/>
                  </a:lnTo>
                  <a:lnTo>
                    <a:pt x="1357" y="674"/>
                  </a:lnTo>
                  <a:lnTo>
                    <a:pt x="1357" y="674"/>
                  </a:lnTo>
                  <a:lnTo>
                    <a:pt x="1359" y="800"/>
                  </a:lnTo>
                  <a:lnTo>
                    <a:pt x="1359" y="800"/>
                  </a:lnTo>
                  <a:lnTo>
                    <a:pt x="1359" y="800"/>
                  </a:lnTo>
                  <a:lnTo>
                    <a:pt x="1359" y="804"/>
                  </a:lnTo>
                  <a:lnTo>
                    <a:pt x="1360" y="804"/>
                  </a:lnTo>
                  <a:lnTo>
                    <a:pt x="1360" y="804"/>
                  </a:lnTo>
                  <a:lnTo>
                    <a:pt x="1362" y="791"/>
                  </a:lnTo>
                  <a:lnTo>
                    <a:pt x="1362" y="790"/>
                  </a:lnTo>
                  <a:lnTo>
                    <a:pt x="1363" y="661"/>
                  </a:lnTo>
                  <a:lnTo>
                    <a:pt x="1363" y="661"/>
                  </a:lnTo>
                  <a:lnTo>
                    <a:pt x="1363" y="661"/>
                  </a:lnTo>
                  <a:lnTo>
                    <a:pt x="1364" y="591"/>
                  </a:lnTo>
                  <a:lnTo>
                    <a:pt x="1365" y="804"/>
                  </a:lnTo>
                  <a:lnTo>
                    <a:pt x="1365" y="804"/>
                  </a:lnTo>
                  <a:lnTo>
                    <a:pt x="1365" y="804"/>
                  </a:lnTo>
                  <a:lnTo>
                    <a:pt x="1366" y="754"/>
                  </a:lnTo>
                  <a:lnTo>
                    <a:pt x="1366" y="754"/>
                  </a:lnTo>
                  <a:lnTo>
                    <a:pt x="1366" y="754"/>
                  </a:lnTo>
                  <a:lnTo>
                    <a:pt x="1367" y="755"/>
                  </a:lnTo>
                  <a:lnTo>
                    <a:pt x="1367" y="611"/>
                  </a:lnTo>
                  <a:lnTo>
                    <a:pt x="1368" y="702"/>
                  </a:lnTo>
                  <a:lnTo>
                    <a:pt x="1368" y="702"/>
                  </a:lnTo>
                  <a:lnTo>
                    <a:pt x="1369" y="804"/>
                  </a:lnTo>
                  <a:lnTo>
                    <a:pt x="1369" y="804"/>
                  </a:lnTo>
                  <a:lnTo>
                    <a:pt x="1369" y="804"/>
                  </a:lnTo>
                  <a:lnTo>
                    <a:pt x="1371" y="804"/>
                  </a:lnTo>
                  <a:lnTo>
                    <a:pt x="1371" y="804"/>
                  </a:lnTo>
                  <a:lnTo>
                    <a:pt x="1372" y="793"/>
                  </a:lnTo>
                  <a:lnTo>
                    <a:pt x="1372" y="797"/>
                  </a:lnTo>
                  <a:lnTo>
                    <a:pt x="1372" y="797"/>
                  </a:lnTo>
                  <a:lnTo>
                    <a:pt x="1373" y="783"/>
                  </a:lnTo>
                  <a:lnTo>
                    <a:pt x="1374" y="795"/>
                  </a:lnTo>
                  <a:lnTo>
                    <a:pt x="1374" y="796"/>
                  </a:lnTo>
                  <a:lnTo>
                    <a:pt x="1374" y="783"/>
                  </a:lnTo>
                  <a:lnTo>
                    <a:pt x="1375" y="793"/>
                  </a:lnTo>
                  <a:lnTo>
                    <a:pt x="1375" y="793"/>
                  </a:lnTo>
                  <a:lnTo>
                    <a:pt x="1376" y="797"/>
                  </a:lnTo>
                  <a:lnTo>
                    <a:pt x="1377" y="692"/>
                  </a:lnTo>
                  <a:lnTo>
                    <a:pt x="1377" y="726"/>
                  </a:lnTo>
                  <a:lnTo>
                    <a:pt x="1377" y="727"/>
                  </a:lnTo>
                  <a:lnTo>
                    <a:pt x="1377" y="754"/>
                  </a:lnTo>
                  <a:lnTo>
                    <a:pt x="1378" y="603"/>
                  </a:lnTo>
                  <a:lnTo>
                    <a:pt x="1378" y="650"/>
                  </a:lnTo>
                  <a:lnTo>
                    <a:pt x="1378" y="650"/>
                  </a:lnTo>
                  <a:lnTo>
                    <a:pt x="1380" y="793"/>
                  </a:lnTo>
                  <a:lnTo>
                    <a:pt x="1380" y="793"/>
                  </a:lnTo>
                  <a:lnTo>
                    <a:pt x="1380" y="793"/>
                  </a:lnTo>
                  <a:lnTo>
                    <a:pt x="1380" y="804"/>
                  </a:lnTo>
                  <a:lnTo>
                    <a:pt x="1381" y="804"/>
                  </a:lnTo>
                  <a:lnTo>
                    <a:pt x="1381" y="804"/>
                  </a:lnTo>
                  <a:lnTo>
                    <a:pt x="1383" y="779"/>
                  </a:lnTo>
                  <a:lnTo>
                    <a:pt x="1383" y="779"/>
                  </a:lnTo>
                  <a:lnTo>
                    <a:pt x="1383" y="779"/>
                  </a:lnTo>
                  <a:lnTo>
                    <a:pt x="1383" y="761"/>
                  </a:lnTo>
                  <a:lnTo>
                    <a:pt x="1384" y="801"/>
                  </a:lnTo>
                  <a:lnTo>
                    <a:pt x="1384" y="793"/>
                  </a:lnTo>
                  <a:lnTo>
                    <a:pt x="1384" y="793"/>
                  </a:lnTo>
                  <a:lnTo>
                    <a:pt x="1385" y="777"/>
                  </a:lnTo>
                  <a:lnTo>
                    <a:pt x="1386" y="804"/>
                  </a:lnTo>
                  <a:lnTo>
                    <a:pt x="1386" y="804"/>
                  </a:lnTo>
                  <a:lnTo>
                    <a:pt x="1386" y="804"/>
                  </a:lnTo>
                  <a:lnTo>
                    <a:pt x="1387" y="773"/>
                  </a:lnTo>
                  <a:lnTo>
                    <a:pt x="1387" y="774"/>
                  </a:lnTo>
                  <a:lnTo>
                    <a:pt x="1387" y="774"/>
                  </a:lnTo>
                  <a:lnTo>
                    <a:pt x="1388" y="785"/>
                  </a:lnTo>
                  <a:lnTo>
                    <a:pt x="1389" y="696"/>
                  </a:lnTo>
                  <a:lnTo>
                    <a:pt x="1389" y="697"/>
                  </a:lnTo>
                  <a:lnTo>
                    <a:pt x="1389" y="698"/>
                  </a:lnTo>
                  <a:lnTo>
                    <a:pt x="1389" y="565"/>
                  </a:lnTo>
                  <a:lnTo>
                    <a:pt x="1390" y="760"/>
                  </a:lnTo>
                  <a:lnTo>
                    <a:pt x="1390" y="760"/>
                  </a:lnTo>
                  <a:lnTo>
                    <a:pt x="1391" y="804"/>
                  </a:lnTo>
                  <a:lnTo>
                    <a:pt x="1392" y="804"/>
                  </a:lnTo>
                  <a:lnTo>
                    <a:pt x="1392" y="804"/>
                  </a:lnTo>
                  <a:lnTo>
                    <a:pt x="1393" y="773"/>
                  </a:lnTo>
                  <a:lnTo>
                    <a:pt x="1393" y="773"/>
                  </a:lnTo>
                  <a:lnTo>
                    <a:pt x="1393" y="773"/>
                  </a:lnTo>
                  <a:lnTo>
                    <a:pt x="1394" y="756"/>
                  </a:lnTo>
                  <a:lnTo>
                    <a:pt x="1394" y="776"/>
                  </a:lnTo>
                  <a:lnTo>
                    <a:pt x="1395" y="767"/>
                  </a:lnTo>
                  <a:lnTo>
                    <a:pt x="1395" y="767"/>
                  </a:lnTo>
                  <a:lnTo>
                    <a:pt x="1395" y="804"/>
                  </a:lnTo>
                  <a:lnTo>
                    <a:pt x="1396" y="789"/>
                  </a:lnTo>
                  <a:lnTo>
                    <a:pt x="1396" y="789"/>
                  </a:lnTo>
                  <a:lnTo>
                    <a:pt x="1397" y="796"/>
                  </a:lnTo>
                  <a:lnTo>
                    <a:pt x="1398" y="732"/>
                  </a:lnTo>
                  <a:lnTo>
                    <a:pt x="1398" y="731"/>
                  </a:lnTo>
                  <a:lnTo>
                    <a:pt x="1398" y="720"/>
                  </a:lnTo>
                  <a:lnTo>
                    <a:pt x="1398" y="762"/>
                  </a:lnTo>
                  <a:lnTo>
                    <a:pt x="1399" y="725"/>
                  </a:lnTo>
                  <a:lnTo>
                    <a:pt x="1399" y="725"/>
                  </a:lnTo>
                  <a:lnTo>
                    <a:pt x="1400" y="659"/>
                  </a:lnTo>
                  <a:lnTo>
                    <a:pt x="1401" y="752"/>
                  </a:lnTo>
                  <a:lnTo>
                    <a:pt x="1401" y="748"/>
                  </a:lnTo>
                  <a:lnTo>
                    <a:pt x="1401" y="748"/>
                  </a:lnTo>
                  <a:lnTo>
                    <a:pt x="1401" y="735"/>
                  </a:lnTo>
                  <a:lnTo>
                    <a:pt x="1402" y="804"/>
                  </a:lnTo>
                  <a:lnTo>
                    <a:pt x="1402" y="804"/>
                  </a:lnTo>
                  <a:lnTo>
                    <a:pt x="1402" y="804"/>
                  </a:lnTo>
                  <a:lnTo>
                    <a:pt x="1404" y="797"/>
                  </a:lnTo>
                  <a:lnTo>
                    <a:pt x="1404" y="797"/>
                  </a:lnTo>
                  <a:lnTo>
                    <a:pt x="1405" y="765"/>
                  </a:lnTo>
                  <a:lnTo>
                    <a:pt x="1405" y="783"/>
                  </a:lnTo>
                  <a:lnTo>
                    <a:pt x="1405" y="783"/>
                  </a:lnTo>
                  <a:lnTo>
                    <a:pt x="1406" y="801"/>
                  </a:lnTo>
                  <a:lnTo>
                    <a:pt x="1407" y="759"/>
                  </a:lnTo>
                  <a:lnTo>
                    <a:pt x="1407" y="759"/>
                  </a:lnTo>
                  <a:lnTo>
                    <a:pt x="1407" y="759"/>
                  </a:lnTo>
                  <a:lnTo>
                    <a:pt x="1407" y="707"/>
                  </a:lnTo>
                  <a:lnTo>
                    <a:pt x="1408" y="760"/>
                  </a:lnTo>
                  <a:lnTo>
                    <a:pt x="1408" y="761"/>
                  </a:lnTo>
                  <a:lnTo>
                    <a:pt x="1409" y="780"/>
                  </a:lnTo>
                  <a:lnTo>
                    <a:pt x="1410" y="612"/>
                  </a:lnTo>
                  <a:lnTo>
                    <a:pt x="1410" y="631"/>
                  </a:lnTo>
                  <a:lnTo>
                    <a:pt x="1410" y="632"/>
                  </a:lnTo>
                  <a:lnTo>
                    <a:pt x="1411" y="607"/>
                  </a:lnTo>
                  <a:lnTo>
                    <a:pt x="1411" y="704"/>
                  </a:lnTo>
                  <a:lnTo>
                    <a:pt x="1411" y="704"/>
                  </a:lnTo>
                  <a:lnTo>
                    <a:pt x="1411" y="704"/>
                  </a:lnTo>
                  <a:lnTo>
                    <a:pt x="1413" y="804"/>
                  </a:lnTo>
                  <a:lnTo>
                    <a:pt x="1413" y="804"/>
                  </a:lnTo>
                  <a:lnTo>
                    <a:pt x="1413" y="804"/>
                  </a:lnTo>
                  <a:lnTo>
                    <a:pt x="1414" y="800"/>
                  </a:lnTo>
                  <a:lnTo>
                    <a:pt x="1414" y="800"/>
                  </a:lnTo>
                  <a:lnTo>
                    <a:pt x="1414" y="800"/>
                  </a:lnTo>
                  <a:lnTo>
                    <a:pt x="1415" y="776"/>
                  </a:lnTo>
                  <a:lnTo>
                    <a:pt x="1416" y="793"/>
                  </a:lnTo>
                  <a:lnTo>
                    <a:pt x="1416" y="793"/>
                  </a:lnTo>
                  <a:lnTo>
                    <a:pt x="1417" y="795"/>
                  </a:lnTo>
                  <a:lnTo>
                    <a:pt x="1417" y="760"/>
                  </a:lnTo>
                  <a:lnTo>
                    <a:pt x="1417" y="761"/>
                  </a:lnTo>
                  <a:lnTo>
                    <a:pt x="1417" y="761"/>
                  </a:lnTo>
                  <a:lnTo>
                    <a:pt x="1418" y="760"/>
                  </a:lnTo>
                  <a:lnTo>
                    <a:pt x="1418" y="800"/>
                  </a:lnTo>
                  <a:lnTo>
                    <a:pt x="1419" y="786"/>
                  </a:lnTo>
                  <a:lnTo>
                    <a:pt x="1419" y="786"/>
                  </a:lnTo>
                  <a:lnTo>
                    <a:pt x="1419" y="716"/>
                  </a:lnTo>
                  <a:lnTo>
                    <a:pt x="1420" y="743"/>
                  </a:lnTo>
                  <a:lnTo>
                    <a:pt x="1420" y="743"/>
                  </a:lnTo>
                  <a:lnTo>
                    <a:pt x="1421" y="763"/>
                  </a:lnTo>
                  <a:lnTo>
                    <a:pt x="1422" y="599"/>
                  </a:lnTo>
                  <a:lnTo>
                    <a:pt x="1422" y="668"/>
                  </a:lnTo>
                  <a:lnTo>
                    <a:pt x="1422" y="668"/>
                  </a:lnTo>
                  <a:lnTo>
                    <a:pt x="1422" y="665"/>
                  </a:lnTo>
                  <a:lnTo>
                    <a:pt x="1423" y="786"/>
                  </a:lnTo>
                  <a:lnTo>
                    <a:pt x="1423" y="786"/>
                  </a:lnTo>
                  <a:lnTo>
                    <a:pt x="1423" y="786"/>
                  </a:lnTo>
                  <a:lnTo>
                    <a:pt x="1424" y="804"/>
                  </a:lnTo>
                  <a:lnTo>
                    <a:pt x="1425" y="804"/>
                  </a:lnTo>
                  <a:lnTo>
                    <a:pt x="1425" y="804"/>
                  </a:lnTo>
                  <a:lnTo>
                    <a:pt x="1426" y="766"/>
                  </a:lnTo>
                  <a:lnTo>
                    <a:pt x="1426" y="766"/>
                  </a:lnTo>
                  <a:lnTo>
                    <a:pt x="1426" y="766"/>
                  </a:lnTo>
                  <a:lnTo>
                    <a:pt x="1427" y="740"/>
                  </a:lnTo>
                  <a:lnTo>
                    <a:pt x="1428" y="791"/>
                  </a:lnTo>
                  <a:lnTo>
                    <a:pt x="1428" y="785"/>
                  </a:lnTo>
                  <a:lnTo>
                    <a:pt x="1428" y="785"/>
                  </a:lnTo>
                  <a:lnTo>
                    <a:pt x="1429" y="804"/>
                  </a:lnTo>
                  <a:lnTo>
                    <a:pt x="1429" y="782"/>
                  </a:lnTo>
                  <a:lnTo>
                    <a:pt x="1429" y="782"/>
                  </a:lnTo>
                  <a:lnTo>
                    <a:pt x="1430" y="485"/>
                  </a:lnTo>
                  <a:lnTo>
                    <a:pt x="1431" y="640"/>
                  </a:lnTo>
                  <a:lnTo>
                    <a:pt x="1431" y="642"/>
                  </a:lnTo>
                  <a:lnTo>
                    <a:pt x="1431" y="780"/>
                  </a:lnTo>
                  <a:lnTo>
                    <a:pt x="1432" y="542"/>
                  </a:lnTo>
                  <a:lnTo>
                    <a:pt x="1432" y="578"/>
                  </a:lnTo>
                  <a:lnTo>
                    <a:pt x="1432" y="578"/>
                  </a:lnTo>
                  <a:lnTo>
                    <a:pt x="1434" y="787"/>
                  </a:lnTo>
                  <a:lnTo>
                    <a:pt x="1434" y="776"/>
                  </a:lnTo>
                  <a:lnTo>
                    <a:pt x="1434" y="776"/>
                  </a:lnTo>
                  <a:lnTo>
                    <a:pt x="1435" y="804"/>
                  </a:lnTo>
                  <a:lnTo>
                    <a:pt x="1435" y="804"/>
                  </a:lnTo>
                  <a:lnTo>
                    <a:pt x="1435" y="804"/>
                  </a:lnTo>
                  <a:lnTo>
                    <a:pt x="1437" y="769"/>
                  </a:lnTo>
                  <a:lnTo>
                    <a:pt x="1437" y="769"/>
                  </a:lnTo>
                  <a:lnTo>
                    <a:pt x="1437" y="769"/>
                  </a:lnTo>
                  <a:lnTo>
                    <a:pt x="1437" y="721"/>
                  </a:lnTo>
                  <a:lnTo>
                    <a:pt x="1438" y="770"/>
                  </a:lnTo>
                  <a:lnTo>
                    <a:pt x="1438" y="731"/>
                  </a:lnTo>
                  <a:lnTo>
                    <a:pt x="1438" y="731"/>
                  </a:lnTo>
                  <a:lnTo>
                    <a:pt x="1439" y="625"/>
                  </a:lnTo>
                  <a:lnTo>
                    <a:pt x="1440" y="763"/>
                  </a:lnTo>
                  <a:lnTo>
                    <a:pt x="1440" y="763"/>
                  </a:lnTo>
                  <a:lnTo>
                    <a:pt x="1440" y="734"/>
                  </a:lnTo>
                  <a:lnTo>
                    <a:pt x="1441" y="789"/>
                  </a:lnTo>
                  <a:lnTo>
                    <a:pt x="1441" y="788"/>
                  </a:lnTo>
                  <a:lnTo>
                    <a:pt x="1441" y="788"/>
                  </a:lnTo>
                  <a:lnTo>
                    <a:pt x="1443" y="572"/>
                  </a:lnTo>
                  <a:lnTo>
                    <a:pt x="1443" y="598"/>
                  </a:lnTo>
                  <a:lnTo>
                    <a:pt x="1443" y="600"/>
                  </a:lnTo>
                  <a:lnTo>
                    <a:pt x="1443" y="579"/>
                  </a:lnTo>
                  <a:lnTo>
                    <a:pt x="1444" y="792"/>
                  </a:lnTo>
                  <a:lnTo>
                    <a:pt x="1444" y="792"/>
                  </a:lnTo>
                  <a:lnTo>
                    <a:pt x="1444" y="792"/>
                  </a:lnTo>
                  <a:lnTo>
                    <a:pt x="1445" y="804"/>
                  </a:lnTo>
                  <a:lnTo>
                    <a:pt x="1446" y="804"/>
                  </a:lnTo>
                  <a:lnTo>
                    <a:pt x="1446" y="804"/>
                  </a:lnTo>
                  <a:lnTo>
                    <a:pt x="1447" y="761"/>
                  </a:lnTo>
                  <a:lnTo>
                    <a:pt x="1447" y="761"/>
                  </a:lnTo>
                  <a:lnTo>
                    <a:pt x="1447" y="761"/>
                  </a:lnTo>
                  <a:lnTo>
                    <a:pt x="1448" y="734"/>
                  </a:lnTo>
                  <a:lnTo>
                    <a:pt x="1449" y="785"/>
                  </a:lnTo>
                  <a:lnTo>
                    <a:pt x="1449" y="785"/>
                  </a:lnTo>
                  <a:lnTo>
                    <a:pt x="1449" y="785"/>
                  </a:lnTo>
                  <a:lnTo>
                    <a:pt x="1449" y="804"/>
                  </a:lnTo>
                  <a:lnTo>
                    <a:pt x="1450" y="681"/>
                  </a:lnTo>
                  <a:lnTo>
                    <a:pt x="1450" y="678"/>
                  </a:lnTo>
                  <a:lnTo>
                    <a:pt x="1451" y="483"/>
                  </a:lnTo>
                  <a:lnTo>
                    <a:pt x="1451" y="693"/>
                  </a:lnTo>
                  <a:lnTo>
                    <a:pt x="1452" y="496"/>
                  </a:lnTo>
                  <a:lnTo>
                    <a:pt x="1452" y="496"/>
                  </a:lnTo>
                  <a:lnTo>
                    <a:pt x="1453" y="789"/>
                  </a:lnTo>
                  <a:lnTo>
                    <a:pt x="1453" y="617"/>
                  </a:lnTo>
                  <a:lnTo>
                    <a:pt x="1453" y="616"/>
                  </a:lnTo>
                  <a:lnTo>
                    <a:pt x="1454" y="577"/>
                  </a:lnTo>
                  <a:lnTo>
                    <a:pt x="1455" y="767"/>
                  </a:lnTo>
                  <a:lnTo>
                    <a:pt x="1455" y="767"/>
                  </a:lnTo>
                  <a:lnTo>
                    <a:pt x="1456" y="804"/>
                  </a:lnTo>
                  <a:lnTo>
                    <a:pt x="1456" y="804"/>
                  </a:lnTo>
                  <a:lnTo>
                    <a:pt x="1456" y="804"/>
                  </a:lnTo>
                  <a:lnTo>
                    <a:pt x="1458" y="780"/>
                  </a:lnTo>
                  <a:lnTo>
                    <a:pt x="1458" y="780"/>
                  </a:lnTo>
                  <a:lnTo>
                    <a:pt x="1458" y="780"/>
                  </a:lnTo>
                  <a:lnTo>
                    <a:pt x="1459" y="748"/>
                  </a:lnTo>
                  <a:lnTo>
                    <a:pt x="1459" y="753"/>
                  </a:lnTo>
                  <a:lnTo>
                    <a:pt x="1459" y="753"/>
                  </a:lnTo>
                  <a:lnTo>
                    <a:pt x="1460" y="804"/>
                  </a:lnTo>
                  <a:lnTo>
                    <a:pt x="1461" y="804"/>
                  </a:lnTo>
                  <a:lnTo>
                    <a:pt x="1461" y="804"/>
                  </a:lnTo>
                  <a:lnTo>
                    <a:pt x="1462" y="774"/>
                  </a:lnTo>
                  <a:lnTo>
                    <a:pt x="1462" y="774"/>
                  </a:lnTo>
                  <a:lnTo>
                    <a:pt x="1462" y="774"/>
                  </a:lnTo>
                  <a:lnTo>
                    <a:pt x="1463" y="684"/>
                  </a:lnTo>
                  <a:lnTo>
                    <a:pt x="1464" y="804"/>
                  </a:lnTo>
                  <a:lnTo>
                    <a:pt x="1464" y="743"/>
                  </a:lnTo>
                  <a:lnTo>
                    <a:pt x="1464" y="742"/>
                  </a:lnTo>
                  <a:lnTo>
                    <a:pt x="1465" y="565"/>
                  </a:lnTo>
                  <a:lnTo>
                    <a:pt x="1465" y="741"/>
                  </a:lnTo>
                  <a:lnTo>
                    <a:pt x="1465" y="742"/>
                  </a:lnTo>
                  <a:lnTo>
                    <a:pt x="1467" y="804"/>
                  </a:lnTo>
                  <a:lnTo>
                    <a:pt x="1467" y="804"/>
                  </a:lnTo>
                  <a:lnTo>
                    <a:pt x="1467" y="804"/>
                  </a:lnTo>
                  <a:lnTo>
                    <a:pt x="1467" y="800"/>
                  </a:lnTo>
                  <a:lnTo>
                    <a:pt x="1468" y="804"/>
                  </a:lnTo>
                  <a:lnTo>
                    <a:pt x="1468" y="804"/>
                  </a:lnTo>
                  <a:lnTo>
                    <a:pt x="1470" y="691"/>
                  </a:lnTo>
                  <a:lnTo>
                    <a:pt x="1470" y="699"/>
                  </a:lnTo>
                  <a:lnTo>
                    <a:pt x="1470" y="699"/>
                  </a:lnTo>
                  <a:lnTo>
                    <a:pt x="1471" y="796"/>
                  </a:lnTo>
                  <a:lnTo>
                    <a:pt x="1471" y="796"/>
                  </a:lnTo>
                  <a:lnTo>
                    <a:pt x="1471" y="796"/>
                  </a:lnTo>
                  <a:lnTo>
                    <a:pt x="1472" y="804"/>
                  </a:lnTo>
                  <a:lnTo>
                    <a:pt x="1473" y="745"/>
                  </a:lnTo>
                  <a:lnTo>
                    <a:pt x="1473" y="745"/>
                  </a:lnTo>
                  <a:lnTo>
                    <a:pt x="1473" y="745"/>
                  </a:lnTo>
                  <a:lnTo>
                    <a:pt x="1474" y="669"/>
                  </a:lnTo>
                  <a:lnTo>
                    <a:pt x="1474" y="672"/>
                  </a:lnTo>
                  <a:lnTo>
                    <a:pt x="1474" y="673"/>
                  </a:lnTo>
                  <a:lnTo>
                    <a:pt x="1475" y="680"/>
                  </a:lnTo>
                  <a:lnTo>
                    <a:pt x="1475" y="464"/>
                  </a:lnTo>
                  <a:lnTo>
                    <a:pt x="1476" y="653"/>
                  </a:lnTo>
                  <a:lnTo>
                    <a:pt x="1476" y="653"/>
                  </a:lnTo>
                  <a:lnTo>
                    <a:pt x="1476" y="649"/>
                  </a:lnTo>
                  <a:lnTo>
                    <a:pt x="1477" y="800"/>
                  </a:lnTo>
                  <a:lnTo>
                    <a:pt x="1477" y="800"/>
                  </a:lnTo>
                  <a:lnTo>
                    <a:pt x="1477" y="800"/>
                  </a:lnTo>
                  <a:lnTo>
                    <a:pt x="1478" y="804"/>
                  </a:lnTo>
                  <a:lnTo>
                    <a:pt x="1479" y="792"/>
                  </a:lnTo>
                  <a:lnTo>
                    <a:pt x="1479" y="792"/>
                  </a:lnTo>
                  <a:lnTo>
                    <a:pt x="1479" y="792"/>
                  </a:lnTo>
                  <a:lnTo>
                    <a:pt x="1480" y="722"/>
                  </a:lnTo>
                  <a:lnTo>
                    <a:pt x="1480" y="722"/>
                  </a:lnTo>
                  <a:lnTo>
                    <a:pt x="1480" y="722"/>
                  </a:lnTo>
                  <a:lnTo>
                    <a:pt x="1481" y="720"/>
                  </a:lnTo>
                  <a:lnTo>
                    <a:pt x="1481" y="771"/>
                  </a:lnTo>
                  <a:lnTo>
                    <a:pt x="1482" y="739"/>
                  </a:lnTo>
                  <a:lnTo>
                    <a:pt x="1482" y="739"/>
                  </a:lnTo>
                  <a:lnTo>
                    <a:pt x="1482" y="717"/>
                  </a:lnTo>
                  <a:lnTo>
                    <a:pt x="1483" y="783"/>
                  </a:lnTo>
                  <a:lnTo>
                    <a:pt x="1483" y="755"/>
                  </a:lnTo>
                  <a:lnTo>
                    <a:pt x="1483" y="756"/>
                  </a:lnTo>
                  <a:lnTo>
                    <a:pt x="1484" y="737"/>
                  </a:lnTo>
                  <a:lnTo>
                    <a:pt x="1485" y="784"/>
                  </a:lnTo>
                  <a:lnTo>
                    <a:pt x="1485" y="782"/>
                  </a:lnTo>
                  <a:lnTo>
                    <a:pt x="1485" y="782"/>
                  </a:lnTo>
                  <a:lnTo>
                    <a:pt x="1485" y="783"/>
                  </a:lnTo>
                  <a:lnTo>
                    <a:pt x="1486" y="563"/>
                  </a:lnTo>
                  <a:lnTo>
                    <a:pt x="1486" y="657"/>
                  </a:lnTo>
                  <a:lnTo>
                    <a:pt x="1486" y="657"/>
                  </a:lnTo>
                  <a:lnTo>
                    <a:pt x="1486" y="657"/>
                  </a:lnTo>
                  <a:lnTo>
                    <a:pt x="1488" y="800"/>
                  </a:lnTo>
                  <a:lnTo>
                    <a:pt x="1488" y="800"/>
                  </a:lnTo>
                  <a:lnTo>
                    <a:pt x="1488" y="800"/>
                  </a:lnTo>
                  <a:lnTo>
                    <a:pt x="1488" y="804"/>
                  </a:lnTo>
                  <a:lnTo>
                    <a:pt x="1489" y="804"/>
                  </a:lnTo>
                  <a:lnTo>
                    <a:pt x="1489" y="804"/>
                  </a:lnTo>
                  <a:lnTo>
                    <a:pt x="1491" y="761"/>
                  </a:lnTo>
                  <a:lnTo>
                    <a:pt x="1491" y="761"/>
                  </a:lnTo>
                  <a:lnTo>
                    <a:pt x="1491" y="760"/>
                  </a:lnTo>
                  <a:lnTo>
                    <a:pt x="1492" y="754"/>
                  </a:lnTo>
                  <a:lnTo>
                    <a:pt x="1492" y="789"/>
                  </a:lnTo>
                  <a:lnTo>
                    <a:pt x="1492" y="767"/>
                  </a:lnTo>
                  <a:lnTo>
                    <a:pt x="1492" y="767"/>
                  </a:lnTo>
                  <a:lnTo>
                    <a:pt x="1493" y="535"/>
                  </a:lnTo>
                  <a:lnTo>
                    <a:pt x="1494" y="774"/>
                  </a:lnTo>
                  <a:lnTo>
                    <a:pt x="1494" y="765"/>
                  </a:lnTo>
                  <a:lnTo>
                    <a:pt x="1494" y="765"/>
                  </a:lnTo>
                  <a:lnTo>
                    <a:pt x="1495" y="755"/>
                  </a:lnTo>
                  <a:lnTo>
                    <a:pt x="1495" y="793"/>
                  </a:lnTo>
                  <a:lnTo>
                    <a:pt x="1495" y="793"/>
                  </a:lnTo>
                  <a:lnTo>
                    <a:pt x="1495" y="793"/>
                  </a:lnTo>
                  <a:lnTo>
                    <a:pt x="1496" y="804"/>
                  </a:lnTo>
                  <a:lnTo>
                    <a:pt x="1497" y="572"/>
                  </a:lnTo>
                  <a:lnTo>
                    <a:pt x="1497" y="658"/>
                  </a:lnTo>
                  <a:lnTo>
                    <a:pt x="1497" y="658"/>
                  </a:lnTo>
                  <a:lnTo>
                    <a:pt x="1498" y="804"/>
                  </a:lnTo>
                  <a:lnTo>
                    <a:pt x="1498" y="804"/>
                  </a:lnTo>
                  <a:lnTo>
                    <a:pt x="1498" y="804"/>
                  </a:lnTo>
                  <a:lnTo>
                    <a:pt x="1500" y="800"/>
                  </a:lnTo>
                  <a:lnTo>
                    <a:pt x="1500" y="800"/>
                  </a:lnTo>
                  <a:lnTo>
                    <a:pt x="1500" y="800"/>
                  </a:lnTo>
                  <a:lnTo>
                    <a:pt x="1501" y="804"/>
                  </a:lnTo>
                  <a:lnTo>
                    <a:pt x="1501" y="804"/>
                  </a:lnTo>
                  <a:lnTo>
                    <a:pt x="1501" y="804"/>
                  </a:lnTo>
                  <a:lnTo>
                    <a:pt x="1502" y="707"/>
                  </a:lnTo>
                  <a:lnTo>
                    <a:pt x="1503" y="774"/>
                  </a:lnTo>
                  <a:lnTo>
                    <a:pt x="1503" y="774"/>
                  </a:lnTo>
                  <a:lnTo>
                    <a:pt x="1504" y="804"/>
                  </a:lnTo>
                  <a:lnTo>
                    <a:pt x="1504" y="765"/>
                  </a:lnTo>
                  <a:lnTo>
                    <a:pt x="1504" y="765"/>
                  </a:lnTo>
                  <a:lnTo>
                    <a:pt x="1505" y="718"/>
                  </a:lnTo>
                  <a:lnTo>
                    <a:pt x="1506" y="779"/>
                  </a:lnTo>
                  <a:lnTo>
                    <a:pt x="1506" y="779"/>
                  </a:lnTo>
                  <a:lnTo>
                    <a:pt x="1506" y="779"/>
                  </a:lnTo>
                  <a:lnTo>
                    <a:pt x="1507" y="804"/>
                  </a:lnTo>
                  <a:lnTo>
                    <a:pt x="1507" y="615"/>
                  </a:lnTo>
                  <a:lnTo>
                    <a:pt x="1507" y="615"/>
                  </a:lnTo>
                  <a:lnTo>
                    <a:pt x="1507" y="615"/>
                  </a:lnTo>
                  <a:lnTo>
                    <a:pt x="1508" y="615"/>
                  </a:lnTo>
                  <a:lnTo>
                    <a:pt x="1509" y="773"/>
                  </a:lnTo>
                  <a:lnTo>
                    <a:pt x="1509" y="773"/>
                  </a:lnTo>
                  <a:lnTo>
                    <a:pt x="1509" y="804"/>
                  </a:lnTo>
                  <a:lnTo>
                    <a:pt x="1510" y="804"/>
                  </a:lnTo>
                  <a:lnTo>
                    <a:pt x="1510" y="804"/>
                  </a:lnTo>
                  <a:lnTo>
                    <a:pt x="1511" y="800"/>
                  </a:lnTo>
                  <a:lnTo>
                    <a:pt x="1512" y="800"/>
                  </a:lnTo>
                  <a:lnTo>
                    <a:pt x="1512" y="800"/>
                  </a:lnTo>
                  <a:lnTo>
                    <a:pt x="1512" y="804"/>
                  </a:lnTo>
                  <a:lnTo>
                    <a:pt x="1513" y="692"/>
                  </a:lnTo>
                  <a:lnTo>
                    <a:pt x="1513" y="734"/>
                  </a:lnTo>
                  <a:lnTo>
                    <a:pt x="1513" y="734"/>
                  </a:lnTo>
                  <a:lnTo>
                    <a:pt x="1515" y="798"/>
                  </a:lnTo>
                  <a:lnTo>
                    <a:pt x="1515" y="800"/>
                  </a:lnTo>
                  <a:lnTo>
                    <a:pt x="1515" y="804"/>
                  </a:lnTo>
                  <a:lnTo>
                    <a:pt x="1516" y="736"/>
                  </a:lnTo>
                  <a:lnTo>
                    <a:pt x="1516" y="746"/>
                  </a:lnTo>
                  <a:lnTo>
                    <a:pt x="1516" y="746"/>
                  </a:lnTo>
                  <a:lnTo>
                    <a:pt x="1517" y="765"/>
                  </a:lnTo>
                  <a:lnTo>
                    <a:pt x="1518" y="624"/>
                  </a:lnTo>
                  <a:lnTo>
                    <a:pt x="1518" y="624"/>
                  </a:lnTo>
                  <a:lnTo>
                    <a:pt x="1518" y="624"/>
                  </a:lnTo>
                  <a:lnTo>
                    <a:pt x="1518" y="479"/>
                  </a:lnTo>
                  <a:lnTo>
                    <a:pt x="1519" y="756"/>
                  </a:lnTo>
                  <a:lnTo>
                    <a:pt x="1519" y="754"/>
                  </a:lnTo>
                  <a:lnTo>
                    <a:pt x="1519" y="754"/>
                  </a:lnTo>
                  <a:lnTo>
                    <a:pt x="1520" y="804"/>
                  </a:lnTo>
                  <a:lnTo>
                    <a:pt x="1521" y="804"/>
                  </a:lnTo>
                  <a:lnTo>
                    <a:pt x="1521" y="804"/>
                  </a:lnTo>
                  <a:lnTo>
                    <a:pt x="1522" y="755"/>
                  </a:lnTo>
                  <a:lnTo>
                    <a:pt x="1522" y="755"/>
                  </a:lnTo>
                  <a:lnTo>
                    <a:pt x="1522" y="755"/>
                  </a:lnTo>
                  <a:lnTo>
                    <a:pt x="1523" y="748"/>
                  </a:lnTo>
                  <a:lnTo>
                    <a:pt x="1523" y="798"/>
                  </a:lnTo>
                  <a:lnTo>
                    <a:pt x="1524" y="754"/>
                  </a:lnTo>
                  <a:lnTo>
                    <a:pt x="1524" y="754"/>
                  </a:lnTo>
                  <a:lnTo>
                    <a:pt x="1525" y="729"/>
                  </a:lnTo>
                  <a:lnTo>
                    <a:pt x="1525" y="791"/>
                  </a:lnTo>
                  <a:lnTo>
                    <a:pt x="1525" y="787"/>
                  </a:lnTo>
                  <a:lnTo>
                    <a:pt x="1525" y="787"/>
                  </a:lnTo>
                  <a:lnTo>
                    <a:pt x="1526" y="799"/>
                  </a:lnTo>
                  <a:lnTo>
                    <a:pt x="1527" y="767"/>
                  </a:lnTo>
                  <a:lnTo>
                    <a:pt x="1527" y="767"/>
                  </a:lnTo>
                  <a:lnTo>
                    <a:pt x="1527" y="768"/>
                  </a:lnTo>
                  <a:lnTo>
                    <a:pt x="1527" y="772"/>
                  </a:lnTo>
                  <a:lnTo>
                    <a:pt x="1528" y="593"/>
                  </a:lnTo>
                  <a:lnTo>
                    <a:pt x="1528" y="598"/>
                  </a:lnTo>
                  <a:lnTo>
                    <a:pt x="1528" y="598"/>
                  </a:lnTo>
                  <a:lnTo>
                    <a:pt x="1529" y="494"/>
                  </a:lnTo>
                  <a:lnTo>
                    <a:pt x="1530" y="794"/>
                  </a:lnTo>
                  <a:lnTo>
                    <a:pt x="1530" y="794"/>
                  </a:lnTo>
                  <a:lnTo>
                    <a:pt x="1530" y="794"/>
                  </a:lnTo>
                  <a:lnTo>
                    <a:pt x="1530" y="786"/>
                  </a:lnTo>
                  <a:lnTo>
                    <a:pt x="1531" y="804"/>
                  </a:lnTo>
                  <a:lnTo>
                    <a:pt x="1531" y="804"/>
                  </a:lnTo>
                  <a:lnTo>
                    <a:pt x="1531" y="804"/>
                  </a:lnTo>
                  <a:lnTo>
                    <a:pt x="1533" y="804"/>
                  </a:lnTo>
                  <a:lnTo>
                    <a:pt x="1533" y="804"/>
                  </a:lnTo>
                  <a:lnTo>
                    <a:pt x="1534" y="774"/>
                  </a:lnTo>
                  <a:lnTo>
                    <a:pt x="1534" y="791"/>
                  </a:lnTo>
                  <a:lnTo>
                    <a:pt x="1534" y="791"/>
                  </a:lnTo>
                  <a:lnTo>
                    <a:pt x="1535" y="783"/>
                  </a:lnTo>
                  <a:lnTo>
                    <a:pt x="1536" y="804"/>
                  </a:lnTo>
                  <a:lnTo>
                    <a:pt x="1536" y="804"/>
                  </a:lnTo>
                  <a:lnTo>
                    <a:pt x="1536" y="804"/>
                  </a:lnTo>
                  <a:lnTo>
                    <a:pt x="1537" y="762"/>
                  </a:lnTo>
                  <a:lnTo>
                    <a:pt x="1537" y="773"/>
                  </a:lnTo>
                  <a:lnTo>
                    <a:pt x="1537" y="772"/>
                  </a:lnTo>
                  <a:lnTo>
                    <a:pt x="1538" y="707"/>
                  </a:lnTo>
                  <a:lnTo>
                    <a:pt x="1539" y="785"/>
                  </a:lnTo>
                  <a:lnTo>
                    <a:pt x="1539" y="784"/>
                  </a:lnTo>
                  <a:lnTo>
                    <a:pt x="1539" y="784"/>
                  </a:lnTo>
                  <a:lnTo>
                    <a:pt x="1540" y="734"/>
                  </a:lnTo>
                  <a:lnTo>
                    <a:pt x="1540" y="757"/>
                  </a:lnTo>
                  <a:lnTo>
                    <a:pt x="1540" y="756"/>
                  </a:lnTo>
                  <a:lnTo>
                    <a:pt x="1541" y="679"/>
                  </a:lnTo>
                  <a:lnTo>
                    <a:pt x="1542" y="800"/>
                  </a:lnTo>
                  <a:lnTo>
                    <a:pt x="1542" y="794"/>
                  </a:lnTo>
                  <a:lnTo>
                    <a:pt x="1542" y="794"/>
                  </a:lnTo>
                  <a:lnTo>
                    <a:pt x="1542" y="754"/>
                  </a:lnTo>
                  <a:lnTo>
                    <a:pt x="1543" y="804"/>
                  </a:lnTo>
                  <a:lnTo>
                    <a:pt x="1543" y="804"/>
                  </a:lnTo>
                  <a:lnTo>
                    <a:pt x="1543" y="804"/>
                  </a:lnTo>
                  <a:lnTo>
                    <a:pt x="1545" y="769"/>
                  </a:lnTo>
                  <a:lnTo>
                    <a:pt x="1545" y="769"/>
                  </a:lnTo>
                  <a:lnTo>
                    <a:pt x="1546" y="752"/>
                  </a:lnTo>
                  <a:lnTo>
                    <a:pt x="1546" y="774"/>
                  </a:lnTo>
                  <a:lnTo>
                    <a:pt x="1546" y="774"/>
                  </a:lnTo>
                  <a:lnTo>
                    <a:pt x="1546" y="774"/>
                  </a:lnTo>
                  <a:lnTo>
                    <a:pt x="1547" y="798"/>
                  </a:lnTo>
                  <a:lnTo>
                    <a:pt x="1548" y="794"/>
                  </a:lnTo>
                  <a:lnTo>
                    <a:pt x="1548" y="794"/>
                  </a:lnTo>
                  <a:lnTo>
                    <a:pt x="1549" y="788"/>
                  </a:lnTo>
                  <a:lnTo>
                    <a:pt x="1549" y="802"/>
                  </a:lnTo>
                  <a:lnTo>
                    <a:pt x="1549" y="802"/>
                  </a:lnTo>
                  <a:lnTo>
                    <a:pt x="1549" y="802"/>
                  </a:lnTo>
                  <a:lnTo>
                    <a:pt x="1551" y="537"/>
                  </a:lnTo>
                  <a:lnTo>
                    <a:pt x="1551" y="593"/>
                  </a:lnTo>
                  <a:lnTo>
                    <a:pt x="1551" y="593"/>
                  </a:lnTo>
                  <a:lnTo>
                    <a:pt x="1552" y="792"/>
                  </a:lnTo>
                  <a:lnTo>
                    <a:pt x="1552" y="792"/>
                  </a:lnTo>
                  <a:lnTo>
                    <a:pt x="1552" y="792"/>
                  </a:lnTo>
                  <a:lnTo>
                    <a:pt x="1553" y="804"/>
                  </a:lnTo>
                  <a:lnTo>
                    <a:pt x="1554" y="804"/>
                  </a:lnTo>
                  <a:lnTo>
                    <a:pt x="1554" y="804"/>
                  </a:lnTo>
                  <a:lnTo>
                    <a:pt x="1555" y="779"/>
                  </a:lnTo>
                  <a:lnTo>
                    <a:pt x="1555" y="779"/>
                  </a:lnTo>
                  <a:lnTo>
                    <a:pt x="1555" y="779"/>
                  </a:lnTo>
                  <a:lnTo>
                    <a:pt x="1556" y="797"/>
                  </a:lnTo>
                  <a:lnTo>
                    <a:pt x="1557" y="777"/>
                  </a:lnTo>
                  <a:lnTo>
                    <a:pt x="1557" y="777"/>
                  </a:lnTo>
                  <a:lnTo>
                    <a:pt x="1557" y="777"/>
                  </a:lnTo>
                  <a:lnTo>
                    <a:pt x="1557" y="771"/>
                  </a:lnTo>
                  <a:lnTo>
                    <a:pt x="1558" y="804"/>
                  </a:lnTo>
                  <a:lnTo>
                    <a:pt x="1558" y="804"/>
                  </a:lnTo>
                  <a:lnTo>
                    <a:pt x="1558" y="804"/>
                  </a:lnTo>
                  <a:lnTo>
                    <a:pt x="1560" y="707"/>
                  </a:lnTo>
                  <a:lnTo>
                    <a:pt x="1560" y="712"/>
                  </a:lnTo>
                  <a:lnTo>
                    <a:pt x="1560" y="713"/>
                  </a:lnTo>
                  <a:lnTo>
                    <a:pt x="1560" y="734"/>
                  </a:lnTo>
                  <a:lnTo>
                    <a:pt x="1561" y="517"/>
                  </a:lnTo>
                  <a:lnTo>
                    <a:pt x="1561" y="521"/>
                  </a:lnTo>
                  <a:lnTo>
                    <a:pt x="1561" y="522"/>
                  </a:lnTo>
                  <a:lnTo>
                    <a:pt x="1563" y="741"/>
                  </a:lnTo>
                  <a:lnTo>
                    <a:pt x="1563" y="741"/>
                  </a:lnTo>
                  <a:lnTo>
                    <a:pt x="1563" y="741"/>
                  </a:lnTo>
                  <a:lnTo>
                    <a:pt x="1564" y="804"/>
                  </a:lnTo>
                  <a:lnTo>
                    <a:pt x="1564" y="804"/>
                  </a:lnTo>
                  <a:lnTo>
                    <a:pt x="1564" y="804"/>
                  </a:lnTo>
                  <a:lnTo>
                    <a:pt x="1566" y="777"/>
                  </a:lnTo>
                  <a:lnTo>
                    <a:pt x="1566" y="777"/>
                  </a:lnTo>
                  <a:lnTo>
                    <a:pt x="1566" y="777"/>
                  </a:lnTo>
                  <a:lnTo>
                    <a:pt x="1567" y="789"/>
                  </a:lnTo>
                  <a:lnTo>
                    <a:pt x="1567" y="768"/>
                  </a:lnTo>
                  <a:lnTo>
                    <a:pt x="1567" y="768"/>
                  </a:lnTo>
                  <a:lnTo>
                    <a:pt x="1567" y="768"/>
                  </a:lnTo>
                  <a:lnTo>
                    <a:pt x="1568" y="804"/>
                  </a:lnTo>
                  <a:lnTo>
                    <a:pt x="1569" y="804"/>
                  </a:lnTo>
                  <a:lnTo>
                    <a:pt x="1569" y="804"/>
                  </a:lnTo>
                  <a:lnTo>
                    <a:pt x="1570" y="748"/>
                  </a:lnTo>
                  <a:lnTo>
                    <a:pt x="1570" y="750"/>
                  </a:lnTo>
                  <a:lnTo>
                    <a:pt x="1570" y="750"/>
                  </a:lnTo>
                  <a:lnTo>
                    <a:pt x="1571" y="752"/>
                  </a:lnTo>
                  <a:lnTo>
                    <a:pt x="1571" y="659"/>
                  </a:lnTo>
                  <a:lnTo>
                    <a:pt x="1572" y="720"/>
                  </a:lnTo>
                  <a:lnTo>
                    <a:pt x="1572" y="720"/>
                  </a:lnTo>
                  <a:lnTo>
                    <a:pt x="1573" y="782"/>
                  </a:lnTo>
                  <a:lnTo>
                    <a:pt x="1573" y="677"/>
                  </a:lnTo>
                  <a:lnTo>
                    <a:pt x="1573" y="691"/>
                  </a:lnTo>
                  <a:lnTo>
                    <a:pt x="1573" y="691"/>
                  </a:lnTo>
                  <a:lnTo>
                    <a:pt x="1574" y="683"/>
                  </a:lnTo>
                  <a:lnTo>
                    <a:pt x="1575" y="804"/>
                  </a:lnTo>
                  <a:lnTo>
                    <a:pt x="1575" y="804"/>
                  </a:lnTo>
                  <a:lnTo>
                    <a:pt x="1575" y="804"/>
                  </a:lnTo>
                  <a:lnTo>
                    <a:pt x="1575" y="800"/>
                  </a:lnTo>
                  <a:lnTo>
                    <a:pt x="1576" y="804"/>
                  </a:lnTo>
                  <a:lnTo>
                    <a:pt x="1576" y="804"/>
                  </a:lnTo>
                  <a:lnTo>
                    <a:pt x="1578" y="727"/>
                  </a:lnTo>
                  <a:lnTo>
                    <a:pt x="1578" y="727"/>
                  </a:lnTo>
                  <a:lnTo>
                    <a:pt x="1578" y="727"/>
                  </a:lnTo>
                  <a:lnTo>
                    <a:pt x="1578" y="707"/>
                  </a:lnTo>
                  <a:lnTo>
                    <a:pt x="1579" y="760"/>
                  </a:lnTo>
                  <a:lnTo>
                    <a:pt x="1579" y="760"/>
                  </a:lnTo>
                  <a:lnTo>
                    <a:pt x="1579" y="760"/>
                  </a:lnTo>
                  <a:lnTo>
                    <a:pt x="1581" y="797"/>
                  </a:lnTo>
                  <a:lnTo>
                    <a:pt x="1581" y="782"/>
                  </a:lnTo>
                  <a:lnTo>
                    <a:pt x="1581" y="782"/>
                  </a:lnTo>
                  <a:lnTo>
                    <a:pt x="1582" y="668"/>
                  </a:lnTo>
                  <a:lnTo>
                    <a:pt x="1582" y="668"/>
                  </a:lnTo>
                  <a:lnTo>
                    <a:pt x="1582" y="668"/>
                  </a:lnTo>
                  <a:lnTo>
                    <a:pt x="1583" y="662"/>
                  </a:lnTo>
                  <a:lnTo>
                    <a:pt x="1584" y="791"/>
                  </a:lnTo>
                  <a:lnTo>
                    <a:pt x="1584" y="695"/>
                  </a:lnTo>
                  <a:lnTo>
                    <a:pt x="1584" y="695"/>
                  </a:lnTo>
                  <a:lnTo>
                    <a:pt x="1584" y="683"/>
                  </a:lnTo>
                  <a:lnTo>
                    <a:pt x="1585" y="804"/>
                  </a:lnTo>
                  <a:lnTo>
                    <a:pt x="1585" y="804"/>
                  </a:lnTo>
                  <a:lnTo>
                    <a:pt x="1585" y="804"/>
                  </a:lnTo>
                  <a:lnTo>
                    <a:pt x="1586" y="796"/>
                  </a:lnTo>
                  <a:lnTo>
                    <a:pt x="1587" y="796"/>
                  </a:lnTo>
                  <a:lnTo>
                    <a:pt x="1587" y="796"/>
                  </a:lnTo>
                  <a:lnTo>
                    <a:pt x="1587" y="804"/>
                  </a:lnTo>
                  <a:lnTo>
                    <a:pt x="1588" y="757"/>
                  </a:lnTo>
                  <a:lnTo>
                    <a:pt x="1588" y="758"/>
                  </a:lnTo>
                  <a:lnTo>
                    <a:pt x="1588" y="759"/>
                  </a:lnTo>
                  <a:lnTo>
                    <a:pt x="1589" y="756"/>
                  </a:lnTo>
                  <a:lnTo>
                    <a:pt x="1590" y="781"/>
                  </a:lnTo>
                  <a:lnTo>
                    <a:pt x="1590" y="775"/>
                  </a:lnTo>
                  <a:lnTo>
                    <a:pt x="1590" y="775"/>
                  </a:lnTo>
                  <a:lnTo>
                    <a:pt x="1591" y="796"/>
                  </a:lnTo>
                  <a:lnTo>
                    <a:pt x="1591" y="732"/>
                  </a:lnTo>
                  <a:lnTo>
                    <a:pt x="1591" y="743"/>
                  </a:lnTo>
                  <a:lnTo>
                    <a:pt x="1591" y="743"/>
                  </a:lnTo>
                  <a:lnTo>
                    <a:pt x="1592" y="750"/>
                  </a:lnTo>
                  <a:lnTo>
                    <a:pt x="1593" y="678"/>
                  </a:lnTo>
                  <a:lnTo>
                    <a:pt x="1593" y="687"/>
                  </a:lnTo>
                  <a:lnTo>
                    <a:pt x="1593" y="687"/>
                  </a:lnTo>
                  <a:lnTo>
                    <a:pt x="1594" y="483"/>
                  </a:lnTo>
                  <a:lnTo>
                    <a:pt x="1594" y="780"/>
                  </a:lnTo>
                  <a:lnTo>
                    <a:pt x="1594" y="780"/>
                  </a:lnTo>
                  <a:lnTo>
                    <a:pt x="1595" y="770"/>
                  </a:lnTo>
                  <a:lnTo>
                    <a:pt x="1596" y="804"/>
                  </a:lnTo>
                  <a:lnTo>
                    <a:pt x="1596" y="804"/>
                  </a:lnTo>
                  <a:lnTo>
                    <a:pt x="1596" y="804"/>
                  </a:lnTo>
                  <a:lnTo>
                    <a:pt x="1597" y="804"/>
                  </a:lnTo>
                  <a:lnTo>
                    <a:pt x="1597" y="804"/>
                  </a:lnTo>
                  <a:lnTo>
                    <a:pt x="1599" y="777"/>
                  </a:lnTo>
                  <a:lnTo>
                    <a:pt x="1599" y="789"/>
                  </a:lnTo>
                  <a:lnTo>
                    <a:pt x="1599" y="789"/>
                  </a:lnTo>
                  <a:lnTo>
                    <a:pt x="1599" y="794"/>
                  </a:lnTo>
                  <a:lnTo>
                    <a:pt x="1600" y="758"/>
                  </a:lnTo>
                  <a:lnTo>
                    <a:pt x="1600" y="774"/>
                  </a:lnTo>
                  <a:lnTo>
                    <a:pt x="1600" y="774"/>
                  </a:lnTo>
                  <a:lnTo>
                    <a:pt x="1601" y="760"/>
                  </a:lnTo>
                  <a:lnTo>
                    <a:pt x="1601" y="786"/>
                  </a:lnTo>
                  <a:lnTo>
                    <a:pt x="1602" y="781"/>
                  </a:lnTo>
                  <a:lnTo>
                    <a:pt x="1602" y="781"/>
                  </a:lnTo>
                  <a:lnTo>
                    <a:pt x="1602" y="790"/>
                  </a:lnTo>
                  <a:lnTo>
                    <a:pt x="1603" y="662"/>
                  </a:lnTo>
                  <a:lnTo>
                    <a:pt x="1603" y="678"/>
                  </a:lnTo>
                  <a:lnTo>
                    <a:pt x="1603" y="678"/>
                  </a:lnTo>
                  <a:lnTo>
                    <a:pt x="1604" y="730"/>
                  </a:lnTo>
                  <a:lnTo>
                    <a:pt x="1605" y="575"/>
                  </a:lnTo>
                  <a:lnTo>
                    <a:pt x="1605" y="654"/>
                  </a:lnTo>
                  <a:lnTo>
                    <a:pt x="1605" y="655"/>
                  </a:lnTo>
                  <a:lnTo>
                    <a:pt x="1606" y="804"/>
                  </a:lnTo>
                  <a:lnTo>
                    <a:pt x="1606" y="804"/>
                  </a:lnTo>
                  <a:lnTo>
                    <a:pt x="1606" y="804"/>
                  </a:lnTo>
                  <a:lnTo>
                    <a:pt x="1608" y="804"/>
                  </a:lnTo>
                  <a:lnTo>
                    <a:pt x="1608" y="804"/>
                  </a:lnTo>
                  <a:lnTo>
                    <a:pt x="1609" y="776"/>
                  </a:lnTo>
                  <a:lnTo>
                    <a:pt x="1609" y="776"/>
                  </a:lnTo>
                  <a:lnTo>
                    <a:pt x="1609" y="776"/>
                  </a:lnTo>
                  <a:lnTo>
                    <a:pt x="1610" y="793"/>
                  </a:lnTo>
                  <a:lnTo>
                    <a:pt x="1611" y="772"/>
                  </a:lnTo>
                  <a:lnTo>
                    <a:pt x="1611" y="787"/>
                  </a:lnTo>
                  <a:lnTo>
                    <a:pt x="1611" y="787"/>
                  </a:lnTo>
                  <a:lnTo>
                    <a:pt x="1611" y="804"/>
                  </a:lnTo>
                  <a:lnTo>
                    <a:pt x="1612" y="802"/>
                  </a:lnTo>
                  <a:lnTo>
                    <a:pt x="1612" y="801"/>
                  </a:lnTo>
                  <a:lnTo>
                    <a:pt x="1614" y="723"/>
                  </a:lnTo>
                  <a:lnTo>
                    <a:pt x="1614" y="723"/>
                  </a:lnTo>
                  <a:lnTo>
                    <a:pt x="1614" y="723"/>
                  </a:lnTo>
                  <a:lnTo>
                    <a:pt x="1615" y="741"/>
                  </a:lnTo>
                  <a:lnTo>
                    <a:pt x="1615" y="549"/>
                  </a:lnTo>
                  <a:lnTo>
                    <a:pt x="1615" y="600"/>
                  </a:lnTo>
                  <a:lnTo>
                    <a:pt x="1615" y="600"/>
                  </a:lnTo>
                  <a:lnTo>
                    <a:pt x="1616" y="588"/>
                  </a:lnTo>
                  <a:lnTo>
                    <a:pt x="1617" y="794"/>
                  </a:lnTo>
                  <a:lnTo>
                    <a:pt x="1617" y="794"/>
                  </a:lnTo>
                  <a:lnTo>
                    <a:pt x="1617" y="794"/>
                  </a:lnTo>
                  <a:lnTo>
                    <a:pt x="1617" y="804"/>
                  </a:lnTo>
                  <a:lnTo>
                    <a:pt x="1618" y="804"/>
                  </a:lnTo>
                  <a:lnTo>
                    <a:pt x="1618" y="804"/>
                  </a:lnTo>
                  <a:lnTo>
                    <a:pt x="1620" y="777"/>
                  </a:lnTo>
                  <a:lnTo>
                    <a:pt x="1620" y="777"/>
                  </a:lnTo>
                  <a:lnTo>
                    <a:pt x="1620" y="777"/>
                  </a:lnTo>
                  <a:lnTo>
                    <a:pt x="1621" y="796"/>
                  </a:lnTo>
                  <a:lnTo>
                    <a:pt x="1621" y="725"/>
                  </a:lnTo>
                  <a:lnTo>
                    <a:pt x="1621" y="725"/>
                  </a:lnTo>
                  <a:lnTo>
                    <a:pt x="1621" y="726"/>
                  </a:lnTo>
                  <a:lnTo>
                    <a:pt x="1623" y="774"/>
                  </a:lnTo>
                  <a:lnTo>
                    <a:pt x="1623" y="701"/>
                  </a:lnTo>
                  <a:lnTo>
                    <a:pt x="1623" y="710"/>
                  </a:lnTo>
                  <a:lnTo>
                    <a:pt x="1623" y="710"/>
                  </a:lnTo>
                  <a:lnTo>
                    <a:pt x="1623" y="703"/>
                  </a:lnTo>
                  <a:lnTo>
                    <a:pt x="1624" y="779"/>
                  </a:lnTo>
                  <a:lnTo>
                    <a:pt x="1624" y="772"/>
                  </a:lnTo>
                  <a:lnTo>
                    <a:pt x="1624" y="772"/>
                  </a:lnTo>
                  <a:lnTo>
                    <a:pt x="1626" y="802"/>
                  </a:lnTo>
                  <a:lnTo>
                    <a:pt x="1626" y="717"/>
                  </a:lnTo>
                  <a:lnTo>
                    <a:pt x="1626" y="716"/>
                  </a:lnTo>
                  <a:lnTo>
                    <a:pt x="1627" y="582"/>
                  </a:lnTo>
                  <a:lnTo>
                    <a:pt x="1627" y="752"/>
                  </a:lnTo>
                  <a:lnTo>
                    <a:pt x="1627" y="753"/>
                  </a:lnTo>
                  <a:lnTo>
                    <a:pt x="1628" y="804"/>
                  </a:lnTo>
                  <a:lnTo>
                    <a:pt x="1629" y="800"/>
                  </a:lnTo>
                  <a:lnTo>
                    <a:pt x="1629" y="800"/>
                  </a:lnTo>
                  <a:lnTo>
                    <a:pt x="1630" y="804"/>
                  </a:lnTo>
                  <a:lnTo>
                    <a:pt x="1630" y="797"/>
                  </a:lnTo>
                  <a:lnTo>
                    <a:pt x="1630" y="797"/>
                  </a:lnTo>
                  <a:lnTo>
                    <a:pt x="1632" y="757"/>
                  </a:lnTo>
                  <a:lnTo>
                    <a:pt x="1632" y="757"/>
                  </a:lnTo>
                  <a:lnTo>
                    <a:pt x="1632" y="757"/>
                  </a:lnTo>
                  <a:lnTo>
                    <a:pt x="1633" y="804"/>
                  </a:lnTo>
                  <a:lnTo>
                    <a:pt x="1633" y="804"/>
                  </a:lnTo>
                  <a:lnTo>
                    <a:pt x="1633" y="804"/>
                  </a:lnTo>
                  <a:lnTo>
                    <a:pt x="1635" y="781"/>
                  </a:lnTo>
                  <a:lnTo>
                    <a:pt x="1635" y="780"/>
                  </a:lnTo>
                  <a:lnTo>
                    <a:pt x="1636" y="683"/>
                  </a:lnTo>
                  <a:lnTo>
                    <a:pt x="1636" y="702"/>
                  </a:lnTo>
                  <a:lnTo>
                    <a:pt x="1636" y="702"/>
                  </a:lnTo>
                  <a:lnTo>
                    <a:pt x="1637" y="566"/>
                  </a:lnTo>
                  <a:lnTo>
                    <a:pt x="1638" y="737"/>
                  </a:lnTo>
                  <a:lnTo>
                    <a:pt x="1638" y="739"/>
                  </a:lnTo>
                  <a:lnTo>
                    <a:pt x="1639" y="804"/>
                  </a:lnTo>
                  <a:lnTo>
                    <a:pt x="1639" y="804"/>
                  </a:lnTo>
                  <a:lnTo>
                    <a:pt x="1639" y="804"/>
                  </a:lnTo>
                  <a:lnTo>
                    <a:pt x="1641" y="792"/>
                  </a:lnTo>
                  <a:lnTo>
                    <a:pt x="1641" y="792"/>
                  </a:lnTo>
                  <a:lnTo>
                    <a:pt x="1641" y="792"/>
                  </a:lnTo>
                  <a:lnTo>
                    <a:pt x="1641" y="778"/>
                  </a:lnTo>
                  <a:lnTo>
                    <a:pt x="1642" y="793"/>
                  </a:lnTo>
                  <a:lnTo>
                    <a:pt x="1642" y="786"/>
                  </a:lnTo>
                  <a:lnTo>
                    <a:pt x="1642" y="786"/>
                  </a:lnTo>
                  <a:lnTo>
                    <a:pt x="1643" y="793"/>
                  </a:lnTo>
                  <a:lnTo>
                    <a:pt x="1644" y="727"/>
                  </a:lnTo>
                  <a:lnTo>
                    <a:pt x="1644" y="746"/>
                  </a:lnTo>
                  <a:lnTo>
                    <a:pt x="1644" y="746"/>
                  </a:lnTo>
                  <a:lnTo>
                    <a:pt x="1645" y="800"/>
                  </a:lnTo>
                  <a:lnTo>
                    <a:pt x="1645" y="783"/>
                  </a:lnTo>
                  <a:lnTo>
                    <a:pt x="1645" y="783"/>
                  </a:lnTo>
                  <a:lnTo>
                    <a:pt x="1646" y="679"/>
                  </a:lnTo>
                  <a:lnTo>
                    <a:pt x="1647" y="737"/>
                  </a:lnTo>
                  <a:lnTo>
                    <a:pt x="1647" y="737"/>
                  </a:lnTo>
                  <a:lnTo>
                    <a:pt x="1647" y="776"/>
                  </a:lnTo>
                  <a:lnTo>
                    <a:pt x="1648" y="641"/>
                  </a:lnTo>
                  <a:lnTo>
                    <a:pt x="1648" y="681"/>
                  </a:lnTo>
                  <a:lnTo>
                    <a:pt x="1648" y="681"/>
                  </a:lnTo>
                  <a:lnTo>
                    <a:pt x="1649" y="678"/>
                  </a:lnTo>
                  <a:lnTo>
                    <a:pt x="1650" y="804"/>
                  </a:lnTo>
                  <a:lnTo>
                    <a:pt x="1650" y="800"/>
                  </a:lnTo>
                  <a:lnTo>
                    <a:pt x="1650" y="800"/>
                  </a:lnTo>
                  <a:lnTo>
                    <a:pt x="1651" y="804"/>
                  </a:lnTo>
                  <a:lnTo>
                    <a:pt x="1651" y="804"/>
                  </a:lnTo>
                  <a:lnTo>
                    <a:pt x="1651" y="804"/>
                  </a:lnTo>
                  <a:lnTo>
                    <a:pt x="1653" y="783"/>
                  </a:lnTo>
                  <a:lnTo>
                    <a:pt x="1653" y="790"/>
                  </a:lnTo>
                  <a:lnTo>
                    <a:pt x="1653" y="790"/>
                  </a:lnTo>
                  <a:lnTo>
                    <a:pt x="1653" y="790"/>
                  </a:lnTo>
                  <a:lnTo>
                    <a:pt x="1654" y="741"/>
                  </a:lnTo>
                  <a:lnTo>
                    <a:pt x="1654" y="756"/>
                  </a:lnTo>
                  <a:lnTo>
                    <a:pt x="1654" y="756"/>
                  </a:lnTo>
                  <a:lnTo>
                    <a:pt x="1655" y="804"/>
                  </a:lnTo>
                  <a:lnTo>
                    <a:pt x="1656" y="786"/>
                  </a:lnTo>
                  <a:lnTo>
                    <a:pt x="1656" y="786"/>
                  </a:lnTo>
                  <a:lnTo>
                    <a:pt x="1657" y="791"/>
                  </a:lnTo>
                  <a:lnTo>
                    <a:pt x="1657" y="748"/>
                  </a:lnTo>
                  <a:lnTo>
                    <a:pt x="1657" y="748"/>
                  </a:lnTo>
                  <a:lnTo>
                    <a:pt x="1657" y="748"/>
                  </a:lnTo>
                  <a:lnTo>
                    <a:pt x="1658" y="652"/>
                  </a:lnTo>
                  <a:lnTo>
                    <a:pt x="1659" y="737"/>
                  </a:lnTo>
                  <a:lnTo>
                    <a:pt x="1659" y="737"/>
                  </a:lnTo>
                  <a:lnTo>
                    <a:pt x="1659" y="697"/>
                  </a:lnTo>
                  <a:lnTo>
                    <a:pt x="1660" y="804"/>
                  </a:lnTo>
                  <a:lnTo>
                    <a:pt x="1660" y="800"/>
                  </a:lnTo>
                  <a:lnTo>
                    <a:pt x="1660" y="800"/>
                  </a:lnTo>
                  <a:lnTo>
                    <a:pt x="1662" y="804"/>
                  </a:lnTo>
                  <a:lnTo>
                    <a:pt x="1662" y="804"/>
                  </a:lnTo>
                  <a:lnTo>
                    <a:pt x="1662" y="804"/>
                  </a:lnTo>
                  <a:lnTo>
                    <a:pt x="1663" y="778"/>
                  </a:lnTo>
                  <a:lnTo>
                    <a:pt x="1663" y="778"/>
                  </a:lnTo>
                  <a:lnTo>
                    <a:pt x="1665" y="791"/>
                  </a:lnTo>
                  <a:lnTo>
                    <a:pt x="1665" y="763"/>
                  </a:lnTo>
                  <a:lnTo>
                    <a:pt x="1665" y="765"/>
                  </a:lnTo>
                  <a:lnTo>
                    <a:pt x="1665" y="764"/>
                  </a:lnTo>
                  <a:lnTo>
                    <a:pt x="1666" y="667"/>
                  </a:lnTo>
                  <a:lnTo>
                    <a:pt x="1666" y="716"/>
                  </a:lnTo>
                  <a:lnTo>
                    <a:pt x="1666" y="716"/>
                  </a:lnTo>
                  <a:lnTo>
                    <a:pt x="1667" y="752"/>
                  </a:lnTo>
                  <a:lnTo>
                    <a:pt x="1668" y="675"/>
                  </a:lnTo>
                  <a:lnTo>
                    <a:pt x="1668" y="693"/>
                  </a:lnTo>
                  <a:lnTo>
                    <a:pt x="1668" y="693"/>
                  </a:lnTo>
                  <a:lnTo>
                    <a:pt x="1668" y="740"/>
                  </a:lnTo>
                  <a:lnTo>
                    <a:pt x="1669" y="652"/>
                  </a:lnTo>
                  <a:lnTo>
                    <a:pt x="1669" y="707"/>
                  </a:lnTo>
                  <a:lnTo>
                    <a:pt x="1669" y="707"/>
                  </a:lnTo>
                  <a:lnTo>
                    <a:pt x="1670" y="704"/>
                  </a:lnTo>
                  <a:lnTo>
                    <a:pt x="1671" y="800"/>
                  </a:lnTo>
                  <a:lnTo>
                    <a:pt x="1671" y="800"/>
                  </a:lnTo>
                  <a:lnTo>
                    <a:pt x="1671" y="800"/>
                  </a:lnTo>
                  <a:lnTo>
                    <a:pt x="1671" y="804"/>
                  </a:lnTo>
                  <a:lnTo>
                    <a:pt x="1672" y="802"/>
                  </a:lnTo>
                  <a:lnTo>
                    <a:pt x="1672" y="802"/>
                  </a:lnTo>
                  <a:lnTo>
                    <a:pt x="1673" y="804"/>
                  </a:lnTo>
                  <a:lnTo>
                    <a:pt x="1674" y="791"/>
                  </a:lnTo>
                  <a:lnTo>
                    <a:pt x="1674" y="791"/>
                  </a:lnTo>
                  <a:lnTo>
                    <a:pt x="1674" y="791"/>
                  </a:lnTo>
                  <a:lnTo>
                    <a:pt x="1675" y="714"/>
                  </a:lnTo>
                  <a:lnTo>
                    <a:pt x="1675" y="714"/>
                  </a:lnTo>
                  <a:lnTo>
                    <a:pt x="1676" y="706"/>
                  </a:lnTo>
                  <a:lnTo>
                    <a:pt x="1677" y="804"/>
                  </a:lnTo>
                  <a:lnTo>
                    <a:pt x="1677" y="804"/>
                  </a:lnTo>
                  <a:lnTo>
                    <a:pt x="1677" y="804"/>
                  </a:lnTo>
                  <a:lnTo>
                    <a:pt x="1678" y="804"/>
                  </a:lnTo>
                  <a:lnTo>
                    <a:pt x="1678" y="804"/>
                  </a:lnTo>
                  <a:lnTo>
                    <a:pt x="1680" y="742"/>
                  </a:lnTo>
                  <a:lnTo>
                    <a:pt x="1680" y="742"/>
                  </a:lnTo>
                  <a:lnTo>
                    <a:pt x="1680" y="742"/>
                  </a:lnTo>
                  <a:lnTo>
                    <a:pt x="1680" y="627"/>
                  </a:lnTo>
                  <a:lnTo>
                    <a:pt x="1681" y="762"/>
                  </a:lnTo>
                  <a:lnTo>
                    <a:pt x="1681" y="763"/>
                  </a:lnTo>
                  <a:lnTo>
                    <a:pt x="1682" y="804"/>
                  </a:lnTo>
                  <a:lnTo>
                    <a:pt x="1683" y="804"/>
                  </a:lnTo>
                  <a:lnTo>
                    <a:pt x="1683" y="804"/>
                  </a:lnTo>
                  <a:lnTo>
                    <a:pt x="1684" y="778"/>
                  </a:lnTo>
                  <a:lnTo>
                    <a:pt x="1684" y="782"/>
                  </a:lnTo>
                  <a:lnTo>
                    <a:pt x="1684" y="782"/>
                  </a:lnTo>
                  <a:lnTo>
                    <a:pt x="1685" y="777"/>
                  </a:lnTo>
                  <a:lnTo>
                    <a:pt x="1686" y="793"/>
                  </a:lnTo>
                  <a:lnTo>
                    <a:pt x="1686" y="794"/>
                  </a:lnTo>
                  <a:lnTo>
                    <a:pt x="1686" y="797"/>
                  </a:lnTo>
                  <a:lnTo>
                    <a:pt x="1687" y="770"/>
                  </a:lnTo>
                  <a:lnTo>
                    <a:pt x="1687" y="781"/>
                  </a:lnTo>
                  <a:lnTo>
                    <a:pt x="1687" y="781"/>
                  </a:lnTo>
                  <a:lnTo>
                    <a:pt x="1688" y="800"/>
                  </a:lnTo>
                  <a:lnTo>
                    <a:pt x="1689" y="741"/>
                  </a:lnTo>
                  <a:lnTo>
                    <a:pt x="1689" y="741"/>
                  </a:lnTo>
                  <a:lnTo>
                    <a:pt x="1689" y="741"/>
                  </a:lnTo>
                  <a:lnTo>
                    <a:pt x="1690" y="641"/>
                  </a:lnTo>
                  <a:lnTo>
                    <a:pt x="1690" y="641"/>
                  </a:lnTo>
                  <a:lnTo>
                    <a:pt x="1690" y="641"/>
                  </a:lnTo>
                  <a:lnTo>
                    <a:pt x="1691" y="565"/>
                  </a:lnTo>
                  <a:lnTo>
                    <a:pt x="1692" y="783"/>
                  </a:lnTo>
                  <a:lnTo>
                    <a:pt x="1692" y="783"/>
                  </a:lnTo>
                  <a:lnTo>
                    <a:pt x="1692" y="783"/>
                  </a:lnTo>
                  <a:lnTo>
                    <a:pt x="1693" y="804"/>
                  </a:lnTo>
                  <a:lnTo>
                    <a:pt x="1693" y="804"/>
                  </a:lnTo>
                  <a:lnTo>
                    <a:pt x="1693" y="804"/>
                  </a:lnTo>
                  <a:lnTo>
                    <a:pt x="1695" y="799"/>
                  </a:lnTo>
                  <a:lnTo>
                    <a:pt x="1695" y="799"/>
                  </a:lnTo>
                  <a:lnTo>
                    <a:pt x="1696" y="754"/>
                  </a:lnTo>
                  <a:lnTo>
                    <a:pt x="1696" y="789"/>
                  </a:lnTo>
                  <a:lnTo>
                    <a:pt x="1696" y="789"/>
                  </a:lnTo>
                  <a:lnTo>
                    <a:pt x="1697" y="789"/>
                  </a:lnTo>
                  <a:lnTo>
                    <a:pt x="1698" y="740"/>
                  </a:lnTo>
                  <a:lnTo>
                    <a:pt x="1698" y="740"/>
                  </a:lnTo>
                  <a:lnTo>
                    <a:pt x="1698" y="740"/>
                  </a:lnTo>
                  <a:lnTo>
                    <a:pt x="1699" y="791"/>
                  </a:lnTo>
                  <a:lnTo>
                    <a:pt x="1700" y="770"/>
                  </a:lnTo>
                  <a:lnTo>
                    <a:pt x="1700" y="770"/>
                  </a:lnTo>
                  <a:lnTo>
                    <a:pt x="1700" y="772"/>
                  </a:lnTo>
                  <a:lnTo>
                    <a:pt x="1701" y="683"/>
                  </a:lnTo>
                  <a:lnTo>
                    <a:pt x="1701" y="688"/>
                  </a:lnTo>
                  <a:lnTo>
                    <a:pt x="1701" y="688"/>
                  </a:lnTo>
                  <a:lnTo>
                    <a:pt x="1701" y="550"/>
                  </a:lnTo>
                  <a:lnTo>
                    <a:pt x="1703" y="781"/>
                  </a:lnTo>
                  <a:lnTo>
                    <a:pt x="1703" y="777"/>
                  </a:lnTo>
                  <a:lnTo>
                    <a:pt x="1703" y="777"/>
                  </a:lnTo>
                  <a:lnTo>
                    <a:pt x="1703" y="773"/>
                  </a:lnTo>
                  <a:lnTo>
                    <a:pt x="1704" y="804"/>
                  </a:lnTo>
                  <a:lnTo>
                    <a:pt x="1704" y="804"/>
                  </a:lnTo>
                  <a:lnTo>
                    <a:pt x="1704" y="804"/>
                  </a:lnTo>
                  <a:lnTo>
                    <a:pt x="1706" y="804"/>
                  </a:lnTo>
                  <a:lnTo>
                    <a:pt x="1706" y="804"/>
                  </a:lnTo>
                  <a:lnTo>
                    <a:pt x="1707" y="762"/>
                  </a:lnTo>
                  <a:lnTo>
                    <a:pt x="1707" y="782"/>
                  </a:lnTo>
                  <a:lnTo>
                    <a:pt x="1707" y="782"/>
                  </a:lnTo>
                  <a:lnTo>
                    <a:pt x="1707" y="802"/>
                  </a:lnTo>
                  <a:lnTo>
                    <a:pt x="1709" y="740"/>
                  </a:lnTo>
                  <a:lnTo>
                    <a:pt x="1709" y="750"/>
                  </a:lnTo>
                  <a:lnTo>
                    <a:pt x="1709" y="750"/>
                  </a:lnTo>
                  <a:lnTo>
                    <a:pt x="1709" y="736"/>
                  </a:lnTo>
                  <a:lnTo>
                    <a:pt x="1710" y="797"/>
                  </a:lnTo>
                  <a:lnTo>
                    <a:pt x="1710" y="797"/>
                  </a:lnTo>
                  <a:lnTo>
                    <a:pt x="1710" y="797"/>
                  </a:lnTo>
                  <a:lnTo>
                    <a:pt x="1711" y="613"/>
                  </a:lnTo>
                  <a:lnTo>
                    <a:pt x="1712" y="647"/>
                  </a:lnTo>
                  <a:lnTo>
                    <a:pt x="1712" y="648"/>
                  </a:lnTo>
                  <a:lnTo>
                    <a:pt x="1712" y="613"/>
                  </a:lnTo>
                  <a:lnTo>
                    <a:pt x="1713" y="717"/>
                  </a:lnTo>
                  <a:lnTo>
                    <a:pt x="1713" y="719"/>
                  </a:lnTo>
                  <a:lnTo>
                    <a:pt x="1715" y="804"/>
                  </a:lnTo>
                  <a:lnTo>
                    <a:pt x="1715" y="804"/>
                  </a:lnTo>
                  <a:lnTo>
                    <a:pt x="1715" y="804"/>
                  </a:lnTo>
                  <a:lnTo>
                    <a:pt x="1716" y="804"/>
                  </a:lnTo>
                  <a:lnTo>
                    <a:pt x="1716" y="804"/>
                  </a:lnTo>
                  <a:lnTo>
                    <a:pt x="1718" y="745"/>
                  </a:lnTo>
                  <a:lnTo>
                    <a:pt x="1718" y="747"/>
                  </a:lnTo>
                  <a:lnTo>
                    <a:pt x="1718" y="747"/>
                  </a:lnTo>
                  <a:lnTo>
                    <a:pt x="1719" y="800"/>
                  </a:lnTo>
                  <a:lnTo>
                    <a:pt x="1719" y="800"/>
                  </a:lnTo>
                  <a:lnTo>
                    <a:pt x="1719" y="800"/>
                  </a:lnTo>
                  <a:lnTo>
                    <a:pt x="1719" y="802"/>
                  </a:lnTo>
                  <a:lnTo>
                    <a:pt x="1721" y="780"/>
                  </a:lnTo>
                  <a:lnTo>
                    <a:pt x="1721" y="788"/>
                  </a:lnTo>
                  <a:lnTo>
                    <a:pt x="1721" y="788"/>
                  </a:lnTo>
                  <a:lnTo>
                    <a:pt x="1722" y="678"/>
                  </a:lnTo>
                  <a:lnTo>
                    <a:pt x="1722" y="774"/>
                  </a:lnTo>
                  <a:lnTo>
                    <a:pt x="1722" y="774"/>
                  </a:lnTo>
                  <a:lnTo>
                    <a:pt x="1723" y="642"/>
                  </a:lnTo>
                  <a:lnTo>
                    <a:pt x="1724" y="793"/>
                  </a:lnTo>
                  <a:lnTo>
                    <a:pt x="1724" y="795"/>
                  </a:lnTo>
                  <a:lnTo>
                    <a:pt x="1724" y="804"/>
                  </a:lnTo>
                  <a:lnTo>
                    <a:pt x="1724" y="786"/>
                  </a:lnTo>
                  <a:lnTo>
                    <a:pt x="1725" y="799"/>
                  </a:lnTo>
                  <a:lnTo>
                    <a:pt x="1725" y="799"/>
                  </a:lnTo>
                  <a:lnTo>
                    <a:pt x="1725" y="804"/>
                  </a:lnTo>
                  <a:lnTo>
                    <a:pt x="1727" y="804"/>
                  </a:lnTo>
                  <a:lnTo>
                    <a:pt x="1727" y="804"/>
                  </a:lnTo>
                  <a:lnTo>
                    <a:pt x="1728" y="777"/>
                  </a:lnTo>
                  <a:lnTo>
                    <a:pt x="1728" y="776"/>
                  </a:lnTo>
                  <a:lnTo>
                    <a:pt x="1729" y="743"/>
                  </a:lnTo>
                  <a:lnTo>
                    <a:pt x="1730" y="774"/>
                  </a:lnTo>
                  <a:lnTo>
                    <a:pt x="1730" y="774"/>
                  </a:lnTo>
                  <a:lnTo>
                    <a:pt x="1730" y="804"/>
                  </a:lnTo>
                  <a:lnTo>
                    <a:pt x="1731" y="804"/>
                  </a:lnTo>
                  <a:lnTo>
                    <a:pt x="1731" y="804"/>
                  </a:lnTo>
                  <a:lnTo>
                    <a:pt x="1732" y="771"/>
                  </a:lnTo>
                  <a:lnTo>
                    <a:pt x="1733" y="777"/>
                  </a:lnTo>
                  <a:lnTo>
                    <a:pt x="1733" y="777"/>
                  </a:lnTo>
                  <a:lnTo>
                    <a:pt x="1734" y="559"/>
                  </a:lnTo>
                  <a:lnTo>
                    <a:pt x="1734" y="690"/>
                  </a:lnTo>
                  <a:lnTo>
                    <a:pt x="1734" y="690"/>
                  </a:lnTo>
                  <a:lnTo>
                    <a:pt x="1735" y="804"/>
                  </a:lnTo>
                  <a:lnTo>
                    <a:pt x="1736" y="804"/>
                  </a:lnTo>
                  <a:lnTo>
                    <a:pt x="1736" y="804"/>
                  </a:lnTo>
                  <a:lnTo>
                    <a:pt x="1737" y="804"/>
                  </a:lnTo>
                  <a:lnTo>
                    <a:pt x="1737" y="804"/>
                  </a:lnTo>
                  <a:lnTo>
                    <a:pt x="1739" y="774"/>
                  </a:lnTo>
                  <a:lnTo>
                    <a:pt x="1739" y="774"/>
                  </a:lnTo>
                  <a:lnTo>
                    <a:pt x="1739" y="714"/>
                  </a:lnTo>
                  <a:lnTo>
                    <a:pt x="1740" y="780"/>
                  </a:lnTo>
                  <a:lnTo>
                    <a:pt x="1740" y="777"/>
                  </a:lnTo>
                  <a:lnTo>
                    <a:pt x="1740" y="777"/>
                  </a:lnTo>
                  <a:lnTo>
                    <a:pt x="1740" y="773"/>
                  </a:lnTo>
                  <a:lnTo>
                    <a:pt x="1741" y="799"/>
                  </a:lnTo>
                  <a:lnTo>
                    <a:pt x="1742" y="786"/>
                  </a:lnTo>
                  <a:lnTo>
                    <a:pt x="1742" y="786"/>
                  </a:lnTo>
                  <a:lnTo>
                    <a:pt x="1742" y="791"/>
                  </a:lnTo>
                  <a:lnTo>
                    <a:pt x="1743" y="697"/>
                  </a:lnTo>
                  <a:lnTo>
                    <a:pt x="1743" y="697"/>
                  </a:lnTo>
                  <a:lnTo>
                    <a:pt x="1743" y="697"/>
                  </a:lnTo>
                  <a:lnTo>
                    <a:pt x="1743" y="697"/>
                  </a:lnTo>
                  <a:lnTo>
                    <a:pt x="1745" y="791"/>
                  </a:lnTo>
                  <a:lnTo>
                    <a:pt x="1745" y="781"/>
                  </a:lnTo>
                  <a:lnTo>
                    <a:pt x="1745" y="780"/>
                  </a:lnTo>
                  <a:lnTo>
                    <a:pt x="1745" y="611"/>
                  </a:lnTo>
                  <a:lnTo>
                    <a:pt x="1746" y="758"/>
                  </a:lnTo>
                  <a:lnTo>
                    <a:pt x="1746" y="758"/>
                  </a:lnTo>
                  <a:lnTo>
                    <a:pt x="1747" y="804"/>
                  </a:lnTo>
                  <a:lnTo>
                    <a:pt x="1748" y="799"/>
                  </a:lnTo>
                  <a:lnTo>
                    <a:pt x="1748" y="799"/>
                  </a:lnTo>
                  <a:lnTo>
                    <a:pt x="1748" y="804"/>
                  </a:lnTo>
                  <a:lnTo>
                    <a:pt x="1749" y="783"/>
                  </a:lnTo>
                  <a:lnTo>
                    <a:pt x="1749" y="783"/>
                  </a:lnTo>
                  <a:lnTo>
                    <a:pt x="1749" y="783"/>
                  </a:lnTo>
                  <a:lnTo>
                    <a:pt x="1750" y="741"/>
                  </a:lnTo>
                  <a:lnTo>
                    <a:pt x="1751" y="790"/>
                  </a:lnTo>
                  <a:lnTo>
                    <a:pt x="1751" y="790"/>
                  </a:lnTo>
                  <a:lnTo>
                    <a:pt x="1751" y="790"/>
                  </a:lnTo>
                  <a:lnTo>
                    <a:pt x="1752" y="800"/>
                  </a:lnTo>
                  <a:lnTo>
                    <a:pt x="1752" y="799"/>
                  </a:lnTo>
                  <a:lnTo>
                    <a:pt x="1752" y="799"/>
                  </a:lnTo>
                  <a:lnTo>
                    <a:pt x="1753" y="802"/>
                  </a:lnTo>
                  <a:lnTo>
                    <a:pt x="1754" y="762"/>
                  </a:lnTo>
                  <a:lnTo>
                    <a:pt x="1754" y="761"/>
                  </a:lnTo>
                  <a:lnTo>
                    <a:pt x="1755" y="630"/>
                  </a:lnTo>
                  <a:lnTo>
                    <a:pt x="1755" y="629"/>
                  </a:lnTo>
                  <a:lnTo>
                    <a:pt x="1756" y="501"/>
                  </a:lnTo>
                  <a:lnTo>
                    <a:pt x="1757" y="763"/>
                  </a:lnTo>
                  <a:lnTo>
                    <a:pt x="1757" y="764"/>
                  </a:lnTo>
                  <a:lnTo>
                    <a:pt x="1757" y="804"/>
                  </a:lnTo>
                  <a:lnTo>
                    <a:pt x="1758" y="804"/>
                  </a:lnTo>
                  <a:lnTo>
                    <a:pt x="1758" y="804"/>
                  </a:lnTo>
                  <a:lnTo>
                    <a:pt x="1760" y="804"/>
                  </a:lnTo>
                  <a:lnTo>
                    <a:pt x="1760" y="804"/>
                  </a:lnTo>
                  <a:lnTo>
                    <a:pt x="1760" y="760"/>
                  </a:lnTo>
                  <a:lnTo>
                    <a:pt x="1761" y="797"/>
                  </a:lnTo>
                  <a:lnTo>
                    <a:pt x="1761" y="797"/>
                  </a:lnTo>
                  <a:lnTo>
                    <a:pt x="1761" y="787"/>
                  </a:lnTo>
                  <a:lnTo>
                    <a:pt x="1763" y="804"/>
                  </a:lnTo>
                  <a:lnTo>
                    <a:pt x="1763" y="797"/>
                  </a:lnTo>
                  <a:lnTo>
                    <a:pt x="1763" y="797"/>
                  </a:lnTo>
                  <a:lnTo>
                    <a:pt x="1764" y="804"/>
                  </a:lnTo>
                  <a:lnTo>
                    <a:pt x="1764" y="783"/>
                  </a:lnTo>
                  <a:lnTo>
                    <a:pt x="1764" y="783"/>
                  </a:lnTo>
                  <a:lnTo>
                    <a:pt x="1766" y="647"/>
                  </a:lnTo>
                  <a:lnTo>
                    <a:pt x="1766" y="647"/>
                  </a:lnTo>
                  <a:lnTo>
                    <a:pt x="1766" y="647"/>
                  </a:lnTo>
                  <a:lnTo>
                    <a:pt x="1766" y="569"/>
                  </a:lnTo>
                  <a:lnTo>
                    <a:pt x="1767" y="787"/>
                  </a:lnTo>
                  <a:lnTo>
                    <a:pt x="1767" y="787"/>
                  </a:lnTo>
                  <a:lnTo>
                    <a:pt x="1768" y="747"/>
                  </a:lnTo>
                  <a:lnTo>
                    <a:pt x="1769" y="804"/>
                  </a:lnTo>
                  <a:lnTo>
                    <a:pt x="1769" y="804"/>
                  </a:lnTo>
                  <a:lnTo>
                    <a:pt x="1769" y="804"/>
                  </a:lnTo>
                  <a:lnTo>
                    <a:pt x="1770" y="804"/>
                  </a:lnTo>
                  <a:lnTo>
                    <a:pt x="1770" y="804"/>
                  </a:lnTo>
                  <a:lnTo>
                    <a:pt x="1772" y="759"/>
                  </a:lnTo>
                  <a:lnTo>
                    <a:pt x="1772" y="778"/>
                  </a:lnTo>
                  <a:lnTo>
                    <a:pt x="1772" y="778"/>
                  </a:lnTo>
                  <a:lnTo>
                    <a:pt x="1772" y="798"/>
                  </a:lnTo>
                  <a:lnTo>
                    <a:pt x="1773" y="759"/>
                  </a:lnTo>
                  <a:lnTo>
                    <a:pt x="1773" y="758"/>
                  </a:lnTo>
                  <a:lnTo>
                    <a:pt x="1774" y="801"/>
                  </a:lnTo>
                  <a:lnTo>
                    <a:pt x="1775" y="752"/>
                  </a:lnTo>
                  <a:lnTo>
                    <a:pt x="1775" y="752"/>
                  </a:lnTo>
                  <a:lnTo>
                    <a:pt x="1775" y="752"/>
                  </a:lnTo>
                  <a:lnTo>
                    <a:pt x="1775" y="738"/>
                  </a:lnTo>
                  <a:lnTo>
                    <a:pt x="1776" y="779"/>
                  </a:lnTo>
                  <a:lnTo>
                    <a:pt x="1776" y="753"/>
                  </a:lnTo>
                  <a:lnTo>
                    <a:pt x="1776" y="753"/>
                  </a:lnTo>
                  <a:lnTo>
                    <a:pt x="1776" y="768"/>
                  </a:lnTo>
                  <a:lnTo>
                    <a:pt x="1777" y="671"/>
                  </a:lnTo>
                  <a:lnTo>
                    <a:pt x="1778" y="716"/>
                  </a:lnTo>
                  <a:lnTo>
                    <a:pt x="1778" y="716"/>
                  </a:lnTo>
                  <a:lnTo>
                    <a:pt x="1779" y="804"/>
                  </a:lnTo>
                  <a:lnTo>
                    <a:pt x="1779" y="804"/>
                  </a:lnTo>
                  <a:lnTo>
                    <a:pt x="1779" y="804"/>
                  </a:lnTo>
                  <a:lnTo>
                    <a:pt x="1780" y="796"/>
                  </a:lnTo>
                  <a:lnTo>
                    <a:pt x="1781" y="800"/>
                  </a:lnTo>
                  <a:lnTo>
                    <a:pt x="1781" y="800"/>
                  </a:lnTo>
                  <a:lnTo>
                    <a:pt x="1781" y="804"/>
                  </a:lnTo>
                  <a:lnTo>
                    <a:pt x="1782" y="761"/>
                  </a:lnTo>
                  <a:lnTo>
                    <a:pt x="1782" y="761"/>
                  </a:lnTo>
                  <a:lnTo>
                    <a:pt x="1783" y="794"/>
                  </a:lnTo>
                  <a:lnTo>
                    <a:pt x="1784" y="684"/>
                  </a:lnTo>
                  <a:lnTo>
                    <a:pt x="1784" y="684"/>
                  </a:lnTo>
                  <a:lnTo>
                    <a:pt x="1784" y="675"/>
                  </a:lnTo>
                  <a:lnTo>
                    <a:pt x="1785" y="800"/>
                  </a:lnTo>
                  <a:lnTo>
                    <a:pt x="1785" y="800"/>
                  </a:lnTo>
                  <a:lnTo>
                    <a:pt x="1785" y="800"/>
                  </a:lnTo>
                  <a:lnTo>
                    <a:pt x="1786" y="789"/>
                  </a:lnTo>
                  <a:lnTo>
                    <a:pt x="1787" y="798"/>
                  </a:lnTo>
                  <a:lnTo>
                    <a:pt x="1787" y="798"/>
                  </a:lnTo>
                  <a:lnTo>
                    <a:pt x="1787" y="802"/>
                  </a:lnTo>
                  <a:lnTo>
                    <a:pt x="1788" y="543"/>
                  </a:lnTo>
                  <a:lnTo>
                    <a:pt x="1788" y="543"/>
                  </a:lnTo>
                  <a:lnTo>
                    <a:pt x="1788" y="544"/>
                  </a:lnTo>
                  <a:lnTo>
                    <a:pt x="1790" y="804"/>
                  </a:lnTo>
                  <a:lnTo>
                    <a:pt x="1790" y="804"/>
                  </a:lnTo>
                  <a:lnTo>
                    <a:pt x="1790" y="804"/>
                  </a:lnTo>
                  <a:lnTo>
                    <a:pt x="1791" y="800"/>
                  </a:lnTo>
                  <a:lnTo>
                    <a:pt x="1791" y="800"/>
                  </a:lnTo>
                  <a:lnTo>
                    <a:pt x="1791" y="800"/>
                  </a:lnTo>
                  <a:lnTo>
                    <a:pt x="1792" y="804"/>
                  </a:lnTo>
                  <a:lnTo>
                    <a:pt x="1793" y="760"/>
                  </a:lnTo>
                  <a:lnTo>
                    <a:pt x="1793" y="760"/>
                  </a:lnTo>
                  <a:lnTo>
                    <a:pt x="1793" y="760"/>
                  </a:lnTo>
                  <a:lnTo>
                    <a:pt x="1793" y="745"/>
                  </a:lnTo>
                  <a:lnTo>
                    <a:pt x="1794" y="799"/>
                  </a:lnTo>
                  <a:lnTo>
                    <a:pt x="1794" y="799"/>
                  </a:lnTo>
                  <a:lnTo>
                    <a:pt x="1794" y="799"/>
                  </a:lnTo>
                  <a:lnTo>
                    <a:pt x="1796" y="762"/>
                  </a:lnTo>
                  <a:lnTo>
                    <a:pt x="1796" y="770"/>
                  </a:lnTo>
                  <a:lnTo>
                    <a:pt x="1796" y="770"/>
                  </a:lnTo>
                  <a:lnTo>
                    <a:pt x="1796" y="794"/>
                  </a:lnTo>
                  <a:lnTo>
                    <a:pt x="1797" y="661"/>
                  </a:lnTo>
                  <a:lnTo>
                    <a:pt x="1797" y="664"/>
                  </a:lnTo>
                  <a:lnTo>
                    <a:pt x="1797" y="664"/>
                  </a:lnTo>
                  <a:lnTo>
                    <a:pt x="1798" y="777"/>
                  </a:lnTo>
                  <a:lnTo>
                    <a:pt x="1799" y="604"/>
                  </a:lnTo>
                  <a:lnTo>
                    <a:pt x="1799" y="607"/>
                  </a:lnTo>
                  <a:lnTo>
                    <a:pt x="1799" y="607"/>
                  </a:lnTo>
                  <a:lnTo>
                    <a:pt x="1800" y="799"/>
                  </a:lnTo>
                  <a:lnTo>
                    <a:pt x="1800" y="799"/>
                  </a:lnTo>
                  <a:lnTo>
                    <a:pt x="1800" y="799"/>
                  </a:lnTo>
                  <a:lnTo>
                    <a:pt x="1800" y="804"/>
                  </a:lnTo>
                  <a:lnTo>
                    <a:pt x="1802" y="804"/>
                  </a:lnTo>
                  <a:lnTo>
                    <a:pt x="1802" y="804"/>
                  </a:lnTo>
                  <a:lnTo>
                    <a:pt x="1803" y="800"/>
                  </a:lnTo>
                  <a:lnTo>
                    <a:pt x="1803" y="800"/>
                  </a:lnTo>
                  <a:lnTo>
                    <a:pt x="1803" y="800"/>
                  </a:lnTo>
                  <a:lnTo>
                    <a:pt x="1805" y="735"/>
                  </a:lnTo>
                  <a:lnTo>
                    <a:pt x="1805" y="737"/>
                  </a:lnTo>
                  <a:lnTo>
                    <a:pt x="1805" y="737"/>
                  </a:lnTo>
                  <a:lnTo>
                    <a:pt x="1805" y="726"/>
                  </a:lnTo>
                  <a:lnTo>
                    <a:pt x="1806" y="797"/>
                  </a:lnTo>
                  <a:lnTo>
                    <a:pt x="1806" y="796"/>
                  </a:lnTo>
                  <a:lnTo>
                    <a:pt x="1806" y="796"/>
                  </a:lnTo>
                  <a:lnTo>
                    <a:pt x="1806" y="797"/>
                  </a:lnTo>
                  <a:lnTo>
                    <a:pt x="1808" y="761"/>
                  </a:lnTo>
                  <a:lnTo>
                    <a:pt x="1808" y="770"/>
                  </a:lnTo>
                  <a:lnTo>
                    <a:pt x="1808" y="770"/>
                  </a:lnTo>
                  <a:lnTo>
                    <a:pt x="1808" y="711"/>
                  </a:lnTo>
                  <a:lnTo>
                    <a:pt x="1809" y="743"/>
                  </a:lnTo>
                  <a:lnTo>
                    <a:pt x="1809" y="743"/>
                  </a:lnTo>
                  <a:lnTo>
                    <a:pt x="1809" y="794"/>
                  </a:lnTo>
                  <a:lnTo>
                    <a:pt x="1810" y="652"/>
                  </a:lnTo>
                  <a:lnTo>
                    <a:pt x="1811" y="742"/>
                  </a:lnTo>
                  <a:lnTo>
                    <a:pt x="1811" y="743"/>
                  </a:lnTo>
                  <a:lnTo>
                    <a:pt x="1812" y="804"/>
                  </a:lnTo>
                  <a:lnTo>
                    <a:pt x="1812" y="799"/>
                  </a:lnTo>
                  <a:lnTo>
                    <a:pt x="1812" y="799"/>
                  </a:lnTo>
                  <a:lnTo>
                    <a:pt x="1813" y="804"/>
                  </a:lnTo>
                  <a:lnTo>
                    <a:pt x="1814" y="804"/>
                  </a:lnTo>
                  <a:lnTo>
                    <a:pt x="1814" y="804"/>
                  </a:lnTo>
                  <a:lnTo>
                    <a:pt x="1815" y="727"/>
                  </a:lnTo>
                  <a:lnTo>
                    <a:pt x="1815" y="743"/>
                  </a:lnTo>
                  <a:lnTo>
                    <a:pt x="1815" y="743"/>
                  </a:lnTo>
                  <a:lnTo>
                    <a:pt x="1815" y="743"/>
                  </a:lnTo>
                  <a:lnTo>
                    <a:pt x="1816" y="797"/>
                  </a:lnTo>
                  <a:lnTo>
                    <a:pt x="1817" y="774"/>
                  </a:lnTo>
                  <a:lnTo>
                    <a:pt x="1817" y="774"/>
                  </a:lnTo>
                  <a:lnTo>
                    <a:pt x="1818" y="786"/>
                  </a:lnTo>
                  <a:lnTo>
                    <a:pt x="1818" y="689"/>
                  </a:lnTo>
                  <a:lnTo>
                    <a:pt x="1818" y="689"/>
                  </a:lnTo>
                  <a:lnTo>
                    <a:pt x="1820" y="553"/>
                  </a:lnTo>
                  <a:lnTo>
                    <a:pt x="1820" y="603"/>
                  </a:lnTo>
                  <a:lnTo>
                    <a:pt x="1820" y="604"/>
                  </a:lnTo>
                  <a:lnTo>
                    <a:pt x="1820" y="558"/>
                  </a:lnTo>
                  <a:lnTo>
                    <a:pt x="1821" y="733"/>
                  </a:lnTo>
                  <a:lnTo>
                    <a:pt x="1821" y="733"/>
                  </a:lnTo>
                  <a:lnTo>
                    <a:pt x="1821" y="733"/>
                  </a:lnTo>
                  <a:lnTo>
                    <a:pt x="1821" y="729"/>
                  </a:lnTo>
                  <a:lnTo>
                    <a:pt x="1823" y="804"/>
                  </a:lnTo>
                  <a:lnTo>
                    <a:pt x="1823" y="804"/>
                  </a:lnTo>
                  <a:lnTo>
                    <a:pt x="1823" y="804"/>
                  </a:lnTo>
                  <a:lnTo>
                    <a:pt x="1823" y="800"/>
                  </a:lnTo>
                  <a:lnTo>
                    <a:pt x="1824" y="804"/>
                  </a:lnTo>
                  <a:lnTo>
                    <a:pt x="1824" y="804"/>
                  </a:lnTo>
                  <a:lnTo>
                    <a:pt x="1825" y="763"/>
                  </a:lnTo>
                  <a:lnTo>
                    <a:pt x="1826" y="790"/>
                  </a:lnTo>
                  <a:lnTo>
                    <a:pt x="1826" y="790"/>
                  </a:lnTo>
                  <a:lnTo>
                    <a:pt x="1826" y="788"/>
                  </a:lnTo>
                  <a:lnTo>
                    <a:pt x="1827" y="803"/>
                  </a:lnTo>
                  <a:lnTo>
                    <a:pt x="1827" y="798"/>
                  </a:lnTo>
                  <a:lnTo>
                    <a:pt x="1827" y="798"/>
                  </a:lnTo>
                  <a:lnTo>
                    <a:pt x="1828" y="804"/>
                  </a:lnTo>
                  <a:lnTo>
                    <a:pt x="1829" y="790"/>
                  </a:lnTo>
                  <a:lnTo>
                    <a:pt x="1829" y="790"/>
                  </a:lnTo>
                  <a:lnTo>
                    <a:pt x="1829" y="790"/>
                  </a:lnTo>
                  <a:lnTo>
                    <a:pt x="1829" y="790"/>
                  </a:lnTo>
                  <a:lnTo>
                    <a:pt x="1830" y="650"/>
                  </a:lnTo>
                  <a:lnTo>
                    <a:pt x="1830" y="650"/>
                  </a:lnTo>
                  <a:lnTo>
                    <a:pt x="1830" y="651"/>
                  </a:lnTo>
                  <a:lnTo>
                    <a:pt x="1831" y="526"/>
                  </a:lnTo>
                  <a:lnTo>
                    <a:pt x="1832" y="734"/>
                  </a:lnTo>
                  <a:lnTo>
                    <a:pt x="1832" y="736"/>
                  </a:lnTo>
                  <a:lnTo>
                    <a:pt x="1833" y="804"/>
                  </a:lnTo>
                  <a:lnTo>
                    <a:pt x="1833" y="804"/>
                  </a:lnTo>
                  <a:lnTo>
                    <a:pt x="1833" y="804"/>
                  </a:lnTo>
                  <a:lnTo>
                    <a:pt x="1835" y="804"/>
                  </a:lnTo>
                  <a:lnTo>
                    <a:pt x="1835" y="804"/>
                  </a:lnTo>
                  <a:lnTo>
                    <a:pt x="1836" y="738"/>
                  </a:lnTo>
                  <a:lnTo>
                    <a:pt x="1836" y="743"/>
                  </a:lnTo>
                  <a:lnTo>
                    <a:pt x="1836" y="743"/>
                  </a:lnTo>
                  <a:lnTo>
                    <a:pt x="1837" y="727"/>
                  </a:lnTo>
                  <a:lnTo>
                    <a:pt x="1837" y="804"/>
                  </a:lnTo>
                  <a:lnTo>
                    <a:pt x="1838" y="804"/>
                  </a:lnTo>
                  <a:lnTo>
                    <a:pt x="1838" y="804"/>
                  </a:lnTo>
                  <a:lnTo>
                    <a:pt x="1839" y="752"/>
                  </a:lnTo>
                  <a:lnTo>
                    <a:pt x="1839" y="769"/>
                  </a:lnTo>
                  <a:lnTo>
                    <a:pt x="1839" y="769"/>
                  </a:lnTo>
                  <a:lnTo>
                    <a:pt x="1840" y="804"/>
                  </a:lnTo>
                  <a:lnTo>
                    <a:pt x="1841" y="708"/>
                  </a:lnTo>
                  <a:lnTo>
                    <a:pt x="1841" y="708"/>
                  </a:lnTo>
                  <a:lnTo>
                    <a:pt x="1841" y="708"/>
                  </a:lnTo>
                  <a:lnTo>
                    <a:pt x="1841" y="736"/>
                  </a:lnTo>
                  <a:lnTo>
                    <a:pt x="1842" y="586"/>
                  </a:lnTo>
                  <a:lnTo>
                    <a:pt x="1842" y="599"/>
                  </a:lnTo>
                  <a:lnTo>
                    <a:pt x="1842" y="599"/>
                  </a:lnTo>
                  <a:lnTo>
                    <a:pt x="1843" y="598"/>
                  </a:lnTo>
                  <a:lnTo>
                    <a:pt x="1844" y="799"/>
                  </a:lnTo>
                  <a:lnTo>
                    <a:pt x="1844" y="799"/>
                  </a:lnTo>
                  <a:lnTo>
                    <a:pt x="1844" y="799"/>
                  </a:lnTo>
                  <a:lnTo>
                    <a:pt x="1844" y="804"/>
                  </a:lnTo>
                  <a:lnTo>
                    <a:pt x="1845" y="804"/>
                  </a:lnTo>
                  <a:lnTo>
                    <a:pt x="1845" y="804"/>
                  </a:lnTo>
                  <a:lnTo>
                    <a:pt x="1847" y="755"/>
                  </a:lnTo>
                  <a:lnTo>
                    <a:pt x="1847" y="755"/>
                  </a:lnTo>
                  <a:lnTo>
                    <a:pt x="1847" y="755"/>
                  </a:lnTo>
                  <a:lnTo>
                    <a:pt x="1847" y="754"/>
                  </a:lnTo>
                  <a:lnTo>
                    <a:pt x="1848" y="804"/>
                  </a:lnTo>
                  <a:lnTo>
                    <a:pt x="1848" y="804"/>
                  </a:lnTo>
                  <a:lnTo>
                    <a:pt x="1848" y="804"/>
                  </a:lnTo>
                  <a:lnTo>
                    <a:pt x="1850" y="792"/>
                  </a:lnTo>
                  <a:lnTo>
                    <a:pt x="1850" y="792"/>
                  </a:lnTo>
                  <a:lnTo>
                    <a:pt x="1850" y="792"/>
                  </a:lnTo>
                  <a:lnTo>
                    <a:pt x="1851" y="613"/>
                  </a:lnTo>
                  <a:lnTo>
                    <a:pt x="1851" y="728"/>
                  </a:lnTo>
                  <a:lnTo>
                    <a:pt x="1851" y="730"/>
                  </a:lnTo>
                  <a:lnTo>
                    <a:pt x="1852" y="751"/>
                  </a:lnTo>
                  <a:lnTo>
                    <a:pt x="1852" y="633"/>
                  </a:lnTo>
                  <a:lnTo>
                    <a:pt x="1853" y="652"/>
                  </a:lnTo>
                  <a:lnTo>
                    <a:pt x="1853" y="651"/>
                  </a:lnTo>
                  <a:lnTo>
                    <a:pt x="1853" y="648"/>
                  </a:lnTo>
                  <a:lnTo>
                    <a:pt x="1854" y="794"/>
                  </a:lnTo>
                  <a:lnTo>
                    <a:pt x="1854" y="794"/>
                  </a:lnTo>
                  <a:lnTo>
                    <a:pt x="1854" y="794"/>
                  </a:lnTo>
                  <a:lnTo>
                    <a:pt x="1855" y="804"/>
                  </a:lnTo>
                  <a:lnTo>
                    <a:pt x="1856" y="796"/>
                  </a:lnTo>
                  <a:lnTo>
                    <a:pt x="1856" y="796"/>
                  </a:lnTo>
                  <a:lnTo>
                    <a:pt x="1856" y="804"/>
                  </a:lnTo>
                  <a:lnTo>
                    <a:pt x="1857" y="772"/>
                  </a:lnTo>
                  <a:lnTo>
                    <a:pt x="1857" y="772"/>
                  </a:lnTo>
                  <a:lnTo>
                    <a:pt x="1857" y="772"/>
                  </a:lnTo>
                  <a:lnTo>
                    <a:pt x="1858" y="788"/>
                  </a:lnTo>
                  <a:lnTo>
                    <a:pt x="1859" y="716"/>
                  </a:lnTo>
                  <a:lnTo>
                    <a:pt x="1859" y="716"/>
                  </a:lnTo>
                  <a:lnTo>
                    <a:pt x="1859" y="716"/>
                  </a:lnTo>
                  <a:lnTo>
                    <a:pt x="1859" y="715"/>
                  </a:lnTo>
                  <a:lnTo>
                    <a:pt x="1860" y="793"/>
                  </a:lnTo>
                  <a:lnTo>
                    <a:pt x="1860" y="789"/>
                  </a:lnTo>
                  <a:lnTo>
                    <a:pt x="1860" y="789"/>
                  </a:lnTo>
                  <a:lnTo>
                    <a:pt x="1861" y="800"/>
                  </a:lnTo>
                  <a:lnTo>
                    <a:pt x="1862" y="780"/>
                  </a:lnTo>
                  <a:lnTo>
                    <a:pt x="1862" y="780"/>
                  </a:lnTo>
                  <a:lnTo>
                    <a:pt x="1862" y="780"/>
                  </a:lnTo>
                  <a:lnTo>
                    <a:pt x="1862" y="795"/>
                  </a:lnTo>
                  <a:lnTo>
                    <a:pt x="1863" y="567"/>
                  </a:lnTo>
                  <a:lnTo>
                    <a:pt x="1863" y="567"/>
                  </a:lnTo>
                  <a:lnTo>
                    <a:pt x="1863" y="567"/>
                  </a:lnTo>
                  <a:lnTo>
                    <a:pt x="1864" y="797"/>
                  </a:lnTo>
                  <a:lnTo>
                    <a:pt x="1865" y="744"/>
                  </a:lnTo>
                  <a:lnTo>
                    <a:pt x="1865" y="744"/>
                  </a:lnTo>
                  <a:lnTo>
                    <a:pt x="1865" y="804"/>
                  </a:lnTo>
                  <a:lnTo>
                    <a:pt x="1866" y="804"/>
                  </a:lnTo>
                  <a:lnTo>
                    <a:pt x="1866" y="804"/>
                  </a:lnTo>
                  <a:lnTo>
                    <a:pt x="1868" y="785"/>
                  </a:lnTo>
                  <a:lnTo>
                    <a:pt x="1868" y="785"/>
                  </a:lnTo>
                  <a:lnTo>
                    <a:pt x="1868" y="785"/>
                  </a:lnTo>
                  <a:lnTo>
                    <a:pt x="1869" y="746"/>
                  </a:lnTo>
                  <a:lnTo>
                    <a:pt x="1869" y="787"/>
                  </a:lnTo>
                  <a:lnTo>
                    <a:pt x="1869" y="780"/>
                  </a:lnTo>
                  <a:lnTo>
                    <a:pt x="1869" y="780"/>
                  </a:lnTo>
                  <a:lnTo>
                    <a:pt x="1870" y="802"/>
                  </a:lnTo>
                  <a:lnTo>
                    <a:pt x="1871" y="799"/>
                  </a:lnTo>
                  <a:lnTo>
                    <a:pt x="1871" y="799"/>
                  </a:lnTo>
                  <a:lnTo>
                    <a:pt x="1871" y="799"/>
                  </a:lnTo>
                  <a:lnTo>
                    <a:pt x="1872" y="737"/>
                  </a:lnTo>
                  <a:lnTo>
                    <a:pt x="1872" y="734"/>
                  </a:lnTo>
                  <a:lnTo>
                    <a:pt x="1873" y="707"/>
                  </a:lnTo>
                  <a:lnTo>
                    <a:pt x="1873" y="770"/>
                  </a:lnTo>
                  <a:lnTo>
                    <a:pt x="1874" y="748"/>
                  </a:lnTo>
                  <a:lnTo>
                    <a:pt x="1874" y="748"/>
                  </a:lnTo>
                  <a:lnTo>
                    <a:pt x="1874" y="755"/>
                  </a:lnTo>
                  <a:lnTo>
                    <a:pt x="1875" y="676"/>
                  </a:lnTo>
                  <a:lnTo>
                    <a:pt x="1875" y="689"/>
                  </a:lnTo>
                  <a:lnTo>
                    <a:pt x="1875" y="692"/>
                  </a:lnTo>
                  <a:lnTo>
                    <a:pt x="1876" y="804"/>
                  </a:lnTo>
                  <a:lnTo>
                    <a:pt x="1877" y="804"/>
                  </a:lnTo>
                  <a:lnTo>
                    <a:pt x="1877" y="804"/>
                  </a:lnTo>
                  <a:lnTo>
                    <a:pt x="1878" y="804"/>
                  </a:lnTo>
                  <a:lnTo>
                    <a:pt x="1878" y="804"/>
                  </a:lnTo>
                  <a:lnTo>
                    <a:pt x="1880" y="764"/>
                  </a:lnTo>
                  <a:lnTo>
                    <a:pt x="1880" y="764"/>
                  </a:lnTo>
                  <a:lnTo>
                    <a:pt x="1880" y="764"/>
                  </a:lnTo>
                  <a:lnTo>
                    <a:pt x="1880" y="778"/>
                  </a:lnTo>
                  <a:lnTo>
                    <a:pt x="1881" y="735"/>
                  </a:lnTo>
                  <a:lnTo>
                    <a:pt x="1881" y="735"/>
                  </a:lnTo>
                  <a:lnTo>
                    <a:pt x="1881" y="735"/>
                  </a:lnTo>
                  <a:lnTo>
                    <a:pt x="1882" y="734"/>
                  </a:lnTo>
                  <a:lnTo>
                    <a:pt x="1882" y="790"/>
                  </a:lnTo>
                  <a:lnTo>
                    <a:pt x="1883" y="776"/>
                  </a:lnTo>
                  <a:lnTo>
                    <a:pt x="1883" y="776"/>
                  </a:lnTo>
                  <a:lnTo>
                    <a:pt x="1883" y="762"/>
                  </a:lnTo>
                  <a:lnTo>
                    <a:pt x="1884" y="804"/>
                  </a:lnTo>
                  <a:lnTo>
                    <a:pt x="1884" y="792"/>
                  </a:lnTo>
                  <a:lnTo>
                    <a:pt x="1884" y="789"/>
                  </a:lnTo>
                  <a:lnTo>
                    <a:pt x="1885" y="581"/>
                  </a:lnTo>
                  <a:lnTo>
                    <a:pt x="1886" y="796"/>
                  </a:lnTo>
                  <a:lnTo>
                    <a:pt x="1886" y="796"/>
                  </a:lnTo>
                  <a:lnTo>
                    <a:pt x="1886" y="792"/>
                  </a:lnTo>
                  <a:lnTo>
                    <a:pt x="1887" y="804"/>
                  </a:lnTo>
                  <a:lnTo>
                    <a:pt x="1887" y="804"/>
                  </a:lnTo>
                  <a:lnTo>
                    <a:pt x="1887" y="804"/>
                  </a:lnTo>
                  <a:lnTo>
                    <a:pt x="1889" y="804"/>
                  </a:lnTo>
                  <a:lnTo>
                    <a:pt x="1889" y="804"/>
                  </a:lnTo>
                  <a:lnTo>
                    <a:pt x="1890" y="710"/>
                  </a:lnTo>
                  <a:lnTo>
                    <a:pt x="1890" y="710"/>
                  </a:lnTo>
                  <a:lnTo>
                    <a:pt x="1891" y="699"/>
                  </a:lnTo>
                  <a:lnTo>
                    <a:pt x="1892" y="804"/>
                  </a:lnTo>
                  <a:lnTo>
                    <a:pt x="1892" y="804"/>
                  </a:lnTo>
                  <a:lnTo>
                    <a:pt x="1892" y="804"/>
                  </a:lnTo>
                  <a:lnTo>
                    <a:pt x="1893" y="655"/>
                  </a:lnTo>
                  <a:lnTo>
                    <a:pt x="1893" y="738"/>
                  </a:lnTo>
                  <a:lnTo>
                    <a:pt x="1893" y="739"/>
                  </a:lnTo>
                  <a:lnTo>
                    <a:pt x="1894" y="790"/>
                  </a:lnTo>
                  <a:lnTo>
                    <a:pt x="1895" y="668"/>
                  </a:lnTo>
                  <a:lnTo>
                    <a:pt x="1895" y="678"/>
                  </a:lnTo>
                  <a:lnTo>
                    <a:pt x="1895" y="677"/>
                  </a:lnTo>
                  <a:lnTo>
                    <a:pt x="1895" y="545"/>
                  </a:lnTo>
                  <a:lnTo>
                    <a:pt x="1896" y="781"/>
                  </a:lnTo>
                  <a:lnTo>
                    <a:pt x="1896" y="777"/>
                  </a:lnTo>
                  <a:lnTo>
                    <a:pt x="1896" y="777"/>
                  </a:lnTo>
                  <a:lnTo>
                    <a:pt x="1897" y="769"/>
                  </a:lnTo>
                  <a:lnTo>
                    <a:pt x="1898" y="804"/>
                  </a:lnTo>
                  <a:lnTo>
                    <a:pt x="1898" y="804"/>
                  </a:lnTo>
                  <a:lnTo>
                    <a:pt x="1898" y="804"/>
                  </a:lnTo>
                  <a:lnTo>
                    <a:pt x="1899" y="804"/>
                  </a:lnTo>
                  <a:lnTo>
                    <a:pt x="1899" y="804"/>
                  </a:lnTo>
                  <a:lnTo>
                    <a:pt x="1901" y="749"/>
                  </a:lnTo>
                  <a:lnTo>
                    <a:pt x="1901" y="749"/>
                  </a:lnTo>
                  <a:lnTo>
                    <a:pt x="1901" y="749"/>
                  </a:lnTo>
                  <a:lnTo>
                    <a:pt x="1902" y="803"/>
                  </a:lnTo>
                  <a:lnTo>
                    <a:pt x="1902" y="800"/>
                  </a:lnTo>
                  <a:lnTo>
                    <a:pt x="1902" y="800"/>
                  </a:lnTo>
                  <a:lnTo>
                    <a:pt x="1903" y="802"/>
                  </a:lnTo>
                  <a:lnTo>
                    <a:pt x="1904" y="792"/>
                  </a:lnTo>
                  <a:lnTo>
                    <a:pt x="1904" y="792"/>
                  </a:lnTo>
                  <a:lnTo>
                    <a:pt x="1904" y="793"/>
                  </a:lnTo>
                  <a:lnTo>
                    <a:pt x="1904" y="796"/>
                  </a:lnTo>
                  <a:lnTo>
                    <a:pt x="1905" y="717"/>
                  </a:lnTo>
                  <a:lnTo>
                    <a:pt x="1905" y="717"/>
                  </a:lnTo>
                  <a:lnTo>
                    <a:pt x="1905" y="717"/>
                  </a:lnTo>
                  <a:lnTo>
                    <a:pt x="1906" y="727"/>
                  </a:lnTo>
                  <a:lnTo>
                    <a:pt x="1906" y="600"/>
                  </a:lnTo>
                  <a:lnTo>
                    <a:pt x="1907" y="678"/>
                  </a:lnTo>
                  <a:lnTo>
                    <a:pt x="1907" y="678"/>
                  </a:lnTo>
                  <a:lnTo>
                    <a:pt x="1908" y="804"/>
                  </a:lnTo>
                  <a:lnTo>
                    <a:pt x="1908" y="804"/>
                  </a:lnTo>
                  <a:lnTo>
                    <a:pt x="1908" y="804"/>
                  </a:lnTo>
                  <a:lnTo>
                    <a:pt x="1910" y="799"/>
                  </a:lnTo>
                  <a:lnTo>
                    <a:pt x="1910" y="799"/>
                  </a:lnTo>
                  <a:lnTo>
                    <a:pt x="1910" y="799"/>
                  </a:lnTo>
                  <a:lnTo>
                    <a:pt x="1911" y="804"/>
                  </a:lnTo>
                  <a:lnTo>
                    <a:pt x="1911" y="767"/>
                  </a:lnTo>
                  <a:lnTo>
                    <a:pt x="1911" y="767"/>
                  </a:lnTo>
                  <a:lnTo>
                    <a:pt x="1911" y="767"/>
                  </a:lnTo>
                  <a:lnTo>
                    <a:pt x="1912" y="760"/>
                  </a:lnTo>
                  <a:lnTo>
                    <a:pt x="1912" y="804"/>
                  </a:lnTo>
                  <a:lnTo>
                    <a:pt x="1913" y="804"/>
                  </a:lnTo>
                  <a:lnTo>
                    <a:pt x="1913" y="804"/>
                  </a:lnTo>
                  <a:lnTo>
                    <a:pt x="1914" y="804"/>
                  </a:lnTo>
                  <a:lnTo>
                    <a:pt x="1914" y="804"/>
                  </a:lnTo>
                  <a:lnTo>
                    <a:pt x="1916" y="792"/>
                  </a:lnTo>
                  <a:lnTo>
                    <a:pt x="1916" y="792"/>
                  </a:lnTo>
                  <a:lnTo>
                    <a:pt x="1916" y="792"/>
                  </a:lnTo>
                  <a:lnTo>
                    <a:pt x="1917" y="574"/>
                  </a:lnTo>
                  <a:lnTo>
                    <a:pt x="1917" y="597"/>
                  </a:lnTo>
                  <a:lnTo>
                    <a:pt x="1917" y="597"/>
                  </a:lnTo>
                  <a:lnTo>
                    <a:pt x="1918" y="793"/>
                  </a:lnTo>
                  <a:lnTo>
                    <a:pt x="1919" y="736"/>
                  </a:lnTo>
                  <a:lnTo>
                    <a:pt x="1919" y="736"/>
                  </a:lnTo>
                  <a:lnTo>
                    <a:pt x="1919" y="804"/>
                  </a:lnTo>
                  <a:lnTo>
                    <a:pt x="1920" y="804"/>
                  </a:lnTo>
                  <a:lnTo>
                    <a:pt x="1920" y="804"/>
                  </a:lnTo>
                  <a:lnTo>
                    <a:pt x="1922" y="768"/>
                  </a:lnTo>
                  <a:lnTo>
                    <a:pt x="1922" y="768"/>
                  </a:lnTo>
                  <a:lnTo>
                    <a:pt x="1922" y="768"/>
                  </a:lnTo>
                  <a:lnTo>
                    <a:pt x="1922" y="758"/>
                  </a:lnTo>
                  <a:lnTo>
                    <a:pt x="1923" y="804"/>
                  </a:lnTo>
                  <a:lnTo>
                    <a:pt x="1923" y="804"/>
                  </a:lnTo>
                  <a:lnTo>
                    <a:pt x="1923" y="804"/>
                  </a:lnTo>
                  <a:lnTo>
                    <a:pt x="1925" y="803"/>
                  </a:lnTo>
                  <a:lnTo>
                    <a:pt x="1925" y="803"/>
                  </a:lnTo>
                  <a:lnTo>
                    <a:pt x="1925" y="803"/>
                  </a:lnTo>
                  <a:lnTo>
                    <a:pt x="1926" y="784"/>
                  </a:lnTo>
                  <a:lnTo>
                    <a:pt x="1926" y="792"/>
                  </a:lnTo>
                  <a:lnTo>
                    <a:pt x="1926" y="792"/>
                  </a:lnTo>
                  <a:lnTo>
                    <a:pt x="1928" y="617"/>
                  </a:lnTo>
                  <a:lnTo>
                    <a:pt x="1928" y="630"/>
                  </a:lnTo>
                  <a:lnTo>
                    <a:pt x="1928" y="630"/>
                  </a:lnTo>
                  <a:lnTo>
                    <a:pt x="1928" y="630"/>
                  </a:lnTo>
                  <a:lnTo>
                    <a:pt x="1928" y="794"/>
                  </a:lnTo>
                  <a:lnTo>
                    <a:pt x="1929" y="780"/>
                  </a:lnTo>
                  <a:lnTo>
                    <a:pt x="1929" y="780"/>
                  </a:lnTo>
                  <a:lnTo>
                    <a:pt x="1930" y="804"/>
                  </a:lnTo>
                  <a:lnTo>
                    <a:pt x="1931" y="804"/>
                  </a:lnTo>
                  <a:lnTo>
                    <a:pt x="1931" y="804"/>
                  </a:lnTo>
                  <a:lnTo>
                    <a:pt x="1931" y="800"/>
                  </a:lnTo>
                  <a:lnTo>
                    <a:pt x="1932" y="804"/>
                  </a:lnTo>
                  <a:lnTo>
                    <a:pt x="1932" y="804"/>
                  </a:lnTo>
                  <a:lnTo>
                    <a:pt x="1933" y="760"/>
                  </a:lnTo>
                  <a:lnTo>
                    <a:pt x="1934" y="794"/>
                  </a:lnTo>
                  <a:lnTo>
                    <a:pt x="1934" y="794"/>
                  </a:lnTo>
                  <a:lnTo>
                    <a:pt x="1934" y="795"/>
                  </a:lnTo>
                  <a:lnTo>
                    <a:pt x="1935" y="731"/>
                  </a:lnTo>
                  <a:lnTo>
                    <a:pt x="1935" y="734"/>
                  </a:lnTo>
                  <a:lnTo>
                    <a:pt x="1935" y="734"/>
                  </a:lnTo>
                  <a:lnTo>
                    <a:pt x="1936" y="793"/>
                  </a:lnTo>
                  <a:lnTo>
                    <a:pt x="1937" y="684"/>
                  </a:lnTo>
                  <a:lnTo>
                    <a:pt x="1937" y="727"/>
                  </a:lnTo>
                  <a:lnTo>
                    <a:pt x="1937" y="727"/>
                  </a:lnTo>
                  <a:lnTo>
                    <a:pt x="1937" y="793"/>
                  </a:lnTo>
                  <a:lnTo>
                    <a:pt x="1938" y="652"/>
                  </a:lnTo>
                  <a:lnTo>
                    <a:pt x="1938" y="716"/>
                  </a:lnTo>
                  <a:lnTo>
                    <a:pt x="1938" y="715"/>
                  </a:lnTo>
                  <a:lnTo>
                    <a:pt x="1939" y="619"/>
                  </a:lnTo>
                  <a:lnTo>
                    <a:pt x="1940" y="799"/>
                  </a:lnTo>
                  <a:lnTo>
                    <a:pt x="1940" y="748"/>
                  </a:lnTo>
                  <a:lnTo>
                    <a:pt x="1940" y="748"/>
                  </a:lnTo>
                  <a:lnTo>
                    <a:pt x="1940" y="740"/>
                  </a:lnTo>
                  <a:lnTo>
                    <a:pt x="1941" y="804"/>
                  </a:lnTo>
                  <a:lnTo>
                    <a:pt x="1941" y="804"/>
                  </a:lnTo>
                  <a:lnTo>
                    <a:pt x="1941" y="804"/>
                  </a:lnTo>
                  <a:lnTo>
                    <a:pt x="1942" y="800"/>
                  </a:lnTo>
                  <a:lnTo>
                    <a:pt x="1943" y="804"/>
                  </a:lnTo>
                  <a:lnTo>
                    <a:pt x="1943" y="804"/>
                  </a:lnTo>
                  <a:lnTo>
                    <a:pt x="1944" y="753"/>
                  </a:lnTo>
                  <a:lnTo>
                    <a:pt x="1944" y="788"/>
                  </a:lnTo>
                  <a:lnTo>
                    <a:pt x="1944" y="787"/>
                  </a:lnTo>
                  <a:lnTo>
                    <a:pt x="1946" y="727"/>
                  </a:lnTo>
                  <a:lnTo>
                    <a:pt x="1946" y="727"/>
                  </a:lnTo>
                  <a:lnTo>
                    <a:pt x="1946" y="727"/>
                  </a:lnTo>
                  <a:lnTo>
                    <a:pt x="1946" y="722"/>
                  </a:lnTo>
                  <a:lnTo>
                    <a:pt x="1947" y="790"/>
                  </a:lnTo>
                  <a:lnTo>
                    <a:pt x="1947" y="774"/>
                  </a:lnTo>
                  <a:lnTo>
                    <a:pt x="1947" y="774"/>
                  </a:lnTo>
                  <a:lnTo>
                    <a:pt x="1948" y="724"/>
                  </a:lnTo>
                  <a:lnTo>
                    <a:pt x="1949" y="794"/>
                  </a:lnTo>
                  <a:lnTo>
                    <a:pt x="1949" y="794"/>
                  </a:lnTo>
                  <a:lnTo>
                    <a:pt x="1949" y="794"/>
                  </a:lnTo>
                  <a:lnTo>
                    <a:pt x="1949" y="794"/>
                  </a:lnTo>
                  <a:lnTo>
                    <a:pt x="1950" y="612"/>
                  </a:lnTo>
                  <a:lnTo>
                    <a:pt x="1950" y="635"/>
                  </a:lnTo>
                  <a:lnTo>
                    <a:pt x="1950" y="635"/>
                  </a:lnTo>
                  <a:lnTo>
                    <a:pt x="1952" y="804"/>
                  </a:lnTo>
                  <a:lnTo>
                    <a:pt x="1952" y="804"/>
                  </a:lnTo>
                  <a:lnTo>
                    <a:pt x="1952" y="804"/>
                  </a:lnTo>
                  <a:lnTo>
                    <a:pt x="1953" y="804"/>
                  </a:lnTo>
                  <a:lnTo>
                    <a:pt x="1953" y="804"/>
                  </a:lnTo>
                  <a:lnTo>
                    <a:pt x="1955" y="760"/>
                  </a:lnTo>
                  <a:lnTo>
                    <a:pt x="1955" y="760"/>
                  </a:lnTo>
                  <a:lnTo>
                    <a:pt x="1955" y="777"/>
                  </a:lnTo>
                  <a:lnTo>
                    <a:pt x="1956" y="720"/>
                  </a:lnTo>
                  <a:lnTo>
                    <a:pt x="1956" y="734"/>
                  </a:lnTo>
                  <a:lnTo>
                    <a:pt x="1956" y="733"/>
                  </a:lnTo>
                  <a:lnTo>
                    <a:pt x="1957" y="749"/>
                  </a:lnTo>
                  <a:lnTo>
                    <a:pt x="1957" y="686"/>
                  </a:lnTo>
                  <a:lnTo>
                    <a:pt x="1958" y="731"/>
                  </a:lnTo>
                  <a:lnTo>
                    <a:pt x="1958" y="731"/>
                  </a:lnTo>
                  <a:lnTo>
                    <a:pt x="1958" y="800"/>
                  </a:lnTo>
                  <a:lnTo>
                    <a:pt x="1959" y="786"/>
                  </a:lnTo>
                  <a:lnTo>
                    <a:pt x="1959" y="786"/>
                  </a:lnTo>
                  <a:lnTo>
                    <a:pt x="1960" y="798"/>
                  </a:lnTo>
                  <a:lnTo>
                    <a:pt x="1960" y="586"/>
                  </a:lnTo>
                  <a:lnTo>
                    <a:pt x="1961" y="682"/>
                  </a:lnTo>
                  <a:lnTo>
                    <a:pt x="1961" y="682"/>
                  </a:lnTo>
                  <a:lnTo>
                    <a:pt x="1962" y="793"/>
                  </a:lnTo>
                  <a:lnTo>
                    <a:pt x="1962" y="793"/>
                  </a:lnTo>
                  <a:lnTo>
                    <a:pt x="1962" y="793"/>
                  </a:lnTo>
                  <a:lnTo>
                    <a:pt x="1963" y="804"/>
                  </a:lnTo>
                  <a:lnTo>
                    <a:pt x="1964" y="804"/>
                  </a:lnTo>
                  <a:lnTo>
                    <a:pt x="1964" y="804"/>
                  </a:lnTo>
                  <a:lnTo>
                    <a:pt x="1965" y="770"/>
                  </a:lnTo>
                  <a:lnTo>
                    <a:pt x="1965" y="770"/>
                  </a:lnTo>
                  <a:lnTo>
                    <a:pt x="1965" y="770"/>
                  </a:lnTo>
                  <a:lnTo>
                    <a:pt x="1966" y="758"/>
                  </a:lnTo>
                  <a:lnTo>
                    <a:pt x="1967" y="793"/>
                  </a:lnTo>
                  <a:lnTo>
                    <a:pt x="1967" y="793"/>
                  </a:lnTo>
                  <a:lnTo>
                    <a:pt x="1967" y="793"/>
                  </a:lnTo>
                  <a:lnTo>
                    <a:pt x="1967" y="794"/>
                  </a:lnTo>
                  <a:lnTo>
                    <a:pt x="1968" y="681"/>
                  </a:lnTo>
                  <a:lnTo>
                    <a:pt x="1968" y="720"/>
                  </a:lnTo>
                  <a:lnTo>
                    <a:pt x="1968" y="720"/>
                  </a:lnTo>
                  <a:lnTo>
                    <a:pt x="1970" y="768"/>
                  </a:lnTo>
                  <a:lnTo>
                    <a:pt x="1970" y="766"/>
                  </a:lnTo>
                  <a:lnTo>
                    <a:pt x="1971" y="795"/>
                  </a:lnTo>
                  <a:lnTo>
                    <a:pt x="1971" y="565"/>
                  </a:lnTo>
                  <a:lnTo>
                    <a:pt x="1971" y="565"/>
                  </a:lnTo>
                  <a:lnTo>
                    <a:pt x="1971" y="565"/>
                  </a:lnTo>
                  <a:lnTo>
                    <a:pt x="1972" y="545"/>
                  </a:lnTo>
                  <a:lnTo>
                    <a:pt x="1973" y="788"/>
                  </a:lnTo>
                  <a:lnTo>
                    <a:pt x="1973" y="788"/>
                  </a:lnTo>
                  <a:lnTo>
                    <a:pt x="1973" y="788"/>
                  </a:lnTo>
                  <a:lnTo>
                    <a:pt x="1973" y="804"/>
                  </a:lnTo>
                  <a:lnTo>
                    <a:pt x="1974" y="800"/>
                  </a:lnTo>
                  <a:lnTo>
                    <a:pt x="1974" y="799"/>
                  </a:lnTo>
                  <a:lnTo>
                    <a:pt x="1975" y="804"/>
                  </a:lnTo>
                  <a:lnTo>
                    <a:pt x="1976" y="763"/>
                  </a:lnTo>
                  <a:lnTo>
                    <a:pt x="1976" y="763"/>
                  </a:lnTo>
                  <a:lnTo>
                    <a:pt x="1976" y="756"/>
                  </a:lnTo>
                  <a:lnTo>
                    <a:pt x="1977" y="790"/>
                  </a:lnTo>
                  <a:lnTo>
                    <a:pt x="1977" y="790"/>
                  </a:lnTo>
                  <a:lnTo>
                    <a:pt x="1977" y="790"/>
                  </a:lnTo>
                  <a:lnTo>
                    <a:pt x="1978" y="786"/>
                  </a:lnTo>
                  <a:lnTo>
                    <a:pt x="1978" y="800"/>
                  </a:lnTo>
                  <a:lnTo>
                    <a:pt x="1979" y="793"/>
                  </a:lnTo>
                  <a:lnTo>
                    <a:pt x="1979" y="793"/>
                  </a:lnTo>
                  <a:lnTo>
                    <a:pt x="1980" y="684"/>
                  </a:lnTo>
                  <a:lnTo>
                    <a:pt x="1980" y="689"/>
                  </a:lnTo>
                  <a:lnTo>
                    <a:pt x="1980" y="689"/>
                  </a:lnTo>
                  <a:lnTo>
                    <a:pt x="1981" y="748"/>
                  </a:lnTo>
                  <a:lnTo>
                    <a:pt x="1982" y="570"/>
                  </a:lnTo>
                  <a:lnTo>
                    <a:pt x="1982" y="571"/>
                  </a:lnTo>
                  <a:lnTo>
                    <a:pt x="1982" y="571"/>
                  </a:lnTo>
                  <a:lnTo>
                    <a:pt x="1983" y="550"/>
                  </a:lnTo>
                  <a:lnTo>
                    <a:pt x="1983" y="794"/>
                  </a:lnTo>
                  <a:lnTo>
                    <a:pt x="1983" y="789"/>
                  </a:lnTo>
                  <a:lnTo>
                    <a:pt x="1983" y="789"/>
                  </a:lnTo>
                  <a:lnTo>
                    <a:pt x="1985" y="804"/>
                  </a:lnTo>
                  <a:lnTo>
                    <a:pt x="1985" y="804"/>
                  </a:lnTo>
                  <a:lnTo>
                    <a:pt x="1985" y="804"/>
                  </a:lnTo>
                  <a:lnTo>
                    <a:pt x="1986" y="770"/>
                  </a:lnTo>
                  <a:lnTo>
                    <a:pt x="1986" y="769"/>
                  </a:lnTo>
                  <a:lnTo>
                    <a:pt x="1987" y="747"/>
                  </a:lnTo>
                  <a:lnTo>
                    <a:pt x="1988" y="804"/>
                  </a:lnTo>
                  <a:lnTo>
                    <a:pt x="1988" y="804"/>
                  </a:lnTo>
                  <a:lnTo>
                    <a:pt x="1988" y="804"/>
                  </a:lnTo>
                  <a:lnTo>
                    <a:pt x="1989" y="795"/>
                  </a:lnTo>
                  <a:lnTo>
                    <a:pt x="1989" y="795"/>
                  </a:lnTo>
                  <a:lnTo>
                    <a:pt x="1989" y="795"/>
                  </a:lnTo>
                  <a:lnTo>
                    <a:pt x="1990" y="791"/>
                  </a:lnTo>
                  <a:lnTo>
                    <a:pt x="1990" y="804"/>
                  </a:lnTo>
                  <a:lnTo>
                    <a:pt x="1991" y="804"/>
                  </a:lnTo>
                  <a:lnTo>
                    <a:pt x="1991" y="804"/>
                  </a:lnTo>
                  <a:lnTo>
                    <a:pt x="1992" y="645"/>
                  </a:lnTo>
                  <a:lnTo>
                    <a:pt x="1992" y="645"/>
                  </a:lnTo>
                  <a:lnTo>
                    <a:pt x="1993" y="624"/>
                  </a:lnTo>
                  <a:lnTo>
                    <a:pt x="1994" y="741"/>
                  </a:lnTo>
                  <a:lnTo>
                    <a:pt x="1994" y="741"/>
                  </a:lnTo>
                  <a:lnTo>
                    <a:pt x="1994" y="741"/>
                  </a:lnTo>
                  <a:lnTo>
                    <a:pt x="1994" y="736"/>
                  </a:lnTo>
                  <a:lnTo>
                    <a:pt x="1995" y="804"/>
                  </a:lnTo>
                  <a:lnTo>
                    <a:pt x="1995" y="804"/>
                  </a:lnTo>
                  <a:lnTo>
                    <a:pt x="1995" y="804"/>
                  </a:lnTo>
                  <a:lnTo>
                    <a:pt x="1997" y="800"/>
                  </a:lnTo>
                  <a:lnTo>
                    <a:pt x="1997" y="800"/>
                  </a:lnTo>
                  <a:lnTo>
                    <a:pt x="1997" y="800"/>
                  </a:lnTo>
                  <a:lnTo>
                    <a:pt x="1998" y="753"/>
                  </a:lnTo>
                  <a:lnTo>
                    <a:pt x="1998" y="796"/>
                  </a:lnTo>
                  <a:lnTo>
                    <a:pt x="1998" y="796"/>
                  </a:lnTo>
                  <a:lnTo>
                    <a:pt x="1999" y="804"/>
                  </a:lnTo>
                  <a:lnTo>
                    <a:pt x="2000" y="804"/>
                  </a:lnTo>
                  <a:lnTo>
                    <a:pt x="2000" y="804"/>
                  </a:lnTo>
                  <a:lnTo>
                    <a:pt x="2001" y="793"/>
                  </a:lnTo>
                  <a:lnTo>
                    <a:pt x="2001" y="794"/>
                  </a:lnTo>
                  <a:lnTo>
                    <a:pt x="2001" y="794"/>
                  </a:lnTo>
                  <a:lnTo>
                    <a:pt x="2002" y="803"/>
                  </a:lnTo>
                  <a:lnTo>
                    <a:pt x="2002" y="673"/>
                  </a:lnTo>
                  <a:lnTo>
                    <a:pt x="2003" y="774"/>
                  </a:lnTo>
                  <a:lnTo>
                    <a:pt x="2003" y="774"/>
                  </a:lnTo>
                  <a:lnTo>
                    <a:pt x="2004" y="672"/>
                  </a:lnTo>
                  <a:lnTo>
                    <a:pt x="2004" y="708"/>
                  </a:lnTo>
                  <a:lnTo>
                    <a:pt x="2004" y="708"/>
                  </a:lnTo>
                  <a:lnTo>
                    <a:pt x="2005" y="804"/>
                  </a:lnTo>
                  <a:lnTo>
                    <a:pt x="2006" y="804"/>
                  </a:lnTo>
                  <a:lnTo>
                    <a:pt x="2006" y="804"/>
                  </a:lnTo>
                  <a:lnTo>
                    <a:pt x="2007" y="804"/>
                  </a:lnTo>
                  <a:lnTo>
                    <a:pt x="2007" y="804"/>
                  </a:lnTo>
                  <a:lnTo>
                    <a:pt x="2008" y="743"/>
                  </a:lnTo>
                  <a:lnTo>
                    <a:pt x="2009" y="776"/>
                  </a:lnTo>
                  <a:lnTo>
                    <a:pt x="2009" y="776"/>
                  </a:lnTo>
                  <a:lnTo>
                    <a:pt x="2010" y="799"/>
                  </a:lnTo>
                  <a:lnTo>
                    <a:pt x="2010" y="721"/>
                  </a:lnTo>
                  <a:lnTo>
                    <a:pt x="2010" y="721"/>
                  </a:lnTo>
                  <a:lnTo>
                    <a:pt x="2010" y="721"/>
                  </a:lnTo>
                  <a:lnTo>
                    <a:pt x="2011" y="717"/>
                  </a:lnTo>
                  <a:lnTo>
                    <a:pt x="2011" y="800"/>
                  </a:lnTo>
                  <a:lnTo>
                    <a:pt x="2012" y="782"/>
                  </a:lnTo>
                  <a:lnTo>
                    <a:pt x="2012" y="781"/>
                  </a:lnTo>
                  <a:lnTo>
                    <a:pt x="2013" y="732"/>
                  </a:lnTo>
                  <a:lnTo>
                    <a:pt x="2013" y="763"/>
                  </a:lnTo>
                  <a:lnTo>
                    <a:pt x="2013" y="764"/>
                  </a:lnTo>
                  <a:lnTo>
                    <a:pt x="2014" y="768"/>
                  </a:lnTo>
                  <a:lnTo>
                    <a:pt x="2014" y="580"/>
                  </a:lnTo>
                  <a:lnTo>
                    <a:pt x="2015" y="684"/>
                  </a:lnTo>
                  <a:lnTo>
                    <a:pt x="2015" y="685"/>
                  </a:lnTo>
                  <a:lnTo>
                    <a:pt x="2016" y="799"/>
                  </a:lnTo>
                  <a:lnTo>
                    <a:pt x="2016" y="799"/>
                  </a:lnTo>
                  <a:lnTo>
                    <a:pt x="2016" y="799"/>
                  </a:lnTo>
                  <a:lnTo>
                    <a:pt x="2017" y="804"/>
                  </a:lnTo>
                  <a:lnTo>
                    <a:pt x="2018" y="800"/>
                  </a:lnTo>
                  <a:lnTo>
                    <a:pt x="2018" y="800"/>
                  </a:lnTo>
                  <a:lnTo>
                    <a:pt x="2019" y="804"/>
                  </a:lnTo>
                  <a:lnTo>
                    <a:pt x="2019" y="763"/>
                  </a:lnTo>
                  <a:lnTo>
                    <a:pt x="2019" y="763"/>
                  </a:lnTo>
                  <a:lnTo>
                    <a:pt x="2019" y="763"/>
                  </a:lnTo>
                  <a:lnTo>
                    <a:pt x="2020" y="802"/>
                  </a:lnTo>
                  <a:lnTo>
                    <a:pt x="2021" y="787"/>
                  </a:lnTo>
                  <a:lnTo>
                    <a:pt x="2021" y="787"/>
                  </a:lnTo>
                  <a:lnTo>
                    <a:pt x="2021" y="804"/>
                  </a:lnTo>
                  <a:lnTo>
                    <a:pt x="2022" y="770"/>
                  </a:lnTo>
                  <a:lnTo>
                    <a:pt x="2022" y="770"/>
                  </a:lnTo>
                  <a:lnTo>
                    <a:pt x="2022" y="769"/>
                  </a:lnTo>
                  <a:lnTo>
                    <a:pt x="2023" y="800"/>
                  </a:lnTo>
                  <a:lnTo>
                    <a:pt x="2024" y="725"/>
                  </a:lnTo>
                  <a:lnTo>
                    <a:pt x="2024" y="726"/>
                  </a:lnTo>
                  <a:lnTo>
                    <a:pt x="2024" y="726"/>
                  </a:lnTo>
                  <a:lnTo>
                    <a:pt x="2025" y="781"/>
                  </a:lnTo>
                  <a:lnTo>
                    <a:pt x="2025" y="677"/>
                  </a:lnTo>
                  <a:lnTo>
                    <a:pt x="2025" y="678"/>
                  </a:lnTo>
                  <a:lnTo>
                    <a:pt x="2025" y="678"/>
                  </a:lnTo>
                  <a:lnTo>
                    <a:pt x="2027" y="804"/>
                  </a:lnTo>
                  <a:lnTo>
                    <a:pt x="2027" y="804"/>
                  </a:lnTo>
                  <a:lnTo>
                    <a:pt x="2027" y="804"/>
                  </a:lnTo>
                  <a:lnTo>
                    <a:pt x="2028" y="804"/>
                  </a:lnTo>
                  <a:lnTo>
                    <a:pt x="2028" y="804"/>
                  </a:lnTo>
                  <a:lnTo>
                    <a:pt x="2030" y="773"/>
                  </a:lnTo>
                  <a:lnTo>
                    <a:pt x="2030" y="773"/>
                  </a:lnTo>
                  <a:lnTo>
                    <a:pt x="2031" y="717"/>
                  </a:lnTo>
                  <a:lnTo>
                    <a:pt x="2031" y="758"/>
                  </a:lnTo>
                  <a:lnTo>
                    <a:pt x="2031" y="759"/>
                  </a:lnTo>
                  <a:lnTo>
                    <a:pt x="2032" y="676"/>
                  </a:lnTo>
                  <a:lnTo>
                    <a:pt x="2033" y="804"/>
                  </a:lnTo>
                  <a:lnTo>
                    <a:pt x="2033" y="794"/>
                  </a:lnTo>
                  <a:lnTo>
                    <a:pt x="2033" y="794"/>
                  </a:lnTo>
                  <a:lnTo>
                    <a:pt x="2034" y="804"/>
                  </a:lnTo>
                  <a:lnTo>
                    <a:pt x="2034" y="791"/>
                  </a:lnTo>
                  <a:lnTo>
                    <a:pt x="2034" y="791"/>
                  </a:lnTo>
                  <a:lnTo>
                    <a:pt x="2034" y="791"/>
                  </a:lnTo>
                  <a:lnTo>
                    <a:pt x="2036" y="557"/>
                  </a:lnTo>
                  <a:lnTo>
                    <a:pt x="2036" y="557"/>
                  </a:lnTo>
                  <a:lnTo>
                    <a:pt x="2036" y="557"/>
                  </a:lnTo>
                  <a:lnTo>
                    <a:pt x="2037" y="796"/>
                  </a:lnTo>
                  <a:lnTo>
                    <a:pt x="2037" y="780"/>
                  </a:lnTo>
                  <a:lnTo>
                    <a:pt x="2037" y="780"/>
                  </a:lnTo>
                  <a:lnTo>
                    <a:pt x="2038" y="764"/>
                  </a:lnTo>
                  <a:lnTo>
                    <a:pt x="2038" y="804"/>
                  </a:lnTo>
                  <a:lnTo>
                    <a:pt x="2039" y="804"/>
                  </a:lnTo>
                  <a:lnTo>
                    <a:pt x="2039" y="804"/>
                  </a:lnTo>
                  <a:lnTo>
                    <a:pt x="2039" y="799"/>
                  </a:lnTo>
                  <a:lnTo>
                    <a:pt x="2040" y="804"/>
                  </a:lnTo>
                  <a:lnTo>
                    <a:pt x="2040" y="804"/>
                  </a:lnTo>
                  <a:lnTo>
                    <a:pt x="2042" y="731"/>
                  </a:lnTo>
                  <a:lnTo>
                    <a:pt x="2042" y="731"/>
                  </a:lnTo>
                  <a:lnTo>
                    <a:pt x="2042" y="673"/>
                  </a:lnTo>
                  <a:lnTo>
                    <a:pt x="2043" y="785"/>
                  </a:lnTo>
                  <a:lnTo>
                    <a:pt x="2043" y="784"/>
                  </a:lnTo>
                  <a:lnTo>
                    <a:pt x="2043" y="784"/>
                  </a:lnTo>
                  <a:lnTo>
                    <a:pt x="2045" y="799"/>
                  </a:lnTo>
                  <a:lnTo>
                    <a:pt x="2045" y="794"/>
                  </a:lnTo>
                  <a:lnTo>
                    <a:pt x="2045" y="794"/>
                  </a:lnTo>
                  <a:lnTo>
                    <a:pt x="2045" y="799"/>
                  </a:lnTo>
                  <a:lnTo>
                    <a:pt x="2046" y="581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047" y="585"/>
                  </a:lnTo>
                  <a:lnTo>
                    <a:pt x="2047" y="804"/>
                  </a:lnTo>
                  <a:lnTo>
                    <a:pt x="2048" y="795"/>
                  </a:lnTo>
                  <a:lnTo>
                    <a:pt x="2048" y="795"/>
                  </a:lnTo>
                  <a:lnTo>
                    <a:pt x="2049" y="804"/>
                  </a:lnTo>
                  <a:lnTo>
                    <a:pt x="2049" y="804"/>
                  </a:lnTo>
                  <a:lnTo>
                    <a:pt x="2049" y="804"/>
                  </a:lnTo>
                  <a:lnTo>
                    <a:pt x="2050" y="757"/>
                  </a:lnTo>
                  <a:lnTo>
                    <a:pt x="2051" y="804"/>
                  </a:lnTo>
                  <a:lnTo>
                    <a:pt x="2051" y="804"/>
                  </a:lnTo>
                  <a:lnTo>
                    <a:pt x="2052" y="771"/>
                  </a:lnTo>
                  <a:lnTo>
                    <a:pt x="2052" y="776"/>
                  </a:lnTo>
                  <a:lnTo>
                    <a:pt x="2052" y="777"/>
                  </a:lnTo>
                  <a:lnTo>
                    <a:pt x="2053" y="757"/>
                  </a:lnTo>
                  <a:lnTo>
                    <a:pt x="2053" y="789"/>
                  </a:lnTo>
                  <a:lnTo>
                    <a:pt x="2054" y="770"/>
                  </a:lnTo>
                  <a:lnTo>
                    <a:pt x="2054" y="770"/>
                  </a:lnTo>
                  <a:lnTo>
                    <a:pt x="2055" y="666"/>
                  </a:lnTo>
                  <a:lnTo>
                    <a:pt x="2055" y="736"/>
                  </a:lnTo>
                  <a:lnTo>
                    <a:pt x="2055" y="736"/>
                  </a:lnTo>
                  <a:lnTo>
                    <a:pt x="2056" y="779"/>
                  </a:lnTo>
                  <a:lnTo>
                    <a:pt x="2057" y="651"/>
                  </a:lnTo>
                  <a:lnTo>
                    <a:pt x="2057" y="650"/>
                  </a:lnTo>
                  <a:lnTo>
                    <a:pt x="2058" y="508"/>
                  </a:lnTo>
                  <a:lnTo>
                    <a:pt x="2058" y="796"/>
                  </a:lnTo>
                  <a:lnTo>
                    <a:pt x="2058" y="796"/>
                  </a:lnTo>
                  <a:lnTo>
                    <a:pt x="2058" y="796"/>
                  </a:lnTo>
                  <a:lnTo>
                    <a:pt x="2059" y="800"/>
                  </a:lnTo>
                  <a:lnTo>
                    <a:pt x="2059" y="795"/>
                  </a:lnTo>
                  <a:lnTo>
                    <a:pt x="2060" y="798"/>
                  </a:lnTo>
                  <a:lnTo>
                    <a:pt x="2060" y="798"/>
                  </a:lnTo>
                  <a:lnTo>
                    <a:pt x="2061" y="804"/>
                  </a:lnTo>
                  <a:lnTo>
                    <a:pt x="2061" y="804"/>
                  </a:lnTo>
                  <a:lnTo>
                    <a:pt x="2061" y="804"/>
                  </a:lnTo>
                  <a:lnTo>
                    <a:pt x="2062" y="756"/>
                  </a:lnTo>
                  <a:lnTo>
                    <a:pt x="2063" y="788"/>
                  </a:lnTo>
                  <a:lnTo>
                    <a:pt x="2063" y="788"/>
                  </a:lnTo>
                  <a:lnTo>
                    <a:pt x="2063" y="804"/>
                  </a:lnTo>
                  <a:lnTo>
                    <a:pt x="2064" y="798"/>
                  </a:lnTo>
                  <a:lnTo>
                    <a:pt x="2064" y="798"/>
                  </a:lnTo>
                  <a:lnTo>
                    <a:pt x="2065" y="797"/>
                  </a:lnTo>
                  <a:lnTo>
                    <a:pt x="2066" y="804"/>
                  </a:lnTo>
                  <a:lnTo>
                    <a:pt x="2066" y="804"/>
                  </a:lnTo>
                  <a:lnTo>
                    <a:pt x="2066" y="804"/>
                  </a:lnTo>
                  <a:lnTo>
                    <a:pt x="2067" y="748"/>
                  </a:lnTo>
                  <a:lnTo>
                    <a:pt x="2067" y="749"/>
                  </a:lnTo>
                  <a:lnTo>
                    <a:pt x="2067" y="749"/>
                  </a:lnTo>
                  <a:lnTo>
                    <a:pt x="2068" y="755"/>
                  </a:lnTo>
                  <a:lnTo>
                    <a:pt x="2068" y="634"/>
                  </a:lnTo>
                  <a:lnTo>
                    <a:pt x="2069" y="663"/>
                  </a:lnTo>
                  <a:lnTo>
                    <a:pt x="2069" y="664"/>
                  </a:lnTo>
                  <a:lnTo>
                    <a:pt x="2070" y="804"/>
                  </a:lnTo>
                  <a:lnTo>
                    <a:pt x="2070" y="804"/>
                  </a:lnTo>
                  <a:lnTo>
                    <a:pt x="2070" y="804"/>
                  </a:lnTo>
                  <a:lnTo>
                    <a:pt x="2072" y="804"/>
                  </a:lnTo>
                  <a:lnTo>
                    <a:pt x="2072" y="804"/>
                  </a:lnTo>
                  <a:lnTo>
                    <a:pt x="2073" y="735"/>
                  </a:lnTo>
                  <a:lnTo>
                    <a:pt x="2073" y="750"/>
                  </a:lnTo>
                  <a:lnTo>
                    <a:pt x="2073" y="750"/>
                  </a:lnTo>
                  <a:lnTo>
                    <a:pt x="2074" y="804"/>
                  </a:lnTo>
                  <a:lnTo>
                    <a:pt x="2075" y="804"/>
                  </a:lnTo>
                  <a:lnTo>
                    <a:pt x="2075" y="804"/>
                  </a:lnTo>
                  <a:lnTo>
                    <a:pt x="2076" y="783"/>
                  </a:lnTo>
                  <a:lnTo>
                    <a:pt x="2076" y="783"/>
                  </a:lnTo>
                  <a:lnTo>
                    <a:pt x="2076" y="783"/>
                  </a:lnTo>
                  <a:lnTo>
                    <a:pt x="2077" y="799"/>
                  </a:lnTo>
                  <a:lnTo>
                    <a:pt x="2078" y="619"/>
                  </a:lnTo>
                  <a:lnTo>
                    <a:pt x="2078" y="636"/>
                  </a:lnTo>
                  <a:lnTo>
                    <a:pt x="2078" y="638"/>
                  </a:lnTo>
                  <a:lnTo>
                    <a:pt x="2079" y="755"/>
                  </a:lnTo>
                  <a:lnTo>
                    <a:pt x="2079" y="694"/>
                  </a:lnTo>
                  <a:lnTo>
                    <a:pt x="2079" y="694"/>
                  </a:lnTo>
                  <a:lnTo>
                    <a:pt x="2079" y="694"/>
                  </a:lnTo>
                  <a:lnTo>
                    <a:pt x="2081" y="804"/>
                  </a:lnTo>
                  <a:lnTo>
                    <a:pt x="2081" y="804"/>
                  </a:lnTo>
                  <a:lnTo>
                    <a:pt x="2081" y="804"/>
                  </a:lnTo>
                  <a:lnTo>
                    <a:pt x="2082" y="799"/>
                  </a:lnTo>
                  <a:lnTo>
                    <a:pt x="2082" y="799"/>
                  </a:lnTo>
                  <a:lnTo>
                    <a:pt x="2082" y="799"/>
                  </a:lnTo>
                  <a:lnTo>
                    <a:pt x="2083" y="804"/>
                  </a:lnTo>
                  <a:lnTo>
                    <a:pt x="2084" y="760"/>
                  </a:lnTo>
                  <a:lnTo>
                    <a:pt x="2084" y="760"/>
                  </a:lnTo>
                  <a:lnTo>
                    <a:pt x="2084" y="760"/>
                  </a:lnTo>
                  <a:lnTo>
                    <a:pt x="2085" y="804"/>
                  </a:lnTo>
                  <a:lnTo>
                    <a:pt x="2085" y="793"/>
                  </a:lnTo>
                  <a:lnTo>
                    <a:pt x="2085" y="793"/>
                  </a:lnTo>
                  <a:lnTo>
                    <a:pt x="2087" y="799"/>
                  </a:lnTo>
                  <a:lnTo>
                    <a:pt x="2087" y="774"/>
                  </a:lnTo>
                  <a:lnTo>
                    <a:pt x="2087" y="774"/>
                  </a:lnTo>
                  <a:lnTo>
                    <a:pt x="2088" y="670"/>
                  </a:lnTo>
                  <a:lnTo>
                    <a:pt x="2088" y="736"/>
                  </a:lnTo>
                  <a:lnTo>
                    <a:pt x="2088" y="734"/>
                  </a:lnTo>
                  <a:lnTo>
                    <a:pt x="2089" y="661"/>
                  </a:lnTo>
                  <a:lnTo>
                    <a:pt x="2090" y="790"/>
                  </a:lnTo>
                  <a:lnTo>
                    <a:pt x="2090" y="711"/>
                  </a:lnTo>
                  <a:lnTo>
                    <a:pt x="2090" y="712"/>
                  </a:lnTo>
                  <a:lnTo>
                    <a:pt x="2091" y="652"/>
                  </a:lnTo>
                  <a:lnTo>
                    <a:pt x="2091" y="790"/>
                  </a:lnTo>
                  <a:lnTo>
                    <a:pt x="2091" y="790"/>
                  </a:lnTo>
                  <a:lnTo>
                    <a:pt x="2091" y="790"/>
                  </a:lnTo>
                  <a:lnTo>
                    <a:pt x="2092" y="804"/>
                  </a:lnTo>
                  <a:lnTo>
                    <a:pt x="2093" y="804"/>
                  </a:lnTo>
                  <a:lnTo>
                    <a:pt x="2093" y="804"/>
                  </a:lnTo>
                  <a:lnTo>
                    <a:pt x="2094" y="770"/>
                  </a:lnTo>
                  <a:lnTo>
                    <a:pt x="2094" y="771"/>
                  </a:lnTo>
                  <a:lnTo>
                    <a:pt x="2094" y="771"/>
                  </a:lnTo>
                  <a:lnTo>
                    <a:pt x="2095" y="769"/>
                  </a:lnTo>
                  <a:lnTo>
                    <a:pt x="2096" y="804"/>
                  </a:lnTo>
                  <a:lnTo>
                    <a:pt x="2096" y="804"/>
                  </a:lnTo>
                  <a:lnTo>
                    <a:pt x="2096" y="804"/>
                  </a:lnTo>
                  <a:lnTo>
                    <a:pt x="2097" y="768"/>
                  </a:lnTo>
                  <a:lnTo>
                    <a:pt x="2097" y="773"/>
                  </a:lnTo>
                  <a:lnTo>
                    <a:pt x="2097" y="773"/>
                  </a:lnTo>
                  <a:lnTo>
                    <a:pt x="2098" y="797"/>
                  </a:lnTo>
                  <a:lnTo>
                    <a:pt x="2099" y="624"/>
                  </a:lnTo>
                  <a:lnTo>
                    <a:pt x="2099" y="624"/>
                  </a:lnTo>
                  <a:lnTo>
                    <a:pt x="2099" y="624"/>
                  </a:lnTo>
                  <a:lnTo>
                    <a:pt x="2100" y="783"/>
                  </a:lnTo>
                  <a:lnTo>
                    <a:pt x="2100" y="684"/>
                  </a:lnTo>
                  <a:lnTo>
                    <a:pt x="2100" y="685"/>
                  </a:lnTo>
                  <a:lnTo>
                    <a:pt x="2102" y="799"/>
                  </a:lnTo>
                  <a:lnTo>
                    <a:pt x="2102" y="791"/>
                  </a:lnTo>
                  <a:lnTo>
                    <a:pt x="2102" y="791"/>
                  </a:lnTo>
                  <a:lnTo>
                    <a:pt x="2102" y="783"/>
                  </a:lnTo>
                  <a:lnTo>
                    <a:pt x="2103" y="804"/>
                  </a:lnTo>
                  <a:lnTo>
                    <a:pt x="2103" y="804"/>
                  </a:lnTo>
                  <a:lnTo>
                    <a:pt x="2103" y="804"/>
                  </a:lnTo>
                  <a:lnTo>
                    <a:pt x="2104" y="795"/>
                  </a:lnTo>
                  <a:lnTo>
                    <a:pt x="2105" y="804"/>
                  </a:lnTo>
                  <a:lnTo>
                    <a:pt x="2105" y="804"/>
                  </a:lnTo>
                  <a:lnTo>
                    <a:pt x="2106" y="763"/>
                  </a:lnTo>
                  <a:lnTo>
                    <a:pt x="2106" y="770"/>
                  </a:lnTo>
                  <a:lnTo>
                    <a:pt x="2106" y="770"/>
                  </a:lnTo>
                  <a:lnTo>
                    <a:pt x="2108" y="793"/>
                  </a:lnTo>
                  <a:lnTo>
                    <a:pt x="2108" y="715"/>
                  </a:lnTo>
                  <a:lnTo>
                    <a:pt x="2108" y="719"/>
                  </a:lnTo>
                  <a:lnTo>
                    <a:pt x="2108" y="719"/>
                  </a:lnTo>
                  <a:lnTo>
                    <a:pt x="2108" y="685"/>
                  </a:lnTo>
                  <a:lnTo>
                    <a:pt x="2109" y="770"/>
                  </a:lnTo>
                  <a:lnTo>
                    <a:pt x="2109" y="767"/>
                  </a:lnTo>
                  <a:lnTo>
                    <a:pt x="2109" y="767"/>
                  </a:lnTo>
                  <a:lnTo>
                    <a:pt x="2109" y="768"/>
                  </a:lnTo>
                  <a:lnTo>
                    <a:pt x="2111" y="620"/>
                  </a:lnTo>
                  <a:lnTo>
                    <a:pt x="2111" y="650"/>
                  </a:lnTo>
                  <a:lnTo>
                    <a:pt x="2111" y="650"/>
                  </a:lnTo>
                  <a:lnTo>
                    <a:pt x="2111" y="572"/>
                  </a:lnTo>
                  <a:lnTo>
                    <a:pt x="2112" y="794"/>
                  </a:lnTo>
                  <a:lnTo>
                    <a:pt x="2112" y="777"/>
                  </a:lnTo>
                  <a:lnTo>
                    <a:pt x="2112" y="777"/>
                  </a:lnTo>
                  <a:lnTo>
                    <a:pt x="2114" y="804"/>
                  </a:lnTo>
                  <a:lnTo>
                    <a:pt x="2114" y="804"/>
                  </a:lnTo>
                  <a:lnTo>
                    <a:pt x="2114" y="804"/>
                  </a:lnTo>
                  <a:lnTo>
                    <a:pt x="2115" y="800"/>
                  </a:lnTo>
                  <a:lnTo>
                    <a:pt x="2115" y="804"/>
                  </a:lnTo>
                  <a:lnTo>
                    <a:pt x="2115" y="804"/>
                  </a:lnTo>
                  <a:lnTo>
                    <a:pt x="2117" y="752"/>
                  </a:lnTo>
                  <a:lnTo>
                    <a:pt x="2117" y="754"/>
                  </a:lnTo>
                  <a:lnTo>
                    <a:pt x="2117" y="754"/>
                  </a:lnTo>
                  <a:lnTo>
                    <a:pt x="2118" y="797"/>
                  </a:lnTo>
                  <a:lnTo>
                    <a:pt x="2118" y="794"/>
                  </a:lnTo>
                  <a:lnTo>
                    <a:pt x="2118" y="793"/>
                  </a:lnTo>
                  <a:lnTo>
                    <a:pt x="2120" y="578"/>
                  </a:lnTo>
                  <a:lnTo>
                    <a:pt x="2120" y="665"/>
                  </a:lnTo>
                  <a:lnTo>
                    <a:pt x="2120" y="665"/>
                  </a:lnTo>
                  <a:lnTo>
                    <a:pt x="2121" y="787"/>
                  </a:lnTo>
                  <a:lnTo>
                    <a:pt x="2121" y="727"/>
                  </a:lnTo>
                  <a:lnTo>
                    <a:pt x="2121" y="727"/>
                  </a:lnTo>
                  <a:lnTo>
                    <a:pt x="2122" y="735"/>
                  </a:lnTo>
                  <a:lnTo>
                    <a:pt x="2122" y="608"/>
                  </a:lnTo>
                  <a:lnTo>
                    <a:pt x="2123" y="699"/>
                  </a:lnTo>
                  <a:lnTo>
                    <a:pt x="2123" y="700"/>
                  </a:lnTo>
                  <a:lnTo>
                    <a:pt x="2124" y="804"/>
                  </a:lnTo>
                  <a:lnTo>
                    <a:pt x="2124" y="800"/>
                  </a:lnTo>
                  <a:lnTo>
                    <a:pt x="2124" y="800"/>
                  </a:lnTo>
                  <a:lnTo>
                    <a:pt x="2125" y="804"/>
                  </a:lnTo>
                  <a:lnTo>
                    <a:pt x="2126" y="804"/>
                  </a:lnTo>
                  <a:lnTo>
                    <a:pt x="2126" y="804"/>
                  </a:lnTo>
                  <a:lnTo>
                    <a:pt x="2127" y="752"/>
                  </a:lnTo>
                  <a:lnTo>
                    <a:pt x="2127" y="780"/>
                  </a:lnTo>
                  <a:lnTo>
                    <a:pt x="2127" y="780"/>
                  </a:lnTo>
                  <a:lnTo>
                    <a:pt x="2128" y="768"/>
                  </a:lnTo>
                  <a:lnTo>
                    <a:pt x="2129" y="800"/>
                  </a:lnTo>
                  <a:lnTo>
                    <a:pt x="2129" y="790"/>
                  </a:lnTo>
                  <a:lnTo>
                    <a:pt x="2129" y="790"/>
                  </a:lnTo>
                  <a:lnTo>
                    <a:pt x="2129" y="793"/>
                  </a:lnTo>
                  <a:lnTo>
                    <a:pt x="2130" y="702"/>
                  </a:lnTo>
                  <a:lnTo>
                    <a:pt x="2130" y="726"/>
                  </a:lnTo>
                  <a:lnTo>
                    <a:pt x="2130" y="726"/>
                  </a:lnTo>
                  <a:lnTo>
                    <a:pt x="2131" y="678"/>
                  </a:lnTo>
                  <a:lnTo>
                    <a:pt x="2132" y="739"/>
                  </a:lnTo>
                  <a:lnTo>
                    <a:pt x="2132" y="712"/>
                  </a:lnTo>
                  <a:lnTo>
                    <a:pt x="2132" y="712"/>
                  </a:lnTo>
                  <a:lnTo>
                    <a:pt x="2132" y="649"/>
                  </a:lnTo>
                  <a:lnTo>
                    <a:pt x="2133" y="759"/>
                  </a:lnTo>
                  <a:lnTo>
                    <a:pt x="2133" y="694"/>
                  </a:lnTo>
                  <a:lnTo>
                    <a:pt x="2133" y="693"/>
                  </a:lnTo>
                  <a:lnTo>
                    <a:pt x="2134" y="645"/>
                  </a:lnTo>
                  <a:lnTo>
                    <a:pt x="2135" y="799"/>
                  </a:lnTo>
                  <a:lnTo>
                    <a:pt x="2135" y="799"/>
                  </a:lnTo>
                  <a:lnTo>
                    <a:pt x="2135" y="799"/>
                  </a:lnTo>
                  <a:lnTo>
                    <a:pt x="2135" y="804"/>
                  </a:lnTo>
                  <a:lnTo>
                    <a:pt x="2136" y="804"/>
                  </a:lnTo>
                  <a:lnTo>
                    <a:pt x="2136" y="804"/>
                  </a:lnTo>
                  <a:lnTo>
                    <a:pt x="2138" y="759"/>
                  </a:lnTo>
                  <a:lnTo>
                    <a:pt x="2138" y="759"/>
                  </a:lnTo>
                  <a:lnTo>
                    <a:pt x="2138" y="759"/>
                  </a:lnTo>
                  <a:lnTo>
                    <a:pt x="2139" y="795"/>
                  </a:lnTo>
                  <a:lnTo>
                    <a:pt x="2139" y="722"/>
                  </a:lnTo>
                  <a:lnTo>
                    <a:pt x="2139" y="731"/>
                  </a:lnTo>
                  <a:lnTo>
                    <a:pt x="2139" y="731"/>
                  </a:lnTo>
                  <a:lnTo>
                    <a:pt x="2140" y="731"/>
                  </a:lnTo>
                  <a:lnTo>
                    <a:pt x="2141" y="799"/>
                  </a:lnTo>
                  <a:lnTo>
                    <a:pt x="2141" y="800"/>
                  </a:lnTo>
                  <a:lnTo>
                    <a:pt x="2141" y="800"/>
                  </a:lnTo>
                  <a:lnTo>
                    <a:pt x="2142" y="730"/>
                  </a:lnTo>
                  <a:lnTo>
                    <a:pt x="2142" y="729"/>
                  </a:lnTo>
                  <a:lnTo>
                    <a:pt x="2144" y="789"/>
                  </a:lnTo>
                  <a:lnTo>
                    <a:pt x="2144" y="633"/>
                  </a:lnTo>
                  <a:lnTo>
                    <a:pt x="2144" y="633"/>
                  </a:lnTo>
                  <a:lnTo>
                    <a:pt x="2144" y="614"/>
                  </a:lnTo>
                  <a:lnTo>
                    <a:pt x="2145" y="793"/>
                  </a:lnTo>
                  <a:lnTo>
                    <a:pt x="2145" y="793"/>
                  </a:lnTo>
                  <a:lnTo>
                    <a:pt x="2145" y="793"/>
                  </a:lnTo>
                  <a:lnTo>
                    <a:pt x="2146" y="804"/>
                  </a:lnTo>
                  <a:lnTo>
                    <a:pt x="2147" y="804"/>
                  </a:lnTo>
                  <a:lnTo>
                    <a:pt x="2147" y="804"/>
                  </a:lnTo>
                  <a:lnTo>
                    <a:pt x="2148" y="717"/>
                  </a:lnTo>
                  <a:lnTo>
                    <a:pt x="2148" y="717"/>
                  </a:lnTo>
                  <a:lnTo>
                    <a:pt x="2148" y="717"/>
                  </a:lnTo>
                  <a:lnTo>
                    <a:pt x="2150" y="803"/>
                  </a:lnTo>
                  <a:lnTo>
                    <a:pt x="2150" y="789"/>
                  </a:lnTo>
                  <a:lnTo>
                    <a:pt x="2150" y="789"/>
                  </a:lnTo>
                  <a:lnTo>
                    <a:pt x="2151" y="774"/>
                  </a:lnTo>
                  <a:lnTo>
                    <a:pt x="2151" y="780"/>
                  </a:lnTo>
                  <a:lnTo>
                    <a:pt x="2151" y="780"/>
                  </a:lnTo>
                  <a:lnTo>
                    <a:pt x="2152" y="794"/>
                  </a:lnTo>
                  <a:lnTo>
                    <a:pt x="2153" y="753"/>
                  </a:lnTo>
                  <a:lnTo>
                    <a:pt x="2153" y="757"/>
                  </a:lnTo>
                  <a:lnTo>
                    <a:pt x="2153" y="757"/>
                  </a:lnTo>
                  <a:lnTo>
                    <a:pt x="2154" y="563"/>
                  </a:lnTo>
                  <a:lnTo>
                    <a:pt x="2154" y="616"/>
                  </a:lnTo>
                  <a:lnTo>
                    <a:pt x="2154" y="616"/>
                  </a:lnTo>
                  <a:lnTo>
                    <a:pt x="2156" y="799"/>
                  </a:lnTo>
                  <a:lnTo>
                    <a:pt x="2156" y="799"/>
                  </a:lnTo>
                  <a:lnTo>
                    <a:pt x="2156" y="799"/>
                  </a:lnTo>
                  <a:lnTo>
                    <a:pt x="2156" y="804"/>
                  </a:lnTo>
                  <a:lnTo>
                    <a:pt x="2157" y="804"/>
                  </a:lnTo>
                  <a:lnTo>
                    <a:pt x="2157" y="804"/>
                  </a:lnTo>
                  <a:lnTo>
                    <a:pt x="2159" y="757"/>
                  </a:lnTo>
                  <a:lnTo>
                    <a:pt x="2159" y="757"/>
                  </a:lnTo>
                  <a:lnTo>
                    <a:pt x="2160" y="743"/>
                  </a:lnTo>
                  <a:lnTo>
                    <a:pt x="2160" y="802"/>
                  </a:lnTo>
                  <a:lnTo>
                    <a:pt x="2160" y="802"/>
                  </a:lnTo>
                  <a:lnTo>
                    <a:pt x="2160" y="802"/>
                  </a:lnTo>
                  <a:lnTo>
                    <a:pt x="2161" y="789"/>
                  </a:lnTo>
                  <a:lnTo>
                    <a:pt x="2162" y="803"/>
                  </a:lnTo>
                  <a:lnTo>
                    <a:pt x="2162" y="803"/>
                  </a:lnTo>
                  <a:lnTo>
                    <a:pt x="2162" y="803"/>
                  </a:lnTo>
                  <a:lnTo>
                    <a:pt x="2163" y="793"/>
                  </a:lnTo>
                  <a:lnTo>
                    <a:pt x="2163" y="796"/>
                  </a:lnTo>
                  <a:lnTo>
                    <a:pt x="2163" y="796"/>
                  </a:lnTo>
                  <a:lnTo>
                    <a:pt x="2165" y="493"/>
                  </a:lnTo>
                  <a:lnTo>
                    <a:pt x="2165" y="491"/>
                  </a:lnTo>
                  <a:lnTo>
                    <a:pt x="2165" y="466"/>
                  </a:lnTo>
                  <a:lnTo>
                    <a:pt x="2166" y="777"/>
                  </a:lnTo>
                  <a:lnTo>
                    <a:pt x="2166" y="777"/>
                  </a:lnTo>
                  <a:lnTo>
                    <a:pt x="2166" y="777"/>
                  </a:lnTo>
                  <a:lnTo>
                    <a:pt x="2167" y="804"/>
                  </a:lnTo>
                  <a:lnTo>
                    <a:pt x="2168" y="804"/>
                  </a:lnTo>
                  <a:lnTo>
                    <a:pt x="2168" y="804"/>
                  </a:lnTo>
                  <a:lnTo>
                    <a:pt x="2169" y="795"/>
                  </a:lnTo>
                  <a:lnTo>
                    <a:pt x="2169" y="795"/>
                  </a:lnTo>
                  <a:lnTo>
                    <a:pt x="2169" y="795"/>
                  </a:lnTo>
                  <a:lnTo>
                    <a:pt x="2171" y="732"/>
                  </a:lnTo>
                  <a:lnTo>
                    <a:pt x="2171" y="751"/>
                  </a:lnTo>
                  <a:lnTo>
                    <a:pt x="2171" y="752"/>
                  </a:lnTo>
                  <a:lnTo>
                    <a:pt x="2172" y="704"/>
                  </a:lnTo>
                  <a:lnTo>
                    <a:pt x="2172" y="800"/>
                  </a:lnTo>
                  <a:lnTo>
                    <a:pt x="2172" y="787"/>
                  </a:lnTo>
                  <a:lnTo>
                    <a:pt x="2172" y="787"/>
                  </a:lnTo>
                  <a:lnTo>
                    <a:pt x="2174" y="799"/>
                  </a:lnTo>
                  <a:lnTo>
                    <a:pt x="2174" y="772"/>
                  </a:lnTo>
                  <a:lnTo>
                    <a:pt x="2174" y="771"/>
                  </a:lnTo>
                  <a:lnTo>
                    <a:pt x="2175" y="681"/>
                  </a:lnTo>
                  <a:lnTo>
                    <a:pt x="2175" y="779"/>
                  </a:lnTo>
                  <a:lnTo>
                    <a:pt x="2175" y="771"/>
                  </a:lnTo>
                  <a:lnTo>
                    <a:pt x="2175" y="770"/>
                  </a:lnTo>
                  <a:lnTo>
                    <a:pt x="2177" y="643"/>
                  </a:lnTo>
                  <a:lnTo>
                    <a:pt x="2177" y="785"/>
                  </a:lnTo>
                  <a:lnTo>
                    <a:pt x="2177" y="785"/>
                  </a:lnTo>
                  <a:lnTo>
                    <a:pt x="2177" y="785"/>
                  </a:lnTo>
                  <a:lnTo>
                    <a:pt x="2178" y="804"/>
                  </a:lnTo>
                  <a:lnTo>
                    <a:pt x="2178" y="804"/>
                  </a:lnTo>
                  <a:lnTo>
                    <a:pt x="2178" y="804"/>
                  </a:lnTo>
                  <a:lnTo>
                    <a:pt x="2180" y="804"/>
                  </a:lnTo>
                  <a:lnTo>
                    <a:pt x="2180" y="804"/>
                  </a:lnTo>
                  <a:lnTo>
                    <a:pt x="2181" y="774"/>
                  </a:lnTo>
                  <a:lnTo>
                    <a:pt x="2181" y="773"/>
                  </a:lnTo>
                  <a:lnTo>
                    <a:pt x="2183" y="607"/>
                  </a:lnTo>
                  <a:lnTo>
                    <a:pt x="2183" y="638"/>
                  </a:lnTo>
                  <a:lnTo>
                    <a:pt x="2183" y="638"/>
                  </a:lnTo>
                  <a:lnTo>
                    <a:pt x="2184" y="799"/>
                  </a:lnTo>
                  <a:lnTo>
                    <a:pt x="2184" y="743"/>
                  </a:lnTo>
                  <a:lnTo>
                    <a:pt x="2184" y="743"/>
                  </a:lnTo>
                  <a:lnTo>
                    <a:pt x="2185" y="668"/>
                  </a:lnTo>
                  <a:lnTo>
                    <a:pt x="2186" y="768"/>
                  </a:lnTo>
                  <a:lnTo>
                    <a:pt x="2186" y="710"/>
                  </a:lnTo>
                  <a:lnTo>
                    <a:pt x="2186" y="710"/>
                  </a:lnTo>
                  <a:lnTo>
                    <a:pt x="2187" y="659"/>
                  </a:lnTo>
                  <a:lnTo>
                    <a:pt x="2187" y="735"/>
                  </a:lnTo>
                  <a:lnTo>
                    <a:pt x="2187" y="735"/>
                  </a:lnTo>
                  <a:lnTo>
                    <a:pt x="2187" y="735"/>
                  </a:lnTo>
                  <a:lnTo>
                    <a:pt x="2189" y="695"/>
                  </a:lnTo>
                  <a:lnTo>
                    <a:pt x="2189" y="790"/>
                  </a:lnTo>
                  <a:lnTo>
                    <a:pt x="2189" y="790"/>
                  </a:lnTo>
                  <a:lnTo>
                    <a:pt x="2189" y="790"/>
                  </a:lnTo>
                  <a:lnTo>
                    <a:pt x="2189" y="804"/>
                  </a:lnTo>
                  <a:lnTo>
                    <a:pt x="2190" y="804"/>
                  </a:lnTo>
                  <a:lnTo>
                    <a:pt x="2190" y="804"/>
                  </a:lnTo>
                  <a:lnTo>
                    <a:pt x="2192" y="764"/>
                  </a:lnTo>
                  <a:lnTo>
                    <a:pt x="2192" y="764"/>
                  </a:lnTo>
                  <a:lnTo>
                    <a:pt x="2193" y="755"/>
                  </a:lnTo>
                  <a:lnTo>
                    <a:pt x="2193" y="795"/>
                  </a:lnTo>
                  <a:lnTo>
                    <a:pt x="2193" y="786"/>
                  </a:lnTo>
                  <a:lnTo>
                    <a:pt x="2193" y="786"/>
                  </a:lnTo>
                  <a:lnTo>
                    <a:pt x="2194" y="795"/>
                  </a:lnTo>
                  <a:lnTo>
                    <a:pt x="2195" y="666"/>
                  </a:lnTo>
                  <a:lnTo>
                    <a:pt x="2195" y="666"/>
                  </a:lnTo>
                  <a:lnTo>
                    <a:pt x="2195" y="666"/>
                  </a:lnTo>
                  <a:lnTo>
                    <a:pt x="2196" y="662"/>
                  </a:lnTo>
                  <a:lnTo>
                    <a:pt x="2197" y="779"/>
                  </a:lnTo>
                  <a:lnTo>
                    <a:pt x="2197" y="777"/>
                  </a:lnTo>
                  <a:lnTo>
                    <a:pt x="2197" y="776"/>
                  </a:lnTo>
                  <a:lnTo>
                    <a:pt x="2198" y="687"/>
                  </a:lnTo>
                  <a:lnTo>
                    <a:pt x="2198" y="729"/>
                  </a:lnTo>
                  <a:lnTo>
                    <a:pt x="2198" y="729"/>
                  </a:lnTo>
                  <a:lnTo>
                    <a:pt x="2198" y="717"/>
                  </a:lnTo>
                  <a:lnTo>
                    <a:pt x="2200" y="804"/>
                  </a:lnTo>
                  <a:lnTo>
                    <a:pt x="2200" y="804"/>
                  </a:lnTo>
                  <a:lnTo>
                    <a:pt x="2200" y="804"/>
                  </a:lnTo>
                  <a:lnTo>
                    <a:pt x="2201" y="800"/>
                  </a:lnTo>
                  <a:lnTo>
                    <a:pt x="2201" y="800"/>
                  </a:lnTo>
                  <a:lnTo>
                    <a:pt x="2201" y="800"/>
                  </a:lnTo>
                  <a:lnTo>
                    <a:pt x="2203" y="783"/>
                  </a:lnTo>
                  <a:lnTo>
                    <a:pt x="2203" y="783"/>
                  </a:lnTo>
                  <a:lnTo>
                    <a:pt x="2203" y="783"/>
                  </a:lnTo>
                  <a:lnTo>
                    <a:pt x="2203" y="787"/>
                  </a:lnTo>
                  <a:lnTo>
                    <a:pt x="2204" y="754"/>
                  </a:lnTo>
                  <a:lnTo>
                    <a:pt x="2204" y="757"/>
                  </a:lnTo>
                  <a:lnTo>
                    <a:pt x="2204" y="757"/>
                  </a:lnTo>
                  <a:lnTo>
                    <a:pt x="2204" y="767"/>
                  </a:lnTo>
                  <a:lnTo>
                    <a:pt x="2206" y="683"/>
                  </a:lnTo>
                  <a:lnTo>
                    <a:pt x="2206" y="700"/>
                  </a:lnTo>
                  <a:lnTo>
                    <a:pt x="2206" y="700"/>
                  </a:lnTo>
                  <a:lnTo>
                    <a:pt x="2206" y="791"/>
                  </a:lnTo>
                  <a:lnTo>
                    <a:pt x="2207" y="759"/>
                  </a:lnTo>
                  <a:lnTo>
                    <a:pt x="2207" y="760"/>
                  </a:lnTo>
                  <a:lnTo>
                    <a:pt x="2207" y="762"/>
                  </a:lnTo>
                  <a:lnTo>
                    <a:pt x="2209" y="526"/>
                  </a:lnTo>
                  <a:lnTo>
                    <a:pt x="2209" y="562"/>
                  </a:lnTo>
                  <a:lnTo>
                    <a:pt x="2209" y="562"/>
                  </a:lnTo>
                  <a:lnTo>
                    <a:pt x="2210" y="804"/>
                  </a:lnTo>
                  <a:lnTo>
                    <a:pt x="2210" y="804"/>
                  </a:lnTo>
                  <a:lnTo>
                    <a:pt x="2210" y="804"/>
                  </a:lnTo>
                  <a:lnTo>
                    <a:pt x="2212" y="804"/>
                  </a:lnTo>
                  <a:lnTo>
                    <a:pt x="2212" y="804"/>
                  </a:lnTo>
                  <a:lnTo>
                    <a:pt x="2213" y="786"/>
                  </a:lnTo>
                  <a:lnTo>
                    <a:pt x="2213" y="786"/>
                  </a:lnTo>
                  <a:lnTo>
                    <a:pt x="2213" y="786"/>
                  </a:lnTo>
                  <a:lnTo>
                    <a:pt x="2214" y="758"/>
                  </a:lnTo>
                  <a:lnTo>
                    <a:pt x="2215" y="804"/>
                  </a:lnTo>
                  <a:lnTo>
                    <a:pt x="2215" y="799"/>
                  </a:lnTo>
                  <a:lnTo>
                    <a:pt x="2215" y="799"/>
                  </a:lnTo>
                  <a:lnTo>
                    <a:pt x="2216" y="785"/>
                  </a:lnTo>
                  <a:lnTo>
                    <a:pt x="2216" y="789"/>
                  </a:lnTo>
                  <a:lnTo>
                    <a:pt x="2216" y="789"/>
                  </a:lnTo>
                  <a:lnTo>
                    <a:pt x="2217" y="800"/>
                  </a:lnTo>
                  <a:lnTo>
                    <a:pt x="2218" y="721"/>
                  </a:lnTo>
                  <a:lnTo>
                    <a:pt x="2218" y="721"/>
                  </a:lnTo>
                  <a:lnTo>
                    <a:pt x="2218" y="721"/>
                  </a:lnTo>
                  <a:lnTo>
                    <a:pt x="2219" y="749"/>
                  </a:lnTo>
                  <a:lnTo>
                    <a:pt x="2219" y="599"/>
                  </a:lnTo>
                  <a:lnTo>
                    <a:pt x="2219" y="610"/>
                  </a:lnTo>
                  <a:lnTo>
                    <a:pt x="2219" y="610"/>
                  </a:lnTo>
                  <a:lnTo>
                    <a:pt x="2219" y="602"/>
                  </a:lnTo>
                  <a:lnTo>
                    <a:pt x="2221" y="791"/>
                  </a:lnTo>
                  <a:lnTo>
                    <a:pt x="2221" y="791"/>
                  </a:lnTo>
                  <a:lnTo>
                    <a:pt x="2221" y="791"/>
                  </a:lnTo>
                  <a:lnTo>
                    <a:pt x="2221" y="804"/>
                  </a:lnTo>
                  <a:lnTo>
                    <a:pt x="2222" y="804"/>
                  </a:lnTo>
                  <a:lnTo>
                    <a:pt x="2222" y="804"/>
                  </a:lnTo>
                  <a:lnTo>
                    <a:pt x="2224" y="774"/>
                  </a:lnTo>
                  <a:lnTo>
                    <a:pt x="2224" y="774"/>
                  </a:lnTo>
                  <a:lnTo>
                    <a:pt x="2224" y="774"/>
                  </a:lnTo>
                  <a:lnTo>
                    <a:pt x="2225" y="783"/>
                  </a:lnTo>
                  <a:lnTo>
                    <a:pt x="2225" y="737"/>
                  </a:lnTo>
                  <a:lnTo>
                    <a:pt x="2225" y="737"/>
                  </a:lnTo>
                  <a:lnTo>
                    <a:pt x="2225" y="737"/>
                  </a:lnTo>
                  <a:lnTo>
                    <a:pt x="2225" y="699"/>
                  </a:lnTo>
                  <a:lnTo>
                    <a:pt x="2227" y="790"/>
                  </a:lnTo>
                  <a:lnTo>
                    <a:pt x="2227" y="790"/>
                  </a:lnTo>
                  <a:lnTo>
                    <a:pt x="2227" y="790"/>
                  </a:lnTo>
                  <a:lnTo>
                    <a:pt x="2227" y="795"/>
                  </a:lnTo>
                  <a:lnTo>
                    <a:pt x="2228" y="724"/>
                  </a:lnTo>
                  <a:lnTo>
                    <a:pt x="2228" y="725"/>
                  </a:lnTo>
                  <a:lnTo>
                    <a:pt x="2228" y="725"/>
                  </a:lnTo>
                  <a:lnTo>
                    <a:pt x="2228" y="729"/>
                  </a:lnTo>
                  <a:lnTo>
                    <a:pt x="2230" y="564"/>
                  </a:lnTo>
                  <a:lnTo>
                    <a:pt x="2230" y="573"/>
                  </a:lnTo>
                  <a:lnTo>
                    <a:pt x="2230" y="575"/>
                  </a:lnTo>
                  <a:lnTo>
                    <a:pt x="2231" y="782"/>
                  </a:lnTo>
                  <a:lnTo>
                    <a:pt x="2231" y="782"/>
                  </a:lnTo>
                  <a:lnTo>
                    <a:pt x="2232" y="804"/>
                  </a:lnTo>
                  <a:lnTo>
                    <a:pt x="2233" y="804"/>
                  </a:lnTo>
                  <a:lnTo>
                    <a:pt x="2233" y="804"/>
                  </a:lnTo>
                  <a:lnTo>
                    <a:pt x="2234" y="774"/>
                  </a:lnTo>
                  <a:lnTo>
                    <a:pt x="2234" y="774"/>
                  </a:lnTo>
                  <a:lnTo>
                    <a:pt x="2234" y="774"/>
                  </a:lnTo>
                  <a:lnTo>
                    <a:pt x="2234" y="762"/>
                  </a:lnTo>
                  <a:lnTo>
                    <a:pt x="2236" y="787"/>
                  </a:lnTo>
                  <a:lnTo>
                    <a:pt x="2236" y="779"/>
                  </a:lnTo>
                  <a:lnTo>
                    <a:pt x="2236" y="779"/>
                  </a:lnTo>
                  <a:lnTo>
                    <a:pt x="2236" y="775"/>
                  </a:lnTo>
                  <a:lnTo>
                    <a:pt x="2237" y="796"/>
                  </a:lnTo>
                  <a:lnTo>
                    <a:pt x="2237" y="795"/>
                  </a:lnTo>
                  <a:lnTo>
                    <a:pt x="2237" y="795"/>
                  </a:lnTo>
                  <a:lnTo>
                    <a:pt x="2237" y="799"/>
                  </a:lnTo>
                  <a:lnTo>
                    <a:pt x="2239" y="768"/>
                  </a:lnTo>
                  <a:lnTo>
                    <a:pt x="2239" y="768"/>
                  </a:lnTo>
                  <a:lnTo>
                    <a:pt x="2239" y="781"/>
                  </a:lnTo>
                  <a:lnTo>
                    <a:pt x="2239" y="636"/>
                  </a:lnTo>
                  <a:lnTo>
                    <a:pt x="2240" y="716"/>
                  </a:lnTo>
                  <a:lnTo>
                    <a:pt x="2240" y="716"/>
                  </a:lnTo>
                  <a:lnTo>
                    <a:pt x="2240" y="657"/>
                  </a:lnTo>
                  <a:lnTo>
                    <a:pt x="2242" y="779"/>
                  </a:lnTo>
                  <a:lnTo>
                    <a:pt x="2242" y="775"/>
                  </a:lnTo>
                  <a:lnTo>
                    <a:pt x="2242" y="775"/>
                  </a:lnTo>
                  <a:lnTo>
                    <a:pt x="2242" y="771"/>
                  </a:lnTo>
                  <a:lnTo>
                    <a:pt x="2243" y="804"/>
                  </a:lnTo>
                  <a:lnTo>
                    <a:pt x="2243" y="804"/>
                  </a:lnTo>
                  <a:lnTo>
                    <a:pt x="2243" y="804"/>
                  </a:lnTo>
                  <a:lnTo>
                    <a:pt x="2243" y="800"/>
                  </a:lnTo>
                  <a:lnTo>
                    <a:pt x="2245" y="804"/>
                  </a:lnTo>
                  <a:lnTo>
                    <a:pt x="2245" y="804"/>
                  </a:lnTo>
                  <a:lnTo>
                    <a:pt x="2246" y="763"/>
                  </a:lnTo>
                  <a:lnTo>
                    <a:pt x="2246" y="783"/>
                  </a:lnTo>
                  <a:lnTo>
                    <a:pt x="2246" y="783"/>
                  </a:lnTo>
                  <a:lnTo>
                    <a:pt x="2248" y="803"/>
                  </a:lnTo>
                  <a:lnTo>
                    <a:pt x="2248" y="803"/>
                  </a:lnTo>
                  <a:lnTo>
                    <a:pt x="2248" y="803"/>
                  </a:lnTo>
                  <a:lnTo>
                    <a:pt x="2248" y="804"/>
                  </a:lnTo>
                  <a:lnTo>
                    <a:pt x="2248" y="776"/>
                  </a:lnTo>
                  <a:lnTo>
                    <a:pt x="2249" y="800"/>
                  </a:lnTo>
                  <a:lnTo>
                    <a:pt x="2249" y="800"/>
                  </a:lnTo>
                  <a:lnTo>
                    <a:pt x="2249" y="801"/>
                  </a:lnTo>
                  <a:lnTo>
                    <a:pt x="2251" y="652"/>
                  </a:lnTo>
                  <a:lnTo>
                    <a:pt x="2251" y="652"/>
                  </a:lnTo>
                  <a:lnTo>
                    <a:pt x="2251" y="652"/>
                  </a:lnTo>
                  <a:lnTo>
                    <a:pt x="2251" y="684"/>
                  </a:lnTo>
                  <a:lnTo>
                    <a:pt x="2251" y="603"/>
                  </a:lnTo>
                  <a:lnTo>
                    <a:pt x="2252" y="632"/>
                  </a:lnTo>
                  <a:lnTo>
                    <a:pt x="2252" y="635"/>
                  </a:lnTo>
                  <a:lnTo>
                    <a:pt x="2254" y="804"/>
                  </a:lnTo>
                  <a:lnTo>
                    <a:pt x="2254" y="804"/>
                  </a:lnTo>
                  <a:lnTo>
                    <a:pt x="2254" y="804"/>
                  </a:lnTo>
                  <a:lnTo>
                    <a:pt x="2255" y="800"/>
                  </a:lnTo>
                  <a:lnTo>
                    <a:pt x="2255" y="800"/>
                  </a:lnTo>
                  <a:lnTo>
                    <a:pt x="2255" y="800"/>
                  </a:lnTo>
                  <a:lnTo>
                    <a:pt x="2255" y="804"/>
                  </a:lnTo>
                  <a:lnTo>
                    <a:pt x="2256" y="780"/>
                  </a:lnTo>
                  <a:lnTo>
                    <a:pt x="2257" y="780"/>
                  </a:lnTo>
                  <a:lnTo>
                    <a:pt x="2257" y="780"/>
                  </a:lnTo>
                  <a:lnTo>
                    <a:pt x="2257" y="799"/>
                  </a:lnTo>
                  <a:lnTo>
                    <a:pt x="2258" y="711"/>
                  </a:lnTo>
                  <a:lnTo>
                    <a:pt x="2258" y="745"/>
                  </a:lnTo>
                  <a:lnTo>
                    <a:pt x="2258" y="745"/>
                  </a:lnTo>
                  <a:lnTo>
                    <a:pt x="2259" y="785"/>
                  </a:lnTo>
                  <a:lnTo>
                    <a:pt x="2260" y="729"/>
                  </a:lnTo>
                  <a:lnTo>
                    <a:pt x="2260" y="741"/>
                  </a:lnTo>
                  <a:lnTo>
                    <a:pt x="2260" y="741"/>
                  </a:lnTo>
                  <a:lnTo>
                    <a:pt x="2261" y="768"/>
                  </a:lnTo>
                  <a:lnTo>
                    <a:pt x="2261" y="712"/>
                  </a:lnTo>
                  <a:lnTo>
                    <a:pt x="2261" y="715"/>
                  </a:lnTo>
                  <a:lnTo>
                    <a:pt x="2261" y="715"/>
                  </a:lnTo>
                  <a:lnTo>
                    <a:pt x="2262" y="619"/>
                  </a:lnTo>
                  <a:lnTo>
                    <a:pt x="2263" y="707"/>
                  </a:lnTo>
                  <a:lnTo>
                    <a:pt x="2263" y="708"/>
                  </a:lnTo>
                  <a:lnTo>
                    <a:pt x="2264" y="804"/>
                  </a:lnTo>
                  <a:lnTo>
                    <a:pt x="2264" y="791"/>
                  </a:lnTo>
                  <a:lnTo>
                    <a:pt x="2264" y="791"/>
                  </a:lnTo>
                  <a:lnTo>
                    <a:pt x="2264" y="785"/>
                  </a:lnTo>
                  <a:lnTo>
                    <a:pt x="2265" y="804"/>
                  </a:lnTo>
                  <a:lnTo>
                    <a:pt x="2266" y="796"/>
                  </a:lnTo>
                  <a:lnTo>
                    <a:pt x="2266" y="796"/>
                  </a:lnTo>
                  <a:lnTo>
                    <a:pt x="2267" y="804"/>
                  </a:lnTo>
                  <a:lnTo>
                    <a:pt x="2267" y="804"/>
                  </a:lnTo>
                  <a:lnTo>
                    <a:pt x="2267" y="804"/>
                  </a:lnTo>
                  <a:lnTo>
                    <a:pt x="2268" y="756"/>
                  </a:lnTo>
                  <a:lnTo>
                    <a:pt x="2269" y="785"/>
                  </a:lnTo>
                  <a:lnTo>
                    <a:pt x="2269" y="785"/>
                  </a:lnTo>
                  <a:lnTo>
                    <a:pt x="2269" y="799"/>
                  </a:lnTo>
                  <a:lnTo>
                    <a:pt x="2270" y="723"/>
                  </a:lnTo>
                  <a:lnTo>
                    <a:pt x="2270" y="723"/>
                  </a:lnTo>
                  <a:lnTo>
                    <a:pt x="2270" y="723"/>
                  </a:lnTo>
                  <a:lnTo>
                    <a:pt x="2270" y="705"/>
                  </a:lnTo>
                  <a:lnTo>
                    <a:pt x="2271" y="748"/>
                  </a:lnTo>
                  <a:lnTo>
                    <a:pt x="2272" y="720"/>
                  </a:lnTo>
                  <a:lnTo>
                    <a:pt x="2272" y="720"/>
                  </a:lnTo>
                  <a:lnTo>
                    <a:pt x="2273" y="446"/>
                  </a:lnTo>
                  <a:lnTo>
                    <a:pt x="2273" y="480"/>
                  </a:lnTo>
                  <a:lnTo>
                    <a:pt x="2273" y="480"/>
                  </a:lnTo>
                  <a:lnTo>
                    <a:pt x="2275" y="793"/>
                  </a:lnTo>
                  <a:lnTo>
                    <a:pt x="2275" y="793"/>
                  </a:lnTo>
                  <a:lnTo>
                    <a:pt x="2275" y="804"/>
                  </a:lnTo>
                  <a:lnTo>
                    <a:pt x="2276" y="804"/>
                  </a:lnTo>
                  <a:lnTo>
                    <a:pt x="2276" y="804"/>
                  </a:lnTo>
                  <a:lnTo>
                    <a:pt x="2278" y="776"/>
                  </a:lnTo>
                  <a:lnTo>
                    <a:pt x="2278" y="776"/>
                  </a:lnTo>
                  <a:lnTo>
                    <a:pt x="2278" y="776"/>
                  </a:lnTo>
                  <a:lnTo>
                    <a:pt x="2278" y="787"/>
                  </a:lnTo>
                  <a:lnTo>
                    <a:pt x="2279" y="729"/>
                  </a:lnTo>
                  <a:lnTo>
                    <a:pt x="2279" y="729"/>
                  </a:lnTo>
                  <a:lnTo>
                    <a:pt x="2279" y="729"/>
                  </a:lnTo>
                  <a:lnTo>
                    <a:pt x="2280" y="804"/>
                  </a:lnTo>
                  <a:lnTo>
                    <a:pt x="2281" y="768"/>
                  </a:lnTo>
                  <a:lnTo>
                    <a:pt x="2281" y="766"/>
                  </a:lnTo>
                  <a:lnTo>
                    <a:pt x="2282" y="699"/>
                  </a:lnTo>
                  <a:lnTo>
                    <a:pt x="2282" y="722"/>
                  </a:lnTo>
                  <a:lnTo>
                    <a:pt x="2282" y="722"/>
                  </a:lnTo>
                  <a:lnTo>
                    <a:pt x="2282" y="739"/>
                  </a:lnTo>
                  <a:lnTo>
                    <a:pt x="2284" y="583"/>
                  </a:lnTo>
                  <a:lnTo>
                    <a:pt x="2284" y="589"/>
                  </a:lnTo>
                  <a:lnTo>
                    <a:pt x="2284" y="589"/>
                  </a:lnTo>
                  <a:lnTo>
                    <a:pt x="2285" y="785"/>
                  </a:lnTo>
                  <a:lnTo>
                    <a:pt x="2285" y="785"/>
                  </a:lnTo>
                  <a:lnTo>
                    <a:pt x="2285" y="785"/>
                  </a:lnTo>
                  <a:lnTo>
                    <a:pt x="2285" y="804"/>
                  </a:lnTo>
                  <a:lnTo>
                    <a:pt x="2287" y="804"/>
                  </a:lnTo>
                  <a:lnTo>
                    <a:pt x="2287" y="804"/>
                  </a:lnTo>
                  <a:lnTo>
                    <a:pt x="2288" y="773"/>
                  </a:lnTo>
                  <a:lnTo>
                    <a:pt x="2288" y="773"/>
                  </a:lnTo>
                  <a:lnTo>
                    <a:pt x="2288" y="773"/>
                  </a:lnTo>
                  <a:lnTo>
                    <a:pt x="2289" y="748"/>
                  </a:lnTo>
                  <a:lnTo>
                    <a:pt x="2290" y="804"/>
                  </a:lnTo>
                  <a:lnTo>
                    <a:pt x="2290" y="804"/>
                  </a:lnTo>
                  <a:lnTo>
                    <a:pt x="2290" y="804"/>
                  </a:lnTo>
                  <a:lnTo>
                    <a:pt x="2291" y="797"/>
                  </a:lnTo>
                  <a:lnTo>
                    <a:pt x="2291" y="797"/>
                  </a:lnTo>
                  <a:lnTo>
                    <a:pt x="2291" y="797"/>
                  </a:lnTo>
                  <a:lnTo>
                    <a:pt x="2291" y="782"/>
                  </a:lnTo>
                  <a:lnTo>
                    <a:pt x="2292" y="804"/>
                  </a:lnTo>
                  <a:lnTo>
                    <a:pt x="2293" y="804"/>
                  </a:lnTo>
                  <a:lnTo>
                    <a:pt x="2293" y="804"/>
                  </a:lnTo>
                  <a:lnTo>
                    <a:pt x="2294" y="717"/>
                  </a:lnTo>
                  <a:lnTo>
                    <a:pt x="2294" y="729"/>
                  </a:lnTo>
                  <a:lnTo>
                    <a:pt x="2294" y="728"/>
                  </a:lnTo>
                  <a:lnTo>
                    <a:pt x="2295" y="601"/>
                  </a:lnTo>
                  <a:lnTo>
                    <a:pt x="2296" y="696"/>
                  </a:lnTo>
                  <a:lnTo>
                    <a:pt x="2296" y="698"/>
                  </a:lnTo>
                  <a:lnTo>
                    <a:pt x="2297" y="804"/>
                  </a:lnTo>
                  <a:lnTo>
                    <a:pt x="2297" y="797"/>
                  </a:lnTo>
                  <a:lnTo>
                    <a:pt x="2297" y="797"/>
                  </a:lnTo>
                  <a:lnTo>
                    <a:pt x="2297" y="789"/>
                  </a:lnTo>
                  <a:lnTo>
                    <a:pt x="2298" y="804"/>
                  </a:lnTo>
                  <a:lnTo>
                    <a:pt x="2299" y="804"/>
                  </a:lnTo>
                  <a:lnTo>
                    <a:pt x="2299" y="804"/>
                  </a:lnTo>
                  <a:lnTo>
                    <a:pt x="2300" y="785"/>
                  </a:lnTo>
                  <a:lnTo>
                    <a:pt x="2300" y="792"/>
                  </a:lnTo>
                  <a:lnTo>
                    <a:pt x="2300" y="792"/>
                  </a:lnTo>
                  <a:lnTo>
                    <a:pt x="2302" y="773"/>
                  </a:lnTo>
                  <a:lnTo>
                    <a:pt x="2302" y="774"/>
                  </a:lnTo>
                  <a:lnTo>
                    <a:pt x="2302" y="774"/>
                  </a:lnTo>
                  <a:lnTo>
                    <a:pt x="2302" y="769"/>
                  </a:lnTo>
                  <a:lnTo>
                    <a:pt x="2303" y="787"/>
                  </a:lnTo>
                  <a:lnTo>
                    <a:pt x="2303" y="777"/>
                  </a:lnTo>
                  <a:lnTo>
                    <a:pt x="2303" y="777"/>
                  </a:lnTo>
                  <a:lnTo>
                    <a:pt x="2305" y="601"/>
                  </a:lnTo>
                  <a:lnTo>
                    <a:pt x="2305" y="655"/>
                  </a:lnTo>
                  <a:lnTo>
                    <a:pt x="2305" y="654"/>
                  </a:lnTo>
                  <a:lnTo>
                    <a:pt x="2305" y="754"/>
                  </a:lnTo>
                  <a:lnTo>
                    <a:pt x="2306" y="578"/>
                  </a:lnTo>
                  <a:lnTo>
                    <a:pt x="2306" y="589"/>
                  </a:lnTo>
                  <a:lnTo>
                    <a:pt x="2306" y="589"/>
                  </a:lnTo>
                  <a:lnTo>
                    <a:pt x="2308" y="804"/>
                  </a:lnTo>
                  <a:lnTo>
                    <a:pt x="2308" y="804"/>
                  </a:lnTo>
                  <a:lnTo>
                    <a:pt x="2308" y="804"/>
                  </a:lnTo>
                  <a:lnTo>
                    <a:pt x="2309" y="800"/>
                  </a:lnTo>
                  <a:lnTo>
                    <a:pt x="2309" y="800"/>
                  </a:lnTo>
                  <a:lnTo>
                    <a:pt x="2309" y="800"/>
                  </a:lnTo>
                  <a:lnTo>
                    <a:pt x="2310" y="774"/>
                  </a:lnTo>
                  <a:lnTo>
                    <a:pt x="2311" y="791"/>
                  </a:lnTo>
                  <a:lnTo>
                    <a:pt x="2311" y="791"/>
                  </a:lnTo>
                  <a:lnTo>
                    <a:pt x="2311" y="783"/>
                  </a:lnTo>
                  <a:lnTo>
                    <a:pt x="2312" y="797"/>
                  </a:lnTo>
                  <a:lnTo>
                    <a:pt x="2312" y="797"/>
                  </a:lnTo>
                  <a:lnTo>
                    <a:pt x="2312" y="797"/>
                  </a:lnTo>
                  <a:lnTo>
                    <a:pt x="2312" y="804"/>
                  </a:lnTo>
                  <a:lnTo>
                    <a:pt x="2314" y="800"/>
                  </a:lnTo>
                  <a:lnTo>
                    <a:pt x="2314" y="800"/>
                  </a:lnTo>
                  <a:lnTo>
                    <a:pt x="2315" y="743"/>
                  </a:lnTo>
                  <a:lnTo>
                    <a:pt x="2315" y="773"/>
                  </a:lnTo>
                  <a:lnTo>
                    <a:pt x="2315" y="774"/>
                  </a:lnTo>
                  <a:lnTo>
                    <a:pt x="2315" y="780"/>
                  </a:lnTo>
                  <a:lnTo>
                    <a:pt x="2316" y="614"/>
                  </a:lnTo>
                  <a:lnTo>
                    <a:pt x="2317" y="668"/>
                  </a:lnTo>
                  <a:lnTo>
                    <a:pt x="2317" y="668"/>
                  </a:lnTo>
                  <a:lnTo>
                    <a:pt x="2318" y="791"/>
                  </a:lnTo>
                  <a:lnTo>
                    <a:pt x="2318" y="791"/>
                  </a:lnTo>
                  <a:lnTo>
                    <a:pt x="2318" y="791"/>
                  </a:lnTo>
                  <a:lnTo>
                    <a:pt x="2318" y="804"/>
                  </a:lnTo>
                  <a:lnTo>
                    <a:pt x="2320" y="804"/>
                  </a:lnTo>
                  <a:lnTo>
                    <a:pt x="2320" y="804"/>
                  </a:lnTo>
                  <a:lnTo>
                    <a:pt x="2321" y="775"/>
                  </a:lnTo>
                  <a:lnTo>
                    <a:pt x="2321" y="779"/>
                  </a:lnTo>
                  <a:lnTo>
                    <a:pt x="2321" y="779"/>
                  </a:lnTo>
                  <a:lnTo>
                    <a:pt x="2322" y="804"/>
                  </a:lnTo>
                  <a:lnTo>
                    <a:pt x="2323" y="762"/>
                  </a:lnTo>
                  <a:lnTo>
                    <a:pt x="2323" y="761"/>
                  </a:lnTo>
                  <a:lnTo>
                    <a:pt x="2323" y="735"/>
                  </a:lnTo>
                  <a:lnTo>
                    <a:pt x="2324" y="788"/>
                  </a:lnTo>
                  <a:lnTo>
                    <a:pt x="2324" y="788"/>
                  </a:lnTo>
                  <a:lnTo>
                    <a:pt x="2324" y="788"/>
                  </a:lnTo>
                  <a:lnTo>
                    <a:pt x="2325" y="660"/>
                  </a:lnTo>
                  <a:lnTo>
                    <a:pt x="2326" y="684"/>
                  </a:lnTo>
                  <a:lnTo>
                    <a:pt x="2326" y="684"/>
                  </a:lnTo>
                  <a:lnTo>
                    <a:pt x="2326" y="732"/>
                  </a:lnTo>
                  <a:lnTo>
                    <a:pt x="2327" y="616"/>
                  </a:lnTo>
                  <a:lnTo>
                    <a:pt x="2327" y="673"/>
                  </a:lnTo>
                  <a:lnTo>
                    <a:pt x="2327" y="673"/>
                  </a:lnTo>
                  <a:lnTo>
                    <a:pt x="2328" y="800"/>
                  </a:lnTo>
                  <a:lnTo>
                    <a:pt x="2329" y="782"/>
                  </a:lnTo>
                  <a:lnTo>
                    <a:pt x="2329" y="782"/>
                  </a:lnTo>
                  <a:lnTo>
                    <a:pt x="2330" y="804"/>
                  </a:lnTo>
                  <a:lnTo>
                    <a:pt x="2330" y="804"/>
                  </a:lnTo>
                  <a:lnTo>
                    <a:pt x="2330" y="804"/>
                  </a:lnTo>
                  <a:lnTo>
                    <a:pt x="2331" y="784"/>
                  </a:lnTo>
                  <a:lnTo>
                    <a:pt x="2332" y="785"/>
                  </a:lnTo>
                  <a:lnTo>
                    <a:pt x="2332" y="785"/>
                  </a:lnTo>
                  <a:lnTo>
                    <a:pt x="2332" y="804"/>
                  </a:lnTo>
                  <a:lnTo>
                    <a:pt x="2333" y="668"/>
                  </a:lnTo>
                  <a:lnTo>
                    <a:pt x="2333" y="667"/>
                  </a:lnTo>
                  <a:lnTo>
                    <a:pt x="2334" y="617"/>
                  </a:lnTo>
                  <a:lnTo>
                    <a:pt x="2335" y="793"/>
                  </a:lnTo>
                  <a:lnTo>
                    <a:pt x="2335" y="784"/>
                  </a:lnTo>
                  <a:lnTo>
                    <a:pt x="2335" y="784"/>
                  </a:lnTo>
                  <a:lnTo>
                    <a:pt x="2336" y="662"/>
                  </a:lnTo>
                  <a:lnTo>
                    <a:pt x="2336" y="719"/>
                  </a:lnTo>
                  <a:lnTo>
                    <a:pt x="2336" y="719"/>
                  </a:lnTo>
                  <a:lnTo>
                    <a:pt x="2337" y="792"/>
                  </a:lnTo>
                  <a:lnTo>
                    <a:pt x="2338" y="712"/>
                  </a:lnTo>
                  <a:lnTo>
                    <a:pt x="2338" y="711"/>
                  </a:lnTo>
                  <a:lnTo>
                    <a:pt x="2338" y="614"/>
                  </a:lnTo>
                  <a:lnTo>
                    <a:pt x="2339" y="792"/>
                  </a:lnTo>
                  <a:lnTo>
                    <a:pt x="2339" y="783"/>
                  </a:lnTo>
                  <a:lnTo>
                    <a:pt x="2339" y="783"/>
                  </a:lnTo>
                  <a:lnTo>
                    <a:pt x="2340" y="804"/>
                  </a:lnTo>
                  <a:lnTo>
                    <a:pt x="2341" y="800"/>
                  </a:lnTo>
                  <a:lnTo>
                    <a:pt x="2341" y="800"/>
                  </a:lnTo>
                  <a:lnTo>
                    <a:pt x="2341" y="804"/>
                  </a:lnTo>
                  <a:lnTo>
                    <a:pt x="2342" y="804"/>
                  </a:lnTo>
                  <a:lnTo>
                    <a:pt x="2342" y="804"/>
                  </a:lnTo>
                  <a:lnTo>
                    <a:pt x="2344" y="756"/>
                  </a:lnTo>
                  <a:lnTo>
                    <a:pt x="2344" y="756"/>
                  </a:lnTo>
                  <a:lnTo>
                    <a:pt x="2344" y="756"/>
                  </a:lnTo>
                  <a:lnTo>
                    <a:pt x="2344" y="750"/>
                  </a:lnTo>
                  <a:lnTo>
                    <a:pt x="2345" y="792"/>
                  </a:lnTo>
                  <a:lnTo>
                    <a:pt x="2345" y="779"/>
                  </a:lnTo>
                  <a:lnTo>
                    <a:pt x="2345" y="779"/>
                  </a:lnTo>
                  <a:lnTo>
                    <a:pt x="2346" y="791"/>
                  </a:lnTo>
                  <a:lnTo>
                    <a:pt x="2347" y="716"/>
                  </a:lnTo>
                  <a:lnTo>
                    <a:pt x="2347" y="716"/>
                  </a:lnTo>
                  <a:lnTo>
                    <a:pt x="2347" y="701"/>
                  </a:lnTo>
                  <a:lnTo>
                    <a:pt x="2348" y="790"/>
                  </a:lnTo>
                  <a:lnTo>
                    <a:pt x="2348" y="787"/>
                  </a:lnTo>
                  <a:lnTo>
                    <a:pt x="2348" y="787"/>
                  </a:lnTo>
                  <a:lnTo>
                    <a:pt x="2349" y="610"/>
                  </a:lnTo>
                  <a:lnTo>
                    <a:pt x="2350" y="778"/>
                  </a:lnTo>
                  <a:lnTo>
                    <a:pt x="2350" y="778"/>
                  </a:lnTo>
                  <a:lnTo>
                    <a:pt x="2350" y="774"/>
                  </a:lnTo>
                  <a:lnTo>
                    <a:pt x="2351" y="804"/>
                  </a:lnTo>
                  <a:lnTo>
                    <a:pt x="2351" y="804"/>
                  </a:lnTo>
                  <a:lnTo>
                    <a:pt x="2351" y="804"/>
                  </a:lnTo>
                  <a:lnTo>
                    <a:pt x="2352" y="800"/>
                  </a:lnTo>
                  <a:lnTo>
                    <a:pt x="2353" y="804"/>
                  </a:lnTo>
                  <a:lnTo>
                    <a:pt x="2353" y="804"/>
                  </a:lnTo>
                  <a:lnTo>
                    <a:pt x="2354" y="751"/>
                  </a:lnTo>
                  <a:lnTo>
                    <a:pt x="2354" y="780"/>
                  </a:lnTo>
                  <a:lnTo>
                    <a:pt x="2354" y="780"/>
                  </a:lnTo>
                  <a:lnTo>
                    <a:pt x="2355" y="776"/>
                  </a:lnTo>
                  <a:lnTo>
                    <a:pt x="2356" y="804"/>
                  </a:lnTo>
                  <a:lnTo>
                    <a:pt x="2356" y="804"/>
                  </a:lnTo>
                  <a:lnTo>
                    <a:pt x="2356" y="804"/>
                  </a:lnTo>
                  <a:lnTo>
                    <a:pt x="2357" y="782"/>
                  </a:lnTo>
                  <a:lnTo>
                    <a:pt x="2357" y="782"/>
                  </a:lnTo>
                  <a:lnTo>
                    <a:pt x="2357" y="782"/>
                  </a:lnTo>
                  <a:lnTo>
                    <a:pt x="2358" y="788"/>
                  </a:lnTo>
                  <a:lnTo>
                    <a:pt x="2359" y="685"/>
                  </a:lnTo>
                  <a:lnTo>
                    <a:pt x="2359" y="690"/>
                  </a:lnTo>
                  <a:lnTo>
                    <a:pt x="2359" y="690"/>
                  </a:lnTo>
                  <a:lnTo>
                    <a:pt x="2359" y="750"/>
                  </a:lnTo>
                  <a:lnTo>
                    <a:pt x="2360" y="570"/>
                  </a:lnTo>
                  <a:lnTo>
                    <a:pt x="2360" y="739"/>
                  </a:lnTo>
                  <a:lnTo>
                    <a:pt x="2360" y="740"/>
                  </a:lnTo>
                  <a:lnTo>
                    <a:pt x="2361" y="737"/>
                  </a:lnTo>
                  <a:lnTo>
                    <a:pt x="2362" y="804"/>
                  </a:lnTo>
                  <a:lnTo>
                    <a:pt x="2362" y="804"/>
                  </a:lnTo>
                  <a:lnTo>
                    <a:pt x="2362" y="804"/>
                  </a:lnTo>
                  <a:lnTo>
                    <a:pt x="2363" y="799"/>
                  </a:lnTo>
                  <a:lnTo>
                    <a:pt x="2363" y="799"/>
                  </a:lnTo>
                  <a:lnTo>
                    <a:pt x="2363" y="799"/>
                  </a:lnTo>
                  <a:lnTo>
                    <a:pt x="2364" y="804"/>
                  </a:lnTo>
                  <a:lnTo>
                    <a:pt x="2365" y="734"/>
                  </a:lnTo>
                  <a:lnTo>
                    <a:pt x="2365" y="734"/>
                  </a:lnTo>
                  <a:lnTo>
                    <a:pt x="2365" y="734"/>
                  </a:lnTo>
                  <a:lnTo>
                    <a:pt x="2366" y="804"/>
                  </a:lnTo>
                  <a:lnTo>
                    <a:pt x="2366" y="793"/>
                  </a:lnTo>
                  <a:lnTo>
                    <a:pt x="2366" y="793"/>
                  </a:lnTo>
                  <a:lnTo>
                    <a:pt x="2367" y="752"/>
                  </a:lnTo>
                  <a:lnTo>
                    <a:pt x="2368" y="793"/>
                  </a:lnTo>
                  <a:lnTo>
                    <a:pt x="2368" y="793"/>
                  </a:lnTo>
                  <a:lnTo>
                    <a:pt x="2368" y="803"/>
                  </a:lnTo>
                  <a:lnTo>
                    <a:pt x="2369" y="771"/>
                  </a:lnTo>
                  <a:lnTo>
                    <a:pt x="2369" y="771"/>
                  </a:lnTo>
                  <a:lnTo>
                    <a:pt x="2369" y="771"/>
                  </a:lnTo>
                  <a:lnTo>
                    <a:pt x="2370" y="665"/>
                  </a:lnTo>
                  <a:lnTo>
                    <a:pt x="2371" y="716"/>
                  </a:lnTo>
                  <a:lnTo>
                    <a:pt x="2371" y="719"/>
                  </a:lnTo>
                  <a:lnTo>
                    <a:pt x="2371" y="638"/>
                  </a:lnTo>
                  <a:lnTo>
                    <a:pt x="2372" y="790"/>
                  </a:lnTo>
                  <a:lnTo>
                    <a:pt x="2372" y="791"/>
                  </a:lnTo>
                  <a:lnTo>
                    <a:pt x="2373" y="804"/>
                  </a:lnTo>
                  <a:lnTo>
                    <a:pt x="2374" y="796"/>
                  </a:lnTo>
                  <a:lnTo>
                    <a:pt x="2374" y="796"/>
                  </a:lnTo>
                  <a:lnTo>
                    <a:pt x="2375" y="804"/>
                  </a:lnTo>
                  <a:lnTo>
                    <a:pt x="2375" y="756"/>
                  </a:lnTo>
                  <a:lnTo>
                    <a:pt x="2375" y="756"/>
                  </a:lnTo>
                  <a:lnTo>
                    <a:pt x="2376" y="751"/>
                  </a:lnTo>
                  <a:lnTo>
                    <a:pt x="2377" y="794"/>
                  </a:lnTo>
                  <a:lnTo>
                    <a:pt x="2377" y="786"/>
                  </a:lnTo>
                  <a:lnTo>
                    <a:pt x="2377" y="786"/>
                  </a:lnTo>
                  <a:lnTo>
                    <a:pt x="2377" y="773"/>
                  </a:lnTo>
                  <a:lnTo>
                    <a:pt x="2378" y="804"/>
                  </a:lnTo>
                  <a:lnTo>
                    <a:pt x="2378" y="804"/>
                  </a:lnTo>
                  <a:lnTo>
                    <a:pt x="2378" y="804"/>
                  </a:lnTo>
                  <a:lnTo>
                    <a:pt x="2380" y="719"/>
                  </a:lnTo>
                  <a:lnTo>
                    <a:pt x="2380" y="719"/>
                  </a:lnTo>
                  <a:lnTo>
                    <a:pt x="2380" y="719"/>
                  </a:lnTo>
                  <a:lnTo>
                    <a:pt x="2380" y="630"/>
                  </a:lnTo>
                  <a:lnTo>
                    <a:pt x="2381" y="771"/>
                  </a:lnTo>
                  <a:lnTo>
                    <a:pt x="2381" y="737"/>
                  </a:lnTo>
                  <a:lnTo>
                    <a:pt x="2381" y="736"/>
                  </a:lnTo>
                  <a:lnTo>
                    <a:pt x="2382" y="610"/>
                  </a:lnTo>
                  <a:lnTo>
                    <a:pt x="2383" y="779"/>
                  </a:lnTo>
                  <a:lnTo>
                    <a:pt x="2383" y="779"/>
                  </a:lnTo>
                  <a:lnTo>
                    <a:pt x="2383" y="779"/>
                  </a:lnTo>
                  <a:lnTo>
                    <a:pt x="2383" y="804"/>
                  </a:lnTo>
                  <a:lnTo>
                    <a:pt x="2384" y="804"/>
                  </a:lnTo>
                  <a:lnTo>
                    <a:pt x="2384" y="804"/>
                  </a:lnTo>
                  <a:lnTo>
                    <a:pt x="2386" y="783"/>
                  </a:lnTo>
                  <a:lnTo>
                    <a:pt x="2386" y="783"/>
                  </a:lnTo>
                  <a:lnTo>
                    <a:pt x="2386" y="783"/>
                  </a:lnTo>
                  <a:lnTo>
                    <a:pt x="2386" y="751"/>
                  </a:lnTo>
                  <a:lnTo>
                    <a:pt x="2387" y="802"/>
                  </a:lnTo>
                  <a:lnTo>
                    <a:pt x="2387" y="802"/>
                  </a:lnTo>
                  <a:lnTo>
                    <a:pt x="2387" y="802"/>
                  </a:lnTo>
                  <a:lnTo>
                    <a:pt x="2388" y="708"/>
                  </a:lnTo>
                  <a:lnTo>
                    <a:pt x="2389" y="727"/>
                  </a:lnTo>
                  <a:lnTo>
                    <a:pt x="2389" y="727"/>
                  </a:lnTo>
                  <a:lnTo>
                    <a:pt x="2389" y="804"/>
                  </a:lnTo>
                  <a:lnTo>
                    <a:pt x="2390" y="729"/>
                  </a:lnTo>
                  <a:lnTo>
                    <a:pt x="2390" y="729"/>
                  </a:lnTo>
                  <a:lnTo>
                    <a:pt x="2391" y="800"/>
                  </a:lnTo>
                  <a:lnTo>
                    <a:pt x="2392" y="663"/>
                  </a:lnTo>
                  <a:lnTo>
                    <a:pt x="2392" y="663"/>
                  </a:lnTo>
                  <a:lnTo>
                    <a:pt x="2392" y="663"/>
                  </a:lnTo>
                  <a:lnTo>
                    <a:pt x="2392" y="618"/>
                  </a:lnTo>
                  <a:lnTo>
                    <a:pt x="2393" y="781"/>
                  </a:lnTo>
                  <a:lnTo>
                    <a:pt x="2393" y="782"/>
                  </a:lnTo>
                  <a:lnTo>
                    <a:pt x="2394" y="804"/>
                  </a:lnTo>
                  <a:lnTo>
                    <a:pt x="2395" y="804"/>
                  </a:lnTo>
                  <a:lnTo>
                    <a:pt x="2395" y="804"/>
                  </a:lnTo>
                  <a:lnTo>
                    <a:pt x="2396" y="794"/>
                  </a:lnTo>
                  <a:lnTo>
                    <a:pt x="2396" y="794"/>
                  </a:lnTo>
                  <a:lnTo>
                    <a:pt x="2397" y="758"/>
                  </a:lnTo>
                  <a:lnTo>
                    <a:pt x="2398" y="799"/>
                  </a:lnTo>
                  <a:lnTo>
                    <a:pt x="2398" y="799"/>
                  </a:lnTo>
                  <a:lnTo>
                    <a:pt x="2398" y="799"/>
                  </a:lnTo>
                  <a:lnTo>
                    <a:pt x="2398" y="799"/>
                  </a:lnTo>
                  <a:lnTo>
                    <a:pt x="2399" y="761"/>
                  </a:lnTo>
                  <a:lnTo>
                    <a:pt x="2399" y="762"/>
                  </a:lnTo>
                  <a:lnTo>
                    <a:pt x="2399" y="762"/>
                  </a:lnTo>
                  <a:lnTo>
                    <a:pt x="2400" y="685"/>
                  </a:lnTo>
                  <a:lnTo>
                    <a:pt x="2401" y="732"/>
                  </a:lnTo>
                  <a:lnTo>
                    <a:pt x="2401" y="732"/>
                  </a:lnTo>
                  <a:lnTo>
                    <a:pt x="2402" y="764"/>
                  </a:lnTo>
                  <a:lnTo>
                    <a:pt x="2402" y="695"/>
                  </a:lnTo>
                  <a:lnTo>
                    <a:pt x="2402" y="704"/>
                  </a:lnTo>
                  <a:lnTo>
                    <a:pt x="2402" y="704"/>
                  </a:lnTo>
                  <a:lnTo>
                    <a:pt x="2403" y="612"/>
                  </a:lnTo>
                  <a:lnTo>
                    <a:pt x="2404" y="757"/>
                  </a:lnTo>
                  <a:lnTo>
                    <a:pt x="2404" y="722"/>
                  </a:lnTo>
                  <a:lnTo>
                    <a:pt x="2404" y="722"/>
                  </a:lnTo>
                  <a:lnTo>
                    <a:pt x="2405" y="804"/>
                  </a:lnTo>
                  <a:lnTo>
                    <a:pt x="2405" y="804"/>
                  </a:lnTo>
                  <a:lnTo>
                    <a:pt x="2405" y="804"/>
                  </a:lnTo>
                  <a:lnTo>
                    <a:pt x="2407" y="804"/>
                  </a:lnTo>
                  <a:lnTo>
                    <a:pt x="2407" y="804"/>
                  </a:lnTo>
                  <a:lnTo>
                    <a:pt x="2408" y="725"/>
                  </a:lnTo>
                  <a:lnTo>
                    <a:pt x="2408" y="770"/>
                  </a:lnTo>
                  <a:lnTo>
                    <a:pt x="2408" y="770"/>
                  </a:lnTo>
                  <a:lnTo>
                    <a:pt x="2409" y="766"/>
                  </a:lnTo>
                  <a:lnTo>
                    <a:pt x="2410" y="804"/>
                  </a:lnTo>
                  <a:lnTo>
                    <a:pt x="2410" y="804"/>
                  </a:lnTo>
                  <a:lnTo>
                    <a:pt x="2410" y="804"/>
                  </a:lnTo>
                  <a:lnTo>
                    <a:pt x="2411" y="793"/>
                  </a:lnTo>
                  <a:lnTo>
                    <a:pt x="2411" y="793"/>
                  </a:lnTo>
                  <a:lnTo>
                    <a:pt x="2411" y="793"/>
                  </a:lnTo>
                  <a:lnTo>
                    <a:pt x="2412" y="785"/>
                  </a:lnTo>
                  <a:lnTo>
                    <a:pt x="2412" y="796"/>
                  </a:lnTo>
                  <a:lnTo>
                    <a:pt x="2413" y="791"/>
                  </a:lnTo>
                  <a:lnTo>
                    <a:pt x="2413" y="791"/>
                  </a:lnTo>
                  <a:lnTo>
                    <a:pt x="2414" y="617"/>
                  </a:lnTo>
                  <a:lnTo>
                    <a:pt x="2414" y="782"/>
                  </a:lnTo>
                  <a:lnTo>
                    <a:pt x="2414" y="783"/>
                  </a:lnTo>
                  <a:lnTo>
                    <a:pt x="2415" y="804"/>
                  </a:lnTo>
                  <a:lnTo>
                    <a:pt x="2416" y="804"/>
                  </a:lnTo>
                  <a:lnTo>
                    <a:pt x="2416" y="804"/>
                  </a:lnTo>
                  <a:lnTo>
                    <a:pt x="2417" y="804"/>
                  </a:lnTo>
                  <a:lnTo>
                    <a:pt x="2417" y="804"/>
                  </a:lnTo>
                  <a:lnTo>
                    <a:pt x="2419" y="771"/>
                  </a:lnTo>
                  <a:lnTo>
                    <a:pt x="2419" y="771"/>
                  </a:lnTo>
                  <a:lnTo>
                    <a:pt x="2419" y="771"/>
                  </a:lnTo>
                  <a:lnTo>
                    <a:pt x="2420" y="704"/>
                  </a:lnTo>
                  <a:lnTo>
                    <a:pt x="2420" y="742"/>
                  </a:lnTo>
                  <a:lnTo>
                    <a:pt x="2420" y="742"/>
                  </a:lnTo>
                  <a:lnTo>
                    <a:pt x="2421" y="768"/>
                  </a:lnTo>
                  <a:lnTo>
                    <a:pt x="2422" y="696"/>
                  </a:lnTo>
                  <a:lnTo>
                    <a:pt x="2422" y="732"/>
                  </a:lnTo>
                  <a:lnTo>
                    <a:pt x="2422" y="732"/>
                  </a:lnTo>
                  <a:lnTo>
                    <a:pt x="2422" y="742"/>
                  </a:lnTo>
                  <a:lnTo>
                    <a:pt x="2423" y="692"/>
                  </a:lnTo>
                  <a:lnTo>
                    <a:pt x="2423" y="724"/>
                  </a:lnTo>
                  <a:lnTo>
                    <a:pt x="2423" y="725"/>
                  </a:lnTo>
                  <a:lnTo>
                    <a:pt x="2424" y="728"/>
                  </a:lnTo>
                  <a:lnTo>
                    <a:pt x="2424" y="558"/>
                  </a:lnTo>
                  <a:lnTo>
                    <a:pt x="2425" y="629"/>
                  </a:lnTo>
                  <a:lnTo>
                    <a:pt x="2425" y="629"/>
                  </a:lnTo>
                  <a:lnTo>
                    <a:pt x="2426" y="804"/>
                  </a:lnTo>
                  <a:lnTo>
                    <a:pt x="2426" y="804"/>
                  </a:lnTo>
                  <a:lnTo>
                    <a:pt x="2426" y="804"/>
                  </a:lnTo>
                  <a:lnTo>
                    <a:pt x="2428" y="804"/>
                  </a:lnTo>
                  <a:lnTo>
                    <a:pt x="2428" y="804"/>
                  </a:lnTo>
                  <a:lnTo>
                    <a:pt x="2429" y="792"/>
                  </a:lnTo>
                  <a:lnTo>
                    <a:pt x="2429" y="792"/>
                  </a:lnTo>
                  <a:lnTo>
                    <a:pt x="2430" y="750"/>
                  </a:lnTo>
                  <a:lnTo>
                    <a:pt x="2431" y="795"/>
                  </a:lnTo>
                  <a:lnTo>
                    <a:pt x="2431" y="795"/>
                  </a:lnTo>
                  <a:lnTo>
                    <a:pt x="2431" y="795"/>
                  </a:lnTo>
                  <a:lnTo>
                    <a:pt x="2431" y="800"/>
                  </a:lnTo>
                  <a:lnTo>
                    <a:pt x="2432" y="781"/>
                  </a:lnTo>
                  <a:lnTo>
                    <a:pt x="2432" y="785"/>
                  </a:lnTo>
                  <a:lnTo>
                    <a:pt x="2432" y="785"/>
                  </a:lnTo>
                  <a:lnTo>
                    <a:pt x="2433" y="793"/>
                  </a:lnTo>
                  <a:lnTo>
                    <a:pt x="2434" y="725"/>
                  </a:lnTo>
                  <a:lnTo>
                    <a:pt x="2434" y="725"/>
                  </a:lnTo>
                  <a:lnTo>
                    <a:pt x="2434" y="725"/>
                  </a:lnTo>
                  <a:lnTo>
                    <a:pt x="2435" y="567"/>
                  </a:lnTo>
                  <a:lnTo>
                    <a:pt x="2435" y="671"/>
                  </a:lnTo>
                  <a:lnTo>
                    <a:pt x="2435" y="672"/>
                  </a:lnTo>
                  <a:lnTo>
                    <a:pt x="2437" y="804"/>
                  </a:lnTo>
                  <a:lnTo>
                    <a:pt x="2437" y="804"/>
                  </a:lnTo>
                  <a:lnTo>
                    <a:pt x="2437" y="804"/>
                  </a:lnTo>
                  <a:lnTo>
                    <a:pt x="2438" y="804"/>
                  </a:lnTo>
                  <a:lnTo>
                    <a:pt x="2438" y="804"/>
                  </a:lnTo>
                  <a:lnTo>
                    <a:pt x="2440" y="739"/>
                  </a:lnTo>
                  <a:lnTo>
                    <a:pt x="2440" y="739"/>
                  </a:lnTo>
                  <a:lnTo>
                    <a:pt x="2440" y="739"/>
                  </a:lnTo>
                  <a:lnTo>
                    <a:pt x="2440" y="733"/>
                  </a:lnTo>
                  <a:lnTo>
                    <a:pt x="2441" y="804"/>
                  </a:lnTo>
                  <a:lnTo>
                    <a:pt x="2441" y="804"/>
                  </a:lnTo>
                  <a:lnTo>
                    <a:pt x="2441" y="804"/>
                  </a:lnTo>
                  <a:lnTo>
                    <a:pt x="2442" y="780"/>
                  </a:lnTo>
                  <a:lnTo>
                    <a:pt x="2443" y="782"/>
                  </a:lnTo>
                  <a:lnTo>
                    <a:pt x="2443" y="782"/>
                  </a:lnTo>
                  <a:lnTo>
                    <a:pt x="2444" y="800"/>
                  </a:lnTo>
                  <a:lnTo>
                    <a:pt x="2444" y="780"/>
                  </a:lnTo>
                  <a:lnTo>
                    <a:pt x="2444" y="780"/>
                  </a:lnTo>
                  <a:lnTo>
                    <a:pt x="2444" y="780"/>
                  </a:lnTo>
                  <a:lnTo>
                    <a:pt x="2445" y="801"/>
                  </a:lnTo>
                  <a:lnTo>
                    <a:pt x="2446" y="465"/>
                  </a:lnTo>
                  <a:lnTo>
                    <a:pt x="2446" y="464"/>
                  </a:lnTo>
                  <a:lnTo>
                    <a:pt x="2446" y="448"/>
                  </a:lnTo>
                  <a:lnTo>
                    <a:pt x="2447" y="792"/>
                  </a:lnTo>
                  <a:lnTo>
                    <a:pt x="2447" y="780"/>
                  </a:lnTo>
                  <a:lnTo>
                    <a:pt x="2447" y="780"/>
                  </a:lnTo>
                  <a:lnTo>
                    <a:pt x="2448" y="804"/>
                  </a:lnTo>
                  <a:lnTo>
                    <a:pt x="2449" y="800"/>
                  </a:lnTo>
                  <a:lnTo>
                    <a:pt x="2449" y="800"/>
                  </a:lnTo>
                  <a:lnTo>
                    <a:pt x="2450" y="804"/>
                  </a:lnTo>
                  <a:lnTo>
                    <a:pt x="2450" y="785"/>
                  </a:lnTo>
                  <a:lnTo>
                    <a:pt x="2450" y="785"/>
                  </a:lnTo>
                  <a:lnTo>
                    <a:pt x="2450" y="785"/>
                  </a:lnTo>
                  <a:lnTo>
                    <a:pt x="2451" y="760"/>
                  </a:lnTo>
                  <a:lnTo>
                    <a:pt x="2452" y="804"/>
                  </a:lnTo>
                  <a:lnTo>
                    <a:pt x="2452" y="804"/>
                  </a:lnTo>
                  <a:lnTo>
                    <a:pt x="2452" y="804"/>
                  </a:lnTo>
                  <a:lnTo>
                    <a:pt x="2453" y="780"/>
                  </a:lnTo>
                  <a:lnTo>
                    <a:pt x="2453" y="786"/>
                  </a:lnTo>
                  <a:lnTo>
                    <a:pt x="2453" y="786"/>
                  </a:lnTo>
                  <a:lnTo>
                    <a:pt x="2455" y="799"/>
                  </a:lnTo>
                  <a:lnTo>
                    <a:pt x="2455" y="740"/>
                  </a:lnTo>
                  <a:lnTo>
                    <a:pt x="2455" y="740"/>
                  </a:lnTo>
                  <a:lnTo>
                    <a:pt x="2456" y="640"/>
                  </a:lnTo>
                  <a:lnTo>
                    <a:pt x="2456" y="640"/>
                  </a:lnTo>
                  <a:lnTo>
                    <a:pt x="2456" y="640"/>
                  </a:lnTo>
                  <a:lnTo>
                    <a:pt x="2457" y="619"/>
                  </a:lnTo>
                  <a:lnTo>
                    <a:pt x="2458" y="791"/>
                  </a:lnTo>
                  <a:lnTo>
                    <a:pt x="2458" y="791"/>
                  </a:lnTo>
                  <a:lnTo>
                    <a:pt x="2458" y="791"/>
                  </a:lnTo>
                  <a:lnTo>
                    <a:pt x="2459" y="804"/>
                  </a:lnTo>
                  <a:lnTo>
                    <a:pt x="2459" y="804"/>
                  </a:lnTo>
                  <a:lnTo>
                    <a:pt x="2459" y="804"/>
                  </a:lnTo>
                  <a:lnTo>
                    <a:pt x="2461" y="804"/>
                  </a:lnTo>
                  <a:lnTo>
                    <a:pt x="2461" y="804"/>
                  </a:lnTo>
                  <a:lnTo>
                    <a:pt x="2462" y="759"/>
                  </a:lnTo>
                  <a:lnTo>
                    <a:pt x="2462" y="789"/>
                  </a:lnTo>
                  <a:lnTo>
                    <a:pt x="2462" y="789"/>
                  </a:lnTo>
                  <a:lnTo>
                    <a:pt x="2463" y="789"/>
                  </a:lnTo>
                  <a:lnTo>
                    <a:pt x="2463" y="725"/>
                  </a:lnTo>
                  <a:lnTo>
                    <a:pt x="2464" y="754"/>
                  </a:lnTo>
                  <a:lnTo>
                    <a:pt x="2464" y="754"/>
                  </a:lnTo>
                  <a:lnTo>
                    <a:pt x="2464" y="803"/>
                  </a:lnTo>
                  <a:lnTo>
                    <a:pt x="2465" y="774"/>
                  </a:lnTo>
                  <a:lnTo>
                    <a:pt x="2465" y="774"/>
                  </a:lnTo>
                  <a:lnTo>
                    <a:pt x="2467" y="640"/>
                  </a:lnTo>
                  <a:lnTo>
                    <a:pt x="2467" y="654"/>
                  </a:lnTo>
                  <a:lnTo>
                    <a:pt x="2467" y="655"/>
                  </a:lnTo>
                  <a:lnTo>
                    <a:pt x="2468" y="540"/>
                  </a:lnTo>
                  <a:lnTo>
                    <a:pt x="2468" y="737"/>
                  </a:lnTo>
                  <a:lnTo>
                    <a:pt x="2468" y="739"/>
                  </a:lnTo>
                  <a:lnTo>
                    <a:pt x="2469" y="804"/>
                  </a:lnTo>
                  <a:lnTo>
                    <a:pt x="2470" y="804"/>
                  </a:lnTo>
                  <a:lnTo>
                    <a:pt x="2470" y="804"/>
                  </a:lnTo>
                  <a:lnTo>
                    <a:pt x="2471" y="799"/>
                  </a:lnTo>
                  <a:lnTo>
                    <a:pt x="2471" y="799"/>
                  </a:lnTo>
                  <a:lnTo>
                    <a:pt x="2471" y="799"/>
                  </a:lnTo>
                  <a:lnTo>
                    <a:pt x="2472" y="743"/>
                  </a:lnTo>
                  <a:lnTo>
                    <a:pt x="2473" y="782"/>
                  </a:lnTo>
                  <a:lnTo>
                    <a:pt x="2473" y="782"/>
                  </a:lnTo>
                  <a:lnTo>
                    <a:pt x="2474" y="794"/>
                  </a:lnTo>
                  <a:lnTo>
                    <a:pt x="2474" y="787"/>
                  </a:lnTo>
                  <a:lnTo>
                    <a:pt x="2474" y="787"/>
                  </a:lnTo>
                  <a:lnTo>
                    <a:pt x="2475" y="803"/>
                  </a:lnTo>
                  <a:lnTo>
                    <a:pt x="2476" y="793"/>
                  </a:lnTo>
                  <a:lnTo>
                    <a:pt x="2476" y="793"/>
                  </a:lnTo>
                  <a:lnTo>
                    <a:pt x="2476" y="804"/>
                  </a:lnTo>
                  <a:lnTo>
                    <a:pt x="2477" y="625"/>
                  </a:lnTo>
                  <a:lnTo>
                    <a:pt x="2477" y="638"/>
                  </a:lnTo>
                  <a:lnTo>
                    <a:pt x="2477" y="638"/>
                  </a:lnTo>
                  <a:lnTo>
                    <a:pt x="2478" y="634"/>
                  </a:lnTo>
                  <a:lnTo>
                    <a:pt x="2478" y="726"/>
                  </a:lnTo>
                  <a:lnTo>
                    <a:pt x="2479" y="666"/>
                  </a:lnTo>
                  <a:lnTo>
                    <a:pt x="2479" y="666"/>
                  </a:lnTo>
                  <a:lnTo>
                    <a:pt x="2479" y="665"/>
                  </a:lnTo>
                  <a:lnTo>
                    <a:pt x="2480" y="799"/>
                  </a:lnTo>
                  <a:lnTo>
                    <a:pt x="2480" y="799"/>
                  </a:lnTo>
                  <a:lnTo>
                    <a:pt x="2480" y="799"/>
                  </a:lnTo>
                  <a:lnTo>
                    <a:pt x="2481" y="804"/>
                  </a:lnTo>
                  <a:lnTo>
                    <a:pt x="2482" y="804"/>
                  </a:lnTo>
                  <a:lnTo>
                    <a:pt x="2482" y="804"/>
                  </a:lnTo>
                  <a:lnTo>
                    <a:pt x="2483" y="768"/>
                  </a:lnTo>
                  <a:lnTo>
                    <a:pt x="2483" y="768"/>
                  </a:lnTo>
                  <a:lnTo>
                    <a:pt x="2483" y="768"/>
                  </a:lnTo>
                  <a:lnTo>
                    <a:pt x="2484" y="744"/>
                  </a:lnTo>
                  <a:lnTo>
                    <a:pt x="2485" y="797"/>
                  </a:lnTo>
                  <a:lnTo>
                    <a:pt x="2485" y="797"/>
                  </a:lnTo>
                  <a:lnTo>
                    <a:pt x="2485" y="797"/>
                  </a:lnTo>
                  <a:lnTo>
                    <a:pt x="2485" y="797"/>
                  </a:lnTo>
                  <a:lnTo>
                    <a:pt x="2486" y="755"/>
                  </a:lnTo>
                  <a:lnTo>
                    <a:pt x="2486" y="788"/>
                  </a:lnTo>
                  <a:lnTo>
                    <a:pt x="2486" y="788"/>
                  </a:lnTo>
                  <a:lnTo>
                    <a:pt x="2487" y="792"/>
                  </a:lnTo>
                  <a:lnTo>
                    <a:pt x="2488" y="673"/>
                  </a:lnTo>
                  <a:lnTo>
                    <a:pt x="2488" y="681"/>
                  </a:lnTo>
                  <a:lnTo>
                    <a:pt x="2488" y="681"/>
                  </a:lnTo>
                  <a:lnTo>
                    <a:pt x="2489" y="767"/>
                  </a:lnTo>
                  <a:lnTo>
                    <a:pt x="2489" y="642"/>
                  </a:lnTo>
                  <a:lnTo>
                    <a:pt x="2489" y="642"/>
                  </a:lnTo>
                  <a:lnTo>
                    <a:pt x="2490" y="638"/>
                  </a:lnTo>
                  <a:lnTo>
                    <a:pt x="2491" y="804"/>
                  </a:lnTo>
                  <a:lnTo>
                    <a:pt x="2491" y="804"/>
                  </a:lnTo>
                  <a:lnTo>
                    <a:pt x="2491" y="804"/>
                  </a:lnTo>
                  <a:lnTo>
                    <a:pt x="2492" y="804"/>
                  </a:lnTo>
                  <a:lnTo>
                    <a:pt x="2492" y="804"/>
                  </a:lnTo>
                  <a:lnTo>
                    <a:pt x="2494" y="781"/>
                  </a:lnTo>
                  <a:lnTo>
                    <a:pt x="2494" y="780"/>
                  </a:lnTo>
                  <a:lnTo>
                    <a:pt x="2495" y="758"/>
                  </a:lnTo>
                  <a:lnTo>
                    <a:pt x="2495" y="781"/>
                  </a:lnTo>
                  <a:lnTo>
                    <a:pt x="2495" y="781"/>
                  </a:lnTo>
                  <a:lnTo>
                    <a:pt x="2495" y="781"/>
                  </a:lnTo>
                  <a:lnTo>
                    <a:pt x="2496" y="766"/>
                  </a:lnTo>
                  <a:lnTo>
                    <a:pt x="2497" y="796"/>
                  </a:lnTo>
                  <a:lnTo>
                    <a:pt x="2497" y="796"/>
                  </a:lnTo>
                  <a:lnTo>
                    <a:pt x="2497" y="796"/>
                  </a:lnTo>
                  <a:lnTo>
                    <a:pt x="2498" y="732"/>
                  </a:lnTo>
                  <a:lnTo>
                    <a:pt x="2498" y="732"/>
                  </a:lnTo>
                  <a:lnTo>
                    <a:pt x="2498" y="732"/>
                  </a:lnTo>
                  <a:lnTo>
                    <a:pt x="2499" y="457"/>
                  </a:lnTo>
                  <a:lnTo>
                    <a:pt x="2500" y="615"/>
                  </a:lnTo>
                  <a:lnTo>
                    <a:pt x="2500" y="615"/>
                  </a:lnTo>
                  <a:lnTo>
                    <a:pt x="2501" y="792"/>
                  </a:lnTo>
                  <a:lnTo>
                    <a:pt x="2501" y="783"/>
                  </a:lnTo>
                  <a:lnTo>
                    <a:pt x="2501" y="783"/>
                  </a:lnTo>
                  <a:lnTo>
                    <a:pt x="2502" y="804"/>
                  </a:lnTo>
                  <a:lnTo>
                    <a:pt x="2503" y="804"/>
                  </a:lnTo>
                  <a:lnTo>
                    <a:pt x="2503" y="804"/>
                  </a:lnTo>
                  <a:lnTo>
                    <a:pt x="2504" y="785"/>
                  </a:lnTo>
                  <a:lnTo>
                    <a:pt x="2504" y="789"/>
                  </a:lnTo>
                  <a:lnTo>
                    <a:pt x="2504" y="789"/>
                  </a:lnTo>
                  <a:lnTo>
                    <a:pt x="2505" y="760"/>
                  </a:lnTo>
                  <a:lnTo>
                    <a:pt x="2506" y="793"/>
                  </a:lnTo>
                  <a:lnTo>
                    <a:pt x="2506" y="781"/>
                  </a:lnTo>
                  <a:lnTo>
                    <a:pt x="2506" y="781"/>
                  </a:lnTo>
                  <a:lnTo>
                    <a:pt x="2506" y="782"/>
                  </a:lnTo>
                  <a:lnTo>
                    <a:pt x="2507" y="706"/>
                  </a:lnTo>
                  <a:lnTo>
                    <a:pt x="2507" y="733"/>
                  </a:lnTo>
                  <a:lnTo>
                    <a:pt x="2507" y="734"/>
                  </a:lnTo>
                  <a:lnTo>
                    <a:pt x="2509" y="798"/>
                  </a:lnTo>
                  <a:lnTo>
                    <a:pt x="2509" y="798"/>
                  </a:lnTo>
                  <a:lnTo>
                    <a:pt x="2509" y="798"/>
                  </a:lnTo>
                  <a:lnTo>
                    <a:pt x="2510" y="688"/>
                  </a:lnTo>
                  <a:lnTo>
                    <a:pt x="2510" y="717"/>
                  </a:lnTo>
                  <a:lnTo>
                    <a:pt x="2510" y="717"/>
                  </a:lnTo>
                  <a:lnTo>
                    <a:pt x="2511" y="789"/>
                  </a:lnTo>
                  <a:lnTo>
                    <a:pt x="2511" y="657"/>
                  </a:lnTo>
                  <a:lnTo>
                    <a:pt x="2512" y="776"/>
                  </a:lnTo>
                  <a:lnTo>
                    <a:pt x="2512" y="776"/>
                  </a:lnTo>
                  <a:lnTo>
                    <a:pt x="2513" y="804"/>
                  </a:lnTo>
                  <a:lnTo>
                    <a:pt x="2513" y="804"/>
                  </a:lnTo>
                  <a:lnTo>
                    <a:pt x="2513" y="804"/>
                  </a:lnTo>
                  <a:lnTo>
                    <a:pt x="2515" y="804"/>
                  </a:lnTo>
                  <a:lnTo>
                    <a:pt x="2515" y="804"/>
                  </a:lnTo>
                  <a:lnTo>
                    <a:pt x="2516" y="756"/>
                  </a:lnTo>
                  <a:lnTo>
                    <a:pt x="2516" y="797"/>
                  </a:lnTo>
                  <a:lnTo>
                    <a:pt x="2516" y="797"/>
                  </a:lnTo>
                  <a:lnTo>
                    <a:pt x="2517" y="795"/>
                  </a:lnTo>
                  <a:lnTo>
                    <a:pt x="2517" y="800"/>
                  </a:lnTo>
                  <a:lnTo>
                    <a:pt x="2518" y="800"/>
                  </a:lnTo>
                  <a:lnTo>
                    <a:pt x="2518" y="800"/>
                  </a:lnTo>
                  <a:lnTo>
                    <a:pt x="2519" y="804"/>
                  </a:lnTo>
                  <a:lnTo>
                    <a:pt x="2519" y="781"/>
                  </a:lnTo>
                  <a:lnTo>
                    <a:pt x="2519" y="781"/>
                  </a:lnTo>
                  <a:lnTo>
                    <a:pt x="2519" y="781"/>
                  </a:lnTo>
                  <a:lnTo>
                    <a:pt x="2520" y="785"/>
                  </a:lnTo>
                  <a:lnTo>
                    <a:pt x="2520" y="725"/>
                  </a:lnTo>
                  <a:lnTo>
                    <a:pt x="2521" y="727"/>
                  </a:lnTo>
                  <a:lnTo>
                    <a:pt x="2521" y="727"/>
                  </a:lnTo>
                  <a:lnTo>
                    <a:pt x="2521" y="739"/>
                  </a:lnTo>
                  <a:lnTo>
                    <a:pt x="2522" y="607"/>
                  </a:lnTo>
                  <a:lnTo>
                    <a:pt x="2522" y="738"/>
                  </a:lnTo>
                  <a:lnTo>
                    <a:pt x="2522" y="738"/>
                  </a:lnTo>
                  <a:lnTo>
                    <a:pt x="2523" y="804"/>
                  </a:lnTo>
                  <a:lnTo>
                    <a:pt x="2524" y="804"/>
                  </a:lnTo>
                  <a:lnTo>
                    <a:pt x="2524" y="804"/>
                  </a:lnTo>
                  <a:lnTo>
                    <a:pt x="2524" y="800"/>
                  </a:lnTo>
                  <a:lnTo>
                    <a:pt x="2525" y="804"/>
                  </a:lnTo>
                  <a:lnTo>
                    <a:pt x="2525" y="804"/>
                  </a:lnTo>
                  <a:lnTo>
                    <a:pt x="2526" y="747"/>
                  </a:lnTo>
                  <a:lnTo>
                    <a:pt x="2527" y="787"/>
                  </a:lnTo>
                  <a:lnTo>
                    <a:pt x="2527" y="788"/>
                  </a:lnTo>
                  <a:lnTo>
                    <a:pt x="2527" y="804"/>
                  </a:lnTo>
                  <a:lnTo>
                    <a:pt x="2528" y="804"/>
                  </a:lnTo>
                  <a:lnTo>
                    <a:pt x="2528" y="804"/>
                  </a:lnTo>
                  <a:lnTo>
                    <a:pt x="2530" y="771"/>
                  </a:lnTo>
                  <a:lnTo>
                    <a:pt x="2530" y="777"/>
                  </a:lnTo>
                  <a:lnTo>
                    <a:pt x="2530" y="777"/>
                  </a:lnTo>
                  <a:lnTo>
                    <a:pt x="2530" y="787"/>
                  </a:lnTo>
                  <a:lnTo>
                    <a:pt x="2531" y="648"/>
                  </a:lnTo>
                  <a:lnTo>
                    <a:pt x="2531" y="688"/>
                  </a:lnTo>
                  <a:lnTo>
                    <a:pt x="2531" y="688"/>
                  </a:lnTo>
                  <a:lnTo>
                    <a:pt x="2532" y="712"/>
                  </a:lnTo>
                  <a:lnTo>
                    <a:pt x="2532" y="624"/>
                  </a:lnTo>
                  <a:lnTo>
                    <a:pt x="2533" y="671"/>
                  </a:lnTo>
                  <a:lnTo>
                    <a:pt x="2533" y="670"/>
                  </a:lnTo>
                  <a:lnTo>
                    <a:pt x="2533" y="669"/>
                  </a:lnTo>
                  <a:lnTo>
                    <a:pt x="2534" y="804"/>
                  </a:lnTo>
                  <a:lnTo>
                    <a:pt x="2534" y="804"/>
                  </a:lnTo>
                  <a:lnTo>
                    <a:pt x="2534" y="804"/>
                  </a:lnTo>
                  <a:lnTo>
                    <a:pt x="2536" y="804"/>
                  </a:lnTo>
                  <a:lnTo>
                    <a:pt x="2536" y="804"/>
                  </a:lnTo>
                  <a:lnTo>
                    <a:pt x="2537" y="734"/>
                  </a:lnTo>
                  <a:lnTo>
                    <a:pt x="2537" y="738"/>
                  </a:lnTo>
                  <a:lnTo>
                    <a:pt x="2537" y="736"/>
                  </a:lnTo>
                  <a:lnTo>
                    <a:pt x="2539" y="799"/>
                  </a:lnTo>
                  <a:lnTo>
                    <a:pt x="2539" y="799"/>
                  </a:lnTo>
                  <a:lnTo>
                    <a:pt x="2539" y="799"/>
                  </a:lnTo>
                  <a:lnTo>
                    <a:pt x="2540" y="680"/>
                  </a:lnTo>
                  <a:lnTo>
                    <a:pt x="2540" y="680"/>
                  </a:lnTo>
                  <a:lnTo>
                    <a:pt x="2540" y="680"/>
                  </a:lnTo>
                  <a:lnTo>
                    <a:pt x="2541" y="669"/>
                  </a:lnTo>
                  <a:lnTo>
                    <a:pt x="2541" y="769"/>
                  </a:lnTo>
                  <a:lnTo>
                    <a:pt x="2542" y="706"/>
                  </a:lnTo>
                  <a:lnTo>
                    <a:pt x="2542" y="706"/>
                  </a:lnTo>
                  <a:lnTo>
                    <a:pt x="2543" y="593"/>
                  </a:lnTo>
                  <a:lnTo>
                    <a:pt x="2543" y="765"/>
                  </a:lnTo>
                  <a:lnTo>
                    <a:pt x="2543" y="766"/>
                  </a:lnTo>
                  <a:lnTo>
                    <a:pt x="2544" y="745"/>
                  </a:lnTo>
                  <a:lnTo>
                    <a:pt x="2545" y="804"/>
                  </a:lnTo>
                  <a:lnTo>
                    <a:pt x="2545" y="804"/>
                  </a:lnTo>
                  <a:lnTo>
                    <a:pt x="2545" y="804"/>
                  </a:lnTo>
                  <a:lnTo>
                    <a:pt x="2546" y="804"/>
                  </a:lnTo>
                  <a:lnTo>
                    <a:pt x="2546" y="804"/>
                  </a:lnTo>
                  <a:lnTo>
                    <a:pt x="2548" y="757"/>
                  </a:lnTo>
                  <a:lnTo>
                    <a:pt x="2548" y="761"/>
                  </a:lnTo>
                  <a:lnTo>
                    <a:pt x="2548" y="761"/>
                  </a:lnTo>
                  <a:lnTo>
                    <a:pt x="2549" y="791"/>
                  </a:lnTo>
                  <a:lnTo>
                    <a:pt x="2549" y="788"/>
                  </a:lnTo>
                  <a:lnTo>
                    <a:pt x="2549" y="789"/>
                  </a:lnTo>
                  <a:lnTo>
                    <a:pt x="2550" y="799"/>
                  </a:lnTo>
                  <a:lnTo>
                    <a:pt x="2550" y="780"/>
                  </a:lnTo>
                  <a:lnTo>
                    <a:pt x="2551" y="790"/>
                  </a:lnTo>
                  <a:lnTo>
                    <a:pt x="2551" y="790"/>
                  </a:lnTo>
                  <a:lnTo>
                    <a:pt x="2552" y="715"/>
                  </a:lnTo>
                  <a:lnTo>
                    <a:pt x="2552" y="765"/>
                  </a:lnTo>
                  <a:lnTo>
                    <a:pt x="2552" y="765"/>
                  </a:lnTo>
                  <a:lnTo>
                    <a:pt x="2553" y="773"/>
                  </a:lnTo>
                  <a:lnTo>
                    <a:pt x="2553" y="598"/>
                  </a:lnTo>
                  <a:lnTo>
                    <a:pt x="2554" y="669"/>
                  </a:lnTo>
                  <a:lnTo>
                    <a:pt x="2554" y="669"/>
                  </a:lnTo>
                  <a:lnTo>
                    <a:pt x="2555" y="804"/>
                  </a:lnTo>
                  <a:lnTo>
                    <a:pt x="2555" y="771"/>
                  </a:lnTo>
                  <a:lnTo>
                    <a:pt x="2555" y="771"/>
                  </a:lnTo>
                  <a:lnTo>
                    <a:pt x="2556" y="804"/>
                  </a:lnTo>
                  <a:lnTo>
                    <a:pt x="2557" y="804"/>
                  </a:lnTo>
                  <a:lnTo>
                    <a:pt x="2557" y="804"/>
                  </a:lnTo>
                  <a:lnTo>
                    <a:pt x="2558" y="790"/>
                  </a:lnTo>
                  <a:lnTo>
                    <a:pt x="2558" y="790"/>
                  </a:lnTo>
                  <a:lnTo>
                    <a:pt x="2558" y="790"/>
                  </a:lnTo>
                  <a:lnTo>
                    <a:pt x="2560" y="678"/>
                  </a:lnTo>
                  <a:lnTo>
                    <a:pt x="2560" y="679"/>
                  </a:lnTo>
                  <a:lnTo>
                    <a:pt x="2560" y="679"/>
                  </a:lnTo>
                  <a:lnTo>
                    <a:pt x="2561" y="794"/>
                  </a:lnTo>
                  <a:lnTo>
                    <a:pt x="2561" y="747"/>
                  </a:lnTo>
                  <a:lnTo>
                    <a:pt x="2561" y="746"/>
                  </a:lnTo>
                  <a:lnTo>
                    <a:pt x="2562" y="686"/>
                  </a:lnTo>
                  <a:lnTo>
                    <a:pt x="2563" y="712"/>
                  </a:lnTo>
                  <a:lnTo>
                    <a:pt x="2563" y="712"/>
                  </a:lnTo>
                  <a:lnTo>
                    <a:pt x="2564" y="778"/>
                  </a:lnTo>
                  <a:lnTo>
                    <a:pt x="2564" y="610"/>
                  </a:lnTo>
                  <a:lnTo>
                    <a:pt x="2564" y="609"/>
                  </a:lnTo>
                  <a:lnTo>
                    <a:pt x="2565" y="567"/>
                  </a:lnTo>
                  <a:lnTo>
                    <a:pt x="2565" y="732"/>
                  </a:lnTo>
                  <a:lnTo>
                    <a:pt x="2566" y="731"/>
                  </a:lnTo>
                  <a:lnTo>
                    <a:pt x="2566" y="731"/>
                  </a:lnTo>
                  <a:lnTo>
                    <a:pt x="2567" y="804"/>
                  </a:lnTo>
                  <a:lnTo>
                    <a:pt x="2567" y="804"/>
                  </a:lnTo>
                  <a:lnTo>
                    <a:pt x="2567" y="804"/>
                  </a:lnTo>
                  <a:lnTo>
                    <a:pt x="2568" y="800"/>
                  </a:lnTo>
                  <a:lnTo>
                    <a:pt x="2569" y="804"/>
                  </a:lnTo>
                  <a:lnTo>
                    <a:pt x="2569" y="804"/>
                  </a:lnTo>
                  <a:lnTo>
                    <a:pt x="2570" y="746"/>
                  </a:lnTo>
                  <a:lnTo>
                    <a:pt x="2570" y="747"/>
                  </a:lnTo>
                  <a:lnTo>
                    <a:pt x="2570" y="747"/>
                  </a:lnTo>
                  <a:lnTo>
                    <a:pt x="2572" y="792"/>
                  </a:lnTo>
                  <a:lnTo>
                    <a:pt x="2572" y="778"/>
                  </a:lnTo>
                  <a:lnTo>
                    <a:pt x="2572" y="778"/>
                  </a:lnTo>
                  <a:lnTo>
                    <a:pt x="2573" y="583"/>
                  </a:lnTo>
                  <a:lnTo>
                    <a:pt x="2573" y="583"/>
                  </a:lnTo>
                  <a:lnTo>
                    <a:pt x="2574" y="573"/>
                  </a:lnTo>
                  <a:lnTo>
                    <a:pt x="2575" y="719"/>
                  </a:lnTo>
                  <a:lnTo>
                    <a:pt x="2575" y="674"/>
                  </a:lnTo>
                  <a:lnTo>
                    <a:pt x="2575" y="674"/>
                  </a:lnTo>
                  <a:lnTo>
                    <a:pt x="2576" y="786"/>
                  </a:lnTo>
                  <a:lnTo>
                    <a:pt x="2576" y="784"/>
                  </a:lnTo>
                  <a:lnTo>
                    <a:pt x="2576" y="784"/>
                  </a:lnTo>
                  <a:lnTo>
                    <a:pt x="2577" y="804"/>
                  </a:lnTo>
                  <a:lnTo>
                    <a:pt x="2578" y="799"/>
                  </a:lnTo>
                  <a:lnTo>
                    <a:pt x="2578" y="799"/>
                  </a:lnTo>
                  <a:lnTo>
                    <a:pt x="2579" y="794"/>
                  </a:lnTo>
                  <a:lnTo>
                    <a:pt x="2579" y="804"/>
                  </a:lnTo>
                  <a:lnTo>
                    <a:pt x="2579" y="804"/>
                  </a:lnTo>
                  <a:lnTo>
                    <a:pt x="2579" y="804"/>
                  </a:lnTo>
                  <a:lnTo>
                    <a:pt x="2580" y="765"/>
                  </a:lnTo>
                  <a:lnTo>
                    <a:pt x="2581" y="799"/>
                  </a:lnTo>
                  <a:lnTo>
                    <a:pt x="2581" y="799"/>
                  </a:lnTo>
                  <a:lnTo>
                    <a:pt x="2581" y="801"/>
                  </a:lnTo>
                  <a:lnTo>
                    <a:pt x="2582" y="780"/>
                  </a:lnTo>
                  <a:lnTo>
                    <a:pt x="2582" y="798"/>
                  </a:lnTo>
                  <a:lnTo>
                    <a:pt x="2582" y="798"/>
                  </a:lnTo>
                  <a:lnTo>
                    <a:pt x="2583" y="800"/>
                  </a:lnTo>
                  <a:lnTo>
                    <a:pt x="2584" y="790"/>
                  </a:lnTo>
                  <a:lnTo>
                    <a:pt x="2584" y="790"/>
                  </a:lnTo>
                  <a:lnTo>
                    <a:pt x="2584" y="790"/>
                  </a:lnTo>
                  <a:lnTo>
                    <a:pt x="2585" y="699"/>
                  </a:lnTo>
                  <a:lnTo>
                    <a:pt x="2585" y="698"/>
                  </a:lnTo>
                  <a:lnTo>
                    <a:pt x="2586" y="570"/>
                  </a:lnTo>
                  <a:lnTo>
                    <a:pt x="2587" y="770"/>
                  </a:lnTo>
                  <a:lnTo>
                    <a:pt x="2587" y="771"/>
                  </a:lnTo>
                  <a:lnTo>
                    <a:pt x="2588" y="804"/>
                  </a:lnTo>
                  <a:lnTo>
                    <a:pt x="2588" y="804"/>
                  </a:lnTo>
                  <a:lnTo>
                    <a:pt x="2588" y="804"/>
                  </a:lnTo>
                  <a:lnTo>
                    <a:pt x="2589" y="796"/>
                  </a:lnTo>
                  <a:lnTo>
                    <a:pt x="2590" y="804"/>
                  </a:lnTo>
                  <a:lnTo>
                    <a:pt x="2590" y="804"/>
                  </a:lnTo>
                  <a:lnTo>
                    <a:pt x="2591" y="739"/>
                  </a:lnTo>
                  <a:lnTo>
                    <a:pt x="2591" y="767"/>
                  </a:lnTo>
                  <a:lnTo>
                    <a:pt x="2591" y="767"/>
                  </a:lnTo>
                  <a:lnTo>
                    <a:pt x="2592" y="804"/>
                  </a:lnTo>
                  <a:lnTo>
                    <a:pt x="2593" y="804"/>
                  </a:lnTo>
                  <a:lnTo>
                    <a:pt x="2593" y="804"/>
                  </a:lnTo>
                  <a:lnTo>
                    <a:pt x="2594" y="804"/>
                  </a:lnTo>
                  <a:lnTo>
                    <a:pt x="2594" y="804"/>
                  </a:lnTo>
                  <a:lnTo>
                    <a:pt x="2596" y="702"/>
                  </a:lnTo>
                  <a:lnTo>
                    <a:pt x="2596" y="717"/>
                  </a:lnTo>
                  <a:lnTo>
                    <a:pt x="2596" y="716"/>
                  </a:lnTo>
                  <a:lnTo>
                    <a:pt x="2596" y="591"/>
                  </a:lnTo>
                  <a:lnTo>
                    <a:pt x="2597" y="797"/>
                  </a:lnTo>
                  <a:lnTo>
                    <a:pt x="2597" y="751"/>
                  </a:lnTo>
                  <a:lnTo>
                    <a:pt x="2597" y="751"/>
                  </a:lnTo>
                  <a:lnTo>
                    <a:pt x="2598" y="730"/>
                  </a:lnTo>
                  <a:lnTo>
                    <a:pt x="2599" y="804"/>
                  </a:lnTo>
                  <a:lnTo>
                    <a:pt x="2599" y="804"/>
                  </a:lnTo>
                  <a:lnTo>
                    <a:pt x="2599" y="804"/>
                  </a:lnTo>
                  <a:lnTo>
                    <a:pt x="2600" y="804"/>
                  </a:lnTo>
                  <a:lnTo>
                    <a:pt x="2600" y="804"/>
                  </a:lnTo>
                  <a:lnTo>
                    <a:pt x="2602" y="745"/>
                  </a:lnTo>
                  <a:lnTo>
                    <a:pt x="2602" y="745"/>
                  </a:lnTo>
                  <a:lnTo>
                    <a:pt x="2602" y="745"/>
                  </a:lnTo>
                  <a:lnTo>
                    <a:pt x="2603" y="785"/>
                  </a:lnTo>
                  <a:lnTo>
                    <a:pt x="2603" y="785"/>
                  </a:lnTo>
                  <a:lnTo>
                    <a:pt x="2604" y="799"/>
                  </a:lnTo>
                  <a:lnTo>
                    <a:pt x="2605" y="715"/>
                  </a:lnTo>
                  <a:lnTo>
                    <a:pt x="2605" y="717"/>
                  </a:lnTo>
                  <a:lnTo>
                    <a:pt x="2605" y="718"/>
                  </a:lnTo>
                  <a:lnTo>
                    <a:pt x="2606" y="784"/>
                  </a:lnTo>
                  <a:lnTo>
                    <a:pt x="2606" y="641"/>
                  </a:lnTo>
                  <a:lnTo>
                    <a:pt x="2606" y="658"/>
                  </a:lnTo>
                  <a:lnTo>
                    <a:pt x="2606" y="658"/>
                  </a:lnTo>
                  <a:lnTo>
                    <a:pt x="2607" y="707"/>
                  </a:lnTo>
                  <a:lnTo>
                    <a:pt x="2608" y="557"/>
                  </a:lnTo>
                  <a:lnTo>
                    <a:pt x="2608" y="564"/>
                  </a:lnTo>
                  <a:lnTo>
                    <a:pt x="2608" y="564"/>
                  </a:lnTo>
                  <a:lnTo>
                    <a:pt x="2609" y="791"/>
                  </a:lnTo>
                  <a:lnTo>
                    <a:pt x="2609" y="791"/>
                  </a:lnTo>
                  <a:lnTo>
                    <a:pt x="2609" y="791"/>
                  </a:lnTo>
                  <a:lnTo>
                    <a:pt x="2610" y="804"/>
                  </a:lnTo>
                  <a:lnTo>
                    <a:pt x="2611" y="804"/>
                  </a:lnTo>
                  <a:lnTo>
                    <a:pt x="2611" y="804"/>
                  </a:lnTo>
                  <a:lnTo>
                    <a:pt x="2612" y="753"/>
                  </a:lnTo>
                  <a:lnTo>
                    <a:pt x="2612" y="753"/>
                  </a:lnTo>
                  <a:lnTo>
                    <a:pt x="2612" y="753"/>
                  </a:lnTo>
                  <a:lnTo>
                    <a:pt x="2613" y="743"/>
                  </a:lnTo>
                  <a:lnTo>
                    <a:pt x="2614" y="800"/>
                  </a:lnTo>
                  <a:lnTo>
                    <a:pt x="2614" y="778"/>
                  </a:lnTo>
                  <a:lnTo>
                    <a:pt x="2614" y="778"/>
                  </a:lnTo>
                  <a:lnTo>
                    <a:pt x="2615" y="804"/>
                  </a:lnTo>
                  <a:lnTo>
                    <a:pt x="2615" y="804"/>
                  </a:lnTo>
                  <a:lnTo>
                    <a:pt x="2615" y="804"/>
                  </a:lnTo>
                  <a:lnTo>
                    <a:pt x="2617" y="778"/>
                  </a:lnTo>
                  <a:lnTo>
                    <a:pt x="2617" y="779"/>
                  </a:lnTo>
                  <a:lnTo>
                    <a:pt x="2617" y="779"/>
                  </a:lnTo>
                  <a:lnTo>
                    <a:pt x="2617" y="786"/>
                  </a:lnTo>
                  <a:lnTo>
                    <a:pt x="2618" y="600"/>
                  </a:lnTo>
                  <a:lnTo>
                    <a:pt x="2618" y="693"/>
                  </a:lnTo>
                  <a:lnTo>
                    <a:pt x="2618" y="693"/>
                  </a:lnTo>
                  <a:lnTo>
                    <a:pt x="2619" y="681"/>
                  </a:lnTo>
                  <a:lnTo>
                    <a:pt x="2620" y="797"/>
                  </a:lnTo>
                  <a:lnTo>
                    <a:pt x="2620" y="797"/>
                  </a:lnTo>
                  <a:lnTo>
                    <a:pt x="2620" y="804"/>
                  </a:lnTo>
                  <a:lnTo>
                    <a:pt x="2621" y="804"/>
                  </a:lnTo>
                  <a:lnTo>
                    <a:pt x="2621" y="804"/>
                  </a:lnTo>
                  <a:lnTo>
                    <a:pt x="2623" y="804"/>
                  </a:lnTo>
                  <a:lnTo>
                    <a:pt x="2623" y="804"/>
                  </a:lnTo>
                  <a:lnTo>
                    <a:pt x="2624" y="734"/>
                  </a:lnTo>
                  <a:lnTo>
                    <a:pt x="2624" y="785"/>
                  </a:lnTo>
                  <a:lnTo>
                    <a:pt x="2624" y="785"/>
                  </a:lnTo>
                  <a:lnTo>
                    <a:pt x="2625" y="747"/>
                  </a:lnTo>
                  <a:lnTo>
                    <a:pt x="2626" y="804"/>
                  </a:lnTo>
                  <a:lnTo>
                    <a:pt x="2626" y="804"/>
                  </a:lnTo>
                  <a:lnTo>
                    <a:pt x="2626" y="804"/>
                  </a:lnTo>
                  <a:lnTo>
                    <a:pt x="2627" y="772"/>
                  </a:lnTo>
                  <a:lnTo>
                    <a:pt x="2627" y="772"/>
                  </a:lnTo>
                  <a:lnTo>
                    <a:pt x="2627" y="772"/>
                  </a:lnTo>
                  <a:lnTo>
                    <a:pt x="2628" y="785"/>
                  </a:lnTo>
                  <a:lnTo>
                    <a:pt x="2629" y="731"/>
                  </a:lnTo>
                  <a:lnTo>
                    <a:pt x="2629" y="730"/>
                  </a:lnTo>
                  <a:lnTo>
                    <a:pt x="2629" y="681"/>
                  </a:lnTo>
                  <a:lnTo>
                    <a:pt x="2630" y="791"/>
                  </a:lnTo>
                  <a:lnTo>
                    <a:pt x="2630" y="786"/>
                  </a:lnTo>
                  <a:lnTo>
                    <a:pt x="2630" y="786"/>
                  </a:lnTo>
                  <a:lnTo>
                    <a:pt x="2631" y="774"/>
                  </a:lnTo>
                  <a:lnTo>
                    <a:pt x="2632" y="804"/>
                  </a:lnTo>
                  <a:lnTo>
                    <a:pt x="2632" y="804"/>
                  </a:lnTo>
                  <a:lnTo>
                    <a:pt x="2632" y="804"/>
                  </a:lnTo>
                  <a:lnTo>
                    <a:pt x="2633" y="787"/>
                  </a:lnTo>
                  <a:lnTo>
                    <a:pt x="2633" y="787"/>
                  </a:lnTo>
                  <a:lnTo>
                    <a:pt x="2633" y="787"/>
                  </a:lnTo>
                  <a:lnTo>
                    <a:pt x="2635" y="804"/>
                  </a:lnTo>
                  <a:lnTo>
                    <a:pt x="2635" y="772"/>
                  </a:lnTo>
                  <a:lnTo>
                    <a:pt x="2635" y="772"/>
                  </a:lnTo>
                  <a:lnTo>
                    <a:pt x="2635" y="772"/>
                  </a:lnTo>
                  <a:lnTo>
                    <a:pt x="2635" y="746"/>
                  </a:lnTo>
                  <a:lnTo>
                    <a:pt x="2636" y="791"/>
                  </a:lnTo>
                  <a:lnTo>
                    <a:pt x="2636" y="768"/>
                  </a:lnTo>
                  <a:lnTo>
                    <a:pt x="2636" y="768"/>
                  </a:lnTo>
                  <a:lnTo>
                    <a:pt x="2637" y="772"/>
                  </a:lnTo>
                  <a:lnTo>
                    <a:pt x="2638" y="702"/>
                  </a:lnTo>
                  <a:lnTo>
                    <a:pt x="2638" y="703"/>
                  </a:lnTo>
                  <a:lnTo>
                    <a:pt x="2638" y="702"/>
                  </a:lnTo>
                  <a:lnTo>
                    <a:pt x="2638" y="688"/>
                  </a:lnTo>
                  <a:lnTo>
                    <a:pt x="2639" y="756"/>
                  </a:lnTo>
                  <a:lnTo>
                    <a:pt x="2639" y="733"/>
                  </a:lnTo>
                  <a:lnTo>
                    <a:pt x="2639" y="732"/>
                  </a:lnTo>
                  <a:lnTo>
                    <a:pt x="2640" y="638"/>
                  </a:lnTo>
                  <a:lnTo>
                    <a:pt x="2641" y="792"/>
                  </a:lnTo>
                  <a:lnTo>
                    <a:pt x="2641" y="792"/>
                  </a:lnTo>
                  <a:lnTo>
                    <a:pt x="2641" y="792"/>
                  </a:lnTo>
                  <a:lnTo>
                    <a:pt x="2642" y="766"/>
                  </a:lnTo>
                  <a:lnTo>
                    <a:pt x="2642" y="799"/>
                  </a:lnTo>
                  <a:lnTo>
                    <a:pt x="2642" y="799"/>
                  </a:lnTo>
                  <a:lnTo>
                    <a:pt x="2642" y="799"/>
                  </a:lnTo>
                  <a:lnTo>
                    <a:pt x="2643" y="804"/>
                  </a:lnTo>
                  <a:lnTo>
                    <a:pt x="2644" y="804"/>
                  </a:lnTo>
                  <a:lnTo>
                    <a:pt x="2644" y="804"/>
                  </a:lnTo>
                  <a:lnTo>
                    <a:pt x="2645" y="759"/>
                  </a:lnTo>
                  <a:lnTo>
                    <a:pt x="2645" y="759"/>
                  </a:lnTo>
                  <a:lnTo>
                    <a:pt x="2645" y="759"/>
                  </a:lnTo>
                  <a:lnTo>
                    <a:pt x="2647" y="785"/>
                  </a:lnTo>
                  <a:lnTo>
                    <a:pt x="2647" y="721"/>
                  </a:lnTo>
                  <a:lnTo>
                    <a:pt x="2647" y="721"/>
                  </a:lnTo>
                  <a:lnTo>
                    <a:pt x="2648" y="655"/>
                  </a:lnTo>
                  <a:lnTo>
                    <a:pt x="2648" y="766"/>
                  </a:lnTo>
                  <a:lnTo>
                    <a:pt x="2648" y="755"/>
                  </a:lnTo>
                  <a:lnTo>
                    <a:pt x="2648" y="755"/>
                  </a:lnTo>
                  <a:lnTo>
                    <a:pt x="2650" y="758"/>
                  </a:lnTo>
                  <a:lnTo>
                    <a:pt x="2650" y="609"/>
                  </a:lnTo>
                  <a:lnTo>
                    <a:pt x="2650" y="628"/>
                  </a:lnTo>
                  <a:lnTo>
                    <a:pt x="2650" y="628"/>
                  </a:lnTo>
                  <a:lnTo>
                    <a:pt x="2650" y="623"/>
                  </a:lnTo>
                  <a:lnTo>
                    <a:pt x="2651" y="785"/>
                  </a:lnTo>
                  <a:lnTo>
                    <a:pt x="2651" y="785"/>
                  </a:lnTo>
                  <a:lnTo>
                    <a:pt x="2651" y="785"/>
                  </a:lnTo>
                  <a:lnTo>
                    <a:pt x="2652" y="773"/>
                  </a:lnTo>
                  <a:lnTo>
                    <a:pt x="2653" y="804"/>
                  </a:lnTo>
                  <a:lnTo>
                    <a:pt x="2653" y="804"/>
                  </a:lnTo>
                  <a:lnTo>
                    <a:pt x="2653" y="804"/>
                  </a:lnTo>
                  <a:lnTo>
                    <a:pt x="2654" y="800"/>
                  </a:lnTo>
                  <a:lnTo>
                    <a:pt x="2654" y="800"/>
                  </a:lnTo>
                  <a:lnTo>
                    <a:pt x="2654" y="800"/>
                  </a:lnTo>
                  <a:lnTo>
                    <a:pt x="2656" y="757"/>
                  </a:lnTo>
                  <a:lnTo>
                    <a:pt x="2656" y="764"/>
                  </a:lnTo>
                  <a:lnTo>
                    <a:pt x="2656" y="765"/>
                  </a:lnTo>
                  <a:lnTo>
                    <a:pt x="2656" y="774"/>
                  </a:lnTo>
                  <a:lnTo>
                    <a:pt x="2657" y="670"/>
                  </a:lnTo>
                  <a:lnTo>
                    <a:pt x="2657" y="670"/>
                  </a:lnTo>
                  <a:lnTo>
                    <a:pt x="2658" y="648"/>
                  </a:lnTo>
                  <a:lnTo>
                    <a:pt x="2659" y="762"/>
                  </a:lnTo>
                  <a:lnTo>
                    <a:pt x="2659" y="760"/>
                  </a:lnTo>
                  <a:lnTo>
                    <a:pt x="2659" y="760"/>
                  </a:lnTo>
                  <a:lnTo>
                    <a:pt x="2659" y="767"/>
                  </a:lnTo>
                  <a:lnTo>
                    <a:pt x="2660" y="584"/>
                  </a:lnTo>
                  <a:lnTo>
                    <a:pt x="2660" y="719"/>
                  </a:lnTo>
                  <a:lnTo>
                    <a:pt x="2660" y="720"/>
                  </a:lnTo>
                  <a:lnTo>
                    <a:pt x="2662" y="757"/>
                  </a:lnTo>
                  <a:lnTo>
                    <a:pt x="2662" y="676"/>
                  </a:lnTo>
                  <a:lnTo>
                    <a:pt x="2662" y="677"/>
                  </a:lnTo>
                  <a:lnTo>
                    <a:pt x="2662" y="677"/>
                  </a:lnTo>
                  <a:lnTo>
                    <a:pt x="2662" y="658"/>
                  </a:lnTo>
                  <a:lnTo>
                    <a:pt x="2663" y="804"/>
                  </a:lnTo>
                  <a:lnTo>
                    <a:pt x="2663" y="804"/>
                  </a:lnTo>
                  <a:lnTo>
                    <a:pt x="2663" y="804"/>
                  </a:lnTo>
                  <a:lnTo>
                    <a:pt x="2665" y="804"/>
                  </a:lnTo>
                  <a:lnTo>
                    <a:pt x="2665" y="804"/>
                  </a:lnTo>
                  <a:lnTo>
                    <a:pt x="2666" y="758"/>
                  </a:lnTo>
                  <a:lnTo>
                    <a:pt x="2666" y="758"/>
                  </a:lnTo>
                  <a:lnTo>
                    <a:pt x="2666" y="759"/>
                  </a:lnTo>
                  <a:lnTo>
                    <a:pt x="2668" y="798"/>
                  </a:lnTo>
                  <a:lnTo>
                    <a:pt x="2668" y="798"/>
                  </a:lnTo>
                  <a:lnTo>
                    <a:pt x="2668" y="798"/>
                  </a:lnTo>
                  <a:lnTo>
                    <a:pt x="2668" y="801"/>
                  </a:lnTo>
                  <a:lnTo>
                    <a:pt x="2669" y="753"/>
                  </a:lnTo>
                  <a:lnTo>
                    <a:pt x="2669" y="779"/>
                  </a:lnTo>
                  <a:lnTo>
                    <a:pt x="2669" y="779"/>
                  </a:lnTo>
                  <a:lnTo>
                    <a:pt x="2670" y="796"/>
                  </a:lnTo>
                  <a:lnTo>
                    <a:pt x="2671" y="743"/>
                  </a:lnTo>
                  <a:lnTo>
                    <a:pt x="2671" y="776"/>
                  </a:lnTo>
                  <a:lnTo>
                    <a:pt x="2671" y="776"/>
                  </a:lnTo>
                  <a:lnTo>
                    <a:pt x="2672" y="633"/>
                  </a:lnTo>
                  <a:lnTo>
                    <a:pt x="2672" y="718"/>
                  </a:lnTo>
                  <a:lnTo>
                    <a:pt x="2672" y="718"/>
                  </a:lnTo>
                  <a:lnTo>
                    <a:pt x="2673" y="670"/>
                  </a:lnTo>
                  <a:lnTo>
                    <a:pt x="2674" y="792"/>
                  </a:lnTo>
                  <a:lnTo>
                    <a:pt x="2674" y="792"/>
                  </a:lnTo>
                  <a:lnTo>
                    <a:pt x="2674" y="792"/>
                  </a:lnTo>
                  <a:lnTo>
                    <a:pt x="2674" y="789"/>
                  </a:lnTo>
                  <a:lnTo>
                    <a:pt x="2675" y="800"/>
                  </a:lnTo>
                  <a:lnTo>
                    <a:pt x="2675" y="800"/>
                  </a:lnTo>
                  <a:lnTo>
                    <a:pt x="2675" y="800"/>
                  </a:lnTo>
                  <a:lnTo>
                    <a:pt x="2676" y="804"/>
                  </a:lnTo>
                  <a:lnTo>
                    <a:pt x="2677" y="779"/>
                  </a:lnTo>
                  <a:lnTo>
                    <a:pt x="2677" y="779"/>
                  </a:lnTo>
                  <a:lnTo>
                    <a:pt x="2677" y="779"/>
                  </a:lnTo>
                  <a:lnTo>
                    <a:pt x="2677" y="764"/>
                  </a:lnTo>
                  <a:lnTo>
                    <a:pt x="2678" y="790"/>
                  </a:lnTo>
                  <a:lnTo>
                    <a:pt x="2678" y="789"/>
                  </a:lnTo>
                  <a:lnTo>
                    <a:pt x="2678" y="789"/>
                  </a:lnTo>
                  <a:lnTo>
                    <a:pt x="2680" y="711"/>
                  </a:lnTo>
                  <a:lnTo>
                    <a:pt x="2680" y="763"/>
                  </a:lnTo>
                  <a:lnTo>
                    <a:pt x="2680" y="764"/>
                  </a:lnTo>
                  <a:lnTo>
                    <a:pt x="2681" y="795"/>
                  </a:lnTo>
                  <a:lnTo>
                    <a:pt x="2681" y="760"/>
                  </a:lnTo>
                  <a:lnTo>
                    <a:pt x="2681" y="760"/>
                  </a:lnTo>
                  <a:lnTo>
                    <a:pt x="2681" y="760"/>
                  </a:lnTo>
                  <a:lnTo>
                    <a:pt x="2682" y="755"/>
                  </a:lnTo>
                  <a:lnTo>
                    <a:pt x="2683" y="793"/>
                  </a:lnTo>
                  <a:lnTo>
                    <a:pt x="2683" y="790"/>
                  </a:lnTo>
                  <a:lnTo>
                    <a:pt x="2683" y="789"/>
                  </a:lnTo>
                  <a:lnTo>
                    <a:pt x="2684" y="680"/>
                  </a:lnTo>
                  <a:lnTo>
                    <a:pt x="2684" y="776"/>
                  </a:lnTo>
                  <a:lnTo>
                    <a:pt x="2684" y="776"/>
                  </a:lnTo>
                  <a:lnTo>
                    <a:pt x="2685" y="804"/>
                  </a:lnTo>
                  <a:lnTo>
                    <a:pt x="2686" y="804"/>
                  </a:lnTo>
                  <a:lnTo>
                    <a:pt x="2686" y="804"/>
                  </a:lnTo>
                  <a:lnTo>
                    <a:pt x="2687" y="781"/>
                  </a:lnTo>
                  <a:lnTo>
                    <a:pt x="2687" y="781"/>
                  </a:lnTo>
                  <a:lnTo>
                    <a:pt x="2687" y="781"/>
                  </a:lnTo>
                  <a:lnTo>
                    <a:pt x="2688" y="732"/>
                  </a:lnTo>
                  <a:lnTo>
                    <a:pt x="2689" y="804"/>
                  </a:lnTo>
                  <a:lnTo>
                    <a:pt x="2689" y="804"/>
                  </a:lnTo>
                  <a:lnTo>
                    <a:pt x="2689" y="804"/>
                  </a:lnTo>
                  <a:lnTo>
                    <a:pt x="2689" y="796"/>
                  </a:lnTo>
                  <a:lnTo>
                    <a:pt x="2690" y="804"/>
                  </a:lnTo>
                  <a:lnTo>
                    <a:pt x="2690" y="798"/>
                  </a:lnTo>
                  <a:lnTo>
                    <a:pt x="2690" y="798"/>
                  </a:lnTo>
                  <a:lnTo>
                    <a:pt x="2692" y="776"/>
                  </a:lnTo>
                  <a:lnTo>
                    <a:pt x="2692" y="786"/>
                  </a:lnTo>
                  <a:lnTo>
                    <a:pt x="2692" y="786"/>
                  </a:lnTo>
                  <a:lnTo>
                    <a:pt x="2694" y="476"/>
                  </a:lnTo>
                  <a:lnTo>
                    <a:pt x="2694" y="485"/>
                  </a:lnTo>
                  <a:lnTo>
                    <a:pt x="2694" y="485"/>
                  </a:lnTo>
                  <a:lnTo>
                    <a:pt x="2695" y="792"/>
                  </a:lnTo>
                  <a:lnTo>
                    <a:pt x="2695" y="776"/>
                  </a:lnTo>
                  <a:lnTo>
                    <a:pt x="2695" y="776"/>
                  </a:lnTo>
                  <a:lnTo>
                    <a:pt x="2696" y="804"/>
                  </a:lnTo>
                  <a:lnTo>
                    <a:pt x="2697" y="800"/>
                  </a:lnTo>
                  <a:lnTo>
                    <a:pt x="2697" y="800"/>
                  </a:lnTo>
                  <a:lnTo>
                    <a:pt x="2697" y="804"/>
                  </a:lnTo>
                  <a:lnTo>
                    <a:pt x="2698" y="804"/>
                  </a:lnTo>
                  <a:lnTo>
                    <a:pt x="2698" y="804"/>
                  </a:lnTo>
                  <a:lnTo>
                    <a:pt x="2699" y="747"/>
                  </a:lnTo>
                  <a:lnTo>
                    <a:pt x="2700" y="782"/>
                  </a:lnTo>
                  <a:lnTo>
                    <a:pt x="2700" y="782"/>
                  </a:lnTo>
                  <a:lnTo>
                    <a:pt x="2700" y="779"/>
                  </a:lnTo>
                  <a:lnTo>
                    <a:pt x="2701" y="792"/>
                  </a:lnTo>
                  <a:lnTo>
                    <a:pt x="2701" y="792"/>
                  </a:lnTo>
                  <a:lnTo>
                    <a:pt x="2701" y="792"/>
                  </a:lnTo>
                  <a:lnTo>
                    <a:pt x="2701" y="804"/>
                  </a:lnTo>
                  <a:lnTo>
                    <a:pt x="2703" y="791"/>
                  </a:lnTo>
                  <a:lnTo>
                    <a:pt x="2703" y="791"/>
                  </a:lnTo>
                  <a:lnTo>
                    <a:pt x="2703" y="791"/>
                  </a:lnTo>
                  <a:lnTo>
                    <a:pt x="2703" y="697"/>
                  </a:lnTo>
                  <a:lnTo>
                    <a:pt x="2704" y="773"/>
                  </a:lnTo>
                  <a:lnTo>
                    <a:pt x="2704" y="773"/>
                  </a:lnTo>
                  <a:lnTo>
                    <a:pt x="2704" y="774"/>
                  </a:lnTo>
                  <a:lnTo>
                    <a:pt x="2705" y="606"/>
                  </a:lnTo>
                  <a:lnTo>
                    <a:pt x="2706" y="688"/>
                  </a:lnTo>
                  <a:lnTo>
                    <a:pt x="2706" y="688"/>
                  </a:lnTo>
                  <a:lnTo>
                    <a:pt x="2706" y="685"/>
                  </a:lnTo>
                  <a:lnTo>
                    <a:pt x="2707" y="804"/>
                  </a:lnTo>
                  <a:lnTo>
                    <a:pt x="2707" y="804"/>
                  </a:lnTo>
                  <a:lnTo>
                    <a:pt x="2707" y="804"/>
                  </a:lnTo>
                  <a:lnTo>
                    <a:pt x="2709" y="804"/>
                  </a:lnTo>
                  <a:lnTo>
                    <a:pt x="2709" y="804"/>
                  </a:lnTo>
                  <a:lnTo>
                    <a:pt x="2710" y="698"/>
                  </a:lnTo>
                  <a:lnTo>
                    <a:pt x="2710" y="698"/>
                  </a:lnTo>
                  <a:lnTo>
                    <a:pt x="2710" y="698"/>
                  </a:lnTo>
                  <a:lnTo>
                    <a:pt x="2711" y="645"/>
                  </a:lnTo>
                  <a:lnTo>
                    <a:pt x="2712" y="784"/>
                  </a:lnTo>
                  <a:lnTo>
                    <a:pt x="2712" y="760"/>
                  </a:lnTo>
                  <a:lnTo>
                    <a:pt x="2712" y="760"/>
                  </a:lnTo>
                  <a:lnTo>
                    <a:pt x="2712" y="689"/>
                  </a:lnTo>
                  <a:lnTo>
                    <a:pt x="2713" y="788"/>
                  </a:lnTo>
                  <a:lnTo>
                    <a:pt x="2713" y="788"/>
                  </a:lnTo>
                  <a:lnTo>
                    <a:pt x="2713" y="788"/>
                  </a:lnTo>
                  <a:lnTo>
                    <a:pt x="2715" y="743"/>
                  </a:lnTo>
                  <a:lnTo>
                    <a:pt x="2715" y="762"/>
                  </a:lnTo>
                  <a:lnTo>
                    <a:pt x="2715" y="762"/>
                  </a:lnTo>
                  <a:lnTo>
                    <a:pt x="2715" y="798"/>
                  </a:lnTo>
                  <a:lnTo>
                    <a:pt x="2716" y="726"/>
                  </a:lnTo>
                  <a:lnTo>
                    <a:pt x="2716" y="727"/>
                  </a:lnTo>
                  <a:lnTo>
                    <a:pt x="2716" y="727"/>
                  </a:lnTo>
                  <a:lnTo>
                    <a:pt x="2716" y="684"/>
                  </a:lnTo>
                  <a:lnTo>
                    <a:pt x="2718" y="799"/>
                  </a:lnTo>
                  <a:lnTo>
                    <a:pt x="2718" y="799"/>
                  </a:lnTo>
                  <a:lnTo>
                    <a:pt x="2718" y="799"/>
                  </a:lnTo>
                  <a:lnTo>
                    <a:pt x="2719" y="804"/>
                  </a:lnTo>
                  <a:lnTo>
                    <a:pt x="2719" y="802"/>
                  </a:lnTo>
                  <a:lnTo>
                    <a:pt x="2719" y="801"/>
                  </a:lnTo>
                  <a:lnTo>
                    <a:pt x="2720" y="804"/>
                  </a:lnTo>
                  <a:lnTo>
                    <a:pt x="2721" y="754"/>
                  </a:lnTo>
                  <a:lnTo>
                    <a:pt x="2721" y="754"/>
                  </a:lnTo>
                  <a:lnTo>
                    <a:pt x="2721" y="743"/>
                  </a:lnTo>
                  <a:lnTo>
                    <a:pt x="2722" y="780"/>
                  </a:lnTo>
                  <a:lnTo>
                    <a:pt x="2722" y="757"/>
                  </a:lnTo>
                  <a:lnTo>
                    <a:pt x="2722" y="757"/>
                  </a:lnTo>
                  <a:lnTo>
                    <a:pt x="2723" y="788"/>
                  </a:lnTo>
                  <a:lnTo>
                    <a:pt x="2724" y="715"/>
                  </a:lnTo>
                  <a:lnTo>
                    <a:pt x="2724" y="727"/>
                  </a:lnTo>
                  <a:lnTo>
                    <a:pt x="2724" y="727"/>
                  </a:lnTo>
                  <a:lnTo>
                    <a:pt x="2724" y="790"/>
                  </a:lnTo>
                  <a:lnTo>
                    <a:pt x="2725" y="703"/>
                  </a:lnTo>
                  <a:lnTo>
                    <a:pt x="2725" y="704"/>
                  </a:lnTo>
                  <a:lnTo>
                    <a:pt x="2725" y="704"/>
                  </a:lnTo>
                  <a:lnTo>
                    <a:pt x="2726" y="643"/>
                  </a:lnTo>
                  <a:lnTo>
                    <a:pt x="2727" y="741"/>
                  </a:lnTo>
                  <a:lnTo>
                    <a:pt x="2727" y="742"/>
                  </a:lnTo>
                  <a:lnTo>
                    <a:pt x="2728" y="804"/>
                  </a:lnTo>
                  <a:lnTo>
                    <a:pt x="2728" y="804"/>
                  </a:lnTo>
                  <a:lnTo>
                    <a:pt x="2728" y="804"/>
                  </a:lnTo>
                  <a:lnTo>
                    <a:pt x="2729" y="800"/>
                  </a:lnTo>
                  <a:lnTo>
                    <a:pt x="2730" y="800"/>
                  </a:lnTo>
                  <a:lnTo>
                    <a:pt x="2730" y="800"/>
                  </a:lnTo>
                  <a:lnTo>
                    <a:pt x="2730" y="804"/>
                  </a:lnTo>
                  <a:lnTo>
                    <a:pt x="2731" y="771"/>
                  </a:lnTo>
                  <a:lnTo>
                    <a:pt x="2731" y="770"/>
                  </a:lnTo>
                  <a:lnTo>
                    <a:pt x="2731" y="761"/>
                  </a:lnTo>
                  <a:lnTo>
                    <a:pt x="2733" y="793"/>
                  </a:lnTo>
                  <a:lnTo>
                    <a:pt x="2733" y="789"/>
                  </a:lnTo>
                  <a:lnTo>
                    <a:pt x="2733" y="789"/>
                  </a:lnTo>
                  <a:lnTo>
                    <a:pt x="2733" y="799"/>
                  </a:lnTo>
                  <a:lnTo>
                    <a:pt x="2734" y="774"/>
                  </a:lnTo>
                  <a:lnTo>
                    <a:pt x="2734" y="775"/>
                  </a:lnTo>
                  <a:lnTo>
                    <a:pt x="2735" y="786"/>
                  </a:lnTo>
                  <a:lnTo>
                    <a:pt x="2736" y="750"/>
                  </a:lnTo>
                  <a:lnTo>
                    <a:pt x="2736" y="750"/>
                  </a:lnTo>
                  <a:lnTo>
                    <a:pt x="2736" y="750"/>
                  </a:lnTo>
                  <a:lnTo>
                    <a:pt x="2736" y="754"/>
                  </a:lnTo>
                  <a:lnTo>
                    <a:pt x="2737" y="614"/>
                  </a:lnTo>
                  <a:lnTo>
                    <a:pt x="2737" y="685"/>
                  </a:lnTo>
                  <a:lnTo>
                    <a:pt x="2737" y="684"/>
                  </a:lnTo>
                  <a:lnTo>
                    <a:pt x="2737" y="654"/>
                  </a:lnTo>
                  <a:lnTo>
                    <a:pt x="2739" y="804"/>
                  </a:lnTo>
                  <a:lnTo>
                    <a:pt x="2739" y="804"/>
                  </a:lnTo>
                  <a:lnTo>
                    <a:pt x="2739" y="804"/>
                  </a:lnTo>
                  <a:lnTo>
                    <a:pt x="2740" y="799"/>
                  </a:lnTo>
                  <a:lnTo>
                    <a:pt x="2740" y="799"/>
                  </a:lnTo>
                  <a:lnTo>
                    <a:pt x="2740" y="799"/>
                  </a:lnTo>
                  <a:lnTo>
                    <a:pt x="2741" y="804"/>
                  </a:lnTo>
                  <a:lnTo>
                    <a:pt x="2742" y="764"/>
                  </a:lnTo>
                  <a:lnTo>
                    <a:pt x="2742" y="764"/>
                  </a:lnTo>
                  <a:lnTo>
                    <a:pt x="2743" y="783"/>
                  </a:lnTo>
                  <a:lnTo>
                    <a:pt x="2743" y="702"/>
                  </a:lnTo>
                  <a:lnTo>
                    <a:pt x="2743" y="706"/>
                  </a:lnTo>
                  <a:lnTo>
                    <a:pt x="2743" y="706"/>
                  </a:lnTo>
                  <a:lnTo>
                    <a:pt x="2743" y="691"/>
                  </a:lnTo>
                  <a:lnTo>
                    <a:pt x="2745" y="787"/>
                  </a:lnTo>
                  <a:lnTo>
                    <a:pt x="2745" y="786"/>
                  </a:lnTo>
                  <a:lnTo>
                    <a:pt x="2745" y="786"/>
                  </a:lnTo>
                  <a:lnTo>
                    <a:pt x="2745" y="790"/>
                  </a:lnTo>
                  <a:lnTo>
                    <a:pt x="2746" y="760"/>
                  </a:lnTo>
                  <a:lnTo>
                    <a:pt x="2746" y="762"/>
                  </a:lnTo>
                  <a:lnTo>
                    <a:pt x="2746" y="762"/>
                  </a:lnTo>
                  <a:lnTo>
                    <a:pt x="2747" y="780"/>
                  </a:lnTo>
                  <a:lnTo>
                    <a:pt x="2747" y="720"/>
                  </a:lnTo>
                  <a:lnTo>
                    <a:pt x="2748" y="728"/>
                  </a:lnTo>
                  <a:lnTo>
                    <a:pt x="2748" y="728"/>
                  </a:lnTo>
                  <a:lnTo>
                    <a:pt x="2748" y="778"/>
                  </a:lnTo>
                  <a:lnTo>
                    <a:pt x="2749" y="639"/>
                  </a:lnTo>
                  <a:lnTo>
                    <a:pt x="2749" y="721"/>
                  </a:lnTo>
                  <a:lnTo>
                    <a:pt x="2749" y="721"/>
                  </a:lnTo>
                  <a:lnTo>
                    <a:pt x="2750" y="804"/>
                  </a:lnTo>
                  <a:lnTo>
                    <a:pt x="2751" y="804"/>
                  </a:lnTo>
                  <a:lnTo>
                    <a:pt x="2751" y="804"/>
                  </a:lnTo>
                  <a:lnTo>
                    <a:pt x="2752" y="794"/>
                  </a:lnTo>
                  <a:lnTo>
                    <a:pt x="2752" y="794"/>
                  </a:lnTo>
                  <a:lnTo>
                    <a:pt x="2753" y="700"/>
                  </a:lnTo>
                  <a:lnTo>
                    <a:pt x="2754" y="735"/>
                  </a:lnTo>
                  <a:lnTo>
                    <a:pt x="2754" y="735"/>
                  </a:lnTo>
                  <a:lnTo>
                    <a:pt x="2754" y="735"/>
                  </a:lnTo>
                  <a:lnTo>
                    <a:pt x="2755" y="803"/>
                  </a:lnTo>
                  <a:lnTo>
                    <a:pt x="2755" y="802"/>
                  </a:lnTo>
                  <a:lnTo>
                    <a:pt x="2755" y="802"/>
                  </a:lnTo>
                  <a:lnTo>
                    <a:pt x="2755" y="802"/>
                  </a:lnTo>
                  <a:lnTo>
                    <a:pt x="2757" y="734"/>
                  </a:lnTo>
                  <a:lnTo>
                    <a:pt x="2757" y="737"/>
                  </a:lnTo>
                  <a:lnTo>
                    <a:pt x="2757" y="738"/>
                  </a:lnTo>
                  <a:lnTo>
                    <a:pt x="2757" y="740"/>
                  </a:lnTo>
                  <a:lnTo>
                    <a:pt x="2758" y="681"/>
                  </a:lnTo>
                  <a:lnTo>
                    <a:pt x="2758" y="692"/>
                  </a:lnTo>
                  <a:lnTo>
                    <a:pt x="2758" y="691"/>
                  </a:lnTo>
                  <a:lnTo>
                    <a:pt x="2759" y="598"/>
                  </a:lnTo>
                  <a:lnTo>
                    <a:pt x="2760" y="773"/>
                  </a:lnTo>
                  <a:lnTo>
                    <a:pt x="2760" y="773"/>
                  </a:lnTo>
                  <a:lnTo>
                    <a:pt x="2760" y="773"/>
                  </a:lnTo>
                  <a:lnTo>
                    <a:pt x="2761" y="800"/>
                  </a:lnTo>
                  <a:lnTo>
                    <a:pt x="2761" y="799"/>
                  </a:lnTo>
                  <a:lnTo>
                    <a:pt x="2761" y="799"/>
                  </a:lnTo>
                  <a:lnTo>
                    <a:pt x="2761" y="796"/>
                  </a:lnTo>
                  <a:lnTo>
                    <a:pt x="2762" y="804"/>
                  </a:lnTo>
                  <a:lnTo>
                    <a:pt x="2763" y="802"/>
                  </a:lnTo>
                  <a:lnTo>
                    <a:pt x="2763" y="802"/>
                  </a:lnTo>
                  <a:lnTo>
                    <a:pt x="2764" y="732"/>
                  </a:lnTo>
                  <a:lnTo>
                    <a:pt x="2764" y="780"/>
                  </a:lnTo>
                  <a:lnTo>
                    <a:pt x="2764" y="780"/>
                  </a:lnTo>
                  <a:lnTo>
                    <a:pt x="2764" y="786"/>
                  </a:lnTo>
                  <a:lnTo>
                    <a:pt x="2765" y="749"/>
                  </a:lnTo>
                  <a:lnTo>
                    <a:pt x="2766" y="759"/>
                  </a:lnTo>
                  <a:lnTo>
                    <a:pt x="2766" y="759"/>
                  </a:lnTo>
                  <a:lnTo>
                    <a:pt x="2767" y="683"/>
                  </a:lnTo>
                  <a:lnTo>
                    <a:pt x="2767" y="725"/>
                  </a:lnTo>
                  <a:lnTo>
                    <a:pt x="2767" y="724"/>
                  </a:lnTo>
                  <a:lnTo>
                    <a:pt x="2768" y="750"/>
                  </a:lnTo>
                  <a:lnTo>
                    <a:pt x="2768" y="648"/>
                  </a:lnTo>
                  <a:lnTo>
                    <a:pt x="2769" y="668"/>
                  </a:lnTo>
                  <a:lnTo>
                    <a:pt x="2769" y="668"/>
                  </a:lnTo>
                  <a:lnTo>
                    <a:pt x="2769" y="745"/>
                  </a:lnTo>
                  <a:lnTo>
                    <a:pt x="2770" y="617"/>
                  </a:lnTo>
                  <a:lnTo>
                    <a:pt x="2770" y="653"/>
                  </a:lnTo>
                  <a:lnTo>
                    <a:pt x="2770" y="653"/>
                  </a:lnTo>
                  <a:lnTo>
                    <a:pt x="2772" y="804"/>
                  </a:lnTo>
                  <a:lnTo>
                    <a:pt x="2772" y="804"/>
                  </a:lnTo>
                  <a:lnTo>
                    <a:pt x="2772" y="804"/>
                  </a:lnTo>
                  <a:lnTo>
                    <a:pt x="2772" y="800"/>
                  </a:lnTo>
                  <a:lnTo>
                    <a:pt x="2773" y="804"/>
                  </a:lnTo>
                  <a:lnTo>
                    <a:pt x="2773" y="804"/>
                  </a:lnTo>
                  <a:lnTo>
                    <a:pt x="2775" y="644"/>
                  </a:lnTo>
                  <a:lnTo>
                    <a:pt x="2775" y="652"/>
                  </a:lnTo>
                  <a:lnTo>
                    <a:pt x="2775" y="652"/>
                  </a:lnTo>
                  <a:lnTo>
                    <a:pt x="2775" y="650"/>
                  </a:lnTo>
                  <a:lnTo>
                    <a:pt x="2776" y="800"/>
                  </a:lnTo>
                  <a:lnTo>
                    <a:pt x="2776" y="783"/>
                  </a:lnTo>
                  <a:lnTo>
                    <a:pt x="2776" y="783"/>
                  </a:lnTo>
                  <a:lnTo>
                    <a:pt x="2776" y="778"/>
                  </a:lnTo>
                  <a:lnTo>
                    <a:pt x="2778" y="804"/>
                  </a:lnTo>
                  <a:lnTo>
                    <a:pt x="2778" y="804"/>
                  </a:lnTo>
                  <a:lnTo>
                    <a:pt x="2778" y="804"/>
                  </a:lnTo>
                  <a:lnTo>
                    <a:pt x="2778" y="800"/>
                  </a:lnTo>
                  <a:lnTo>
                    <a:pt x="2779" y="803"/>
                  </a:lnTo>
                  <a:lnTo>
                    <a:pt x="2779" y="803"/>
                  </a:lnTo>
                  <a:lnTo>
                    <a:pt x="2781" y="657"/>
                  </a:lnTo>
                  <a:lnTo>
                    <a:pt x="2781" y="655"/>
                  </a:lnTo>
                  <a:lnTo>
                    <a:pt x="2781" y="652"/>
                  </a:lnTo>
                  <a:lnTo>
                    <a:pt x="2782" y="799"/>
                  </a:lnTo>
                  <a:lnTo>
                    <a:pt x="2782" y="799"/>
                  </a:lnTo>
                  <a:lnTo>
                    <a:pt x="2782" y="799"/>
                  </a:lnTo>
                  <a:lnTo>
                    <a:pt x="2782" y="804"/>
                  </a:lnTo>
                  <a:lnTo>
                    <a:pt x="2784" y="802"/>
                  </a:lnTo>
                  <a:lnTo>
                    <a:pt x="2784" y="802"/>
                  </a:lnTo>
                  <a:lnTo>
                    <a:pt x="2784" y="804"/>
                  </a:lnTo>
                  <a:lnTo>
                    <a:pt x="2785" y="798"/>
                  </a:lnTo>
                  <a:lnTo>
                    <a:pt x="2785" y="797"/>
                  </a:lnTo>
                  <a:lnTo>
                    <a:pt x="2786" y="760"/>
                  </a:lnTo>
                  <a:lnTo>
                    <a:pt x="2787" y="794"/>
                  </a:lnTo>
                  <a:lnTo>
                    <a:pt x="2787" y="794"/>
                  </a:lnTo>
                  <a:lnTo>
                    <a:pt x="2787" y="749"/>
                  </a:lnTo>
                  <a:lnTo>
                    <a:pt x="2788" y="771"/>
                  </a:lnTo>
                  <a:lnTo>
                    <a:pt x="2788" y="771"/>
                  </a:lnTo>
                  <a:lnTo>
                    <a:pt x="2788" y="792"/>
                  </a:lnTo>
                  <a:lnTo>
                    <a:pt x="2790" y="691"/>
                  </a:lnTo>
                  <a:lnTo>
                    <a:pt x="2790" y="692"/>
                  </a:lnTo>
                  <a:lnTo>
                    <a:pt x="2790" y="692"/>
                  </a:lnTo>
                  <a:lnTo>
                    <a:pt x="2790" y="696"/>
                  </a:lnTo>
                  <a:lnTo>
                    <a:pt x="2791" y="606"/>
                  </a:lnTo>
                  <a:lnTo>
                    <a:pt x="2791" y="634"/>
                  </a:lnTo>
                  <a:lnTo>
                    <a:pt x="2791" y="634"/>
                  </a:lnTo>
                  <a:lnTo>
                    <a:pt x="2792" y="754"/>
                  </a:lnTo>
                  <a:lnTo>
                    <a:pt x="2793" y="737"/>
                  </a:lnTo>
                  <a:lnTo>
                    <a:pt x="2793" y="739"/>
                  </a:lnTo>
                  <a:lnTo>
                    <a:pt x="2793" y="804"/>
                  </a:lnTo>
                  <a:lnTo>
                    <a:pt x="2794" y="804"/>
                  </a:lnTo>
                  <a:lnTo>
                    <a:pt x="2794" y="804"/>
                  </a:lnTo>
                  <a:lnTo>
                    <a:pt x="2796" y="788"/>
                  </a:lnTo>
                  <a:lnTo>
                    <a:pt x="2796" y="788"/>
                  </a:lnTo>
                  <a:lnTo>
                    <a:pt x="2797" y="749"/>
                  </a:lnTo>
                  <a:lnTo>
                    <a:pt x="2797" y="778"/>
                  </a:lnTo>
                  <a:lnTo>
                    <a:pt x="2797" y="778"/>
                  </a:lnTo>
                  <a:lnTo>
                    <a:pt x="2797" y="793"/>
                  </a:lnTo>
                  <a:lnTo>
                    <a:pt x="2799" y="774"/>
                  </a:lnTo>
                  <a:lnTo>
                    <a:pt x="2799" y="780"/>
                  </a:lnTo>
                  <a:lnTo>
                    <a:pt x="2799" y="780"/>
                  </a:lnTo>
                  <a:lnTo>
                    <a:pt x="2799" y="788"/>
                  </a:lnTo>
                  <a:lnTo>
                    <a:pt x="2800" y="743"/>
                  </a:lnTo>
                  <a:lnTo>
                    <a:pt x="2800" y="743"/>
                  </a:lnTo>
                  <a:lnTo>
                    <a:pt x="2800" y="743"/>
                  </a:lnTo>
                  <a:lnTo>
                    <a:pt x="2801" y="565"/>
                  </a:lnTo>
                  <a:lnTo>
                    <a:pt x="2802" y="614"/>
                  </a:lnTo>
                  <a:lnTo>
                    <a:pt x="2802" y="614"/>
                  </a:lnTo>
                  <a:lnTo>
                    <a:pt x="2802" y="788"/>
                  </a:lnTo>
                  <a:lnTo>
                    <a:pt x="2803" y="788"/>
                  </a:lnTo>
                  <a:lnTo>
                    <a:pt x="2803" y="789"/>
                  </a:lnTo>
                  <a:lnTo>
                    <a:pt x="2804" y="804"/>
                  </a:lnTo>
                  <a:lnTo>
                    <a:pt x="2805" y="804"/>
                  </a:lnTo>
                  <a:lnTo>
                    <a:pt x="2805" y="804"/>
                  </a:lnTo>
                  <a:lnTo>
                    <a:pt x="2806" y="783"/>
                  </a:lnTo>
                  <a:lnTo>
                    <a:pt x="2806" y="783"/>
                  </a:lnTo>
                  <a:lnTo>
                    <a:pt x="2806" y="783"/>
                  </a:lnTo>
                  <a:lnTo>
                    <a:pt x="2807" y="759"/>
                  </a:lnTo>
                  <a:lnTo>
                    <a:pt x="2808" y="772"/>
                  </a:lnTo>
                  <a:lnTo>
                    <a:pt x="2808" y="772"/>
                  </a:lnTo>
                  <a:lnTo>
                    <a:pt x="2808" y="778"/>
                  </a:lnTo>
                  <a:lnTo>
                    <a:pt x="2809" y="657"/>
                  </a:lnTo>
                  <a:lnTo>
                    <a:pt x="2809" y="687"/>
                  </a:lnTo>
                  <a:lnTo>
                    <a:pt x="2809" y="687"/>
                  </a:lnTo>
                  <a:lnTo>
                    <a:pt x="2810" y="792"/>
                  </a:lnTo>
                  <a:lnTo>
                    <a:pt x="2811" y="715"/>
                  </a:lnTo>
                  <a:lnTo>
                    <a:pt x="2811" y="715"/>
                  </a:lnTo>
                  <a:lnTo>
                    <a:pt x="2811" y="705"/>
                  </a:lnTo>
                  <a:lnTo>
                    <a:pt x="2812" y="792"/>
                  </a:lnTo>
                  <a:lnTo>
                    <a:pt x="2812" y="766"/>
                  </a:lnTo>
                  <a:lnTo>
                    <a:pt x="2812" y="765"/>
                  </a:lnTo>
                  <a:lnTo>
                    <a:pt x="2813" y="528"/>
                  </a:lnTo>
                  <a:lnTo>
                    <a:pt x="2814" y="708"/>
                  </a:lnTo>
                  <a:lnTo>
                    <a:pt x="2814" y="708"/>
                  </a:lnTo>
                  <a:lnTo>
                    <a:pt x="2815" y="804"/>
                  </a:lnTo>
                  <a:lnTo>
                    <a:pt x="2815" y="804"/>
                  </a:lnTo>
                  <a:lnTo>
                    <a:pt x="2815" y="804"/>
                  </a:lnTo>
                  <a:lnTo>
                    <a:pt x="2817" y="804"/>
                  </a:lnTo>
                  <a:lnTo>
                    <a:pt x="2817" y="804"/>
                  </a:lnTo>
                  <a:lnTo>
                    <a:pt x="2818" y="742"/>
                  </a:lnTo>
                  <a:lnTo>
                    <a:pt x="2818" y="742"/>
                  </a:lnTo>
                  <a:lnTo>
                    <a:pt x="2819" y="650"/>
                  </a:lnTo>
                  <a:lnTo>
                    <a:pt x="2820" y="702"/>
                  </a:lnTo>
                  <a:lnTo>
                    <a:pt x="2820" y="702"/>
                  </a:lnTo>
                  <a:lnTo>
                    <a:pt x="2820" y="701"/>
                  </a:lnTo>
                  <a:lnTo>
                    <a:pt x="2820" y="786"/>
                  </a:lnTo>
                  <a:lnTo>
                    <a:pt x="2821" y="713"/>
                  </a:lnTo>
                  <a:lnTo>
                    <a:pt x="2821" y="713"/>
                  </a:lnTo>
                  <a:lnTo>
                    <a:pt x="2822" y="708"/>
                  </a:lnTo>
                  <a:lnTo>
                    <a:pt x="2822" y="799"/>
                  </a:lnTo>
                  <a:lnTo>
                    <a:pt x="2823" y="733"/>
                  </a:lnTo>
                  <a:lnTo>
                    <a:pt x="2823" y="733"/>
                  </a:lnTo>
                  <a:lnTo>
                    <a:pt x="2823" y="797"/>
                  </a:lnTo>
                  <a:lnTo>
                    <a:pt x="2824" y="659"/>
                  </a:lnTo>
                  <a:lnTo>
                    <a:pt x="2824" y="663"/>
                  </a:lnTo>
                  <a:lnTo>
                    <a:pt x="2824" y="663"/>
                  </a:lnTo>
                  <a:lnTo>
                    <a:pt x="2826" y="804"/>
                  </a:lnTo>
                  <a:lnTo>
                    <a:pt x="2826" y="804"/>
                  </a:lnTo>
                  <a:lnTo>
                    <a:pt x="2826" y="804"/>
                  </a:lnTo>
                  <a:lnTo>
                    <a:pt x="2827" y="804"/>
                  </a:lnTo>
                  <a:lnTo>
                    <a:pt x="2827" y="804"/>
                  </a:lnTo>
                  <a:lnTo>
                    <a:pt x="2828" y="765"/>
                  </a:lnTo>
                  <a:lnTo>
                    <a:pt x="2829" y="766"/>
                  </a:lnTo>
                  <a:lnTo>
                    <a:pt x="2829" y="766"/>
                  </a:lnTo>
                  <a:lnTo>
                    <a:pt x="2829" y="744"/>
                  </a:lnTo>
                  <a:lnTo>
                    <a:pt x="2830" y="794"/>
                  </a:lnTo>
                  <a:lnTo>
                    <a:pt x="2830" y="791"/>
                  </a:lnTo>
                  <a:lnTo>
                    <a:pt x="2830" y="791"/>
                  </a:lnTo>
                  <a:lnTo>
                    <a:pt x="2831" y="658"/>
                  </a:lnTo>
                  <a:lnTo>
                    <a:pt x="2832" y="675"/>
                  </a:lnTo>
                  <a:lnTo>
                    <a:pt x="2832" y="676"/>
                  </a:lnTo>
                  <a:lnTo>
                    <a:pt x="2832" y="766"/>
                  </a:lnTo>
                  <a:lnTo>
                    <a:pt x="2833" y="686"/>
                  </a:lnTo>
                  <a:lnTo>
                    <a:pt x="2833" y="686"/>
                  </a:lnTo>
                  <a:lnTo>
                    <a:pt x="2834" y="737"/>
                  </a:lnTo>
                  <a:lnTo>
                    <a:pt x="2834" y="664"/>
                  </a:lnTo>
                  <a:lnTo>
                    <a:pt x="2835" y="729"/>
                  </a:lnTo>
                  <a:lnTo>
                    <a:pt x="2835" y="730"/>
                  </a:lnTo>
                  <a:lnTo>
                    <a:pt x="2836" y="798"/>
                  </a:lnTo>
                  <a:lnTo>
                    <a:pt x="2836" y="798"/>
                  </a:lnTo>
                  <a:lnTo>
                    <a:pt x="2836" y="798"/>
                  </a:lnTo>
                  <a:lnTo>
                    <a:pt x="2837" y="804"/>
                  </a:lnTo>
                  <a:lnTo>
                    <a:pt x="2838" y="804"/>
                  </a:lnTo>
                  <a:lnTo>
                    <a:pt x="2838" y="804"/>
                  </a:lnTo>
                  <a:lnTo>
                    <a:pt x="2839" y="779"/>
                  </a:lnTo>
                  <a:lnTo>
                    <a:pt x="2839" y="779"/>
                  </a:lnTo>
                  <a:lnTo>
                    <a:pt x="2839" y="779"/>
                  </a:lnTo>
                  <a:lnTo>
                    <a:pt x="2840" y="780"/>
                  </a:lnTo>
                  <a:lnTo>
                    <a:pt x="2840" y="682"/>
                  </a:lnTo>
                  <a:lnTo>
                    <a:pt x="2841" y="704"/>
                  </a:lnTo>
                  <a:lnTo>
                    <a:pt x="2841" y="704"/>
                  </a:lnTo>
                  <a:lnTo>
                    <a:pt x="2841" y="696"/>
                  </a:lnTo>
                  <a:lnTo>
                    <a:pt x="2842" y="756"/>
                  </a:lnTo>
                  <a:lnTo>
                    <a:pt x="2842" y="757"/>
                  </a:lnTo>
                  <a:lnTo>
                    <a:pt x="2843" y="786"/>
                  </a:lnTo>
                  <a:lnTo>
                    <a:pt x="2844" y="591"/>
                  </a:lnTo>
                  <a:lnTo>
                    <a:pt x="2844" y="602"/>
                  </a:lnTo>
                  <a:lnTo>
                    <a:pt x="2844" y="602"/>
                  </a:lnTo>
                  <a:lnTo>
                    <a:pt x="2844" y="698"/>
                  </a:lnTo>
                  <a:lnTo>
                    <a:pt x="2845" y="588"/>
                  </a:lnTo>
                  <a:lnTo>
                    <a:pt x="2845" y="651"/>
                  </a:lnTo>
                  <a:lnTo>
                    <a:pt x="2845" y="651"/>
                  </a:lnTo>
                  <a:lnTo>
                    <a:pt x="2846" y="645"/>
                  </a:lnTo>
                  <a:lnTo>
                    <a:pt x="2847" y="794"/>
                  </a:lnTo>
                  <a:lnTo>
                    <a:pt x="2847" y="794"/>
                  </a:lnTo>
                  <a:lnTo>
                    <a:pt x="2847" y="794"/>
                  </a:lnTo>
                  <a:lnTo>
                    <a:pt x="2847" y="804"/>
                  </a:lnTo>
                  <a:lnTo>
                    <a:pt x="2848" y="804"/>
                  </a:lnTo>
                  <a:lnTo>
                    <a:pt x="2848" y="804"/>
                  </a:lnTo>
                  <a:lnTo>
                    <a:pt x="2850" y="789"/>
                  </a:lnTo>
                  <a:lnTo>
                    <a:pt x="2850" y="789"/>
                  </a:lnTo>
                  <a:lnTo>
                    <a:pt x="2851" y="734"/>
                  </a:lnTo>
                  <a:lnTo>
                    <a:pt x="2851" y="771"/>
                  </a:lnTo>
                  <a:lnTo>
                    <a:pt x="2851" y="770"/>
                  </a:lnTo>
                  <a:lnTo>
                    <a:pt x="2852" y="791"/>
                  </a:lnTo>
                  <a:lnTo>
                    <a:pt x="2852" y="754"/>
                  </a:lnTo>
                  <a:lnTo>
                    <a:pt x="2853" y="757"/>
                  </a:lnTo>
                  <a:lnTo>
                    <a:pt x="2853" y="757"/>
                  </a:lnTo>
                  <a:lnTo>
                    <a:pt x="2853" y="690"/>
                  </a:lnTo>
                  <a:lnTo>
                    <a:pt x="2854" y="722"/>
                  </a:lnTo>
                  <a:lnTo>
                    <a:pt x="2854" y="722"/>
                  </a:lnTo>
                  <a:lnTo>
                    <a:pt x="2855" y="716"/>
                  </a:lnTo>
                  <a:lnTo>
                    <a:pt x="2856" y="785"/>
                  </a:lnTo>
                  <a:lnTo>
                    <a:pt x="2856" y="751"/>
                  </a:lnTo>
                  <a:lnTo>
                    <a:pt x="2856" y="751"/>
                  </a:lnTo>
                  <a:lnTo>
                    <a:pt x="2856" y="630"/>
                  </a:lnTo>
                  <a:lnTo>
                    <a:pt x="2857" y="789"/>
                  </a:lnTo>
                  <a:lnTo>
                    <a:pt x="2857" y="789"/>
                  </a:lnTo>
                  <a:lnTo>
                    <a:pt x="2858" y="804"/>
                  </a:lnTo>
                  <a:lnTo>
                    <a:pt x="2859" y="804"/>
                  </a:lnTo>
                  <a:lnTo>
                    <a:pt x="2859" y="804"/>
                  </a:lnTo>
                  <a:lnTo>
                    <a:pt x="2860" y="776"/>
                  </a:lnTo>
                  <a:lnTo>
                    <a:pt x="2860" y="776"/>
                  </a:lnTo>
                  <a:lnTo>
                    <a:pt x="2860" y="776"/>
                  </a:lnTo>
                  <a:lnTo>
                    <a:pt x="2861" y="800"/>
                  </a:lnTo>
                  <a:lnTo>
                    <a:pt x="2862" y="770"/>
                  </a:lnTo>
                  <a:lnTo>
                    <a:pt x="2862" y="770"/>
                  </a:lnTo>
                  <a:lnTo>
                    <a:pt x="2862" y="771"/>
                  </a:lnTo>
                  <a:lnTo>
                    <a:pt x="2863" y="804"/>
                  </a:lnTo>
                  <a:lnTo>
                    <a:pt x="2863" y="804"/>
                  </a:lnTo>
                  <a:lnTo>
                    <a:pt x="2863" y="804"/>
                  </a:lnTo>
                  <a:lnTo>
                    <a:pt x="2865" y="786"/>
                  </a:lnTo>
                  <a:lnTo>
                    <a:pt x="2865" y="786"/>
                  </a:lnTo>
                  <a:lnTo>
                    <a:pt x="2865" y="786"/>
                  </a:lnTo>
                  <a:lnTo>
                    <a:pt x="2866" y="648"/>
                  </a:lnTo>
                  <a:lnTo>
                    <a:pt x="2866" y="696"/>
                  </a:lnTo>
                  <a:lnTo>
                    <a:pt x="2866" y="697"/>
                  </a:lnTo>
                  <a:lnTo>
                    <a:pt x="2867" y="798"/>
                  </a:lnTo>
                  <a:lnTo>
                    <a:pt x="2868" y="783"/>
                  </a:lnTo>
                  <a:lnTo>
                    <a:pt x="2868" y="783"/>
                  </a:lnTo>
                  <a:lnTo>
                    <a:pt x="2868" y="804"/>
                  </a:lnTo>
                  <a:lnTo>
                    <a:pt x="2869" y="804"/>
                  </a:lnTo>
                  <a:lnTo>
                    <a:pt x="2869" y="804"/>
                  </a:lnTo>
                  <a:lnTo>
                    <a:pt x="2870" y="800"/>
                  </a:lnTo>
                  <a:lnTo>
                    <a:pt x="2871" y="800"/>
                  </a:lnTo>
                  <a:lnTo>
                    <a:pt x="2871" y="800"/>
                  </a:lnTo>
                  <a:lnTo>
                    <a:pt x="2871" y="804"/>
                  </a:lnTo>
                  <a:lnTo>
                    <a:pt x="2872" y="715"/>
                  </a:lnTo>
                  <a:lnTo>
                    <a:pt x="2872" y="715"/>
                  </a:lnTo>
                  <a:lnTo>
                    <a:pt x="2872" y="715"/>
                  </a:lnTo>
                  <a:lnTo>
                    <a:pt x="2873" y="713"/>
                  </a:lnTo>
                  <a:lnTo>
                    <a:pt x="2874" y="788"/>
                  </a:lnTo>
                  <a:lnTo>
                    <a:pt x="2874" y="788"/>
                  </a:lnTo>
                  <a:lnTo>
                    <a:pt x="2874" y="788"/>
                  </a:lnTo>
                  <a:lnTo>
                    <a:pt x="2874" y="800"/>
                  </a:lnTo>
                  <a:lnTo>
                    <a:pt x="2875" y="759"/>
                  </a:lnTo>
                  <a:lnTo>
                    <a:pt x="2875" y="759"/>
                  </a:lnTo>
                  <a:lnTo>
                    <a:pt x="2875" y="759"/>
                  </a:lnTo>
                  <a:lnTo>
                    <a:pt x="2876" y="771"/>
                  </a:lnTo>
                  <a:lnTo>
                    <a:pt x="2877" y="610"/>
                  </a:lnTo>
                  <a:lnTo>
                    <a:pt x="2877" y="609"/>
                  </a:lnTo>
                  <a:lnTo>
                    <a:pt x="2877" y="590"/>
                  </a:lnTo>
                  <a:lnTo>
                    <a:pt x="2878" y="804"/>
                  </a:lnTo>
                  <a:lnTo>
                    <a:pt x="2878" y="792"/>
                  </a:lnTo>
                  <a:lnTo>
                    <a:pt x="2878" y="792"/>
                  </a:lnTo>
                  <a:lnTo>
                    <a:pt x="2879" y="804"/>
                  </a:lnTo>
                  <a:lnTo>
                    <a:pt x="2880" y="804"/>
                  </a:lnTo>
                  <a:lnTo>
                    <a:pt x="2880" y="804"/>
                  </a:lnTo>
                  <a:lnTo>
                    <a:pt x="2881" y="804"/>
                  </a:lnTo>
                  <a:lnTo>
                    <a:pt x="2881" y="804"/>
                  </a:lnTo>
                  <a:lnTo>
                    <a:pt x="2882" y="786"/>
                  </a:lnTo>
                  <a:lnTo>
                    <a:pt x="2883" y="788"/>
                  </a:lnTo>
                  <a:lnTo>
                    <a:pt x="2883" y="787"/>
                  </a:lnTo>
                  <a:lnTo>
                    <a:pt x="2883" y="772"/>
                  </a:lnTo>
                  <a:lnTo>
                    <a:pt x="2884" y="802"/>
                  </a:lnTo>
                  <a:lnTo>
                    <a:pt x="2884" y="802"/>
                  </a:lnTo>
                  <a:lnTo>
                    <a:pt x="2884" y="802"/>
                  </a:lnTo>
                  <a:lnTo>
                    <a:pt x="2885" y="804"/>
                  </a:lnTo>
                  <a:lnTo>
                    <a:pt x="2885" y="790"/>
                  </a:lnTo>
                  <a:lnTo>
                    <a:pt x="2886" y="794"/>
                  </a:lnTo>
                  <a:lnTo>
                    <a:pt x="2886" y="794"/>
                  </a:lnTo>
                  <a:lnTo>
                    <a:pt x="2886" y="804"/>
                  </a:lnTo>
                  <a:lnTo>
                    <a:pt x="2887" y="784"/>
                  </a:lnTo>
                  <a:lnTo>
                    <a:pt x="2887" y="784"/>
                  </a:lnTo>
                  <a:lnTo>
                    <a:pt x="2887" y="784"/>
                  </a:lnTo>
                  <a:lnTo>
                    <a:pt x="2889" y="695"/>
                  </a:lnTo>
                  <a:lnTo>
                    <a:pt x="2889" y="756"/>
                  </a:lnTo>
                  <a:lnTo>
                    <a:pt x="2889" y="757"/>
                  </a:lnTo>
                  <a:lnTo>
                    <a:pt x="2889" y="754"/>
                  </a:lnTo>
                  <a:lnTo>
                    <a:pt x="2890" y="804"/>
                  </a:lnTo>
                  <a:lnTo>
                    <a:pt x="2890" y="804"/>
                  </a:lnTo>
                  <a:lnTo>
                    <a:pt x="2890" y="804"/>
                  </a:lnTo>
                  <a:lnTo>
                    <a:pt x="2891" y="800"/>
                  </a:lnTo>
                  <a:lnTo>
                    <a:pt x="2892" y="804"/>
                  </a:lnTo>
                  <a:lnTo>
                    <a:pt x="2892" y="804"/>
                  </a:lnTo>
                  <a:lnTo>
                    <a:pt x="2893" y="758"/>
                  </a:lnTo>
                  <a:lnTo>
                    <a:pt x="2893" y="758"/>
                  </a:lnTo>
                  <a:lnTo>
                    <a:pt x="2894" y="765"/>
                  </a:lnTo>
                  <a:lnTo>
                    <a:pt x="2895" y="693"/>
                  </a:lnTo>
                  <a:lnTo>
                    <a:pt x="2895" y="693"/>
                  </a:lnTo>
                  <a:lnTo>
                    <a:pt x="2895" y="655"/>
                  </a:lnTo>
                  <a:lnTo>
                    <a:pt x="2896" y="796"/>
                  </a:lnTo>
                  <a:lnTo>
                    <a:pt x="2896" y="782"/>
                  </a:lnTo>
                  <a:lnTo>
                    <a:pt x="2896" y="782"/>
                  </a:lnTo>
                  <a:lnTo>
                    <a:pt x="2897" y="783"/>
                  </a:lnTo>
                  <a:lnTo>
                    <a:pt x="2898" y="642"/>
                  </a:lnTo>
                  <a:lnTo>
                    <a:pt x="2898" y="648"/>
                  </a:lnTo>
                  <a:lnTo>
                    <a:pt x="2898" y="648"/>
                  </a:lnTo>
                  <a:lnTo>
                    <a:pt x="2899" y="795"/>
                  </a:lnTo>
                  <a:lnTo>
                    <a:pt x="2899" y="790"/>
                  </a:lnTo>
                  <a:lnTo>
                    <a:pt x="2899" y="790"/>
                  </a:lnTo>
                  <a:lnTo>
                    <a:pt x="2900" y="710"/>
                  </a:lnTo>
                  <a:lnTo>
                    <a:pt x="2901" y="800"/>
                  </a:lnTo>
                  <a:lnTo>
                    <a:pt x="2901" y="800"/>
                  </a:lnTo>
                  <a:lnTo>
                    <a:pt x="2901" y="800"/>
                  </a:lnTo>
                  <a:lnTo>
                    <a:pt x="2901" y="804"/>
                  </a:lnTo>
                  <a:lnTo>
                    <a:pt x="2902" y="804"/>
                  </a:lnTo>
                  <a:lnTo>
                    <a:pt x="2902" y="804"/>
                  </a:lnTo>
                  <a:lnTo>
                    <a:pt x="2904" y="804"/>
                  </a:lnTo>
                  <a:lnTo>
                    <a:pt x="2904" y="804"/>
                  </a:lnTo>
                  <a:lnTo>
                    <a:pt x="2905" y="765"/>
                  </a:lnTo>
                  <a:lnTo>
                    <a:pt x="2905" y="788"/>
                  </a:lnTo>
                  <a:lnTo>
                    <a:pt x="2905" y="788"/>
                  </a:lnTo>
                  <a:lnTo>
                    <a:pt x="2906" y="804"/>
                  </a:lnTo>
                  <a:lnTo>
                    <a:pt x="2906" y="769"/>
                  </a:lnTo>
                  <a:lnTo>
                    <a:pt x="2907" y="769"/>
                  </a:lnTo>
                  <a:lnTo>
                    <a:pt x="2907" y="769"/>
                  </a:lnTo>
                  <a:lnTo>
                    <a:pt x="2907" y="804"/>
                  </a:lnTo>
                  <a:lnTo>
                    <a:pt x="2908" y="709"/>
                  </a:lnTo>
                  <a:lnTo>
                    <a:pt x="2908" y="709"/>
                  </a:lnTo>
                  <a:lnTo>
                    <a:pt x="2909" y="599"/>
                  </a:lnTo>
                  <a:lnTo>
                    <a:pt x="2910" y="671"/>
                  </a:lnTo>
                  <a:lnTo>
                    <a:pt x="2910" y="671"/>
                  </a:lnTo>
                  <a:lnTo>
                    <a:pt x="2910" y="804"/>
                  </a:lnTo>
                  <a:lnTo>
                    <a:pt x="2911" y="793"/>
                  </a:lnTo>
                  <a:lnTo>
                    <a:pt x="2911" y="793"/>
                  </a:lnTo>
                  <a:lnTo>
                    <a:pt x="2912" y="804"/>
                  </a:lnTo>
                  <a:lnTo>
                    <a:pt x="2913" y="800"/>
                  </a:lnTo>
                  <a:lnTo>
                    <a:pt x="2913" y="800"/>
                  </a:lnTo>
                  <a:lnTo>
                    <a:pt x="2913" y="804"/>
                  </a:lnTo>
                  <a:lnTo>
                    <a:pt x="2914" y="804"/>
                  </a:lnTo>
                  <a:lnTo>
                    <a:pt x="2914" y="804"/>
                  </a:lnTo>
                  <a:lnTo>
                    <a:pt x="2916" y="690"/>
                  </a:lnTo>
                  <a:lnTo>
                    <a:pt x="2916" y="697"/>
                  </a:lnTo>
                  <a:lnTo>
                    <a:pt x="2916" y="698"/>
                  </a:lnTo>
                  <a:lnTo>
                    <a:pt x="2916" y="711"/>
                  </a:lnTo>
                  <a:lnTo>
                    <a:pt x="2917" y="656"/>
                  </a:lnTo>
                  <a:lnTo>
                    <a:pt x="2917" y="710"/>
                  </a:lnTo>
                  <a:lnTo>
                    <a:pt x="2917" y="710"/>
                  </a:lnTo>
                  <a:lnTo>
                    <a:pt x="2918" y="774"/>
                  </a:lnTo>
                  <a:lnTo>
                    <a:pt x="2918" y="698"/>
                  </a:lnTo>
                  <a:lnTo>
                    <a:pt x="2919" y="742"/>
                  </a:lnTo>
                  <a:lnTo>
                    <a:pt x="2919" y="742"/>
                  </a:lnTo>
                  <a:lnTo>
                    <a:pt x="2919" y="803"/>
                  </a:lnTo>
                  <a:lnTo>
                    <a:pt x="2920" y="702"/>
                  </a:lnTo>
                  <a:lnTo>
                    <a:pt x="2920" y="702"/>
                  </a:lnTo>
                  <a:lnTo>
                    <a:pt x="2920" y="702"/>
                  </a:lnTo>
                  <a:lnTo>
                    <a:pt x="2921" y="695"/>
                  </a:lnTo>
                  <a:lnTo>
                    <a:pt x="2922" y="797"/>
                  </a:lnTo>
                  <a:lnTo>
                    <a:pt x="2922" y="797"/>
                  </a:lnTo>
                  <a:lnTo>
                    <a:pt x="2922" y="797"/>
                  </a:lnTo>
                  <a:lnTo>
                    <a:pt x="2922" y="804"/>
                  </a:lnTo>
                  <a:lnTo>
                    <a:pt x="2923" y="804"/>
                  </a:lnTo>
                  <a:lnTo>
                    <a:pt x="2923" y="804"/>
                  </a:lnTo>
                  <a:lnTo>
                    <a:pt x="2924" y="800"/>
                  </a:lnTo>
                  <a:lnTo>
                    <a:pt x="2925" y="800"/>
                  </a:lnTo>
                  <a:lnTo>
                    <a:pt x="2925" y="800"/>
                  </a:lnTo>
                  <a:lnTo>
                    <a:pt x="2925" y="804"/>
                  </a:lnTo>
                  <a:lnTo>
                    <a:pt x="2926" y="776"/>
                  </a:lnTo>
                  <a:lnTo>
                    <a:pt x="2926" y="777"/>
                  </a:lnTo>
                  <a:lnTo>
                    <a:pt x="2926" y="777"/>
                  </a:lnTo>
                  <a:lnTo>
                    <a:pt x="2927" y="774"/>
                  </a:lnTo>
                  <a:lnTo>
                    <a:pt x="2927" y="795"/>
                  </a:lnTo>
                  <a:lnTo>
                    <a:pt x="2928" y="786"/>
                  </a:lnTo>
                  <a:lnTo>
                    <a:pt x="2928" y="786"/>
                  </a:lnTo>
                  <a:lnTo>
                    <a:pt x="2928" y="800"/>
                  </a:lnTo>
                  <a:lnTo>
                    <a:pt x="2929" y="773"/>
                  </a:lnTo>
                  <a:lnTo>
                    <a:pt x="2929" y="773"/>
                  </a:lnTo>
                  <a:lnTo>
                    <a:pt x="2929" y="773"/>
                  </a:lnTo>
                  <a:lnTo>
                    <a:pt x="2931" y="600"/>
                  </a:lnTo>
                  <a:lnTo>
                    <a:pt x="2931" y="611"/>
                  </a:lnTo>
                  <a:lnTo>
                    <a:pt x="2931" y="611"/>
                  </a:lnTo>
                  <a:lnTo>
                    <a:pt x="2931" y="610"/>
                  </a:lnTo>
                  <a:lnTo>
                    <a:pt x="2932" y="802"/>
                  </a:lnTo>
                  <a:lnTo>
                    <a:pt x="2932" y="777"/>
                  </a:lnTo>
                  <a:lnTo>
                    <a:pt x="2932" y="777"/>
                  </a:lnTo>
                  <a:lnTo>
                    <a:pt x="2933" y="804"/>
                  </a:lnTo>
                  <a:lnTo>
                    <a:pt x="2934" y="804"/>
                  </a:lnTo>
                  <a:lnTo>
                    <a:pt x="2934" y="804"/>
                  </a:lnTo>
                  <a:lnTo>
                    <a:pt x="2935" y="797"/>
                  </a:lnTo>
                  <a:lnTo>
                    <a:pt x="2935" y="797"/>
                  </a:lnTo>
                  <a:lnTo>
                    <a:pt x="2935" y="797"/>
                  </a:lnTo>
                  <a:lnTo>
                    <a:pt x="2936" y="804"/>
                  </a:lnTo>
                  <a:lnTo>
                    <a:pt x="2937" y="778"/>
                  </a:lnTo>
                  <a:lnTo>
                    <a:pt x="2937" y="778"/>
                  </a:lnTo>
                  <a:lnTo>
                    <a:pt x="2937" y="778"/>
                  </a:lnTo>
                  <a:lnTo>
                    <a:pt x="2938" y="670"/>
                  </a:lnTo>
                  <a:lnTo>
                    <a:pt x="2938" y="682"/>
                  </a:lnTo>
                  <a:lnTo>
                    <a:pt x="2938" y="682"/>
                  </a:lnTo>
                  <a:lnTo>
                    <a:pt x="2938" y="682"/>
                  </a:lnTo>
                  <a:lnTo>
                    <a:pt x="2939" y="781"/>
                  </a:lnTo>
                  <a:lnTo>
                    <a:pt x="2940" y="740"/>
                  </a:lnTo>
                  <a:lnTo>
                    <a:pt x="2940" y="740"/>
                  </a:lnTo>
                  <a:lnTo>
                    <a:pt x="2941" y="783"/>
                  </a:lnTo>
                  <a:lnTo>
                    <a:pt x="2941" y="643"/>
                  </a:lnTo>
                  <a:lnTo>
                    <a:pt x="2941" y="642"/>
                  </a:lnTo>
                  <a:lnTo>
                    <a:pt x="2942" y="580"/>
                  </a:lnTo>
                  <a:lnTo>
                    <a:pt x="2943" y="791"/>
                  </a:lnTo>
                  <a:lnTo>
                    <a:pt x="2943" y="784"/>
                  </a:lnTo>
                  <a:lnTo>
                    <a:pt x="2943" y="784"/>
                  </a:lnTo>
                  <a:lnTo>
                    <a:pt x="2943" y="772"/>
                  </a:lnTo>
                  <a:lnTo>
                    <a:pt x="2944" y="804"/>
                  </a:lnTo>
                  <a:lnTo>
                    <a:pt x="2944" y="804"/>
                  </a:lnTo>
                  <a:lnTo>
                    <a:pt x="2944" y="804"/>
                  </a:lnTo>
                  <a:lnTo>
                    <a:pt x="2946" y="804"/>
                  </a:lnTo>
                  <a:lnTo>
                    <a:pt x="2946" y="804"/>
                  </a:lnTo>
                  <a:lnTo>
                    <a:pt x="2947" y="771"/>
                  </a:lnTo>
                  <a:lnTo>
                    <a:pt x="2947" y="771"/>
                  </a:lnTo>
                  <a:lnTo>
                    <a:pt x="2947" y="771"/>
                  </a:lnTo>
                  <a:lnTo>
                    <a:pt x="2948" y="756"/>
                  </a:lnTo>
                  <a:lnTo>
                    <a:pt x="2949" y="784"/>
                  </a:lnTo>
                  <a:lnTo>
                    <a:pt x="2949" y="776"/>
                  </a:lnTo>
                  <a:lnTo>
                    <a:pt x="2949" y="776"/>
                  </a:lnTo>
                  <a:lnTo>
                    <a:pt x="2950" y="795"/>
                  </a:lnTo>
                  <a:lnTo>
                    <a:pt x="2950" y="773"/>
                  </a:lnTo>
                  <a:lnTo>
                    <a:pt x="2950" y="773"/>
                  </a:lnTo>
                  <a:lnTo>
                    <a:pt x="2950" y="773"/>
                  </a:lnTo>
                  <a:lnTo>
                    <a:pt x="2951" y="779"/>
                  </a:lnTo>
                  <a:lnTo>
                    <a:pt x="2952" y="643"/>
                  </a:lnTo>
                  <a:lnTo>
                    <a:pt x="2952" y="673"/>
                  </a:lnTo>
                  <a:lnTo>
                    <a:pt x="2952" y="673"/>
                  </a:lnTo>
                  <a:lnTo>
                    <a:pt x="2953" y="546"/>
                  </a:lnTo>
                  <a:lnTo>
                    <a:pt x="2953" y="782"/>
                  </a:lnTo>
                  <a:lnTo>
                    <a:pt x="2953" y="782"/>
                  </a:lnTo>
                  <a:lnTo>
                    <a:pt x="2953" y="782"/>
                  </a:lnTo>
                  <a:lnTo>
                    <a:pt x="2954" y="774"/>
                  </a:lnTo>
                  <a:lnTo>
                    <a:pt x="2954" y="804"/>
                  </a:lnTo>
                  <a:lnTo>
                    <a:pt x="2955" y="800"/>
                  </a:lnTo>
                  <a:lnTo>
                    <a:pt x="2955" y="800"/>
                  </a:lnTo>
                  <a:lnTo>
                    <a:pt x="2956" y="804"/>
                  </a:lnTo>
                  <a:lnTo>
                    <a:pt x="2956" y="804"/>
                  </a:lnTo>
                  <a:lnTo>
                    <a:pt x="2956" y="804"/>
                  </a:lnTo>
                  <a:lnTo>
                    <a:pt x="2958" y="783"/>
                  </a:lnTo>
                  <a:lnTo>
                    <a:pt x="2958" y="783"/>
                  </a:lnTo>
                  <a:lnTo>
                    <a:pt x="2958" y="783"/>
                  </a:lnTo>
                  <a:lnTo>
                    <a:pt x="2959" y="790"/>
                  </a:lnTo>
                  <a:lnTo>
                    <a:pt x="2959" y="748"/>
                  </a:lnTo>
                  <a:lnTo>
                    <a:pt x="2959" y="747"/>
                  </a:lnTo>
                  <a:lnTo>
                    <a:pt x="2960" y="714"/>
                  </a:lnTo>
                  <a:lnTo>
                    <a:pt x="2960" y="767"/>
                  </a:lnTo>
                  <a:lnTo>
                    <a:pt x="2961" y="725"/>
                  </a:lnTo>
                  <a:lnTo>
                    <a:pt x="2961" y="725"/>
                  </a:lnTo>
                  <a:lnTo>
                    <a:pt x="2962" y="763"/>
                  </a:lnTo>
                  <a:lnTo>
                    <a:pt x="2962" y="565"/>
                  </a:lnTo>
                  <a:lnTo>
                    <a:pt x="2962" y="563"/>
                  </a:lnTo>
                  <a:lnTo>
                    <a:pt x="2963" y="516"/>
                  </a:lnTo>
                  <a:lnTo>
                    <a:pt x="2964" y="799"/>
                  </a:lnTo>
                  <a:lnTo>
                    <a:pt x="2964" y="795"/>
                  </a:lnTo>
                  <a:lnTo>
                    <a:pt x="2964" y="795"/>
                  </a:lnTo>
                  <a:lnTo>
                    <a:pt x="2965" y="783"/>
                  </a:lnTo>
                  <a:lnTo>
                    <a:pt x="2965" y="804"/>
                  </a:lnTo>
                  <a:lnTo>
                    <a:pt x="2965" y="804"/>
                  </a:lnTo>
                  <a:lnTo>
                    <a:pt x="2965" y="804"/>
                  </a:lnTo>
                  <a:lnTo>
                    <a:pt x="2966" y="788"/>
                  </a:lnTo>
                  <a:lnTo>
                    <a:pt x="2967" y="793"/>
                  </a:lnTo>
                  <a:lnTo>
                    <a:pt x="2967" y="793"/>
                  </a:lnTo>
                  <a:lnTo>
                    <a:pt x="2967" y="804"/>
                  </a:lnTo>
                  <a:lnTo>
                    <a:pt x="2968" y="800"/>
                  </a:lnTo>
                  <a:lnTo>
                    <a:pt x="2968" y="800"/>
                  </a:lnTo>
                  <a:lnTo>
                    <a:pt x="2970" y="703"/>
                  </a:lnTo>
                  <a:lnTo>
                    <a:pt x="2970" y="708"/>
                  </a:lnTo>
                  <a:lnTo>
                    <a:pt x="2970" y="708"/>
                  </a:lnTo>
                  <a:lnTo>
                    <a:pt x="2970" y="694"/>
                  </a:lnTo>
                  <a:lnTo>
                    <a:pt x="2971" y="798"/>
                  </a:lnTo>
                  <a:lnTo>
                    <a:pt x="2971" y="791"/>
                  </a:lnTo>
                  <a:lnTo>
                    <a:pt x="2971" y="791"/>
                  </a:lnTo>
                  <a:lnTo>
                    <a:pt x="2972" y="793"/>
                  </a:lnTo>
                  <a:lnTo>
                    <a:pt x="2973" y="729"/>
                  </a:lnTo>
                  <a:lnTo>
                    <a:pt x="2973" y="728"/>
                  </a:lnTo>
                  <a:lnTo>
                    <a:pt x="2973" y="732"/>
                  </a:lnTo>
                  <a:lnTo>
                    <a:pt x="2974" y="561"/>
                  </a:lnTo>
                  <a:lnTo>
                    <a:pt x="2974" y="561"/>
                  </a:lnTo>
                  <a:lnTo>
                    <a:pt x="2974" y="561"/>
                  </a:lnTo>
                  <a:lnTo>
                    <a:pt x="2976" y="794"/>
                  </a:lnTo>
                  <a:lnTo>
                    <a:pt x="2976" y="794"/>
                  </a:lnTo>
                  <a:lnTo>
                    <a:pt x="2976" y="794"/>
                  </a:lnTo>
                  <a:lnTo>
                    <a:pt x="2976" y="804"/>
                  </a:lnTo>
                  <a:lnTo>
                    <a:pt x="2977" y="798"/>
                  </a:lnTo>
                  <a:lnTo>
                    <a:pt x="2977" y="798"/>
                  </a:lnTo>
                  <a:lnTo>
                    <a:pt x="2978" y="804"/>
                  </a:lnTo>
                  <a:lnTo>
                    <a:pt x="2979" y="797"/>
                  </a:lnTo>
                  <a:lnTo>
                    <a:pt x="2979" y="797"/>
                  </a:lnTo>
                  <a:lnTo>
                    <a:pt x="2980" y="761"/>
                  </a:lnTo>
                  <a:lnTo>
                    <a:pt x="2980" y="783"/>
                  </a:lnTo>
                  <a:lnTo>
                    <a:pt x="2980" y="783"/>
                  </a:lnTo>
                  <a:lnTo>
                    <a:pt x="2981" y="797"/>
                  </a:lnTo>
                  <a:lnTo>
                    <a:pt x="2981" y="717"/>
                  </a:lnTo>
                  <a:lnTo>
                    <a:pt x="2982" y="768"/>
                  </a:lnTo>
                  <a:lnTo>
                    <a:pt x="2982" y="768"/>
                  </a:lnTo>
                  <a:lnTo>
                    <a:pt x="2982" y="783"/>
                  </a:lnTo>
                  <a:lnTo>
                    <a:pt x="2983" y="641"/>
                  </a:lnTo>
                  <a:lnTo>
                    <a:pt x="2983" y="650"/>
                  </a:lnTo>
                  <a:lnTo>
                    <a:pt x="2983" y="650"/>
                  </a:lnTo>
                  <a:lnTo>
                    <a:pt x="2984" y="643"/>
                  </a:lnTo>
                  <a:lnTo>
                    <a:pt x="2984" y="777"/>
                  </a:lnTo>
                  <a:lnTo>
                    <a:pt x="2985" y="726"/>
                  </a:lnTo>
                  <a:lnTo>
                    <a:pt x="2985" y="726"/>
                  </a:lnTo>
                  <a:lnTo>
                    <a:pt x="2986" y="589"/>
                  </a:lnTo>
                  <a:lnTo>
                    <a:pt x="2986" y="800"/>
                  </a:lnTo>
                  <a:lnTo>
                    <a:pt x="2986" y="800"/>
                  </a:lnTo>
                  <a:lnTo>
                    <a:pt x="2987" y="804"/>
                  </a:lnTo>
                  <a:lnTo>
                    <a:pt x="2987" y="800"/>
                  </a:lnTo>
                  <a:lnTo>
                    <a:pt x="2988" y="800"/>
                  </a:lnTo>
                  <a:lnTo>
                    <a:pt x="2988" y="800"/>
                  </a:lnTo>
                  <a:lnTo>
                    <a:pt x="2988" y="804"/>
                  </a:lnTo>
                  <a:lnTo>
                    <a:pt x="2989" y="804"/>
                  </a:lnTo>
                  <a:lnTo>
                    <a:pt x="2989" y="804"/>
                  </a:lnTo>
                  <a:lnTo>
                    <a:pt x="2991" y="729"/>
                  </a:lnTo>
                  <a:lnTo>
                    <a:pt x="2991" y="753"/>
                  </a:lnTo>
                  <a:lnTo>
                    <a:pt x="2991" y="753"/>
                  </a:lnTo>
                  <a:lnTo>
                    <a:pt x="2992" y="804"/>
                  </a:lnTo>
                  <a:lnTo>
                    <a:pt x="2992" y="804"/>
                  </a:lnTo>
                  <a:lnTo>
                    <a:pt x="2992" y="804"/>
                  </a:lnTo>
                  <a:lnTo>
                    <a:pt x="2994" y="763"/>
                  </a:lnTo>
                  <a:lnTo>
                    <a:pt x="2994" y="763"/>
                  </a:lnTo>
                  <a:lnTo>
                    <a:pt x="2994" y="763"/>
                  </a:lnTo>
                  <a:lnTo>
                    <a:pt x="2995" y="769"/>
                  </a:lnTo>
                  <a:lnTo>
                    <a:pt x="2995" y="644"/>
                  </a:lnTo>
                  <a:lnTo>
                    <a:pt x="2995" y="644"/>
                  </a:lnTo>
                  <a:lnTo>
                    <a:pt x="2995" y="644"/>
                  </a:lnTo>
                  <a:lnTo>
                    <a:pt x="2996" y="614"/>
                  </a:lnTo>
                  <a:lnTo>
                    <a:pt x="2996" y="759"/>
                  </a:lnTo>
                  <a:lnTo>
                    <a:pt x="2997" y="691"/>
                  </a:lnTo>
                  <a:lnTo>
                    <a:pt x="2997" y="691"/>
                  </a:lnTo>
                  <a:lnTo>
                    <a:pt x="2997" y="679"/>
                  </a:lnTo>
                  <a:lnTo>
                    <a:pt x="2998" y="799"/>
                  </a:lnTo>
                  <a:lnTo>
                    <a:pt x="2998" y="799"/>
                  </a:lnTo>
                  <a:lnTo>
                    <a:pt x="2998" y="799"/>
                  </a:lnTo>
                  <a:lnTo>
                    <a:pt x="2999" y="804"/>
                  </a:lnTo>
                  <a:lnTo>
                    <a:pt x="3000" y="804"/>
                  </a:lnTo>
                  <a:lnTo>
                    <a:pt x="3000" y="804"/>
                  </a:lnTo>
                  <a:lnTo>
                    <a:pt x="3001" y="769"/>
                  </a:lnTo>
                  <a:lnTo>
                    <a:pt x="3001" y="788"/>
                  </a:lnTo>
                  <a:lnTo>
                    <a:pt x="3001" y="788"/>
                  </a:lnTo>
                  <a:lnTo>
                    <a:pt x="3002" y="790"/>
                  </a:lnTo>
                  <a:lnTo>
                    <a:pt x="3003" y="747"/>
                  </a:lnTo>
                  <a:lnTo>
                    <a:pt x="3003" y="753"/>
                  </a:lnTo>
                  <a:lnTo>
                    <a:pt x="3003" y="753"/>
                  </a:lnTo>
                  <a:lnTo>
                    <a:pt x="3003" y="713"/>
                  </a:lnTo>
                  <a:lnTo>
                    <a:pt x="3004" y="799"/>
                  </a:lnTo>
                  <a:lnTo>
                    <a:pt x="3004" y="769"/>
                  </a:lnTo>
                  <a:lnTo>
                    <a:pt x="3004" y="769"/>
                  </a:lnTo>
                  <a:lnTo>
                    <a:pt x="3006" y="706"/>
                  </a:lnTo>
                  <a:lnTo>
                    <a:pt x="3006" y="712"/>
                  </a:lnTo>
                  <a:lnTo>
                    <a:pt x="3006" y="712"/>
                  </a:lnTo>
                  <a:lnTo>
                    <a:pt x="3007" y="642"/>
                  </a:lnTo>
                  <a:lnTo>
                    <a:pt x="3007" y="753"/>
                  </a:lnTo>
                  <a:lnTo>
                    <a:pt x="3007" y="726"/>
                  </a:lnTo>
                  <a:lnTo>
                    <a:pt x="3007" y="726"/>
                  </a:lnTo>
                  <a:lnTo>
                    <a:pt x="3008" y="719"/>
                  </a:lnTo>
                  <a:lnTo>
                    <a:pt x="3009" y="804"/>
                  </a:lnTo>
                  <a:lnTo>
                    <a:pt x="3009" y="804"/>
                  </a:lnTo>
                  <a:lnTo>
                    <a:pt x="3009" y="804"/>
                  </a:lnTo>
                  <a:lnTo>
                    <a:pt x="3010" y="804"/>
                  </a:lnTo>
                  <a:lnTo>
                    <a:pt x="3010" y="804"/>
                  </a:lnTo>
                  <a:lnTo>
                    <a:pt x="3012" y="776"/>
                  </a:lnTo>
                  <a:lnTo>
                    <a:pt x="3012" y="786"/>
                  </a:lnTo>
                  <a:lnTo>
                    <a:pt x="3012" y="786"/>
                  </a:lnTo>
                  <a:lnTo>
                    <a:pt x="3013" y="678"/>
                  </a:lnTo>
                  <a:lnTo>
                    <a:pt x="3013" y="788"/>
                  </a:lnTo>
                  <a:lnTo>
                    <a:pt x="3013" y="788"/>
                  </a:lnTo>
                  <a:lnTo>
                    <a:pt x="3013" y="788"/>
                  </a:lnTo>
                  <a:lnTo>
                    <a:pt x="3014" y="789"/>
                  </a:lnTo>
                  <a:lnTo>
                    <a:pt x="3014" y="773"/>
                  </a:lnTo>
                  <a:lnTo>
                    <a:pt x="3015" y="778"/>
                  </a:lnTo>
                  <a:lnTo>
                    <a:pt x="3015" y="778"/>
                  </a:lnTo>
                  <a:lnTo>
                    <a:pt x="3015" y="779"/>
                  </a:lnTo>
                  <a:lnTo>
                    <a:pt x="3016" y="683"/>
                  </a:lnTo>
                  <a:lnTo>
                    <a:pt x="3016" y="762"/>
                  </a:lnTo>
                  <a:lnTo>
                    <a:pt x="3016" y="762"/>
                  </a:lnTo>
                  <a:lnTo>
                    <a:pt x="3017" y="788"/>
                  </a:lnTo>
                  <a:lnTo>
                    <a:pt x="3018" y="657"/>
                  </a:lnTo>
                  <a:lnTo>
                    <a:pt x="3018" y="675"/>
                  </a:lnTo>
                  <a:lnTo>
                    <a:pt x="3018" y="676"/>
                  </a:lnTo>
                  <a:lnTo>
                    <a:pt x="3019" y="804"/>
                  </a:lnTo>
                  <a:lnTo>
                    <a:pt x="3019" y="804"/>
                  </a:lnTo>
                  <a:lnTo>
                    <a:pt x="3019" y="804"/>
                  </a:lnTo>
                  <a:lnTo>
                    <a:pt x="3021" y="804"/>
                  </a:lnTo>
                  <a:lnTo>
                    <a:pt x="3021" y="804"/>
                  </a:lnTo>
                  <a:lnTo>
                    <a:pt x="3022" y="757"/>
                  </a:lnTo>
                  <a:lnTo>
                    <a:pt x="3022" y="757"/>
                  </a:lnTo>
                  <a:lnTo>
                    <a:pt x="3023" y="749"/>
                  </a:lnTo>
                  <a:lnTo>
                    <a:pt x="3024" y="791"/>
                  </a:lnTo>
                  <a:lnTo>
                    <a:pt x="3024" y="791"/>
                  </a:lnTo>
                  <a:lnTo>
                    <a:pt x="3024" y="791"/>
                  </a:lnTo>
                  <a:lnTo>
                    <a:pt x="3024" y="803"/>
                  </a:lnTo>
                  <a:lnTo>
                    <a:pt x="3025" y="779"/>
                  </a:lnTo>
                  <a:lnTo>
                    <a:pt x="3025" y="793"/>
                  </a:lnTo>
                  <a:lnTo>
                    <a:pt x="3025" y="793"/>
                  </a:lnTo>
                  <a:lnTo>
                    <a:pt x="3026" y="799"/>
                  </a:lnTo>
                  <a:lnTo>
                    <a:pt x="3027" y="600"/>
                  </a:lnTo>
                  <a:lnTo>
                    <a:pt x="3027" y="600"/>
                  </a:lnTo>
                  <a:lnTo>
                    <a:pt x="3027" y="555"/>
                  </a:lnTo>
                  <a:lnTo>
                    <a:pt x="3028" y="722"/>
                  </a:lnTo>
                  <a:lnTo>
                    <a:pt x="3028" y="722"/>
                  </a:lnTo>
                  <a:lnTo>
                    <a:pt x="3028" y="722"/>
                  </a:lnTo>
                  <a:lnTo>
                    <a:pt x="3028" y="722"/>
                  </a:lnTo>
                  <a:lnTo>
                    <a:pt x="3030" y="804"/>
                  </a:lnTo>
                  <a:lnTo>
                    <a:pt x="3030" y="804"/>
                  </a:lnTo>
                  <a:lnTo>
                    <a:pt x="3030" y="804"/>
                  </a:lnTo>
                  <a:lnTo>
                    <a:pt x="3031" y="804"/>
                  </a:lnTo>
                  <a:lnTo>
                    <a:pt x="3031" y="804"/>
                  </a:lnTo>
                  <a:lnTo>
                    <a:pt x="3033" y="778"/>
                  </a:lnTo>
                  <a:lnTo>
                    <a:pt x="3033" y="778"/>
                  </a:lnTo>
                  <a:lnTo>
                    <a:pt x="3033" y="778"/>
                  </a:lnTo>
                  <a:lnTo>
                    <a:pt x="3033" y="776"/>
                  </a:lnTo>
                  <a:lnTo>
                    <a:pt x="3034" y="795"/>
                  </a:lnTo>
                  <a:lnTo>
                    <a:pt x="3034" y="789"/>
                  </a:lnTo>
                  <a:lnTo>
                    <a:pt x="3034" y="789"/>
                  </a:lnTo>
                  <a:lnTo>
                    <a:pt x="3035" y="778"/>
                  </a:lnTo>
                  <a:lnTo>
                    <a:pt x="3036" y="803"/>
                  </a:lnTo>
                  <a:lnTo>
                    <a:pt x="3036" y="803"/>
                  </a:lnTo>
                  <a:lnTo>
                    <a:pt x="3036" y="803"/>
                  </a:lnTo>
                  <a:lnTo>
                    <a:pt x="3037" y="647"/>
                  </a:lnTo>
                  <a:lnTo>
                    <a:pt x="3037" y="647"/>
                  </a:lnTo>
                  <a:lnTo>
                    <a:pt x="3038" y="607"/>
                  </a:lnTo>
                  <a:lnTo>
                    <a:pt x="3038" y="728"/>
                  </a:lnTo>
                  <a:lnTo>
                    <a:pt x="3039" y="623"/>
                  </a:lnTo>
                  <a:lnTo>
                    <a:pt x="3039" y="623"/>
                  </a:lnTo>
                  <a:lnTo>
                    <a:pt x="3039" y="622"/>
                  </a:lnTo>
                  <a:lnTo>
                    <a:pt x="3040" y="784"/>
                  </a:lnTo>
                  <a:lnTo>
                    <a:pt x="3040" y="784"/>
                  </a:lnTo>
                  <a:lnTo>
                    <a:pt x="3040" y="784"/>
                  </a:lnTo>
                  <a:lnTo>
                    <a:pt x="3041" y="804"/>
                  </a:lnTo>
                  <a:lnTo>
                    <a:pt x="3042" y="804"/>
                  </a:lnTo>
                  <a:lnTo>
                    <a:pt x="3042" y="804"/>
                  </a:lnTo>
                  <a:lnTo>
                    <a:pt x="3043" y="752"/>
                  </a:lnTo>
                  <a:lnTo>
                    <a:pt x="3043" y="752"/>
                  </a:lnTo>
                  <a:lnTo>
                    <a:pt x="3043" y="752"/>
                  </a:lnTo>
                  <a:lnTo>
                    <a:pt x="3044" y="741"/>
                  </a:lnTo>
                  <a:lnTo>
                    <a:pt x="3045" y="789"/>
                  </a:lnTo>
                  <a:lnTo>
                    <a:pt x="3045" y="785"/>
                  </a:lnTo>
                  <a:lnTo>
                    <a:pt x="3045" y="785"/>
                  </a:lnTo>
                  <a:lnTo>
                    <a:pt x="3045" y="799"/>
                  </a:lnTo>
                  <a:lnTo>
                    <a:pt x="3046" y="755"/>
                  </a:lnTo>
                  <a:lnTo>
                    <a:pt x="3046" y="757"/>
                  </a:lnTo>
                  <a:lnTo>
                    <a:pt x="3046" y="757"/>
                  </a:lnTo>
                  <a:lnTo>
                    <a:pt x="3047" y="804"/>
                  </a:lnTo>
                  <a:lnTo>
                    <a:pt x="3048" y="699"/>
                  </a:lnTo>
                  <a:lnTo>
                    <a:pt x="3048" y="699"/>
                  </a:lnTo>
                  <a:lnTo>
                    <a:pt x="3048" y="699"/>
                  </a:lnTo>
                  <a:lnTo>
                    <a:pt x="3049" y="571"/>
                  </a:lnTo>
                  <a:lnTo>
                    <a:pt x="3049" y="613"/>
                  </a:lnTo>
                  <a:lnTo>
                    <a:pt x="3049" y="613"/>
                  </a:lnTo>
                  <a:lnTo>
                    <a:pt x="3050" y="803"/>
                  </a:lnTo>
                  <a:lnTo>
                    <a:pt x="3051" y="704"/>
                  </a:lnTo>
                  <a:lnTo>
                    <a:pt x="3051" y="704"/>
                  </a:lnTo>
                  <a:lnTo>
                    <a:pt x="3052" y="804"/>
                  </a:lnTo>
                  <a:lnTo>
                    <a:pt x="3052" y="804"/>
                  </a:lnTo>
                  <a:lnTo>
                    <a:pt x="3052" y="804"/>
                  </a:lnTo>
                  <a:lnTo>
                    <a:pt x="3054" y="775"/>
                  </a:lnTo>
                  <a:lnTo>
                    <a:pt x="3054" y="774"/>
                  </a:lnTo>
                  <a:lnTo>
                    <a:pt x="3055" y="701"/>
                  </a:lnTo>
                  <a:lnTo>
                    <a:pt x="3055" y="729"/>
                  </a:lnTo>
                  <a:lnTo>
                    <a:pt x="3055" y="729"/>
                  </a:lnTo>
                  <a:lnTo>
                    <a:pt x="3056" y="802"/>
                  </a:lnTo>
                  <a:lnTo>
                    <a:pt x="3057" y="795"/>
                  </a:lnTo>
                  <a:lnTo>
                    <a:pt x="3057" y="795"/>
                  </a:lnTo>
                  <a:lnTo>
                    <a:pt x="3057" y="801"/>
                  </a:lnTo>
                  <a:lnTo>
                    <a:pt x="3058" y="702"/>
                  </a:lnTo>
                  <a:lnTo>
                    <a:pt x="3058" y="707"/>
                  </a:lnTo>
                  <a:lnTo>
                    <a:pt x="3058" y="707"/>
                  </a:lnTo>
                  <a:lnTo>
                    <a:pt x="3059" y="639"/>
                  </a:lnTo>
                  <a:lnTo>
                    <a:pt x="3059" y="712"/>
                  </a:lnTo>
                  <a:lnTo>
                    <a:pt x="3060" y="703"/>
                  </a:lnTo>
                  <a:lnTo>
                    <a:pt x="3060" y="703"/>
                  </a:lnTo>
                  <a:lnTo>
                    <a:pt x="3060" y="754"/>
                  </a:lnTo>
                  <a:lnTo>
                    <a:pt x="3061" y="595"/>
                  </a:lnTo>
                  <a:lnTo>
                    <a:pt x="3061" y="692"/>
                  </a:lnTo>
                  <a:lnTo>
                    <a:pt x="3061" y="693"/>
                  </a:lnTo>
                  <a:lnTo>
                    <a:pt x="3062" y="804"/>
                  </a:lnTo>
                  <a:lnTo>
                    <a:pt x="3063" y="804"/>
                  </a:lnTo>
                  <a:lnTo>
                    <a:pt x="3063" y="804"/>
                  </a:lnTo>
                  <a:lnTo>
                    <a:pt x="3064" y="804"/>
                  </a:lnTo>
                  <a:lnTo>
                    <a:pt x="3064" y="804"/>
                  </a:lnTo>
                  <a:lnTo>
                    <a:pt x="3065" y="740"/>
                  </a:lnTo>
                  <a:lnTo>
                    <a:pt x="3066" y="773"/>
                  </a:lnTo>
                  <a:lnTo>
                    <a:pt x="3066" y="773"/>
                  </a:lnTo>
                  <a:lnTo>
                    <a:pt x="3067" y="800"/>
                  </a:lnTo>
                  <a:lnTo>
                    <a:pt x="3067" y="782"/>
                  </a:lnTo>
                  <a:lnTo>
                    <a:pt x="3067" y="782"/>
                  </a:lnTo>
                  <a:lnTo>
                    <a:pt x="3068" y="800"/>
                  </a:lnTo>
                  <a:lnTo>
                    <a:pt x="3069" y="798"/>
                  </a:lnTo>
                  <a:lnTo>
                    <a:pt x="3069" y="798"/>
                  </a:lnTo>
                  <a:lnTo>
                    <a:pt x="3070" y="665"/>
                  </a:lnTo>
                  <a:lnTo>
                    <a:pt x="3070" y="670"/>
                  </a:lnTo>
                  <a:lnTo>
                    <a:pt x="3070" y="668"/>
                  </a:lnTo>
                  <a:lnTo>
                    <a:pt x="3071" y="604"/>
                  </a:lnTo>
                  <a:lnTo>
                    <a:pt x="3072" y="803"/>
                  </a:lnTo>
                  <a:lnTo>
                    <a:pt x="3072" y="791"/>
                  </a:lnTo>
                  <a:lnTo>
                    <a:pt x="3072" y="791"/>
                  </a:lnTo>
                  <a:lnTo>
                    <a:pt x="3073" y="731"/>
                  </a:lnTo>
                  <a:lnTo>
                    <a:pt x="3073" y="804"/>
                  </a:lnTo>
                  <a:lnTo>
                    <a:pt x="3073" y="804"/>
                  </a:lnTo>
                  <a:lnTo>
                    <a:pt x="3073" y="804"/>
                  </a:lnTo>
                  <a:lnTo>
                    <a:pt x="3075" y="804"/>
                  </a:lnTo>
                  <a:lnTo>
                    <a:pt x="3075" y="804"/>
                  </a:lnTo>
                  <a:lnTo>
                    <a:pt x="3076" y="735"/>
                  </a:lnTo>
                  <a:lnTo>
                    <a:pt x="3076" y="754"/>
                  </a:lnTo>
                  <a:lnTo>
                    <a:pt x="3076" y="754"/>
                  </a:lnTo>
                  <a:lnTo>
                    <a:pt x="3078" y="792"/>
                  </a:lnTo>
                  <a:lnTo>
                    <a:pt x="3078" y="791"/>
                  </a:lnTo>
                  <a:lnTo>
                    <a:pt x="3078" y="791"/>
                  </a:lnTo>
                  <a:lnTo>
                    <a:pt x="3078" y="786"/>
                  </a:lnTo>
                  <a:lnTo>
                    <a:pt x="3079" y="799"/>
                  </a:lnTo>
                  <a:lnTo>
                    <a:pt x="3079" y="796"/>
                  </a:lnTo>
                  <a:lnTo>
                    <a:pt x="3079" y="796"/>
                  </a:lnTo>
                  <a:lnTo>
                    <a:pt x="3079" y="796"/>
                  </a:lnTo>
                  <a:lnTo>
                    <a:pt x="3081" y="724"/>
                  </a:lnTo>
                  <a:lnTo>
                    <a:pt x="3081" y="725"/>
                  </a:lnTo>
                  <a:lnTo>
                    <a:pt x="3081" y="725"/>
                  </a:lnTo>
                  <a:lnTo>
                    <a:pt x="3082" y="656"/>
                  </a:lnTo>
                  <a:lnTo>
                    <a:pt x="3082" y="725"/>
                  </a:lnTo>
                  <a:lnTo>
                    <a:pt x="3082" y="680"/>
                  </a:lnTo>
                  <a:lnTo>
                    <a:pt x="3082" y="680"/>
                  </a:lnTo>
                  <a:lnTo>
                    <a:pt x="3082" y="680"/>
                  </a:lnTo>
                  <a:lnTo>
                    <a:pt x="3084" y="804"/>
                  </a:lnTo>
                  <a:lnTo>
                    <a:pt x="3084" y="804"/>
                  </a:lnTo>
                  <a:lnTo>
                    <a:pt x="3084" y="804"/>
                  </a:lnTo>
                  <a:lnTo>
                    <a:pt x="3085" y="804"/>
                  </a:lnTo>
                  <a:lnTo>
                    <a:pt x="3085" y="804"/>
                  </a:lnTo>
                  <a:lnTo>
                    <a:pt x="3087" y="791"/>
                  </a:lnTo>
                  <a:lnTo>
                    <a:pt x="3087" y="791"/>
                  </a:lnTo>
                  <a:lnTo>
                    <a:pt x="3087" y="791"/>
                  </a:lnTo>
                  <a:lnTo>
                    <a:pt x="3087" y="804"/>
                  </a:lnTo>
                  <a:lnTo>
                    <a:pt x="3088" y="751"/>
                  </a:lnTo>
                  <a:lnTo>
                    <a:pt x="3088" y="782"/>
                  </a:lnTo>
                  <a:lnTo>
                    <a:pt x="3088" y="783"/>
                  </a:lnTo>
                  <a:lnTo>
                    <a:pt x="3089" y="785"/>
                  </a:lnTo>
                  <a:lnTo>
                    <a:pt x="3090" y="655"/>
                  </a:lnTo>
                  <a:lnTo>
                    <a:pt x="3090" y="676"/>
                  </a:lnTo>
                  <a:lnTo>
                    <a:pt x="3090" y="676"/>
                  </a:lnTo>
                  <a:lnTo>
                    <a:pt x="3091" y="785"/>
                  </a:lnTo>
                  <a:lnTo>
                    <a:pt x="3091" y="779"/>
                  </a:lnTo>
                  <a:lnTo>
                    <a:pt x="3091" y="779"/>
                  </a:lnTo>
                  <a:lnTo>
                    <a:pt x="3091" y="779"/>
                  </a:lnTo>
                  <a:lnTo>
                    <a:pt x="3093" y="646"/>
                  </a:lnTo>
                  <a:lnTo>
                    <a:pt x="3093" y="712"/>
                  </a:lnTo>
                  <a:lnTo>
                    <a:pt x="3093" y="713"/>
                  </a:lnTo>
                  <a:lnTo>
                    <a:pt x="3093" y="804"/>
                  </a:lnTo>
                  <a:lnTo>
                    <a:pt x="3094" y="690"/>
                  </a:lnTo>
                  <a:lnTo>
                    <a:pt x="3094" y="721"/>
                  </a:lnTo>
                  <a:lnTo>
                    <a:pt x="3094" y="722"/>
                  </a:lnTo>
                  <a:lnTo>
                    <a:pt x="3095" y="804"/>
                  </a:lnTo>
                  <a:lnTo>
                    <a:pt x="3096" y="804"/>
                  </a:lnTo>
                  <a:lnTo>
                    <a:pt x="3096" y="804"/>
                  </a:lnTo>
                  <a:lnTo>
                    <a:pt x="3097" y="804"/>
                  </a:lnTo>
                  <a:lnTo>
                    <a:pt x="3097" y="804"/>
                  </a:lnTo>
                  <a:lnTo>
                    <a:pt x="3099" y="753"/>
                  </a:lnTo>
                  <a:lnTo>
                    <a:pt x="3099" y="793"/>
                  </a:lnTo>
                  <a:lnTo>
                    <a:pt x="3099" y="793"/>
                  </a:lnTo>
                  <a:lnTo>
                    <a:pt x="3100" y="798"/>
                  </a:lnTo>
                  <a:lnTo>
                    <a:pt x="3100" y="724"/>
                  </a:lnTo>
                  <a:lnTo>
                    <a:pt x="3100" y="727"/>
                  </a:lnTo>
                  <a:lnTo>
                    <a:pt x="3100" y="727"/>
                  </a:lnTo>
                  <a:lnTo>
                    <a:pt x="3102" y="757"/>
                  </a:lnTo>
                  <a:lnTo>
                    <a:pt x="3102" y="706"/>
                  </a:lnTo>
                  <a:lnTo>
                    <a:pt x="3102" y="705"/>
                  </a:lnTo>
                  <a:lnTo>
                    <a:pt x="3103" y="587"/>
                  </a:lnTo>
                  <a:lnTo>
                    <a:pt x="3103" y="655"/>
                  </a:lnTo>
                  <a:lnTo>
                    <a:pt x="3103" y="655"/>
                  </a:lnTo>
                  <a:lnTo>
                    <a:pt x="3105" y="788"/>
                  </a:lnTo>
                  <a:lnTo>
                    <a:pt x="3105" y="788"/>
                  </a:lnTo>
                  <a:lnTo>
                    <a:pt x="3105" y="788"/>
                  </a:lnTo>
                  <a:lnTo>
                    <a:pt x="3106" y="804"/>
                  </a:lnTo>
                  <a:lnTo>
                    <a:pt x="3106" y="804"/>
                  </a:lnTo>
                  <a:lnTo>
                    <a:pt x="3106" y="804"/>
                  </a:lnTo>
                  <a:lnTo>
                    <a:pt x="3108" y="765"/>
                  </a:lnTo>
                  <a:lnTo>
                    <a:pt x="3108" y="765"/>
                  </a:lnTo>
                  <a:lnTo>
                    <a:pt x="3108" y="750"/>
                  </a:lnTo>
                  <a:lnTo>
                    <a:pt x="3109" y="802"/>
                  </a:lnTo>
                  <a:lnTo>
                    <a:pt x="3109" y="798"/>
                  </a:lnTo>
                  <a:lnTo>
                    <a:pt x="3109" y="798"/>
                  </a:lnTo>
                  <a:lnTo>
                    <a:pt x="3110" y="800"/>
                  </a:lnTo>
                  <a:lnTo>
                    <a:pt x="3111" y="780"/>
                  </a:lnTo>
                  <a:lnTo>
                    <a:pt x="3111" y="780"/>
                  </a:lnTo>
                  <a:lnTo>
                    <a:pt x="3111" y="780"/>
                  </a:lnTo>
                  <a:lnTo>
                    <a:pt x="3112" y="792"/>
                  </a:lnTo>
                  <a:lnTo>
                    <a:pt x="3112" y="714"/>
                  </a:lnTo>
                  <a:lnTo>
                    <a:pt x="3112" y="713"/>
                  </a:lnTo>
                  <a:lnTo>
                    <a:pt x="3114" y="603"/>
                  </a:lnTo>
                  <a:lnTo>
                    <a:pt x="3114" y="602"/>
                  </a:lnTo>
                  <a:lnTo>
                    <a:pt x="3114" y="589"/>
                  </a:lnTo>
                  <a:lnTo>
                    <a:pt x="3115" y="795"/>
                  </a:lnTo>
                  <a:lnTo>
                    <a:pt x="3115" y="795"/>
                  </a:lnTo>
                  <a:lnTo>
                    <a:pt x="3115" y="795"/>
                  </a:lnTo>
                  <a:lnTo>
                    <a:pt x="3116" y="804"/>
                  </a:lnTo>
                  <a:lnTo>
                    <a:pt x="3117" y="804"/>
                  </a:lnTo>
                  <a:lnTo>
                    <a:pt x="3117" y="804"/>
                  </a:lnTo>
                  <a:lnTo>
                    <a:pt x="3118" y="797"/>
                  </a:lnTo>
                  <a:lnTo>
                    <a:pt x="3118" y="797"/>
                  </a:lnTo>
                  <a:lnTo>
                    <a:pt x="3118" y="797"/>
                  </a:lnTo>
                  <a:lnTo>
                    <a:pt x="3120" y="671"/>
                  </a:lnTo>
                  <a:lnTo>
                    <a:pt x="3120" y="676"/>
                  </a:lnTo>
                  <a:lnTo>
                    <a:pt x="3120" y="676"/>
                  </a:lnTo>
                  <a:lnTo>
                    <a:pt x="3121" y="790"/>
                  </a:lnTo>
                  <a:lnTo>
                    <a:pt x="3121" y="776"/>
                  </a:lnTo>
                  <a:lnTo>
                    <a:pt x="3121" y="776"/>
                  </a:lnTo>
                  <a:lnTo>
                    <a:pt x="3122" y="797"/>
                  </a:lnTo>
                  <a:lnTo>
                    <a:pt x="3123" y="769"/>
                  </a:lnTo>
                  <a:lnTo>
                    <a:pt x="3123" y="769"/>
                  </a:lnTo>
                  <a:lnTo>
                    <a:pt x="3123" y="772"/>
                  </a:lnTo>
                  <a:lnTo>
                    <a:pt x="3124" y="437"/>
                  </a:lnTo>
                  <a:lnTo>
                    <a:pt x="3124" y="491"/>
                  </a:lnTo>
                  <a:lnTo>
                    <a:pt x="3124" y="492"/>
                  </a:lnTo>
                  <a:lnTo>
                    <a:pt x="3126" y="785"/>
                  </a:lnTo>
                  <a:lnTo>
                    <a:pt x="3126" y="773"/>
                  </a:lnTo>
                  <a:lnTo>
                    <a:pt x="3126" y="773"/>
                  </a:lnTo>
                  <a:lnTo>
                    <a:pt x="3127" y="804"/>
                  </a:lnTo>
                  <a:lnTo>
                    <a:pt x="3127" y="804"/>
                  </a:lnTo>
                  <a:lnTo>
                    <a:pt x="3127" y="804"/>
                  </a:lnTo>
                  <a:lnTo>
                    <a:pt x="3129" y="802"/>
                  </a:lnTo>
                  <a:lnTo>
                    <a:pt x="3129" y="802"/>
                  </a:lnTo>
                  <a:lnTo>
                    <a:pt x="3129" y="802"/>
                  </a:lnTo>
                  <a:lnTo>
                    <a:pt x="3130" y="753"/>
                  </a:lnTo>
                  <a:lnTo>
                    <a:pt x="3130" y="782"/>
                  </a:lnTo>
                  <a:lnTo>
                    <a:pt x="3130" y="781"/>
                  </a:lnTo>
                  <a:lnTo>
                    <a:pt x="3130" y="778"/>
                  </a:lnTo>
                  <a:lnTo>
                    <a:pt x="3132" y="802"/>
                  </a:lnTo>
                  <a:lnTo>
                    <a:pt x="3132" y="802"/>
                  </a:lnTo>
                  <a:lnTo>
                    <a:pt x="3132" y="802"/>
                  </a:lnTo>
                  <a:lnTo>
                    <a:pt x="3132" y="804"/>
                  </a:lnTo>
                  <a:lnTo>
                    <a:pt x="3133" y="773"/>
                  </a:lnTo>
                  <a:lnTo>
                    <a:pt x="3133" y="773"/>
                  </a:lnTo>
                  <a:lnTo>
                    <a:pt x="3133" y="771"/>
                  </a:lnTo>
                  <a:lnTo>
                    <a:pt x="3134" y="725"/>
                  </a:lnTo>
                  <a:lnTo>
                    <a:pt x="3135" y="776"/>
                  </a:lnTo>
                  <a:lnTo>
                    <a:pt x="3135" y="757"/>
                  </a:lnTo>
                  <a:lnTo>
                    <a:pt x="3135" y="757"/>
                  </a:lnTo>
                  <a:lnTo>
                    <a:pt x="3135" y="759"/>
                  </a:lnTo>
                  <a:lnTo>
                    <a:pt x="3136" y="619"/>
                  </a:lnTo>
                  <a:lnTo>
                    <a:pt x="3136" y="728"/>
                  </a:lnTo>
                  <a:lnTo>
                    <a:pt x="3136" y="728"/>
                  </a:lnTo>
                  <a:lnTo>
                    <a:pt x="3137" y="708"/>
                  </a:lnTo>
                  <a:lnTo>
                    <a:pt x="3138" y="804"/>
                  </a:lnTo>
                  <a:lnTo>
                    <a:pt x="3138" y="804"/>
                  </a:lnTo>
                  <a:lnTo>
                    <a:pt x="3138" y="804"/>
                  </a:lnTo>
                  <a:lnTo>
                    <a:pt x="3139" y="796"/>
                  </a:lnTo>
                  <a:lnTo>
                    <a:pt x="3139" y="796"/>
                  </a:lnTo>
                  <a:lnTo>
                    <a:pt x="3139" y="796"/>
                  </a:lnTo>
                  <a:lnTo>
                    <a:pt x="3141" y="759"/>
                  </a:lnTo>
                  <a:lnTo>
                    <a:pt x="3141" y="768"/>
                  </a:lnTo>
                  <a:lnTo>
                    <a:pt x="3141" y="768"/>
                  </a:lnTo>
                  <a:lnTo>
                    <a:pt x="3141" y="767"/>
                  </a:lnTo>
                  <a:lnTo>
                    <a:pt x="3142" y="800"/>
                  </a:lnTo>
                  <a:lnTo>
                    <a:pt x="3142" y="794"/>
                  </a:lnTo>
                  <a:lnTo>
                    <a:pt x="3142" y="794"/>
                  </a:lnTo>
                  <a:lnTo>
                    <a:pt x="3143" y="799"/>
                  </a:lnTo>
                  <a:lnTo>
                    <a:pt x="3144" y="794"/>
                  </a:lnTo>
                  <a:lnTo>
                    <a:pt x="3144" y="796"/>
                  </a:lnTo>
                  <a:lnTo>
                    <a:pt x="3144" y="796"/>
                  </a:lnTo>
                  <a:lnTo>
                    <a:pt x="3144" y="800"/>
                  </a:lnTo>
                  <a:lnTo>
                    <a:pt x="3145" y="762"/>
                  </a:lnTo>
                  <a:lnTo>
                    <a:pt x="3145" y="761"/>
                  </a:lnTo>
                  <a:lnTo>
                    <a:pt x="3147" y="665"/>
                  </a:lnTo>
                  <a:lnTo>
                    <a:pt x="3147" y="665"/>
                  </a:lnTo>
                  <a:lnTo>
                    <a:pt x="3147" y="666"/>
                  </a:lnTo>
                  <a:lnTo>
                    <a:pt x="3148" y="657"/>
                  </a:lnTo>
                  <a:lnTo>
                    <a:pt x="3148" y="797"/>
                  </a:lnTo>
                  <a:lnTo>
                    <a:pt x="3148" y="797"/>
                  </a:lnTo>
                  <a:lnTo>
                    <a:pt x="3148" y="797"/>
                  </a:lnTo>
                  <a:lnTo>
                    <a:pt x="3149" y="804"/>
                  </a:lnTo>
                  <a:lnTo>
                    <a:pt x="3150" y="804"/>
                  </a:lnTo>
                  <a:lnTo>
                    <a:pt x="3150" y="804"/>
                  </a:lnTo>
                  <a:lnTo>
                    <a:pt x="3151" y="752"/>
                  </a:lnTo>
                  <a:lnTo>
                    <a:pt x="3151" y="752"/>
                  </a:lnTo>
                  <a:lnTo>
                    <a:pt x="3151" y="752"/>
                  </a:lnTo>
                  <a:lnTo>
                    <a:pt x="3152" y="736"/>
                  </a:lnTo>
                  <a:lnTo>
                    <a:pt x="3153" y="798"/>
                  </a:lnTo>
                  <a:lnTo>
                    <a:pt x="3153" y="797"/>
                  </a:lnTo>
                  <a:lnTo>
                    <a:pt x="3153" y="797"/>
                  </a:lnTo>
                  <a:lnTo>
                    <a:pt x="3154" y="778"/>
                  </a:lnTo>
                  <a:lnTo>
                    <a:pt x="3154" y="788"/>
                  </a:lnTo>
                  <a:lnTo>
                    <a:pt x="3154" y="788"/>
                  </a:lnTo>
                  <a:lnTo>
                    <a:pt x="3155" y="802"/>
                  </a:lnTo>
                  <a:lnTo>
                    <a:pt x="3156" y="792"/>
                  </a:lnTo>
                  <a:lnTo>
                    <a:pt x="3156" y="792"/>
                  </a:lnTo>
                  <a:lnTo>
                    <a:pt x="3156" y="794"/>
                  </a:lnTo>
                  <a:lnTo>
                    <a:pt x="3157" y="561"/>
                  </a:lnTo>
                  <a:lnTo>
                    <a:pt x="3157" y="631"/>
                  </a:lnTo>
                  <a:lnTo>
                    <a:pt x="3157" y="631"/>
                  </a:lnTo>
                  <a:lnTo>
                    <a:pt x="3158" y="603"/>
                  </a:lnTo>
                  <a:lnTo>
                    <a:pt x="3159" y="782"/>
                  </a:lnTo>
                  <a:lnTo>
                    <a:pt x="3159" y="782"/>
                  </a:lnTo>
                  <a:lnTo>
                    <a:pt x="3159" y="782"/>
                  </a:lnTo>
                  <a:lnTo>
                    <a:pt x="3159" y="804"/>
                  </a:lnTo>
                  <a:lnTo>
                    <a:pt x="3160" y="804"/>
                  </a:lnTo>
                  <a:lnTo>
                    <a:pt x="3160" y="804"/>
                  </a:lnTo>
                  <a:lnTo>
                    <a:pt x="3162" y="789"/>
                  </a:lnTo>
                  <a:lnTo>
                    <a:pt x="3162" y="789"/>
                  </a:lnTo>
                  <a:lnTo>
                    <a:pt x="3162" y="789"/>
                  </a:lnTo>
                  <a:lnTo>
                    <a:pt x="3163" y="707"/>
                  </a:lnTo>
                  <a:lnTo>
                    <a:pt x="3163" y="739"/>
                  </a:lnTo>
                  <a:lnTo>
                    <a:pt x="3163" y="739"/>
                  </a:lnTo>
                  <a:lnTo>
                    <a:pt x="3163" y="739"/>
                  </a:lnTo>
                  <a:lnTo>
                    <a:pt x="3164" y="783"/>
                  </a:lnTo>
                  <a:lnTo>
                    <a:pt x="3165" y="777"/>
                  </a:lnTo>
                  <a:lnTo>
                    <a:pt x="3165" y="777"/>
                  </a:lnTo>
                  <a:lnTo>
                    <a:pt x="3166" y="793"/>
                  </a:lnTo>
                  <a:lnTo>
                    <a:pt x="3166" y="757"/>
                  </a:lnTo>
                  <a:lnTo>
                    <a:pt x="3166" y="765"/>
                  </a:lnTo>
                  <a:lnTo>
                    <a:pt x="3166" y="765"/>
                  </a:lnTo>
                  <a:lnTo>
                    <a:pt x="3168" y="589"/>
                  </a:lnTo>
                  <a:lnTo>
                    <a:pt x="3168" y="595"/>
                  </a:lnTo>
                  <a:lnTo>
                    <a:pt x="3168" y="595"/>
                  </a:lnTo>
                  <a:lnTo>
                    <a:pt x="3169" y="793"/>
                  </a:lnTo>
                  <a:lnTo>
                    <a:pt x="3169" y="727"/>
                  </a:lnTo>
                  <a:lnTo>
                    <a:pt x="3169" y="727"/>
                  </a:lnTo>
                  <a:lnTo>
                    <a:pt x="3170" y="722"/>
                  </a:lnTo>
                  <a:lnTo>
                    <a:pt x="3171" y="804"/>
                  </a:lnTo>
                  <a:lnTo>
                    <a:pt x="3171" y="804"/>
                  </a:lnTo>
                  <a:lnTo>
                    <a:pt x="3171" y="804"/>
                  </a:lnTo>
                  <a:lnTo>
                    <a:pt x="3172" y="804"/>
                  </a:lnTo>
                  <a:lnTo>
                    <a:pt x="3172" y="804"/>
                  </a:lnTo>
                  <a:lnTo>
                    <a:pt x="3174" y="694"/>
                  </a:lnTo>
                  <a:lnTo>
                    <a:pt x="3174" y="713"/>
                  </a:lnTo>
                  <a:lnTo>
                    <a:pt x="3174" y="713"/>
                  </a:lnTo>
                  <a:lnTo>
                    <a:pt x="3174" y="711"/>
                  </a:lnTo>
                  <a:lnTo>
                    <a:pt x="3175" y="787"/>
                  </a:lnTo>
                  <a:lnTo>
                    <a:pt x="3175" y="787"/>
                  </a:lnTo>
                  <a:lnTo>
                    <a:pt x="3175" y="787"/>
                  </a:lnTo>
                  <a:lnTo>
                    <a:pt x="3176" y="776"/>
                  </a:lnTo>
                  <a:lnTo>
                    <a:pt x="3177" y="795"/>
                  </a:lnTo>
                  <a:lnTo>
                    <a:pt x="3177" y="786"/>
                  </a:lnTo>
                  <a:lnTo>
                    <a:pt x="3177" y="786"/>
                  </a:lnTo>
                  <a:lnTo>
                    <a:pt x="3178" y="804"/>
                  </a:lnTo>
                  <a:lnTo>
                    <a:pt x="3178" y="582"/>
                  </a:lnTo>
                  <a:lnTo>
                    <a:pt x="3178" y="582"/>
                  </a:lnTo>
                  <a:lnTo>
                    <a:pt x="3178" y="581"/>
                  </a:lnTo>
                  <a:lnTo>
                    <a:pt x="3180" y="795"/>
                  </a:lnTo>
                  <a:lnTo>
                    <a:pt x="3180" y="781"/>
                  </a:lnTo>
                  <a:lnTo>
                    <a:pt x="3180" y="781"/>
                  </a:lnTo>
                  <a:lnTo>
                    <a:pt x="3181" y="804"/>
                  </a:lnTo>
                  <a:lnTo>
                    <a:pt x="3181" y="804"/>
                  </a:lnTo>
                  <a:lnTo>
                    <a:pt x="3181" y="804"/>
                  </a:lnTo>
                  <a:lnTo>
                    <a:pt x="3183" y="797"/>
                  </a:lnTo>
                  <a:lnTo>
                    <a:pt x="3183" y="797"/>
                  </a:lnTo>
                  <a:lnTo>
                    <a:pt x="3183" y="797"/>
                  </a:lnTo>
                  <a:lnTo>
                    <a:pt x="3183" y="801"/>
                  </a:lnTo>
                  <a:lnTo>
                    <a:pt x="3184" y="753"/>
                  </a:lnTo>
                  <a:lnTo>
                    <a:pt x="3184" y="784"/>
                  </a:lnTo>
                  <a:lnTo>
                    <a:pt x="3184" y="784"/>
                  </a:lnTo>
                  <a:lnTo>
                    <a:pt x="3185" y="791"/>
                  </a:lnTo>
                  <a:lnTo>
                    <a:pt x="3186" y="725"/>
                  </a:lnTo>
                  <a:lnTo>
                    <a:pt x="3186" y="725"/>
                  </a:lnTo>
                  <a:lnTo>
                    <a:pt x="3186" y="725"/>
                  </a:lnTo>
                  <a:lnTo>
                    <a:pt x="3187" y="804"/>
                  </a:lnTo>
                  <a:lnTo>
                    <a:pt x="3187" y="742"/>
                  </a:lnTo>
                  <a:lnTo>
                    <a:pt x="3187" y="742"/>
                  </a:lnTo>
                  <a:lnTo>
                    <a:pt x="3189" y="687"/>
                  </a:lnTo>
                  <a:lnTo>
                    <a:pt x="3189" y="763"/>
                  </a:lnTo>
                  <a:lnTo>
                    <a:pt x="3189" y="721"/>
                  </a:lnTo>
                  <a:lnTo>
                    <a:pt x="3189" y="720"/>
                  </a:lnTo>
                  <a:lnTo>
                    <a:pt x="3190" y="617"/>
                  </a:lnTo>
                  <a:lnTo>
                    <a:pt x="3191" y="724"/>
                  </a:lnTo>
                  <a:lnTo>
                    <a:pt x="3191" y="711"/>
                  </a:lnTo>
                  <a:lnTo>
                    <a:pt x="3191" y="711"/>
                  </a:lnTo>
                  <a:lnTo>
                    <a:pt x="3192" y="797"/>
                  </a:lnTo>
                  <a:lnTo>
                    <a:pt x="3192" y="797"/>
                  </a:lnTo>
                  <a:lnTo>
                    <a:pt x="3192" y="797"/>
                  </a:lnTo>
                  <a:lnTo>
                    <a:pt x="3192" y="804"/>
                  </a:lnTo>
                  <a:lnTo>
                    <a:pt x="3194" y="804"/>
                  </a:lnTo>
                  <a:lnTo>
                    <a:pt x="3194" y="804"/>
                  </a:lnTo>
                  <a:lnTo>
                    <a:pt x="3195" y="739"/>
                  </a:lnTo>
                  <a:lnTo>
                    <a:pt x="3195" y="757"/>
                  </a:lnTo>
                  <a:lnTo>
                    <a:pt x="3195" y="757"/>
                  </a:lnTo>
                  <a:lnTo>
                    <a:pt x="3195" y="757"/>
                  </a:lnTo>
                  <a:lnTo>
                    <a:pt x="3196" y="788"/>
                  </a:lnTo>
                  <a:lnTo>
                    <a:pt x="3197" y="787"/>
                  </a:lnTo>
                  <a:lnTo>
                    <a:pt x="3197" y="787"/>
                  </a:lnTo>
                  <a:lnTo>
                    <a:pt x="3198" y="800"/>
                  </a:lnTo>
                  <a:lnTo>
                    <a:pt x="3198" y="796"/>
                  </a:lnTo>
                  <a:lnTo>
                    <a:pt x="3198" y="796"/>
                  </a:lnTo>
                  <a:lnTo>
                    <a:pt x="3198" y="797"/>
                  </a:lnTo>
                  <a:lnTo>
                    <a:pt x="3199" y="635"/>
                  </a:lnTo>
                  <a:lnTo>
                    <a:pt x="3200" y="701"/>
                  </a:lnTo>
                  <a:lnTo>
                    <a:pt x="3200" y="702"/>
                  </a:lnTo>
                  <a:lnTo>
                    <a:pt x="3200" y="668"/>
                  </a:lnTo>
                  <a:lnTo>
                    <a:pt x="3201" y="746"/>
                  </a:lnTo>
                  <a:lnTo>
                    <a:pt x="3201" y="715"/>
                  </a:lnTo>
                  <a:lnTo>
                    <a:pt x="3201" y="715"/>
                  </a:lnTo>
                  <a:lnTo>
                    <a:pt x="3201" y="628"/>
                  </a:lnTo>
                  <a:lnTo>
                    <a:pt x="3203" y="804"/>
                  </a:lnTo>
                  <a:lnTo>
                    <a:pt x="3203" y="804"/>
                  </a:lnTo>
                  <a:lnTo>
                    <a:pt x="3203" y="804"/>
                  </a:lnTo>
                  <a:lnTo>
                    <a:pt x="3204" y="804"/>
                  </a:lnTo>
                  <a:lnTo>
                    <a:pt x="3204" y="804"/>
                  </a:lnTo>
                  <a:lnTo>
                    <a:pt x="3206" y="746"/>
                  </a:lnTo>
                  <a:lnTo>
                    <a:pt x="3206" y="746"/>
                  </a:lnTo>
                  <a:lnTo>
                    <a:pt x="3206" y="746"/>
                  </a:lnTo>
                  <a:lnTo>
                    <a:pt x="3207" y="802"/>
                  </a:lnTo>
                  <a:lnTo>
                    <a:pt x="3207" y="802"/>
                  </a:lnTo>
                  <a:lnTo>
                    <a:pt x="3207" y="802"/>
                  </a:lnTo>
                  <a:lnTo>
                    <a:pt x="3208" y="768"/>
                  </a:lnTo>
                  <a:lnTo>
                    <a:pt x="3209" y="771"/>
                  </a:lnTo>
                  <a:lnTo>
                    <a:pt x="3209" y="771"/>
                  </a:lnTo>
                  <a:lnTo>
                    <a:pt x="3209" y="799"/>
                  </a:lnTo>
                  <a:lnTo>
                    <a:pt x="3210" y="732"/>
                  </a:lnTo>
                  <a:lnTo>
                    <a:pt x="3210" y="736"/>
                  </a:lnTo>
                  <a:lnTo>
                    <a:pt x="3210" y="736"/>
                  </a:lnTo>
                  <a:lnTo>
                    <a:pt x="3210" y="740"/>
                  </a:lnTo>
                  <a:lnTo>
                    <a:pt x="3211" y="627"/>
                  </a:lnTo>
                  <a:lnTo>
                    <a:pt x="3212" y="671"/>
                  </a:lnTo>
                  <a:lnTo>
                    <a:pt x="3212" y="671"/>
                  </a:lnTo>
                  <a:lnTo>
                    <a:pt x="3213" y="799"/>
                  </a:lnTo>
                  <a:lnTo>
                    <a:pt x="3213" y="799"/>
                  </a:lnTo>
                  <a:lnTo>
                    <a:pt x="3213" y="799"/>
                  </a:lnTo>
                  <a:lnTo>
                    <a:pt x="3213" y="804"/>
                  </a:lnTo>
                  <a:lnTo>
                    <a:pt x="3215" y="804"/>
                  </a:lnTo>
                  <a:lnTo>
                    <a:pt x="3215" y="804"/>
                  </a:lnTo>
                  <a:lnTo>
                    <a:pt x="3216" y="750"/>
                  </a:lnTo>
                  <a:lnTo>
                    <a:pt x="3216" y="750"/>
                  </a:lnTo>
                  <a:lnTo>
                    <a:pt x="3216" y="750"/>
                  </a:lnTo>
                  <a:lnTo>
                    <a:pt x="3216" y="739"/>
                  </a:lnTo>
                  <a:lnTo>
                    <a:pt x="3218" y="802"/>
                  </a:lnTo>
                  <a:lnTo>
                    <a:pt x="3218" y="797"/>
                  </a:lnTo>
                  <a:lnTo>
                    <a:pt x="3218" y="797"/>
                  </a:lnTo>
                  <a:lnTo>
                    <a:pt x="3219" y="765"/>
                  </a:lnTo>
                  <a:lnTo>
                    <a:pt x="3219" y="765"/>
                  </a:lnTo>
                  <a:lnTo>
                    <a:pt x="3219" y="765"/>
                  </a:lnTo>
                  <a:lnTo>
                    <a:pt x="3220" y="801"/>
                  </a:lnTo>
                  <a:lnTo>
                    <a:pt x="3221" y="656"/>
                  </a:lnTo>
                  <a:lnTo>
                    <a:pt x="3221" y="656"/>
                  </a:lnTo>
                  <a:lnTo>
                    <a:pt x="3221" y="656"/>
                  </a:lnTo>
                  <a:lnTo>
                    <a:pt x="3222" y="794"/>
                  </a:lnTo>
                  <a:lnTo>
                    <a:pt x="3222" y="632"/>
                  </a:lnTo>
                  <a:lnTo>
                    <a:pt x="3222" y="634"/>
                  </a:lnTo>
                  <a:lnTo>
                    <a:pt x="3222" y="634"/>
                  </a:lnTo>
                  <a:lnTo>
                    <a:pt x="3222" y="581"/>
                  </a:lnTo>
                  <a:lnTo>
                    <a:pt x="3224" y="784"/>
                  </a:lnTo>
                  <a:lnTo>
                    <a:pt x="3224" y="784"/>
                  </a:lnTo>
                  <a:lnTo>
                    <a:pt x="3224" y="784"/>
                  </a:lnTo>
                  <a:lnTo>
                    <a:pt x="3224" y="804"/>
                  </a:lnTo>
                  <a:lnTo>
                    <a:pt x="3225" y="804"/>
                  </a:lnTo>
                  <a:lnTo>
                    <a:pt x="3225" y="804"/>
                  </a:lnTo>
                  <a:lnTo>
                    <a:pt x="3227" y="756"/>
                  </a:lnTo>
                  <a:lnTo>
                    <a:pt x="3227" y="755"/>
                  </a:lnTo>
                  <a:lnTo>
                    <a:pt x="3227" y="737"/>
                  </a:lnTo>
                  <a:lnTo>
                    <a:pt x="3228" y="801"/>
                  </a:lnTo>
                  <a:lnTo>
                    <a:pt x="3228" y="797"/>
                  </a:lnTo>
                  <a:lnTo>
                    <a:pt x="3228" y="797"/>
                  </a:lnTo>
                  <a:lnTo>
                    <a:pt x="3228" y="798"/>
                  </a:lnTo>
                  <a:lnTo>
                    <a:pt x="3230" y="751"/>
                  </a:lnTo>
                  <a:lnTo>
                    <a:pt x="3230" y="750"/>
                  </a:lnTo>
                  <a:lnTo>
                    <a:pt x="3230" y="658"/>
                  </a:lnTo>
                  <a:lnTo>
                    <a:pt x="3231" y="781"/>
                  </a:lnTo>
                  <a:lnTo>
                    <a:pt x="3231" y="781"/>
                  </a:lnTo>
                  <a:lnTo>
                    <a:pt x="3231" y="781"/>
                  </a:lnTo>
                  <a:lnTo>
                    <a:pt x="3232" y="793"/>
                  </a:lnTo>
                  <a:lnTo>
                    <a:pt x="3233" y="564"/>
                  </a:lnTo>
                  <a:lnTo>
                    <a:pt x="3233" y="563"/>
                  </a:lnTo>
                  <a:lnTo>
                    <a:pt x="3233" y="526"/>
                  </a:lnTo>
                  <a:lnTo>
                    <a:pt x="3234" y="765"/>
                  </a:lnTo>
                  <a:lnTo>
                    <a:pt x="3234" y="765"/>
                  </a:lnTo>
                  <a:lnTo>
                    <a:pt x="3235" y="804"/>
                  </a:lnTo>
                  <a:lnTo>
                    <a:pt x="3236" y="800"/>
                  </a:lnTo>
                  <a:lnTo>
                    <a:pt x="3236" y="800"/>
                  </a:lnTo>
                  <a:lnTo>
                    <a:pt x="3236" y="804"/>
                  </a:lnTo>
                  <a:lnTo>
                    <a:pt x="3237" y="792"/>
                  </a:lnTo>
                  <a:lnTo>
                    <a:pt x="3237" y="792"/>
                  </a:lnTo>
                  <a:lnTo>
                    <a:pt x="3237" y="792"/>
                  </a:lnTo>
                  <a:lnTo>
                    <a:pt x="3238" y="767"/>
                  </a:lnTo>
                  <a:lnTo>
                    <a:pt x="3239" y="777"/>
                  </a:lnTo>
                  <a:lnTo>
                    <a:pt x="3239" y="777"/>
                  </a:lnTo>
                  <a:lnTo>
                    <a:pt x="3240" y="799"/>
                  </a:lnTo>
                  <a:lnTo>
                    <a:pt x="3240" y="797"/>
                  </a:lnTo>
                  <a:lnTo>
                    <a:pt x="3240" y="797"/>
                  </a:lnTo>
                  <a:lnTo>
                    <a:pt x="3240" y="798"/>
                  </a:lnTo>
                  <a:lnTo>
                    <a:pt x="3242" y="732"/>
                  </a:lnTo>
                  <a:lnTo>
                    <a:pt x="3242" y="732"/>
                  </a:lnTo>
                  <a:lnTo>
                    <a:pt x="3242" y="732"/>
                  </a:lnTo>
                  <a:lnTo>
                    <a:pt x="3243" y="780"/>
                  </a:lnTo>
                  <a:lnTo>
                    <a:pt x="3243" y="687"/>
                  </a:lnTo>
                  <a:lnTo>
                    <a:pt x="3243" y="690"/>
                  </a:lnTo>
                  <a:lnTo>
                    <a:pt x="3243" y="690"/>
                  </a:lnTo>
                  <a:lnTo>
                    <a:pt x="3243" y="619"/>
                  </a:lnTo>
                  <a:lnTo>
                    <a:pt x="3245" y="787"/>
                  </a:lnTo>
                  <a:lnTo>
                    <a:pt x="3245" y="783"/>
                  </a:lnTo>
                  <a:lnTo>
                    <a:pt x="3245" y="783"/>
                  </a:lnTo>
                  <a:lnTo>
                    <a:pt x="3245" y="780"/>
                  </a:lnTo>
                  <a:lnTo>
                    <a:pt x="3246" y="804"/>
                  </a:lnTo>
                  <a:lnTo>
                    <a:pt x="3246" y="804"/>
                  </a:lnTo>
                  <a:lnTo>
                    <a:pt x="3246" y="804"/>
                  </a:lnTo>
                  <a:lnTo>
                    <a:pt x="3248" y="804"/>
                  </a:lnTo>
                  <a:lnTo>
                    <a:pt x="3248" y="804"/>
                  </a:lnTo>
                  <a:lnTo>
                    <a:pt x="3249" y="713"/>
                  </a:lnTo>
                  <a:lnTo>
                    <a:pt x="3249" y="713"/>
                  </a:lnTo>
                  <a:lnTo>
                    <a:pt x="3249" y="713"/>
                  </a:lnTo>
                  <a:lnTo>
                    <a:pt x="3249" y="713"/>
                  </a:lnTo>
                  <a:lnTo>
                    <a:pt x="3250" y="804"/>
                  </a:lnTo>
                  <a:lnTo>
                    <a:pt x="3251" y="766"/>
                  </a:lnTo>
                  <a:lnTo>
                    <a:pt x="3251" y="766"/>
                  </a:lnTo>
                  <a:lnTo>
                    <a:pt x="3252" y="786"/>
                  </a:lnTo>
                  <a:lnTo>
                    <a:pt x="3252" y="719"/>
                  </a:lnTo>
                  <a:lnTo>
                    <a:pt x="3252" y="719"/>
                  </a:lnTo>
                  <a:lnTo>
                    <a:pt x="3253" y="547"/>
                  </a:lnTo>
                  <a:lnTo>
                    <a:pt x="3254" y="687"/>
                  </a:lnTo>
                  <a:lnTo>
                    <a:pt x="3254" y="687"/>
                  </a:lnTo>
                  <a:lnTo>
                    <a:pt x="3254" y="674"/>
                  </a:lnTo>
                  <a:lnTo>
                    <a:pt x="3254" y="770"/>
                  </a:lnTo>
                  <a:lnTo>
                    <a:pt x="3255" y="710"/>
                  </a:lnTo>
                  <a:lnTo>
                    <a:pt x="3255" y="710"/>
                  </a:lnTo>
                  <a:lnTo>
                    <a:pt x="3255" y="708"/>
                  </a:lnTo>
                  <a:lnTo>
                    <a:pt x="3256" y="804"/>
                  </a:lnTo>
                  <a:lnTo>
                    <a:pt x="3257" y="804"/>
                  </a:lnTo>
                  <a:lnTo>
                    <a:pt x="3257" y="804"/>
                  </a:lnTo>
                  <a:lnTo>
                    <a:pt x="3258" y="797"/>
                  </a:lnTo>
                  <a:lnTo>
                    <a:pt x="3258" y="797"/>
                  </a:lnTo>
                  <a:lnTo>
                    <a:pt x="3258" y="797"/>
                  </a:lnTo>
                  <a:lnTo>
                    <a:pt x="3258" y="804"/>
                  </a:lnTo>
                  <a:lnTo>
                    <a:pt x="3259" y="779"/>
                  </a:lnTo>
                  <a:lnTo>
                    <a:pt x="3260" y="789"/>
                  </a:lnTo>
                  <a:lnTo>
                    <a:pt x="3260" y="789"/>
                  </a:lnTo>
                  <a:lnTo>
                    <a:pt x="3260" y="771"/>
                  </a:lnTo>
                  <a:lnTo>
                    <a:pt x="3261" y="793"/>
                  </a:lnTo>
                  <a:lnTo>
                    <a:pt x="3261" y="791"/>
                  </a:lnTo>
                  <a:lnTo>
                    <a:pt x="3261" y="791"/>
                  </a:lnTo>
                  <a:lnTo>
                    <a:pt x="3262" y="789"/>
                  </a:lnTo>
                  <a:lnTo>
                    <a:pt x="3262" y="800"/>
                  </a:lnTo>
                  <a:lnTo>
                    <a:pt x="3263" y="795"/>
                  </a:lnTo>
                  <a:lnTo>
                    <a:pt x="3263" y="795"/>
                  </a:lnTo>
                  <a:lnTo>
                    <a:pt x="3263" y="796"/>
                  </a:lnTo>
                  <a:lnTo>
                    <a:pt x="3264" y="670"/>
                  </a:lnTo>
                  <a:lnTo>
                    <a:pt x="3264" y="760"/>
                  </a:lnTo>
                  <a:lnTo>
                    <a:pt x="3264" y="760"/>
                  </a:lnTo>
                  <a:lnTo>
                    <a:pt x="3266" y="644"/>
                  </a:lnTo>
                  <a:lnTo>
                    <a:pt x="3266" y="710"/>
                  </a:lnTo>
                  <a:lnTo>
                    <a:pt x="3266" y="710"/>
                  </a:lnTo>
                  <a:lnTo>
                    <a:pt x="3266" y="704"/>
                  </a:lnTo>
                  <a:lnTo>
                    <a:pt x="3267" y="802"/>
                  </a:lnTo>
                  <a:lnTo>
                    <a:pt x="3267" y="802"/>
                  </a:lnTo>
                  <a:lnTo>
                    <a:pt x="3267" y="802"/>
                  </a:lnTo>
                  <a:lnTo>
                    <a:pt x="3267" y="804"/>
                  </a:lnTo>
                  <a:lnTo>
                    <a:pt x="3269" y="804"/>
                  </a:lnTo>
                  <a:lnTo>
                    <a:pt x="3269" y="804"/>
                  </a:lnTo>
                  <a:lnTo>
                    <a:pt x="3270" y="756"/>
                  </a:lnTo>
                  <a:lnTo>
                    <a:pt x="3270" y="759"/>
                  </a:lnTo>
                  <a:lnTo>
                    <a:pt x="3270" y="759"/>
                  </a:lnTo>
                  <a:lnTo>
                    <a:pt x="3270" y="759"/>
                  </a:lnTo>
                  <a:lnTo>
                    <a:pt x="3272" y="799"/>
                  </a:lnTo>
                  <a:lnTo>
                    <a:pt x="3272" y="799"/>
                  </a:lnTo>
                  <a:lnTo>
                    <a:pt x="3272" y="799"/>
                  </a:lnTo>
                  <a:lnTo>
                    <a:pt x="3272" y="790"/>
                  </a:lnTo>
                  <a:lnTo>
                    <a:pt x="3273" y="802"/>
                  </a:lnTo>
                  <a:lnTo>
                    <a:pt x="3273" y="801"/>
                  </a:lnTo>
                  <a:lnTo>
                    <a:pt x="3273" y="801"/>
                  </a:lnTo>
                  <a:lnTo>
                    <a:pt x="3275" y="746"/>
                  </a:lnTo>
                  <a:lnTo>
                    <a:pt x="3275" y="746"/>
                  </a:lnTo>
                  <a:lnTo>
                    <a:pt x="3275" y="746"/>
                  </a:lnTo>
                  <a:lnTo>
                    <a:pt x="3275" y="646"/>
                  </a:lnTo>
                  <a:lnTo>
                    <a:pt x="3276" y="763"/>
                  </a:lnTo>
                  <a:lnTo>
                    <a:pt x="3276" y="764"/>
                  </a:lnTo>
                  <a:lnTo>
                    <a:pt x="3276" y="791"/>
                  </a:lnTo>
                  <a:lnTo>
                    <a:pt x="3277" y="714"/>
                  </a:lnTo>
                  <a:lnTo>
                    <a:pt x="3278" y="722"/>
                  </a:lnTo>
                  <a:lnTo>
                    <a:pt x="3278" y="722"/>
                  </a:lnTo>
                  <a:lnTo>
                    <a:pt x="3278" y="804"/>
                  </a:lnTo>
                  <a:lnTo>
                    <a:pt x="3279" y="804"/>
                  </a:lnTo>
                  <a:lnTo>
                    <a:pt x="3279" y="804"/>
                  </a:lnTo>
                  <a:lnTo>
                    <a:pt x="3281" y="761"/>
                  </a:lnTo>
                  <a:lnTo>
                    <a:pt x="3281" y="761"/>
                  </a:lnTo>
                  <a:lnTo>
                    <a:pt x="3281" y="760"/>
                  </a:lnTo>
                  <a:lnTo>
                    <a:pt x="3282" y="782"/>
                  </a:lnTo>
                  <a:lnTo>
                    <a:pt x="3282" y="781"/>
                  </a:lnTo>
                  <a:lnTo>
                    <a:pt x="3282" y="781"/>
                  </a:lnTo>
                  <a:lnTo>
                    <a:pt x="3283" y="803"/>
                  </a:lnTo>
                  <a:lnTo>
                    <a:pt x="3284" y="795"/>
                  </a:lnTo>
                  <a:lnTo>
                    <a:pt x="3284" y="795"/>
                  </a:lnTo>
                  <a:lnTo>
                    <a:pt x="3284" y="795"/>
                  </a:lnTo>
                  <a:lnTo>
                    <a:pt x="3285" y="714"/>
                  </a:lnTo>
                  <a:lnTo>
                    <a:pt x="3285" y="714"/>
                  </a:lnTo>
                  <a:lnTo>
                    <a:pt x="3285" y="714"/>
                  </a:lnTo>
                  <a:lnTo>
                    <a:pt x="3285" y="725"/>
                  </a:lnTo>
                  <a:lnTo>
                    <a:pt x="3287" y="515"/>
                  </a:lnTo>
                  <a:lnTo>
                    <a:pt x="3287" y="545"/>
                  </a:lnTo>
                  <a:lnTo>
                    <a:pt x="3287" y="545"/>
                  </a:lnTo>
                  <a:lnTo>
                    <a:pt x="3288" y="794"/>
                  </a:lnTo>
                  <a:lnTo>
                    <a:pt x="3288" y="794"/>
                  </a:lnTo>
                  <a:lnTo>
                    <a:pt x="3288" y="794"/>
                  </a:lnTo>
                  <a:lnTo>
                    <a:pt x="3288" y="804"/>
                  </a:lnTo>
                  <a:lnTo>
                    <a:pt x="3290" y="804"/>
                  </a:lnTo>
                  <a:lnTo>
                    <a:pt x="3290" y="804"/>
                  </a:lnTo>
                  <a:lnTo>
                    <a:pt x="3291" y="769"/>
                  </a:lnTo>
                  <a:lnTo>
                    <a:pt x="3291" y="769"/>
                  </a:lnTo>
                  <a:lnTo>
                    <a:pt x="3291" y="769"/>
                  </a:lnTo>
                  <a:lnTo>
                    <a:pt x="3291" y="755"/>
                  </a:lnTo>
                  <a:lnTo>
                    <a:pt x="3293" y="799"/>
                  </a:lnTo>
                  <a:lnTo>
                    <a:pt x="3293" y="789"/>
                  </a:lnTo>
                  <a:lnTo>
                    <a:pt x="3293" y="788"/>
                  </a:lnTo>
                  <a:lnTo>
                    <a:pt x="3293" y="733"/>
                  </a:lnTo>
                  <a:lnTo>
                    <a:pt x="3294" y="771"/>
                  </a:lnTo>
                  <a:lnTo>
                    <a:pt x="3294" y="771"/>
                  </a:lnTo>
                  <a:lnTo>
                    <a:pt x="3295" y="800"/>
                  </a:lnTo>
                  <a:lnTo>
                    <a:pt x="3296" y="730"/>
                  </a:lnTo>
                  <a:lnTo>
                    <a:pt x="3296" y="730"/>
                  </a:lnTo>
                  <a:lnTo>
                    <a:pt x="3296" y="730"/>
                  </a:lnTo>
                  <a:lnTo>
                    <a:pt x="3297" y="782"/>
                  </a:lnTo>
                  <a:lnTo>
                    <a:pt x="3297" y="675"/>
                  </a:lnTo>
                  <a:lnTo>
                    <a:pt x="3297" y="672"/>
                  </a:lnTo>
                  <a:lnTo>
                    <a:pt x="3297" y="625"/>
                  </a:lnTo>
                  <a:lnTo>
                    <a:pt x="3298" y="793"/>
                  </a:lnTo>
                  <a:lnTo>
                    <a:pt x="3299" y="722"/>
                  </a:lnTo>
                  <a:lnTo>
                    <a:pt x="3299" y="722"/>
                  </a:lnTo>
                  <a:lnTo>
                    <a:pt x="3299" y="721"/>
                  </a:lnTo>
                  <a:lnTo>
                    <a:pt x="3300" y="804"/>
                  </a:lnTo>
                  <a:lnTo>
                    <a:pt x="3300" y="804"/>
                  </a:lnTo>
                  <a:lnTo>
                    <a:pt x="3300" y="804"/>
                  </a:lnTo>
                  <a:lnTo>
                    <a:pt x="3300" y="799"/>
                  </a:lnTo>
                  <a:lnTo>
                    <a:pt x="3302" y="804"/>
                  </a:lnTo>
                  <a:lnTo>
                    <a:pt x="3302" y="804"/>
                  </a:lnTo>
                  <a:lnTo>
                    <a:pt x="3302" y="748"/>
                  </a:lnTo>
                  <a:lnTo>
                    <a:pt x="3303" y="765"/>
                  </a:lnTo>
                  <a:lnTo>
                    <a:pt x="3303" y="765"/>
                  </a:lnTo>
                  <a:lnTo>
                    <a:pt x="3304" y="717"/>
                  </a:lnTo>
                  <a:lnTo>
                    <a:pt x="3305" y="795"/>
                  </a:lnTo>
                  <a:lnTo>
                    <a:pt x="3305" y="792"/>
                  </a:lnTo>
                  <a:lnTo>
                    <a:pt x="3305" y="792"/>
                  </a:lnTo>
                  <a:lnTo>
                    <a:pt x="3306" y="800"/>
                  </a:lnTo>
                  <a:lnTo>
                    <a:pt x="3306" y="763"/>
                  </a:lnTo>
                  <a:lnTo>
                    <a:pt x="3306" y="763"/>
                  </a:lnTo>
                  <a:lnTo>
                    <a:pt x="3306" y="763"/>
                  </a:lnTo>
                  <a:lnTo>
                    <a:pt x="3307" y="794"/>
                  </a:lnTo>
                  <a:lnTo>
                    <a:pt x="3308" y="626"/>
                  </a:lnTo>
                  <a:lnTo>
                    <a:pt x="3308" y="626"/>
                  </a:lnTo>
                  <a:lnTo>
                    <a:pt x="3308" y="617"/>
                  </a:lnTo>
                  <a:lnTo>
                    <a:pt x="3309" y="789"/>
                  </a:lnTo>
                  <a:lnTo>
                    <a:pt x="3309" y="679"/>
                  </a:lnTo>
                  <a:lnTo>
                    <a:pt x="3309" y="679"/>
                  </a:lnTo>
                  <a:lnTo>
                    <a:pt x="3309" y="668"/>
                  </a:lnTo>
                  <a:lnTo>
                    <a:pt x="3311" y="802"/>
                  </a:lnTo>
                  <a:lnTo>
                    <a:pt x="3311" y="802"/>
                  </a:lnTo>
                  <a:lnTo>
                    <a:pt x="3311" y="802"/>
                  </a:lnTo>
                  <a:lnTo>
                    <a:pt x="3311" y="804"/>
                  </a:lnTo>
                  <a:lnTo>
                    <a:pt x="3312" y="800"/>
                  </a:lnTo>
                  <a:lnTo>
                    <a:pt x="3312" y="800"/>
                  </a:lnTo>
                  <a:lnTo>
                    <a:pt x="3312" y="800"/>
                  </a:lnTo>
                  <a:lnTo>
                    <a:pt x="3312" y="804"/>
                  </a:lnTo>
                  <a:lnTo>
                    <a:pt x="3314" y="767"/>
                  </a:lnTo>
                  <a:lnTo>
                    <a:pt x="3314" y="767"/>
                  </a:lnTo>
                  <a:lnTo>
                    <a:pt x="3315" y="668"/>
                  </a:lnTo>
                  <a:lnTo>
                    <a:pt x="3315" y="676"/>
                  </a:lnTo>
                  <a:lnTo>
                    <a:pt x="3315" y="676"/>
                  </a:lnTo>
                  <a:lnTo>
                    <a:pt x="3316" y="673"/>
                  </a:lnTo>
                  <a:lnTo>
                    <a:pt x="3317" y="787"/>
                  </a:lnTo>
                  <a:lnTo>
                    <a:pt x="3317" y="787"/>
                  </a:lnTo>
                  <a:lnTo>
                    <a:pt x="3317" y="787"/>
                  </a:lnTo>
                  <a:lnTo>
                    <a:pt x="3317" y="792"/>
                  </a:lnTo>
                  <a:lnTo>
                    <a:pt x="3318" y="736"/>
                  </a:lnTo>
                  <a:lnTo>
                    <a:pt x="3318" y="737"/>
                  </a:lnTo>
                  <a:lnTo>
                    <a:pt x="3318" y="737"/>
                  </a:lnTo>
                  <a:lnTo>
                    <a:pt x="3319" y="804"/>
                  </a:lnTo>
                  <a:lnTo>
                    <a:pt x="3320" y="804"/>
                  </a:lnTo>
                  <a:lnTo>
                    <a:pt x="3320" y="804"/>
                  </a:lnTo>
                  <a:lnTo>
                    <a:pt x="3320" y="724"/>
                  </a:lnTo>
                  <a:lnTo>
                    <a:pt x="3321" y="789"/>
                  </a:lnTo>
                  <a:lnTo>
                    <a:pt x="3321" y="789"/>
                  </a:lnTo>
                  <a:lnTo>
                    <a:pt x="3322" y="804"/>
                  </a:lnTo>
                  <a:lnTo>
                    <a:pt x="3323" y="804"/>
                  </a:lnTo>
                  <a:lnTo>
                    <a:pt x="3323" y="804"/>
                  </a:lnTo>
                  <a:lnTo>
                    <a:pt x="3324" y="777"/>
                  </a:lnTo>
                  <a:lnTo>
                    <a:pt x="3324" y="777"/>
                  </a:lnTo>
                  <a:lnTo>
                    <a:pt x="3324" y="777"/>
                  </a:lnTo>
                  <a:lnTo>
                    <a:pt x="3326" y="666"/>
                  </a:lnTo>
                  <a:lnTo>
                    <a:pt x="3326" y="671"/>
                  </a:lnTo>
                  <a:lnTo>
                    <a:pt x="3326" y="671"/>
                  </a:lnTo>
                  <a:lnTo>
                    <a:pt x="3327" y="791"/>
                  </a:lnTo>
                  <a:lnTo>
                    <a:pt x="3327" y="782"/>
                  </a:lnTo>
                  <a:lnTo>
                    <a:pt x="3327" y="782"/>
                  </a:lnTo>
                  <a:lnTo>
                    <a:pt x="3328" y="790"/>
                  </a:lnTo>
                  <a:lnTo>
                    <a:pt x="3329" y="726"/>
                  </a:lnTo>
                  <a:lnTo>
                    <a:pt x="3329" y="726"/>
                  </a:lnTo>
                  <a:lnTo>
                    <a:pt x="3329" y="726"/>
                  </a:lnTo>
                  <a:lnTo>
                    <a:pt x="3329" y="762"/>
                  </a:lnTo>
                  <a:lnTo>
                    <a:pt x="3330" y="540"/>
                  </a:lnTo>
                  <a:lnTo>
                    <a:pt x="3330" y="541"/>
                  </a:lnTo>
                  <a:lnTo>
                    <a:pt x="3330" y="541"/>
                  </a:lnTo>
                  <a:lnTo>
                    <a:pt x="3332" y="804"/>
                  </a:lnTo>
                  <a:lnTo>
                    <a:pt x="3332" y="804"/>
                  </a:lnTo>
                  <a:lnTo>
                    <a:pt x="3332" y="804"/>
                  </a:lnTo>
                  <a:lnTo>
                    <a:pt x="3333" y="781"/>
                  </a:lnTo>
                  <a:lnTo>
                    <a:pt x="3333" y="781"/>
                  </a:lnTo>
                  <a:lnTo>
                    <a:pt x="3333" y="781"/>
                  </a:lnTo>
                  <a:lnTo>
                    <a:pt x="3334" y="804"/>
                  </a:lnTo>
                  <a:lnTo>
                    <a:pt x="3335" y="773"/>
                  </a:lnTo>
                  <a:lnTo>
                    <a:pt x="3335" y="773"/>
                  </a:lnTo>
                  <a:lnTo>
                    <a:pt x="3335" y="773"/>
                  </a:lnTo>
                  <a:lnTo>
                    <a:pt x="3335" y="763"/>
                  </a:lnTo>
                  <a:lnTo>
                    <a:pt x="3336" y="785"/>
                  </a:lnTo>
                  <a:lnTo>
                    <a:pt x="3336" y="785"/>
                  </a:lnTo>
                  <a:lnTo>
                    <a:pt x="3336" y="785"/>
                  </a:lnTo>
                  <a:lnTo>
                    <a:pt x="3337" y="799"/>
                  </a:lnTo>
                  <a:lnTo>
                    <a:pt x="3337" y="783"/>
                  </a:lnTo>
                  <a:lnTo>
                    <a:pt x="3338" y="790"/>
                  </a:lnTo>
                  <a:lnTo>
                    <a:pt x="3338" y="790"/>
                  </a:lnTo>
                  <a:lnTo>
                    <a:pt x="3338" y="804"/>
                  </a:lnTo>
                  <a:lnTo>
                    <a:pt x="3339" y="589"/>
                  </a:lnTo>
                  <a:lnTo>
                    <a:pt x="3339" y="589"/>
                  </a:lnTo>
                  <a:lnTo>
                    <a:pt x="3339" y="589"/>
                  </a:lnTo>
                  <a:lnTo>
                    <a:pt x="3340" y="580"/>
                  </a:lnTo>
                  <a:lnTo>
                    <a:pt x="3340" y="760"/>
                  </a:lnTo>
                  <a:lnTo>
                    <a:pt x="3341" y="618"/>
                  </a:lnTo>
                  <a:lnTo>
                    <a:pt x="3341" y="618"/>
                  </a:lnTo>
                  <a:lnTo>
                    <a:pt x="3341" y="617"/>
                  </a:lnTo>
                  <a:lnTo>
                    <a:pt x="3342" y="804"/>
                  </a:lnTo>
                  <a:lnTo>
                    <a:pt x="3342" y="804"/>
                  </a:lnTo>
                  <a:lnTo>
                    <a:pt x="3342" y="804"/>
                  </a:lnTo>
                  <a:lnTo>
                    <a:pt x="3344" y="804"/>
                  </a:lnTo>
                  <a:lnTo>
                    <a:pt x="3344" y="804"/>
                  </a:lnTo>
                  <a:lnTo>
                    <a:pt x="3345" y="762"/>
                  </a:lnTo>
                  <a:lnTo>
                    <a:pt x="3345" y="762"/>
                  </a:lnTo>
                  <a:lnTo>
                    <a:pt x="3345" y="762"/>
                  </a:lnTo>
                  <a:lnTo>
                    <a:pt x="3346" y="752"/>
                  </a:lnTo>
                  <a:lnTo>
                    <a:pt x="3346" y="785"/>
                  </a:lnTo>
                  <a:lnTo>
                    <a:pt x="3347" y="785"/>
                  </a:lnTo>
                  <a:lnTo>
                    <a:pt x="3347" y="785"/>
                  </a:lnTo>
                  <a:lnTo>
                    <a:pt x="3347" y="802"/>
                  </a:lnTo>
                  <a:lnTo>
                    <a:pt x="3348" y="796"/>
                  </a:lnTo>
                  <a:lnTo>
                    <a:pt x="3348" y="796"/>
                  </a:lnTo>
                  <a:lnTo>
                    <a:pt x="3349" y="803"/>
                  </a:lnTo>
                  <a:lnTo>
                    <a:pt x="3350" y="682"/>
                  </a:lnTo>
                  <a:lnTo>
                    <a:pt x="3350" y="682"/>
                  </a:lnTo>
                  <a:lnTo>
                    <a:pt x="3350" y="682"/>
                  </a:lnTo>
                  <a:lnTo>
                    <a:pt x="3350" y="694"/>
                  </a:lnTo>
                  <a:lnTo>
                    <a:pt x="3351" y="584"/>
                  </a:lnTo>
                  <a:lnTo>
                    <a:pt x="3351" y="584"/>
                  </a:lnTo>
                  <a:lnTo>
                    <a:pt x="3351" y="584"/>
                  </a:lnTo>
                  <a:lnTo>
                    <a:pt x="3353" y="721"/>
                  </a:lnTo>
                  <a:lnTo>
                    <a:pt x="3353" y="721"/>
                  </a:lnTo>
                  <a:lnTo>
                    <a:pt x="3353" y="721"/>
                  </a:lnTo>
                  <a:lnTo>
                    <a:pt x="3353" y="804"/>
                  </a:lnTo>
                  <a:lnTo>
                    <a:pt x="3354" y="804"/>
                  </a:lnTo>
                  <a:lnTo>
                    <a:pt x="3354" y="804"/>
                  </a:lnTo>
                  <a:lnTo>
                    <a:pt x="3356" y="775"/>
                  </a:lnTo>
                  <a:lnTo>
                    <a:pt x="3356" y="775"/>
                  </a:lnTo>
                  <a:lnTo>
                    <a:pt x="3356" y="726"/>
                  </a:lnTo>
                  <a:lnTo>
                    <a:pt x="3357" y="800"/>
                  </a:lnTo>
                  <a:lnTo>
                    <a:pt x="3357" y="800"/>
                  </a:lnTo>
                  <a:lnTo>
                    <a:pt x="3357" y="800"/>
                  </a:lnTo>
                  <a:lnTo>
                    <a:pt x="3358" y="804"/>
                  </a:lnTo>
                  <a:lnTo>
                    <a:pt x="3359" y="769"/>
                  </a:lnTo>
                  <a:lnTo>
                    <a:pt x="3359" y="769"/>
                  </a:lnTo>
                  <a:lnTo>
                    <a:pt x="3359" y="769"/>
                  </a:lnTo>
                  <a:lnTo>
                    <a:pt x="3360" y="794"/>
                  </a:lnTo>
                  <a:lnTo>
                    <a:pt x="3360" y="737"/>
                  </a:lnTo>
                  <a:lnTo>
                    <a:pt x="3360" y="737"/>
                  </a:lnTo>
                  <a:lnTo>
                    <a:pt x="3360" y="737"/>
                  </a:lnTo>
                  <a:lnTo>
                    <a:pt x="3361" y="678"/>
                  </a:lnTo>
                  <a:lnTo>
                    <a:pt x="3362" y="707"/>
                  </a:lnTo>
                  <a:lnTo>
                    <a:pt x="3362" y="705"/>
                  </a:lnTo>
                  <a:lnTo>
                    <a:pt x="3362" y="599"/>
                  </a:lnTo>
                  <a:lnTo>
                    <a:pt x="3363" y="779"/>
                  </a:lnTo>
                  <a:lnTo>
                    <a:pt x="3363" y="779"/>
                  </a:lnTo>
                  <a:lnTo>
                    <a:pt x="3363" y="779"/>
                  </a:lnTo>
                  <a:lnTo>
                    <a:pt x="3364" y="804"/>
                  </a:lnTo>
                  <a:lnTo>
                    <a:pt x="3365" y="799"/>
                  </a:lnTo>
                  <a:lnTo>
                    <a:pt x="3365" y="799"/>
                  </a:lnTo>
                  <a:lnTo>
                    <a:pt x="3366" y="804"/>
                  </a:lnTo>
                  <a:lnTo>
                    <a:pt x="3366" y="804"/>
                  </a:lnTo>
                  <a:lnTo>
                    <a:pt x="3366" y="804"/>
                  </a:lnTo>
                  <a:lnTo>
                    <a:pt x="3368" y="706"/>
                  </a:lnTo>
                  <a:lnTo>
                    <a:pt x="3368" y="706"/>
                  </a:lnTo>
                  <a:lnTo>
                    <a:pt x="3368" y="676"/>
                  </a:lnTo>
                  <a:lnTo>
                    <a:pt x="3369" y="791"/>
                  </a:lnTo>
                  <a:lnTo>
                    <a:pt x="3369" y="791"/>
                  </a:lnTo>
                  <a:lnTo>
                    <a:pt x="3369" y="791"/>
                  </a:lnTo>
                  <a:lnTo>
                    <a:pt x="3370" y="800"/>
                  </a:lnTo>
                  <a:lnTo>
                    <a:pt x="3371" y="664"/>
                  </a:lnTo>
                  <a:lnTo>
                    <a:pt x="3371" y="682"/>
                  </a:lnTo>
                  <a:lnTo>
                    <a:pt x="3371" y="682"/>
                  </a:lnTo>
                  <a:lnTo>
                    <a:pt x="3371" y="752"/>
                  </a:lnTo>
                  <a:lnTo>
                    <a:pt x="3372" y="673"/>
                  </a:lnTo>
                  <a:lnTo>
                    <a:pt x="3372" y="689"/>
                  </a:lnTo>
                  <a:lnTo>
                    <a:pt x="3372" y="689"/>
                  </a:lnTo>
                  <a:lnTo>
                    <a:pt x="3373" y="624"/>
                  </a:lnTo>
                  <a:lnTo>
                    <a:pt x="3374" y="804"/>
                  </a:lnTo>
                  <a:lnTo>
                    <a:pt x="3374" y="804"/>
                  </a:lnTo>
                  <a:lnTo>
                    <a:pt x="3374" y="804"/>
                  </a:lnTo>
                  <a:lnTo>
                    <a:pt x="3374" y="729"/>
                  </a:lnTo>
                  <a:lnTo>
                    <a:pt x="3375" y="804"/>
                  </a:lnTo>
                  <a:lnTo>
                    <a:pt x="3375" y="804"/>
                  </a:lnTo>
                  <a:lnTo>
                    <a:pt x="3375" y="804"/>
                  </a:lnTo>
                  <a:lnTo>
                    <a:pt x="3377" y="804"/>
                  </a:lnTo>
                  <a:lnTo>
                    <a:pt x="3377" y="804"/>
                  </a:lnTo>
                  <a:lnTo>
                    <a:pt x="3378" y="742"/>
                  </a:lnTo>
                  <a:lnTo>
                    <a:pt x="3378" y="768"/>
                  </a:lnTo>
                  <a:lnTo>
                    <a:pt x="3378" y="769"/>
                  </a:lnTo>
                  <a:lnTo>
                    <a:pt x="3379" y="802"/>
                  </a:lnTo>
                  <a:lnTo>
                    <a:pt x="3380" y="801"/>
                  </a:lnTo>
                  <a:lnTo>
                    <a:pt x="3380" y="801"/>
                  </a:lnTo>
                  <a:lnTo>
                    <a:pt x="3381" y="753"/>
                  </a:lnTo>
                  <a:lnTo>
                    <a:pt x="3381" y="785"/>
                  </a:lnTo>
                  <a:lnTo>
                    <a:pt x="3381" y="785"/>
                  </a:lnTo>
                  <a:lnTo>
                    <a:pt x="3382" y="804"/>
                  </a:lnTo>
                  <a:lnTo>
                    <a:pt x="3383" y="657"/>
                  </a:lnTo>
                  <a:lnTo>
                    <a:pt x="3383" y="657"/>
                  </a:lnTo>
                  <a:lnTo>
                    <a:pt x="3383" y="657"/>
                  </a:lnTo>
                  <a:lnTo>
                    <a:pt x="3383" y="607"/>
                  </a:lnTo>
                  <a:lnTo>
                    <a:pt x="3384" y="710"/>
                  </a:lnTo>
                  <a:lnTo>
                    <a:pt x="3384" y="699"/>
                  </a:lnTo>
                  <a:lnTo>
                    <a:pt x="3384" y="701"/>
                  </a:lnTo>
                  <a:lnTo>
                    <a:pt x="3386" y="799"/>
                  </a:lnTo>
                  <a:lnTo>
                    <a:pt x="3386" y="799"/>
                  </a:lnTo>
                  <a:lnTo>
                    <a:pt x="3386" y="799"/>
                  </a:lnTo>
                  <a:lnTo>
                    <a:pt x="3386" y="804"/>
                  </a:lnTo>
                  <a:lnTo>
                    <a:pt x="3387" y="804"/>
                  </a:lnTo>
                  <a:lnTo>
                    <a:pt x="3387" y="804"/>
                  </a:lnTo>
                  <a:lnTo>
                    <a:pt x="3389" y="782"/>
                  </a:lnTo>
                  <a:lnTo>
                    <a:pt x="3389" y="782"/>
                  </a:lnTo>
                  <a:lnTo>
                    <a:pt x="3389" y="782"/>
                  </a:lnTo>
                  <a:lnTo>
                    <a:pt x="3390" y="615"/>
                  </a:lnTo>
                  <a:lnTo>
                    <a:pt x="3390" y="620"/>
                  </a:lnTo>
                  <a:lnTo>
                    <a:pt x="3390" y="621"/>
                  </a:lnTo>
                  <a:lnTo>
                    <a:pt x="3392" y="789"/>
                  </a:lnTo>
                  <a:lnTo>
                    <a:pt x="3392" y="789"/>
                  </a:lnTo>
                  <a:lnTo>
                    <a:pt x="3392" y="796"/>
                  </a:lnTo>
                  <a:lnTo>
                    <a:pt x="3393" y="742"/>
                  </a:lnTo>
                  <a:lnTo>
                    <a:pt x="3393" y="774"/>
                  </a:lnTo>
                  <a:lnTo>
                    <a:pt x="3393" y="774"/>
                  </a:lnTo>
                  <a:lnTo>
                    <a:pt x="3394" y="780"/>
                  </a:lnTo>
                  <a:lnTo>
                    <a:pt x="3395" y="644"/>
                  </a:lnTo>
                  <a:lnTo>
                    <a:pt x="3395" y="711"/>
                  </a:lnTo>
                  <a:lnTo>
                    <a:pt x="3395" y="711"/>
                  </a:lnTo>
                  <a:lnTo>
                    <a:pt x="3395" y="645"/>
                  </a:lnTo>
                  <a:lnTo>
                    <a:pt x="3396" y="734"/>
                  </a:lnTo>
                  <a:lnTo>
                    <a:pt x="3396" y="734"/>
                  </a:lnTo>
                  <a:lnTo>
                    <a:pt x="3396" y="734"/>
                  </a:lnTo>
                  <a:lnTo>
                    <a:pt x="3397" y="804"/>
                  </a:lnTo>
                  <a:lnTo>
                    <a:pt x="3398" y="804"/>
                  </a:lnTo>
                  <a:lnTo>
                    <a:pt x="3398" y="804"/>
                  </a:lnTo>
                  <a:lnTo>
                    <a:pt x="3399" y="786"/>
                  </a:lnTo>
                  <a:lnTo>
                    <a:pt x="3399" y="786"/>
                  </a:lnTo>
                  <a:lnTo>
                    <a:pt x="3399" y="786"/>
                  </a:lnTo>
                  <a:lnTo>
                    <a:pt x="3400" y="768"/>
                  </a:lnTo>
                  <a:lnTo>
                    <a:pt x="3401" y="797"/>
                  </a:lnTo>
                  <a:lnTo>
                    <a:pt x="3401" y="789"/>
                  </a:lnTo>
                  <a:lnTo>
                    <a:pt x="3401" y="789"/>
                  </a:lnTo>
                  <a:lnTo>
                    <a:pt x="3401" y="783"/>
                  </a:lnTo>
                  <a:lnTo>
                    <a:pt x="3402" y="796"/>
                  </a:lnTo>
                  <a:lnTo>
                    <a:pt x="3402" y="788"/>
                  </a:lnTo>
                  <a:lnTo>
                    <a:pt x="3402" y="788"/>
                  </a:lnTo>
                  <a:lnTo>
                    <a:pt x="3403" y="799"/>
                  </a:lnTo>
                  <a:lnTo>
                    <a:pt x="3404" y="768"/>
                  </a:lnTo>
                  <a:lnTo>
                    <a:pt x="3404" y="768"/>
                  </a:lnTo>
                  <a:lnTo>
                    <a:pt x="3404" y="768"/>
                  </a:lnTo>
                  <a:lnTo>
                    <a:pt x="3404" y="774"/>
                  </a:lnTo>
                  <a:lnTo>
                    <a:pt x="3405" y="622"/>
                  </a:lnTo>
                  <a:lnTo>
                    <a:pt x="3405" y="622"/>
                  </a:lnTo>
                  <a:lnTo>
                    <a:pt x="3406" y="620"/>
                  </a:lnTo>
                  <a:lnTo>
                    <a:pt x="3407" y="795"/>
                  </a:lnTo>
                  <a:lnTo>
                    <a:pt x="3407" y="791"/>
                  </a:lnTo>
                  <a:lnTo>
                    <a:pt x="3407" y="791"/>
                  </a:lnTo>
                  <a:lnTo>
                    <a:pt x="3407" y="804"/>
                  </a:lnTo>
                  <a:lnTo>
                    <a:pt x="3408" y="798"/>
                  </a:lnTo>
                  <a:lnTo>
                    <a:pt x="3408" y="798"/>
                  </a:lnTo>
                  <a:lnTo>
                    <a:pt x="3409" y="804"/>
                  </a:lnTo>
                  <a:lnTo>
                    <a:pt x="3410" y="804"/>
                  </a:lnTo>
                  <a:lnTo>
                    <a:pt x="3410" y="804"/>
                  </a:lnTo>
                  <a:lnTo>
                    <a:pt x="3411" y="751"/>
                  </a:lnTo>
                  <a:lnTo>
                    <a:pt x="3411" y="751"/>
                  </a:lnTo>
                  <a:lnTo>
                    <a:pt x="3411" y="751"/>
                  </a:lnTo>
                  <a:lnTo>
                    <a:pt x="3412" y="797"/>
                  </a:lnTo>
                  <a:lnTo>
                    <a:pt x="3413" y="727"/>
                  </a:lnTo>
                  <a:lnTo>
                    <a:pt x="3413" y="727"/>
                  </a:lnTo>
                  <a:lnTo>
                    <a:pt x="3413" y="727"/>
                  </a:lnTo>
                  <a:lnTo>
                    <a:pt x="3413" y="698"/>
                  </a:lnTo>
                  <a:lnTo>
                    <a:pt x="3414" y="763"/>
                  </a:lnTo>
                  <a:lnTo>
                    <a:pt x="3414" y="755"/>
                  </a:lnTo>
                  <a:lnTo>
                    <a:pt x="3414" y="755"/>
                  </a:lnTo>
                  <a:lnTo>
                    <a:pt x="3415" y="758"/>
                  </a:lnTo>
                  <a:lnTo>
                    <a:pt x="3415" y="583"/>
                  </a:lnTo>
                  <a:lnTo>
                    <a:pt x="3416" y="678"/>
                  </a:lnTo>
                  <a:lnTo>
                    <a:pt x="3416" y="678"/>
                  </a:lnTo>
                  <a:lnTo>
                    <a:pt x="3416" y="665"/>
                  </a:lnTo>
                  <a:lnTo>
                    <a:pt x="3417" y="781"/>
                  </a:lnTo>
                  <a:lnTo>
                    <a:pt x="3417" y="781"/>
                  </a:lnTo>
                  <a:lnTo>
                    <a:pt x="3417" y="781"/>
                  </a:lnTo>
                  <a:lnTo>
                    <a:pt x="3418" y="804"/>
                  </a:lnTo>
                  <a:lnTo>
                    <a:pt x="3419" y="804"/>
                  </a:lnTo>
                  <a:lnTo>
                    <a:pt x="3419" y="804"/>
                  </a:lnTo>
                  <a:lnTo>
                    <a:pt x="3420" y="789"/>
                  </a:lnTo>
                  <a:lnTo>
                    <a:pt x="3420" y="789"/>
                  </a:lnTo>
                  <a:lnTo>
                    <a:pt x="3420" y="789"/>
                  </a:lnTo>
                  <a:lnTo>
                    <a:pt x="3421" y="752"/>
                  </a:lnTo>
                  <a:lnTo>
                    <a:pt x="3422" y="780"/>
                  </a:lnTo>
                  <a:lnTo>
                    <a:pt x="3422" y="780"/>
                  </a:lnTo>
                  <a:lnTo>
                    <a:pt x="3422" y="778"/>
                  </a:lnTo>
                  <a:lnTo>
                    <a:pt x="3422" y="802"/>
                  </a:lnTo>
                  <a:lnTo>
                    <a:pt x="3423" y="796"/>
                  </a:lnTo>
                  <a:lnTo>
                    <a:pt x="3423" y="796"/>
                  </a:lnTo>
                  <a:lnTo>
                    <a:pt x="3424" y="761"/>
                  </a:lnTo>
                  <a:lnTo>
                    <a:pt x="3425" y="767"/>
                  </a:lnTo>
                  <a:lnTo>
                    <a:pt x="3425" y="767"/>
                  </a:lnTo>
                  <a:lnTo>
                    <a:pt x="3425" y="769"/>
                  </a:lnTo>
                  <a:lnTo>
                    <a:pt x="3426" y="563"/>
                  </a:lnTo>
                  <a:lnTo>
                    <a:pt x="3426" y="563"/>
                  </a:lnTo>
                  <a:lnTo>
                    <a:pt x="3426" y="563"/>
                  </a:lnTo>
                  <a:lnTo>
                    <a:pt x="3427" y="499"/>
                  </a:lnTo>
                  <a:lnTo>
                    <a:pt x="3428" y="770"/>
                  </a:lnTo>
                  <a:lnTo>
                    <a:pt x="3428" y="736"/>
                  </a:lnTo>
                  <a:lnTo>
                    <a:pt x="3428" y="736"/>
                  </a:lnTo>
                  <a:lnTo>
                    <a:pt x="3428" y="729"/>
                  </a:lnTo>
                  <a:lnTo>
                    <a:pt x="3429" y="804"/>
                  </a:lnTo>
                  <a:lnTo>
                    <a:pt x="3429" y="804"/>
                  </a:lnTo>
                  <a:lnTo>
                    <a:pt x="3429" y="804"/>
                  </a:lnTo>
                  <a:lnTo>
                    <a:pt x="3430" y="802"/>
                  </a:lnTo>
                  <a:lnTo>
                    <a:pt x="3431" y="802"/>
                  </a:lnTo>
                  <a:lnTo>
                    <a:pt x="3431" y="802"/>
                  </a:lnTo>
                  <a:lnTo>
                    <a:pt x="3432" y="759"/>
                  </a:lnTo>
                  <a:lnTo>
                    <a:pt x="3432" y="782"/>
                  </a:lnTo>
                  <a:lnTo>
                    <a:pt x="3432" y="782"/>
                  </a:lnTo>
                  <a:lnTo>
                    <a:pt x="3433" y="799"/>
                  </a:lnTo>
                  <a:lnTo>
                    <a:pt x="3434" y="795"/>
                  </a:lnTo>
                  <a:lnTo>
                    <a:pt x="3434" y="795"/>
                  </a:lnTo>
                  <a:lnTo>
                    <a:pt x="3435" y="799"/>
                  </a:lnTo>
                  <a:lnTo>
                    <a:pt x="3435" y="776"/>
                  </a:lnTo>
                  <a:lnTo>
                    <a:pt x="3435" y="779"/>
                  </a:lnTo>
                  <a:lnTo>
                    <a:pt x="3435" y="779"/>
                  </a:lnTo>
                  <a:lnTo>
                    <a:pt x="3437" y="667"/>
                  </a:lnTo>
                  <a:lnTo>
                    <a:pt x="3437" y="664"/>
                  </a:lnTo>
                  <a:lnTo>
                    <a:pt x="3437" y="489"/>
                  </a:lnTo>
                  <a:lnTo>
                    <a:pt x="3438" y="753"/>
                  </a:lnTo>
                  <a:lnTo>
                    <a:pt x="3438" y="753"/>
                  </a:lnTo>
                  <a:lnTo>
                    <a:pt x="3438" y="753"/>
                  </a:lnTo>
                  <a:lnTo>
                    <a:pt x="3439" y="739"/>
                  </a:lnTo>
                  <a:lnTo>
                    <a:pt x="3439" y="804"/>
                  </a:lnTo>
                  <a:lnTo>
                    <a:pt x="3440" y="804"/>
                  </a:lnTo>
                  <a:lnTo>
                    <a:pt x="3440" y="804"/>
                  </a:lnTo>
                  <a:lnTo>
                    <a:pt x="3441" y="804"/>
                  </a:lnTo>
                  <a:lnTo>
                    <a:pt x="3441" y="804"/>
                  </a:lnTo>
                  <a:lnTo>
                    <a:pt x="3443" y="755"/>
                  </a:lnTo>
                  <a:lnTo>
                    <a:pt x="3443" y="765"/>
                  </a:lnTo>
                  <a:lnTo>
                    <a:pt x="3443" y="765"/>
                  </a:lnTo>
                  <a:lnTo>
                    <a:pt x="3443" y="801"/>
                  </a:lnTo>
                  <a:lnTo>
                    <a:pt x="3444" y="800"/>
                  </a:lnTo>
                  <a:lnTo>
                    <a:pt x="3444" y="800"/>
                  </a:lnTo>
                  <a:lnTo>
                    <a:pt x="3445" y="796"/>
                  </a:lnTo>
                  <a:lnTo>
                    <a:pt x="3445" y="803"/>
                  </a:lnTo>
                  <a:lnTo>
                    <a:pt x="3446" y="797"/>
                  </a:lnTo>
                  <a:lnTo>
                    <a:pt x="3446" y="797"/>
                  </a:lnTo>
                  <a:lnTo>
                    <a:pt x="3447" y="800"/>
                  </a:lnTo>
                  <a:lnTo>
                    <a:pt x="3447" y="713"/>
                  </a:lnTo>
                  <a:lnTo>
                    <a:pt x="3447" y="711"/>
                  </a:lnTo>
                  <a:lnTo>
                    <a:pt x="3448" y="742"/>
                  </a:lnTo>
                  <a:lnTo>
                    <a:pt x="3449" y="542"/>
                  </a:lnTo>
                  <a:lnTo>
                    <a:pt x="3449" y="604"/>
                  </a:lnTo>
                  <a:lnTo>
                    <a:pt x="3449" y="606"/>
                  </a:lnTo>
                  <a:lnTo>
                    <a:pt x="3450" y="804"/>
                  </a:lnTo>
                  <a:lnTo>
                    <a:pt x="3450" y="804"/>
                  </a:lnTo>
                  <a:lnTo>
                    <a:pt x="3450" y="804"/>
                  </a:lnTo>
                  <a:lnTo>
                    <a:pt x="3452" y="804"/>
                  </a:lnTo>
                  <a:lnTo>
                    <a:pt x="3452" y="804"/>
                  </a:lnTo>
                  <a:lnTo>
                    <a:pt x="3453" y="755"/>
                  </a:lnTo>
                  <a:lnTo>
                    <a:pt x="3453" y="755"/>
                  </a:lnTo>
                  <a:lnTo>
                    <a:pt x="3453" y="755"/>
                  </a:lnTo>
                  <a:lnTo>
                    <a:pt x="3454" y="719"/>
                  </a:lnTo>
                  <a:lnTo>
                    <a:pt x="3455" y="771"/>
                  </a:lnTo>
                  <a:lnTo>
                    <a:pt x="3455" y="755"/>
                  </a:lnTo>
                  <a:lnTo>
                    <a:pt x="3455" y="755"/>
                  </a:lnTo>
                  <a:lnTo>
                    <a:pt x="3455" y="755"/>
                  </a:lnTo>
                  <a:lnTo>
                    <a:pt x="3456" y="799"/>
                  </a:lnTo>
                  <a:lnTo>
                    <a:pt x="3456" y="799"/>
                  </a:lnTo>
                  <a:lnTo>
                    <a:pt x="3456" y="799"/>
                  </a:lnTo>
                  <a:lnTo>
                    <a:pt x="3457" y="803"/>
                  </a:lnTo>
                  <a:lnTo>
                    <a:pt x="3458" y="715"/>
                  </a:lnTo>
                  <a:lnTo>
                    <a:pt x="3458" y="717"/>
                  </a:lnTo>
                  <a:lnTo>
                    <a:pt x="3458" y="717"/>
                  </a:lnTo>
                  <a:lnTo>
                    <a:pt x="3458" y="722"/>
                  </a:lnTo>
                  <a:lnTo>
                    <a:pt x="3459" y="603"/>
                  </a:lnTo>
                  <a:lnTo>
                    <a:pt x="3459" y="677"/>
                  </a:lnTo>
                  <a:lnTo>
                    <a:pt x="3459" y="677"/>
                  </a:lnTo>
                  <a:lnTo>
                    <a:pt x="3460" y="613"/>
                  </a:lnTo>
                  <a:lnTo>
                    <a:pt x="3461" y="794"/>
                  </a:lnTo>
                  <a:lnTo>
                    <a:pt x="3461" y="794"/>
                  </a:lnTo>
                  <a:lnTo>
                    <a:pt x="3461" y="804"/>
                  </a:lnTo>
                  <a:lnTo>
                    <a:pt x="3462" y="804"/>
                  </a:lnTo>
                  <a:lnTo>
                    <a:pt x="3462" y="804"/>
                  </a:lnTo>
                  <a:lnTo>
                    <a:pt x="3464" y="788"/>
                  </a:lnTo>
                  <a:lnTo>
                    <a:pt x="3464" y="788"/>
                  </a:lnTo>
                  <a:lnTo>
                    <a:pt x="3464" y="788"/>
                  </a:lnTo>
                  <a:lnTo>
                    <a:pt x="3465" y="686"/>
                  </a:lnTo>
                  <a:lnTo>
                    <a:pt x="3465" y="685"/>
                  </a:lnTo>
                  <a:lnTo>
                    <a:pt x="3466" y="662"/>
                  </a:lnTo>
                  <a:lnTo>
                    <a:pt x="3467" y="782"/>
                  </a:lnTo>
                  <a:lnTo>
                    <a:pt x="3467" y="782"/>
                  </a:lnTo>
                  <a:lnTo>
                    <a:pt x="3467" y="782"/>
                  </a:lnTo>
                  <a:lnTo>
                    <a:pt x="3467" y="788"/>
                  </a:lnTo>
                  <a:lnTo>
                    <a:pt x="3468" y="760"/>
                  </a:lnTo>
                  <a:lnTo>
                    <a:pt x="3468" y="775"/>
                  </a:lnTo>
                  <a:lnTo>
                    <a:pt x="3468" y="775"/>
                  </a:lnTo>
                  <a:lnTo>
                    <a:pt x="3469" y="788"/>
                  </a:lnTo>
                  <a:lnTo>
                    <a:pt x="3469" y="621"/>
                  </a:lnTo>
                  <a:lnTo>
                    <a:pt x="3470" y="734"/>
                  </a:lnTo>
                  <a:lnTo>
                    <a:pt x="3470" y="735"/>
                  </a:lnTo>
                  <a:lnTo>
                    <a:pt x="3471" y="648"/>
                  </a:lnTo>
                  <a:lnTo>
                    <a:pt x="3471" y="776"/>
                  </a:lnTo>
                  <a:lnTo>
                    <a:pt x="3471" y="776"/>
                  </a:lnTo>
                  <a:lnTo>
                    <a:pt x="3471" y="776"/>
                  </a:lnTo>
                  <a:lnTo>
                    <a:pt x="3472" y="804"/>
                  </a:lnTo>
                  <a:lnTo>
                    <a:pt x="3473" y="804"/>
                  </a:lnTo>
                  <a:lnTo>
                    <a:pt x="3473" y="804"/>
                  </a:lnTo>
                  <a:lnTo>
                    <a:pt x="3474" y="804"/>
                  </a:lnTo>
                  <a:lnTo>
                    <a:pt x="3474" y="804"/>
                  </a:lnTo>
                  <a:lnTo>
                    <a:pt x="3475" y="746"/>
                  </a:lnTo>
                  <a:lnTo>
                    <a:pt x="3476" y="781"/>
                  </a:lnTo>
                  <a:lnTo>
                    <a:pt x="3476" y="781"/>
                  </a:lnTo>
                  <a:lnTo>
                    <a:pt x="3477" y="794"/>
                  </a:lnTo>
                  <a:lnTo>
                    <a:pt x="3477" y="727"/>
                  </a:lnTo>
                  <a:lnTo>
                    <a:pt x="3477" y="727"/>
                  </a:lnTo>
                  <a:lnTo>
                    <a:pt x="3477" y="727"/>
                  </a:lnTo>
                  <a:lnTo>
                    <a:pt x="3478" y="698"/>
                  </a:lnTo>
                  <a:lnTo>
                    <a:pt x="3478" y="752"/>
                  </a:lnTo>
                  <a:lnTo>
                    <a:pt x="3479" y="709"/>
                  </a:lnTo>
                  <a:lnTo>
                    <a:pt x="3479" y="709"/>
                  </a:lnTo>
                  <a:lnTo>
                    <a:pt x="3480" y="751"/>
                  </a:lnTo>
                  <a:lnTo>
                    <a:pt x="3480" y="613"/>
                  </a:lnTo>
                  <a:lnTo>
                    <a:pt x="3480" y="612"/>
                  </a:lnTo>
                  <a:lnTo>
                    <a:pt x="3481" y="583"/>
                  </a:lnTo>
                  <a:lnTo>
                    <a:pt x="3482" y="787"/>
                  </a:lnTo>
                  <a:lnTo>
                    <a:pt x="3482" y="773"/>
                  </a:lnTo>
                  <a:lnTo>
                    <a:pt x="3482" y="773"/>
                  </a:lnTo>
                  <a:lnTo>
                    <a:pt x="3482" y="772"/>
                  </a:lnTo>
                  <a:lnTo>
                    <a:pt x="3483" y="804"/>
                  </a:lnTo>
                  <a:lnTo>
                    <a:pt x="3483" y="804"/>
                  </a:lnTo>
                  <a:lnTo>
                    <a:pt x="3483" y="804"/>
                  </a:lnTo>
                  <a:lnTo>
                    <a:pt x="3485" y="772"/>
                  </a:lnTo>
                  <a:lnTo>
                    <a:pt x="3485" y="772"/>
                  </a:lnTo>
                  <a:lnTo>
                    <a:pt x="3485" y="772"/>
                  </a:lnTo>
                  <a:lnTo>
                    <a:pt x="3486" y="725"/>
                  </a:lnTo>
                  <a:lnTo>
                    <a:pt x="3486" y="774"/>
                  </a:lnTo>
                  <a:lnTo>
                    <a:pt x="3486" y="774"/>
                  </a:lnTo>
                  <a:lnTo>
                    <a:pt x="3487" y="802"/>
                  </a:lnTo>
                  <a:lnTo>
                    <a:pt x="3488" y="798"/>
                  </a:lnTo>
                  <a:lnTo>
                    <a:pt x="3488" y="798"/>
                  </a:lnTo>
                  <a:lnTo>
                    <a:pt x="3488" y="800"/>
                  </a:lnTo>
                  <a:lnTo>
                    <a:pt x="3489" y="781"/>
                  </a:lnTo>
                  <a:lnTo>
                    <a:pt x="3489" y="780"/>
                  </a:lnTo>
                  <a:lnTo>
                    <a:pt x="3490" y="567"/>
                  </a:lnTo>
                  <a:lnTo>
                    <a:pt x="3491" y="678"/>
                  </a:lnTo>
                  <a:lnTo>
                    <a:pt x="3491" y="679"/>
                  </a:lnTo>
                  <a:lnTo>
                    <a:pt x="3492" y="549"/>
                  </a:lnTo>
                  <a:lnTo>
                    <a:pt x="3492" y="777"/>
                  </a:lnTo>
                  <a:lnTo>
                    <a:pt x="3492" y="771"/>
                  </a:lnTo>
                  <a:lnTo>
                    <a:pt x="3492" y="771"/>
                  </a:lnTo>
                  <a:lnTo>
                    <a:pt x="3493" y="766"/>
                  </a:lnTo>
                  <a:lnTo>
                    <a:pt x="3494" y="804"/>
                  </a:lnTo>
                  <a:lnTo>
                    <a:pt x="3494" y="804"/>
                  </a:lnTo>
                  <a:lnTo>
                    <a:pt x="3494" y="804"/>
                  </a:lnTo>
                  <a:lnTo>
                    <a:pt x="3495" y="793"/>
                  </a:lnTo>
                  <a:lnTo>
                    <a:pt x="3495" y="793"/>
                  </a:lnTo>
                  <a:lnTo>
                    <a:pt x="3495" y="793"/>
                  </a:lnTo>
                  <a:lnTo>
                    <a:pt x="3496" y="740"/>
                  </a:lnTo>
                  <a:lnTo>
                    <a:pt x="3497" y="773"/>
                  </a:lnTo>
                  <a:lnTo>
                    <a:pt x="3497" y="773"/>
                  </a:lnTo>
                  <a:lnTo>
                    <a:pt x="3498" y="799"/>
                  </a:lnTo>
                  <a:lnTo>
                    <a:pt x="3498" y="785"/>
                  </a:lnTo>
                  <a:lnTo>
                    <a:pt x="3498" y="785"/>
                  </a:lnTo>
                  <a:lnTo>
                    <a:pt x="3499" y="750"/>
                  </a:lnTo>
                  <a:lnTo>
                    <a:pt x="3500" y="785"/>
                  </a:lnTo>
                  <a:lnTo>
                    <a:pt x="3500" y="785"/>
                  </a:lnTo>
                  <a:lnTo>
                    <a:pt x="3500" y="785"/>
                  </a:lnTo>
                  <a:lnTo>
                    <a:pt x="3500" y="790"/>
                  </a:lnTo>
                  <a:lnTo>
                    <a:pt x="3501" y="665"/>
                  </a:lnTo>
                  <a:lnTo>
                    <a:pt x="3501" y="665"/>
                  </a:lnTo>
                  <a:lnTo>
                    <a:pt x="3502" y="670"/>
                  </a:lnTo>
                  <a:lnTo>
                    <a:pt x="3502" y="560"/>
                  </a:lnTo>
                  <a:lnTo>
                    <a:pt x="3503" y="635"/>
                  </a:lnTo>
                  <a:lnTo>
                    <a:pt x="3503" y="636"/>
                  </a:lnTo>
                  <a:lnTo>
                    <a:pt x="3504" y="804"/>
                  </a:lnTo>
                  <a:lnTo>
                    <a:pt x="3504" y="804"/>
                  </a:lnTo>
                  <a:lnTo>
                    <a:pt x="3504" y="804"/>
                  </a:lnTo>
                  <a:lnTo>
                    <a:pt x="3505" y="802"/>
                  </a:lnTo>
                  <a:lnTo>
                    <a:pt x="3506" y="802"/>
                  </a:lnTo>
                  <a:lnTo>
                    <a:pt x="3506" y="802"/>
                  </a:lnTo>
                  <a:lnTo>
                    <a:pt x="3507" y="741"/>
                  </a:lnTo>
                  <a:lnTo>
                    <a:pt x="3507" y="752"/>
                  </a:lnTo>
                  <a:lnTo>
                    <a:pt x="3507" y="752"/>
                  </a:lnTo>
                  <a:lnTo>
                    <a:pt x="3508" y="804"/>
                  </a:lnTo>
                  <a:lnTo>
                    <a:pt x="3509" y="802"/>
                  </a:lnTo>
                  <a:lnTo>
                    <a:pt x="3509" y="802"/>
                  </a:lnTo>
                  <a:lnTo>
                    <a:pt x="3510" y="803"/>
                  </a:lnTo>
                  <a:lnTo>
                    <a:pt x="3510" y="788"/>
                  </a:lnTo>
                  <a:lnTo>
                    <a:pt x="3510" y="788"/>
                  </a:lnTo>
                  <a:lnTo>
                    <a:pt x="3510" y="788"/>
                  </a:lnTo>
                  <a:lnTo>
                    <a:pt x="3511" y="793"/>
                  </a:lnTo>
                  <a:lnTo>
                    <a:pt x="3512" y="716"/>
                  </a:lnTo>
                  <a:lnTo>
                    <a:pt x="3512" y="721"/>
                  </a:lnTo>
                  <a:lnTo>
                    <a:pt x="3512" y="721"/>
                  </a:lnTo>
                  <a:lnTo>
                    <a:pt x="3512" y="728"/>
                  </a:lnTo>
                  <a:lnTo>
                    <a:pt x="3513" y="432"/>
                  </a:lnTo>
                  <a:lnTo>
                    <a:pt x="3513" y="555"/>
                  </a:lnTo>
                  <a:lnTo>
                    <a:pt x="3513" y="555"/>
                  </a:lnTo>
                  <a:lnTo>
                    <a:pt x="3515" y="804"/>
                  </a:lnTo>
                  <a:lnTo>
                    <a:pt x="3515" y="804"/>
                  </a:lnTo>
                  <a:lnTo>
                    <a:pt x="3515" y="804"/>
                  </a:lnTo>
                  <a:lnTo>
                    <a:pt x="3516" y="789"/>
                  </a:lnTo>
                  <a:lnTo>
                    <a:pt x="3516" y="788"/>
                  </a:lnTo>
                  <a:lnTo>
                    <a:pt x="3517" y="791"/>
                  </a:lnTo>
                  <a:lnTo>
                    <a:pt x="3518" y="751"/>
                  </a:lnTo>
                  <a:lnTo>
                    <a:pt x="3518" y="753"/>
                  </a:lnTo>
                  <a:lnTo>
                    <a:pt x="3518" y="753"/>
                  </a:lnTo>
                  <a:lnTo>
                    <a:pt x="3518" y="745"/>
                  </a:lnTo>
                  <a:lnTo>
                    <a:pt x="3519" y="804"/>
                  </a:lnTo>
                  <a:lnTo>
                    <a:pt x="3519" y="802"/>
                  </a:lnTo>
                  <a:lnTo>
                    <a:pt x="3519" y="802"/>
                  </a:lnTo>
                  <a:lnTo>
                    <a:pt x="3520" y="797"/>
                  </a:lnTo>
                  <a:lnTo>
                    <a:pt x="3521" y="799"/>
                  </a:lnTo>
                  <a:lnTo>
                    <a:pt x="3521" y="799"/>
                  </a:lnTo>
                  <a:lnTo>
                    <a:pt x="3522" y="804"/>
                  </a:lnTo>
                  <a:lnTo>
                    <a:pt x="3522" y="766"/>
                  </a:lnTo>
                  <a:lnTo>
                    <a:pt x="3522" y="766"/>
                  </a:lnTo>
                  <a:lnTo>
                    <a:pt x="3522" y="766"/>
                  </a:lnTo>
                  <a:lnTo>
                    <a:pt x="3524" y="600"/>
                  </a:lnTo>
                  <a:lnTo>
                    <a:pt x="3524" y="625"/>
                  </a:lnTo>
                  <a:lnTo>
                    <a:pt x="3524" y="625"/>
                  </a:lnTo>
                  <a:lnTo>
                    <a:pt x="3524" y="624"/>
                  </a:lnTo>
                  <a:lnTo>
                    <a:pt x="3525" y="734"/>
                  </a:lnTo>
                  <a:lnTo>
                    <a:pt x="3525" y="727"/>
                  </a:lnTo>
                  <a:lnTo>
                    <a:pt x="3525" y="727"/>
                  </a:lnTo>
                  <a:lnTo>
                    <a:pt x="3526" y="804"/>
                  </a:lnTo>
                  <a:lnTo>
                    <a:pt x="3527" y="800"/>
                  </a:lnTo>
                  <a:lnTo>
                    <a:pt x="3527" y="800"/>
                  </a:lnTo>
                  <a:lnTo>
                    <a:pt x="3528" y="804"/>
                  </a:lnTo>
                  <a:lnTo>
                    <a:pt x="3528" y="753"/>
                  </a:lnTo>
                  <a:lnTo>
                    <a:pt x="3528" y="753"/>
                  </a:lnTo>
                  <a:lnTo>
                    <a:pt x="3529" y="719"/>
                  </a:lnTo>
                  <a:lnTo>
                    <a:pt x="3530" y="800"/>
                  </a:lnTo>
                  <a:lnTo>
                    <a:pt x="3530" y="800"/>
                  </a:lnTo>
                  <a:lnTo>
                    <a:pt x="3530" y="800"/>
                  </a:lnTo>
                  <a:lnTo>
                    <a:pt x="3531" y="802"/>
                  </a:lnTo>
                  <a:lnTo>
                    <a:pt x="3531" y="789"/>
                  </a:lnTo>
                  <a:lnTo>
                    <a:pt x="3531" y="789"/>
                  </a:lnTo>
                  <a:lnTo>
                    <a:pt x="3531" y="789"/>
                  </a:lnTo>
                  <a:lnTo>
                    <a:pt x="3533" y="719"/>
                  </a:lnTo>
                  <a:lnTo>
                    <a:pt x="3533" y="719"/>
                  </a:lnTo>
                  <a:lnTo>
                    <a:pt x="3533" y="719"/>
                  </a:lnTo>
                  <a:lnTo>
                    <a:pt x="3534" y="745"/>
                  </a:lnTo>
                  <a:lnTo>
                    <a:pt x="3534" y="584"/>
                  </a:lnTo>
                  <a:lnTo>
                    <a:pt x="3534" y="622"/>
                  </a:lnTo>
                  <a:lnTo>
                    <a:pt x="3534" y="625"/>
                  </a:lnTo>
                  <a:lnTo>
                    <a:pt x="3535" y="783"/>
                  </a:lnTo>
                  <a:lnTo>
                    <a:pt x="3536" y="699"/>
                  </a:lnTo>
                  <a:lnTo>
                    <a:pt x="3536" y="699"/>
                  </a:lnTo>
                  <a:lnTo>
                    <a:pt x="3537" y="804"/>
                  </a:lnTo>
                  <a:lnTo>
                    <a:pt x="3537" y="802"/>
                  </a:lnTo>
                  <a:lnTo>
                    <a:pt x="3537" y="802"/>
                  </a:lnTo>
                  <a:lnTo>
                    <a:pt x="3538" y="804"/>
                  </a:lnTo>
                  <a:lnTo>
                    <a:pt x="3539" y="793"/>
                  </a:lnTo>
                  <a:lnTo>
                    <a:pt x="3539" y="793"/>
                  </a:lnTo>
                  <a:lnTo>
                    <a:pt x="3539" y="793"/>
                  </a:lnTo>
                  <a:lnTo>
                    <a:pt x="3540" y="608"/>
                  </a:lnTo>
                  <a:lnTo>
                    <a:pt x="3540" y="608"/>
                  </a:lnTo>
                  <a:lnTo>
                    <a:pt x="3540" y="608"/>
                  </a:lnTo>
                  <a:lnTo>
                    <a:pt x="3541" y="573"/>
                  </a:lnTo>
                  <a:lnTo>
                    <a:pt x="3542" y="759"/>
                  </a:lnTo>
                  <a:lnTo>
                    <a:pt x="3542" y="753"/>
                  </a:lnTo>
                  <a:lnTo>
                    <a:pt x="3542" y="753"/>
                  </a:lnTo>
                  <a:lnTo>
                    <a:pt x="3543" y="796"/>
                  </a:lnTo>
                  <a:lnTo>
                    <a:pt x="3543" y="778"/>
                  </a:lnTo>
                  <a:lnTo>
                    <a:pt x="3543" y="778"/>
                  </a:lnTo>
                  <a:lnTo>
                    <a:pt x="3544" y="799"/>
                  </a:lnTo>
                  <a:lnTo>
                    <a:pt x="3545" y="698"/>
                  </a:lnTo>
                  <a:lnTo>
                    <a:pt x="3545" y="698"/>
                  </a:lnTo>
                  <a:lnTo>
                    <a:pt x="3545" y="698"/>
                  </a:lnTo>
                  <a:lnTo>
                    <a:pt x="3545" y="570"/>
                  </a:lnTo>
                  <a:lnTo>
                    <a:pt x="3546" y="757"/>
                  </a:lnTo>
                  <a:lnTo>
                    <a:pt x="3546" y="758"/>
                  </a:lnTo>
                  <a:lnTo>
                    <a:pt x="3547" y="804"/>
                  </a:lnTo>
                  <a:lnTo>
                    <a:pt x="3548" y="804"/>
                  </a:lnTo>
                  <a:lnTo>
                    <a:pt x="3548" y="804"/>
                  </a:lnTo>
                  <a:lnTo>
                    <a:pt x="3549" y="800"/>
                  </a:lnTo>
                  <a:lnTo>
                    <a:pt x="3549" y="800"/>
                  </a:lnTo>
                  <a:lnTo>
                    <a:pt x="3549" y="800"/>
                  </a:lnTo>
                  <a:lnTo>
                    <a:pt x="3551" y="667"/>
                  </a:lnTo>
                  <a:lnTo>
                    <a:pt x="3551" y="667"/>
                  </a:lnTo>
                  <a:lnTo>
                    <a:pt x="3551" y="667"/>
                  </a:lnTo>
                  <a:lnTo>
                    <a:pt x="3551" y="650"/>
                  </a:lnTo>
                  <a:lnTo>
                    <a:pt x="3552" y="794"/>
                  </a:lnTo>
                  <a:lnTo>
                    <a:pt x="3552" y="782"/>
                  </a:lnTo>
                  <a:lnTo>
                    <a:pt x="3552" y="783"/>
                  </a:lnTo>
                  <a:lnTo>
                    <a:pt x="3553" y="790"/>
                  </a:lnTo>
                  <a:lnTo>
                    <a:pt x="3554" y="616"/>
                  </a:lnTo>
                  <a:lnTo>
                    <a:pt x="3554" y="649"/>
                  </a:lnTo>
                  <a:lnTo>
                    <a:pt x="3554" y="649"/>
                  </a:lnTo>
                  <a:lnTo>
                    <a:pt x="3555" y="750"/>
                  </a:lnTo>
                  <a:lnTo>
                    <a:pt x="3555" y="622"/>
                  </a:lnTo>
                  <a:lnTo>
                    <a:pt x="3555" y="622"/>
                  </a:lnTo>
                  <a:lnTo>
                    <a:pt x="3555" y="623"/>
                  </a:lnTo>
                  <a:lnTo>
                    <a:pt x="3556" y="598"/>
                  </a:lnTo>
                  <a:lnTo>
                    <a:pt x="3557" y="756"/>
                  </a:lnTo>
                  <a:lnTo>
                    <a:pt x="3557" y="741"/>
                  </a:lnTo>
                  <a:lnTo>
                    <a:pt x="3557" y="741"/>
                  </a:lnTo>
                  <a:lnTo>
                    <a:pt x="3557" y="715"/>
                  </a:lnTo>
                  <a:lnTo>
                    <a:pt x="3558" y="802"/>
                  </a:lnTo>
                  <a:lnTo>
                    <a:pt x="3558" y="802"/>
                  </a:lnTo>
                  <a:lnTo>
                    <a:pt x="3558" y="802"/>
                  </a:lnTo>
                  <a:lnTo>
                    <a:pt x="3559" y="804"/>
                  </a:lnTo>
                  <a:lnTo>
                    <a:pt x="3560" y="802"/>
                  </a:lnTo>
                  <a:lnTo>
                    <a:pt x="3560" y="802"/>
                  </a:lnTo>
                  <a:lnTo>
                    <a:pt x="3560" y="802"/>
                  </a:lnTo>
                  <a:lnTo>
                    <a:pt x="3561" y="728"/>
                  </a:lnTo>
                  <a:lnTo>
                    <a:pt x="3561" y="751"/>
                  </a:lnTo>
                  <a:lnTo>
                    <a:pt x="3561" y="752"/>
                  </a:lnTo>
                  <a:lnTo>
                    <a:pt x="3562" y="803"/>
                  </a:lnTo>
                  <a:lnTo>
                    <a:pt x="3563" y="737"/>
                  </a:lnTo>
                  <a:lnTo>
                    <a:pt x="3563" y="737"/>
                  </a:lnTo>
                  <a:lnTo>
                    <a:pt x="3563" y="737"/>
                  </a:lnTo>
                  <a:lnTo>
                    <a:pt x="3564" y="798"/>
                  </a:lnTo>
                  <a:lnTo>
                    <a:pt x="3564" y="786"/>
                  </a:lnTo>
                  <a:lnTo>
                    <a:pt x="3564" y="786"/>
                  </a:lnTo>
                  <a:lnTo>
                    <a:pt x="3565" y="792"/>
                  </a:lnTo>
                  <a:lnTo>
                    <a:pt x="3566" y="704"/>
                  </a:lnTo>
                  <a:lnTo>
                    <a:pt x="3566" y="707"/>
                  </a:lnTo>
                  <a:lnTo>
                    <a:pt x="3566" y="707"/>
                  </a:lnTo>
                  <a:lnTo>
                    <a:pt x="3566" y="707"/>
                  </a:lnTo>
                  <a:lnTo>
                    <a:pt x="3567" y="469"/>
                  </a:lnTo>
                  <a:lnTo>
                    <a:pt x="3567" y="656"/>
                  </a:lnTo>
                  <a:lnTo>
                    <a:pt x="3567" y="656"/>
                  </a:lnTo>
                  <a:lnTo>
                    <a:pt x="3569" y="804"/>
                  </a:lnTo>
                  <a:lnTo>
                    <a:pt x="3569" y="801"/>
                  </a:lnTo>
                  <a:lnTo>
                    <a:pt x="3569" y="801"/>
                  </a:lnTo>
                  <a:lnTo>
                    <a:pt x="3570" y="804"/>
                  </a:lnTo>
                  <a:lnTo>
                    <a:pt x="3570" y="795"/>
                  </a:lnTo>
                  <a:lnTo>
                    <a:pt x="3570" y="795"/>
                  </a:lnTo>
                  <a:lnTo>
                    <a:pt x="3570" y="795"/>
                  </a:lnTo>
                  <a:lnTo>
                    <a:pt x="3572" y="755"/>
                  </a:lnTo>
                  <a:lnTo>
                    <a:pt x="3572" y="760"/>
                  </a:lnTo>
                  <a:lnTo>
                    <a:pt x="3572" y="760"/>
                  </a:lnTo>
                  <a:lnTo>
                    <a:pt x="3573" y="773"/>
                  </a:lnTo>
                  <a:lnTo>
                    <a:pt x="3573" y="711"/>
                  </a:lnTo>
                  <a:lnTo>
                    <a:pt x="3573" y="714"/>
                  </a:lnTo>
                  <a:lnTo>
                    <a:pt x="3573" y="714"/>
                  </a:lnTo>
                  <a:lnTo>
                    <a:pt x="3574" y="801"/>
                  </a:lnTo>
                  <a:lnTo>
                    <a:pt x="3575" y="799"/>
                  </a:lnTo>
                  <a:lnTo>
                    <a:pt x="3575" y="799"/>
                  </a:lnTo>
                  <a:lnTo>
                    <a:pt x="3576" y="802"/>
                  </a:lnTo>
                  <a:lnTo>
                    <a:pt x="3576" y="748"/>
                  </a:lnTo>
                  <a:lnTo>
                    <a:pt x="3576" y="748"/>
                  </a:lnTo>
                  <a:lnTo>
                    <a:pt x="3576" y="748"/>
                  </a:lnTo>
                  <a:lnTo>
                    <a:pt x="3577" y="753"/>
                  </a:lnTo>
                  <a:lnTo>
                    <a:pt x="3578" y="594"/>
                  </a:lnTo>
                  <a:lnTo>
                    <a:pt x="3578" y="602"/>
                  </a:lnTo>
                  <a:lnTo>
                    <a:pt x="3578" y="602"/>
                  </a:lnTo>
                  <a:lnTo>
                    <a:pt x="3579" y="787"/>
                  </a:lnTo>
                  <a:lnTo>
                    <a:pt x="3579" y="787"/>
                  </a:lnTo>
                  <a:lnTo>
                    <a:pt x="3579" y="787"/>
                  </a:lnTo>
                  <a:lnTo>
                    <a:pt x="3580" y="804"/>
                  </a:lnTo>
                  <a:lnTo>
                    <a:pt x="3581" y="804"/>
                  </a:lnTo>
                  <a:lnTo>
                    <a:pt x="3581" y="804"/>
                  </a:lnTo>
                  <a:lnTo>
                    <a:pt x="3582" y="751"/>
                  </a:lnTo>
                  <a:lnTo>
                    <a:pt x="3582" y="751"/>
                  </a:lnTo>
                  <a:lnTo>
                    <a:pt x="3582" y="751"/>
                  </a:lnTo>
                  <a:lnTo>
                    <a:pt x="3583" y="751"/>
                  </a:lnTo>
                  <a:lnTo>
                    <a:pt x="3584" y="786"/>
                  </a:lnTo>
                  <a:lnTo>
                    <a:pt x="3584" y="786"/>
                  </a:lnTo>
                  <a:lnTo>
                    <a:pt x="3584" y="786"/>
                  </a:lnTo>
                  <a:lnTo>
                    <a:pt x="3585" y="774"/>
                  </a:lnTo>
                  <a:lnTo>
                    <a:pt x="3585" y="801"/>
                  </a:lnTo>
                  <a:lnTo>
                    <a:pt x="3585" y="801"/>
                  </a:lnTo>
                  <a:lnTo>
                    <a:pt x="3585" y="801"/>
                  </a:lnTo>
                  <a:lnTo>
                    <a:pt x="3587" y="709"/>
                  </a:lnTo>
                  <a:lnTo>
                    <a:pt x="3587" y="757"/>
                  </a:lnTo>
                  <a:lnTo>
                    <a:pt x="3587" y="757"/>
                  </a:lnTo>
                  <a:lnTo>
                    <a:pt x="3587" y="772"/>
                  </a:lnTo>
                  <a:lnTo>
                    <a:pt x="3588" y="559"/>
                  </a:lnTo>
                  <a:lnTo>
                    <a:pt x="3588" y="618"/>
                  </a:lnTo>
                  <a:lnTo>
                    <a:pt x="3588" y="618"/>
                  </a:lnTo>
                  <a:lnTo>
                    <a:pt x="3589" y="790"/>
                  </a:lnTo>
                  <a:lnTo>
                    <a:pt x="3590" y="785"/>
                  </a:lnTo>
                  <a:lnTo>
                    <a:pt x="3590" y="785"/>
                  </a:lnTo>
                  <a:lnTo>
                    <a:pt x="3590" y="804"/>
                  </a:lnTo>
                  <a:lnTo>
                    <a:pt x="3591" y="804"/>
                  </a:lnTo>
                  <a:lnTo>
                    <a:pt x="3591" y="804"/>
                  </a:lnTo>
                  <a:lnTo>
                    <a:pt x="3593" y="755"/>
                  </a:lnTo>
                  <a:lnTo>
                    <a:pt x="3593" y="755"/>
                  </a:lnTo>
                  <a:lnTo>
                    <a:pt x="3593" y="755"/>
                  </a:lnTo>
                  <a:lnTo>
                    <a:pt x="3593" y="728"/>
                  </a:lnTo>
                  <a:lnTo>
                    <a:pt x="3594" y="802"/>
                  </a:lnTo>
                  <a:lnTo>
                    <a:pt x="3594" y="802"/>
                  </a:lnTo>
                  <a:lnTo>
                    <a:pt x="3594" y="802"/>
                  </a:lnTo>
                  <a:lnTo>
                    <a:pt x="3595" y="785"/>
                  </a:lnTo>
                  <a:lnTo>
                    <a:pt x="3596" y="804"/>
                  </a:lnTo>
                  <a:lnTo>
                    <a:pt x="3596" y="804"/>
                  </a:lnTo>
                  <a:lnTo>
                    <a:pt x="3596" y="804"/>
                  </a:lnTo>
                  <a:lnTo>
                    <a:pt x="3597" y="784"/>
                  </a:lnTo>
                  <a:lnTo>
                    <a:pt x="3597" y="793"/>
                  </a:lnTo>
                  <a:lnTo>
                    <a:pt x="3597" y="793"/>
                  </a:lnTo>
                  <a:lnTo>
                    <a:pt x="3598" y="796"/>
                  </a:lnTo>
                  <a:lnTo>
                    <a:pt x="3599" y="628"/>
                  </a:lnTo>
                  <a:lnTo>
                    <a:pt x="3599" y="627"/>
                  </a:lnTo>
                  <a:lnTo>
                    <a:pt x="3599" y="564"/>
                  </a:lnTo>
                  <a:lnTo>
                    <a:pt x="3600" y="720"/>
                  </a:lnTo>
                  <a:lnTo>
                    <a:pt x="3600" y="695"/>
                  </a:lnTo>
                  <a:lnTo>
                    <a:pt x="3600" y="695"/>
                  </a:lnTo>
                  <a:lnTo>
                    <a:pt x="3602" y="804"/>
                  </a:lnTo>
                  <a:lnTo>
                    <a:pt x="3602" y="799"/>
                  </a:lnTo>
                  <a:lnTo>
                    <a:pt x="3602" y="799"/>
                  </a:lnTo>
                  <a:lnTo>
                    <a:pt x="3603" y="802"/>
                  </a:lnTo>
                  <a:lnTo>
                    <a:pt x="3603" y="785"/>
                  </a:lnTo>
                  <a:lnTo>
                    <a:pt x="3603" y="785"/>
                  </a:lnTo>
                  <a:lnTo>
                    <a:pt x="3603" y="785"/>
                  </a:lnTo>
                  <a:lnTo>
                    <a:pt x="3604" y="749"/>
                  </a:lnTo>
                  <a:lnTo>
                    <a:pt x="3605" y="790"/>
                  </a:lnTo>
                  <a:lnTo>
                    <a:pt x="3605" y="789"/>
                  </a:lnTo>
                  <a:lnTo>
                    <a:pt x="3605" y="789"/>
                  </a:lnTo>
                  <a:lnTo>
                    <a:pt x="3606" y="799"/>
                  </a:lnTo>
                  <a:lnTo>
                    <a:pt x="3606" y="753"/>
                  </a:lnTo>
                  <a:lnTo>
                    <a:pt x="3606" y="752"/>
                  </a:lnTo>
                  <a:lnTo>
                    <a:pt x="3608" y="637"/>
                  </a:lnTo>
                  <a:lnTo>
                    <a:pt x="3608" y="649"/>
                  </a:lnTo>
                  <a:lnTo>
                    <a:pt x="3608" y="650"/>
                  </a:lnTo>
                  <a:lnTo>
                    <a:pt x="3609" y="642"/>
                  </a:lnTo>
                  <a:lnTo>
                    <a:pt x="3609" y="740"/>
                  </a:lnTo>
                  <a:lnTo>
                    <a:pt x="3609" y="733"/>
                  </a:lnTo>
                  <a:lnTo>
                    <a:pt x="3609" y="734"/>
                  </a:lnTo>
                  <a:lnTo>
                    <a:pt x="3610" y="739"/>
                  </a:lnTo>
                  <a:lnTo>
                    <a:pt x="3610" y="627"/>
                  </a:lnTo>
                  <a:lnTo>
                    <a:pt x="3611" y="716"/>
                  </a:lnTo>
                  <a:lnTo>
                    <a:pt x="3611" y="715"/>
                  </a:lnTo>
                  <a:lnTo>
                    <a:pt x="3611" y="710"/>
                  </a:lnTo>
                  <a:lnTo>
                    <a:pt x="3612" y="804"/>
                  </a:lnTo>
                  <a:lnTo>
                    <a:pt x="3612" y="804"/>
                  </a:lnTo>
                  <a:lnTo>
                    <a:pt x="3612" y="804"/>
                  </a:lnTo>
                  <a:lnTo>
                    <a:pt x="3613" y="800"/>
                  </a:lnTo>
                  <a:lnTo>
                    <a:pt x="3614" y="804"/>
                  </a:lnTo>
                  <a:lnTo>
                    <a:pt x="3614" y="804"/>
                  </a:lnTo>
                  <a:lnTo>
                    <a:pt x="3615" y="699"/>
                  </a:lnTo>
                  <a:lnTo>
                    <a:pt x="3615" y="722"/>
                  </a:lnTo>
                  <a:lnTo>
                    <a:pt x="3615" y="722"/>
                  </a:lnTo>
                  <a:lnTo>
                    <a:pt x="3616" y="722"/>
                  </a:lnTo>
                  <a:lnTo>
                    <a:pt x="3617" y="782"/>
                  </a:lnTo>
                  <a:lnTo>
                    <a:pt x="3617" y="778"/>
                  </a:lnTo>
                  <a:lnTo>
                    <a:pt x="3617" y="778"/>
                  </a:lnTo>
                  <a:lnTo>
                    <a:pt x="3617" y="785"/>
                  </a:lnTo>
                  <a:lnTo>
                    <a:pt x="3618" y="701"/>
                  </a:lnTo>
                  <a:lnTo>
                    <a:pt x="3618" y="741"/>
                  </a:lnTo>
                  <a:lnTo>
                    <a:pt x="3618" y="741"/>
                  </a:lnTo>
                  <a:lnTo>
                    <a:pt x="3619" y="787"/>
                  </a:lnTo>
                  <a:lnTo>
                    <a:pt x="3620" y="662"/>
                  </a:lnTo>
                  <a:lnTo>
                    <a:pt x="3620" y="668"/>
                  </a:lnTo>
                  <a:lnTo>
                    <a:pt x="3620" y="668"/>
                  </a:lnTo>
                  <a:lnTo>
                    <a:pt x="3620" y="629"/>
                  </a:lnTo>
                  <a:lnTo>
                    <a:pt x="3621" y="723"/>
                  </a:lnTo>
                  <a:lnTo>
                    <a:pt x="3621" y="723"/>
                  </a:lnTo>
                  <a:lnTo>
                    <a:pt x="3621" y="723"/>
                  </a:lnTo>
                  <a:lnTo>
                    <a:pt x="3622" y="721"/>
                  </a:lnTo>
                  <a:lnTo>
                    <a:pt x="3623" y="804"/>
                  </a:lnTo>
                  <a:lnTo>
                    <a:pt x="3623" y="786"/>
                  </a:lnTo>
                  <a:lnTo>
                    <a:pt x="3623" y="786"/>
                  </a:lnTo>
                  <a:lnTo>
                    <a:pt x="3624" y="783"/>
                  </a:lnTo>
                  <a:lnTo>
                    <a:pt x="3624" y="804"/>
                  </a:lnTo>
                  <a:lnTo>
                    <a:pt x="3624" y="804"/>
                  </a:lnTo>
                  <a:lnTo>
                    <a:pt x="3624" y="804"/>
                  </a:lnTo>
                  <a:lnTo>
                    <a:pt x="3626" y="736"/>
                  </a:lnTo>
                  <a:lnTo>
                    <a:pt x="3626" y="736"/>
                  </a:lnTo>
                  <a:lnTo>
                    <a:pt x="3626" y="736"/>
                  </a:lnTo>
                  <a:lnTo>
                    <a:pt x="3627" y="646"/>
                  </a:lnTo>
                  <a:lnTo>
                    <a:pt x="3627" y="769"/>
                  </a:lnTo>
                  <a:lnTo>
                    <a:pt x="3627" y="769"/>
                  </a:lnTo>
                  <a:lnTo>
                    <a:pt x="3628" y="794"/>
                  </a:lnTo>
                  <a:lnTo>
                    <a:pt x="3629" y="627"/>
                  </a:lnTo>
                  <a:lnTo>
                    <a:pt x="3629" y="664"/>
                  </a:lnTo>
                  <a:lnTo>
                    <a:pt x="3629" y="664"/>
                  </a:lnTo>
                  <a:lnTo>
                    <a:pt x="3630" y="793"/>
                  </a:lnTo>
                  <a:lnTo>
                    <a:pt x="3630" y="788"/>
                  </a:lnTo>
                  <a:lnTo>
                    <a:pt x="3630" y="788"/>
                  </a:lnTo>
                  <a:lnTo>
                    <a:pt x="3632" y="643"/>
                  </a:lnTo>
                  <a:lnTo>
                    <a:pt x="3632" y="765"/>
                  </a:lnTo>
                  <a:lnTo>
                    <a:pt x="3632" y="765"/>
                  </a:lnTo>
                  <a:lnTo>
                    <a:pt x="3632" y="753"/>
                  </a:lnTo>
                  <a:lnTo>
                    <a:pt x="3633" y="804"/>
                  </a:lnTo>
                  <a:lnTo>
                    <a:pt x="3633" y="804"/>
                  </a:lnTo>
                  <a:lnTo>
                    <a:pt x="3633" y="804"/>
                  </a:lnTo>
                  <a:lnTo>
                    <a:pt x="3634" y="799"/>
                  </a:lnTo>
                  <a:lnTo>
                    <a:pt x="3635" y="799"/>
                  </a:lnTo>
                  <a:lnTo>
                    <a:pt x="3635" y="799"/>
                  </a:lnTo>
                  <a:lnTo>
                    <a:pt x="3635" y="804"/>
                  </a:lnTo>
                  <a:lnTo>
                    <a:pt x="3636" y="737"/>
                  </a:lnTo>
                  <a:lnTo>
                    <a:pt x="3636" y="747"/>
                  </a:lnTo>
                  <a:lnTo>
                    <a:pt x="3636" y="747"/>
                  </a:lnTo>
                  <a:lnTo>
                    <a:pt x="3637" y="794"/>
                  </a:lnTo>
                  <a:lnTo>
                    <a:pt x="3638" y="777"/>
                  </a:lnTo>
                  <a:lnTo>
                    <a:pt x="3638" y="777"/>
                  </a:lnTo>
                  <a:lnTo>
                    <a:pt x="3638" y="797"/>
                  </a:lnTo>
                  <a:lnTo>
                    <a:pt x="3639" y="770"/>
                  </a:lnTo>
                  <a:lnTo>
                    <a:pt x="3639" y="771"/>
                  </a:lnTo>
                  <a:lnTo>
                    <a:pt x="3639" y="772"/>
                  </a:lnTo>
                  <a:lnTo>
                    <a:pt x="3640" y="785"/>
                  </a:lnTo>
                  <a:lnTo>
                    <a:pt x="3641" y="705"/>
                  </a:lnTo>
                  <a:lnTo>
                    <a:pt x="3641" y="745"/>
                  </a:lnTo>
                  <a:lnTo>
                    <a:pt x="3641" y="742"/>
                  </a:lnTo>
                  <a:lnTo>
                    <a:pt x="3642" y="610"/>
                  </a:lnTo>
                  <a:lnTo>
                    <a:pt x="3642" y="730"/>
                  </a:lnTo>
                  <a:lnTo>
                    <a:pt x="3642" y="731"/>
                  </a:lnTo>
                  <a:lnTo>
                    <a:pt x="3644" y="799"/>
                  </a:lnTo>
                  <a:lnTo>
                    <a:pt x="3644" y="799"/>
                  </a:lnTo>
                  <a:lnTo>
                    <a:pt x="3644" y="799"/>
                  </a:lnTo>
                  <a:lnTo>
                    <a:pt x="3644" y="804"/>
                  </a:lnTo>
                  <a:lnTo>
                    <a:pt x="3645" y="799"/>
                  </a:lnTo>
                  <a:lnTo>
                    <a:pt x="3645" y="804"/>
                  </a:lnTo>
                  <a:lnTo>
                    <a:pt x="3645" y="804"/>
                  </a:lnTo>
                  <a:lnTo>
                    <a:pt x="3647" y="762"/>
                  </a:lnTo>
                  <a:lnTo>
                    <a:pt x="3647" y="762"/>
                  </a:lnTo>
                  <a:lnTo>
                    <a:pt x="3647" y="762"/>
                  </a:lnTo>
                  <a:lnTo>
                    <a:pt x="3648" y="746"/>
                  </a:lnTo>
                  <a:lnTo>
                    <a:pt x="3648" y="789"/>
                  </a:lnTo>
                  <a:lnTo>
                    <a:pt x="3648" y="786"/>
                  </a:lnTo>
                  <a:lnTo>
                    <a:pt x="3648" y="787"/>
                  </a:lnTo>
                  <a:lnTo>
                    <a:pt x="3650" y="802"/>
                  </a:lnTo>
                  <a:lnTo>
                    <a:pt x="3650" y="765"/>
                  </a:lnTo>
                  <a:lnTo>
                    <a:pt x="3650" y="765"/>
                  </a:lnTo>
                  <a:lnTo>
                    <a:pt x="3650" y="765"/>
                  </a:lnTo>
                  <a:lnTo>
                    <a:pt x="3651" y="682"/>
                  </a:lnTo>
                  <a:lnTo>
                    <a:pt x="3651" y="742"/>
                  </a:lnTo>
                  <a:lnTo>
                    <a:pt x="3651" y="742"/>
                  </a:lnTo>
                  <a:lnTo>
                    <a:pt x="3652" y="746"/>
                  </a:lnTo>
                  <a:lnTo>
                    <a:pt x="3653" y="662"/>
                  </a:lnTo>
                  <a:lnTo>
                    <a:pt x="3653" y="709"/>
                  </a:lnTo>
                  <a:lnTo>
                    <a:pt x="3653" y="709"/>
                  </a:lnTo>
                  <a:lnTo>
                    <a:pt x="3654" y="788"/>
                  </a:lnTo>
                  <a:lnTo>
                    <a:pt x="3654" y="672"/>
                  </a:lnTo>
                  <a:lnTo>
                    <a:pt x="3654" y="736"/>
                  </a:lnTo>
                  <a:lnTo>
                    <a:pt x="3654" y="736"/>
                  </a:lnTo>
                  <a:lnTo>
                    <a:pt x="3656" y="804"/>
                  </a:lnTo>
                  <a:lnTo>
                    <a:pt x="3656" y="800"/>
                  </a:lnTo>
                  <a:lnTo>
                    <a:pt x="3656" y="800"/>
                  </a:lnTo>
                  <a:lnTo>
                    <a:pt x="3657" y="804"/>
                  </a:lnTo>
                  <a:lnTo>
                    <a:pt x="3657" y="793"/>
                  </a:lnTo>
                  <a:lnTo>
                    <a:pt x="3657" y="793"/>
                  </a:lnTo>
                  <a:lnTo>
                    <a:pt x="3657" y="793"/>
                  </a:lnTo>
                  <a:lnTo>
                    <a:pt x="3658" y="748"/>
                  </a:lnTo>
                  <a:lnTo>
                    <a:pt x="3659" y="804"/>
                  </a:lnTo>
                  <a:lnTo>
                    <a:pt x="3659" y="804"/>
                  </a:lnTo>
                  <a:lnTo>
                    <a:pt x="3659" y="804"/>
                  </a:lnTo>
                  <a:lnTo>
                    <a:pt x="3660" y="728"/>
                  </a:lnTo>
                  <a:lnTo>
                    <a:pt x="3660" y="735"/>
                  </a:lnTo>
                  <a:lnTo>
                    <a:pt x="3660" y="735"/>
                  </a:lnTo>
                  <a:lnTo>
                    <a:pt x="3662" y="774"/>
                  </a:lnTo>
                  <a:lnTo>
                    <a:pt x="3662" y="708"/>
                  </a:lnTo>
                  <a:lnTo>
                    <a:pt x="3662" y="708"/>
                  </a:lnTo>
                  <a:lnTo>
                    <a:pt x="3662" y="708"/>
                  </a:lnTo>
                  <a:lnTo>
                    <a:pt x="3662" y="681"/>
                  </a:lnTo>
                  <a:lnTo>
                    <a:pt x="3663" y="750"/>
                  </a:lnTo>
                  <a:lnTo>
                    <a:pt x="3663" y="715"/>
                  </a:lnTo>
                  <a:lnTo>
                    <a:pt x="3663" y="714"/>
                  </a:lnTo>
                  <a:lnTo>
                    <a:pt x="3664" y="642"/>
                  </a:lnTo>
                  <a:lnTo>
                    <a:pt x="3665" y="731"/>
                  </a:lnTo>
                  <a:lnTo>
                    <a:pt x="3665" y="729"/>
                  </a:lnTo>
                  <a:lnTo>
                    <a:pt x="3665" y="729"/>
                  </a:lnTo>
                  <a:lnTo>
                    <a:pt x="3665" y="724"/>
                  </a:lnTo>
                  <a:lnTo>
                    <a:pt x="3666" y="804"/>
                  </a:lnTo>
                  <a:lnTo>
                    <a:pt x="3666" y="804"/>
                  </a:lnTo>
                  <a:lnTo>
                    <a:pt x="3666" y="804"/>
                  </a:lnTo>
                  <a:lnTo>
                    <a:pt x="3668" y="804"/>
                  </a:lnTo>
                  <a:lnTo>
                    <a:pt x="3668" y="804"/>
                  </a:lnTo>
                  <a:lnTo>
                    <a:pt x="3669" y="737"/>
                  </a:lnTo>
                  <a:lnTo>
                    <a:pt x="3669" y="769"/>
                  </a:lnTo>
                  <a:lnTo>
                    <a:pt x="3669" y="769"/>
                  </a:lnTo>
                  <a:lnTo>
                    <a:pt x="3670" y="798"/>
                  </a:lnTo>
                  <a:lnTo>
                    <a:pt x="3671" y="733"/>
                  </a:lnTo>
                  <a:lnTo>
                    <a:pt x="3671" y="731"/>
                  </a:lnTo>
                  <a:lnTo>
                    <a:pt x="3671" y="689"/>
                  </a:lnTo>
                  <a:lnTo>
                    <a:pt x="3672" y="788"/>
                  </a:lnTo>
                  <a:lnTo>
                    <a:pt x="3672" y="776"/>
                  </a:lnTo>
                  <a:lnTo>
                    <a:pt x="3672" y="776"/>
                  </a:lnTo>
                  <a:lnTo>
                    <a:pt x="3673" y="777"/>
                  </a:lnTo>
                  <a:lnTo>
                    <a:pt x="3674" y="711"/>
                  </a:lnTo>
                  <a:lnTo>
                    <a:pt x="3674" y="716"/>
                  </a:lnTo>
                  <a:lnTo>
                    <a:pt x="3674" y="716"/>
                  </a:lnTo>
                  <a:lnTo>
                    <a:pt x="3675" y="635"/>
                  </a:lnTo>
                  <a:lnTo>
                    <a:pt x="3675" y="792"/>
                  </a:lnTo>
                  <a:lnTo>
                    <a:pt x="3675" y="763"/>
                  </a:lnTo>
                  <a:lnTo>
                    <a:pt x="3675" y="762"/>
                  </a:lnTo>
                  <a:lnTo>
                    <a:pt x="3676" y="715"/>
                  </a:lnTo>
                  <a:lnTo>
                    <a:pt x="3677" y="804"/>
                  </a:lnTo>
                  <a:lnTo>
                    <a:pt x="3677" y="804"/>
                  </a:lnTo>
                  <a:lnTo>
                    <a:pt x="3677" y="804"/>
                  </a:lnTo>
                  <a:lnTo>
                    <a:pt x="3678" y="804"/>
                  </a:lnTo>
                  <a:lnTo>
                    <a:pt x="3678" y="804"/>
                  </a:lnTo>
                  <a:lnTo>
                    <a:pt x="3680" y="715"/>
                  </a:lnTo>
                  <a:lnTo>
                    <a:pt x="3680" y="715"/>
                  </a:lnTo>
                  <a:lnTo>
                    <a:pt x="3680" y="715"/>
                  </a:lnTo>
                  <a:lnTo>
                    <a:pt x="3680" y="699"/>
                  </a:lnTo>
                  <a:lnTo>
                    <a:pt x="3681" y="780"/>
                  </a:lnTo>
                  <a:lnTo>
                    <a:pt x="3681" y="780"/>
                  </a:lnTo>
                  <a:lnTo>
                    <a:pt x="3681" y="780"/>
                  </a:lnTo>
                  <a:lnTo>
                    <a:pt x="3682" y="779"/>
                  </a:lnTo>
                  <a:lnTo>
                    <a:pt x="3682" y="803"/>
                  </a:lnTo>
                  <a:lnTo>
                    <a:pt x="3683" y="798"/>
                  </a:lnTo>
                  <a:lnTo>
                    <a:pt x="3683" y="798"/>
                  </a:lnTo>
                  <a:lnTo>
                    <a:pt x="3684" y="800"/>
                  </a:lnTo>
                  <a:lnTo>
                    <a:pt x="3684" y="786"/>
                  </a:lnTo>
                  <a:lnTo>
                    <a:pt x="3684" y="796"/>
                  </a:lnTo>
                  <a:lnTo>
                    <a:pt x="3684" y="796"/>
                  </a:lnTo>
                  <a:lnTo>
                    <a:pt x="3685" y="557"/>
                  </a:lnTo>
                  <a:lnTo>
                    <a:pt x="3686" y="689"/>
                  </a:lnTo>
                  <a:lnTo>
                    <a:pt x="3686" y="690"/>
                  </a:lnTo>
                  <a:lnTo>
                    <a:pt x="3688" y="798"/>
                  </a:lnTo>
                  <a:lnTo>
                    <a:pt x="3688" y="799"/>
                  </a:lnTo>
                  <a:lnTo>
                    <a:pt x="3688" y="804"/>
                  </a:lnTo>
                  <a:lnTo>
                    <a:pt x="3689" y="804"/>
                  </a:lnTo>
                  <a:lnTo>
                    <a:pt x="3689" y="804"/>
                  </a:lnTo>
                  <a:lnTo>
                    <a:pt x="3690" y="779"/>
                  </a:lnTo>
                  <a:lnTo>
                    <a:pt x="3691" y="785"/>
                  </a:lnTo>
                  <a:lnTo>
                    <a:pt x="3691" y="785"/>
                  </a:lnTo>
                  <a:lnTo>
                    <a:pt x="3691" y="787"/>
                  </a:lnTo>
                  <a:lnTo>
                    <a:pt x="3692" y="620"/>
                  </a:lnTo>
                  <a:lnTo>
                    <a:pt x="3692" y="622"/>
                  </a:lnTo>
                  <a:lnTo>
                    <a:pt x="3692" y="622"/>
                  </a:lnTo>
                  <a:lnTo>
                    <a:pt x="3692" y="611"/>
                  </a:lnTo>
                  <a:lnTo>
                    <a:pt x="3694" y="784"/>
                  </a:lnTo>
                  <a:lnTo>
                    <a:pt x="3694" y="784"/>
                  </a:lnTo>
                  <a:lnTo>
                    <a:pt x="3694" y="784"/>
                  </a:lnTo>
                  <a:lnTo>
                    <a:pt x="3694" y="793"/>
                  </a:lnTo>
                  <a:lnTo>
                    <a:pt x="3695" y="681"/>
                  </a:lnTo>
                  <a:lnTo>
                    <a:pt x="3695" y="681"/>
                  </a:lnTo>
                  <a:lnTo>
                    <a:pt x="3696" y="766"/>
                  </a:lnTo>
                  <a:lnTo>
                    <a:pt x="3697" y="636"/>
                  </a:lnTo>
                  <a:lnTo>
                    <a:pt x="3697" y="635"/>
                  </a:lnTo>
                  <a:lnTo>
                    <a:pt x="3697" y="584"/>
                  </a:lnTo>
                  <a:lnTo>
                    <a:pt x="3698" y="786"/>
                  </a:lnTo>
                  <a:lnTo>
                    <a:pt x="3698" y="787"/>
                  </a:lnTo>
                  <a:lnTo>
                    <a:pt x="3699" y="804"/>
                  </a:lnTo>
                  <a:lnTo>
                    <a:pt x="3700" y="799"/>
                  </a:lnTo>
                  <a:lnTo>
                    <a:pt x="3700" y="799"/>
                  </a:lnTo>
                  <a:lnTo>
                    <a:pt x="3700" y="804"/>
                  </a:lnTo>
                  <a:lnTo>
                    <a:pt x="3701" y="773"/>
                  </a:lnTo>
                  <a:lnTo>
                    <a:pt x="3701" y="773"/>
                  </a:lnTo>
                  <a:lnTo>
                    <a:pt x="3702" y="744"/>
                  </a:lnTo>
                  <a:lnTo>
                    <a:pt x="3703" y="779"/>
                  </a:lnTo>
                  <a:lnTo>
                    <a:pt x="3703" y="779"/>
                  </a:lnTo>
                  <a:lnTo>
                    <a:pt x="3703" y="779"/>
                  </a:lnTo>
                  <a:lnTo>
                    <a:pt x="3703" y="707"/>
                  </a:lnTo>
                  <a:lnTo>
                    <a:pt x="3704" y="783"/>
                  </a:lnTo>
                  <a:lnTo>
                    <a:pt x="3704" y="783"/>
                  </a:lnTo>
                  <a:lnTo>
                    <a:pt x="3704" y="783"/>
                  </a:lnTo>
                  <a:lnTo>
                    <a:pt x="3704" y="784"/>
                  </a:lnTo>
                  <a:lnTo>
                    <a:pt x="3706" y="725"/>
                  </a:lnTo>
                  <a:lnTo>
                    <a:pt x="3706" y="725"/>
                  </a:lnTo>
                  <a:lnTo>
                    <a:pt x="3706" y="604"/>
                  </a:lnTo>
                  <a:lnTo>
                    <a:pt x="3707" y="748"/>
                  </a:lnTo>
                  <a:lnTo>
                    <a:pt x="3707" y="750"/>
                  </a:lnTo>
                  <a:lnTo>
                    <a:pt x="3708" y="708"/>
                  </a:lnTo>
                  <a:lnTo>
                    <a:pt x="3709" y="797"/>
                  </a:lnTo>
                  <a:lnTo>
                    <a:pt x="3709" y="797"/>
                  </a:lnTo>
                  <a:lnTo>
                    <a:pt x="3709" y="797"/>
                  </a:lnTo>
                  <a:lnTo>
                    <a:pt x="3709" y="804"/>
                  </a:lnTo>
                  <a:lnTo>
                    <a:pt x="3710" y="799"/>
                  </a:lnTo>
                  <a:lnTo>
                    <a:pt x="3710" y="799"/>
                  </a:lnTo>
                  <a:lnTo>
                    <a:pt x="3711" y="801"/>
                  </a:lnTo>
                  <a:lnTo>
                    <a:pt x="3712" y="766"/>
                  </a:lnTo>
                  <a:lnTo>
                    <a:pt x="3712" y="766"/>
                  </a:lnTo>
                  <a:lnTo>
                    <a:pt x="3712" y="766"/>
                  </a:lnTo>
                  <a:lnTo>
                    <a:pt x="3712" y="769"/>
                  </a:lnTo>
                  <a:lnTo>
                    <a:pt x="3712" y="713"/>
                  </a:lnTo>
                  <a:lnTo>
                    <a:pt x="3713" y="747"/>
                  </a:lnTo>
                  <a:lnTo>
                    <a:pt x="3713" y="747"/>
                  </a:lnTo>
                  <a:lnTo>
                    <a:pt x="3713" y="783"/>
                  </a:lnTo>
                  <a:lnTo>
                    <a:pt x="3715" y="633"/>
                  </a:lnTo>
                  <a:lnTo>
                    <a:pt x="3715" y="659"/>
                  </a:lnTo>
                  <a:lnTo>
                    <a:pt x="3715" y="659"/>
                  </a:lnTo>
                  <a:lnTo>
                    <a:pt x="3715" y="659"/>
                  </a:lnTo>
                  <a:lnTo>
                    <a:pt x="3716" y="770"/>
                  </a:lnTo>
                  <a:lnTo>
                    <a:pt x="3716" y="756"/>
                  </a:lnTo>
                  <a:lnTo>
                    <a:pt x="3716" y="756"/>
                  </a:lnTo>
                  <a:lnTo>
                    <a:pt x="3716" y="770"/>
                  </a:lnTo>
                  <a:lnTo>
                    <a:pt x="3717" y="639"/>
                  </a:lnTo>
                  <a:lnTo>
                    <a:pt x="3718" y="685"/>
                  </a:lnTo>
                  <a:lnTo>
                    <a:pt x="3718" y="685"/>
                  </a:lnTo>
                  <a:lnTo>
                    <a:pt x="3718" y="680"/>
                  </a:lnTo>
                  <a:lnTo>
                    <a:pt x="3719" y="792"/>
                  </a:lnTo>
                  <a:lnTo>
                    <a:pt x="3719" y="792"/>
                  </a:lnTo>
                  <a:lnTo>
                    <a:pt x="3720" y="804"/>
                  </a:lnTo>
                  <a:lnTo>
                    <a:pt x="3721" y="802"/>
                  </a:lnTo>
                  <a:lnTo>
                    <a:pt x="3721" y="802"/>
                  </a:lnTo>
                  <a:lnTo>
                    <a:pt x="3721" y="804"/>
                  </a:lnTo>
                  <a:lnTo>
                    <a:pt x="3722" y="778"/>
                  </a:lnTo>
                  <a:lnTo>
                    <a:pt x="3722" y="778"/>
                  </a:lnTo>
                  <a:lnTo>
                    <a:pt x="3722" y="778"/>
                  </a:lnTo>
                  <a:lnTo>
                    <a:pt x="3722" y="773"/>
                  </a:lnTo>
                  <a:lnTo>
                    <a:pt x="3723" y="794"/>
                  </a:lnTo>
                  <a:lnTo>
                    <a:pt x="3724" y="780"/>
                  </a:lnTo>
                  <a:lnTo>
                    <a:pt x="3724" y="780"/>
                  </a:lnTo>
                  <a:lnTo>
                    <a:pt x="3724" y="789"/>
                  </a:lnTo>
                  <a:lnTo>
                    <a:pt x="3725" y="707"/>
                  </a:lnTo>
                  <a:lnTo>
                    <a:pt x="3725" y="761"/>
                  </a:lnTo>
                  <a:lnTo>
                    <a:pt x="3725" y="761"/>
                  </a:lnTo>
                  <a:lnTo>
                    <a:pt x="3726" y="774"/>
                  </a:lnTo>
                  <a:lnTo>
                    <a:pt x="3727" y="730"/>
                  </a:lnTo>
                  <a:lnTo>
                    <a:pt x="3727" y="729"/>
                  </a:lnTo>
                  <a:lnTo>
                    <a:pt x="3728" y="555"/>
                  </a:lnTo>
                  <a:lnTo>
                    <a:pt x="3728" y="653"/>
                  </a:lnTo>
                  <a:lnTo>
                    <a:pt x="3728" y="653"/>
                  </a:lnTo>
                  <a:lnTo>
                    <a:pt x="3729" y="775"/>
                  </a:lnTo>
                  <a:lnTo>
                    <a:pt x="3730" y="640"/>
                  </a:lnTo>
                  <a:lnTo>
                    <a:pt x="3730" y="740"/>
                  </a:lnTo>
                  <a:lnTo>
                    <a:pt x="3730" y="742"/>
                  </a:lnTo>
                  <a:lnTo>
                    <a:pt x="3731" y="804"/>
                  </a:lnTo>
                  <a:lnTo>
                    <a:pt x="3731" y="804"/>
                  </a:lnTo>
                  <a:lnTo>
                    <a:pt x="3731" y="804"/>
                  </a:lnTo>
                  <a:lnTo>
                    <a:pt x="3733" y="764"/>
                  </a:lnTo>
                  <a:lnTo>
                    <a:pt x="3733" y="764"/>
                  </a:lnTo>
                  <a:lnTo>
                    <a:pt x="3733" y="764"/>
                  </a:lnTo>
                  <a:lnTo>
                    <a:pt x="3733" y="747"/>
                  </a:lnTo>
                  <a:lnTo>
                    <a:pt x="3734" y="804"/>
                  </a:lnTo>
                  <a:lnTo>
                    <a:pt x="3734" y="804"/>
                  </a:lnTo>
                  <a:lnTo>
                    <a:pt x="3734" y="804"/>
                  </a:lnTo>
                  <a:lnTo>
                    <a:pt x="3736" y="791"/>
                  </a:lnTo>
                  <a:lnTo>
                    <a:pt x="3736" y="791"/>
                  </a:lnTo>
                  <a:lnTo>
                    <a:pt x="3736" y="791"/>
                  </a:lnTo>
                  <a:lnTo>
                    <a:pt x="3736" y="804"/>
                  </a:lnTo>
                  <a:lnTo>
                    <a:pt x="3737" y="732"/>
                  </a:lnTo>
                  <a:lnTo>
                    <a:pt x="3737" y="732"/>
                  </a:lnTo>
                  <a:lnTo>
                    <a:pt x="3737" y="732"/>
                  </a:lnTo>
                  <a:lnTo>
                    <a:pt x="3738" y="762"/>
                  </a:lnTo>
                  <a:lnTo>
                    <a:pt x="3738" y="701"/>
                  </a:lnTo>
                  <a:lnTo>
                    <a:pt x="3739" y="741"/>
                  </a:lnTo>
                  <a:lnTo>
                    <a:pt x="3739" y="743"/>
                  </a:lnTo>
                  <a:lnTo>
                    <a:pt x="3739" y="794"/>
                  </a:lnTo>
                  <a:lnTo>
                    <a:pt x="3740" y="739"/>
                  </a:lnTo>
                  <a:lnTo>
                    <a:pt x="3740" y="739"/>
                  </a:lnTo>
                  <a:lnTo>
                    <a:pt x="3740" y="739"/>
                  </a:lnTo>
                  <a:lnTo>
                    <a:pt x="3741" y="804"/>
                  </a:lnTo>
                  <a:lnTo>
                    <a:pt x="3742" y="804"/>
                  </a:lnTo>
                  <a:lnTo>
                    <a:pt x="3742" y="804"/>
                  </a:lnTo>
                  <a:lnTo>
                    <a:pt x="3743" y="804"/>
                  </a:lnTo>
                  <a:lnTo>
                    <a:pt x="3743" y="804"/>
                  </a:lnTo>
                  <a:lnTo>
                    <a:pt x="3744" y="745"/>
                  </a:lnTo>
                  <a:lnTo>
                    <a:pt x="3745" y="784"/>
                  </a:lnTo>
                  <a:lnTo>
                    <a:pt x="3745" y="784"/>
                  </a:lnTo>
                  <a:lnTo>
                    <a:pt x="3746" y="798"/>
                  </a:lnTo>
                  <a:lnTo>
                    <a:pt x="3746" y="717"/>
                  </a:lnTo>
                  <a:lnTo>
                    <a:pt x="3746" y="717"/>
                  </a:lnTo>
                  <a:lnTo>
                    <a:pt x="3746" y="717"/>
                  </a:lnTo>
                  <a:lnTo>
                    <a:pt x="3747" y="631"/>
                  </a:lnTo>
                  <a:lnTo>
                    <a:pt x="3748" y="775"/>
                  </a:lnTo>
                  <a:lnTo>
                    <a:pt x="3748" y="762"/>
                  </a:lnTo>
                  <a:lnTo>
                    <a:pt x="3748" y="762"/>
                  </a:lnTo>
                  <a:lnTo>
                    <a:pt x="3749" y="643"/>
                  </a:lnTo>
                  <a:lnTo>
                    <a:pt x="3749" y="712"/>
                  </a:lnTo>
                  <a:lnTo>
                    <a:pt x="3749" y="712"/>
                  </a:lnTo>
                  <a:lnTo>
                    <a:pt x="3750" y="607"/>
                  </a:lnTo>
                  <a:lnTo>
                    <a:pt x="3751" y="765"/>
                  </a:lnTo>
                  <a:lnTo>
                    <a:pt x="3751" y="765"/>
                  </a:lnTo>
                  <a:lnTo>
                    <a:pt x="3751" y="765"/>
                  </a:lnTo>
                  <a:lnTo>
                    <a:pt x="3752" y="804"/>
                  </a:lnTo>
                  <a:lnTo>
                    <a:pt x="3752" y="804"/>
                  </a:lnTo>
                  <a:lnTo>
                    <a:pt x="3752" y="804"/>
                  </a:lnTo>
                  <a:lnTo>
                    <a:pt x="3752" y="800"/>
                  </a:lnTo>
                  <a:lnTo>
                    <a:pt x="3754" y="804"/>
                  </a:lnTo>
                  <a:lnTo>
                    <a:pt x="3754" y="804"/>
                  </a:lnTo>
                  <a:lnTo>
                    <a:pt x="3755" y="756"/>
                  </a:lnTo>
                  <a:lnTo>
                    <a:pt x="3755" y="757"/>
                  </a:lnTo>
                  <a:lnTo>
                    <a:pt x="3755" y="757"/>
                  </a:lnTo>
                  <a:lnTo>
                    <a:pt x="3757" y="783"/>
                  </a:lnTo>
                  <a:lnTo>
                    <a:pt x="3757" y="783"/>
                  </a:lnTo>
                  <a:lnTo>
                    <a:pt x="3757" y="783"/>
                  </a:lnTo>
                  <a:lnTo>
                    <a:pt x="3757" y="796"/>
                  </a:lnTo>
                  <a:lnTo>
                    <a:pt x="3758" y="718"/>
                  </a:lnTo>
                  <a:lnTo>
                    <a:pt x="3758" y="727"/>
                  </a:lnTo>
                  <a:lnTo>
                    <a:pt x="3758" y="727"/>
                  </a:lnTo>
                  <a:lnTo>
                    <a:pt x="3758" y="727"/>
                  </a:lnTo>
                  <a:lnTo>
                    <a:pt x="3759" y="796"/>
                  </a:lnTo>
                  <a:lnTo>
                    <a:pt x="3760" y="780"/>
                  </a:lnTo>
                  <a:lnTo>
                    <a:pt x="3760" y="780"/>
                  </a:lnTo>
                  <a:lnTo>
                    <a:pt x="3761" y="615"/>
                  </a:lnTo>
                  <a:lnTo>
                    <a:pt x="3761" y="664"/>
                  </a:lnTo>
                  <a:lnTo>
                    <a:pt x="3761" y="664"/>
                  </a:lnTo>
                  <a:lnTo>
                    <a:pt x="3762" y="792"/>
                  </a:lnTo>
                  <a:lnTo>
                    <a:pt x="3763" y="783"/>
                  </a:lnTo>
                  <a:lnTo>
                    <a:pt x="3763" y="783"/>
                  </a:lnTo>
                  <a:lnTo>
                    <a:pt x="3763" y="772"/>
                  </a:lnTo>
                  <a:lnTo>
                    <a:pt x="3764" y="804"/>
                  </a:lnTo>
                  <a:lnTo>
                    <a:pt x="3764" y="804"/>
                  </a:lnTo>
                  <a:lnTo>
                    <a:pt x="3764" y="804"/>
                  </a:lnTo>
                  <a:lnTo>
                    <a:pt x="3766" y="780"/>
                  </a:lnTo>
                  <a:lnTo>
                    <a:pt x="3766" y="780"/>
                  </a:lnTo>
                  <a:lnTo>
                    <a:pt x="3767" y="717"/>
                  </a:lnTo>
                  <a:lnTo>
                    <a:pt x="3767" y="735"/>
                  </a:lnTo>
                  <a:lnTo>
                    <a:pt x="3767" y="735"/>
                  </a:lnTo>
                  <a:lnTo>
                    <a:pt x="3768" y="785"/>
                  </a:lnTo>
                  <a:lnTo>
                    <a:pt x="3769" y="722"/>
                  </a:lnTo>
                  <a:lnTo>
                    <a:pt x="3769" y="721"/>
                  </a:lnTo>
                  <a:lnTo>
                    <a:pt x="3769" y="655"/>
                  </a:lnTo>
                  <a:lnTo>
                    <a:pt x="3770" y="779"/>
                  </a:lnTo>
                  <a:lnTo>
                    <a:pt x="3770" y="706"/>
                  </a:lnTo>
                  <a:lnTo>
                    <a:pt x="3770" y="706"/>
                  </a:lnTo>
                  <a:lnTo>
                    <a:pt x="3770" y="715"/>
                  </a:lnTo>
                  <a:lnTo>
                    <a:pt x="3771" y="597"/>
                  </a:lnTo>
                  <a:lnTo>
                    <a:pt x="3772" y="694"/>
                  </a:lnTo>
                  <a:lnTo>
                    <a:pt x="3772" y="696"/>
                  </a:lnTo>
                  <a:lnTo>
                    <a:pt x="3772" y="804"/>
                  </a:lnTo>
                  <a:lnTo>
                    <a:pt x="3773" y="779"/>
                  </a:lnTo>
                  <a:lnTo>
                    <a:pt x="3773" y="780"/>
                  </a:lnTo>
                  <a:lnTo>
                    <a:pt x="3774" y="804"/>
                  </a:lnTo>
                  <a:lnTo>
                    <a:pt x="3775" y="800"/>
                  </a:lnTo>
                  <a:lnTo>
                    <a:pt x="3775" y="800"/>
                  </a:lnTo>
                  <a:lnTo>
                    <a:pt x="3776" y="804"/>
                  </a:lnTo>
                  <a:lnTo>
                    <a:pt x="3776" y="796"/>
                  </a:lnTo>
                  <a:lnTo>
                    <a:pt x="3776" y="796"/>
                  </a:lnTo>
                  <a:lnTo>
                    <a:pt x="3776" y="796"/>
                  </a:lnTo>
                  <a:lnTo>
                    <a:pt x="3777" y="740"/>
                  </a:lnTo>
                  <a:lnTo>
                    <a:pt x="3778" y="779"/>
                  </a:lnTo>
                  <a:lnTo>
                    <a:pt x="3778" y="780"/>
                  </a:lnTo>
                  <a:lnTo>
                    <a:pt x="3778" y="785"/>
                  </a:lnTo>
                  <a:lnTo>
                    <a:pt x="3779" y="623"/>
                  </a:lnTo>
                  <a:lnTo>
                    <a:pt x="3779" y="691"/>
                  </a:lnTo>
                  <a:lnTo>
                    <a:pt x="3779" y="691"/>
                  </a:lnTo>
                  <a:lnTo>
                    <a:pt x="3780" y="781"/>
                  </a:lnTo>
                  <a:lnTo>
                    <a:pt x="3781" y="756"/>
                  </a:lnTo>
                  <a:lnTo>
                    <a:pt x="3781" y="756"/>
                  </a:lnTo>
                  <a:lnTo>
                    <a:pt x="3781" y="762"/>
                  </a:lnTo>
                  <a:lnTo>
                    <a:pt x="3781" y="567"/>
                  </a:lnTo>
                  <a:lnTo>
                    <a:pt x="3782" y="751"/>
                  </a:lnTo>
                  <a:lnTo>
                    <a:pt x="3782" y="752"/>
                  </a:lnTo>
                  <a:lnTo>
                    <a:pt x="3782" y="788"/>
                  </a:lnTo>
                  <a:lnTo>
                    <a:pt x="3784" y="783"/>
                  </a:lnTo>
                  <a:lnTo>
                    <a:pt x="3784" y="783"/>
                  </a:lnTo>
                  <a:lnTo>
                    <a:pt x="3784" y="804"/>
                  </a:lnTo>
                  <a:lnTo>
                    <a:pt x="3785" y="802"/>
                  </a:lnTo>
                  <a:lnTo>
                    <a:pt x="3785" y="802"/>
                  </a:lnTo>
                  <a:lnTo>
                    <a:pt x="3785" y="804"/>
                  </a:lnTo>
                  <a:lnTo>
                    <a:pt x="3787" y="765"/>
                  </a:lnTo>
                  <a:lnTo>
                    <a:pt x="3787" y="765"/>
                  </a:lnTo>
                  <a:lnTo>
                    <a:pt x="3787" y="741"/>
                  </a:lnTo>
                  <a:lnTo>
                    <a:pt x="3788" y="783"/>
                  </a:lnTo>
                  <a:lnTo>
                    <a:pt x="3788" y="784"/>
                  </a:lnTo>
                  <a:lnTo>
                    <a:pt x="3789" y="768"/>
                  </a:lnTo>
                  <a:lnTo>
                    <a:pt x="3790" y="788"/>
                  </a:lnTo>
                  <a:lnTo>
                    <a:pt x="3790" y="786"/>
                  </a:lnTo>
                  <a:lnTo>
                    <a:pt x="3790" y="787"/>
                  </a:lnTo>
                  <a:lnTo>
                    <a:pt x="3790" y="799"/>
                  </a:lnTo>
                  <a:lnTo>
                    <a:pt x="3791" y="698"/>
                  </a:lnTo>
                  <a:lnTo>
                    <a:pt x="3791" y="705"/>
                  </a:lnTo>
                  <a:lnTo>
                    <a:pt x="3791" y="705"/>
                  </a:lnTo>
                  <a:lnTo>
                    <a:pt x="3793" y="569"/>
                  </a:lnTo>
                  <a:lnTo>
                    <a:pt x="3793" y="659"/>
                  </a:lnTo>
                  <a:lnTo>
                    <a:pt x="3793" y="660"/>
                  </a:lnTo>
                  <a:lnTo>
                    <a:pt x="3793" y="655"/>
                  </a:lnTo>
                  <a:lnTo>
                    <a:pt x="3793" y="785"/>
                  </a:lnTo>
                  <a:lnTo>
                    <a:pt x="3794" y="776"/>
                  </a:lnTo>
                  <a:lnTo>
                    <a:pt x="3794" y="776"/>
                  </a:lnTo>
                  <a:lnTo>
                    <a:pt x="3795" y="804"/>
                  </a:lnTo>
                  <a:lnTo>
                    <a:pt x="3796" y="804"/>
                  </a:lnTo>
                  <a:lnTo>
                    <a:pt x="3796" y="804"/>
                  </a:lnTo>
                  <a:lnTo>
                    <a:pt x="3797" y="797"/>
                  </a:lnTo>
                  <a:lnTo>
                    <a:pt x="3797" y="797"/>
                  </a:lnTo>
                  <a:lnTo>
                    <a:pt x="3797" y="797"/>
                  </a:lnTo>
                  <a:lnTo>
                    <a:pt x="3799" y="727"/>
                  </a:lnTo>
                  <a:lnTo>
                    <a:pt x="3799" y="728"/>
                  </a:lnTo>
                  <a:lnTo>
                    <a:pt x="3799" y="728"/>
                  </a:lnTo>
                  <a:lnTo>
                    <a:pt x="3799" y="714"/>
                  </a:lnTo>
                  <a:lnTo>
                    <a:pt x="3800" y="793"/>
                  </a:lnTo>
                  <a:lnTo>
                    <a:pt x="3800" y="789"/>
                  </a:lnTo>
                  <a:lnTo>
                    <a:pt x="3800" y="789"/>
                  </a:lnTo>
                  <a:lnTo>
                    <a:pt x="3800" y="794"/>
                  </a:lnTo>
                  <a:lnTo>
                    <a:pt x="3802" y="730"/>
                  </a:lnTo>
                  <a:lnTo>
                    <a:pt x="3802" y="745"/>
                  </a:lnTo>
                  <a:lnTo>
                    <a:pt x="3802" y="745"/>
                  </a:lnTo>
                  <a:lnTo>
                    <a:pt x="3802" y="774"/>
                  </a:lnTo>
                  <a:lnTo>
                    <a:pt x="3803" y="576"/>
                  </a:lnTo>
                  <a:lnTo>
                    <a:pt x="3803" y="575"/>
                  </a:lnTo>
                  <a:lnTo>
                    <a:pt x="3803" y="542"/>
                  </a:lnTo>
                  <a:lnTo>
                    <a:pt x="3805" y="795"/>
                  </a:lnTo>
                  <a:lnTo>
                    <a:pt x="3805" y="783"/>
                  </a:lnTo>
                  <a:lnTo>
                    <a:pt x="3805" y="783"/>
                  </a:lnTo>
                  <a:lnTo>
                    <a:pt x="3805" y="804"/>
                  </a:lnTo>
                  <a:lnTo>
                    <a:pt x="3806" y="804"/>
                  </a:lnTo>
                  <a:lnTo>
                    <a:pt x="3806" y="804"/>
                  </a:lnTo>
                  <a:lnTo>
                    <a:pt x="3807" y="799"/>
                  </a:lnTo>
                  <a:lnTo>
                    <a:pt x="3808" y="799"/>
                  </a:lnTo>
                  <a:lnTo>
                    <a:pt x="3808" y="799"/>
                  </a:lnTo>
                  <a:lnTo>
                    <a:pt x="3808" y="772"/>
                  </a:lnTo>
                  <a:lnTo>
                    <a:pt x="3809" y="790"/>
                  </a:lnTo>
                  <a:lnTo>
                    <a:pt x="3809" y="790"/>
                  </a:lnTo>
                  <a:lnTo>
                    <a:pt x="3809" y="782"/>
                  </a:lnTo>
                  <a:lnTo>
                    <a:pt x="3810" y="798"/>
                  </a:lnTo>
                  <a:lnTo>
                    <a:pt x="3811" y="790"/>
                  </a:lnTo>
                  <a:lnTo>
                    <a:pt x="3811" y="790"/>
                  </a:lnTo>
                  <a:lnTo>
                    <a:pt x="3811" y="795"/>
                  </a:lnTo>
                  <a:lnTo>
                    <a:pt x="3812" y="669"/>
                  </a:lnTo>
                  <a:lnTo>
                    <a:pt x="3812" y="696"/>
                  </a:lnTo>
                  <a:lnTo>
                    <a:pt x="3812" y="699"/>
                  </a:lnTo>
                  <a:lnTo>
                    <a:pt x="3813" y="705"/>
                  </a:lnTo>
                  <a:lnTo>
                    <a:pt x="3813" y="592"/>
                  </a:lnTo>
                  <a:lnTo>
                    <a:pt x="3814" y="652"/>
                  </a:lnTo>
                  <a:lnTo>
                    <a:pt x="3814" y="651"/>
                  </a:lnTo>
                  <a:lnTo>
                    <a:pt x="3814" y="543"/>
                  </a:lnTo>
                  <a:lnTo>
                    <a:pt x="3815" y="780"/>
                  </a:lnTo>
                  <a:lnTo>
                    <a:pt x="3815" y="773"/>
                  </a:lnTo>
                  <a:lnTo>
                    <a:pt x="3815" y="773"/>
                  </a:lnTo>
                  <a:lnTo>
                    <a:pt x="3816" y="770"/>
                  </a:lnTo>
                  <a:lnTo>
                    <a:pt x="3817" y="804"/>
                  </a:lnTo>
                  <a:lnTo>
                    <a:pt x="3817" y="804"/>
                  </a:lnTo>
                  <a:lnTo>
                    <a:pt x="3817" y="804"/>
                  </a:lnTo>
                  <a:lnTo>
                    <a:pt x="3818" y="804"/>
                  </a:lnTo>
                  <a:lnTo>
                    <a:pt x="3818" y="804"/>
                  </a:lnTo>
                  <a:lnTo>
                    <a:pt x="3820" y="743"/>
                  </a:lnTo>
                  <a:lnTo>
                    <a:pt x="3820" y="747"/>
                  </a:lnTo>
                  <a:lnTo>
                    <a:pt x="3820" y="748"/>
                  </a:lnTo>
                  <a:lnTo>
                    <a:pt x="3820" y="746"/>
                  </a:lnTo>
                  <a:lnTo>
                    <a:pt x="3821" y="799"/>
                  </a:lnTo>
                  <a:lnTo>
                    <a:pt x="3821" y="790"/>
                  </a:lnTo>
                  <a:lnTo>
                    <a:pt x="3821" y="790"/>
                  </a:lnTo>
                  <a:lnTo>
                    <a:pt x="3823" y="751"/>
                  </a:lnTo>
                  <a:lnTo>
                    <a:pt x="3823" y="750"/>
                  </a:lnTo>
                  <a:lnTo>
                    <a:pt x="3823" y="710"/>
                  </a:lnTo>
                  <a:lnTo>
                    <a:pt x="3824" y="787"/>
                  </a:lnTo>
                  <a:lnTo>
                    <a:pt x="3824" y="716"/>
                  </a:lnTo>
                  <a:lnTo>
                    <a:pt x="3824" y="716"/>
                  </a:lnTo>
                  <a:lnTo>
                    <a:pt x="3825" y="705"/>
                  </a:lnTo>
                  <a:lnTo>
                    <a:pt x="3825" y="788"/>
                  </a:lnTo>
                  <a:lnTo>
                    <a:pt x="3826" y="724"/>
                  </a:lnTo>
                  <a:lnTo>
                    <a:pt x="3826" y="722"/>
                  </a:lnTo>
                  <a:lnTo>
                    <a:pt x="3826" y="668"/>
                  </a:lnTo>
                  <a:lnTo>
                    <a:pt x="3827" y="804"/>
                  </a:lnTo>
                  <a:lnTo>
                    <a:pt x="3827" y="804"/>
                  </a:lnTo>
                  <a:lnTo>
                    <a:pt x="3827" y="804"/>
                  </a:lnTo>
                  <a:lnTo>
                    <a:pt x="3829" y="802"/>
                  </a:lnTo>
                  <a:lnTo>
                    <a:pt x="3829" y="802"/>
                  </a:lnTo>
                  <a:lnTo>
                    <a:pt x="3829" y="802"/>
                  </a:lnTo>
                  <a:lnTo>
                    <a:pt x="3830" y="774"/>
                  </a:lnTo>
                  <a:lnTo>
                    <a:pt x="3830" y="774"/>
                  </a:lnTo>
                  <a:lnTo>
                    <a:pt x="3830" y="774"/>
                  </a:lnTo>
                  <a:lnTo>
                    <a:pt x="3831" y="776"/>
                  </a:lnTo>
                  <a:lnTo>
                    <a:pt x="3831" y="625"/>
                  </a:lnTo>
                  <a:lnTo>
                    <a:pt x="3832" y="638"/>
                  </a:lnTo>
                  <a:lnTo>
                    <a:pt x="3832" y="638"/>
                  </a:lnTo>
                  <a:lnTo>
                    <a:pt x="3832" y="786"/>
                  </a:lnTo>
                  <a:lnTo>
                    <a:pt x="3833" y="697"/>
                  </a:lnTo>
                  <a:lnTo>
                    <a:pt x="3833" y="697"/>
                  </a:lnTo>
                  <a:lnTo>
                    <a:pt x="3834" y="785"/>
                  </a:lnTo>
                  <a:lnTo>
                    <a:pt x="3835" y="744"/>
                  </a:lnTo>
                  <a:lnTo>
                    <a:pt x="3835" y="743"/>
                  </a:lnTo>
                  <a:lnTo>
                    <a:pt x="3836" y="492"/>
                  </a:lnTo>
                  <a:lnTo>
                    <a:pt x="3836" y="719"/>
                  </a:lnTo>
                  <a:lnTo>
                    <a:pt x="3836" y="719"/>
                  </a:lnTo>
                  <a:lnTo>
                    <a:pt x="3837" y="717"/>
                  </a:lnTo>
                  <a:lnTo>
                    <a:pt x="3838" y="804"/>
                  </a:lnTo>
                  <a:lnTo>
                    <a:pt x="3838" y="804"/>
                  </a:lnTo>
                  <a:lnTo>
                    <a:pt x="3838" y="804"/>
                  </a:lnTo>
                  <a:lnTo>
                    <a:pt x="3839" y="802"/>
                  </a:lnTo>
                  <a:lnTo>
                    <a:pt x="3839" y="802"/>
                  </a:lnTo>
                  <a:lnTo>
                    <a:pt x="3839" y="802"/>
                  </a:lnTo>
                  <a:lnTo>
                    <a:pt x="3841" y="766"/>
                  </a:lnTo>
                  <a:lnTo>
                    <a:pt x="3841" y="766"/>
                  </a:lnTo>
                  <a:lnTo>
                    <a:pt x="3841" y="766"/>
                  </a:lnTo>
                  <a:lnTo>
                    <a:pt x="3842" y="776"/>
                  </a:lnTo>
                  <a:lnTo>
                    <a:pt x="3842" y="649"/>
                  </a:lnTo>
                  <a:lnTo>
                    <a:pt x="3842" y="654"/>
                  </a:lnTo>
                  <a:lnTo>
                    <a:pt x="3842" y="654"/>
                  </a:lnTo>
                  <a:lnTo>
                    <a:pt x="3843" y="775"/>
                  </a:lnTo>
                  <a:lnTo>
                    <a:pt x="3844" y="737"/>
                  </a:lnTo>
                  <a:lnTo>
                    <a:pt x="3844" y="737"/>
                  </a:lnTo>
                  <a:lnTo>
                    <a:pt x="3844" y="670"/>
                  </a:lnTo>
                  <a:lnTo>
                    <a:pt x="3845" y="772"/>
                  </a:lnTo>
                  <a:lnTo>
                    <a:pt x="3845" y="745"/>
                  </a:lnTo>
                  <a:lnTo>
                    <a:pt x="3845" y="745"/>
                  </a:lnTo>
                  <a:lnTo>
                    <a:pt x="3846" y="788"/>
                  </a:lnTo>
                  <a:lnTo>
                    <a:pt x="3847" y="731"/>
                  </a:lnTo>
                  <a:lnTo>
                    <a:pt x="3847" y="732"/>
                  </a:lnTo>
                  <a:lnTo>
                    <a:pt x="3847" y="732"/>
                  </a:lnTo>
                  <a:lnTo>
                    <a:pt x="3847" y="692"/>
                  </a:lnTo>
                  <a:lnTo>
                    <a:pt x="3848" y="785"/>
                  </a:lnTo>
                  <a:lnTo>
                    <a:pt x="3848" y="785"/>
                  </a:lnTo>
                  <a:lnTo>
                    <a:pt x="3848" y="785"/>
                  </a:lnTo>
                  <a:lnTo>
                    <a:pt x="3849" y="804"/>
                  </a:lnTo>
                  <a:lnTo>
                    <a:pt x="3850" y="800"/>
                  </a:lnTo>
                  <a:lnTo>
                    <a:pt x="3850" y="800"/>
                  </a:lnTo>
                  <a:lnTo>
                    <a:pt x="3850" y="804"/>
                  </a:lnTo>
                  <a:lnTo>
                    <a:pt x="3851" y="788"/>
                  </a:lnTo>
                  <a:lnTo>
                    <a:pt x="3851" y="787"/>
                  </a:lnTo>
                  <a:lnTo>
                    <a:pt x="3852" y="712"/>
                  </a:lnTo>
                  <a:lnTo>
                    <a:pt x="3853" y="782"/>
                  </a:lnTo>
                  <a:lnTo>
                    <a:pt x="3853" y="782"/>
                  </a:lnTo>
                  <a:lnTo>
                    <a:pt x="3853" y="804"/>
                  </a:lnTo>
                  <a:lnTo>
                    <a:pt x="3854" y="790"/>
                  </a:lnTo>
                  <a:lnTo>
                    <a:pt x="3854" y="790"/>
                  </a:lnTo>
                  <a:lnTo>
                    <a:pt x="3855" y="802"/>
                  </a:lnTo>
                  <a:lnTo>
                    <a:pt x="3856" y="771"/>
                  </a:lnTo>
                  <a:lnTo>
                    <a:pt x="3856" y="771"/>
                  </a:lnTo>
                  <a:lnTo>
                    <a:pt x="3856" y="771"/>
                  </a:lnTo>
                  <a:lnTo>
                    <a:pt x="3856" y="777"/>
                  </a:lnTo>
                  <a:lnTo>
                    <a:pt x="3857" y="565"/>
                  </a:lnTo>
                  <a:lnTo>
                    <a:pt x="3857" y="604"/>
                  </a:lnTo>
                  <a:lnTo>
                    <a:pt x="3857" y="604"/>
                  </a:lnTo>
                  <a:lnTo>
                    <a:pt x="3858" y="558"/>
                  </a:lnTo>
                  <a:lnTo>
                    <a:pt x="3859" y="788"/>
                  </a:lnTo>
                  <a:lnTo>
                    <a:pt x="3859" y="788"/>
                  </a:lnTo>
                  <a:lnTo>
                    <a:pt x="3859" y="788"/>
                  </a:lnTo>
                  <a:lnTo>
                    <a:pt x="3859" y="804"/>
                  </a:lnTo>
                  <a:lnTo>
                    <a:pt x="3860" y="804"/>
                  </a:lnTo>
                  <a:lnTo>
                    <a:pt x="3860" y="804"/>
                  </a:lnTo>
                  <a:lnTo>
                    <a:pt x="3861" y="802"/>
                  </a:lnTo>
                  <a:lnTo>
                    <a:pt x="3862" y="802"/>
                  </a:lnTo>
                  <a:lnTo>
                    <a:pt x="3862" y="802"/>
                  </a:lnTo>
                  <a:lnTo>
                    <a:pt x="3863" y="744"/>
                  </a:lnTo>
                  <a:lnTo>
                    <a:pt x="3863" y="768"/>
                  </a:lnTo>
                  <a:lnTo>
                    <a:pt x="3863" y="768"/>
                  </a:lnTo>
                  <a:lnTo>
                    <a:pt x="3864" y="804"/>
                  </a:lnTo>
                  <a:lnTo>
                    <a:pt x="3865" y="794"/>
                  </a:lnTo>
                  <a:lnTo>
                    <a:pt x="3865" y="794"/>
                  </a:lnTo>
                  <a:lnTo>
                    <a:pt x="3866" y="627"/>
                  </a:lnTo>
                  <a:lnTo>
                    <a:pt x="3866" y="627"/>
                  </a:lnTo>
                  <a:lnTo>
                    <a:pt x="3866" y="627"/>
                  </a:lnTo>
                  <a:lnTo>
                    <a:pt x="3867" y="623"/>
                  </a:lnTo>
                  <a:lnTo>
                    <a:pt x="3867" y="736"/>
                  </a:lnTo>
                  <a:lnTo>
                    <a:pt x="3868" y="672"/>
                  </a:lnTo>
                  <a:lnTo>
                    <a:pt x="3868" y="673"/>
                  </a:lnTo>
                  <a:lnTo>
                    <a:pt x="3868" y="708"/>
                  </a:lnTo>
                  <a:lnTo>
                    <a:pt x="3869" y="628"/>
                  </a:lnTo>
                  <a:lnTo>
                    <a:pt x="3869" y="662"/>
                  </a:lnTo>
                  <a:lnTo>
                    <a:pt x="3869" y="662"/>
                  </a:lnTo>
                  <a:lnTo>
                    <a:pt x="3871" y="804"/>
                  </a:lnTo>
                  <a:lnTo>
                    <a:pt x="3871" y="804"/>
                  </a:lnTo>
                  <a:lnTo>
                    <a:pt x="3871" y="804"/>
                  </a:lnTo>
                  <a:lnTo>
                    <a:pt x="3872" y="804"/>
                  </a:lnTo>
                  <a:lnTo>
                    <a:pt x="3872" y="804"/>
                  </a:lnTo>
                  <a:lnTo>
                    <a:pt x="3873" y="757"/>
                  </a:lnTo>
                  <a:lnTo>
                    <a:pt x="3874" y="782"/>
                  </a:lnTo>
                  <a:lnTo>
                    <a:pt x="3874" y="783"/>
                  </a:lnTo>
                  <a:lnTo>
                    <a:pt x="3875" y="778"/>
                  </a:lnTo>
                  <a:lnTo>
                    <a:pt x="3875" y="798"/>
                  </a:lnTo>
                  <a:lnTo>
                    <a:pt x="3875" y="796"/>
                  </a:lnTo>
                  <a:lnTo>
                    <a:pt x="3875" y="796"/>
                  </a:lnTo>
                  <a:lnTo>
                    <a:pt x="3876" y="802"/>
                  </a:lnTo>
                  <a:lnTo>
                    <a:pt x="3877" y="757"/>
                  </a:lnTo>
                  <a:lnTo>
                    <a:pt x="3877" y="757"/>
                  </a:lnTo>
                  <a:lnTo>
                    <a:pt x="3877" y="757"/>
                  </a:lnTo>
                  <a:lnTo>
                    <a:pt x="3878" y="783"/>
                  </a:lnTo>
                  <a:lnTo>
                    <a:pt x="3878" y="725"/>
                  </a:lnTo>
                  <a:lnTo>
                    <a:pt x="3878" y="724"/>
                  </a:lnTo>
                  <a:lnTo>
                    <a:pt x="3879" y="576"/>
                  </a:lnTo>
                  <a:lnTo>
                    <a:pt x="3880" y="583"/>
                  </a:lnTo>
                  <a:lnTo>
                    <a:pt x="3880" y="583"/>
                  </a:lnTo>
                  <a:lnTo>
                    <a:pt x="3880" y="574"/>
                  </a:lnTo>
                  <a:lnTo>
                    <a:pt x="3881" y="802"/>
                  </a:lnTo>
                  <a:lnTo>
                    <a:pt x="3881" y="802"/>
                  </a:lnTo>
                  <a:lnTo>
                    <a:pt x="3881" y="802"/>
                  </a:lnTo>
                  <a:lnTo>
                    <a:pt x="3882" y="804"/>
                  </a:lnTo>
                  <a:lnTo>
                    <a:pt x="3882" y="800"/>
                  </a:lnTo>
                  <a:lnTo>
                    <a:pt x="3883" y="800"/>
                  </a:lnTo>
                  <a:lnTo>
                    <a:pt x="3883" y="800"/>
                  </a:lnTo>
                  <a:lnTo>
                    <a:pt x="3883" y="804"/>
                  </a:lnTo>
                  <a:lnTo>
                    <a:pt x="3884" y="714"/>
                  </a:lnTo>
                  <a:lnTo>
                    <a:pt x="3884" y="727"/>
                  </a:lnTo>
                  <a:lnTo>
                    <a:pt x="3884" y="727"/>
                  </a:lnTo>
                  <a:lnTo>
                    <a:pt x="3884" y="726"/>
                  </a:lnTo>
                  <a:lnTo>
                    <a:pt x="3885" y="773"/>
                  </a:lnTo>
                  <a:lnTo>
                    <a:pt x="3886" y="746"/>
                  </a:lnTo>
                  <a:lnTo>
                    <a:pt x="3886" y="747"/>
                  </a:lnTo>
                  <a:lnTo>
                    <a:pt x="3886" y="691"/>
                  </a:lnTo>
                  <a:lnTo>
                    <a:pt x="3887" y="782"/>
                  </a:lnTo>
                  <a:lnTo>
                    <a:pt x="3887" y="780"/>
                  </a:lnTo>
                  <a:lnTo>
                    <a:pt x="3887" y="780"/>
                  </a:lnTo>
                  <a:lnTo>
                    <a:pt x="3888" y="784"/>
                  </a:lnTo>
                  <a:lnTo>
                    <a:pt x="3889" y="559"/>
                  </a:lnTo>
                  <a:lnTo>
                    <a:pt x="3889" y="624"/>
                  </a:lnTo>
                  <a:lnTo>
                    <a:pt x="3889" y="624"/>
                  </a:lnTo>
                  <a:lnTo>
                    <a:pt x="3889" y="658"/>
                  </a:lnTo>
                  <a:lnTo>
                    <a:pt x="3890" y="542"/>
                  </a:lnTo>
                  <a:lnTo>
                    <a:pt x="3890" y="647"/>
                  </a:lnTo>
                  <a:lnTo>
                    <a:pt x="3890" y="647"/>
                  </a:lnTo>
                  <a:lnTo>
                    <a:pt x="3892" y="804"/>
                  </a:lnTo>
                  <a:lnTo>
                    <a:pt x="3892" y="804"/>
                  </a:lnTo>
                  <a:lnTo>
                    <a:pt x="3892" y="804"/>
                  </a:lnTo>
                  <a:lnTo>
                    <a:pt x="3893" y="804"/>
                  </a:lnTo>
                  <a:lnTo>
                    <a:pt x="3893" y="804"/>
                  </a:lnTo>
                  <a:lnTo>
                    <a:pt x="3895" y="730"/>
                  </a:lnTo>
                  <a:lnTo>
                    <a:pt x="3895" y="730"/>
                  </a:lnTo>
                  <a:lnTo>
                    <a:pt x="3895" y="722"/>
                  </a:lnTo>
                  <a:lnTo>
                    <a:pt x="3895" y="778"/>
                  </a:lnTo>
                  <a:lnTo>
                    <a:pt x="3896" y="760"/>
                  </a:lnTo>
                  <a:lnTo>
                    <a:pt x="3896" y="760"/>
                  </a:lnTo>
                  <a:lnTo>
                    <a:pt x="3897" y="779"/>
                  </a:lnTo>
                  <a:lnTo>
                    <a:pt x="3898" y="755"/>
                  </a:lnTo>
                  <a:lnTo>
                    <a:pt x="3898" y="762"/>
                  </a:lnTo>
                  <a:lnTo>
                    <a:pt x="3898" y="762"/>
                  </a:lnTo>
                  <a:lnTo>
                    <a:pt x="3898" y="789"/>
                  </a:lnTo>
                  <a:lnTo>
                    <a:pt x="3899" y="714"/>
                  </a:lnTo>
                  <a:lnTo>
                    <a:pt x="3899" y="714"/>
                  </a:lnTo>
                  <a:lnTo>
                    <a:pt x="3900" y="718"/>
                  </a:lnTo>
                  <a:lnTo>
                    <a:pt x="3901" y="607"/>
                  </a:lnTo>
                  <a:lnTo>
                    <a:pt x="3901" y="648"/>
                  </a:lnTo>
                  <a:lnTo>
                    <a:pt x="3901" y="648"/>
                  </a:lnTo>
                  <a:lnTo>
                    <a:pt x="3902" y="761"/>
                  </a:lnTo>
                  <a:lnTo>
                    <a:pt x="3902" y="762"/>
                  </a:lnTo>
                  <a:lnTo>
                    <a:pt x="3903" y="804"/>
                  </a:lnTo>
                  <a:lnTo>
                    <a:pt x="3904" y="804"/>
                  </a:lnTo>
                  <a:lnTo>
                    <a:pt x="3904" y="804"/>
                  </a:lnTo>
                  <a:lnTo>
                    <a:pt x="3905" y="756"/>
                  </a:lnTo>
                  <a:lnTo>
                    <a:pt x="3905" y="757"/>
                  </a:lnTo>
                  <a:lnTo>
                    <a:pt x="3905" y="757"/>
                  </a:lnTo>
                  <a:lnTo>
                    <a:pt x="3906" y="662"/>
                  </a:lnTo>
                  <a:lnTo>
                    <a:pt x="3907" y="725"/>
                  </a:lnTo>
                  <a:lnTo>
                    <a:pt x="3907" y="727"/>
                  </a:lnTo>
                  <a:lnTo>
                    <a:pt x="3907" y="713"/>
                  </a:lnTo>
                  <a:lnTo>
                    <a:pt x="3908" y="789"/>
                  </a:lnTo>
                  <a:lnTo>
                    <a:pt x="3908" y="785"/>
                  </a:lnTo>
                  <a:lnTo>
                    <a:pt x="3908" y="785"/>
                  </a:lnTo>
                  <a:lnTo>
                    <a:pt x="3909" y="786"/>
                  </a:lnTo>
                  <a:lnTo>
                    <a:pt x="3910" y="757"/>
                  </a:lnTo>
                  <a:lnTo>
                    <a:pt x="3910" y="759"/>
                  </a:lnTo>
                  <a:lnTo>
                    <a:pt x="3910" y="759"/>
                  </a:lnTo>
                  <a:lnTo>
                    <a:pt x="3911" y="577"/>
                  </a:lnTo>
                  <a:lnTo>
                    <a:pt x="3911" y="608"/>
                  </a:lnTo>
                  <a:lnTo>
                    <a:pt x="3911" y="611"/>
                  </a:lnTo>
                  <a:lnTo>
                    <a:pt x="3912" y="572"/>
                  </a:lnTo>
                  <a:lnTo>
                    <a:pt x="3913" y="777"/>
                  </a:lnTo>
                  <a:lnTo>
                    <a:pt x="3913" y="772"/>
                  </a:lnTo>
                  <a:lnTo>
                    <a:pt x="3913" y="772"/>
                  </a:lnTo>
                  <a:lnTo>
                    <a:pt x="3914" y="804"/>
                  </a:lnTo>
                  <a:lnTo>
                    <a:pt x="3914" y="804"/>
                  </a:lnTo>
                  <a:lnTo>
                    <a:pt x="3914" y="804"/>
                  </a:lnTo>
                  <a:lnTo>
                    <a:pt x="3916" y="775"/>
                  </a:lnTo>
                  <a:lnTo>
                    <a:pt x="3916" y="774"/>
                  </a:lnTo>
                  <a:lnTo>
                    <a:pt x="3917" y="715"/>
                  </a:lnTo>
                  <a:lnTo>
                    <a:pt x="3917" y="731"/>
                  </a:lnTo>
                  <a:lnTo>
                    <a:pt x="3917" y="731"/>
                  </a:lnTo>
                  <a:lnTo>
                    <a:pt x="3918" y="684"/>
                  </a:lnTo>
                  <a:lnTo>
                    <a:pt x="3918" y="769"/>
                  </a:lnTo>
                  <a:lnTo>
                    <a:pt x="3919" y="711"/>
                  </a:lnTo>
                  <a:lnTo>
                    <a:pt x="3919" y="711"/>
                  </a:lnTo>
                  <a:lnTo>
                    <a:pt x="3920" y="636"/>
                  </a:lnTo>
                  <a:lnTo>
                    <a:pt x="3920" y="661"/>
                  </a:lnTo>
                  <a:lnTo>
                    <a:pt x="3920" y="661"/>
                  </a:lnTo>
                  <a:lnTo>
                    <a:pt x="3921" y="747"/>
                  </a:lnTo>
                  <a:lnTo>
                    <a:pt x="3922" y="618"/>
                  </a:lnTo>
                  <a:lnTo>
                    <a:pt x="3922" y="620"/>
                  </a:lnTo>
                  <a:lnTo>
                    <a:pt x="3922" y="619"/>
                  </a:lnTo>
                  <a:lnTo>
                    <a:pt x="3922" y="575"/>
                  </a:lnTo>
                  <a:lnTo>
                    <a:pt x="3923" y="776"/>
                  </a:lnTo>
                  <a:lnTo>
                    <a:pt x="3923" y="776"/>
                  </a:lnTo>
                  <a:lnTo>
                    <a:pt x="3923" y="776"/>
                  </a:lnTo>
                  <a:lnTo>
                    <a:pt x="3924" y="804"/>
                  </a:lnTo>
                  <a:lnTo>
                    <a:pt x="3925" y="804"/>
                  </a:lnTo>
                  <a:lnTo>
                    <a:pt x="3925" y="804"/>
                  </a:lnTo>
                  <a:lnTo>
                    <a:pt x="3926" y="796"/>
                  </a:lnTo>
                  <a:lnTo>
                    <a:pt x="3926" y="796"/>
                  </a:lnTo>
                  <a:lnTo>
                    <a:pt x="3926" y="796"/>
                  </a:lnTo>
                  <a:lnTo>
                    <a:pt x="3927" y="685"/>
                  </a:lnTo>
                  <a:lnTo>
                    <a:pt x="3928" y="738"/>
                  </a:lnTo>
                  <a:lnTo>
                    <a:pt x="3928" y="738"/>
                  </a:lnTo>
                  <a:lnTo>
                    <a:pt x="3928" y="715"/>
                  </a:lnTo>
                  <a:lnTo>
                    <a:pt x="3929" y="789"/>
                  </a:lnTo>
                  <a:lnTo>
                    <a:pt x="3929" y="780"/>
                  </a:lnTo>
                  <a:lnTo>
                    <a:pt x="3929" y="780"/>
                  </a:lnTo>
                  <a:lnTo>
                    <a:pt x="3930" y="789"/>
                  </a:lnTo>
                  <a:lnTo>
                    <a:pt x="3931" y="649"/>
                  </a:lnTo>
                  <a:lnTo>
                    <a:pt x="3931" y="689"/>
                  </a:lnTo>
                  <a:lnTo>
                    <a:pt x="3931" y="690"/>
                  </a:lnTo>
                  <a:lnTo>
                    <a:pt x="3931" y="770"/>
                  </a:lnTo>
                  <a:lnTo>
                    <a:pt x="3931" y="759"/>
                  </a:lnTo>
                </a:path>
              </a:pathLst>
            </a:custGeom>
            <a:no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224AD2EA-0766-CD97-5B89-8EEF30AF84FA}"/>
                </a:ext>
              </a:extLst>
            </p:cNvPr>
            <p:cNvGrpSpPr/>
            <p:nvPr/>
          </p:nvGrpSpPr>
          <p:grpSpPr>
            <a:xfrm>
              <a:off x="5289862" y="3619500"/>
              <a:ext cx="2082488" cy="1074938"/>
              <a:chOff x="2880037" y="2219325"/>
              <a:chExt cx="1921399" cy="903488"/>
            </a:xfrm>
          </p:grpSpPr>
          <p:sp>
            <p:nvSpPr>
              <p:cNvPr id="396" name="Freeform 390">
                <a:extLst>
                  <a:ext uri="{FF2B5EF4-FFF2-40B4-BE49-F238E27FC236}">
                    <a16:creationId xmlns:a16="http://schemas.microsoft.com/office/drawing/2014/main" id="{5DA4A50E-4DF3-494D-D822-E5F8C9D56D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037" y="2253878"/>
                <a:ext cx="1921399" cy="853074"/>
              </a:xfrm>
              <a:custGeom>
                <a:avLst/>
                <a:gdLst>
                  <a:gd name="T0" fmla="*/ 37 w 2375"/>
                  <a:gd name="T1" fmla="*/ 1360 h 1506"/>
                  <a:gd name="T2" fmla="*/ 75 w 2375"/>
                  <a:gd name="T3" fmla="*/ 1464 h 1506"/>
                  <a:gd name="T4" fmla="*/ 112 w 2375"/>
                  <a:gd name="T5" fmla="*/ 1485 h 1506"/>
                  <a:gd name="T6" fmla="*/ 150 w 2375"/>
                  <a:gd name="T7" fmla="*/ 1485 h 1506"/>
                  <a:gd name="T8" fmla="*/ 187 w 2375"/>
                  <a:gd name="T9" fmla="*/ 1506 h 1506"/>
                  <a:gd name="T10" fmla="*/ 224 w 2375"/>
                  <a:gd name="T11" fmla="*/ 1485 h 1506"/>
                  <a:gd name="T12" fmla="*/ 262 w 2375"/>
                  <a:gd name="T13" fmla="*/ 1485 h 1506"/>
                  <a:gd name="T14" fmla="*/ 299 w 2375"/>
                  <a:gd name="T15" fmla="*/ 1485 h 1506"/>
                  <a:gd name="T16" fmla="*/ 336 w 2375"/>
                  <a:gd name="T17" fmla="*/ 1485 h 1506"/>
                  <a:gd name="T18" fmla="*/ 374 w 2375"/>
                  <a:gd name="T19" fmla="*/ 1506 h 1506"/>
                  <a:gd name="T20" fmla="*/ 411 w 2375"/>
                  <a:gd name="T21" fmla="*/ 1506 h 1506"/>
                  <a:gd name="T22" fmla="*/ 449 w 2375"/>
                  <a:gd name="T23" fmla="*/ 1506 h 1506"/>
                  <a:gd name="T24" fmla="*/ 486 w 2375"/>
                  <a:gd name="T25" fmla="*/ 1425 h 1506"/>
                  <a:gd name="T26" fmla="*/ 523 w 2375"/>
                  <a:gd name="T27" fmla="*/ 1329 h 1506"/>
                  <a:gd name="T28" fmla="*/ 561 w 2375"/>
                  <a:gd name="T29" fmla="*/ 1287 h 1506"/>
                  <a:gd name="T30" fmla="*/ 598 w 2375"/>
                  <a:gd name="T31" fmla="*/ 1287 h 1506"/>
                  <a:gd name="T32" fmla="*/ 635 w 2375"/>
                  <a:gd name="T33" fmla="*/ 1386 h 1506"/>
                  <a:gd name="T34" fmla="*/ 673 w 2375"/>
                  <a:gd name="T35" fmla="*/ 1462 h 1506"/>
                  <a:gd name="T36" fmla="*/ 711 w 2375"/>
                  <a:gd name="T37" fmla="*/ 1429 h 1506"/>
                  <a:gd name="T38" fmla="*/ 748 w 2375"/>
                  <a:gd name="T39" fmla="*/ 1429 h 1506"/>
                  <a:gd name="T40" fmla="*/ 785 w 2375"/>
                  <a:gd name="T41" fmla="*/ 1429 h 1506"/>
                  <a:gd name="T42" fmla="*/ 823 w 2375"/>
                  <a:gd name="T43" fmla="*/ 1438 h 1506"/>
                  <a:gd name="T44" fmla="*/ 860 w 2375"/>
                  <a:gd name="T45" fmla="*/ 1503 h 1506"/>
                  <a:gd name="T46" fmla="*/ 897 w 2375"/>
                  <a:gd name="T47" fmla="*/ 1473 h 1506"/>
                  <a:gd name="T48" fmla="*/ 935 w 2375"/>
                  <a:gd name="T49" fmla="*/ 1473 h 1506"/>
                  <a:gd name="T50" fmla="*/ 972 w 2375"/>
                  <a:gd name="T51" fmla="*/ 1471 h 1506"/>
                  <a:gd name="T52" fmla="*/ 1010 w 2375"/>
                  <a:gd name="T53" fmla="*/ 1475 h 1506"/>
                  <a:gd name="T54" fmla="*/ 1047 w 2375"/>
                  <a:gd name="T55" fmla="*/ 1478 h 1506"/>
                  <a:gd name="T56" fmla="*/ 1084 w 2375"/>
                  <a:gd name="T57" fmla="*/ 1429 h 1506"/>
                  <a:gd name="T58" fmla="*/ 1122 w 2375"/>
                  <a:gd name="T59" fmla="*/ 1431 h 1506"/>
                  <a:gd name="T60" fmla="*/ 1159 w 2375"/>
                  <a:gd name="T61" fmla="*/ 1421 h 1506"/>
                  <a:gd name="T62" fmla="*/ 1196 w 2375"/>
                  <a:gd name="T63" fmla="*/ 1323 h 1506"/>
                  <a:gd name="T64" fmla="*/ 1234 w 2375"/>
                  <a:gd name="T65" fmla="*/ 907 h 1506"/>
                  <a:gd name="T66" fmla="*/ 1271 w 2375"/>
                  <a:gd name="T67" fmla="*/ 879 h 1506"/>
                  <a:gd name="T68" fmla="*/ 1309 w 2375"/>
                  <a:gd name="T69" fmla="*/ 780 h 1506"/>
                  <a:gd name="T70" fmla="*/ 1346 w 2375"/>
                  <a:gd name="T71" fmla="*/ 726 h 1506"/>
                  <a:gd name="T72" fmla="*/ 1383 w 2375"/>
                  <a:gd name="T73" fmla="*/ 937 h 1506"/>
                  <a:gd name="T74" fmla="*/ 1421 w 2375"/>
                  <a:gd name="T75" fmla="*/ 293 h 1506"/>
                  <a:gd name="T76" fmla="*/ 1458 w 2375"/>
                  <a:gd name="T77" fmla="*/ 0 h 1506"/>
                  <a:gd name="T78" fmla="*/ 1496 w 2375"/>
                  <a:gd name="T79" fmla="*/ 188 h 1506"/>
                  <a:gd name="T80" fmla="*/ 1533 w 2375"/>
                  <a:gd name="T81" fmla="*/ 407 h 1506"/>
                  <a:gd name="T82" fmla="*/ 1571 w 2375"/>
                  <a:gd name="T83" fmla="*/ 1061 h 1506"/>
                  <a:gd name="T84" fmla="*/ 1608 w 2375"/>
                  <a:gd name="T85" fmla="*/ 1403 h 1506"/>
                  <a:gd name="T86" fmla="*/ 1645 w 2375"/>
                  <a:gd name="T87" fmla="*/ 1440 h 1506"/>
                  <a:gd name="T88" fmla="*/ 1682 w 2375"/>
                  <a:gd name="T89" fmla="*/ 1441 h 1506"/>
                  <a:gd name="T90" fmla="*/ 1720 w 2375"/>
                  <a:gd name="T91" fmla="*/ 1462 h 1506"/>
                  <a:gd name="T92" fmla="*/ 1757 w 2375"/>
                  <a:gd name="T93" fmla="*/ 1506 h 1506"/>
                  <a:gd name="T94" fmla="*/ 1795 w 2375"/>
                  <a:gd name="T95" fmla="*/ 1506 h 1506"/>
                  <a:gd name="T96" fmla="*/ 1832 w 2375"/>
                  <a:gd name="T97" fmla="*/ 1506 h 1506"/>
                  <a:gd name="T98" fmla="*/ 1870 w 2375"/>
                  <a:gd name="T99" fmla="*/ 1506 h 1506"/>
                  <a:gd name="T100" fmla="*/ 1907 w 2375"/>
                  <a:gd name="T101" fmla="*/ 1506 h 1506"/>
                  <a:gd name="T102" fmla="*/ 1944 w 2375"/>
                  <a:gd name="T103" fmla="*/ 1506 h 1506"/>
                  <a:gd name="T104" fmla="*/ 1982 w 2375"/>
                  <a:gd name="T105" fmla="*/ 1506 h 1506"/>
                  <a:gd name="T106" fmla="*/ 2019 w 2375"/>
                  <a:gd name="T107" fmla="*/ 1506 h 1506"/>
                  <a:gd name="T108" fmla="*/ 2057 w 2375"/>
                  <a:gd name="T109" fmla="*/ 1506 h 1506"/>
                  <a:gd name="T110" fmla="*/ 2094 w 2375"/>
                  <a:gd name="T111" fmla="*/ 1480 h 1506"/>
                  <a:gd name="T112" fmla="*/ 2131 w 2375"/>
                  <a:gd name="T113" fmla="*/ 1480 h 1506"/>
                  <a:gd name="T114" fmla="*/ 2169 w 2375"/>
                  <a:gd name="T115" fmla="*/ 1220 h 1506"/>
                  <a:gd name="T116" fmla="*/ 2206 w 2375"/>
                  <a:gd name="T117" fmla="*/ 1160 h 1506"/>
                  <a:gd name="T118" fmla="*/ 2243 w 2375"/>
                  <a:gd name="T119" fmla="*/ 1174 h 1506"/>
                  <a:gd name="T120" fmla="*/ 2281 w 2375"/>
                  <a:gd name="T121" fmla="*/ 1160 h 1506"/>
                  <a:gd name="T122" fmla="*/ 2318 w 2375"/>
                  <a:gd name="T123" fmla="*/ 1306 h 1506"/>
                  <a:gd name="T124" fmla="*/ 2356 w 2375"/>
                  <a:gd name="T125" fmla="*/ 1366 h 1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75" h="1506">
                    <a:moveTo>
                      <a:pt x="0" y="1382"/>
                    </a:moveTo>
                    <a:lnTo>
                      <a:pt x="1" y="1382"/>
                    </a:lnTo>
                    <a:lnTo>
                      <a:pt x="1" y="1382"/>
                    </a:lnTo>
                    <a:lnTo>
                      <a:pt x="1" y="1382"/>
                    </a:lnTo>
                    <a:lnTo>
                      <a:pt x="1" y="1382"/>
                    </a:lnTo>
                    <a:lnTo>
                      <a:pt x="2" y="1382"/>
                    </a:lnTo>
                    <a:lnTo>
                      <a:pt x="2" y="1382"/>
                    </a:lnTo>
                    <a:lnTo>
                      <a:pt x="2" y="1382"/>
                    </a:lnTo>
                    <a:lnTo>
                      <a:pt x="2" y="1382"/>
                    </a:lnTo>
                    <a:lnTo>
                      <a:pt x="3" y="1382"/>
                    </a:lnTo>
                    <a:lnTo>
                      <a:pt x="3" y="1382"/>
                    </a:lnTo>
                    <a:lnTo>
                      <a:pt x="4" y="1382"/>
                    </a:lnTo>
                    <a:lnTo>
                      <a:pt x="4" y="1382"/>
                    </a:lnTo>
                    <a:lnTo>
                      <a:pt x="4" y="1382"/>
                    </a:lnTo>
                    <a:lnTo>
                      <a:pt x="4" y="1382"/>
                    </a:lnTo>
                    <a:lnTo>
                      <a:pt x="5" y="1382"/>
                    </a:lnTo>
                    <a:lnTo>
                      <a:pt x="5" y="1382"/>
                    </a:lnTo>
                    <a:lnTo>
                      <a:pt x="5" y="1382"/>
                    </a:lnTo>
                    <a:lnTo>
                      <a:pt x="5" y="1382"/>
                    </a:lnTo>
                    <a:lnTo>
                      <a:pt x="6" y="1382"/>
                    </a:lnTo>
                    <a:lnTo>
                      <a:pt x="6" y="1382"/>
                    </a:lnTo>
                    <a:lnTo>
                      <a:pt x="6" y="1382"/>
                    </a:lnTo>
                    <a:lnTo>
                      <a:pt x="7" y="1382"/>
                    </a:lnTo>
                    <a:lnTo>
                      <a:pt x="7" y="1382"/>
                    </a:lnTo>
                    <a:lnTo>
                      <a:pt x="7" y="1382"/>
                    </a:lnTo>
                    <a:lnTo>
                      <a:pt x="8" y="1382"/>
                    </a:lnTo>
                    <a:lnTo>
                      <a:pt x="8" y="1382"/>
                    </a:lnTo>
                    <a:lnTo>
                      <a:pt x="8" y="1382"/>
                    </a:lnTo>
                    <a:lnTo>
                      <a:pt x="8" y="1382"/>
                    </a:lnTo>
                    <a:lnTo>
                      <a:pt x="9" y="1382"/>
                    </a:lnTo>
                    <a:lnTo>
                      <a:pt x="9" y="1382"/>
                    </a:lnTo>
                    <a:lnTo>
                      <a:pt x="9" y="1382"/>
                    </a:lnTo>
                    <a:lnTo>
                      <a:pt x="10" y="1382"/>
                    </a:lnTo>
                    <a:lnTo>
                      <a:pt x="10" y="1382"/>
                    </a:lnTo>
                    <a:lnTo>
                      <a:pt x="10" y="1382"/>
                    </a:lnTo>
                    <a:lnTo>
                      <a:pt x="10" y="1382"/>
                    </a:lnTo>
                    <a:lnTo>
                      <a:pt x="11" y="1382"/>
                    </a:lnTo>
                    <a:lnTo>
                      <a:pt x="11" y="1382"/>
                    </a:lnTo>
                    <a:lnTo>
                      <a:pt x="11" y="1382"/>
                    </a:lnTo>
                    <a:lnTo>
                      <a:pt x="11" y="1382"/>
                    </a:lnTo>
                    <a:lnTo>
                      <a:pt x="12" y="1382"/>
                    </a:lnTo>
                    <a:lnTo>
                      <a:pt x="12" y="1376"/>
                    </a:lnTo>
                    <a:lnTo>
                      <a:pt x="13" y="1371"/>
                    </a:lnTo>
                    <a:lnTo>
                      <a:pt x="13" y="1366"/>
                    </a:lnTo>
                    <a:lnTo>
                      <a:pt x="13" y="1360"/>
                    </a:lnTo>
                    <a:lnTo>
                      <a:pt x="13" y="1360"/>
                    </a:lnTo>
                    <a:lnTo>
                      <a:pt x="14" y="1360"/>
                    </a:lnTo>
                    <a:lnTo>
                      <a:pt x="14" y="1360"/>
                    </a:lnTo>
                    <a:lnTo>
                      <a:pt x="14" y="1360"/>
                    </a:lnTo>
                    <a:lnTo>
                      <a:pt x="14" y="1360"/>
                    </a:lnTo>
                    <a:lnTo>
                      <a:pt x="15" y="1360"/>
                    </a:lnTo>
                    <a:lnTo>
                      <a:pt x="15" y="1360"/>
                    </a:lnTo>
                    <a:lnTo>
                      <a:pt x="15" y="1360"/>
                    </a:lnTo>
                    <a:lnTo>
                      <a:pt x="16" y="1360"/>
                    </a:lnTo>
                    <a:lnTo>
                      <a:pt x="16" y="1360"/>
                    </a:lnTo>
                    <a:lnTo>
                      <a:pt x="16" y="1360"/>
                    </a:lnTo>
                    <a:lnTo>
                      <a:pt x="16" y="1360"/>
                    </a:lnTo>
                    <a:lnTo>
                      <a:pt x="17" y="1360"/>
                    </a:lnTo>
                    <a:lnTo>
                      <a:pt x="17" y="1360"/>
                    </a:lnTo>
                    <a:lnTo>
                      <a:pt x="17" y="1360"/>
                    </a:lnTo>
                    <a:lnTo>
                      <a:pt x="18" y="1360"/>
                    </a:lnTo>
                    <a:lnTo>
                      <a:pt x="18" y="1360"/>
                    </a:lnTo>
                    <a:lnTo>
                      <a:pt x="18" y="1360"/>
                    </a:lnTo>
                    <a:lnTo>
                      <a:pt x="19" y="1360"/>
                    </a:lnTo>
                    <a:lnTo>
                      <a:pt x="19" y="1360"/>
                    </a:lnTo>
                    <a:lnTo>
                      <a:pt x="19" y="1360"/>
                    </a:lnTo>
                    <a:lnTo>
                      <a:pt x="19" y="1360"/>
                    </a:lnTo>
                    <a:lnTo>
                      <a:pt x="20" y="1360"/>
                    </a:lnTo>
                    <a:lnTo>
                      <a:pt x="20" y="1360"/>
                    </a:lnTo>
                    <a:lnTo>
                      <a:pt x="20" y="1360"/>
                    </a:lnTo>
                    <a:lnTo>
                      <a:pt x="20" y="1360"/>
                    </a:lnTo>
                    <a:lnTo>
                      <a:pt x="21" y="1360"/>
                    </a:lnTo>
                    <a:lnTo>
                      <a:pt x="21" y="1360"/>
                    </a:lnTo>
                    <a:lnTo>
                      <a:pt x="22" y="1360"/>
                    </a:lnTo>
                    <a:lnTo>
                      <a:pt x="22" y="1360"/>
                    </a:lnTo>
                    <a:lnTo>
                      <a:pt x="22" y="1360"/>
                    </a:lnTo>
                    <a:lnTo>
                      <a:pt x="22" y="1360"/>
                    </a:lnTo>
                    <a:lnTo>
                      <a:pt x="23" y="1360"/>
                    </a:lnTo>
                    <a:lnTo>
                      <a:pt x="23" y="1360"/>
                    </a:lnTo>
                    <a:lnTo>
                      <a:pt x="23" y="1360"/>
                    </a:lnTo>
                    <a:lnTo>
                      <a:pt x="23" y="1360"/>
                    </a:lnTo>
                    <a:lnTo>
                      <a:pt x="24" y="1360"/>
                    </a:lnTo>
                    <a:lnTo>
                      <a:pt x="24" y="1360"/>
                    </a:lnTo>
                    <a:lnTo>
                      <a:pt x="24" y="1360"/>
                    </a:lnTo>
                    <a:lnTo>
                      <a:pt x="25" y="1360"/>
                    </a:lnTo>
                    <a:lnTo>
                      <a:pt x="25" y="1360"/>
                    </a:lnTo>
                    <a:lnTo>
                      <a:pt x="25" y="1360"/>
                    </a:lnTo>
                    <a:lnTo>
                      <a:pt x="25" y="1360"/>
                    </a:lnTo>
                    <a:lnTo>
                      <a:pt x="26" y="1360"/>
                    </a:lnTo>
                    <a:lnTo>
                      <a:pt x="26" y="1360"/>
                    </a:lnTo>
                    <a:lnTo>
                      <a:pt x="26" y="1360"/>
                    </a:lnTo>
                    <a:lnTo>
                      <a:pt x="26" y="1360"/>
                    </a:lnTo>
                    <a:lnTo>
                      <a:pt x="27" y="1360"/>
                    </a:lnTo>
                    <a:lnTo>
                      <a:pt x="27" y="1360"/>
                    </a:lnTo>
                    <a:lnTo>
                      <a:pt x="28" y="1360"/>
                    </a:lnTo>
                    <a:lnTo>
                      <a:pt x="28" y="1360"/>
                    </a:lnTo>
                    <a:lnTo>
                      <a:pt x="28" y="1360"/>
                    </a:lnTo>
                    <a:lnTo>
                      <a:pt x="28" y="1360"/>
                    </a:lnTo>
                    <a:lnTo>
                      <a:pt x="29" y="1360"/>
                    </a:lnTo>
                    <a:lnTo>
                      <a:pt x="29" y="1360"/>
                    </a:lnTo>
                    <a:lnTo>
                      <a:pt x="29" y="1360"/>
                    </a:lnTo>
                    <a:lnTo>
                      <a:pt x="29" y="1360"/>
                    </a:lnTo>
                    <a:lnTo>
                      <a:pt x="30" y="1360"/>
                    </a:lnTo>
                    <a:lnTo>
                      <a:pt x="30" y="1360"/>
                    </a:lnTo>
                    <a:lnTo>
                      <a:pt x="30" y="1360"/>
                    </a:lnTo>
                    <a:lnTo>
                      <a:pt x="31" y="1360"/>
                    </a:lnTo>
                    <a:lnTo>
                      <a:pt x="31" y="1360"/>
                    </a:lnTo>
                    <a:lnTo>
                      <a:pt x="31" y="1360"/>
                    </a:lnTo>
                    <a:lnTo>
                      <a:pt x="32" y="1360"/>
                    </a:lnTo>
                    <a:lnTo>
                      <a:pt x="32" y="1360"/>
                    </a:lnTo>
                    <a:lnTo>
                      <a:pt x="32" y="1360"/>
                    </a:lnTo>
                    <a:lnTo>
                      <a:pt x="32" y="1360"/>
                    </a:lnTo>
                    <a:lnTo>
                      <a:pt x="33" y="1360"/>
                    </a:lnTo>
                    <a:lnTo>
                      <a:pt x="33" y="1360"/>
                    </a:lnTo>
                    <a:lnTo>
                      <a:pt x="33" y="1360"/>
                    </a:lnTo>
                    <a:lnTo>
                      <a:pt x="34" y="1360"/>
                    </a:lnTo>
                    <a:lnTo>
                      <a:pt x="34" y="1360"/>
                    </a:lnTo>
                    <a:lnTo>
                      <a:pt x="34" y="1360"/>
                    </a:lnTo>
                    <a:lnTo>
                      <a:pt x="34" y="1360"/>
                    </a:lnTo>
                    <a:lnTo>
                      <a:pt x="35" y="1360"/>
                    </a:lnTo>
                    <a:lnTo>
                      <a:pt x="35" y="1360"/>
                    </a:lnTo>
                    <a:lnTo>
                      <a:pt x="35" y="1360"/>
                    </a:lnTo>
                    <a:lnTo>
                      <a:pt x="35" y="1360"/>
                    </a:lnTo>
                    <a:lnTo>
                      <a:pt x="36" y="1360"/>
                    </a:lnTo>
                    <a:lnTo>
                      <a:pt x="36" y="1360"/>
                    </a:lnTo>
                    <a:lnTo>
                      <a:pt x="37" y="1360"/>
                    </a:lnTo>
                    <a:lnTo>
                      <a:pt x="37" y="1360"/>
                    </a:lnTo>
                    <a:lnTo>
                      <a:pt x="37" y="1360"/>
                    </a:lnTo>
                    <a:lnTo>
                      <a:pt x="37" y="1360"/>
                    </a:lnTo>
                    <a:lnTo>
                      <a:pt x="38" y="1360"/>
                    </a:lnTo>
                    <a:lnTo>
                      <a:pt x="38" y="1360"/>
                    </a:lnTo>
                    <a:lnTo>
                      <a:pt x="38" y="1360"/>
                    </a:lnTo>
                    <a:lnTo>
                      <a:pt x="38" y="1360"/>
                    </a:lnTo>
                    <a:lnTo>
                      <a:pt x="39" y="1360"/>
                    </a:lnTo>
                    <a:lnTo>
                      <a:pt x="39" y="1360"/>
                    </a:lnTo>
                    <a:lnTo>
                      <a:pt x="39" y="1360"/>
                    </a:lnTo>
                    <a:lnTo>
                      <a:pt x="40" y="1360"/>
                    </a:lnTo>
                    <a:lnTo>
                      <a:pt x="40" y="1360"/>
                    </a:lnTo>
                    <a:lnTo>
                      <a:pt x="40" y="1360"/>
                    </a:lnTo>
                    <a:lnTo>
                      <a:pt x="40" y="1360"/>
                    </a:lnTo>
                    <a:lnTo>
                      <a:pt x="41" y="1360"/>
                    </a:lnTo>
                    <a:lnTo>
                      <a:pt x="41" y="1360"/>
                    </a:lnTo>
                    <a:lnTo>
                      <a:pt x="41" y="1360"/>
                    </a:lnTo>
                    <a:lnTo>
                      <a:pt x="42" y="1360"/>
                    </a:lnTo>
                    <a:lnTo>
                      <a:pt x="42" y="1360"/>
                    </a:lnTo>
                    <a:lnTo>
                      <a:pt x="42" y="1360"/>
                    </a:lnTo>
                    <a:lnTo>
                      <a:pt x="43" y="1360"/>
                    </a:lnTo>
                    <a:lnTo>
                      <a:pt x="43" y="1360"/>
                    </a:lnTo>
                    <a:lnTo>
                      <a:pt x="43" y="1360"/>
                    </a:lnTo>
                    <a:lnTo>
                      <a:pt x="43" y="1360"/>
                    </a:lnTo>
                    <a:lnTo>
                      <a:pt x="44" y="1363"/>
                    </a:lnTo>
                    <a:lnTo>
                      <a:pt x="44" y="1366"/>
                    </a:lnTo>
                    <a:lnTo>
                      <a:pt x="45" y="1369"/>
                    </a:lnTo>
                    <a:lnTo>
                      <a:pt x="45" y="1371"/>
                    </a:lnTo>
                    <a:lnTo>
                      <a:pt x="45" y="1375"/>
                    </a:lnTo>
                    <a:lnTo>
                      <a:pt x="45" y="1380"/>
                    </a:lnTo>
                    <a:lnTo>
                      <a:pt x="46" y="1384"/>
                    </a:lnTo>
                    <a:lnTo>
                      <a:pt x="46" y="1388"/>
                    </a:lnTo>
                    <a:lnTo>
                      <a:pt x="46" y="1388"/>
                    </a:lnTo>
                    <a:lnTo>
                      <a:pt x="46" y="1388"/>
                    </a:lnTo>
                    <a:lnTo>
                      <a:pt x="47" y="1388"/>
                    </a:lnTo>
                    <a:lnTo>
                      <a:pt x="47" y="1388"/>
                    </a:lnTo>
                    <a:lnTo>
                      <a:pt x="47" y="1388"/>
                    </a:lnTo>
                    <a:lnTo>
                      <a:pt x="48" y="1388"/>
                    </a:lnTo>
                    <a:lnTo>
                      <a:pt x="48" y="1388"/>
                    </a:lnTo>
                    <a:lnTo>
                      <a:pt x="48" y="1388"/>
                    </a:lnTo>
                    <a:lnTo>
                      <a:pt x="48" y="1388"/>
                    </a:lnTo>
                    <a:lnTo>
                      <a:pt x="49" y="1388"/>
                    </a:lnTo>
                    <a:lnTo>
                      <a:pt x="49" y="1388"/>
                    </a:lnTo>
                    <a:lnTo>
                      <a:pt x="49" y="1388"/>
                    </a:lnTo>
                    <a:lnTo>
                      <a:pt x="49" y="1388"/>
                    </a:lnTo>
                    <a:lnTo>
                      <a:pt x="50" y="1388"/>
                    </a:lnTo>
                    <a:lnTo>
                      <a:pt x="50" y="1388"/>
                    </a:lnTo>
                    <a:lnTo>
                      <a:pt x="51" y="1388"/>
                    </a:lnTo>
                    <a:lnTo>
                      <a:pt x="51" y="1390"/>
                    </a:lnTo>
                    <a:lnTo>
                      <a:pt x="51" y="1390"/>
                    </a:lnTo>
                    <a:lnTo>
                      <a:pt x="51" y="1391"/>
                    </a:lnTo>
                    <a:lnTo>
                      <a:pt x="52" y="1392"/>
                    </a:lnTo>
                    <a:lnTo>
                      <a:pt x="52" y="1393"/>
                    </a:lnTo>
                    <a:lnTo>
                      <a:pt x="52" y="1394"/>
                    </a:lnTo>
                    <a:lnTo>
                      <a:pt x="52" y="1395"/>
                    </a:lnTo>
                    <a:lnTo>
                      <a:pt x="53" y="1396"/>
                    </a:lnTo>
                    <a:lnTo>
                      <a:pt x="53" y="1399"/>
                    </a:lnTo>
                    <a:lnTo>
                      <a:pt x="53" y="1402"/>
                    </a:lnTo>
                    <a:lnTo>
                      <a:pt x="54" y="1405"/>
                    </a:lnTo>
                    <a:lnTo>
                      <a:pt x="54" y="1408"/>
                    </a:lnTo>
                    <a:lnTo>
                      <a:pt x="54" y="1414"/>
                    </a:lnTo>
                    <a:lnTo>
                      <a:pt x="55" y="1421"/>
                    </a:lnTo>
                    <a:lnTo>
                      <a:pt x="55" y="1428"/>
                    </a:lnTo>
                    <a:lnTo>
                      <a:pt x="55" y="1434"/>
                    </a:lnTo>
                    <a:lnTo>
                      <a:pt x="55" y="1434"/>
                    </a:lnTo>
                    <a:lnTo>
                      <a:pt x="56" y="1434"/>
                    </a:lnTo>
                    <a:lnTo>
                      <a:pt x="56" y="1434"/>
                    </a:lnTo>
                    <a:lnTo>
                      <a:pt x="56" y="1434"/>
                    </a:lnTo>
                    <a:lnTo>
                      <a:pt x="57" y="1434"/>
                    </a:lnTo>
                    <a:lnTo>
                      <a:pt x="57" y="1434"/>
                    </a:lnTo>
                    <a:lnTo>
                      <a:pt x="57" y="1434"/>
                    </a:lnTo>
                    <a:lnTo>
                      <a:pt x="57" y="1434"/>
                    </a:lnTo>
                    <a:lnTo>
                      <a:pt x="58" y="1434"/>
                    </a:lnTo>
                    <a:lnTo>
                      <a:pt x="58" y="1434"/>
                    </a:lnTo>
                    <a:lnTo>
                      <a:pt x="58" y="1434"/>
                    </a:lnTo>
                    <a:lnTo>
                      <a:pt x="58" y="1434"/>
                    </a:lnTo>
                    <a:lnTo>
                      <a:pt x="59" y="1435"/>
                    </a:lnTo>
                    <a:lnTo>
                      <a:pt x="59" y="1435"/>
                    </a:lnTo>
                    <a:lnTo>
                      <a:pt x="60" y="1435"/>
                    </a:lnTo>
                    <a:lnTo>
                      <a:pt x="60" y="1436"/>
                    </a:lnTo>
                    <a:lnTo>
                      <a:pt x="60" y="1436"/>
                    </a:lnTo>
                    <a:lnTo>
                      <a:pt x="60" y="1436"/>
                    </a:lnTo>
                    <a:lnTo>
                      <a:pt x="61" y="1436"/>
                    </a:lnTo>
                    <a:lnTo>
                      <a:pt x="61" y="1436"/>
                    </a:lnTo>
                    <a:lnTo>
                      <a:pt x="61" y="1438"/>
                    </a:lnTo>
                    <a:lnTo>
                      <a:pt x="61" y="1440"/>
                    </a:lnTo>
                    <a:lnTo>
                      <a:pt x="62" y="1441"/>
                    </a:lnTo>
                    <a:lnTo>
                      <a:pt x="62" y="1443"/>
                    </a:lnTo>
                    <a:lnTo>
                      <a:pt x="62" y="1446"/>
                    </a:lnTo>
                    <a:lnTo>
                      <a:pt x="63" y="1448"/>
                    </a:lnTo>
                    <a:lnTo>
                      <a:pt x="63" y="1451"/>
                    </a:lnTo>
                    <a:lnTo>
                      <a:pt x="63" y="1453"/>
                    </a:lnTo>
                    <a:lnTo>
                      <a:pt x="63" y="1456"/>
                    </a:lnTo>
                    <a:lnTo>
                      <a:pt x="64" y="1459"/>
                    </a:lnTo>
                    <a:lnTo>
                      <a:pt x="64" y="1461"/>
                    </a:lnTo>
                    <a:lnTo>
                      <a:pt x="64" y="1464"/>
                    </a:lnTo>
                    <a:lnTo>
                      <a:pt x="65" y="1464"/>
                    </a:lnTo>
                    <a:lnTo>
                      <a:pt x="65" y="1464"/>
                    </a:lnTo>
                    <a:lnTo>
                      <a:pt x="65" y="1464"/>
                    </a:lnTo>
                    <a:lnTo>
                      <a:pt x="66" y="1464"/>
                    </a:lnTo>
                    <a:lnTo>
                      <a:pt x="66" y="1464"/>
                    </a:lnTo>
                    <a:lnTo>
                      <a:pt x="66" y="1464"/>
                    </a:lnTo>
                    <a:lnTo>
                      <a:pt x="66" y="1464"/>
                    </a:lnTo>
                    <a:lnTo>
                      <a:pt x="67" y="1464"/>
                    </a:lnTo>
                    <a:lnTo>
                      <a:pt x="67" y="1464"/>
                    </a:lnTo>
                    <a:lnTo>
                      <a:pt x="67" y="1464"/>
                    </a:lnTo>
                    <a:lnTo>
                      <a:pt x="67" y="1464"/>
                    </a:lnTo>
                    <a:lnTo>
                      <a:pt x="68" y="1464"/>
                    </a:lnTo>
                    <a:lnTo>
                      <a:pt x="68" y="1464"/>
                    </a:lnTo>
                    <a:lnTo>
                      <a:pt x="69" y="1464"/>
                    </a:lnTo>
                    <a:lnTo>
                      <a:pt x="69" y="1464"/>
                    </a:lnTo>
                    <a:lnTo>
                      <a:pt x="69" y="1464"/>
                    </a:lnTo>
                    <a:lnTo>
                      <a:pt x="69" y="1464"/>
                    </a:lnTo>
                    <a:lnTo>
                      <a:pt x="70" y="1464"/>
                    </a:lnTo>
                    <a:lnTo>
                      <a:pt x="70" y="1464"/>
                    </a:lnTo>
                    <a:lnTo>
                      <a:pt x="70" y="1464"/>
                    </a:lnTo>
                    <a:lnTo>
                      <a:pt x="70" y="1464"/>
                    </a:lnTo>
                    <a:lnTo>
                      <a:pt x="71" y="1464"/>
                    </a:lnTo>
                    <a:lnTo>
                      <a:pt x="71" y="1464"/>
                    </a:lnTo>
                    <a:lnTo>
                      <a:pt x="71" y="1464"/>
                    </a:lnTo>
                    <a:lnTo>
                      <a:pt x="72" y="1464"/>
                    </a:lnTo>
                    <a:lnTo>
                      <a:pt x="72" y="1464"/>
                    </a:lnTo>
                    <a:lnTo>
                      <a:pt x="72" y="1464"/>
                    </a:lnTo>
                    <a:lnTo>
                      <a:pt x="72" y="1464"/>
                    </a:lnTo>
                    <a:lnTo>
                      <a:pt x="73" y="1464"/>
                    </a:lnTo>
                    <a:lnTo>
                      <a:pt x="73" y="1464"/>
                    </a:lnTo>
                    <a:lnTo>
                      <a:pt x="73" y="1464"/>
                    </a:lnTo>
                    <a:lnTo>
                      <a:pt x="73" y="1464"/>
                    </a:lnTo>
                    <a:lnTo>
                      <a:pt x="74" y="1464"/>
                    </a:lnTo>
                    <a:lnTo>
                      <a:pt x="74" y="1464"/>
                    </a:lnTo>
                    <a:lnTo>
                      <a:pt x="75" y="1464"/>
                    </a:lnTo>
                    <a:lnTo>
                      <a:pt x="75" y="1464"/>
                    </a:lnTo>
                    <a:lnTo>
                      <a:pt x="75" y="1464"/>
                    </a:lnTo>
                    <a:lnTo>
                      <a:pt x="75" y="1464"/>
                    </a:lnTo>
                    <a:lnTo>
                      <a:pt x="76" y="1464"/>
                    </a:lnTo>
                    <a:lnTo>
                      <a:pt x="76" y="1464"/>
                    </a:lnTo>
                    <a:lnTo>
                      <a:pt x="76" y="1464"/>
                    </a:lnTo>
                    <a:lnTo>
                      <a:pt x="76" y="1464"/>
                    </a:lnTo>
                    <a:lnTo>
                      <a:pt x="77" y="1464"/>
                    </a:lnTo>
                    <a:lnTo>
                      <a:pt x="77" y="1464"/>
                    </a:lnTo>
                    <a:lnTo>
                      <a:pt x="77" y="1464"/>
                    </a:lnTo>
                    <a:lnTo>
                      <a:pt x="78" y="1464"/>
                    </a:lnTo>
                    <a:lnTo>
                      <a:pt x="78" y="1464"/>
                    </a:lnTo>
                    <a:lnTo>
                      <a:pt x="78" y="1464"/>
                    </a:lnTo>
                    <a:lnTo>
                      <a:pt x="79" y="1464"/>
                    </a:lnTo>
                    <a:lnTo>
                      <a:pt x="79" y="1464"/>
                    </a:lnTo>
                    <a:lnTo>
                      <a:pt x="79" y="1464"/>
                    </a:lnTo>
                    <a:lnTo>
                      <a:pt x="79" y="1464"/>
                    </a:lnTo>
                    <a:lnTo>
                      <a:pt x="80" y="1464"/>
                    </a:lnTo>
                    <a:lnTo>
                      <a:pt x="80" y="1464"/>
                    </a:lnTo>
                    <a:lnTo>
                      <a:pt x="80" y="1464"/>
                    </a:lnTo>
                    <a:lnTo>
                      <a:pt x="81" y="1464"/>
                    </a:lnTo>
                    <a:lnTo>
                      <a:pt x="81" y="1464"/>
                    </a:lnTo>
                    <a:lnTo>
                      <a:pt x="81" y="1464"/>
                    </a:lnTo>
                    <a:lnTo>
                      <a:pt x="81" y="1464"/>
                    </a:lnTo>
                    <a:lnTo>
                      <a:pt x="82" y="1464"/>
                    </a:lnTo>
                    <a:lnTo>
                      <a:pt x="82" y="1464"/>
                    </a:lnTo>
                    <a:lnTo>
                      <a:pt x="82" y="1464"/>
                    </a:lnTo>
                    <a:lnTo>
                      <a:pt x="82" y="1464"/>
                    </a:lnTo>
                    <a:lnTo>
                      <a:pt x="83" y="1464"/>
                    </a:lnTo>
                    <a:lnTo>
                      <a:pt x="83" y="1464"/>
                    </a:lnTo>
                    <a:lnTo>
                      <a:pt x="84" y="1464"/>
                    </a:lnTo>
                    <a:lnTo>
                      <a:pt x="84" y="1464"/>
                    </a:lnTo>
                    <a:lnTo>
                      <a:pt x="84" y="1464"/>
                    </a:lnTo>
                    <a:lnTo>
                      <a:pt x="84" y="1464"/>
                    </a:lnTo>
                    <a:lnTo>
                      <a:pt x="85" y="1464"/>
                    </a:lnTo>
                    <a:lnTo>
                      <a:pt x="85" y="1464"/>
                    </a:lnTo>
                    <a:lnTo>
                      <a:pt x="85" y="1464"/>
                    </a:lnTo>
                    <a:lnTo>
                      <a:pt x="85" y="1464"/>
                    </a:lnTo>
                    <a:lnTo>
                      <a:pt x="86" y="1464"/>
                    </a:lnTo>
                    <a:lnTo>
                      <a:pt x="86" y="1464"/>
                    </a:lnTo>
                    <a:lnTo>
                      <a:pt x="86" y="1464"/>
                    </a:lnTo>
                    <a:lnTo>
                      <a:pt x="87" y="1464"/>
                    </a:lnTo>
                    <a:lnTo>
                      <a:pt x="87" y="1464"/>
                    </a:lnTo>
                    <a:lnTo>
                      <a:pt x="87" y="1464"/>
                    </a:lnTo>
                    <a:lnTo>
                      <a:pt x="87" y="1464"/>
                    </a:lnTo>
                    <a:lnTo>
                      <a:pt x="88" y="1464"/>
                    </a:lnTo>
                    <a:lnTo>
                      <a:pt x="88" y="1464"/>
                    </a:lnTo>
                    <a:lnTo>
                      <a:pt x="88" y="1464"/>
                    </a:lnTo>
                    <a:lnTo>
                      <a:pt x="89" y="1464"/>
                    </a:lnTo>
                    <a:lnTo>
                      <a:pt x="89" y="1464"/>
                    </a:lnTo>
                    <a:lnTo>
                      <a:pt x="89" y="1464"/>
                    </a:lnTo>
                    <a:lnTo>
                      <a:pt x="90" y="1464"/>
                    </a:lnTo>
                    <a:lnTo>
                      <a:pt x="90" y="1464"/>
                    </a:lnTo>
                    <a:lnTo>
                      <a:pt x="90" y="1464"/>
                    </a:lnTo>
                    <a:lnTo>
                      <a:pt x="90" y="1464"/>
                    </a:lnTo>
                    <a:lnTo>
                      <a:pt x="91" y="1464"/>
                    </a:lnTo>
                    <a:lnTo>
                      <a:pt x="91" y="1464"/>
                    </a:lnTo>
                    <a:lnTo>
                      <a:pt x="91" y="1464"/>
                    </a:lnTo>
                    <a:lnTo>
                      <a:pt x="91" y="1464"/>
                    </a:lnTo>
                    <a:lnTo>
                      <a:pt x="92" y="1464"/>
                    </a:lnTo>
                    <a:lnTo>
                      <a:pt x="92" y="1464"/>
                    </a:lnTo>
                    <a:lnTo>
                      <a:pt x="93" y="1464"/>
                    </a:lnTo>
                    <a:lnTo>
                      <a:pt x="93" y="1464"/>
                    </a:lnTo>
                    <a:lnTo>
                      <a:pt x="93" y="1464"/>
                    </a:lnTo>
                    <a:lnTo>
                      <a:pt x="93" y="1464"/>
                    </a:lnTo>
                    <a:lnTo>
                      <a:pt x="94" y="1464"/>
                    </a:lnTo>
                    <a:lnTo>
                      <a:pt x="94" y="1464"/>
                    </a:lnTo>
                    <a:lnTo>
                      <a:pt x="94" y="1464"/>
                    </a:lnTo>
                    <a:lnTo>
                      <a:pt x="94" y="1464"/>
                    </a:lnTo>
                    <a:lnTo>
                      <a:pt x="95" y="1464"/>
                    </a:lnTo>
                    <a:lnTo>
                      <a:pt x="95" y="1464"/>
                    </a:lnTo>
                    <a:lnTo>
                      <a:pt x="95" y="1464"/>
                    </a:lnTo>
                    <a:lnTo>
                      <a:pt x="96" y="1464"/>
                    </a:lnTo>
                    <a:lnTo>
                      <a:pt x="96" y="1464"/>
                    </a:lnTo>
                    <a:lnTo>
                      <a:pt x="96" y="1464"/>
                    </a:lnTo>
                    <a:lnTo>
                      <a:pt x="96" y="1464"/>
                    </a:lnTo>
                    <a:lnTo>
                      <a:pt x="97" y="1464"/>
                    </a:lnTo>
                    <a:lnTo>
                      <a:pt x="97" y="1464"/>
                    </a:lnTo>
                    <a:lnTo>
                      <a:pt x="97" y="1464"/>
                    </a:lnTo>
                    <a:lnTo>
                      <a:pt x="97" y="1464"/>
                    </a:lnTo>
                    <a:lnTo>
                      <a:pt x="98" y="1464"/>
                    </a:lnTo>
                    <a:lnTo>
                      <a:pt x="98" y="1464"/>
                    </a:lnTo>
                    <a:lnTo>
                      <a:pt x="99" y="1464"/>
                    </a:lnTo>
                    <a:lnTo>
                      <a:pt x="99" y="1464"/>
                    </a:lnTo>
                    <a:lnTo>
                      <a:pt x="99" y="1464"/>
                    </a:lnTo>
                    <a:lnTo>
                      <a:pt x="99" y="1464"/>
                    </a:lnTo>
                    <a:lnTo>
                      <a:pt x="100" y="1464"/>
                    </a:lnTo>
                    <a:lnTo>
                      <a:pt x="100" y="1464"/>
                    </a:lnTo>
                    <a:lnTo>
                      <a:pt x="100" y="1464"/>
                    </a:lnTo>
                    <a:lnTo>
                      <a:pt x="100" y="1467"/>
                    </a:lnTo>
                    <a:lnTo>
                      <a:pt x="101" y="1470"/>
                    </a:lnTo>
                    <a:lnTo>
                      <a:pt x="101" y="1473"/>
                    </a:lnTo>
                    <a:lnTo>
                      <a:pt x="102" y="1476"/>
                    </a:lnTo>
                    <a:lnTo>
                      <a:pt x="102" y="1479"/>
                    </a:lnTo>
                    <a:lnTo>
                      <a:pt x="102" y="1481"/>
                    </a:lnTo>
                    <a:lnTo>
                      <a:pt x="102" y="1483"/>
                    </a:lnTo>
                    <a:lnTo>
                      <a:pt x="103" y="1485"/>
                    </a:lnTo>
                    <a:lnTo>
                      <a:pt x="103" y="1485"/>
                    </a:lnTo>
                    <a:lnTo>
                      <a:pt x="103" y="1485"/>
                    </a:lnTo>
                    <a:lnTo>
                      <a:pt x="103" y="1485"/>
                    </a:lnTo>
                    <a:lnTo>
                      <a:pt x="104" y="1485"/>
                    </a:lnTo>
                    <a:lnTo>
                      <a:pt x="104" y="1485"/>
                    </a:lnTo>
                    <a:lnTo>
                      <a:pt x="104" y="1485"/>
                    </a:lnTo>
                    <a:lnTo>
                      <a:pt x="105" y="1485"/>
                    </a:lnTo>
                    <a:lnTo>
                      <a:pt x="105" y="1485"/>
                    </a:lnTo>
                    <a:lnTo>
                      <a:pt x="105" y="1485"/>
                    </a:lnTo>
                    <a:lnTo>
                      <a:pt x="105" y="1485"/>
                    </a:lnTo>
                    <a:lnTo>
                      <a:pt x="106" y="1485"/>
                    </a:lnTo>
                    <a:lnTo>
                      <a:pt x="106" y="1485"/>
                    </a:lnTo>
                    <a:lnTo>
                      <a:pt x="106" y="1485"/>
                    </a:lnTo>
                    <a:lnTo>
                      <a:pt x="106" y="1485"/>
                    </a:lnTo>
                    <a:lnTo>
                      <a:pt x="107" y="1485"/>
                    </a:lnTo>
                    <a:lnTo>
                      <a:pt x="107" y="1485"/>
                    </a:lnTo>
                    <a:lnTo>
                      <a:pt x="108" y="1485"/>
                    </a:lnTo>
                    <a:lnTo>
                      <a:pt x="108" y="1485"/>
                    </a:lnTo>
                    <a:lnTo>
                      <a:pt x="108" y="1485"/>
                    </a:lnTo>
                    <a:lnTo>
                      <a:pt x="108" y="1485"/>
                    </a:lnTo>
                    <a:lnTo>
                      <a:pt x="109" y="1485"/>
                    </a:lnTo>
                    <a:lnTo>
                      <a:pt x="109" y="1485"/>
                    </a:lnTo>
                    <a:lnTo>
                      <a:pt x="109" y="1485"/>
                    </a:lnTo>
                    <a:lnTo>
                      <a:pt x="109" y="1485"/>
                    </a:lnTo>
                    <a:lnTo>
                      <a:pt x="110" y="1485"/>
                    </a:lnTo>
                    <a:lnTo>
                      <a:pt x="110" y="1485"/>
                    </a:lnTo>
                    <a:lnTo>
                      <a:pt x="110" y="1485"/>
                    </a:lnTo>
                    <a:lnTo>
                      <a:pt x="111" y="1485"/>
                    </a:lnTo>
                    <a:lnTo>
                      <a:pt x="111" y="1485"/>
                    </a:lnTo>
                    <a:lnTo>
                      <a:pt x="111" y="1485"/>
                    </a:lnTo>
                    <a:lnTo>
                      <a:pt x="112" y="1485"/>
                    </a:lnTo>
                    <a:lnTo>
                      <a:pt x="112" y="1485"/>
                    </a:lnTo>
                    <a:lnTo>
                      <a:pt x="112" y="1485"/>
                    </a:lnTo>
                    <a:lnTo>
                      <a:pt x="113" y="1485"/>
                    </a:lnTo>
                    <a:lnTo>
                      <a:pt x="113" y="1485"/>
                    </a:lnTo>
                    <a:lnTo>
                      <a:pt x="113" y="1485"/>
                    </a:lnTo>
                    <a:lnTo>
                      <a:pt x="113" y="1485"/>
                    </a:lnTo>
                    <a:lnTo>
                      <a:pt x="114" y="1485"/>
                    </a:lnTo>
                    <a:lnTo>
                      <a:pt x="114" y="1485"/>
                    </a:lnTo>
                    <a:lnTo>
                      <a:pt x="114" y="1485"/>
                    </a:lnTo>
                    <a:lnTo>
                      <a:pt x="114" y="1485"/>
                    </a:lnTo>
                    <a:lnTo>
                      <a:pt x="115" y="1485"/>
                    </a:lnTo>
                    <a:lnTo>
                      <a:pt x="115" y="1485"/>
                    </a:lnTo>
                    <a:lnTo>
                      <a:pt x="116" y="1485"/>
                    </a:lnTo>
                    <a:lnTo>
                      <a:pt x="116" y="1485"/>
                    </a:lnTo>
                    <a:lnTo>
                      <a:pt x="116" y="1485"/>
                    </a:lnTo>
                    <a:lnTo>
                      <a:pt x="116" y="1485"/>
                    </a:lnTo>
                    <a:lnTo>
                      <a:pt x="117" y="1485"/>
                    </a:lnTo>
                    <a:lnTo>
                      <a:pt x="117" y="1485"/>
                    </a:lnTo>
                    <a:lnTo>
                      <a:pt x="117" y="1485"/>
                    </a:lnTo>
                    <a:lnTo>
                      <a:pt x="117" y="1485"/>
                    </a:lnTo>
                    <a:lnTo>
                      <a:pt x="118" y="1485"/>
                    </a:lnTo>
                    <a:lnTo>
                      <a:pt x="118" y="1485"/>
                    </a:lnTo>
                    <a:lnTo>
                      <a:pt x="118" y="1485"/>
                    </a:lnTo>
                    <a:lnTo>
                      <a:pt x="119" y="1485"/>
                    </a:lnTo>
                    <a:lnTo>
                      <a:pt x="119" y="1485"/>
                    </a:lnTo>
                    <a:lnTo>
                      <a:pt x="119" y="1485"/>
                    </a:lnTo>
                    <a:lnTo>
                      <a:pt x="119" y="1485"/>
                    </a:lnTo>
                    <a:lnTo>
                      <a:pt x="120" y="1485"/>
                    </a:lnTo>
                    <a:lnTo>
                      <a:pt x="120" y="1485"/>
                    </a:lnTo>
                    <a:lnTo>
                      <a:pt x="120" y="1485"/>
                    </a:lnTo>
                    <a:lnTo>
                      <a:pt x="120" y="1485"/>
                    </a:lnTo>
                    <a:lnTo>
                      <a:pt x="121" y="1485"/>
                    </a:lnTo>
                    <a:lnTo>
                      <a:pt x="121" y="1485"/>
                    </a:lnTo>
                    <a:lnTo>
                      <a:pt x="122" y="1485"/>
                    </a:lnTo>
                    <a:lnTo>
                      <a:pt x="122" y="1485"/>
                    </a:lnTo>
                    <a:lnTo>
                      <a:pt x="122" y="1485"/>
                    </a:lnTo>
                    <a:lnTo>
                      <a:pt x="122" y="1485"/>
                    </a:lnTo>
                    <a:lnTo>
                      <a:pt x="123" y="1485"/>
                    </a:lnTo>
                    <a:lnTo>
                      <a:pt x="123" y="1485"/>
                    </a:lnTo>
                    <a:lnTo>
                      <a:pt x="123" y="1485"/>
                    </a:lnTo>
                    <a:lnTo>
                      <a:pt x="123" y="1485"/>
                    </a:lnTo>
                    <a:lnTo>
                      <a:pt x="124" y="1485"/>
                    </a:lnTo>
                    <a:lnTo>
                      <a:pt x="124" y="1485"/>
                    </a:lnTo>
                    <a:lnTo>
                      <a:pt x="124" y="1485"/>
                    </a:lnTo>
                    <a:lnTo>
                      <a:pt x="125" y="1485"/>
                    </a:lnTo>
                    <a:lnTo>
                      <a:pt x="125" y="1485"/>
                    </a:lnTo>
                    <a:lnTo>
                      <a:pt x="125" y="1485"/>
                    </a:lnTo>
                    <a:lnTo>
                      <a:pt x="126" y="1485"/>
                    </a:lnTo>
                    <a:lnTo>
                      <a:pt x="126" y="1485"/>
                    </a:lnTo>
                    <a:lnTo>
                      <a:pt x="126" y="1485"/>
                    </a:lnTo>
                    <a:lnTo>
                      <a:pt x="126" y="1485"/>
                    </a:lnTo>
                    <a:lnTo>
                      <a:pt x="127" y="1485"/>
                    </a:lnTo>
                    <a:lnTo>
                      <a:pt x="127" y="1485"/>
                    </a:lnTo>
                    <a:lnTo>
                      <a:pt x="127" y="1485"/>
                    </a:lnTo>
                    <a:lnTo>
                      <a:pt x="128" y="1485"/>
                    </a:lnTo>
                    <a:lnTo>
                      <a:pt x="128" y="1485"/>
                    </a:lnTo>
                    <a:lnTo>
                      <a:pt x="128" y="1485"/>
                    </a:lnTo>
                    <a:lnTo>
                      <a:pt x="128" y="1485"/>
                    </a:lnTo>
                    <a:lnTo>
                      <a:pt x="129" y="1485"/>
                    </a:lnTo>
                    <a:lnTo>
                      <a:pt x="129" y="1485"/>
                    </a:lnTo>
                    <a:lnTo>
                      <a:pt x="129" y="1485"/>
                    </a:lnTo>
                    <a:lnTo>
                      <a:pt x="129" y="1485"/>
                    </a:lnTo>
                    <a:lnTo>
                      <a:pt x="130" y="1485"/>
                    </a:lnTo>
                    <a:lnTo>
                      <a:pt x="130" y="1485"/>
                    </a:lnTo>
                    <a:lnTo>
                      <a:pt x="131" y="1485"/>
                    </a:lnTo>
                    <a:lnTo>
                      <a:pt x="131" y="1485"/>
                    </a:lnTo>
                    <a:lnTo>
                      <a:pt x="131" y="1485"/>
                    </a:lnTo>
                    <a:lnTo>
                      <a:pt x="131" y="1485"/>
                    </a:lnTo>
                    <a:lnTo>
                      <a:pt x="132" y="1485"/>
                    </a:lnTo>
                    <a:lnTo>
                      <a:pt x="132" y="1485"/>
                    </a:lnTo>
                    <a:lnTo>
                      <a:pt x="132" y="1485"/>
                    </a:lnTo>
                    <a:lnTo>
                      <a:pt x="132" y="1485"/>
                    </a:lnTo>
                    <a:lnTo>
                      <a:pt x="133" y="1485"/>
                    </a:lnTo>
                    <a:lnTo>
                      <a:pt x="133" y="1485"/>
                    </a:lnTo>
                    <a:lnTo>
                      <a:pt x="133" y="1485"/>
                    </a:lnTo>
                    <a:lnTo>
                      <a:pt x="134" y="1485"/>
                    </a:lnTo>
                    <a:lnTo>
                      <a:pt x="134" y="1485"/>
                    </a:lnTo>
                    <a:lnTo>
                      <a:pt x="134" y="1485"/>
                    </a:lnTo>
                    <a:lnTo>
                      <a:pt x="134" y="1485"/>
                    </a:lnTo>
                    <a:lnTo>
                      <a:pt x="135" y="1485"/>
                    </a:lnTo>
                    <a:lnTo>
                      <a:pt x="135" y="1485"/>
                    </a:lnTo>
                    <a:lnTo>
                      <a:pt x="135" y="1485"/>
                    </a:lnTo>
                    <a:lnTo>
                      <a:pt x="136" y="1485"/>
                    </a:lnTo>
                    <a:lnTo>
                      <a:pt x="136" y="1485"/>
                    </a:lnTo>
                    <a:lnTo>
                      <a:pt x="136" y="1485"/>
                    </a:lnTo>
                    <a:lnTo>
                      <a:pt x="137" y="1485"/>
                    </a:lnTo>
                    <a:lnTo>
                      <a:pt x="137" y="1485"/>
                    </a:lnTo>
                    <a:lnTo>
                      <a:pt x="137" y="1485"/>
                    </a:lnTo>
                    <a:lnTo>
                      <a:pt x="137" y="1485"/>
                    </a:lnTo>
                    <a:lnTo>
                      <a:pt x="138" y="1485"/>
                    </a:lnTo>
                    <a:lnTo>
                      <a:pt x="138" y="1485"/>
                    </a:lnTo>
                    <a:lnTo>
                      <a:pt x="138" y="1485"/>
                    </a:lnTo>
                    <a:lnTo>
                      <a:pt x="138" y="1485"/>
                    </a:lnTo>
                    <a:lnTo>
                      <a:pt x="139" y="1485"/>
                    </a:lnTo>
                    <a:lnTo>
                      <a:pt x="139" y="1485"/>
                    </a:lnTo>
                    <a:lnTo>
                      <a:pt x="140" y="1485"/>
                    </a:lnTo>
                    <a:lnTo>
                      <a:pt x="140" y="1485"/>
                    </a:lnTo>
                    <a:lnTo>
                      <a:pt x="140" y="1485"/>
                    </a:lnTo>
                    <a:lnTo>
                      <a:pt x="140" y="1485"/>
                    </a:lnTo>
                    <a:lnTo>
                      <a:pt x="141" y="1485"/>
                    </a:lnTo>
                    <a:lnTo>
                      <a:pt x="141" y="1485"/>
                    </a:lnTo>
                    <a:lnTo>
                      <a:pt x="141" y="1485"/>
                    </a:lnTo>
                    <a:lnTo>
                      <a:pt x="141" y="1485"/>
                    </a:lnTo>
                    <a:lnTo>
                      <a:pt x="142" y="1485"/>
                    </a:lnTo>
                    <a:lnTo>
                      <a:pt x="142" y="1485"/>
                    </a:lnTo>
                    <a:lnTo>
                      <a:pt x="142" y="1485"/>
                    </a:lnTo>
                    <a:lnTo>
                      <a:pt x="143" y="1485"/>
                    </a:lnTo>
                    <a:lnTo>
                      <a:pt x="143" y="1485"/>
                    </a:lnTo>
                    <a:lnTo>
                      <a:pt x="143" y="1485"/>
                    </a:lnTo>
                    <a:lnTo>
                      <a:pt x="143" y="1485"/>
                    </a:lnTo>
                    <a:lnTo>
                      <a:pt x="144" y="1485"/>
                    </a:lnTo>
                    <a:lnTo>
                      <a:pt x="144" y="1485"/>
                    </a:lnTo>
                    <a:lnTo>
                      <a:pt x="144" y="1485"/>
                    </a:lnTo>
                    <a:lnTo>
                      <a:pt x="144" y="1485"/>
                    </a:lnTo>
                    <a:lnTo>
                      <a:pt x="145" y="1485"/>
                    </a:lnTo>
                    <a:lnTo>
                      <a:pt x="145" y="1485"/>
                    </a:lnTo>
                    <a:lnTo>
                      <a:pt x="146" y="1485"/>
                    </a:lnTo>
                    <a:lnTo>
                      <a:pt x="146" y="1485"/>
                    </a:lnTo>
                    <a:lnTo>
                      <a:pt x="146" y="1485"/>
                    </a:lnTo>
                    <a:lnTo>
                      <a:pt x="146" y="1485"/>
                    </a:lnTo>
                    <a:lnTo>
                      <a:pt x="147" y="1485"/>
                    </a:lnTo>
                    <a:lnTo>
                      <a:pt x="147" y="1485"/>
                    </a:lnTo>
                    <a:lnTo>
                      <a:pt x="147" y="1485"/>
                    </a:lnTo>
                    <a:lnTo>
                      <a:pt x="147" y="1485"/>
                    </a:lnTo>
                    <a:lnTo>
                      <a:pt x="148" y="1485"/>
                    </a:lnTo>
                    <a:lnTo>
                      <a:pt x="148" y="1485"/>
                    </a:lnTo>
                    <a:lnTo>
                      <a:pt x="149" y="1485"/>
                    </a:lnTo>
                    <a:lnTo>
                      <a:pt x="149" y="1485"/>
                    </a:lnTo>
                    <a:lnTo>
                      <a:pt x="149" y="1485"/>
                    </a:lnTo>
                    <a:lnTo>
                      <a:pt x="149" y="1485"/>
                    </a:lnTo>
                    <a:lnTo>
                      <a:pt x="150" y="1485"/>
                    </a:lnTo>
                    <a:lnTo>
                      <a:pt x="150" y="1485"/>
                    </a:lnTo>
                    <a:lnTo>
                      <a:pt x="150" y="1485"/>
                    </a:lnTo>
                    <a:lnTo>
                      <a:pt x="150" y="1485"/>
                    </a:lnTo>
                    <a:lnTo>
                      <a:pt x="151" y="1485"/>
                    </a:lnTo>
                    <a:lnTo>
                      <a:pt x="151" y="1485"/>
                    </a:lnTo>
                    <a:lnTo>
                      <a:pt x="151" y="1485"/>
                    </a:lnTo>
                    <a:lnTo>
                      <a:pt x="152" y="1485"/>
                    </a:lnTo>
                    <a:lnTo>
                      <a:pt x="152" y="1485"/>
                    </a:lnTo>
                    <a:lnTo>
                      <a:pt x="152" y="1485"/>
                    </a:lnTo>
                    <a:lnTo>
                      <a:pt x="152" y="1485"/>
                    </a:lnTo>
                    <a:lnTo>
                      <a:pt x="153" y="1485"/>
                    </a:lnTo>
                    <a:lnTo>
                      <a:pt x="153" y="1485"/>
                    </a:lnTo>
                    <a:lnTo>
                      <a:pt x="153" y="1485"/>
                    </a:lnTo>
                    <a:lnTo>
                      <a:pt x="153" y="1485"/>
                    </a:lnTo>
                    <a:lnTo>
                      <a:pt x="154" y="1485"/>
                    </a:lnTo>
                    <a:lnTo>
                      <a:pt x="154" y="1485"/>
                    </a:lnTo>
                    <a:lnTo>
                      <a:pt x="155" y="1485"/>
                    </a:lnTo>
                    <a:lnTo>
                      <a:pt x="155" y="1485"/>
                    </a:lnTo>
                    <a:lnTo>
                      <a:pt x="155" y="1485"/>
                    </a:lnTo>
                    <a:lnTo>
                      <a:pt x="155" y="1485"/>
                    </a:lnTo>
                    <a:lnTo>
                      <a:pt x="156" y="1485"/>
                    </a:lnTo>
                    <a:lnTo>
                      <a:pt x="156" y="1485"/>
                    </a:lnTo>
                    <a:lnTo>
                      <a:pt x="156" y="1485"/>
                    </a:lnTo>
                    <a:lnTo>
                      <a:pt x="156" y="1485"/>
                    </a:lnTo>
                    <a:lnTo>
                      <a:pt x="157" y="1485"/>
                    </a:lnTo>
                    <a:lnTo>
                      <a:pt x="157" y="1485"/>
                    </a:lnTo>
                    <a:lnTo>
                      <a:pt x="157" y="1485"/>
                    </a:lnTo>
                    <a:lnTo>
                      <a:pt x="158" y="1485"/>
                    </a:lnTo>
                    <a:lnTo>
                      <a:pt x="158" y="1485"/>
                    </a:lnTo>
                    <a:lnTo>
                      <a:pt x="158" y="1485"/>
                    </a:lnTo>
                    <a:lnTo>
                      <a:pt x="159" y="1485"/>
                    </a:lnTo>
                    <a:lnTo>
                      <a:pt x="159" y="1485"/>
                    </a:lnTo>
                    <a:lnTo>
                      <a:pt x="159" y="1485"/>
                    </a:lnTo>
                    <a:lnTo>
                      <a:pt x="159" y="1485"/>
                    </a:lnTo>
                    <a:lnTo>
                      <a:pt x="160" y="1485"/>
                    </a:lnTo>
                    <a:lnTo>
                      <a:pt x="160" y="1485"/>
                    </a:lnTo>
                    <a:lnTo>
                      <a:pt x="160" y="1485"/>
                    </a:lnTo>
                    <a:lnTo>
                      <a:pt x="161" y="1485"/>
                    </a:lnTo>
                    <a:lnTo>
                      <a:pt x="161" y="1491"/>
                    </a:lnTo>
                    <a:lnTo>
                      <a:pt x="161" y="1496"/>
                    </a:lnTo>
                    <a:lnTo>
                      <a:pt x="161" y="1501"/>
                    </a:lnTo>
                    <a:lnTo>
                      <a:pt x="162" y="1506"/>
                    </a:lnTo>
                    <a:lnTo>
                      <a:pt x="162" y="1506"/>
                    </a:lnTo>
                    <a:lnTo>
                      <a:pt x="162" y="1506"/>
                    </a:lnTo>
                    <a:lnTo>
                      <a:pt x="162" y="1506"/>
                    </a:lnTo>
                    <a:lnTo>
                      <a:pt x="163" y="1506"/>
                    </a:lnTo>
                    <a:lnTo>
                      <a:pt x="163" y="1506"/>
                    </a:lnTo>
                    <a:lnTo>
                      <a:pt x="164" y="1506"/>
                    </a:lnTo>
                    <a:lnTo>
                      <a:pt x="164" y="1506"/>
                    </a:lnTo>
                    <a:lnTo>
                      <a:pt x="164" y="1506"/>
                    </a:lnTo>
                    <a:lnTo>
                      <a:pt x="164" y="1506"/>
                    </a:lnTo>
                    <a:lnTo>
                      <a:pt x="165" y="1506"/>
                    </a:lnTo>
                    <a:lnTo>
                      <a:pt x="165" y="1506"/>
                    </a:lnTo>
                    <a:lnTo>
                      <a:pt x="165" y="1506"/>
                    </a:lnTo>
                    <a:lnTo>
                      <a:pt x="165" y="1506"/>
                    </a:lnTo>
                    <a:lnTo>
                      <a:pt x="166" y="1506"/>
                    </a:lnTo>
                    <a:lnTo>
                      <a:pt x="166" y="1506"/>
                    </a:lnTo>
                    <a:lnTo>
                      <a:pt x="166" y="1506"/>
                    </a:lnTo>
                    <a:lnTo>
                      <a:pt x="167" y="1506"/>
                    </a:lnTo>
                    <a:lnTo>
                      <a:pt x="167" y="1506"/>
                    </a:lnTo>
                    <a:lnTo>
                      <a:pt x="167" y="1506"/>
                    </a:lnTo>
                    <a:lnTo>
                      <a:pt x="167" y="1506"/>
                    </a:lnTo>
                    <a:lnTo>
                      <a:pt x="168" y="1506"/>
                    </a:lnTo>
                    <a:lnTo>
                      <a:pt x="168" y="1506"/>
                    </a:lnTo>
                    <a:lnTo>
                      <a:pt x="168" y="1506"/>
                    </a:lnTo>
                    <a:lnTo>
                      <a:pt x="169" y="1506"/>
                    </a:lnTo>
                    <a:lnTo>
                      <a:pt x="169" y="1506"/>
                    </a:lnTo>
                    <a:lnTo>
                      <a:pt x="169" y="1506"/>
                    </a:lnTo>
                    <a:lnTo>
                      <a:pt x="170" y="1506"/>
                    </a:lnTo>
                    <a:lnTo>
                      <a:pt x="170" y="1506"/>
                    </a:lnTo>
                    <a:lnTo>
                      <a:pt x="170" y="1506"/>
                    </a:lnTo>
                    <a:lnTo>
                      <a:pt x="170" y="1506"/>
                    </a:lnTo>
                    <a:lnTo>
                      <a:pt x="171" y="1506"/>
                    </a:lnTo>
                    <a:lnTo>
                      <a:pt x="171" y="1506"/>
                    </a:lnTo>
                    <a:lnTo>
                      <a:pt x="171" y="1506"/>
                    </a:lnTo>
                    <a:lnTo>
                      <a:pt x="171" y="1506"/>
                    </a:lnTo>
                    <a:lnTo>
                      <a:pt x="172" y="1506"/>
                    </a:lnTo>
                    <a:lnTo>
                      <a:pt x="172" y="1506"/>
                    </a:lnTo>
                    <a:lnTo>
                      <a:pt x="173" y="1506"/>
                    </a:lnTo>
                    <a:lnTo>
                      <a:pt x="173" y="1506"/>
                    </a:lnTo>
                    <a:lnTo>
                      <a:pt x="173" y="1506"/>
                    </a:lnTo>
                    <a:lnTo>
                      <a:pt x="173" y="1506"/>
                    </a:lnTo>
                    <a:lnTo>
                      <a:pt x="174" y="1506"/>
                    </a:lnTo>
                    <a:lnTo>
                      <a:pt x="174" y="1506"/>
                    </a:lnTo>
                    <a:lnTo>
                      <a:pt x="174" y="1506"/>
                    </a:lnTo>
                    <a:lnTo>
                      <a:pt x="174" y="1506"/>
                    </a:lnTo>
                    <a:lnTo>
                      <a:pt x="175" y="1506"/>
                    </a:lnTo>
                    <a:lnTo>
                      <a:pt x="175" y="1506"/>
                    </a:lnTo>
                    <a:lnTo>
                      <a:pt x="175" y="1506"/>
                    </a:lnTo>
                    <a:lnTo>
                      <a:pt x="176" y="1506"/>
                    </a:lnTo>
                    <a:lnTo>
                      <a:pt x="176" y="1506"/>
                    </a:lnTo>
                    <a:lnTo>
                      <a:pt x="176" y="1506"/>
                    </a:lnTo>
                    <a:lnTo>
                      <a:pt x="176" y="1506"/>
                    </a:lnTo>
                    <a:lnTo>
                      <a:pt x="177" y="1506"/>
                    </a:lnTo>
                    <a:lnTo>
                      <a:pt x="177" y="1506"/>
                    </a:lnTo>
                    <a:lnTo>
                      <a:pt x="177" y="1506"/>
                    </a:lnTo>
                    <a:lnTo>
                      <a:pt x="177" y="1506"/>
                    </a:lnTo>
                    <a:lnTo>
                      <a:pt x="178" y="1506"/>
                    </a:lnTo>
                    <a:lnTo>
                      <a:pt x="178" y="1506"/>
                    </a:lnTo>
                    <a:lnTo>
                      <a:pt x="179" y="1506"/>
                    </a:lnTo>
                    <a:lnTo>
                      <a:pt x="179" y="1506"/>
                    </a:lnTo>
                    <a:lnTo>
                      <a:pt x="179" y="1506"/>
                    </a:lnTo>
                    <a:lnTo>
                      <a:pt x="179" y="1506"/>
                    </a:lnTo>
                    <a:lnTo>
                      <a:pt x="180" y="1506"/>
                    </a:lnTo>
                    <a:lnTo>
                      <a:pt x="180" y="1506"/>
                    </a:lnTo>
                    <a:lnTo>
                      <a:pt x="180" y="1506"/>
                    </a:lnTo>
                    <a:lnTo>
                      <a:pt x="180" y="1506"/>
                    </a:lnTo>
                    <a:lnTo>
                      <a:pt x="181" y="1506"/>
                    </a:lnTo>
                    <a:lnTo>
                      <a:pt x="181" y="1506"/>
                    </a:lnTo>
                    <a:lnTo>
                      <a:pt x="181" y="1506"/>
                    </a:lnTo>
                    <a:lnTo>
                      <a:pt x="182" y="1506"/>
                    </a:lnTo>
                    <a:lnTo>
                      <a:pt x="182" y="1506"/>
                    </a:lnTo>
                    <a:lnTo>
                      <a:pt x="182" y="1506"/>
                    </a:lnTo>
                    <a:lnTo>
                      <a:pt x="183" y="1506"/>
                    </a:lnTo>
                    <a:lnTo>
                      <a:pt x="183" y="1506"/>
                    </a:lnTo>
                    <a:lnTo>
                      <a:pt x="183" y="1506"/>
                    </a:lnTo>
                    <a:lnTo>
                      <a:pt x="184" y="1506"/>
                    </a:lnTo>
                    <a:lnTo>
                      <a:pt x="184" y="1506"/>
                    </a:lnTo>
                    <a:lnTo>
                      <a:pt x="184" y="1506"/>
                    </a:lnTo>
                    <a:lnTo>
                      <a:pt x="184" y="1506"/>
                    </a:lnTo>
                    <a:lnTo>
                      <a:pt x="185" y="1506"/>
                    </a:lnTo>
                    <a:lnTo>
                      <a:pt x="185" y="1506"/>
                    </a:lnTo>
                    <a:lnTo>
                      <a:pt x="185" y="1506"/>
                    </a:lnTo>
                    <a:lnTo>
                      <a:pt x="185" y="1506"/>
                    </a:lnTo>
                    <a:lnTo>
                      <a:pt x="186" y="1506"/>
                    </a:lnTo>
                    <a:lnTo>
                      <a:pt x="186" y="1506"/>
                    </a:lnTo>
                    <a:lnTo>
                      <a:pt x="187" y="1506"/>
                    </a:lnTo>
                    <a:lnTo>
                      <a:pt x="187" y="1506"/>
                    </a:lnTo>
                    <a:lnTo>
                      <a:pt x="187" y="1506"/>
                    </a:lnTo>
                    <a:lnTo>
                      <a:pt x="187" y="1506"/>
                    </a:lnTo>
                    <a:lnTo>
                      <a:pt x="188" y="1506"/>
                    </a:lnTo>
                    <a:lnTo>
                      <a:pt x="188" y="1506"/>
                    </a:lnTo>
                    <a:lnTo>
                      <a:pt x="188" y="1506"/>
                    </a:lnTo>
                    <a:lnTo>
                      <a:pt x="188" y="1506"/>
                    </a:lnTo>
                    <a:lnTo>
                      <a:pt x="189" y="1506"/>
                    </a:lnTo>
                    <a:lnTo>
                      <a:pt x="189" y="1506"/>
                    </a:lnTo>
                    <a:lnTo>
                      <a:pt x="189" y="1506"/>
                    </a:lnTo>
                    <a:lnTo>
                      <a:pt x="190" y="1506"/>
                    </a:lnTo>
                    <a:lnTo>
                      <a:pt x="190" y="1506"/>
                    </a:lnTo>
                    <a:lnTo>
                      <a:pt x="190" y="1506"/>
                    </a:lnTo>
                    <a:lnTo>
                      <a:pt x="190" y="1506"/>
                    </a:lnTo>
                    <a:lnTo>
                      <a:pt x="191" y="1506"/>
                    </a:lnTo>
                    <a:lnTo>
                      <a:pt x="191" y="1506"/>
                    </a:lnTo>
                    <a:lnTo>
                      <a:pt x="191" y="1506"/>
                    </a:lnTo>
                    <a:lnTo>
                      <a:pt x="191" y="1506"/>
                    </a:lnTo>
                    <a:lnTo>
                      <a:pt x="192" y="1506"/>
                    </a:lnTo>
                    <a:lnTo>
                      <a:pt x="192" y="1506"/>
                    </a:lnTo>
                    <a:lnTo>
                      <a:pt x="193" y="1506"/>
                    </a:lnTo>
                    <a:lnTo>
                      <a:pt x="193" y="1506"/>
                    </a:lnTo>
                    <a:lnTo>
                      <a:pt x="193" y="1506"/>
                    </a:lnTo>
                    <a:lnTo>
                      <a:pt x="193" y="1506"/>
                    </a:lnTo>
                    <a:lnTo>
                      <a:pt x="194" y="1506"/>
                    </a:lnTo>
                    <a:lnTo>
                      <a:pt x="194" y="1506"/>
                    </a:lnTo>
                    <a:lnTo>
                      <a:pt x="194" y="1506"/>
                    </a:lnTo>
                    <a:lnTo>
                      <a:pt x="194" y="1506"/>
                    </a:lnTo>
                    <a:lnTo>
                      <a:pt x="195" y="1506"/>
                    </a:lnTo>
                    <a:lnTo>
                      <a:pt x="195" y="1506"/>
                    </a:lnTo>
                    <a:lnTo>
                      <a:pt x="195" y="1506"/>
                    </a:lnTo>
                    <a:lnTo>
                      <a:pt x="196" y="1506"/>
                    </a:lnTo>
                    <a:lnTo>
                      <a:pt x="196" y="1506"/>
                    </a:lnTo>
                    <a:lnTo>
                      <a:pt x="196" y="1506"/>
                    </a:lnTo>
                    <a:lnTo>
                      <a:pt x="197" y="1506"/>
                    </a:lnTo>
                    <a:lnTo>
                      <a:pt x="197" y="1506"/>
                    </a:lnTo>
                    <a:lnTo>
                      <a:pt x="197" y="1506"/>
                    </a:lnTo>
                    <a:lnTo>
                      <a:pt x="197" y="1506"/>
                    </a:lnTo>
                    <a:lnTo>
                      <a:pt x="198" y="1506"/>
                    </a:lnTo>
                    <a:lnTo>
                      <a:pt x="198" y="1506"/>
                    </a:lnTo>
                    <a:lnTo>
                      <a:pt x="198" y="1506"/>
                    </a:lnTo>
                    <a:lnTo>
                      <a:pt x="199" y="1506"/>
                    </a:lnTo>
                    <a:lnTo>
                      <a:pt x="199" y="1506"/>
                    </a:lnTo>
                    <a:lnTo>
                      <a:pt x="199" y="1506"/>
                    </a:lnTo>
                    <a:lnTo>
                      <a:pt x="199" y="1506"/>
                    </a:lnTo>
                    <a:lnTo>
                      <a:pt x="200" y="1506"/>
                    </a:lnTo>
                    <a:lnTo>
                      <a:pt x="200" y="1506"/>
                    </a:lnTo>
                    <a:lnTo>
                      <a:pt x="200" y="1506"/>
                    </a:lnTo>
                    <a:lnTo>
                      <a:pt x="200" y="1506"/>
                    </a:lnTo>
                    <a:lnTo>
                      <a:pt x="201" y="1506"/>
                    </a:lnTo>
                    <a:lnTo>
                      <a:pt x="201" y="1506"/>
                    </a:lnTo>
                    <a:lnTo>
                      <a:pt x="202" y="1506"/>
                    </a:lnTo>
                    <a:lnTo>
                      <a:pt x="202" y="1506"/>
                    </a:lnTo>
                    <a:lnTo>
                      <a:pt x="202" y="1506"/>
                    </a:lnTo>
                    <a:lnTo>
                      <a:pt x="202" y="1506"/>
                    </a:lnTo>
                    <a:lnTo>
                      <a:pt x="203" y="1506"/>
                    </a:lnTo>
                    <a:lnTo>
                      <a:pt x="203" y="1506"/>
                    </a:lnTo>
                    <a:lnTo>
                      <a:pt x="203" y="1506"/>
                    </a:lnTo>
                    <a:lnTo>
                      <a:pt x="203" y="1506"/>
                    </a:lnTo>
                    <a:lnTo>
                      <a:pt x="204" y="1506"/>
                    </a:lnTo>
                    <a:lnTo>
                      <a:pt x="204" y="1506"/>
                    </a:lnTo>
                    <a:lnTo>
                      <a:pt x="204" y="1506"/>
                    </a:lnTo>
                    <a:lnTo>
                      <a:pt x="205" y="1506"/>
                    </a:lnTo>
                    <a:lnTo>
                      <a:pt x="205" y="1506"/>
                    </a:lnTo>
                    <a:lnTo>
                      <a:pt x="205" y="1506"/>
                    </a:lnTo>
                    <a:lnTo>
                      <a:pt x="206" y="1506"/>
                    </a:lnTo>
                    <a:lnTo>
                      <a:pt x="206" y="1506"/>
                    </a:lnTo>
                    <a:lnTo>
                      <a:pt x="206" y="1506"/>
                    </a:lnTo>
                    <a:lnTo>
                      <a:pt x="206" y="1506"/>
                    </a:lnTo>
                    <a:lnTo>
                      <a:pt x="207" y="1506"/>
                    </a:lnTo>
                    <a:lnTo>
                      <a:pt x="207" y="1506"/>
                    </a:lnTo>
                    <a:lnTo>
                      <a:pt x="207" y="1506"/>
                    </a:lnTo>
                    <a:lnTo>
                      <a:pt x="208" y="1506"/>
                    </a:lnTo>
                    <a:lnTo>
                      <a:pt x="208" y="1506"/>
                    </a:lnTo>
                    <a:lnTo>
                      <a:pt x="208" y="1506"/>
                    </a:lnTo>
                    <a:lnTo>
                      <a:pt x="208" y="1506"/>
                    </a:lnTo>
                    <a:lnTo>
                      <a:pt x="209" y="1506"/>
                    </a:lnTo>
                    <a:lnTo>
                      <a:pt x="209" y="1506"/>
                    </a:lnTo>
                    <a:lnTo>
                      <a:pt x="209" y="1506"/>
                    </a:lnTo>
                    <a:lnTo>
                      <a:pt x="209" y="1506"/>
                    </a:lnTo>
                    <a:lnTo>
                      <a:pt x="210" y="1506"/>
                    </a:lnTo>
                    <a:lnTo>
                      <a:pt x="210" y="1506"/>
                    </a:lnTo>
                    <a:lnTo>
                      <a:pt x="211" y="1506"/>
                    </a:lnTo>
                    <a:lnTo>
                      <a:pt x="211" y="1506"/>
                    </a:lnTo>
                    <a:lnTo>
                      <a:pt x="211" y="1506"/>
                    </a:lnTo>
                    <a:lnTo>
                      <a:pt x="211" y="1506"/>
                    </a:lnTo>
                    <a:lnTo>
                      <a:pt x="212" y="1506"/>
                    </a:lnTo>
                    <a:lnTo>
                      <a:pt x="212" y="1506"/>
                    </a:lnTo>
                    <a:lnTo>
                      <a:pt x="212" y="1506"/>
                    </a:lnTo>
                    <a:lnTo>
                      <a:pt x="212" y="1506"/>
                    </a:lnTo>
                    <a:lnTo>
                      <a:pt x="213" y="1505"/>
                    </a:lnTo>
                    <a:lnTo>
                      <a:pt x="213" y="1505"/>
                    </a:lnTo>
                    <a:lnTo>
                      <a:pt x="213" y="1504"/>
                    </a:lnTo>
                    <a:lnTo>
                      <a:pt x="214" y="1503"/>
                    </a:lnTo>
                    <a:lnTo>
                      <a:pt x="214" y="1499"/>
                    </a:lnTo>
                    <a:lnTo>
                      <a:pt x="214" y="1494"/>
                    </a:lnTo>
                    <a:lnTo>
                      <a:pt x="214" y="1490"/>
                    </a:lnTo>
                    <a:lnTo>
                      <a:pt x="215" y="1485"/>
                    </a:lnTo>
                    <a:lnTo>
                      <a:pt x="215" y="1485"/>
                    </a:lnTo>
                    <a:lnTo>
                      <a:pt x="215" y="1485"/>
                    </a:lnTo>
                    <a:lnTo>
                      <a:pt x="216" y="1485"/>
                    </a:lnTo>
                    <a:lnTo>
                      <a:pt x="216" y="1485"/>
                    </a:lnTo>
                    <a:lnTo>
                      <a:pt x="216" y="1485"/>
                    </a:lnTo>
                    <a:lnTo>
                      <a:pt x="217" y="1485"/>
                    </a:lnTo>
                    <a:lnTo>
                      <a:pt x="217" y="1485"/>
                    </a:lnTo>
                    <a:lnTo>
                      <a:pt x="217" y="1485"/>
                    </a:lnTo>
                    <a:lnTo>
                      <a:pt x="217" y="1485"/>
                    </a:lnTo>
                    <a:lnTo>
                      <a:pt x="218" y="1485"/>
                    </a:lnTo>
                    <a:lnTo>
                      <a:pt x="218" y="1485"/>
                    </a:lnTo>
                    <a:lnTo>
                      <a:pt x="218" y="1485"/>
                    </a:lnTo>
                    <a:lnTo>
                      <a:pt x="218" y="1485"/>
                    </a:lnTo>
                    <a:lnTo>
                      <a:pt x="219" y="1485"/>
                    </a:lnTo>
                    <a:lnTo>
                      <a:pt x="219" y="1485"/>
                    </a:lnTo>
                    <a:lnTo>
                      <a:pt x="220" y="1485"/>
                    </a:lnTo>
                    <a:lnTo>
                      <a:pt x="220" y="1485"/>
                    </a:lnTo>
                    <a:lnTo>
                      <a:pt x="220" y="1485"/>
                    </a:lnTo>
                    <a:lnTo>
                      <a:pt x="220" y="1485"/>
                    </a:lnTo>
                    <a:lnTo>
                      <a:pt x="221" y="1485"/>
                    </a:lnTo>
                    <a:lnTo>
                      <a:pt x="221" y="1485"/>
                    </a:lnTo>
                    <a:lnTo>
                      <a:pt x="221" y="1485"/>
                    </a:lnTo>
                    <a:lnTo>
                      <a:pt x="221" y="1485"/>
                    </a:lnTo>
                    <a:lnTo>
                      <a:pt x="222" y="1485"/>
                    </a:lnTo>
                    <a:lnTo>
                      <a:pt x="222" y="1485"/>
                    </a:lnTo>
                    <a:lnTo>
                      <a:pt x="222" y="1485"/>
                    </a:lnTo>
                    <a:lnTo>
                      <a:pt x="223" y="1485"/>
                    </a:lnTo>
                    <a:lnTo>
                      <a:pt x="223" y="1485"/>
                    </a:lnTo>
                    <a:lnTo>
                      <a:pt x="223" y="1485"/>
                    </a:lnTo>
                    <a:lnTo>
                      <a:pt x="223" y="1485"/>
                    </a:lnTo>
                    <a:lnTo>
                      <a:pt x="224" y="1485"/>
                    </a:lnTo>
                    <a:lnTo>
                      <a:pt x="224" y="1485"/>
                    </a:lnTo>
                    <a:lnTo>
                      <a:pt x="224" y="1485"/>
                    </a:lnTo>
                    <a:lnTo>
                      <a:pt x="224" y="1485"/>
                    </a:lnTo>
                    <a:lnTo>
                      <a:pt x="225" y="1485"/>
                    </a:lnTo>
                    <a:lnTo>
                      <a:pt x="225" y="1485"/>
                    </a:lnTo>
                    <a:lnTo>
                      <a:pt x="226" y="1485"/>
                    </a:lnTo>
                    <a:lnTo>
                      <a:pt x="226" y="1485"/>
                    </a:lnTo>
                    <a:lnTo>
                      <a:pt x="226" y="1485"/>
                    </a:lnTo>
                    <a:lnTo>
                      <a:pt x="226" y="1485"/>
                    </a:lnTo>
                    <a:lnTo>
                      <a:pt x="227" y="1485"/>
                    </a:lnTo>
                    <a:lnTo>
                      <a:pt x="227" y="1485"/>
                    </a:lnTo>
                    <a:lnTo>
                      <a:pt x="227" y="1485"/>
                    </a:lnTo>
                    <a:lnTo>
                      <a:pt x="227" y="1485"/>
                    </a:lnTo>
                    <a:lnTo>
                      <a:pt x="228" y="1485"/>
                    </a:lnTo>
                    <a:lnTo>
                      <a:pt x="228" y="1485"/>
                    </a:lnTo>
                    <a:lnTo>
                      <a:pt x="228" y="1485"/>
                    </a:lnTo>
                    <a:lnTo>
                      <a:pt x="229" y="1485"/>
                    </a:lnTo>
                    <a:lnTo>
                      <a:pt x="229" y="1485"/>
                    </a:lnTo>
                    <a:lnTo>
                      <a:pt x="229" y="1485"/>
                    </a:lnTo>
                    <a:lnTo>
                      <a:pt x="230" y="1485"/>
                    </a:lnTo>
                    <a:lnTo>
                      <a:pt x="230" y="1485"/>
                    </a:lnTo>
                    <a:lnTo>
                      <a:pt x="230" y="1485"/>
                    </a:lnTo>
                    <a:lnTo>
                      <a:pt x="230" y="1485"/>
                    </a:lnTo>
                    <a:lnTo>
                      <a:pt x="231" y="1485"/>
                    </a:lnTo>
                    <a:lnTo>
                      <a:pt x="231" y="1485"/>
                    </a:lnTo>
                    <a:lnTo>
                      <a:pt x="231" y="1485"/>
                    </a:lnTo>
                    <a:lnTo>
                      <a:pt x="232" y="1485"/>
                    </a:lnTo>
                    <a:lnTo>
                      <a:pt x="232" y="1485"/>
                    </a:lnTo>
                    <a:lnTo>
                      <a:pt x="232" y="1485"/>
                    </a:lnTo>
                    <a:lnTo>
                      <a:pt x="232" y="1485"/>
                    </a:lnTo>
                    <a:lnTo>
                      <a:pt x="233" y="1485"/>
                    </a:lnTo>
                    <a:lnTo>
                      <a:pt x="233" y="1485"/>
                    </a:lnTo>
                    <a:lnTo>
                      <a:pt x="233" y="1485"/>
                    </a:lnTo>
                    <a:lnTo>
                      <a:pt x="233" y="1485"/>
                    </a:lnTo>
                    <a:lnTo>
                      <a:pt x="234" y="1485"/>
                    </a:lnTo>
                    <a:lnTo>
                      <a:pt x="234" y="1485"/>
                    </a:lnTo>
                    <a:lnTo>
                      <a:pt x="235" y="1485"/>
                    </a:lnTo>
                    <a:lnTo>
                      <a:pt x="235" y="1485"/>
                    </a:lnTo>
                    <a:lnTo>
                      <a:pt x="235" y="1485"/>
                    </a:lnTo>
                    <a:lnTo>
                      <a:pt x="235" y="1485"/>
                    </a:lnTo>
                    <a:lnTo>
                      <a:pt x="236" y="1485"/>
                    </a:lnTo>
                    <a:lnTo>
                      <a:pt x="236" y="1485"/>
                    </a:lnTo>
                    <a:lnTo>
                      <a:pt x="236" y="1485"/>
                    </a:lnTo>
                    <a:lnTo>
                      <a:pt x="236" y="1485"/>
                    </a:lnTo>
                    <a:lnTo>
                      <a:pt x="237" y="1485"/>
                    </a:lnTo>
                    <a:lnTo>
                      <a:pt x="237" y="1485"/>
                    </a:lnTo>
                    <a:lnTo>
                      <a:pt x="237" y="1485"/>
                    </a:lnTo>
                    <a:lnTo>
                      <a:pt x="238" y="1485"/>
                    </a:lnTo>
                    <a:lnTo>
                      <a:pt x="238" y="1485"/>
                    </a:lnTo>
                    <a:lnTo>
                      <a:pt x="238" y="1485"/>
                    </a:lnTo>
                    <a:lnTo>
                      <a:pt x="238" y="1485"/>
                    </a:lnTo>
                    <a:lnTo>
                      <a:pt x="239" y="1485"/>
                    </a:lnTo>
                    <a:lnTo>
                      <a:pt x="239" y="1485"/>
                    </a:lnTo>
                    <a:lnTo>
                      <a:pt x="239" y="1485"/>
                    </a:lnTo>
                    <a:lnTo>
                      <a:pt x="240" y="1485"/>
                    </a:lnTo>
                    <a:lnTo>
                      <a:pt x="240" y="1485"/>
                    </a:lnTo>
                    <a:lnTo>
                      <a:pt x="240" y="1485"/>
                    </a:lnTo>
                    <a:lnTo>
                      <a:pt x="241" y="1485"/>
                    </a:lnTo>
                    <a:lnTo>
                      <a:pt x="241" y="1485"/>
                    </a:lnTo>
                    <a:lnTo>
                      <a:pt x="241" y="1485"/>
                    </a:lnTo>
                    <a:lnTo>
                      <a:pt x="241" y="1485"/>
                    </a:lnTo>
                    <a:lnTo>
                      <a:pt x="242" y="1485"/>
                    </a:lnTo>
                    <a:lnTo>
                      <a:pt x="242" y="1485"/>
                    </a:lnTo>
                    <a:lnTo>
                      <a:pt x="242" y="1485"/>
                    </a:lnTo>
                    <a:lnTo>
                      <a:pt x="242" y="1485"/>
                    </a:lnTo>
                    <a:lnTo>
                      <a:pt x="243" y="1485"/>
                    </a:lnTo>
                    <a:lnTo>
                      <a:pt x="243" y="1485"/>
                    </a:lnTo>
                    <a:lnTo>
                      <a:pt x="244" y="1485"/>
                    </a:lnTo>
                    <a:lnTo>
                      <a:pt x="244" y="1485"/>
                    </a:lnTo>
                    <a:lnTo>
                      <a:pt x="244" y="1485"/>
                    </a:lnTo>
                    <a:lnTo>
                      <a:pt x="244" y="1485"/>
                    </a:lnTo>
                    <a:lnTo>
                      <a:pt x="245" y="1485"/>
                    </a:lnTo>
                    <a:lnTo>
                      <a:pt x="245" y="1485"/>
                    </a:lnTo>
                    <a:lnTo>
                      <a:pt x="245" y="1485"/>
                    </a:lnTo>
                    <a:lnTo>
                      <a:pt x="245" y="1485"/>
                    </a:lnTo>
                    <a:lnTo>
                      <a:pt x="246" y="1485"/>
                    </a:lnTo>
                    <a:lnTo>
                      <a:pt x="246" y="1485"/>
                    </a:lnTo>
                    <a:lnTo>
                      <a:pt x="246" y="1485"/>
                    </a:lnTo>
                    <a:lnTo>
                      <a:pt x="247" y="1485"/>
                    </a:lnTo>
                    <a:lnTo>
                      <a:pt x="247" y="1485"/>
                    </a:lnTo>
                    <a:lnTo>
                      <a:pt x="247" y="1485"/>
                    </a:lnTo>
                    <a:lnTo>
                      <a:pt x="247" y="1485"/>
                    </a:lnTo>
                    <a:lnTo>
                      <a:pt x="248" y="1485"/>
                    </a:lnTo>
                    <a:lnTo>
                      <a:pt x="248" y="1485"/>
                    </a:lnTo>
                    <a:lnTo>
                      <a:pt x="248" y="1485"/>
                    </a:lnTo>
                    <a:lnTo>
                      <a:pt x="248" y="1485"/>
                    </a:lnTo>
                    <a:lnTo>
                      <a:pt x="249" y="1485"/>
                    </a:lnTo>
                    <a:lnTo>
                      <a:pt x="249" y="1485"/>
                    </a:lnTo>
                    <a:lnTo>
                      <a:pt x="250" y="1485"/>
                    </a:lnTo>
                    <a:lnTo>
                      <a:pt x="250" y="1485"/>
                    </a:lnTo>
                    <a:lnTo>
                      <a:pt x="250" y="1485"/>
                    </a:lnTo>
                    <a:lnTo>
                      <a:pt x="250" y="1485"/>
                    </a:lnTo>
                    <a:lnTo>
                      <a:pt x="251" y="1485"/>
                    </a:lnTo>
                    <a:lnTo>
                      <a:pt x="251" y="1485"/>
                    </a:lnTo>
                    <a:lnTo>
                      <a:pt x="251" y="1485"/>
                    </a:lnTo>
                    <a:lnTo>
                      <a:pt x="252" y="1485"/>
                    </a:lnTo>
                    <a:lnTo>
                      <a:pt x="252" y="1485"/>
                    </a:lnTo>
                    <a:lnTo>
                      <a:pt x="252" y="1485"/>
                    </a:lnTo>
                    <a:lnTo>
                      <a:pt x="252" y="1485"/>
                    </a:lnTo>
                    <a:lnTo>
                      <a:pt x="253" y="1485"/>
                    </a:lnTo>
                    <a:lnTo>
                      <a:pt x="253" y="1485"/>
                    </a:lnTo>
                    <a:lnTo>
                      <a:pt x="253" y="1485"/>
                    </a:lnTo>
                    <a:lnTo>
                      <a:pt x="254" y="1485"/>
                    </a:lnTo>
                    <a:lnTo>
                      <a:pt x="254" y="1485"/>
                    </a:lnTo>
                    <a:lnTo>
                      <a:pt x="254" y="1485"/>
                    </a:lnTo>
                    <a:lnTo>
                      <a:pt x="255" y="1485"/>
                    </a:lnTo>
                    <a:lnTo>
                      <a:pt x="255" y="1485"/>
                    </a:lnTo>
                    <a:lnTo>
                      <a:pt x="255" y="1485"/>
                    </a:lnTo>
                    <a:lnTo>
                      <a:pt x="255" y="1485"/>
                    </a:lnTo>
                    <a:lnTo>
                      <a:pt x="256" y="1485"/>
                    </a:lnTo>
                    <a:lnTo>
                      <a:pt x="256" y="1485"/>
                    </a:lnTo>
                    <a:lnTo>
                      <a:pt x="256" y="1485"/>
                    </a:lnTo>
                    <a:lnTo>
                      <a:pt x="256" y="1485"/>
                    </a:lnTo>
                    <a:lnTo>
                      <a:pt x="257" y="1485"/>
                    </a:lnTo>
                    <a:lnTo>
                      <a:pt x="257" y="1485"/>
                    </a:lnTo>
                    <a:lnTo>
                      <a:pt x="258" y="1485"/>
                    </a:lnTo>
                    <a:lnTo>
                      <a:pt x="258" y="1485"/>
                    </a:lnTo>
                    <a:lnTo>
                      <a:pt x="258" y="1485"/>
                    </a:lnTo>
                    <a:lnTo>
                      <a:pt x="258" y="1485"/>
                    </a:lnTo>
                    <a:lnTo>
                      <a:pt x="259" y="1485"/>
                    </a:lnTo>
                    <a:lnTo>
                      <a:pt x="259" y="1485"/>
                    </a:lnTo>
                    <a:lnTo>
                      <a:pt x="259" y="1485"/>
                    </a:lnTo>
                    <a:lnTo>
                      <a:pt x="259" y="1485"/>
                    </a:lnTo>
                    <a:lnTo>
                      <a:pt x="260" y="1485"/>
                    </a:lnTo>
                    <a:lnTo>
                      <a:pt x="260" y="1485"/>
                    </a:lnTo>
                    <a:lnTo>
                      <a:pt x="260" y="1485"/>
                    </a:lnTo>
                    <a:lnTo>
                      <a:pt x="261" y="1485"/>
                    </a:lnTo>
                    <a:lnTo>
                      <a:pt x="261" y="1485"/>
                    </a:lnTo>
                    <a:lnTo>
                      <a:pt x="261" y="1485"/>
                    </a:lnTo>
                    <a:lnTo>
                      <a:pt x="261" y="1485"/>
                    </a:lnTo>
                    <a:lnTo>
                      <a:pt x="262" y="1485"/>
                    </a:lnTo>
                    <a:lnTo>
                      <a:pt x="262" y="1485"/>
                    </a:lnTo>
                    <a:lnTo>
                      <a:pt x="262" y="1485"/>
                    </a:lnTo>
                    <a:lnTo>
                      <a:pt x="262" y="1485"/>
                    </a:lnTo>
                    <a:lnTo>
                      <a:pt x="263" y="1485"/>
                    </a:lnTo>
                    <a:lnTo>
                      <a:pt x="263" y="1485"/>
                    </a:lnTo>
                    <a:lnTo>
                      <a:pt x="264" y="1485"/>
                    </a:lnTo>
                    <a:lnTo>
                      <a:pt x="264" y="1485"/>
                    </a:lnTo>
                    <a:lnTo>
                      <a:pt x="264" y="1485"/>
                    </a:lnTo>
                    <a:lnTo>
                      <a:pt x="264" y="1485"/>
                    </a:lnTo>
                    <a:lnTo>
                      <a:pt x="265" y="1485"/>
                    </a:lnTo>
                    <a:lnTo>
                      <a:pt x="265" y="1485"/>
                    </a:lnTo>
                    <a:lnTo>
                      <a:pt x="265" y="1485"/>
                    </a:lnTo>
                    <a:lnTo>
                      <a:pt x="265" y="1485"/>
                    </a:lnTo>
                    <a:lnTo>
                      <a:pt x="266" y="1485"/>
                    </a:lnTo>
                    <a:lnTo>
                      <a:pt x="266" y="1485"/>
                    </a:lnTo>
                    <a:lnTo>
                      <a:pt x="267" y="1485"/>
                    </a:lnTo>
                    <a:lnTo>
                      <a:pt x="267" y="1485"/>
                    </a:lnTo>
                    <a:lnTo>
                      <a:pt x="267" y="1485"/>
                    </a:lnTo>
                    <a:lnTo>
                      <a:pt x="267" y="1485"/>
                    </a:lnTo>
                    <a:lnTo>
                      <a:pt x="268" y="1485"/>
                    </a:lnTo>
                    <a:lnTo>
                      <a:pt x="268" y="1485"/>
                    </a:lnTo>
                    <a:lnTo>
                      <a:pt x="268" y="1485"/>
                    </a:lnTo>
                    <a:lnTo>
                      <a:pt x="268" y="1485"/>
                    </a:lnTo>
                    <a:lnTo>
                      <a:pt x="269" y="1485"/>
                    </a:lnTo>
                    <a:lnTo>
                      <a:pt x="269" y="1485"/>
                    </a:lnTo>
                    <a:lnTo>
                      <a:pt x="269" y="1485"/>
                    </a:lnTo>
                    <a:lnTo>
                      <a:pt x="270" y="1485"/>
                    </a:lnTo>
                    <a:lnTo>
                      <a:pt x="270" y="1485"/>
                    </a:lnTo>
                    <a:lnTo>
                      <a:pt x="270" y="1485"/>
                    </a:lnTo>
                    <a:lnTo>
                      <a:pt x="270" y="1485"/>
                    </a:lnTo>
                    <a:lnTo>
                      <a:pt x="271" y="1485"/>
                    </a:lnTo>
                    <a:lnTo>
                      <a:pt x="271" y="1485"/>
                    </a:lnTo>
                    <a:lnTo>
                      <a:pt x="271" y="1485"/>
                    </a:lnTo>
                    <a:lnTo>
                      <a:pt x="271" y="1485"/>
                    </a:lnTo>
                    <a:lnTo>
                      <a:pt x="272" y="1485"/>
                    </a:lnTo>
                    <a:lnTo>
                      <a:pt x="272" y="1485"/>
                    </a:lnTo>
                    <a:lnTo>
                      <a:pt x="273" y="1485"/>
                    </a:lnTo>
                    <a:lnTo>
                      <a:pt x="273" y="1485"/>
                    </a:lnTo>
                    <a:lnTo>
                      <a:pt x="273" y="1485"/>
                    </a:lnTo>
                    <a:lnTo>
                      <a:pt x="273" y="1485"/>
                    </a:lnTo>
                    <a:lnTo>
                      <a:pt x="274" y="1485"/>
                    </a:lnTo>
                    <a:lnTo>
                      <a:pt x="274" y="1485"/>
                    </a:lnTo>
                    <a:lnTo>
                      <a:pt x="274" y="1485"/>
                    </a:lnTo>
                    <a:lnTo>
                      <a:pt x="274" y="1485"/>
                    </a:lnTo>
                    <a:lnTo>
                      <a:pt x="275" y="1485"/>
                    </a:lnTo>
                    <a:lnTo>
                      <a:pt x="275" y="1485"/>
                    </a:lnTo>
                    <a:lnTo>
                      <a:pt x="275" y="1485"/>
                    </a:lnTo>
                    <a:lnTo>
                      <a:pt x="276" y="1485"/>
                    </a:lnTo>
                    <a:lnTo>
                      <a:pt x="276" y="1485"/>
                    </a:lnTo>
                    <a:lnTo>
                      <a:pt x="276" y="1485"/>
                    </a:lnTo>
                    <a:lnTo>
                      <a:pt x="277" y="1485"/>
                    </a:lnTo>
                    <a:lnTo>
                      <a:pt x="277" y="1485"/>
                    </a:lnTo>
                    <a:lnTo>
                      <a:pt x="277" y="1485"/>
                    </a:lnTo>
                    <a:lnTo>
                      <a:pt x="277" y="1485"/>
                    </a:lnTo>
                    <a:lnTo>
                      <a:pt x="278" y="1485"/>
                    </a:lnTo>
                    <a:lnTo>
                      <a:pt x="278" y="1485"/>
                    </a:lnTo>
                    <a:lnTo>
                      <a:pt x="278" y="1485"/>
                    </a:lnTo>
                    <a:lnTo>
                      <a:pt x="279" y="1485"/>
                    </a:lnTo>
                    <a:lnTo>
                      <a:pt x="279" y="1485"/>
                    </a:lnTo>
                    <a:lnTo>
                      <a:pt x="279" y="1485"/>
                    </a:lnTo>
                    <a:lnTo>
                      <a:pt x="279" y="1485"/>
                    </a:lnTo>
                    <a:lnTo>
                      <a:pt x="280" y="1485"/>
                    </a:lnTo>
                    <a:lnTo>
                      <a:pt x="280" y="1485"/>
                    </a:lnTo>
                    <a:lnTo>
                      <a:pt x="280" y="1485"/>
                    </a:lnTo>
                    <a:lnTo>
                      <a:pt x="280" y="1485"/>
                    </a:lnTo>
                    <a:lnTo>
                      <a:pt x="281" y="1485"/>
                    </a:lnTo>
                    <a:lnTo>
                      <a:pt x="281" y="1485"/>
                    </a:lnTo>
                    <a:lnTo>
                      <a:pt x="282" y="1485"/>
                    </a:lnTo>
                    <a:lnTo>
                      <a:pt x="282" y="1485"/>
                    </a:lnTo>
                    <a:lnTo>
                      <a:pt x="282" y="1485"/>
                    </a:lnTo>
                    <a:lnTo>
                      <a:pt x="282" y="1485"/>
                    </a:lnTo>
                    <a:lnTo>
                      <a:pt x="283" y="1485"/>
                    </a:lnTo>
                    <a:lnTo>
                      <a:pt x="283" y="1485"/>
                    </a:lnTo>
                    <a:lnTo>
                      <a:pt x="283" y="1485"/>
                    </a:lnTo>
                    <a:lnTo>
                      <a:pt x="283" y="1485"/>
                    </a:lnTo>
                    <a:lnTo>
                      <a:pt x="284" y="1485"/>
                    </a:lnTo>
                    <a:lnTo>
                      <a:pt x="284" y="1485"/>
                    </a:lnTo>
                    <a:lnTo>
                      <a:pt x="284" y="1485"/>
                    </a:lnTo>
                    <a:lnTo>
                      <a:pt x="285" y="1485"/>
                    </a:lnTo>
                    <a:lnTo>
                      <a:pt x="285" y="1485"/>
                    </a:lnTo>
                    <a:lnTo>
                      <a:pt x="285" y="1485"/>
                    </a:lnTo>
                    <a:lnTo>
                      <a:pt x="285" y="1485"/>
                    </a:lnTo>
                    <a:lnTo>
                      <a:pt x="286" y="1485"/>
                    </a:lnTo>
                    <a:lnTo>
                      <a:pt x="286" y="1485"/>
                    </a:lnTo>
                    <a:lnTo>
                      <a:pt x="286" y="1485"/>
                    </a:lnTo>
                    <a:lnTo>
                      <a:pt x="287" y="1485"/>
                    </a:lnTo>
                    <a:lnTo>
                      <a:pt x="287" y="1485"/>
                    </a:lnTo>
                    <a:lnTo>
                      <a:pt x="287" y="1485"/>
                    </a:lnTo>
                    <a:lnTo>
                      <a:pt x="288" y="1485"/>
                    </a:lnTo>
                    <a:lnTo>
                      <a:pt x="288" y="1485"/>
                    </a:lnTo>
                    <a:lnTo>
                      <a:pt x="288" y="1485"/>
                    </a:lnTo>
                    <a:lnTo>
                      <a:pt x="288" y="1485"/>
                    </a:lnTo>
                    <a:lnTo>
                      <a:pt x="289" y="1485"/>
                    </a:lnTo>
                    <a:lnTo>
                      <a:pt x="289" y="1485"/>
                    </a:lnTo>
                    <a:lnTo>
                      <a:pt x="289" y="1485"/>
                    </a:lnTo>
                    <a:lnTo>
                      <a:pt x="289" y="1485"/>
                    </a:lnTo>
                    <a:lnTo>
                      <a:pt x="290" y="1485"/>
                    </a:lnTo>
                    <a:lnTo>
                      <a:pt x="290" y="1485"/>
                    </a:lnTo>
                    <a:lnTo>
                      <a:pt x="291" y="1485"/>
                    </a:lnTo>
                    <a:lnTo>
                      <a:pt x="291" y="1485"/>
                    </a:lnTo>
                    <a:lnTo>
                      <a:pt x="291" y="1485"/>
                    </a:lnTo>
                    <a:lnTo>
                      <a:pt x="291" y="1485"/>
                    </a:lnTo>
                    <a:lnTo>
                      <a:pt x="292" y="1485"/>
                    </a:lnTo>
                    <a:lnTo>
                      <a:pt x="292" y="1485"/>
                    </a:lnTo>
                    <a:lnTo>
                      <a:pt x="292" y="1485"/>
                    </a:lnTo>
                    <a:lnTo>
                      <a:pt x="292" y="1485"/>
                    </a:lnTo>
                    <a:lnTo>
                      <a:pt x="293" y="1485"/>
                    </a:lnTo>
                    <a:lnTo>
                      <a:pt x="293" y="1485"/>
                    </a:lnTo>
                    <a:lnTo>
                      <a:pt x="293" y="1485"/>
                    </a:lnTo>
                    <a:lnTo>
                      <a:pt x="294" y="1485"/>
                    </a:lnTo>
                    <a:lnTo>
                      <a:pt x="294" y="1485"/>
                    </a:lnTo>
                    <a:lnTo>
                      <a:pt x="294" y="1485"/>
                    </a:lnTo>
                    <a:lnTo>
                      <a:pt x="294" y="1485"/>
                    </a:lnTo>
                    <a:lnTo>
                      <a:pt x="295" y="1485"/>
                    </a:lnTo>
                    <a:lnTo>
                      <a:pt x="295" y="1485"/>
                    </a:lnTo>
                    <a:lnTo>
                      <a:pt x="295" y="1485"/>
                    </a:lnTo>
                    <a:lnTo>
                      <a:pt x="295" y="1485"/>
                    </a:lnTo>
                    <a:lnTo>
                      <a:pt x="296" y="1485"/>
                    </a:lnTo>
                    <a:lnTo>
                      <a:pt x="296" y="1485"/>
                    </a:lnTo>
                    <a:lnTo>
                      <a:pt x="297" y="1485"/>
                    </a:lnTo>
                    <a:lnTo>
                      <a:pt x="297" y="1485"/>
                    </a:lnTo>
                    <a:lnTo>
                      <a:pt x="297" y="1485"/>
                    </a:lnTo>
                    <a:lnTo>
                      <a:pt x="297" y="1485"/>
                    </a:lnTo>
                    <a:lnTo>
                      <a:pt x="298" y="1485"/>
                    </a:lnTo>
                    <a:lnTo>
                      <a:pt x="298" y="1485"/>
                    </a:lnTo>
                    <a:lnTo>
                      <a:pt x="298" y="1485"/>
                    </a:lnTo>
                    <a:lnTo>
                      <a:pt x="298" y="1485"/>
                    </a:lnTo>
                    <a:lnTo>
                      <a:pt x="299" y="1485"/>
                    </a:lnTo>
                    <a:lnTo>
                      <a:pt x="299" y="1485"/>
                    </a:lnTo>
                    <a:lnTo>
                      <a:pt x="299" y="1485"/>
                    </a:lnTo>
                    <a:lnTo>
                      <a:pt x="300" y="1485"/>
                    </a:lnTo>
                    <a:lnTo>
                      <a:pt x="300" y="1485"/>
                    </a:lnTo>
                    <a:lnTo>
                      <a:pt x="300" y="1485"/>
                    </a:lnTo>
                    <a:lnTo>
                      <a:pt x="301" y="1485"/>
                    </a:lnTo>
                    <a:lnTo>
                      <a:pt x="301" y="1485"/>
                    </a:lnTo>
                    <a:lnTo>
                      <a:pt x="301" y="1485"/>
                    </a:lnTo>
                    <a:lnTo>
                      <a:pt x="301" y="1485"/>
                    </a:lnTo>
                    <a:lnTo>
                      <a:pt x="302" y="1485"/>
                    </a:lnTo>
                    <a:lnTo>
                      <a:pt x="302" y="1485"/>
                    </a:lnTo>
                    <a:lnTo>
                      <a:pt x="302" y="1485"/>
                    </a:lnTo>
                    <a:lnTo>
                      <a:pt x="303" y="1485"/>
                    </a:lnTo>
                    <a:lnTo>
                      <a:pt x="303" y="1485"/>
                    </a:lnTo>
                    <a:lnTo>
                      <a:pt x="303" y="1485"/>
                    </a:lnTo>
                    <a:lnTo>
                      <a:pt x="303" y="1485"/>
                    </a:lnTo>
                    <a:lnTo>
                      <a:pt x="304" y="1485"/>
                    </a:lnTo>
                    <a:lnTo>
                      <a:pt x="304" y="1485"/>
                    </a:lnTo>
                    <a:lnTo>
                      <a:pt x="304" y="1485"/>
                    </a:lnTo>
                    <a:lnTo>
                      <a:pt x="304" y="1485"/>
                    </a:lnTo>
                    <a:lnTo>
                      <a:pt x="305" y="1485"/>
                    </a:lnTo>
                    <a:lnTo>
                      <a:pt x="305" y="1485"/>
                    </a:lnTo>
                    <a:lnTo>
                      <a:pt x="306" y="1485"/>
                    </a:lnTo>
                    <a:lnTo>
                      <a:pt x="306" y="1485"/>
                    </a:lnTo>
                    <a:lnTo>
                      <a:pt x="306" y="1485"/>
                    </a:lnTo>
                    <a:lnTo>
                      <a:pt x="306" y="1485"/>
                    </a:lnTo>
                    <a:lnTo>
                      <a:pt x="307" y="1485"/>
                    </a:lnTo>
                    <a:lnTo>
                      <a:pt x="307" y="1485"/>
                    </a:lnTo>
                    <a:lnTo>
                      <a:pt x="307" y="1485"/>
                    </a:lnTo>
                    <a:lnTo>
                      <a:pt x="307" y="1485"/>
                    </a:lnTo>
                    <a:lnTo>
                      <a:pt x="308" y="1485"/>
                    </a:lnTo>
                    <a:lnTo>
                      <a:pt x="308" y="1485"/>
                    </a:lnTo>
                    <a:lnTo>
                      <a:pt x="308" y="1485"/>
                    </a:lnTo>
                    <a:lnTo>
                      <a:pt x="309" y="1485"/>
                    </a:lnTo>
                    <a:lnTo>
                      <a:pt x="309" y="1485"/>
                    </a:lnTo>
                    <a:lnTo>
                      <a:pt x="309" y="1485"/>
                    </a:lnTo>
                    <a:lnTo>
                      <a:pt x="309" y="1485"/>
                    </a:lnTo>
                    <a:lnTo>
                      <a:pt x="310" y="1485"/>
                    </a:lnTo>
                    <a:lnTo>
                      <a:pt x="310" y="1485"/>
                    </a:lnTo>
                    <a:lnTo>
                      <a:pt x="310" y="1485"/>
                    </a:lnTo>
                    <a:lnTo>
                      <a:pt x="311" y="1485"/>
                    </a:lnTo>
                    <a:lnTo>
                      <a:pt x="311" y="1485"/>
                    </a:lnTo>
                    <a:lnTo>
                      <a:pt x="311" y="1485"/>
                    </a:lnTo>
                    <a:lnTo>
                      <a:pt x="312" y="1485"/>
                    </a:lnTo>
                    <a:lnTo>
                      <a:pt x="312" y="1485"/>
                    </a:lnTo>
                    <a:lnTo>
                      <a:pt x="312" y="1485"/>
                    </a:lnTo>
                    <a:lnTo>
                      <a:pt x="312" y="1485"/>
                    </a:lnTo>
                    <a:lnTo>
                      <a:pt x="313" y="1485"/>
                    </a:lnTo>
                    <a:lnTo>
                      <a:pt x="313" y="1485"/>
                    </a:lnTo>
                    <a:lnTo>
                      <a:pt x="313" y="1485"/>
                    </a:lnTo>
                    <a:lnTo>
                      <a:pt x="313" y="1485"/>
                    </a:lnTo>
                    <a:lnTo>
                      <a:pt x="314" y="1485"/>
                    </a:lnTo>
                    <a:lnTo>
                      <a:pt x="314" y="1485"/>
                    </a:lnTo>
                    <a:lnTo>
                      <a:pt x="315" y="1485"/>
                    </a:lnTo>
                    <a:lnTo>
                      <a:pt x="315" y="1485"/>
                    </a:lnTo>
                    <a:lnTo>
                      <a:pt x="315" y="1485"/>
                    </a:lnTo>
                    <a:lnTo>
                      <a:pt x="315" y="1485"/>
                    </a:lnTo>
                    <a:lnTo>
                      <a:pt x="316" y="1485"/>
                    </a:lnTo>
                    <a:lnTo>
                      <a:pt x="316" y="1485"/>
                    </a:lnTo>
                    <a:lnTo>
                      <a:pt x="316" y="1485"/>
                    </a:lnTo>
                    <a:lnTo>
                      <a:pt x="316" y="1485"/>
                    </a:lnTo>
                    <a:lnTo>
                      <a:pt x="317" y="1485"/>
                    </a:lnTo>
                    <a:lnTo>
                      <a:pt x="317" y="1485"/>
                    </a:lnTo>
                    <a:lnTo>
                      <a:pt x="317" y="1485"/>
                    </a:lnTo>
                    <a:lnTo>
                      <a:pt x="318" y="1485"/>
                    </a:lnTo>
                    <a:lnTo>
                      <a:pt x="318" y="1485"/>
                    </a:lnTo>
                    <a:lnTo>
                      <a:pt x="318" y="1485"/>
                    </a:lnTo>
                    <a:lnTo>
                      <a:pt x="318" y="1485"/>
                    </a:lnTo>
                    <a:lnTo>
                      <a:pt x="319" y="1485"/>
                    </a:lnTo>
                    <a:lnTo>
                      <a:pt x="319" y="1485"/>
                    </a:lnTo>
                    <a:lnTo>
                      <a:pt x="320" y="1485"/>
                    </a:lnTo>
                    <a:lnTo>
                      <a:pt x="320" y="1485"/>
                    </a:lnTo>
                    <a:lnTo>
                      <a:pt x="320" y="1485"/>
                    </a:lnTo>
                    <a:lnTo>
                      <a:pt x="320" y="1485"/>
                    </a:lnTo>
                    <a:lnTo>
                      <a:pt x="321" y="1485"/>
                    </a:lnTo>
                    <a:lnTo>
                      <a:pt x="321" y="1485"/>
                    </a:lnTo>
                    <a:lnTo>
                      <a:pt x="321" y="1485"/>
                    </a:lnTo>
                    <a:lnTo>
                      <a:pt x="321" y="1485"/>
                    </a:lnTo>
                    <a:lnTo>
                      <a:pt x="322" y="1485"/>
                    </a:lnTo>
                    <a:lnTo>
                      <a:pt x="322" y="1485"/>
                    </a:lnTo>
                    <a:lnTo>
                      <a:pt x="322" y="1485"/>
                    </a:lnTo>
                    <a:lnTo>
                      <a:pt x="323" y="1485"/>
                    </a:lnTo>
                    <a:lnTo>
                      <a:pt x="323" y="1485"/>
                    </a:lnTo>
                    <a:lnTo>
                      <a:pt x="323" y="1485"/>
                    </a:lnTo>
                    <a:lnTo>
                      <a:pt x="324" y="1485"/>
                    </a:lnTo>
                    <a:lnTo>
                      <a:pt x="324" y="1485"/>
                    </a:lnTo>
                    <a:lnTo>
                      <a:pt x="324" y="1485"/>
                    </a:lnTo>
                    <a:lnTo>
                      <a:pt x="324" y="1485"/>
                    </a:lnTo>
                    <a:lnTo>
                      <a:pt x="325" y="1485"/>
                    </a:lnTo>
                    <a:lnTo>
                      <a:pt x="325" y="1485"/>
                    </a:lnTo>
                    <a:lnTo>
                      <a:pt x="325" y="1485"/>
                    </a:lnTo>
                    <a:lnTo>
                      <a:pt x="326" y="1485"/>
                    </a:lnTo>
                    <a:lnTo>
                      <a:pt x="326" y="1485"/>
                    </a:lnTo>
                    <a:lnTo>
                      <a:pt x="326" y="1485"/>
                    </a:lnTo>
                    <a:lnTo>
                      <a:pt x="326" y="1485"/>
                    </a:lnTo>
                    <a:lnTo>
                      <a:pt x="327" y="1485"/>
                    </a:lnTo>
                    <a:lnTo>
                      <a:pt x="327" y="1485"/>
                    </a:lnTo>
                    <a:lnTo>
                      <a:pt x="327" y="1485"/>
                    </a:lnTo>
                    <a:lnTo>
                      <a:pt x="327" y="1485"/>
                    </a:lnTo>
                    <a:lnTo>
                      <a:pt x="328" y="1485"/>
                    </a:lnTo>
                    <a:lnTo>
                      <a:pt x="328" y="1485"/>
                    </a:lnTo>
                    <a:lnTo>
                      <a:pt x="329" y="1485"/>
                    </a:lnTo>
                    <a:lnTo>
                      <a:pt x="329" y="1485"/>
                    </a:lnTo>
                    <a:lnTo>
                      <a:pt x="329" y="1485"/>
                    </a:lnTo>
                    <a:lnTo>
                      <a:pt x="329" y="1485"/>
                    </a:lnTo>
                    <a:lnTo>
                      <a:pt x="330" y="1485"/>
                    </a:lnTo>
                    <a:lnTo>
                      <a:pt x="330" y="1485"/>
                    </a:lnTo>
                    <a:lnTo>
                      <a:pt x="330" y="1485"/>
                    </a:lnTo>
                    <a:lnTo>
                      <a:pt x="330" y="1485"/>
                    </a:lnTo>
                    <a:lnTo>
                      <a:pt x="331" y="1485"/>
                    </a:lnTo>
                    <a:lnTo>
                      <a:pt x="331" y="1485"/>
                    </a:lnTo>
                    <a:lnTo>
                      <a:pt x="331" y="1485"/>
                    </a:lnTo>
                    <a:lnTo>
                      <a:pt x="332" y="1485"/>
                    </a:lnTo>
                    <a:lnTo>
                      <a:pt x="332" y="1485"/>
                    </a:lnTo>
                    <a:lnTo>
                      <a:pt x="332" y="1485"/>
                    </a:lnTo>
                    <a:lnTo>
                      <a:pt x="332" y="1485"/>
                    </a:lnTo>
                    <a:lnTo>
                      <a:pt x="333" y="1485"/>
                    </a:lnTo>
                    <a:lnTo>
                      <a:pt x="333" y="1485"/>
                    </a:lnTo>
                    <a:lnTo>
                      <a:pt x="333" y="1485"/>
                    </a:lnTo>
                    <a:lnTo>
                      <a:pt x="334" y="1485"/>
                    </a:lnTo>
                    <a:lnTo>
                      <a:pt x="334" y="1485"/>
                    </a:lnTo>
                    <a:lnTo>
                      <a:pt x="334" y="1485"/>
                    </a:lnTo>
                    <a:lnTo>
                      <a:pt x="335" y="1485"/>
                    </a:lnTo>
                    <a:lnTo>
                      <a:pt x="335" y="1485"/>
                    </a:lnTo>
                    <a:lnTo>
                      <a:pt x="335" y="1485"/>
                    </a:lnTo>
                    <a:lnTo>
                      <a:pt x="335" y="1485"/>
                    </a:lnTo>
                    <a:lnTo>
                      <a:pt x="336" y="1485"/>
                    </a:lnTo>
                    <a:lnTo>
                      <a:pt x="336" y="1485"/>
                    </a:lnTo>
                    <a:lnTo>
                      <a:pt x="336" y="1485"/>
                    </a:lnTo>
                    <a:lnTo>
                      <a:pt x="336" y="1485"/>
                    </a:lnTo>
                    <a:lnTo>
                      <a:pt x="337" y="1485"/>
                    </a:lnTo>
                    <a:lnTo>
                      <a:pt x="337" y="1485"/>
                    </a:lnTo>
                    <a:lnTo>
                      <a:pt x="338" y="1485"/>
                    </a:lnTo>
                    <a:lnTo>
                      <a:pt x="338" y="1485"/>
                    </a:lnTo>
                    <a:lnTo>
                      <a:pt x="338" y="1485"/>
                    </a:lnTo>
                    <a:lnTo>
                      <a:pt x="338" y="1485"/>
                    </a:lnTo>
                    <a:lnTo>
                      <a:pt x="339" y="1485"/>
                    </a:lnTo>
                    <a:lnTo>
                      <a:pt x="339" y="1485"/>
                    </a:lnTo>
                    <a:lnTo>
                      <a:pt x="339" y="1485"/>
                    </a:lnTo>
                    <a:lnTo>
                      <a:pt x="339" y="1485"/>
                    </a:lnTo>
                    <a:lnTo>
                      <a:pt x="340" y="1485"/>
                    </a:lnTo>
                    <a:lnTo>
                      <a:pt x="340" y="1485"/>
                    </a:lnTo>
                    <a:lnTo>
                      <a:pt x="340" y="1485"/>
                    </a:lnTo>
                    <a:lnTo>
                      <a:pt x="341" y="1485"/>
                    </a:lnTo>
                    <a:lnTo>
                      <a:pt x="341" y="1485"/>
                    </a:lnTo>
                    <a:lnTo>
                      <a:pt x="341" y="1485"/>
                    </a:lnTo>
                    <a:lnTo>
                      <a:pt x="341" y="1485"/>
                    </a:lnTo>
                    <a:lnTo>
                      <a:pt x="342" y="1485"/>
                    </a:lnTo>
                    <a:lnTo>
                      <a:pt x="342" y="1485"/>
                    </a:lnTo>
                    <a:lnTo>
                      <a:pt x="342" y="1485"/>
                    </a:lnTo>
                    <a:lnTo>
                      <a:pt x="342" y="1485"/>
                    </a:lnTo>
                    <a:lnTo>
                      <a:pt x="343" y="1485"/>
                    </a:lnTo>
                    <a:lnTo>
                      <a:pt x="343" y="1485"/>
                    </a:lnTo>
                    <a:lnTo>
                      <a:pt x="344" y="1485"/>
                    </a:lnTo>
                    <a:lnTo>
                      <a:pt x="344" y="1485"/>
                    </a:lnTo>
                    <a:lnTo>
                      <a:pt x="344" y="1485"/>
                    </a:lnTo>
                    <a:lnTo>
                      <a:pt x="344" y="1485"/>
                    </a:lnTo>
                    <a:lnTo>
                      <a:pt x="345" y="1485"/>
                    </a:lnTo>
                    <a:lnTo>
                      <a:pt x="345" y="1485"/>
                    </a:lnTo>
                    <a:lnTo>
                      <a:pt x="345" y="1485"/>
                    </a:lnTo>
                    <a:lnTo>
                      <a:pt x="345" y="1485"/>
                    </a:lnTo>
                    <a:lnTo>
                      <a:pt x="346" y="1485"/>
                    </a:lnTo>
                    <a:lnTo>
                      <a:pt x="346" y="1485"/>
                    </a:lnTo>
                    <a:lnTo>
                      <a:pt x="346" y="1485"/>
                    </a:lnTo>
                    <a:lnTo>
                      <a:pt x="347" y="1485"/>
                    </a:lnTo>
                    <a:lnTo>
                      <a:pt x="347" y="1485"/>
                    </a:lnTo>
                    <a:lnTo>
                      <a:pt x="347" y="1485"/>
                    </a:lnTo>
                    <a:lnTo>
                      <a:pt x="348" y="1485"/>
                    </a:lnTo>
                    <a:lnTo>
                      <a:pt x="348" y="1485"/>
                    </a:lnTo>
                    <a:lnTo>
                      <a:pt x="348" y="1485"/>
                    </a:lnTo>
                    <a:lnTo>
                      <a:pt x="348" y="1485"/>
                    </a:lnTo>
                    <a:lnTo>
                      <a:pt x="349" y="1485"/>
                    </a:lnTo>
                    <a:lnTo>
                      <a:pt x="349" y="1485"/>
                    </a:lnTo>
                    <a:lnTo>
                      <a:pt x="349" y="1485"/>
                    </a:lnTo>
                    <a:lnTo>
                      <a:pt x="350" y="1485"/>
                    </a:lnTo>
                    <a:lnTo>
                      <a:pt x="350" y="1485"/>
                    </a:lnTo>
                    <a:lnTo>
                      <a:pt x="350" y="1485"/>
                    </a:lnTo>
                    <a:lnTo>
                      <a:pt x="350" y="1485"/>
                    </a:lnTo>
                    <a:lnTo>
                      <a:pt x="351" y="1485"/>
                    </a:lnTo>
                    <a:lnTo>
                      <a:pt x="351" y="1485"/>
                    </a:lnTo>
                    <a:lnTo>
                      <a:pt x="351" y="1485"/>
                    </a:lnTo>
                    <a:lnTo>
                      <a:pt x="351" y="1485"/>
                    </a:lnTo>
                    <a:lnTo>
                      <a:pt x="352" y="1485"/>
                    </a:lnTo>
                    <a:lnTo>
                      <a:pt x="352" y="1485"/>
                    </a:lnTo>
                    <a:lnTo>
                      <a:pt x="353" y="1485"/>
                    </a:lnTo>
                    <a:lnTo>
                      <a:pt x="353" y="1485"/>
                    </a:lnTo>
                    <a:lnTo>
                      <a:pt x="353" y="1485"/>
                    </a:lnTo>
                    <a:lnTo>
                      <a:pt x="353" y="1485"/>
                    </a:lnTo>
                    <a:lnTo>
                      <a:pt x="354" y="1485"/>
                    </a:lnTo>
                    <a:lnTo>
                      <a:pt x="354" y="1485"/>
                    </a:lnTo>
                    <a:lnTo>
                      <a:pt x="354" y="1485"/>
                    </a:lnTo>
                    <a:lnTo>
                      <a:pt x="354" y="1485"/>
                    </a:lnTo>
                    <a:lnTo>
                      <a:pt x="355" y="1485"/>
                    </a:lnTo>
                    <a:lnTo>
                      <a:pt x="355" y="1485"/>
                    </a:lnTo>
                    <a:lnTo>
                      <a:pt x="355" y="1485"/>
                    </a:lnTo>
                    <a:lnTo>
                      <a:pt x="356" y="1485"/>
                    </a:lnTo>
                    <a:lnTo>
                      <a:pt x="356" y="1485"/>
                    </a:lnTo>
                    <a:lnTo>
                      <a:pt x="356" y="1485"/>
                    </a:lnTo>
                    <a:lnTo>
                      <a:pt x="356" y="1485"/>
                    </a:lnTo>
                    <a:lnTo>
                      <a:pt x="357" y="1485"/>
                    </a:lnTo>
                    <a:lnTo>
                      <a:pt x="357" y="1485"/>
                    </a:lnTo>
                    <a:lnTo>
                      <a:pt x="357" y="1485"/>
                    </a:lnTo>
                    <a:lnTo>
                      <a:pt x="358" y="1485"/>
                    </a:lnTo>
                    <a:lnTo>
                      <a:pt x="358" y="1485"/>
                    </a:lnTo>
                    <a:lnTo>
                      <a:pt x="358" y="1485"/>
                    </a:lnTo>
                    <a:lnTo>
                      <a:pt x="359" y="1485"/>
                    </a:lnTo>
                    <a:lnTo>
                      <a:pt x="359" y="1485"/>
                    </a:lnTo>
                    <a:lnTo>
                      <a:pt x="359" y="1485"/>
                    </a:lnTo>
                    <a:lnTo>
                      <a:pt x="359" y="1485"/>
                    </a:lnTo>
                    <a:lnTo>
                      <a:pt x="360" y="1485"/>
                    </a:lnTo>
                    <a:lnTo>
                      <a:pt x="360" y="1485"/>
                    </a:lnTo>
                    <a:lnTo>
                      <a:pt x="360" y="1485"/>
                    </a:lnTo>
                    <a:lnTo>
                      <a:pt x="360" y="1485"/>
                    </a:lnTo>
                    <a:lnTo>
                      <a:pt x="361" y="1485"/>
                    </a:lnTo>
                    <a:lnTo>
                      <a:pt x="361" y="1485"/>
                    </a:lnTo>
                    <a:lnTo>
                      <a:pt x="362" y="1486"/>
                    </a:lnTo>
                    <a:lnTo>
                      <a:pt x="362" y="1487"/>
                    </a:lnTo>
                    <a:lnTo>
                      <a:pt x="362" y="1488"/>
                    </a:lnTo>
                    <a:lnTo>
                      <a:pt x="362" y="1489"/>
                    </a:lnTo>
                    <a:lnTo>
                      <a:pt x="363" y="1493"/>
                    </a:lnTo>
                    <a:lnTo>
                      <a:pt x="363" y="1497"/>
                    </a:lnTo>
                    <a:lnTo>
                      <a:pt x="363" y="1502"/>
                    </a:lnTo>
                    <a:lnTo>
                      <a:pt x="363" y="1506"/>
                    </a:lnTo>
                    <a:lnTo>
                      <a:pt x="364" y="1506"/>
                    </a:lnTo>
                    <a:lnTo>
                      <a:pt x="364" y="1506"/>
                    </a:lnTo>
                    <a:lnTo>
                      <a:pt x="364" y="1506"/>
                    </a:lnTo>
                    <a:lnTo>
                      <a:pt x="365" y="1506"/>
                    </a:lnTo>
                    <a:lnTo>
                      <a:pt x="365" y="1506"/>
                    </a:lnTo>
                    <a:lnTo>
                      <a:pt x="365" y="1506"/>
                    </a:lnTo>
                    <a:lnTo>
                      <a:pt x="365" y="1506"/>
                    </a:lnTo>
                    <a:lnTo>
                      <a:pt x="366" y="1506"/>
                    </a:lnTo>
                    <a:lnTo>
                      <a:pt x="366" y="1506"/>
                    </a:lnTo>
                    <a:lnTo>
                      <a:pt x="366" y="1506"/>
                    </a:lnTo>
                    <a:lnTo>
                      <a:pt x="366" y="1506"/>
                    </a:lnTo>
                    <a:lnTo>
                      <a:pt x="367" y="1506"/>
                    </a:lnTo>
                    <a:lnTo>
                      <a:pt x="367" y="1506"/>
                    </a:lnTo>
                    <a:lnTo>
                      <a:pt x="368" y="1506"/>
                    </a:lnTo>
                    <a:lnTo>
                      <a:pt x="368" y="1506"/>
                    </a:lnTo>
                    <a:lnTo>
                      <a:pt x="368" y="1506"/>
                    </a:lnTo>
                    <a:lnTo>
                      <a:pt x="368" y="1506"/>
                    </a:lnTo>
                    <a:lnTo>
                      <a:pt x="369" y="1506"/>
                    </a:lnTo>
                    <a:lnTo>
                      <a:pt x="369" y="1506"/>
                    </a:lnTo>
                    <a:lnTo>
                      <a:pt x="369" y="1506"/>
                    </a:lnTo>
                    <a:lnTo>
                      <a:pt x="369" y="1506"/>
                    </a:lnTo>
                    <a:lnTo>
                      <a:pt x="370" y="1506"/>
                    </a:lnTo>
                    <a:lnTo>
                      <a:pt x="370" y="1506"/>
                    </a:lnTo>
                    <a:lnTo>
                      <a:pt x="371" y="1506"/>
                    </a:lnTo>
                    <a:lnTo>
                      <a:pt x="371" y="1506"/>
                    </a:lnTo>
                    <a:lnTo>
                      <a:pt x="371" y="1506"/>
                    </a:lnTo>
                    <a:lnTo>
                      <a:pt x="371" y="1506"/>
                    </a:lnTo>
                    <a:lnTo>
                      <a:pt x="372" y="1506"/>
                    </a:lnTo>
                    <a:lnTo>
                      <a:pt x="372" y="1506"/>
                    </a:lnTo>
                    <a:lnTo>
                      <a:pt x="372" y="1506"/>
                    </a:lnTo>
                    <a:lnTo>
                      <a:pt x="372" y="1506"/>
                    </a:lnTo>
                    <a:lnTo>
                      <a:pt x="373" y="1506"/>
                    </a:lnTo>
                    <a:lnTo>
                      <a:pt x="373" y="1506"/>
                    </a:lnTo>
                    <a:lnTo>
                      <a:pt x="373" y="1506"/>
                    </a:lnTo>
                    <a:lnTo>
                      <a:pt x="374" y="1506"/>
                    </a:lnTo>
                    <a:lnTo>
                      <a:pt x="374" y="1506"/>
                    </a:lnTo>
                    <a:lnTo>
                      <a:pt x="374" y="1506"/>
                    </a:lnTo>
                    <a:lnTo>
                      <a:pt x="374" y="1506"/>
                    </a:lnTo>
                    <a:lnTo>
                      <a:pt x="375" y="1506"/>
                    </a:lnTo>
                    <a:lnTo>
                      <a:pt x="375" y="1506"/>
                    </a:lnTo>
                    <a:lnTo>
                      <a:pt x="375" y="1506"/>
                    </a:lnTo>
                    <a:lnTo>
                      <a:pt x="375" y="1506"/>
                    </a:lnTo>
                    <a:lnTo>
                      <a:pt x="376" y="1506"/>
                    </a:lnTo>
                    <a:lnTo>
                      <a:pt x="376" y="1506"/>
                    </a:lnTo>
                    <a:lnTo>
                      <a:pt x="377" y="1506"/>
                    </a:lnTo>
                    <a:lnTo>
                      <a:pt x="377" y="1506"/>
                    </a:lnTo>
                    <a:lnTo>
                      <a:pt x="377" y="1506"/>
                    </a:lnTo>
                    <a:lnTo>
                      <a:pt x="377" y="1506"/>
                    </a:lnTo>
                    <a:lnTo>
                      <a:pt x="378" y="1506"/>
                    </a:lnTo>
                    <a:lnTo>
                      <a:pt x="378" y="1506"/>
                    </a:lnTo>
                    <a:lnTo>
                      <a:pt x="378" y="1506"/>
                    </a:lnTo>
                    <a:lnTo>
                      <a:pt x="378" y="1506"/>
                    </a:lnTo>
                    <a:lnTo>
                      <a:pt x="379" y="1506"/>
                    </a:lnTo>
                    <a:lnTo>
                      <a:pt x="379" y="1506"/>
                    </a:lnTo>
                    <a:lnTo>
                      <a:pt x="379" y="1506"/>
                    </a:lnTo>
                    <a:lnTo>
                      <a:pt x="380" y="1506"/>
                    </a:lnTo>
                    <a:lnTo>
                      <a:pt x="380" y="1506"/>
                    </a:lnTo>
                    <a:lnTo>
                      <a:pt x="380" y="1506"/>
                    </a:lnTo>
                    <a:lnTo>
                      <a:pt x="381" y="1506"/>
                    </a:lnTo>
                    <a:lnTo>
                      <a:pt x="381" y="1506"/>
                    </a:lnTo>
                    <a:lnTo>
                      <a:pt x="381" y="1506"/>
                    </a:lnTo>
                    <a:lnTo>
                      <a:pt x="381" y="1506"/>
                    </a:lnTo>
                    <a:lnTo>
                      <a:pt x="382" y="1506"/>
                    </a:lnTo>
                    <a:lnTo>
                      <a:pt x="382" y="1506"/>
                    </a:lnTo>
                    <a:lnTo>
                      <a:pt x="382" y="1506"/>
                    </a:lnTo>
                    <a:lnTo>
                      <a:pt x="383" y="1506"/>
                    </a:lnTo>
                    <a:lnTo>
                      <a:pt x="383" y="1506"/>
                    </a:lnTo>
                    <a:lnTo>
                      <a:pt x="383" y="1506"/>
                    </a:lnTo>
                    <a:lnTo>
                      <a:pt x="383" y="1506"/>
                    </a:lnTo>
                    <a:lnTo>
                      <a:pt x="384" y="1506"/>
                    </a:lnTo>
                    <a:lnTo>
                      <a:pt x="384" y="1506"/>
                    </a:lnTo>
                    <a:lnTo>
                      <a:pt x="384" y="1506"/>
                    </a:lnTo>
                    <a:lnTo>
                      <a:pt x="384" y="1506"/>
                    </a:lnTo>
                    <a:lnTo>
                      <a:pt x="385" y="1506"/>
                    </a:lnTo>
                    <a:lnTo>
                      <a:pt x="385" y="1506"/>
                    </a:lnTo>
                    <a:lnTo>
                      <a:pt x="386" y="1506"/>
                    </a:lnTo>
                    <a:lnTo>
                      <a:pt x="386" y="1506"/>
                    </a:lnTo>
                    <a:lnTo>
                      <a:pt x="386" y="1506"/>
                    </a:lnTo>
                    <a:lnTo>
                      <a:pt x="386" y="1506"/>
                    </a:lnTo>
                    <a:lnTo>
                      <a:pt x="387" y="1506"/>
                    </a:lnTo>
                    <a:lnTo>
                      <a:pt x="387" y="1506"/>
                    </a:lnTo>
                    <a:lnTo>
                      <a:pt x="387" y="1506"/>
                    </a:lnTo>
                    <a:lnTo>
                      <a:pt x="388" y="1506"/>
                    </a:lnTo>
                    <a:lnTo>
                      <a:pt x="388" y="1506"/>
                    </a:lnTo>
                    <a:lnTo>
                      <a:pt x="388" y="1506"/>
                    </a:lnTo>
                    <a:lnTo>
                      <a:pt x="388" y="1506"/>
                    </a:lnTo>
                    <a:lnTo>
                      <a:pt x="389" y="1506"/>
                    </a:lnTo>
                    <a:lnTo>
                      <a:pt x="389" y="1506"/>
                    </a:lnTo>
                    <a:lnTo>
                      <a:pt x="389" y="1506"/>
                    </a:lnTo>
                    <a:lnTo>
                      <a:pt x="389" y="1506"/>
                    </a:lnTo>
                    <a:lnTo>
                      <a:pt x="390" y="1506"/>
                    </a:lnTo>
                    <a:lnTo>
                      <a:pt x="390" y="1506"/>
                    </a:lnTo>
                    <a:lnTo>
                      <a:pt x="391" y="1506"/>
                    </a:lnTo>
                    <a:lnTo>
                      <a:pt x="391" y="1506"/>
                    </a:lnTo>
                    <a:lnTo>
                      <a:pt x="391" y="1506"/>
                    </a:lnTo>
                    <a:lnTo>
                      <a:pt x="391" y="1506"/>
                    </a:lnTo>
                    <a:lnTo>
                      <a:pt x="392" y="1506"/>
                    </a:lnTo>
                    <a:lnTo>
                      <a:pt x="392" y="1506"/>
                    </a:lnTo>
                    <a:lnTo>
                      <a:pt x="392" y="1506"/>
                    </a:lnTo>
                    <a:lnTo>
                      <a:pt x="392" y="1506"/>
                    </a:lnTo>
                    <a:lnTo>
                      <a:pt x="393" y="1506"/>
                    </a:lnTo>
                    <a:lnTo>
                      <a:pt x="393" y="1506"/>
                    </a:lnTo>
                    <a:lnTo>
                      <a:pt x="393" y="1506"/>
                    </a:lnTo>
                    <a:lnTo>
                      <a:pt x="394" y="1506"/>
                    </a:lnTo>
                    <a:lnTo>
                      <a:pt x="394" y="1506"/>
                    </a:lnTo>
                    <a:lnTo>
                      <a:pt x="394" y="1506"/>
                    </a:lnTo>
                    <a:lnTo>
                      <a:pt x="395" y="1506"/>
                    </a:lnTo>
                    <a:lnTo>
                      <a:pt x="395" y="1506"/>
                    </a:lnTo>
                    <a:lnTo>
                      <a:pt x="395" y="1506"/>
                    </a:lnTo>
                    <a:lnTo>
                      <a:pt x="395" y="1506"/>
                    </a:lnTo>
                    <a:lnTo>
                      <a:pt x="396" y="1506"/>
                    </a:lnTo>
                    <a:lnTo>
                      <a:pt x="396" y="1506"/>
                    </a:lnTo>
                    <a:lnTo>
                      <a:pt x="396" y="1506"/>
                    </a:lnTo>
                    <a:lnTo>
                      <a:pt x="397" y="1506"/>
                    </a:lnTo>
                    <a:lnTo>
                      <a:pt x="397" y="1506"/>
                    </a:lnTo>
                    <a:lnTo>
                      <a:pt x="397" y="1506"/>
                    </a:lnTo>
                    <a:lnTo>
                      <a:pt x="397" y="1506"/>
                    </a:lnTo>
                    <a:lnTo>
                      <a:pt x="398" y="1506"/>
                    </a:lnTo>
                    <a:lnTo>
                      <a:pt x="398" y="1506"/>
                    </a:lnTo>
                    <a:lnTo>
                      <a:pt x="398" y="1506"/>
                    </a:lnTo>
                    <a:lnTo>
                      <a:pt x="398" y="1506"/>
                    </a:lnTo>
                    <a:lnTo>
                      <a:pt x="399" y="1506"/>
                    </a:lnTo>
                    <a:lnTo>
                      <a:pt x="399" y="1506"/>
                    </a:lnTo>
                    <a:lnTo>
                      <a:pt x="400" y="1506"/>
                    </a:lnTo>
                    <a:lnTo>
                      <a:pt x="400" y="1506"/>
                    </a:lnTo>
                    <a:lnTo>
                      <a:pt x="400" y="1506"/>
                    </a:lnTo>
                    <a:lnTo>
                      <a:pt x="400" y="1506"/>
                    </a:lnTo>
                    <a:lnTo>
                      <a:pt x="401" y="1506"/>
                    </a:lnTo>
                    <a:lnTo>
                      <a:pt x="401" y="1506"/>
                    </a:lnTo>
                    <a:lnTo>
                      <a:pt x="401" y="1506"/>
                    </a:lnTo>
                    <a:lnTo>
                      <a:pt x="401" y="1506"/>
                    </a:lnTo>
                    <a:lnTo>
                      <a:pt x="402" y="1506"/>
                    </a:lnTo>
                    <a:lnTo>
                      <a:pt x="402" y="1506"/>
                    </a:lnTo>
                    <a:lnTo>
                      <a:pt x="402" y="1506"/>
                    </a:lnTo>
                    <a:lnTo>
                      <a:pt x="403" y="1506"/>
                    </a:lnTo>
                    <a:lnTo>
                      <a:pt x="403" y="1506"/>
                    </a:lnTo>
                    <a:lnTo>
                      <a:pt x="403" y="1506"/>
                    </a:lnTo>
                    <a:lnTo>
                      <a:pt x="403" y="1506"/>
                    </a:lnTo>
                    <a:lnTo>
                      <a:pt x="404" y="1506"/>
                    </a:lnTo>
                    <a:lnTo>
                      <a:pt x="404" y="1506"/>
                    </a:lnTo>
                    <a:lnTo>
                      <a:pt x="404" y="1506"/>
                    </a:lnTo>
                    <a:lnTo>
                      <a:pt x="405" y="1506"/>
                    </a:lnTo>
                    <a:lnTo>
                      <a:pt x="405" y="1506"/>
                    </a:lnTo>
                    <a:lnTo>
                      <a:pt x="405" y="1506"/>
                    </a:lnTo>
                    <a:lnTo>
                      <a:pt x="406" y="1506"/>
                    </a:lnTo>
                    <a:lnTo>
                      <a:pt x="406" y="1506"/>
                    </a:lnTo>
                    <a:lnTo>
                      <a:pt x="406" y="1506"/>
                    </a:lnTo>
                    <a:lnTo>
                      <a:pt x="406" y="1506"/>
                    </a:lnTo>
                    <a:lnTo>
                      <a:pt x="407" y="1506"/>
                    </a:lnTo>
                    <a:lnTo>
                      <a:pt x="407" y="1506"/>
                    </a:lnTo>
                    <a:lnTo>
                      <a:pt x="407" y="1506"/>
                    </a:lnTo>
                    <a:lnTo>
                      <a:pt x="407" y="1506"/>
                    </a:lnTo>
                    <a:lnTo>
                      <a:pt x="408" y="1506"/>
                    </a:lnTo>
                    <a:lnTo>
                      <a:pt x="408" y="1506"/>
                    </a:lnTo>
                    <a:lnTo>
                      <a:pt x="409" y="1506"/>
                    </a:lnTo>
                    <a:lnTo>
                      <a:pt x="409" y="1506"/>
                    </a:lnTo>
                    <a:lnTo>
                      <a:pt x="409" y="1506"/>
                    </a:lnTo>
                    <a:lnTo>
                      <a:pt x="409" y="1506"/>
                    </a:lnTo>
                    <a:lnTo>
                      <a:pt x="410" y="1506"/>
                    </a:lnTo>
                    <a:lnTo>
                      <a:pt x="410" y="1506"/>
                    </a:lnTo>
                    <a:lnTo>
                      <a:pt x="410" y="1506"/>
                    </a:lnTo>
                    <a:lnTo>
                      <a:pt x="410" y="1506"/>
                    </a:lnTo>
                    <a:lnTo>
                      <a:pt x="411" y="1506"/>
                    </a:lnTo>
                    <a:lnTo>
                      <a:pt x="411" y="1506"/>
                    </a:lnTo>
                    <a:lnTo>
                      <a:pt x="411" y="1506"/>
                    </a:lnTo>
                    <a:lnTo>
                      <a:pt x="412" y="1506"/>
                    </a:lnTo>
                    <a:lnTo>
                      <a:pt x="412" y="1506"/>
                    </a:lnTo>
                    <a:lnTo>
                      <a:pt x="412" y="1506"/>
                    </a:lnTo>
                    <a:lnTo>
                      <a:pt x="412" y="1506"/>
                    </a:lnTo>
                    <a:lnTo>
                      <a:pt x="413" y="1506"/>
                    </a:lnTo>
                    <a:lnTo>
                      <a:pt x="413" y="1506"/>
                    </a:lnTo>
                    <a:lnTo>
                      <a:pt x="413" y="1506"/>
                    </a:lnTo>
                    <a:lnTo>
                      <a:pt x="413" y="1506"/>
                    </a:lnTo>
                    <a:lnTo>
                      <a:pt x="414" y="1506"/>
                    </a:lnTo>
                    <a:lnTo>
                      <a:pt x="414" y="1506"/>
                    </a:lnTo>
                    <a:lnTo>
                      <a:pt x="415" y="1506"/>
                    </a:lnTo>
                    <a:lnTo>
                      <a:pt x="415" y="1506"/>
                    </a:lnTo>
                    <a:lnTo>
                      <a:pt x="415" y="1506"/>
                    </a:lnTo>
                    <a:lnTo>
                      <a:pt x="415" y="1506"/>
                    </a:lnTo>
                    <a:lnTo>
                      <a:pt x="416" y="1506"/>
                    </a:lnTo>
                    <a:lnTo>
                      <a:pt x="416" y="1506"/>
                    </a:lnTo>
                    <a:lnTo>
                      <a:pt x="416" y="1506"/>
                    </a:lnTo>
                    <a:lnTo>
                      <a:pt x="416" y="1506"/>
                    </a:lnTo>
                    <a:lnTo>
                      <a:pt x="417" y="1506"/>
                    </a:lnTo>
                    <a:lnTo>
                      <a:pt x="417" y="1506"/>
                    </a:lnTo>
                    <a:lnTo>
                      <a:pt x="418" y="1506"/>
                    </a:lnTo>
                    <a:lnTo>
                      <a:pt x="418" y="1506"/>
                    </a:lnTo>
                    <a:lnTo>
                      <a:pt x="418" y="1506"/>
                    </a:lnTo>
                    <a:lnTo>
                      <a:pt x="418" y="1506"/>
                    </a:lnTo>
                    <a:lnTo>
                      <a:pt x="419" y="1506"/>
                    </a:lnTo>
                    <a:lnTo>
                      <a:pt x="419" y="1506"/>
                    </a:lnTo>
                    <a:lnTo>
                      <a:pt x="419" y="1506"/>
                    </a:lnTo>
                    <a:lnTo>
                      <a:pt x="419" y="1506"/>
                    </a:lnTo>
                    <a:lnTo>
                      <a:pt x="420" y="1506"/>
                    </a:lnTo>
                    <a:lnTo>
                      <a:pt x="420" y="1506"/>
                    </a:lnTo>
                    <a:lnTo>
                      <a:pt x="420" y="1506"/>
                    </a:lnTo>
                    <a:lnTo>
                      <a:pt x="421" y="1506"/>
                    </a:lnTo>
                    <a:lnTo>
                      <a:pt x="421" y="1506"/>
                    </a:lnTo>
                    <a:lnTo>
                      <a:pt x="421" y="1506"/>
                    </a:lnTo>
                    <a:lnTo>
                      <a:pt x="421" y="1506"/>
                    </a:lnTo>
                    <a:lnTo>
                      <a:pt x="422" y="1506"/>
                    </a:lnTo>
                    <a:lnTo>
                      <a:pt x="422" y="1506"/>
                    </a:lnTo>
                    <a:lnTo>
                      <a:pt x="422" y="1506"/>
                    </a:lnTo>
                    <a:lnTo>
                      <a:pt x="422" y="1506"/>
                    </a:lnTo>
                    <a:lnTo>
                      <a:pt x="423" y="1506"/>
                    </a:lnTo>
                    <a:lnTo>
                      <a:pt x="423" y="1506"/>
                    </a:lnTo>
                    <a:lnTo>
                      <a:pt x="424" y="1506"/>
                    </a:lnTo>
                    <a:lnTo>
                      <a:pt x="424" y="1506"/>
                    </a:lnTo>
                    <a:lnTo>
                      <a:pt x="424" y="1506"/>
                    </a:lnTo>
                    <a:lnTo>
                      <a:pt x="424" y="1506"/>
                    </a:lnTo>
                    <a:lnTo>
                      <a:pt x="425" y="1506"/>
                    </a:lnTo>
                    <a:lnTo>
                      <a:pt x="425" y="1506"/>
                    </a:lnTo>
                    <a:lnTo>
                      <a:pt x="425" y="1506"/>
                    </a:lnTo>
                    <a:lnTo>
                      <a:pt x="425" y="1506"/>
                    </a:lnTo>
                    <a:lnTo>
                      <a:pt x="426" y="1506"/>
                    </a:lnTo>
                    <a:lnTo>
                      <a:pt x="426" y="1506"/>
                    </a:lnTo>
                    <a:lnTo>
                      <a:pt x="426" y="1506"/>
                    </a:lnTo>
                    <a:lnTo>
                      <a:pt x="427" y="1506"/>
                    </a:lnTo>
                    <a:lnTo>
                      <a:pt x="427" y="1506"/>
                    </a:lnTo>
                    <a:lnTo>
                      <a:pt x="427" y="1506"/>
                    </a:lnTo>
                    <a:lnTo>
                      <a:pt x="428" y="1506"/>
                    </a:lnTo>
                    <a:lnTo>
                      <a:pt x="428" y="1506"/>
                    </a:lnTo>
                    <a:lnTo>
                      <a:pt x="428" y="1506"/>
                    </a:lnTo>
                    <a:lnTo>
                      <a:pt x="428" y="1506"/>
                    </a:lnTo>
                    <a:lnTo>
                      <a:pt x="429" y="1506"/>
                    </a:lnTo>
                    <a:lnTo>
                      <a:pt x="429" y="1506"/>
                    </a:lnTo>
                    <a:lnTo>
                      <a:pt x="429" y="1506"/>
                    </a:lnTo>
                    <a:lnTo>
                      <a:pt x="430" y="1506"/>
                    </a:lnTo>
                    <a:lnTo>
                      <a:pt x="430" y="1506"/>
                    </a:lnTo>
                    <a:lnTo>
                      <a:pt x="430" y="1506"/>
                    </a:lnTo>
                    <a:lnTo>
                      <a:pt x="430" y="1506"/>
                    </a:lnTo>
                    <a:lnTo>
                      <a:pt x="431" y="1506"/>
                    </a:lnTo>
                    <a:lnTo>
                      <a:pt x="431" y="1506"/>
                    </a:lnTo>
                    <a:lnTo>
                      <a:pt x="431" y="1506"/>
                    </a:lnTo>
                    <a:lnTo>
                      <a:pt x="431" y="1506"/>
                    </a:lnTo>
                    <a:lnTo>
                      <a:pt x="432" y="1506"/>
                    </a:lnTo>
                    <a:lnTo>
                      <a:pt x="432" y="1506"/>
                    </a:lnTo>
                    <a:lnTo>
                      <a:pt x="433" y="1506"/>
                    </a:lnTo>
                    <a:lnTo>
                      <a:pt x="433" y="1506"/>
                    </a:lnTo>
                    <a:lnTo>
                      <a:pt x="433" y="1506"/>
                    </a:lnTo>
                    <a:lnTo>
                      <a:pt x="433" y="1506"/>
                    </a:lnTo>
                    <a:lnTo>
                      <a:pt x="434" y="1506"/>
                    </a:lnTo>
                    <a:lnTo>
                      <a:pt x="434" y="1506"/>
                    </a:lnTo>
                    <a:lnTo>
                      <a:pt x="434" y="1506"/>
                    </a:lnTo>
                    <a:lnTo>
                      <a:pt x="434" y="1506"/>
                    </a:lnTo>
                    <a:lnTo>
                      <a:pt x="435" y="1506"/>
                    </a:lnTo>
                    <a:lnTo>
                      <a:pt x="435" y="1506"/>
                    </a:lnTo>
                    <a:lnTo>
                      <a:pt x="435" y="1506"/>
                    </a:lnTo>
                    <a:lnTo>
                      <a:pt x="436" y="1506"/>
                    </a:lnTo>
                    <a:lnTo>
                      <a:pt x="436" y="1506"/>
                    </a:lnTo>
                    <a:lnTo>
                      <a:pt x="436" y="1506"/>
                    </a:lnTo>
                    <a:lnTo>
                      <a:pt x="436" y="1506"/>
                    </a:lnTo>
                    <a:lnTo>
                      <a:pt x="437" y="1506"/>
                    </a:lnTo>
                    <a:lnTo>
                      <a:pt x="437" y="1506"/>
                    </a:lnTo>
                    <a:lnTo>
                      <a:pt x="437" y="1506"/>
                    </a:lnTo>
                    <a:lnTo>
                      <a:pt x="438" y="1506"/>
                    </a:lnTo>
                    <a:lnTo>
                      <a:pt x="438" y="1506"/>
                    </a:lnTo>
                    <a:lnTo>
                      <a:pt x="438" y="1506"/>
                    </a:lnTo>
                    <a:lnTo>
                      <a:pt x="439" y="1506"/>
                    </a:lnTo>
                    <a:lnTo>
                      <a:pt x="439" y="1506"/>
                    </a:lnTo>
                    <a:lnTo>
                      <a:pt x="439" y="1506"/>
                    </a:lnTo>
                    <a:lnTo>
                      <a:pt x="439" y="1506"/>
                    </a:lnTo>
                    <a:lnTo>
                      <a:pt x="440" y="1506"/>
                    </a:lnTo>
                    <a:lnTo>
                      <a:pt x="440" y="1506"/>
                    </a:lnTo>
                    <a:lnTo>
                      <a:pt x="440" y="1506"/>
                    </a:lnTo>
                    <a:lnTo>
                      <a:pt x="440" y="1506"/>
                    </a:lnTo>
                    <a:lnTo>
                      <a:pt x="441" y="1506"/>
                    </a:lnTo>
                    <a:lnTo>
                      <a:pt x="441" y="1506"/>
                    </a:lnTo>
                    <a:lnTo>
                      <a:pt x="442" y="1506"/>
                    </a:lnTo>
                    <a:lnTo>
                      <a:pt x="442" y="1506"/>
                    </a:lnTo>
                    <a:lnTo>
                      <a:pt x="442" y="1506"/>
                    </a:lnTo>
                    <a:lnTo>
                      <a:pt x="442" y="1506"/>
                    </a:lnTo>
                    <a:lnTo>
                      <a:pt x="443" y="1506"/>
                    </a:lnTo>
                    <a:lnTo>
                      <a:pt x="443" y="1506"/>
                    </a:lnTo>
                    <a:lnTo>
                      <a:pt x="443" y="1506"/>
                    </a:lnTo>
                    <a:lnTo>
                      <a:pt x="443" y="1506"/>
                    </a:lnTo>
                    <a:lnTo>
                      <a:pt x="444" y="1506"/>
                    </a:lnTo>
                    <a:lnTo>
                      <a:pt x="444" y="1506"/>
                    </a:lnTo>
                    <a:lnTo>
                      <a:pt x="444" y="1506"/>
                    </a:lnTo>
                    <a:lnTo>
                      <a:pt x="445" y="1506"/>
                    </a:lnTo>
                    <a:lnTo>
                      <a:pt x="445" y="1506"/>
                    </a:lnTo>
                    <a:lnTo>
                      <a:pt x="445" y="1506"/>
                    </a:lnTo>
                    <a:lnTo>
                      <a:pt x="445" y="1506"/>
                    </a:lnTo>
                    <a:lnTo>
                      <a:pt x="446" y="1506"/>
                    </a:lnTo>
                    <a:lnTo>
                      <a:pt x="446" y="1506"/>
                    </a:lnTo>
                    <a:lnTo>
                      <a:pt x="446" y="1506"/>
                    </a:lnTo>
                    <a:lnTo>
                      <a:pt x="446" y="1506"/>
                    </a:lnTo>
                    <a:lnTo>
                      <a:pt x="447" y="1506"/>
                    </a:lnTo>
                    <a:lnTo>
                      <a:pt x="447" y="1506"/>
                    </a:lnTo>
                    <a:lnTo>
                      <a:pt x="448" y="1506"/>
                    </a:lnTo>
                    <a:lnTo>
                      <a:pt x="448" y="1506"/>
                    </a:lnTo>
                    <a:lnTo>
                      <a:pt x="448" y="1506"/>
                    </a:lnTo>
                    <a:lnTo>
                      <a:pt x="448" y="1506"/>
                    </a:lnTo>
                    <a:lnTo>
                      <a:pt x="449" y="1506"/>
                    </a:lnTo>
                    <a:lnTo>
                      <a:pt x="449" y="1506"/>
                    </a:lnTo>
                    <a:lnTo>
                      <a:pt x="449" y="1506"/>
                    </a:lnTo>
                    <a:lnTo>
                      <a:pt x="449" y="1506"/>
                    </a:lnTo>
                    <a:lnTo>
                      <a:pt x="450" y="1506"/>
                    </a:lnTo>
                    <a:lnTo>
                      <a:pt x="450" y="1506"/>
                    </a:lnTo>
                    <a:lnTo>
                      <a:pt x="450" y="1506"/>
                    </a:lnTo>
                    <a:lnTo>
                      <a:pt x="451" y="1506"/>
                    </a:lnTo>
                    <a:lnTo>
                      <a:pt x="451" y="1506"/>
                    </a:lnTo>
                    <a:lnTo>
                      <a:pt x="451" y="1506"/>
                    </a:lnTo>
                    <a:lnTo>
                      <a:pt x="452" y="1506"/>
                    </a:lnTo>
                    <a:lnTo>
                      <a:pt x="452" y="1506"/>
                    </a:lnTo>
                    <a:lnTo>
                      <a:pt x="452" y="1506"/>
                    </a:lnTo>
                    <a:lnTo>
                      <a:pt x="452" y="1506"/>
                    </a:lnTo>
                    <a:lnTo>
                      <a:pt x="453" y="1506"/>
                    </a:lnTo>
                    <a:lnTo>
                      <a:pt x="453" y="1506"/>
                    </a:lnTo>
                    <a:lnTo>
                      <a:pt x="453" y="1506"/>
                    </a:lnTo>
                    <a:lnTo>
                      <a:pt x="454" y="1506"/>
                    </a:lnTo>
                    <a:lnTo>
                      <a:pt x="454" y="1506"/>
                    </a:lnTo>
                    <a:lnTo>
                      <a:pt x="454" y="1506"/>
                    </a:lnTo>
                    <a:lnTo>
                      <a:pt x="454" y="1506"/>
                    </a:lnTo>
                    <a:lnTo>
                      <a:pt x="455" y="1506"/>
                    </a:lnTo>
                    <a:lnTo>
                      <a:pt x="455" y="1501"/>
                    </a:lnTo>
                    <a:lnTo>
                      <a:pt x="455" y="1496"/>
                    </a:lnTo>
                    <a:lnTo>
                      <a:pt x="455" y="1491"/>
                    </a:lnTo>
                    <a:lnTo>
                      <a:pt x="456" y="1485"/>
                    </a:lnTo>
                    <a:lnTo>
                      <a:pt x="456" y="1481"/>
                    </a:lnTo>
                    <a:lnTo>
                      <a:pt x="457" y="1477"/>
                    </a:lnTo>
                    <a:lnTo>
                      <a:pt x="457" y="1473"/>
                    </a:lnTo>
                    <a:lnTo>
                      <a:pt x="457" y="1469"/>
                    </a:lnTo>
                    <a:lnTo>
                      <a:pt x="457" y="1468"/>
                    </a:lnTo>
                    <a:lnTo>
                      <a:pt x="458" y="1466"/>
                    </a:lnTo>
                    <a:lnTo>
                      <a:pt x="458" y="1464"/>
                    </a:lnTo>
                    <a:lnTo>
                      <a:pt x="458" y="1462"/>
                    </a:lnTo>
                    <a:lnTo>
                      <a:pt x="459" y="1462"/>
                    </a:lnTo>
                    <a:lnTo>
                      <a:pt x="459" y="1462"/>
                    </a:lnTo>
                    <a:lnTo>
                      <a:pt x="459" y="1462"/>
                    </a:lnTo>
                    <a:lnTo>
                      <a:pt x="459" y="1462"/>
                    </a:lnTo>
                    <a:lnTo>
                      <a:pt x="460" y="1462"/>
                    </a:lnTo>
                    <a:lnTo>
                      <a:pt x="460" y="1462"/>
                    </a:lnTo>
                    <a:lnTo>
                      <a:pt x="460" y="1462"/>
                    </a:lnTo>
                    <a:lnTo>
                      <a:pt x="460" y="1462"/>
                    </a:lnTo>
                    <a:lnTo>
                      <a:pt x="461" y="1462"/>
                    </a:lnTo>
                    <a:lnTo>
                      <a:pt x="461" y="1462"/>
                    </a:lnTo>
                    <a:lnTo>
                      <a:pt x="462" y="1462"/>
                    </a:lnTo>
                    <a:lnTo>
                      <a:pt x="462" y="1462"/>
                    </a:lnTo>
                    <a:lnTo>
                      <a:pt x="462" y="1462"/>
                    </a:lnTo>
                    <a:lnTo>
                      <a:pt x="462" y="1462"/>
                    </a:lnTo>
                    <a:lnTo>
                      <a:pt x="463" y="1462"/>
                    </a:lnTo>
                    <a:lnTo>
                      <a:pt x="463" y="1462"/>
                    </a:lnTo>
                    <a:lnTo>
                      <a:pt x="463" y="1461"/>
                    </a:lnTo>
                    <a:lnTo>
                      <a:pt x="463" y="1460"/>
                    </a:lnTo>
                    <a:lnTo>
                      <a:pt x="464" y="1458"/>
                    </a:lnTo>
                    <a:lnTo>
                      <a:pt x="464" y="1457"/>
                    </a:lnTo>
                    <a:lnTo>
                      <a:pt x="465" y="1457"/>
                    </a:lnTo>
                    <a:lnTo>
                      <a:pt x="465" y="1457"/>
                    </a:lnTo>
                    <a:lnTo>
                      <a:pt x="465" y="1457"/>
                    </a:lnTo>
                    <a:lnTo>
                      <a:pt x="465" y="1457"/>
                    </a:lnTo>
                    <a:lnTo>
                      <a:pt x="466" y="1457"/>
                    </a:lnTo>
                    <a:lnTo>
                      <a:pt x="466" y="1457"/>
                    </a:lnTo>
                    <a:lnTo>
                      <a:pt x="466" y="1457"/>
                    </a:lnTo>
                    <a:lnTo>
                      <a:pt x="466" y="1457"/>
                    </a:lnTo>
                    <a:lnTo>
                      <a:pt x="467" y="1457"/>
                    </a:lnTo>
                    <a:lnTo>
                      <a:pt x="467" y="1457"/>
                    </a:lnTo>
                    <a:lnTo>
                      <a:pt x="467" y="1457"/>
                    </a:lnTo>
                    <a:lnTo>
                      <a:pt x="468" y="1457"/>
                    </a:lnTo>
                    <a:lnTo>
                      <a:pt x="468" y="1457"/>
                    </a:lnTo>
                    <a:lnTo>
                      <a:pt x="468" y="1457"/>
                    </a:lnTo>
                    <a:lnTo>
                      <a:pt x="468" y="1457"/>
                    </a:lnTo>
                    <a:lnTo>
                      <a:pt x="469" y="1457"/>
                    </a:lnTo>
                    <a:lnTo>
                      <a:pt x="469" y="1457"/>
                    </a:lnTo>
                    <a:lnTo>
                      <a:pt x="469" y="1457"/>
                    </a:lnTo>
                    <a:lnTo>
                      <a:pt x="469" y="1457"/>
                    </a:lnTo>
                    <a:lnTo>
                      <a:pt x="470" y="1457"/>
                    </a:lnTo>
                    <a:lnTo>
                      <a:pt x="470" y="1457"/>
                    </a:lnTo>
                    <a:lnTo>
                      <a:pt x="471" y="1457"/>
                    </a:lnTo>
                    <a:lnTo>
                      <a:pt x="471" y="1457"/>
                    </a:lnTo>
                    <a:lnTo>
                      <a:pt x="471" y="1457"/>
                    </a:lnTo>
                    <a:lnTo>
                      <a:pt x="471" y="1457"/>
                    </a:lnTo>
                    <a:lnTo>
                      <a:pt x="472" y="1457"/>
                    </a:lnTo>
                    <a:lnTo>
                      <a:pt x="472" y="1457"/>
                    </a:lnTo>
                    <a:lnTo>
                      <a:pt x="472" y="1457"/>
                    </a:lnTo>
                    <a:lnTo>
                      <a:pt x="472" y="1457"/>
                    </a:lnTo>
                    <a:lnTo>
                      <a:pt x="473" y="1457"/>
                    </a:lnTo>
                    <a:lnTo>
                      <a:pt x="473" y="1457"/>
                    </a:lnTo>
                    <a:lnTo>
                      <a:pt x="473" y="1457"/>
                    </a:lnTo>
                    <a:lnTo>
                      <a:pt x="474" y="1457"/>
                    </a:lnTo>
                    <a:lnTo>
                      <a:pt x="474" y="1457"/>
                    </a:lnTo>
                    <a:lnTo>
                      <a:pt x="474" y="1457"/>
                    </a:lnTo>
                    <a:lnTo>
                      <a:pt x="475" y="1457"/>
                    </a:lnTo>
                    <a:lnTo>
                      <a:pt x="475" y="1457"/>
                    </a:lnTo>
                    <a:lnTo>
                      <a:pt x="475" y="1457"/>
                    </a:lnTo>
                    <a:lnTo>
                      <a:pt x="475" y="1457"/>
                    </a:lnTo>
                    <a:lnTo>
                      <a:pt x="476" y="1457"/>
                    </a:lnTo>
                    <a:lnTo>
                      <a:pt x="476" y="1457"/>
                    </a:lnTo>
                    <a:lnTo>
                      <a:pt x="476" y="1457"/>
                    </a:lnTo>
                    <a:lnTo>
                      <a:pt x="477" y="1457"/>
                    </a:lnTo>
                    <a:lnTo>
                      <a:pt x="477" y="1457"/>
                    </a:lnTo>
                    <a:lnTo>
                      <a:pt x="477" y="1457"/>
                    </a:lnTo>
                    <a:lnTo>
                      <a:pt x="477" y="1457"/>
                    </a:lnTo>
                    <a:lnTo>
                      <a:pt x="478" y="1457"/>
                    </a:lnTo>
                    <a:lnTo>
                      <a:pt x="478" y="1457"/>
                    </a:lnTo>
                    <a:lnTo>
                      <a:pt x="478" y="1456"/>
                    </a:lnTo>
                    <a:lnTo>
                      <a:pt x="478" y="1455"/>
                    </a:lnTo>
                    <a:lnTo>
                      <a:pt x="479" y="1453"/>
                    </a:lnTo>
                    <a:lnTo>
                      <a:pt x="479" y="1452"/>
                    </a:lnTo>
                    <a:lnTo>
                      <a:pt x="480" y="1448"/>
                    </a:lnTo>
                    <a:lnTo>
                      <a:pt x="480" y="1445"/>
                    </a:lnTo>
                    <a:lnTo>
                      <a:pt x="480" y="1441"/>
                    </a:lnTo>
                    <a:lnTo>
                      <a:pt x="480" y="1438"/>
                    </a:lnTo>
                    <a:lnTo>
                      <a:pt x="481" y="1438"/>
                    </a:lnTo>
                    <a:lnTo>
                      <a:pt x="481" y="1438"/>
                    </a:lnTo>
                    <a:lnTo>
                      <a:pt x="481" y="1438"/>
                    </a:lnTo>
                    <a:lnTo>
                      <a:pt x="481" y="1438"/>
                    </a:lnTo>
                    <a:lnTo>
                      <a:pt x="482" y="1435"/>
                    </a:lnTo>
                    <a:lnTo>
                      <a:pt x="482" y="1432"/>
                    </a:lnTo>
                    <a:lnTo>
                      <a:pt x="482" y="1429"/>
                    </a:lnTo>
                    <a:lnTo>
                      <a:pt x="483" y="1425"/>
                    </a:lnTo>
                    <a:lnTo>
                      <a:pt x="483" y="1425"/>
                    </a:lnTo>
                    <a:lnTo>
                      <a:pt x="483" y="1425"/>
                    </a:lnTo>
                    <a:lnTo>
                      <a:pt x="483" y="1425"/>
                    </a:lnTo>
                    <a:lnTo>
                      <a:pt x="484" y="1425"/>
                    </a:lnTo>
                    <a:lnTo>
                      <a:pt x="484" y="1425"/>
                    </a:lnTo>
                    <a:lnTo>
                      <a:pt x="484" y="1425"/>
                    </a:lnTo>
                    <a:lnTo>
                      <a:pt x="485" y="1425"/>
                    </a:lnTo>
                    <a:lnTo>
                      <a:pt x="485" y="1425"/>
                    </a:lnTo>
                    <a:lnTo>
                      <a:pt x="485" y="1425"/>
                    </a:lnTo>
                    <a:lnTo>
                      <a:pt x="486" y="1425"/>
                    </a:lnTo>
                    <a:lnTo>
                      <a:pt x="486" y="1425"/>
                    </a:lnTo>
                    <a:lnTo>
                      <a:pt x="486" y="1425"/>
                    </a:lnTo>
                    <a:lnTo>
                      <a:pt x="486" y="1419"/>
                    </a:lnTo>
                    <a:lnTo>
                      <a:pt x="487" y="1413"/>
                    </a:lnTo>
                    <a:lnTo>
                      <a:pt x="487" y="1407"/>
                    </a:lnTo>
                    <a:lnTo>
                      <a:pt x="487" y="1401"/>
                    </a:lnTo>
                    <a:lnTo>
                      <a:pt x="487" y="1399"/>
                    </a:lnTo>
                    <a:lnTo>
                      <a:pt x="488" y="1396"/>
                    </a:lnTo>
                    <a:lnTo>
                      <a:pt x="488" y="1394"/>
                    </a:lnTo>
                    <a:lnTo>
                      <a:pt x="489" y="1392"/>
                    </a:lnTo>
                    <a:lnTo>
                      <a:pt x="489" y="1387"/>
                    </a:lnTo>
                    <a:lnTo>
                      <a:pt x="489" y="1382"/>
                    </a:lnTo>
                    <a:lnTo>
                      <a:pt x="489" y="1378"/>
                    </a:lnTo>
                    <a:lnTo>
                      <a:pt x="490" y="1373"/>
                    </a:lnTo>
                    <a:lnTo>
                      <a:pt x="490" y="1370"/>
                    </a:lnTo>
                    <a:lnTo>
                      <a:pt x="490" y="1367"/>
                    </a:lnTo>
                    <a:lnTo>
                      <a:pt x="490" y="1365"/>
                    </a:lnTo>
                    <a:lnTo>
                      <a:pt x="491" y="1362"/>
                    </a:lnTo>
                    <a:lnTo>
                      <a:pt x="491" y="1362"/>
                    </a:lnTo>
                    <a:lnTo>
                      <a:pt x="491" y="1362"/>
                    </a:lnTo>
                    <a:lnTo>
                      <a:pt x="492" y="1362"/>
                    </a:lnTo>
                    <a:lnTo>
                      <a:pt x="492" y="1362"/>
                    </a:lnTo>
                    <a:lnTo>
                      <a:pt x="492" y="1362"/>
                    </a:lnTo>
                    <a:lnTo>
                      <a:pt x="492" y="1362"/>
                    </a:lnTo>
                    <a:lnTo>
                      <a:pt x="493" y="1362"/>
                    </a:lnTo>
                    <a:lnTo>
                      <a:pt x="493" y="1362"/>
                    </a:lnTo>
                    <a:lnTo>
                      <a:pt x="493" y="1362"/>
                    </a:lnTo>
                    <a:lnTo>
                      <a:pt x="493" y="1362"/>
                    </a:lnTo>
                    <a:lnTo>
                      <a:pt x="494" y="1362"/>
                    </a:lnTo>
                    <a:lnTo>
                      <a:pt x="494" y="1362"/>
                    </a:lnTo>
                    <a:lnTo>
                      <a:pt x="495" y="1362"/>
                    </a:lnTo>
                    <a:lnTo>
                      <a:pt x="495" y="1362"/>
                    </a:lnTo>
                    <a:lnTo>
                      <a:pt x="495" y="1362"/>
                    </a:lnTo>
                    <a:lnTo>
                      <a:pt x="495" y="1362"/>
                    </a:lnTo>
                    <a:lnTo>
                      <a:pt x="496" y="1362"/>
                    </a:lnTo>
                    <a:lnTo>
                      <a:pt x="496" y="1362"/>
                    </a:lnTo>
                    <a:lnTo>
                      <a:pt x="496" y="1362"/>
                    </a:lnTo>
                    <a:lnTo>
                      <a:pt x="496" y="1362"/>
                    </a:lnTo>
                    <a:lnTo>
                      <a:pt x="497" y="1362"/>
                    </a:lnTo>
                    <a:lnTo>
                      <a:pt x="497" y="1362"/>
                    </a:lnTo>
                    <a:lnTo>
                      <a:pt x="497" y="1362"/>
                    </a:lnTo>
                    <a:lnTo>
                      <a:pt x="498" y="1362"/>
                    </a:lnTo>
                    <a:lnTo>
                      <a:pt x="498" y="1362"/>
                    </a:lnTo>
                    <a:lnTo>
                      <a:pt x="498" y="1361"/>
                    </a:lnTo>
                    <a:lnTo>
                      <a:pt x="499" y="1361"/>
                    </a:lnTo>
                    <a:lnTo>
                      <a:pt x="499" y="1360"/>
                    </a:lnTo>
                    <a:lnTo>
                      <a:pt x="499" y="1359"/>
                    </a:lnTo>
                    <a:lnTo>
                      <a:pt x="499" y="1357"/>
                    </a:lnTo>
                    <a:lnTo>
                      <a:pt x="500" y="1355"/>
                    </a:lnTo>
                    <a:lnTo>
                      <a:pt x="500" y="1353"/>
                    </a:lnTo>
                    <a:lnTo>
                      <a:pt x="500" y="1352"/>
                    </a:lnTo>
                    <a:lnTo>
                      <a:pt x="501" y="1351"/>
                    </a:lnTo>
                    <a:lnTo>
                      <a:pt x="501" y="1349"/>
                    </a:lnTo>
                    <a:lnTo>
                      <a:pt x="501" y="1348"/>
                    </a:lnTo>
                    <a:lnTo>
                      <a:pt x="501" y="1348"/>
                    </a:lnTo>
                    <a:lnTo>
                      <a:pt x="502" y="1348"/>
                    </a:lnTo>
                    <a:lnTo>
                      <a:pt x="502" y="1348"/>
                    </a:lnTo>
                    <a:lnTo>
                      <a:pt x="502" y="1348"/>
                    </a:lnTo>
                    <a:lnTo>
                      <a:pt x="502" y="1348"/>
                    </a:lnTo>
                    <a:lnTo>
                      <a:pt x="503" y="1348"/>
                    </a:lnTo>
                    <a:lnTo>
                      <a:pt x="503" y="1348"/>
                    </a:lnTo>
                    <a:lnTo>
                      <a:pt x="504" y="1348"/>
                    </a:lnTo>
                    <a:lnTo>
                      <a:pt x="504" y="1348"/>
                    </a:lnTo>
                    <a:lnTo>
                      <a:pt x="504" y="1348"/>
                    </a:lnTo>
                    <a:lnTo>
                      <a:pt x="504" y="1348"/>
                    </a:lnTo>
                    <a:lnTo>
                      <a:pt x="505" y="1348"/>
                    </a:lnTo>
                    <a:lnTo>
                      <a:pt x="505" y="1348"/>
                    </a:lnTo>
                    <a:lnTo>
                      <a:pt x="505" y="1348"/>
                    </a:lnTo>
                    <a:lnTo>
                      <a:pt x="505" y="1348"/>
                    </a:lnTo>
                    <a:lnTo>
                      <a:pt x="506" y="1348"/>
                    </a:lnTo>
                    <a:lnTo>
                      <a:pt x="506" y="1348"/>
                    </a:lnTo>
                    <a:lnTo>
                      <a:pt x="506" y="1348"/>
                    </a:lnTo>
                    <a:lnTo>
                      <a:pt x="507" y="1348"/>
                    </a:lnTo>
                    <a:lnTo>
                      <a:pt x="507" y="1348"/>
                    </a:lnTo>
                    <a:lnTo>
                      <a:pt x="507" y="1348"/>
                    </a:lnTo>
                    <a:lnTo>
                      <a:pt x="507" y="1348"/>
                    </a:lnTo>
                    <a:lnTo>
                      <a:pt x="508" y="1348"/>
                    </a:lnTo>
                    <a:lnTo>
                      <a:pt x="508" y="1348"/>
                    </a:lnTo>
                    <a:lnTo>
                      <a:pt x="508" y="1347"/>
                    </a:lnTo>
                    <a:lnTo>
                      <a:pt x="509" y="1346"/>
                    </a:lnTo>
                    <a:lnTo>
                      <a:pt x="509" y="1346"/>
                    </a:lnTo>
                    <a:lnTo>
                      <a:pt x="509" y="1344"/>
                    </a:lnTo>
                    <a:lnTo>
                      <a:pt x="510" y="1344"/>
                    </a:lnTo>
                    <a:lnTo>
                      <a:pt x="510" y="1343"/>
                    </a:lnTo>
                    <a:lnTo>
                      <a:pt x="510" y="1342"/>
                    </a:lnTo>
                    <a:lnTo>
                      <a:pt x="510" y="1341"/>
                    </a:lnTo>
                    <a:lnTo>
                      <a:pt x="511" y="1341"/>
                    </a:lnTo>
                    <a:lnTo>
                      <a:pt x="511" y="1340"/>
                    </a:lnTo>
                    <a:lnTo>
                      <a:pt x="511" y="1340"/>
                    </a:lnTo>
                    <a:lnTo>
                      <a:pt x="511" y="1339"/>
                    </a:lnTo>
                    <a:lnTo>
                      <a:pt x="512" y="1338"/>
                    </a:lnTo>
                    <a:lnTo>
                      <a:pt x="512" y="1338"/>
                    </a:lnTo>
                    <a:lnTo>
                      <a:pt x="513" y="1337"/>
                    </a:lnTo>
                    <a:lnTo>
                      <a:pt x="513" y="1336"/>
                    </a:lnTo>
                    <a:lnTo>
                      <a:pt x="513" y="1335"/>
                    </a:lnTo>
                    <a:lnTo>
                      <a:pt x="513" y="1335"/>
                    </a:lnTo>
                    <a:lnTo>
                      <a:pt x="514" y="1334"/>
                    </a:lnTo>
                    <a:lnTo>
                      <a:pt x="514" y="1334"/>
                    </a:lnTo>
                    <a:lnTo>
                      <a:pt x="514" y="1334"/>
                    </a:lnTo>
                    <a:lnTo>
                      <a:pt x="514" y="1334"/>
                    </a:lnTo>
                    <a:lnTo>
                      <a:pt x="515" y="1334"/>
                    </a:lnTo>
                    <a:lnTo>
                      <a:pt x="515" y="1334"/>
                    </a:lnTo>
                    <a:lnTo>
                      <a:pt x="515" y="1334"/>
                    </a:lnTo>
                    <a:lnTo>
                      <a:pt x="516" y="1334"/>
                    </a:lnTo>
                    <a:lnTo>
                      <a:pt x="516" y="1334"/>
                    </a:lnTo>
                    <a:lnTo>
                      <a:pt x="516" y="1334"/>
                    </a:lnTo>
                    <a:lnTo>
                      <a:pt x="516" y="1334"/>
                    </a:lnTo>
                    <a:lnTo>
                      <a:pt x="517" y="1334"/>
                    </a:lnTo>
                    <a:lnTo>
                      <a:pt x="517" y="1334"/>
                    </a:lnTo>
                    <a:lnTo>
                      <a:pt x="517" y="1334"/>
                    </a:lnTo>
                    <a:lnTo>
                      <a:pt x="517" y="1334"/>
                    </a:lnTo>
                    <a:lnTo>
                      <a:pt x="518" y="1334"/>
                    </a:lnTo>
                    <a:lnTo>
                      <a:pt x="518" y="1334"/>
                    </a:lnTo>
                    <a:lnTo>
                      <a:pt x="519" y="1334"/>
                    </a:lnTo>
                    <a:lnTo>
                      <a:pt x="519" y="1334"/>
                    </a:lnTo>
                    <a:lnTo>
                      <a:pt x="519" y="1334"/>
                    </a:lnTo>
                    <a:lnTo>
                      <a:pt x="519" y="1334"/>
                    </a:lnTo>
                    <a:lnTo>
                      <a:pt x="520" y="1334"/>
                    </a:lnTo>
                    <a:lnTo>
                      <a:pt x="520" y="1334"/>
                    </a:lnTo>
                    <a:lnTo>
                      <a:pt x="520" y="1334"/>
                    </a:lnTo>
                    <a:lnTo>
                      <a:pt x="520" y="1334"/>
                    </a:lnTo>
                    <a:lnTo>
                      <a:pt x="521" y="1334"/>
                    </a:lnTo>
                    <a:lnTo>
                      <a:pt x="521" y="1334"/>
                    </a:lnTo>
                    <a:lnTo>
                      <a:pt x="521" y="1333"/>
                    </a:lnTo>
                    <a:lnTo>
                      <a:pt x="522" y="1333"/>
                    </a:lnTo>
                    <a:lnTo>
                      <a:pt x="522" y="1332"/>
                    </a:lnTo>
                    <a:lnTo>
                      <a:pt x="522" y="1331"/>
                    </a:lnTo>
                    <a:lnTo>
                      <a:pt x="523" y="1331"/>
                    </a:lnTo>
                    <a:lnTo>
                      <a:pt x="523" y="1330"/>
                    </a:lnTo>
                    <a:lnTo>
                      <a:pt x="523" y="1329"/>
                    </a:lnTo>
                    <a:lnTo>
                      <a:pt x="523" y="1329"/>
                    </a:lnTo>
                    <a:lnTo>
                      <a:pt x="524" y="1329"/>
                    </a:lnTo>
                    <a:lnTo>
                      <a:pt x="524" y="1329"/>
                    </a:lnTo>
                    <a:lnTo>
                      <a:pt x="524" y="1329"/>
                    </a:lnTo>
                    <a:lnTo>
                      <a:pt x="525" y="1329"/>
                    </a:lnTo>
                    <a:lnTo>
                      <a:pt x="525" y="1329"/>
                    </a:lnTo>
                    <a:lnTo>
                      <a:pt x="525" y="1329"/>
                    </a:lnTo>
                    <a:lnTo>
                      <a:pt x="525" y="1329"/>
                    </a:lnTo>
                    <a:lnTo>
                      <a:pt x="526" y="1329"/>
                    </a:lnTo>
                    <a:lnTo>
                      <a:pt x="526" y="1329"/>
                    </a:lnTo>
                    <a:lnTo>
                      <a:pt x="527" y="1329"/>
                    </a:lnTo>
                    <a:lnTo>
                      <a:pt x="527" y="1329"/>
                    </a:lnTo>
                    <a:lnTo>
                      <a:pt x="527" y="1329"/>
                    </a:lnTo>
                    <a:lnTo>
                      <a:pt x="527" y="1329"/>
                    </a:lnTo>
                    <a:lnTo>
                      <a:pt x="528" y="1329"/>
                    </a:lnTo>
                    <a:lnTo>
                      <a:pt x="528" y="1329"/>
                    </a:lnTo>
                    <a:lnTo>
                      <a:pt x="528" y="1329"/>
                    </a:lnTo>
                    <a:lnTo>
                      <a:pt x="528" y="1329"/>
                    </a:lnTo>
                    <a:lnTo>
                      <a:pt x="529" y="1329"/>
                    </a:lnTo>
                    <a:lnTo>
                      <a:pt x="529" y="1329"/>
                    </a:lnTo>
                    <a:lnTo>
                      <a:pt x="529" y="1329"/>
                    </a:lnTo>
                    <a:lnTo>
                      <a:pt x="530" y="1329"/>
                    </a:lnTo>
                    <a:lnTo>
                      <a:pt x="530" y="1329"/>
                    </a:lnTo>
                    <a:lnTo>
                      <a:pt x="530" y="1329"/>
                    </a:lnTo>
                    <a:lnTo>
                      <a:pt x="530" y="1325"/>
                    </a:lnTo>
                    <a:lnTo>
                      <a:pt x="531" y="1320"/>
                    </a:lnTo>
                    <a:lnTo>
                      <a:pt x="531" y="1316"/>
                    </a:lnTo>
                    <a:lnTo>
                      <a:pt x="531" y="1311"/>
                    </a:lnTo>
                    <a:lnTo>
                      <a:pt x="532" y="1307"/>
                    </a:lnTo>
                    <a:lnTo>
                      <a:pt x="532" y="1303"/>
                    </a:lnTo>
                    <a:lnTo>
                      <a:pt x="532" y="1299"/>
                    </a:lnTo>
                    <a:lnTo>
                      <a:pt x="533" y="1295"/>
                    </a:lnTo>
                    <a:lnTo>
                      <a:pt x="533" y="1294"/>
                    </a:lnTo>
                    <a:lnTo>
                      <a:pt x="533" y="1292"/>
                    </a:lnTo>
                    <a:lnTo>
                      <a:pt x="533" y="1290"/>
                    </a:lnTo>
                    <a:lnTo>
                      <a:pt x="534" y="1288"/>
                    </a:lnTo>
                    <a:lnTo>
                      <a:pt x="534" y="1288"/>
                    </a:lnTo>
                    <a:lnTo>
                      <a:pt x="534" y="1288"/>
                    </a:lnTo>
                    <a:lnTo>
                      <a:pt x="534" y="1288"/>
                    </a:lnTo>
                    <a:lnTo>
                      <a:pt x="535" y="1288"/>
                    </a:lnTo>
                    <a:lnTo>
                      <a:pt x="535" y="1288"/>
                    </a:lnTo>
                    <a:lnTo>
                      <a:pt x="536" y="1288"/>
                    </a:lnTo>
                    <a:lnTo>
                      <a:pt x="536" y="1288"/>
                    </a:lnTo>
                    <a:lnTo>
                      <a:pt x="536" y="1288"/>
                    </a:lnTo>
                    <a:lnTo>
                      <a:pt x="536" y="1288"/>
                    </a:lnTo>
                    <a:lnTo>
                      <a:pt x="537" y="1288"/>
                    </a:lnTo>
                    <a:lnTo>
                      <a:pt x="537" y="1288"/>
                    </a:lnTo>
                    <a:lnTo>
                      <a:pt x="537" y="1288"/>
                    </a:lnTo>
                    <a:lnTo>
                      <a:pt x="537" y="1288"/>
                    </a:lnTo>
                    <a:lnTo>
                      <a:pt x="538" y="1288"/>
                    </a:lnTo>
                    <a:lnTo>
                      <a:pt x="538" y="1288"/>
                    </a:lnTo>
                    <a:lnTo>
                      <a:pt x="538" y="1288"/>
                    </a:lnTo>
                    <a:lnTo>
                      <a:pt x="539" y="1288"/>
                    </a:lnTo>
                    <a:lnTo>
                      <a:pt x="539" y="1288"/>
                    </a:lnTo>
                    <a:lnTo>
                      <a:pt x="539" y="1288"/>
                    </a:lnTo>
                    <a:lnTo>
                      <a:pt x="539" y="1288"/>
                    </a:lnTo>
                    <a:lnTo>
                      <a:pt x="540" y="1288"/>
                    </a:lnTo>
                    <a:lnTo>
                      <a:pt x="540" y="1288"/>
                    </a:lnTo>
                    <a:lnTo>
                      <a:pt x="540" y="1288"/>
                    </a:lnTo>
                    <a:lnTo>
                      <a:pt x="540" y="1288"/>
                    </a:lnTo>
                    <a:lnTo>
                      <a:pt x="541" y="1288"/>
                    </a:lnTo>
                    <a:lnTo>
                      <a:pt x="541" y="1288"/>
                    </a:lnTo>
                    <a:lnTo>
                      <a:pt x="542" y="1288"/>
                    </a:lnTo>
                    <a:lnTo>
                      <a:pt x="542" y="1288"/>
                    </a:lnTo>
                    <a:lnTo>
                      <a:pt x="542" y="1288"/>
                    </a:lnTo>
                    <a:lnTo>
                      <a:pt x="542" y="1288"/>
                    </a:lnTo>
                    <a:lnTo>
                      <a:pt x="543" y="1288"/>
                    </a:lnTo>
                    <a:lnTo>
                      <a:pt x="543" y="1288"/>
                    </a:lnTo>
                    <a:lnTo>
                      <a:pt x="543" y="1288"/>
                    </a:lnTo>
                    <a:lnTo>
                      <a:pt x="543" y="1288"/>
                    </a:lnTo>
                    <a:lnTo>
                      <a:pt x="544" y="1288"/>
                    </a:lnTo>
                    <a:lnTo>
                      <a:pt x="544" y="1288"/>
                    </a:lnTo>
                    <a:lnTo>
                      <a:pt x="544" y="1288"/>
                    </a:lnTo>
                    <a:lnTo>
                      <a:pt x="545" y="1288"/>
                    </a:lnTo>
                    <a:lnTo>
                      <a:pt x="545" y="1288"/>
                    </a:lnTo>
                    <a:lnTo>
                      <a:pt x="545" y="1288"/>
                    </a:lnTo>
                    <a:lnTo>
                      <a:pt x="546" y="1288"/>
                    </a:lnTo>
                    <a:lnTo>
                      <a:pt x="546" y="1288"/>
                    </a:lnTo>
                    <a:lnTo>
                      <a:pt x="546" y="1288"/>
                    </a:lnTo>
                    <a:lnTo>
                      <a:pt x="546" y="1288"/>
                    </a:lnTo>
                    <a:lnTo>
                      <a:pt x="547" y="1288"/>
                    </a:lnTo>
                    <a:lnTo>
                      <a:pt x="547" y="1288"/>
                    </a:lnTo>
                    <a:lnTo>
                      <a:pt x="547" y="1288"/>
                    </a:lnTo>
                    <a:lnTo>
                      <a:pt x="548" y="1288"/>
                    </a:lnTo>
                    <a:lnTo>
                      <a:pt x="548" y="1288"/>
                    </a:lnTo>
                    <a:lnTo>
                      <a:pt x="548" y="1288"/>
                    </a:lnTo>
                    <a:lnTo>
                      <a:pt x="548" y="1288"/>
                    </a:lnTo>
                    <a:lnTo>
                      <a:pt x="549" y="1288"/>
                    </a:lnTo>
                    <a:lnTo>
                      <a:pt x="549" y="1288"/>
                    </a:lnTo>
                    <a:lnTo>
                      <a:pt x="549" y="1288"/>
                    </a:lnTo>
                    <a:lnTo>
                      <a:pt x="549" y="1288"/>
                    </a:lnTo>
                    <a:lnTo>
                      <a:pt x="550" y="1288"/>
                    </a:lnTo>
                    <a:lnTo>
                      <a:pt x="550" y="1288"/>
                    </a:lnTo>
                    <a:lnTo>
                      <a:pt x="551" y="1288"/>
                    </a:lnTo>
                    <a:lnTo>
                      <a:pt x="551" y="1288"/>
                    </a:lnTo>
                    <a:lnTo>
                      <a:pt x="551" y="1288"/>
                    </a:lnTo>
                    <a:lnTo>
                      <a:pt x="551" y="1288"/>
                    </a:lnTo>
                    <a:lnTo>
                      <a:pt x="552" y="1287"/>
                    </a:lnTo>
                    <a:lnTo>
                      <a:pt x="552" y="1287"/>
                    </a:lnTo>
                    <a:lnTo>
                      <a:pt x="552" y="1287"/>
                    </a:lnTo>
                    <a:lnTo>
                      <a:pt x="552" y="1287"/>
                    </a:lnTo>
                    <a:lnTo>
                      <a:pt x="553" y="1287"/>
                    </a:lnTo>
                    <a:lnTo>
                      <a:pt x="553" y="1287"/>
                    </a:lnTo>
                    <a:lnTo>
                      <a:pt x="553" y="1287"/>
                    </a:lnTo>
                    <a:lnTo>
                      <a:pt x="554" y="1287"/>
                    </a:lnTo>
                    <a:lnTo>
                      <a:pt x="554" y="1287"/>
                    </a:lnTo>
                    <a:lnTo>
                      <a:pt x="554" y="1287"/>
                    </a:lnTo>
                    <a:lnTo>
                      <a:pt x="554" y="1287"/>
                    </a:lnTo>
                    <a:lnTo>
                      <a:pt x="555" y="1287"/>
                    </a:lnTo>
                    <a:lnTo>
                      <a:pt x="555" y="1287"/>
                    </a:lnTo>
                    <a:lnTo>
                      <a:pt x="555" y="1287"/>
                    </a:lnTo>
                    <a:lnTo>
                      <a:pt x="556" y="1287"/>
                    </a:lnTo>
                    <a:lnTo>
                      <a:pt x="556" y="1287"/>
                    </a:lnTo>
                    <a:lnTo>
                      <a:pt x="556" y="1287"/>
                    </a:lnTo>
                    <a:lnTo>
                      <a:pt x="557" y="1287"/>
                    </a:lnTo>
                    <a:lnTo>
                      <a:pt x="557" y="1287"/>
                    </a:lnTo>
                    <a:lnTo>
                      <a:pt x="557" y="1287"/>
                    </a:lnTo>
                    <a:lnTo>
                      <a:pt x="557" y="1287"/>
                    </a:lnTo>
                    <a:lnTo>
                      <a:pt x="558" y="1287"/>
                    </a:lnTo>
                    <a:lnTo>
                      <a:pt x="558" y="1287"/>
                    </a:lnTo>
                    <a:lnTo>
                      <a:pt x="558" y="1287"/>
                    </a:lnTo>
                    <a:lnTo>
                      <a:pt x="558" y="1287"/>
                    </a:lnTo>
                    <a:lnTo>
                      <a:pt x="559" y="1287"/>
                    </a:lnTo>
                    <a:lnTo>
                      <a:pt x="559" y="1287"/>
                    </a:lnTo>
                    <a:lnTo>
                      <a:pt x="560" y="1287"/>
                    </a:lnTo>
                    <a:lnTo>
                      <a:pt x="560" y="1287"/>
                    </a:lnTo>
                    <a:lnTo>
                      <a:pt x="560" y="1287"/>
                    </a:lnTo>
                    <a:lnTo>
                      <a:pt x="560" y="1287"/>
                    </a:lnTo>
                    <a:lnTo>
                      <a:pt x="561" y="1287"/>
                    </a:lnTo>
                    <a:lnTo>
                      <a:pt x="561" y="1287"/>
                    </a:lnTo>
                    <a:lnTo>
                      <a:pt x="561" y="1287"/>
                    </a:lnTo>
                    <a:lnTo>
                      <a:pt x="561" y="1287"/>
                    </a:lnTo>
                    <a:lnTo>
                      <a:pt x="562" y="1287"/>
                    </a:lnTo>
                    <a:lnTo>
                      <a:pt x="562" y="1287"/>
                    </a:lnTo>
                    <a:lnTo>
                      <a:pt x="562" y="1287"/>
                    </a:lnTo>
                    <a:lnTo>
                      <a:pt x="563" y="1287"/>
                    </a:lnTo>
                    <a:lnTo>
                      <a:pt x="563" y="1287"/>
                    </a:lnTo>
                    <a:lnTo>
                      <a:pt x="563" y="1287"/>
                    </a:lnTo>
                    <a:lnTo>
                      <a:pt x="563" y="1287"/>
                    </a:lnTo>
                    <a:lnTo>
                      <a:pt x="564" y="1287"/>
                    </a:lnTo>
                    <a:lnTo>
                      <a:pt x="564" y="1287"/>
                    </a:lnTo>
                    <a:lnTo>
                      <a:pt x="564" y="1287"/>
                    </a:lnTo>
                    <a:lnTo>
                      <a:pt x="564" y="1287"/>
                    </a:lnTo>
                    <a:lnTo>
                      <a:pt x="565" y="1287"/>
                    </a:lnTo>
                    <a:lnTo>
                      <a:pt x="565" y="1287"/>
                    </a:lnTo>
                    <a:lnTo>
                      <a:pt x="566" y="1287"/>
                    </a:lnTo>
                    <a:lnTo>
                      <a:pt x="566" y="1287"/>
                    </a:lnTo>
                    <a:lnTo>
                      <a:pt x="566" y="1287"/>
                    </a:lnTo>
                    <a:lnTo>
                      <a:pt x="566" y="1287"/>
                    </a:lnTo>
                    <a:lnTo>
                      <a:pt x="567" y="1287"/>
                    </a:lnTo>
                    <a:lnTo>
                      <a:pt x="567" y="1287"/>
                    </a:lnTo>
                    <a:lnTo>
                      <a:pt x="567" y="1287"/>
                    </a:lnTo>
                    <a:lnTo>
                      <a:pt x="567" y="1287"/>
                    </a:lnTo>
                    <a:lnTo>
                      <a:pt x="568" y="1287"/>
                    </a:lnTo>
                    <a:lnTo>
                      <a:pt x="568" y="1287"/>
                    </a:lnTo>
                    <a:lnTo>
                      <a:pt x="568" y="1287"/>
                    </a:lnTo>
                    <a:lnTo>
                      <a:pt x="569" y="1287"/>
                    </a:lnTo>
                    <a:lnTo>
                      <a:pt x="569" y="1287"/>
                    </a:lnTo>
                    <a:lnTo>
                      <a:pt x="569" y="1287"/>
                    </a:lnTo>
                    <a:lnTo>
                      <a:pt x="570" y="1287"/>
                    </a:lnTo>
                    <a:lnTo>
                      <a:pt x="570" y="1287"/>
                    </a:lnTo>
                    <a:lnTo>
                      <a:pt x="570" y="1287"/>
                    </a:lnTo>
                    <a:lnTo>
                      <a:pt x="570" y="1287"/>
                    </a:lnTo>
                    <a:lnTo>
                      <a:pt x="571" y="1287"/>
                    </a:lnTo>
                    <a:lnTo>
                      <a:pt x="571" y="1287"/>
                    </a:lnTo>
                    <a:lnTo>
                      <a:pt x="571" y="1287"/>
                    </a:lnTo>
                    <a:lnTo>
                      <a:pt x="572" y="1287"/>
                    </a:lnTo>
                    <a:lnTo>
                      <a:pt x="572" y="1287"/>
                    </a:lnTo>
                    <a:lnTo>
                      <a:pt x="572" y="1287"/>
                    </a:lnTo>
                    <a:lnTo>
                      <a:pt x="572" y="1287"/>
                    </a:lnTo>
                    <a:lnTo>
                      <a:pt x="573" y="1287"/>
                    </a:lnTo>
                    <a:lnTo>
                      <a:pt x="573" y="1287"/>
                    </a:lnTo>
                    <a:lnTo>
                      <a:pt x="573" y="1287"/>
                    </a:lnTo>
                    <a:lnTo>
                      <a:pt x="573" y="1287"/>
                    </a:lnTo>
                    <a:lnTo>
                      <a:pt x="574" y="1287"/>
                    </a:lnTo>
                    <a:lnTo>
                      <a:pt x="574" y="1287"/>
                    </a:lnTo>
                    <a:lnTo>
                      <a:pt x="575" y="1287"/>
                    </a:lnTo>
                    <a:lnTo>
                      <a:pt x="575" y="1287"/>
                    </a:lnTo>
                    <a:lnTo>
                      <a:pt x="575" y="1287"/>
                    </a:lnTo>
                    <a:lnTo>
                      <a:pt x="575" y="1287"/>
                    </a:lnTo>
                    <a:lnTo>
                      <a:pt x="576" y="1287"/>
                    </a:lnTo>
                    <a:lnTo>
                      <a:pt x="576" y="1287"/>
                    </a:lnTo>
                    <a:lnTo>
                      <a:pt x="576" y="1287"/>
                    </a:lnTo>
                    <a:lnTo>
                      <a:pt x="576" y="1287"/>
                    </a:lnTo>
                    <a:lnTo>
                      <a:pt x="577" y="1287"/>
                    </a:lnTo>
                    <a:lnTo>
                      <a:pt x="577" y="1287"/>
                    </a:lnTo>
                    <a:lnTo>
                      <a:pt x="577" y="1287"/>
                    </a:lnTo>
                    <a:lnTo>
                      <a:pt x="578" y="1287"/>
                    </a:lnTo>
                    <a:lnTo>
                      <a:pt x="578" y="1287"/>
                    </a:lnTo>
                    <a:lnTo>
                      <a:pt x="578" y="1287"/>
                    </a:lnTo>
                    <a:lnTo>
                      <a:pt x="578" y="1287"/>
                    </a:lnTo>
                    <a:lnTo>
                      <a:pt x="579" y="1287"/>
                    </a:lnTo>
                    <a:lnTo>
                      <a:pt x="579" y="1287"/>
                    </a:lnTo>
                    <a:lnTo>
                      <a:pt x="579" y="1287"/>
                    </a:lnTo>
                    <a:lnTo>
                      <a:pt x="580" y="1287"/>
                    </a:lnTo>
                    <a:lnTo>
                      <a:pt x="580" y="1287"/>
                    </a:lnTo>
                    <a:lnTo>
                      <a:pt x="580" y="1287"/>
                    </a:lnTo>
                    <a:lnTo>
                      <a:pt x="581" y="1287"/>
                    </a:lnTo>
                    <a:lnTo>
                      <a:pt x="581" y="1287"/>
                    </a:lnTo>
                    <a:lnTo>
                      <a:pt x="581" y="1287"/>
                    </a:lnTo>
                    <a:lnTo>
                      <a:pt x="581" y="1287"/>
                    </a:lnTo>
                    <a:lnTo>
                      <a:pt x="582" y="1287"/>
                    </a:lnTo>
                    <a:lnTo>
                      <a:pt x="582" y="1287"/>
                    </a:lnTo>
                    <a:lnTo>
                      <a:pt x="582" y="1287"/>
                    </a:lnTo>
                    <a:lnTo>
                      <a:pt x="582" y="1287"/>
                    </a:lnTo>
                    <a:lnTo>
                      <a:pt x="583" y="1287"/>
                    </a:lnTo>
                    <a:lnTo>
                      <a:pt x="583" y="1287"/>
                    </a:lnTo>
                    <a:lnTo>
                      <a:pt x="584" y="1287"/>
                    </a:lnTo>
                    <a:lnTo>
                      <a:pt x="584" y="1287"/>
                    </a:lnTo>
                    <a:lnTo>
                      <a:pt x="584" y="1287"/>
                    </a:lnTo>
                    <a:lnTo>
                      <a:pt x="584" y="1287"/>
                    </a:lnTo>
                    <a:lnTo>
                      <a:pt x="585" y="1287"/>
                    </a:lnTo>
                    <a:lnTo>
                      <a:pt x="585" y="1287"/>
                    </a:lnTo>
                    <a:lnTo>
                      <a:pt x="585" y="1287"/>
                    </a:lnTo>
                    <a:lnTo>
                      <a:pt x="585" y="1287"/>
                    </a:lnTo>
                    <a:lnTo>
                      <a:pt x="586" y="1287"/>
                    </a:lnTo>
                    <a:lnTo>
                      <a:pt x="586" y="1287"/>
                    </a:lnTo>
                    <a:lnTo>
                      <a:pt x="586" y="1287"/>
                    </a:lnTo>
                    <a:lnTo>
                      <a:pt x="587" y="1287"/>
                    </a:lnTo>
                    <a:lnTo>
                      <a:pt x="587" y="1287"/>
                    </a:lnTo>
                    <a:lnTo>
                      <a:pt x="587" y="1287"/>
                    </a:lnTo>
                    <a:lnTo>
                      <a:pt x="587" y="1287"/>
                    </a:lnTo>
                    <a:lnTo>
                      <a:pt x="588" y="1287"/>
                    </a:lnTo>
                    <a:lnTo>
                      <a:pt x="588" y="1287"/>
                    </a:lnTo>
                    <a:lnTo>
                      <a:pt x="588" y="1287"/>
                    </a:lnTo>
                    <a:lnTo>
                      <a:pt x="588" y="1287"/>
                    </a:lnTo>
                    <a:lnTo>
                      <a:pt x="589" y="1287"/>
                    </a:lnTo>
                    <a:lnTo>
                      <a:pt x="589" y="1287"/>
                    </a:lnTo>
                    <a:lnTo>
                      <a:pt x="590" y="1287"/>
                    </a:lnTo>
                    <a:lnTo>
                      <a:pt x="590" y="1287"/>
                    </a:lnTo>
                    <a:lnTo>
                      <a:pt x="590" y="1287"/>
                    </a:lnTo>
                    <a:lnTo>
                      <a:pt x="590" y="1287"/>
                    </a:lnTo>
                    <a:lnTo>
                      <a:pt x="591" y="1287"/>
                    </a:lnTo>
                    <a:lnTo>
                      <a:pt x="591" y="1287"/>
                    </a:lnTo>
                    <a:lnTo>
                      <a:pt x="591" y="1287"/>
                    </a:lnTo>
                    <a:lnTo>
                      <a:pt x="591" y="1287"/>
                    </a:lnTo>
                    <a:lnTo>
                      <a:pt x="592" y="1287"/>
                    </a:lnTo>
                    <a:lnTo>
                      <a:pt x="592" y="1287"/>
                    </a:lnTo>
                    <a:lnTo>
                      <a:pt x="593" y="1287"/>
                    </a:lnTo>
                    <a:lnTo>
                      <a:pt x="593" y="1287"/>
                    </a:lnTo>
                    <a:lnTo>
                      <a:pt x="593" y="1287"/>
                    </a:lnTo>
                    <a:lnTo>
                      <a:pt x="593" y="1287"/>
                    </a:lnTo>
                    <a:lnTo>
                      <a:pt x="594" y="1287"/>
                    </a:lnTo>
                    <a:lnTo>
                      <a:pt x="594" y="1287"/>
                    </a:lnTo>
                    <a:lnTo>
                      <a:pt x="594" y="1287"/>
                    </a:lnTo>
                    <a:lnTo>
                      <a:pt x="595" y="1287"/>
                    </a:lnTo>
                    <a:lnTo>
                      <a:pt x="595" y="1287"/>
                    </a:lnTo>
                    <a:lnTo>
                      <a:pt x="595" y="1287"/>
                    </a:lnTo>
                    <a:lnTo>
                      <a:pt x="595" y="1287"/>
                    </a:lnTo>
                    <a:lnTo>
                      <a:pt x="596" y="1287"/>
                    </a:lnTo>
                    <a:lnTo>
                      <a:pt x="596" y="1287"/>
                    </a:lnTo>
                    <a:lnTo>
                      <a:pt x="596" y="1287"/>
                    </a:lnTo>
                    <a:lnTo>
                      <a:pt x="596" y="1287"/>
                    </a:lnTo>
                    <a:lnTo>
                      <a:pt x="597" y="1287"/>
                    </a:lnTo>
                    <a:lnTo>
                      <a:pt x="597" y="1287"/>
                    </a:lnTo>
                    <a:lnTo>
                      <a:pt x="598" y="1287"/>
                    </a:lnTo>
                    <a:lnTo>
                      <a:pt x="598" y="1287"/>
                    </a:lnTo>
                    <a:lnTo>
                      <a:pt x="598" y="1287"/>
                    </a:lnTo>
                    <a:lnTo>
                      <a:pt x="598" y="1287"/>
                    </a:lnTo>
                    <a:lnTo>
                      <a:pt x="599" y="1287"/>
                    </a:lnTo>
                    <a:lnTo>
                      <a:pt x="599" y="1287"/>
                    </a:lnTo>
                    <a:lnTo>
                      <a:pt x="599" y="1287"/>
                    </a:lnTo>
                    <a:lnTo>
                      <a:pt x="599" y="1287"/>
                    </a:lnTo>
                    <a:lnTo>
                      <a:pt x="600" y="1287"/>
                    </a:lnTo>
                    <a:lnTo>
                      <a:pt x="600" y="1287"/>
                    </a:lnTo>
                    <a:lnTo>
                      <a:pt x="600" y="1287"/>
                    </a:lnTo>
                    <a:lnTo>
                      <a:pt x="601" y="1287"/>
                    </a:lnTo>
                    <a:lnTo>
                      <a:pt x="601" y="1287"/>
                    </a:lnTo>
                    <a:lnTo>
                      <a:pt x="601" y="1287"/>
                    </a:lnTo>
                    <a:lnTo>
                      <a:pt x="601" y="1287"/>
                    </a:lnTo>
                    <a:lnTo>
                      <a:pt x="602" y="1287"/>
                    </a:lnTo>
                    <a:lnTo>
                      <a:pt x="602" y="1287"/>
                    </a:lnTo>
                    <a:lnTo>
                      <a:pt x="602" y="1287"/>
                    </a:lnTo>
                    <a:lnTo>
                      <a:pt x="603" y="1287"/>
                    </a:lnTo>
                    <a:lnTo>
                      <a:pt x="603" y="1287"/>
                    </a:lnTo>
                    <a:lnTo>
                      <a:pt x="603" y="1287"/>
                    </a:lnTo>
                    <a:lnTo>
                      <a:pt x="604" y="1287"/>
                    </a:lnTo>
                    <a:lnTo>
                      <a:pt x="604" y="1292"/>
                    </a:lnTo>
                    <a:lnTo>
                      <a:pt x="604" y="1297"/>
                    </a:lnTo>
                    <a:lnTo>
                      <a:pt x="604" y="1302"/>
                    </a:lnTo>
                    <a:lnTo>
                      <a:pt x="605" y="1308"/>
                    </a:lnTo>
                    <a:lnTo>
                      <a:pt x="605" y="1312"/>
                    </a:lnTo>
                    <a:lnTo>
                      <a:pt x="605" y="1316"/>
                    </a:lnTo>
                    <a:lnTo>
                      <a:pt x="605" y="1320"/>
                    </a:lnTo>
                    <a:lnTo>
                      <a:pt x="606" y="1323"/>
                    </a:lnTo>
                    <a:lnTo>
                      <a:pt x="606" y="1325"/>
                    </a:lnTo>
                    <a:lnTo>
                      <a:pt x="607" y="1327"/>
                    </a:lnTo>
                    <a:lnTo>
                      <a:pt x="607" y="1329"/>
                    </a:lnTo>
                    <a:lnTo>
                      <a:pt x="607" y="1331"/>
                    </a:lnTo>
                    <a:lnTo>
                      <a:pt x="607" y="1331"/>
                    </a:lnTo>
                    <a:lnTo>
                      <a:pt x="608" y="1331"/>
                    </a:lnTo>
                    <a:lnTo>
                      <a:pt x="608" y="1331"/>
                    </a:lnTo>
                    <a:lnTo>
                      <a:pt x="608" y="1331"/>
                    </a:lnTo>
                    <a:lnTo>
                      <a:pt x="608" y="1331"/>
                    </a:lnTo>
                    <a:lnTo>
                      <a:pt x="609" y="1331"/>
                    </a:lnTo>
                    <a:lnTo>
                      <a:pt x="609" y="1331"/>
                    </a:lnTo>
                    <a:lnTo>
                      <a:pt x="609" y="1331"/>
                    </a:lnTo>
                    <a:lnTo>
                      <a:pt x="610" y="1331"/>
                    </a:lnTo>
                    <a:lnTo>
                      <a:pt x="610" y="1331"/>
                    </a:lnTo>
                    <a:lnTo>
                      <a:pt x="610" y="1331"/>
                    </a:lnTo>
                    <a:lnTo>
                      <a:pt x="610" y="1331"/>
                    </a:lnTo>
                    <a:lnTo>
                      <a:pt x="611" y="1331"/>
                    </a:lnTo>
                    <a:lnTo>
                      <a:pt x="611" y="1331"/>
                    </a:lnTo>
                    <a:lnTo>
                      <a:pt x="611" y="1331"/>
                    </a:lnTo>
                    <a:lnTo>
                      <a:pt x="611" y="1331"/>
                    </a:lnTo>
                    <a:lnTo>
                      <a:pt x="612" y="1332"/>
                    </a:lnTo>
                    <a:lnTo>
                      <a:pt x="612" y="1333"/>
                    </a:lnTo>
                    <a:lnTo>
                      <a:pt x="613" y="1334"/>
                    </a:lnTo>
                    <a:lnTo>
                      <a:pt x="613" y="1336"/>
                    </a:lnTo>
                    <a:lnTo>
                      <a:pt x="613" y="1336"/>
                    </a:lnTo>
                    <a:lnTo>
                      <a:pt x="613" y="1336"/>
                    </a:lnTo>
                    <a:lnTo>
                      <a:pt x="614" y="1336"/>
                    </a:lnTo>
                    <a:lnTo>
                      <a:pt x="614" y="1336"/>
                    </a:lnTo>
                    <a:lnTo>
                      <a:pt x="614" y="1336"/>
                    </a:lnTo>
                    <a:lnTo>
                      <a:pt x="614" y="1336"/>
                    </a:lnTo>
                    <a:lnTo>
                      <a:pt x="615" y="1336"/>
                    </a:lnTo>
                    <a:lnTo>
                      <a:pt x="615" y="1336"/>
                    </a:lnTo>
                    <a:lnTo>
                      <a:pt x="615" y="1336"/>
                    </a:lnTo>
                    <a:lnTo>
                      <a:pt x="616" y="1336"/>
                    </a:lnTo>
                    <a:lnTo>
                      <a:pt x="616" y="1336"/>
                    </a:lnTo>
                    <a:lnTo>
                      <a:pt x="616" y="1336"/>
                    </a:lnTo>
                    <a:lnTo>
                      <a:pt x="617" y="1336"/>
                    </a:lnTo>
                    <a:lnTo>
                      <a:pt x="617" y="1336"/>
                    </a:lnTo>
                    <a:lnTo>
                      <a:pt x="617" y="1336"/>
                    </a:lnTo>
                    <a:lnTo>
                      <a:pt x="617" y="1336"/>
                    </a:lnTo>
                    <a:lnTo>
                      <a:pt x="618" y="1336"/>
                    </a:lnTo>
                    <a:lnTo>
                      <a:pt x="618" y="1336"/>
                    </a:lnTo>
                    <a:lnTo>
                      <a:pt x="618" y="1336"/>
                    </a:lnTo>
                    <a:lnTo>
                      <a:pt x="619" y="1336"/>
                    </a:lnTo>
                    <a:lnTo>
                      <a:pt x="619" y="1336"/>
                    </a:lnTo>
                    <a:lnTo>
                      <a:pt x="619" y="1336"/>
                    </a:lnTo>
                    <a:lnTo>
                      <a:pt x="619" y="1336"/>
                    </a:lnTo>
                    <a:lnTo>
                      <a:pt x="620" y="1336"/>
                    </a:lnTo>
                    <a:lnTo>
                      <a:pt x="620" y="1336"/>
                    </a:lnTo>
                    <a:lnTo>
                      <a:pt x="620" y="1336"/>
                    </a:lnTo>
                    <a:lnTo>
                      <a:pt x="620" y="1336"/>
                    </a:lnTo>
                    <a:lnTo>
                      <a:pt x="621" y="1336"/>
                    </a:lnTo>
                    <a:lnTo>
                      <a:pt x="621" y="1336"/>
                    </a:lnTo>
                    <a:lnTo>
                      <a:pt x="622" y="1336"/>
                    </a:lnTo>
                    <a:lnTo>
                      <a:pt x="622" y="1336"/>
                    </a:lnTo>
                    <a:lnTo>
                      <a:pt x="622" y="1336"/>
                    </a:lnTo>
                    <a:lnTo>
                      <a:pt x="622" y="1336"/>
                    </a:lnTo>
                    <a:lnTo>
                      <a:pt x="623" y="1336"/>
                    </a:lnTo>
                    <a:lnTo>
                      <a:pt x="623" y="1336"/>
                    </a:lnTo>
                    <a:lnTo>
                      <a:pt x="623" y="1336"/>
                    </a:lnTo>
                    <a:lnTo>
                      <a:pt x="623" y="1336"/>
                    </a:lnTo>
                    <a:lnTo>
                      <a:pt x="624" y="1336"/>
                    </a:lnTo>
                    <a:lnTo>
                      <a:pt x="624" y="1336"/>
                    </a:lnTo>
                    <a:lnTo>
                      <a:pt x="624" y="1336"/>
                    </a:lnTo>
                    <a:lnTo>
                      <a:pt x="625" y="1336"/>
                    </a:lnTo>
                    <a:lnTo>
                      <a:pt x="625" y="1336"/>
                    </a:lnTo>
                    <a:lnTo>
                      <a:pt x="625" y="1336"/>
                    </a:lnTo>
                    <a:lnTo>
                      <a:pt x="625" y="1336"/>
                    </a:lnTo>
                    <a:lnTo>
                      <a:pt x="626" y="1336"/>
                    </a:lnTo>
                    <a:lnTo>
                      <a:pt x="626" y="1336"/>
                    </a:lnTo>
                    <a:lnTo>
                      <a:pt x="626" y="1336"/>
                    </a:lnTo>
                    <a:lnTo>
                      <a:pt x="627" y="1336"/>
                    </a:lnTo>
                    <a:lnTo>
                      <a:pt x="627" y="1337"/>
                    </a:lnTo>
                    <a:lnTo>
                      <a:pt x="627" y="1338"/>
                    </a:lnTo>
                    <a:lnTo>
                      <a:pt x="628" y="1340"/>
                    </a:lnTo>
                    <a:lnTo>
                      <a:pt x="628" y="1341"/>
                    </a:lnTo>
                    <a:lnTo>
                      <a:pt x="628" y="1344"/>
                    </a:lnTo>
                    <a:lnTo>
                      <a:pt x="628" y="1348"/>
                    </a:lnTo>
                    <a:lnTo>
                      <a:pt x="629" y="1352"/>
                    </a:lnTo>
                    <a:lnTo>
                      <a:pt x="629" y="1355"/>
                    </a:lnTo>
                    <a:lnTo>
                      <a:pt x="629" y="1355"/>
                    </a:lnTo>
                    <a:lnTo>
                      <a:pt x="629" y="1355"/>
                    </a:lnTo>
                    <a:lnTo>
                      <a:pt x="630" y="1355"/>
                    </a:lnTo>
                    <a:lnTo>
                      <a:pt x="630" y="1355"/>
                    </a:lnTo>
                    <a:lnTo>
                      <a:pt x="631" y="1358"/>
                    </a:lnTo>
                    <a:lnTo>
                      <a:pt x="631" y="1361"/>
                    </a:lnTo>
                    <a:lnTo>
                      <a:pt x="631" y="1364"/>
                    </a:lnTo>
                    <a:lnTo>
                      <a:pt x="631" y="1367"/>
                    </a:lnTo>
                    <a:lnTo>
                      <a:pt x="632" y="1367"/>
                    </a:lnTo>
                    <a:lnTo>
                      <a:pt x="632" y="1367"/>
                    </a:lnTo>
                    <a:lnTo>
                      <a:pt x="632" y="1367"/>
                    </a:lnTo>
                    <a:lnTo>
                      <a:pt x="632" y="1367"/>
                    </a:lnTo>
                    <a:lnTo>
                      <a:pt x="633" y="1367"/>
                    </a:lnTo>
                    <a:lnTo>
                      <a:pt x="633" y="1367"/>
                    </a:lnTo>
                    <a:lnTo>
                      <a:pt x="633" y="1367"/>
                    </a:lnTo>
                    <a:lnTo>
                      <a:pt x="634" y="1367"/>
                    </a:lnTo>
                    <a:lnTo>
                      <a:pt x="634" y="1367"/>
                    </a:lnTo>
                    <a:lnTo>
                      <a:pt x="634" y="1367"/>
                    </a:lnTo>
                    <a:lnTo>
                      <a:pt x="634" y="1367"/>
                    </a:lnTo>
                    <a:lnTo>
                      <a:pt x="635" y="1367"/>
                    </a:lnTo>
                    <a:lnTo>
                      <a:pt x="635" y="1374"/>
                    </a:lnTo>
                    <a:lnTo>
                      <a:pt x="635" y="1380"/>
                    </a:lnTo>
                    <a:lnTo>
                      <a:pt x="635" y="1386"/>
                    </a:lnTo>
                    <a:lnTo>
                      <a:pt x="636" y="1392"/>
                    </a:lnTo>
                    <a:lnTo>
                      <a:pt x="636" y="1394"/>
                    </a:lnTo>
                    <a:lnTo>
                      <a:pt x="637" y="1396"/>
                    </a:lnTo>
                    <a:lnTo>
                      <a:pt x="637" y="1399"/>
                    </a:lnTo>
                    <a:lnTo>
                      <a:pt x="637" y="1401"/>
                    </a:lnTo>
                    <a:lnTo>
                      <a:pt x="637" y="1406"/>
                    </a:lnTo>
                    <a:lnTo>
                      <a:pt x="638" y="1411"/>
                    </a:lnTo>
                    <a:lnTo>
                      <a:pt x="638" y="1415"/>
                    </a:lnTo>
                    <a:lnTo>
                      <a:pt x="638" y="1420"/>
                    </a:lnTo>
                    <a:lnTo>
                      <a:pt x="638" y="1423"/>
                    </a:lnTo>
                    <a:lnTo>
                      <a:pt x="639" y="1425"/>
                    </a:lnTo>
                    <a:lnTo>
                      <a:pt x="639" y="1428"/>
                    </a:lnTo>
                    <a:lnTo>
                      <a:pt x="640" y="1431"/>
                    </a:lnTo>
                    <a:lnTo>
                      <a:pt x="640" y="1431"/>
                    </a:lnTo>
                    <a:lnTo>
                      <a:pt x="640" y="1431"/>
                    </a:lnTo>
                    <a:lnTo>
                      <a:pt x="640" y="1431"/>
                    </a:lnTo>
                    <a:lnTo>
                      <a:pt x="641" y="1431"/>
                    </a:lnTo>
                    <a:lnTo>
                      <a:pt x="641" y="1431"/>
                    </a:lnTo>
                    <a:lnTo>
                      <a:pt x="641" y="1431"/>
                    </a:lnTo>
                    <a:lnTo>
                      <a:pt x="641" y="1431"/>
                    </a:lnTo>
                    <a:lnTo>
                      <a:pt x="642" y="1431"/>
                    </a:lnTo>
                    <a:lnTo>
                      <a:pt x="642" y="1431"/>
                    </a:lnTo>
                    <a:lnTo>
                      <a:pt x="642" y="1431"/>
                    </a:lnTo>
                    <a:lnTo>
                      <a:pt x="643" y="1431"/>
                    </a:lnTo>
                    <a:lnTo>
                      <a:pt x="643" y="1431"/>
                    </a:lnTo>
                    <a:lnTo>
                      <a:pt x="643" y="1431"/>
                    </a:lnTo>
                    <a:lnTo>
                      <a:pt x="643" y="1431"/>
                    </a:lnTo>
                    <a:lnTo>
                      <a:pt x="644" y="1431"/>
                    </a:lnTo>
                    <a:lnTo>
                      <a:pt x="644" y="1431"/>
                    </a:lnTo>
                    <a:lnTo>
                      <a:pt x="644" y="1431"/>
                    </a:lnTo>
                    <a:lnTo>
                      <a:pt x="644" y="1431"/>
                    </a:lnTo>
                    <a:lnTo>
                      <a:pt x="645" y="1431"/>
                    </a:lnTo>
                    <a:lnTo>
                      <a:pt x="645" y="1431"/>
                    </a:lnTo>
                    <a:lnTo>
                      <a:pt x="646" y="1431"/>
                    </a:lnTo>
                    <a:lnTo>
                      <a:pt x="646" y="1431"/>
                    </a:lnTo>
                    <a:lnTo>
                      <a:pt x="646" y="1431"/>
                    </a:lnTo>
                    <a:lnTo>
                      <a:pt x="646" y="1431"/>
                    </a:lnTo>
                    <a:lnTo>
                      <a:pt x="647" y="1431"/>
                    </a:lnTo>
                    <a:lnTo>
                      <a:pt x="647" y="1432"/>
                    </a:lnTo>
                    <a:lnTo>
                      <a:pt x="647" y="1432"/>
                    </a:lnTo>
                    <a:lnTo>
                      <a:pt x="647" y="1432"/>
                    </a:lnTo>
                    <a:lnTo>
                      <a:pt x="648" y="1434"/>
                    </a:lnTo>
                    <a:lnTo>
                      <a:pt x="648" y="1436"/>
                    </a:lnTo>
                    <a:lnTo>
                      <a:pt x="648" y="1438"/>
                    </a:lnTo>
                    <a:lnTo>
                      <a:pt x="649" y="1440"/>
                    </a:lnTo>
                    <a:lnTo>
                      <a:pt x="649" y="1441"/>
                    </a:lnTo>
                    <a:lnTo>
                      <a:pt x="649" y="1442"/>
                    </a:lnTo>
                    <a:lnTo>
                      <a:pt x="650" y="1443"/>
                    </a:lnTo>
                    <a:lnTo>
                      <a:pt x="650" y="1445"/>
                    </a:lnTo>
                    <a:lnTo>
                      <a:pt x="650" y="1445"/>
                    </a:lnTo>
                    <a:lnTo>
                      <a:pt x="650" y="1445"/>
                    </a:lnTo>
                    <a:lnTo>
                      <a:pt x="651" y="1445"/>
                    </a:lnTo>
                    <a:lnTo>
                      <a:pt x="651" y="1445"/>
                    </a:lnTo>
                    <a:lnTo>
                      <a:pt x="651" y="1445"/>
                    </a:lnTo>
                    <a:lnTo>
                      <a:pt x="652" y="1445"/>
                    </a:lnTo>
                    <a:lnTo>
                      <a:pt x="652" y="1445"/>
                    </a:lnTo>
                    <a:lnTo>
                      <a:pt x="652" y="1445"/>
                    </a:lnTo>
                    <a:lnTo>
                      <a:pt x="652" y="1445"/>
                    </a:lnTo>
                    <a:lnTo>
                      <a:pt x="653" y="1445"/>
                    </a:lnTo>
                    <a:lnTo>
                      <a:pt x="653" y="1445"/>
                    </a:lnTo>
                    <a:lnTo>
                      <a:pt x="653" y="1445"/>
                    </a:lnTo>
                    <a:lnTo>
                      <a:pt x="653" y="1445"/>
                    </a:lnTo>
                    <a:lnTo>
                      <a:pt x="654" y="1445"/>
                    </a:lnTo>
                    <a:lnTo>
                      <a:pt x="654" y="1445"/>
                    </a:lnTo>
                    <a:lnTo>
                      <a:pt x="655" y="1445"/>
                    </a:lnTo>
                    <a:lnTo>
                      <a:pt x="655" y="1445"/>
                    </a:lnTo>
                    <a:lnTo>
                      <a:pt x="655" y="1445"/>
                    </a:lnTo>
                    <a:lnTo>
                      <a:pt x="655" y="1445"/>
                    </a:lnTo>
                    <a:lnTo>
                      <a:pt x="656" y="1445"/>
                    </a:lnTo>
                    <a:lnTo>
                      <a:pt x="656" y="1445"/>
                    </a:lnTo>
                    <a:lnTo>
                      <a:pt x="656" y="1445"/>
                    </a:lnTo>
                    <a:lnTo>
                      <a:pt x="656" y="1445"/>
                    </a:lnTo>
                    <a:lnTo>
                      <a:pt x="657" y="1445"/>
                    </a:lnTo>
                    <a:lnTo>
                      <a:pt x="657" y="1446"/>
                    </a:lnTo>
                    <a:lnTo>
                      <a:pt x="657" y="1447"/>
                    </a:lnTo>
                    <a:lnTo>
                      <a:pt x="658" y="1447"/>
                    </a:lnTo>
                    <a:lnTo>
                      <a:pt x="658" y="1448"/>
                    </a:lnTo>
                    <a:lnTo>
                      <a:pt x="658" y="1449"/>
                    </a:lnTo>
                    <a:lnTo>
                      <a:pt x="658" y="1450"/>
                    </a:lnTo>
                    <a:lnTo>
                      <a:pt x="659" y="1451"/>
                    </a:lnTo>
                    <a:lnTo>
                      <a:pt x="659" y="1452"/>
                    </a:lnTo>
                    <a:lnTo>
                      <a:pt x="659" y="1452"/>
                    </a:lnTo>
                    <a:lnTo>
                      <a:pt x="660" y="1453"/>
                    </a:lnTo>
                    <a:lnTo>
                      <a:pt x="660" y="1453"/>
                    </a:lnTo>
                    <a:lnTo>
                      <a:pt x="660" y="1453"/>
                    </a:lnTo>
                    <a:lnTo>
                      <a:pt x="661" y="1455"/>
                    </a:lnTo>
                    <a:lnTo>
                      <a:pt x="661" y="1455"/>
                    </a:lnTo>
                    <a:lnTo>
                      <a:pt x="661" y="1456"/>
                    </a:lnTo>
                    <a:lnTo>
                      <a:pt x="661" y="1457"/>
                    </a:lnTo>
                    <a:lnTo>
                      <a:pt x="662" y="1458"/>
                    </a:lnTo>
                    <a:lnTo>
                      <a:pt x="662" y="1458"/>
                    </a:lnTo>
                    <a:lnTo>
                      <a:pt x="662" y="1458"/>
                    </a:lnTo>
                    <a:lnTo>
                      <a:pt x="662" y="1459"/>
                    </a:lnTo>
                    <a:lnTo>
                      <a:pt x="663" y="1459"/>
                    </a:lnTo>
                    <a:lnTo>
                      <a:pt x="663" y="1459"/>
                    </a:lnTo>
                    <a:lnTo>
                      <a:pt x="664" y="1459"/>
                    </a:lnTo>
                    <a:lnTo>
                      <a:pt x="664" y="1459"/>
                    </a:lnTo>
                    <a:lnTo>
                      <a:pt x="664" y="1459"/>
                    </a:lnTo>
                    <a:lnTo>
                      <a:pt x="664" y="1459"/>
                    </a:lnTo>
                    <a:lnTo>
                      <a:pt x="665" y="1459"/>
                    </a:lnTo>
                    <a:lnTo>
                      <a:pt x="665" y="1459"/>
                    </a:lnTo>
                    <a:lnTo>
                      <a:pt x="665" y="1459"/>
                    </a:lnTo>
                    <a:lnTo>
                      <a:pt x="666" y="1459"/>
                    </a:lnTo>
                    <a:lnTo>
                      <a:pt x="666" y="1459"/>
                    </a:lnTo>
                    <a:lnTo>
                      <a:pt x="666" y="1459"/>
                    </a:lnTo>
                    <a:lnTo>
                      <a:pt x="666" y="1459"/>
                    </a:lnTo>
                    <a:lnTo>
                      <a:pt x="667" y="1459"/>
                    </a:lnTo>
                    <a:lnTo>
                      <a:pt x="667" y="1459"/>
                    </a:lnTo>
                    <a:lnTo>
                      <a:pt x="667" y="1459"/>
                    </a:lnTo>
                    <a:lnTo>
                      <a:pt x="667" y="1459"/>
                    </a:lnTo>
                    <a:lnTo>
                      <a:pt x="668" y="1459"/>
                    </a:lnTo>
                    <a:lnTo>
                      <a:pt x="668" y="1459"/>
                    </a:lnTo>
                    <a:lnTo>
                      <a:pt x="669" y="1459"/>
                    </a:lnTo>
                    <a:lnTo>
                      <a:pt x="669" y="1459"/>
                    </a:lnTo>
                    <a:lnTo>
                      <a:pt x="669" y="1459"/>
                    </a:lnTo>
                    <a:lnTo>
                      <a:pt x="669" y="1459"/>
                    </a:lnTo>
                    <a:lnTo>
                      <a:pt x="670" y="1459"/>
                    </a:lnTo>
                    <a:lnTo>
                      <a:pt x="670" y="1459"/>
                    </a:lnTo>
                    <a:lnTo>
                      <a:pt x="670" y="1460"/>
                    </a:lnTo>
                    <a:lnTo>
                      <a:pt x="670" y="1460"/>
                    </a:lnTo>
                    <a:lnTo>
                      <a:pt x="671" y="1461"/>
                    </a:lnTo>
                    <a:lnTo>
                      <a:pt x="671" y="1461"/>
                    </a:lnTo>
                    <a:lnTo>
                      <a:pt x="671" y="1462"/>
                    </a:lnTo>
                    <a:lnTo>
                      <a:pt x="672" y="1463"/>
                    </a:lnTo>
                    <a:lnTo>
                      <a:pt x="672" y="1464"/>
                    </a:lnTo>
                    <a:lnTo>
                      <a:pt x="672" y="1464"/>
                    </a:lnTo>
                    <a:lnTo>
                      <a:pt x="672" y="1464"/>
                    </a:lnTo>
                    <a:lnTo>
                      <a:pt x="673" y="1464"/>
                    </a:lnTo>
                    <a:lnTo>
                      <a:pt x="673" y="1462"/>
                    </a:lnTo>
                    <a:lnTo>
                      <a:pt x="673" y="1460"/>
                    </a:lnTo>
                    <a:lnTo>
                      <a:pt x="674" y="1458"/>
                    </a:lnTo>
                    <a:lnTo>
                      <a:pt x="674" y="1455"/>
                    </a:lnTo>
                    <a:lnTo>
                      <a:pt x="674" y="1449"/>
                    </a:lnTo>
                    <a:lnTo>
                      <a:pt x="675" y="1443"/>
                    </a:lnTo>
                    <a:lnTo>
                      <a:pt x="675" y="1437"/>
                    </a:lnTo>
                    <a:lnTo>
                      <a:pt x="675" y="1431"/>
                    </a:lnTo>
                    <a:lnTo>
                      <a:pt x="675" y="1427"/>
                    </a:lnTo>
                    <a:lnTo>
                      <a:pt x="676" y="1424"/>
                    </a:lnTo>
                    <a:lnTo>
                      <a:pt x="676" y="1420"/>
                    </a:lnTo>
                    <a:lnTo>
                      <a:pt x="676" y="1417"/>
                    </a:lnTo>
                    <a:lnTo>
                      <a:pt x="676" y="1417"/>
                    </a:lnTo>
                    <a:lnTo>
                      <a:pt x="677" y="1417"/>
                    </a:lnTo>
                    <a:lnTo>
                      <a:pt x="677" y="1417"/>
                    </a:lnTo>
                    <a:lnTo>
                      <a:pt x="678" y="1417"/>
                    </a:lnTo>
                    <a:lnTo>
                      <a:pt x="678" y="1417"/>
                    </a:lnTo>
                    <a:lnTo>
                      <a:pt x="678" y="1417"/>
                    </a:lnTo>
                    <a:lnTo>
                      <a:pt x="678" y="1417"/>
                    </a:lnTo>
                    <a:lnTo>
                      <a:pt x="679" y="1417"/>
                    </a:lnTo>
                    <a:lnTo>
                      <a:pt x="679" y="1417"/>
                    </a:lnTo>
                    <a:lnTo>
                      <a:pt x="679" y="1421"/>
                    </a:lnTo>
                    <a:lnTo>
                      <a:pt x="679" y="1425"/>
                    </a:lnTo>
                    <a:lnTo>
                      <a:pt x="680" y="1430"/>
                    </a:lnTo>
                    <a:lnTo>
                      <a:pt x="680" y="1434"/>
                    </a:lnTo>
                    <a:lnTo>
                      <a:pt x="680" y="1438"/>
                    </a:lnTo>
                    <a:lnTo>
                      <a:pt x="681" y="1442"/>
                    </a:lnTo>
                    <a:lnTo>
                      <a:pt x="681" y="1446"/>
                    </a:lnTo>
                    <a:lnTo>
                      <a:pt x="681" y="1450"/>
                    </a:lnTo>
                    <a:lnTo>
                      <a:pt x="681" y="1451"/>
                    </a:lnTo>
                    <a:lnTo>
                      <a:pt x="682" y="1452"/>
                    </a:lnTo>
                    <a:lnTo>
                      <a:pt x="682" y="1453"/>
                    </a:lnTo>
                    <a:lnTo>
                      <a:pt x="682" y="1449"/>
                    </a:lnTo>
                    <a:lnTo>
                      <a:pt x="682" y="1442"/>
                    </a:lnTo>
                    <a:lnTo>
                      <a:pt x="683" y="1435"/>
                    </a:lnTo>
                    <a:lnTo>
                      <a:pt x="683" y="1429"/>
                    </a:lnTo>
                    <a:lnTo>
                      <a:pt x="684" y="1429"/>
                    </a:lnTo>
                    <a:lnTo>
                      <a:pt x="684" y="1428"/>
                    </a:lnTo>
                    <a:lnTo>
                      <a:pt x="684" y="1428"/>
                    </a:lnTo>
                    <a:lnTo>
                      <a:pt x="684" y="1427"/>
                    </a:lnTo>
                    <a:lnTo>
                      <a:pt x="685" y="1427"/>
                    </a:lnTo>
                    <a:lnTo>
                      <a:pt x="685" y="1427"/>
                    </a:lnTo>
                    <a:lnTo>
                      <a:pt x="685" y="1427"/>
                    </a:lnTo>
                    <a:lnTo>
                      <a:pt x="685" y="1427"/>
                    </a:lnTo>
                    <a:lnTo>
                      <a:pt x="686" y="1427"/>
                    </a:lnTo>
                    <a:lnTo>
                      <a:pt x="686" y="1427"/>
                    </a:lnTo>
                    <a:lnTo>
                      <a:pt x="687" y="1427"/>
                    </a:lnTo>
                    <a:lnTo>
                      <a:pt x="687" y="1427"/>
                    </a:lnTo>
                    <a:lnTo>
                      <a:pt x="687" y="1427"/>
                    </a:lnTo>
                    <a:lnTo>
                      <a:pt x="687" y="1427"/>
                    </a:lnTo>
                    <a:lnTo>
                      <a:pt x="688" y="1427"/>
                    </a:lnTo>
                    <a:lnTo>
                      <a:pt x="688" y="1427"/>
                    </a:lnTo>
                    <a:lnTo>
                      <a:pt x="688" y="1427"/>
                    </a:lnTo>
                    <a:lnTo>
                      <a:pt x="688" y="1427"/>
                    </a:lnTo>
                    <a:lnTo>
                      <a:pt x="689" y="1427"/>
                    </a:lnTo>
                    <a:lnTo>
                      <a:pt x="689" y="1427"/>
                    </a:lnTo>
                    <a:lnTo>
                      <a:pt x="689" y="1427"/>
                    </a:lnTo>
                    <a:lnTo>
                      <a:pt x="690" y="1427"/>
                    </a:lnTo>
                    <a:lnTo>
                      <a:pt x="690" y="1427"/>
                    </a:lnTo>
                    <a:lnTo>
                      <a:pt x="690" y="1427"/>
                    </a:lnTo>
                    <a:lnTo>
                      <a:pt x="690" y="1427"/>
                    </a:lnTo>
                    <a:lnTo>
                      <a:pt x="691" y="1427"/>
                    </a:lnTo>
                    <a:lnTo>
                      <a:pt x="691" y="1427"/>
                    </a:lnTo>
                    <a:lnTo>
                      <a:pt x="691" y="1427"/>
                    </a:lnTo>
                    <a:lnTo>
                      <a:pt x="691" y="1427"/>
                    </a:lnTo>
                    <a:lnTo>
                      <a:pt x="692" y="1427"/>
                    </a:lnTo>
                    <a:lnTo>
                      <a:pt x="692" y="1427"/>
                    </a:lnTo>
                    <a:lnTo>
                      <a:pt x="693" y="1427"/>
                    </a:lnTo>
                    <a:lnTo>
                      <a:pt x="693" y="1427"/>
                    </a:lnTo>
                    <a:lnTo>
                      <a:pt x="693" y="1427"/>
                    </a:lnTo>
                    <a:lnTo>
                      <a:pt x="693" y="1427"/>
                    </a:lnTo>
                    <a:lnTo>
                      <a:pt x="694" y="1427"/>
                    </a:lnTo>
                    <a:lnTo>
                      <a:pt x="694" y="1427"/>
                    </a:lnTo>
                    <a:lnTo>
                      <a:pt x="694" y="1427"/>
                    </a:lnTo>
                    <a:lnTo>
                      <a:pt x="694" y="1427"/>
                    </a:lnTo>
                    <a:lnTo>
                      <a:pt x="695" y="1427"/>
                    </a:lnTo>
                    <a:lnTo>
                      <a:pt x="695" y="1427"/>
                    </a:lnTo>
                    <a:lnTo>
                      <a:pt x="695" y="1427"/>
                    </a:lnTo>
                    <a:lnTo>
                      <a:pt x="696" y="1427"/>
                    </a:lnTo>
                    <a:lnTo>
                      <a:pt x="696" y="1427"/>
                    </a:lnTo>
                    <a:lnTo>
                      <a:pt x="696" y="1427"/>
                    </a:lnTo>
                    <a:lnTo>
                      <a:pt x="697" y="1427"/>
                    </a:lnTo>
                    <a:lnTo>
                      <a:pt x="697" y="1427"/>
                    </a:lnTo>
                    <a:lnTo>
                      <a:pt x="697" y="1427"/>
                    </a:lnTo>
                    <a:lnTo>
                      <a:pt x="697" y="1427"/>
                    </a:lnTo>
                    <a:lnTo>
                      <a:pt x="698" y="1427"/>
                    </a:lnTo>
                    <a:lnTo>
                      <a:pt x="698" y="1427"/>
                    </a:lnTo>
                    <a:lnTo>
                      <a:pt x="698" y="1427"/>
                    </a:lnTo>
                    <a:lnTo>
                      <a:pt x="699" y="1427"/>
                    </a:lnTo>
                    <a:lnTo>
                      <a:pt x="699" y="1427"/>
                    </a:lnTo>
                    <a:lnTo>
                      <a:pt x="699" y="1427"/>
                    </a:lnTo>
                    <a:lnTo>
                      <a:pt x="699" y="1427"/>
                    </a:lnTo>
                    <a:lnTo>
                      <a:pt x="700" y="1427"/>
                    </a:lnTo>
                    <a:lnTo>
                      <a:pt x="700" y="1428"/>
                    </a:lnTo>
                    <a:lnTo>
                      <a:pt x="700" y="1428"/>
                    </a:lnTo>
                    <a:lnTo>
                      <a:pt x="700" y="1429"/>
                    </a:lnTo>
                    <a:lnTo>
                      <a:pt x="701" y="1429"/>
                    </a:lnTo>
                    <a:lnTo>
                      <a:pt x="701" y="1429"/>
                    </a:lnTo>
                    <a:lnTo>
                      <a:pt x="702" y="1429"/>
                    </a:lnTo>
                    <a:lnTo>
                      <a:pt x="702" y="1429"/>
                    </a:lnTo>
                    <a:lnTo>
                      <a:pt x="702" y="1429"/>
                    </a:lnTo>
                    <a:lnTo>
                      <a:pt x="702" y="1429"/>
                    </a:lnTo>
                    <a:lnTo>
                      <a:pt x="703" y="1429"/>
                    </a:lnTo>
                    <a:lnTo>
                      <a:pt x="703" y="1429"/>
                    </a:lnTo>
                    <a:lnTo>
                      <a:pt x="703" y="1429"/>
                    </a:lnTo>
                    <a:lnTo>
                      <a:pt x="703" y="1429"/>
                    </a:lnTo>
                    <a:lnTo>
                      <a:pt x="704" y="1429"/>
                    </a:lnTo>
                    <a:lnTo>
                      <a:pt x="704" y="1429"/>
                    </a:lnTo>
                    <a:lnTo>
                      <a:pt x="704" y="1429"/>
                    </a:lnTo>
                    <a:lnTo>
                      <a:pt x="705" y="1429"/>
                    </a:lnTo>
                    <a:lnTo>
                      <a:pt x="705" y="1429"/>
                    </a:lnTo>
                    <a:lnTo>
                      <a:pt x="705" y="1429"/>
                    </a:lnTo>
                    <a:lnTo>
                      <a:pt x="705" y="1429"/>
                    </a:lnTo>
                    <a:lnTo>
                      <a:pt x="706" y="1429"/>
                    </a:lnTo>
                    <a:lnTo>
                      <a:pt x="706" y="1429"/>
                    </a:lnTo>
                    <a:lnTo>
                      <a:pt x="706" y="1429"/>
                    </a:lnTo>
                    <a:lnTo>
                      <a:pt x="707" y="1429"/>
                    </a:lnTo>
                    <a:lnTo>
                      <a:pt x="707" y="1429"/>
                    </a:lnTo>
                    <a:lnTo>
                      <a:pt x="707" y="1429"/>
                    </a:lnTo>
                    <a:lnTo>
                      <a:pt x="708" y="1429"/>
                    </a:lnTo>
                    <a:lnTo>
                      <a:pt x="708" y="1429"/>
                    </a:lnTo>
                    <a:lnTo>
                      <a:pt x="708" y="1429"/>
                    </a:lnTo>
                    <a:lnTo>
                      <a:pt x="708" y="1429"/>
                    </a:lnTo>
                    <a:lnTo>
                      <a:pt x="709" y="1429"/>
                    </a:lnTo>
                    <a:lnTo>
                      <a:pt x="709" y="1429"/>
                    </a:lnTo>
                    <a:lnTo>
                      <a:pt x="709" y="1429"/>
                    </a:lnTo>
                    <a:lnTo>
                      <a:pt x="709" y="1429"/>
                    </a:lnTo>
                    <a:lnTo>
                      <a:pt x="710" y="1429"/>
                    </a:lnTo>
                    <a:lnTo>
                      <a:pt x="710" y="1429"/>
                    </a:lnTo>
                    <a:lnTo>
                      <a:pt x="711" y="1429"/>
                    </a:lnTo>
                    <a:lnTo>
                      <a:pt x="711" y="1429"/>
                    </a:lnTo>
                    <a:lnTo>
                      <a:pt x="711" y="1429"/>
                    </a:lnTo>
                    <a:lnTo>
                      <a:pt x="711" y="1429"/>
                    </a:lnTo>
                    <a:lnTo>
                      <a:pt x="712" y="1429"/>
                    </a:lnTo>
                    <a:lnTo>
                      <a:pt x="712" y="1429"/>
                    </a:lnTo>
                    <a:lnTo>
                      <a:pt x="712" y="1429"/>
                    </a:lnTo>
                    <a:lnTo>
                      <a:pt x="712" y="1429"/>
                    </a:lnTo>
                    <a:lnTo>
                      <a:pt x="713" y="1429"/>
                    </a:lnTo>
                    <a:lnTo>
                      <a:pt x="713" y="1429"/>
                    </a:lnTo>
                    <a:lnTo>
                      <a:pt x="713" y="1429"/>
                    </a:lnTo>
                    <a:lnTo>
                      <a:pt x="714" y="1429"/>
                    </a:lnTo>
                    <a:lnTo>
                      <a:pt x="714" y="1429"/>
                    </a:lnTo>
                    <a:lnTo>
                      <a:pt x="714" y="1429"/>
                    </a:lnTo>
                    <a:lnTo>
                      <a:pt x="714" y="1429"/>
                    </a:lnTo>
                    <a:lnTo>
                      <a:pt x="715" y="1429"/>
                    </a:lnTo>
                    <a:lnTo>
                      <a:pt x="715" y="1429"/>
                    </a:lnTo>
                    <a:lnTo>
                      <a:pt x="715" y="1429"/>
                    </a:lnTo>
                    <a:lnTo>
                      <a:pt x="715" y="1429"/>
                    </a:lnTo>
                    <a:lnTo>
                      <a:pt x="716" y="1429"/>
                    </a:lnTo>
                    <a:lnTo>
                      <a:pt x="716" y="1429"/>
                    </a:lnTo>
                    <a:lnTo>
                      <a:pt x="717" y="1429"/>
                    </a:lnTo>
                    <a:lnTo>
                      <a:pt x="717" y="1429"/>
                    </a:lnTo>
                    <a:lnTo>
                      <a:pt x="717" y="1429"/>
                    </a:lnTo>
                    <a:lnTo>
                      <a:pt x="717" y="1429"/>
                    </a:lnTo>
                    <a:lnTo>
                      <a:pt x="718" y="1429"/>
                    </a:lnTo>
                    <a:lnTo>
                      <a:pt x="718" y="1429"/>
                    </a:lnTo>
                    <a:lnTo>
                      <a:pt x="718" y="1429"/>
                    </a:lnTo>
                    <a:lnTo>
                      <a:pt x="718" y="1429"/>
                    </a:lnTo>
                    <a:lnTo>
                      <a:pt x="719" y="1429"/>
                    </a:lnTo>
                    <a:lnTo>
                      <a:pt x="719" y="1429"/>
                    </a:lnTo>
                    <a:lnTo>
                      <a:pt x="719" y="1429"/>
                    </a:lnTo>
                    <a:lnTo>
                      <a:pt x="720" y="1429"/>
                    </a:lnTo>
                    <a:lnTo>
                      <a:pt x="720" y="1429"/>
                    </a:lnTo>
                    <a:lnTo>
                      <a:pt x="720" y="1429"/>
                    </a:lnTo>
                    <a:lnTo>
                      <a:pt x="721" y="1429"/>
                    </a:lnTo>
                    <a:lnTo>
                      <a:pt x="721" y="1429"/>
                    </a:lnTo>
                    <a:lnTo>
                      <a:pt x="721" y="1429"/>
                    </a:lnTo>
                    <a:lnTo>
                      <a:pt x="721" y="1429"/>
                    </a:lnTo>
                    <a:lnTo>
                      <a:pt x="722" y="1429"/>
                    </a:lnTo>
                    <a:lnTo>
                      <a:pt x="722" y="1429"/>
                    </a:lnTo>
                    <a:lnTo>
                      <a:pt x="722" y="1429"/>
                    </a:lnTo>
                    <a:lnTo>
                      <a:pt x="723" y="1429"/>
                    </a:lnTo>
                    <a:lnTo>
                      <a:pt x="723" y="1429"/>
                    </a:lnTo>
                    <a:lnTo>
                      <a:pt x="723" y="1429"/>
                    </a:lnTo>
                    <a:lnTo>
                      <a:pt x="723" y="1429"/>
                    </a:lnTo>
                    <a:lnTo>
                      <a:pt x="724" y="1429"/>
                    </a:lnTo>
                    <a:lnTo>
                      <a:pt x="724" y="1429"/>
                    </a:lnTo>
                    <a:lnTo>
                      <a:pt x="724" y="1429"/>
                    </a:lnTo>
                    <a:lnTo>
                      <a:pt x="724" y="1429"/>
                    </a:lnTo>
                    <a:lnTo>
                      <a:pt x="725" y="1429"/>
                    </a:lnTo>
                    <a:lnTo>
                      <a:pt x="725" y="1429"/>
                    </a:lnTo>
                    <a:lnTo>
                      <a:pt x="726" y="1429"/>
                    </a:lnTo>
                    <a:lnTo>
                      <a:pt x="726" y="1429"/>
                    </a:lnTo>
                    <a:lnTo>
                      <a:pt x="726" y="1429"/>
                    </a:lnTo>
                    <a:lnTo>
                      <a:pt x="726" y="1429"/>
                    </a:lnTo>
                    <a:lnTo>
                      <a:pt x="727" y="1429"/>
                    </a:lnTo>
                    <a:lnTo>
                      <a:pt x="727" y="1429"/>
                    </a:lnTo>
                    <a:lnTo>
                      <a:pt x="727" y="1429"/>
                    </a:lnTo>
                    <a:lnTo>
                      <a:pt x="727" y="1429"/>
                    </a:lnTo>
                    <a:lnTo>
                      <a:pt x="728" y="1429"/>
                    </a:lnTo>
                    <a:lnTo>
                      <a:pt x="728" y="1429"/>
                    </a:lnTo>
                    <a:lnTo>
                      <a:pt x="728" y="1429"/>
                    </a:lnTo>
                    <a:lnTo>
                      <a:pt x="729" y="1429"/>
                    </a:lnTo>
                    <a:lnTo>
                      <a:pt x="729" y="1429"/>
                    </a:lnTo>
                    <a:lnTo>
                      <a:pt x="729" y="1429"/>
                    </a:lnTo>
                    <a:lnTo>
                      <a:pt x="729" y="1429"/>
                    </a:lnTo>
                    <a:lnTo>
                      <a:pt x="730" y="1429"/>
                    </a:lnTo>
                    <a:lnTo>
                      <a:pt x="730" y="1429"/>
                    </a:lnTo>
                    <a:lnTo>
                      <a:pt x="730" y="1429"/>
                    </a:lnTo>
                    <a:lnTo>
                      <a:pt x="731" y="1429"/>
                    </a:lnTo>
                    <a:lnTo>
                      <a:pt x="731" y="1429"/>
                    </a:lnTo>
                    <a:lnTo>
                      <a:pt x="731" y="1429"/>
                    </a:lnTo>
                    <a:lnTo>
                      <a:pt x="732" y="1429"/>
                    </a:lnTo>
                    <a:lnTo>
                      <a:pt x="732" y="1429"/>
                    </a:lnTo>
                    <a:lnTo>
                      <a:pt x="732" y="1429"/>
                    </a:lnTo>
                    <a:lnTo>
                      <a:pt x="732" y="1429"/>
                    </a:lnTo>
                    <a:lnTo>
                      <a:pt x="733" y="1429"/>
                    </a:lnTo>
                    <a:lnTo>
                      <a:pt x="733" y="1429"/>
                    </a:lnTo>
                    <a:lnTo>
                      <a:pt x="734" y="1429"/>
                    </a:lnTo>
                    <a:lnTo>
                      <a:pt x="734" y="1429"/>
                    </a:lnTo>
                    <a:lnTo>
                      <a:pt x="734" y="1429"/>
                    </a:lnTo>
                    <a:lnTo>
                      <a:pt x="734" y="1429"/>
                    </a:lnTo>
                    <a:lnTo>
                      <a:pt x="735" y="1429"/>
                    </a:lnTo>
                    <a:lnTo>
                      <a:pt x="735" y="1429"/>
                    </a:lnTo>
                    <a:lnTo>
                      <a:pt x="735" y="1429"/>
                    </a:lnTo>
                    <a:lnTo>
                      <a:pt x="735" y="1429"/>
                    </a:lnTo>
                    <a:lnTo>
                      <a:pt x="736" y="1429"/>
                    </a:lnTo>
                    <a:lnTo>
                      <a:pt x="736" y="1429"/>
                    </a:lnTo>
                    <a:lnTo>
                      <a:pt x="736" y="1429"/>
                    </a:lnTo>
                    <a:lnTo>
                      <a:pt x="737" y="1429"/>
                    </a:lnTo>
                    <a:lnTo>
                      <a:pt x="737" y="1429"/>
                    </a:lnTo>
                    <a:lnTo>
                      <a:pt x="737" y="1429"/>
                    </a:lnTo>
                    <a:lnTo>
                      <a:pt x="737" y="1429"/>
                    </a:lnTo>
                    <a:lnTo>
                      <a:pt x="738" y="1429"/>
                    </a:lnTo>
                    <a:lnTo>
                      <a:pt x="738" y="1429"/>
                    </a:lnTo>
                    <a:lnTo>
                      <a:pt x="738" y="1429"/>
                    </a:lnTo>
                    <a:lnTo>
                      <a:pt x="738" y="1429"/>
                    </a:lnTo>
                    <a:lnTo>
                      <a:pt x="739" y="1429"/>
                    </a:lnTo>
                    <a:lnTo>
                      <a:pt x="739" y="1429"/>
                    </a:lnTo>
                    <a:lnTo>
                      <a:pt x="740" y="1429"/>
                    </a:lnTo>
                    <a:lnTo>
                      <a:pt x="740" y="1429"/>
                    </a:lnTo>
                    <a:lnTo>
                      <a:pt x="740" y="1429"/>
                    </a:lnTo>
                    <a:lnTo>
                      <a:pt x="740" y="1429"/>
                    </a:lnTo>
                    <a:lnTo>
                      <a:pt x="741" y="1429"/>
                    </a:lnTo>
                    <a:lnTo>
                      <a:pt x="741" y="1429"/>
                    </a:lnTo>
                    <a:lnTo>
                      <a:pt x="741" y="1429"/>
                    </a:lnTo>
                    <a:lnTo>
                      <a:pt x="741" y="1429"/>
                    </a:lnTo>
                    <a:lnTo>
                      <a:pt x="742" y="1429"/>
                    </a:lnTo>
                    <a:lnTo>
                      <a:pt x="742" y="1429"/>
                    </a:lnTo>
                    <a:lnTo>
                      <a:pt x="742" y="1429"/>
                    </a:lnTo>
                    <a:lnTo>
                      <a:pt x="743" y="1429"/>
                    </a:lnTo>
                    <a:lnTo>
                      <a:pt x="743" y="1429"/>
                    </a:lnTo>
                    <a:lnTo>
                      <a:pt x="743" y="1429"/>
                    </a:lnTo>
                    <a:lnTo>
                      <a:pt x="744" y="1429"/>
                    </a:lnTo>
                    <a:lnTo>
                      <a:pt x="744" y="1429"/>
                    </a:lnTo>
                    <a:lnTo>
                      <a:pt x="744" y="1429"/>
                    </a:lnTo>
                    <a:lnTo>
                      <a:pt x="744" y="1429"/>
                    </a:lnTo>
                    <a:lnTo>
                      <a:pt x="745" y="1429"/>
                    </a:lnTo>
                    <a:lnTo>
                      <a:pt x="745" y="1429"/>
                    </a:lnTo>
                    <a:lnTo>
                      <a:pt x="745" y="1429"/>
                    </a:lnTo>
                    <a:lnTo>
                      <a:pt x="746" y="1429"/>
                    </a:lnTo>
                    <a:lnTo>
                      <a:pt x="746" y="1429"/>
                    </a:lnTo>
                    <a:lnTo>
                      <a:pt x="746" y="1429"/>
                    </a:lnTo>
                    <a:lnTo>
                      <a:pt x="746" y="1429"/>
                    </a:lnTo>
                    <a:lnTo>
                      <a:pt x="747" y="1429"/>
                    </a:lnTo>
                    <a:lnTo>
                      <a:pt x="747" y="1429"/>
                    </a:lnTo>
                    <a:lnTo>
                      <a:pt x="747" y="1429"/>
                    </a:lnTo>
                    <a:lnTo>
                      <a:pt x="747" y="1429"/>
                    </a:lnTo>
                    <a:lnTo>
                      <a:pt x="748" y="1429"/>
                    </a:lnTo>
                    <a:lnTo>
                      <a:pt x="748" y="1429"/>
                    </a:lnTo>
                    <a:lnTo>
                      <a:pt x="749" y="1429"/>
                    </a:lnTo>
                    <a:lnTo>
                      <a:pt x="749" y="1429"/>
                    </a:lnTo>
                    <a:lnTo>
                      <a:pt x="749" y="1429"/>
                    </a:lnTo>
                    <a:lnTo>
                      <a:pt x="749" y="1429"/>
                    </a:lnTo>
                    <a:lnTo>
                      <a:pt x="750" y="1429"/>
                    </a:lnTo>
                    <a:lnTo>
                      <a:pt x="750" y="1429"/>
                    </a:lnTo>
                    <a:lnTo>
                      <a:pt x="750" y="1429"/>
                    </a:lnTo>
                    <a:lnTo>
                      <a:pt x="750" y="1429"/>
                    </a:lnTo>
                    <a:lnTo>
                      <a:pt x="751" y="1429"/>
                    </a:lnTo>
                    <a:lnTo>
                      <a:pt x="751" y="1429"/>
                    </a:lnTo>
                    <a:lnTo>
                      <a:pt x="751" y="1429"/>
                    </a:lnTo>
                    <a:lnTo>
                      <a:pt x="752" y="1429"/>
                    </a:lnTo>
                    <a:lnTo>
                      <a:pt x="752" y="1429"/>
                    </a:lnTo>
                    <a:lnTo>
                      <a:pt x="752" y="1429"/>
                    </a:lnTo>
                    <a:lnTo>
                      <a:pt x="752" y="1429"/>
                    </a:lnTo>
                    <a:lnTo>
                      <a:pt x="753" y="1429"/>
                    </a:lnTo>
                    <a:lnTo>
                      <a:pt x="753" y="1429"/>
                    </a:lnTo>
                    <a:lnTo>
                      <a:pt x="753" y="1429"/>
                    </a:lnTo>
                    <a:lnTo>
                      <a:pt x="754" y="1429"/>
                    </a:lnTo>
                    <a:lnTo>
                      <a:pt x="754" y="1429"/>
                    </a:lnTo>
                    <a:lnTo>
                      <a:pt x="754" y="1429"/>
                    </a:lnTo>
                    <a:lnTo>
                      <a:pt x="755" y="1429"/>
                    </a:lnTo>
                    <a:lnTo>
                      <a:pt x="755" y="1429"/>
                    </a:lnTo>
                    <a:lnTo>
                      <a:pt x="755" y="1429"/>
                    </a:lnTo>
                    <a:lnTo>
                      <a:pt x="755" y="1429"/>
                    </a:lnTo>
                    <a:lnTo>
                      <a:pt x="756" y="1429"/>
                    </a:lnTo>
                    <a:lnTo>
                      <a:pt x="756" y="1429"/>
                    </a:lnTo>
                    <a:lnTo>
                      <a:pt x="756" y="1429"/>
                    </a:lnTo>
                    <a:lnTo>
                      <a:pt x="756" y="1429"/>
                    </a:lnTo>
                    <a:lnTo>
                      <a:pt x="757" y="1429"/>
                    </a:lnTo>
                    <a:lnTo>
                      <a:pt x="757" y="1429"/>
                    </a:lnTo>
                    <a:lnTo>
                      <a:pt x="758" y="1429"/>
                    </a:lnTo>
                    <a:lnTo>
                      <a:pt x="758" y="1429"/>
                    </a:lnTo>
                    <a:lnTo>
                      <a:pt x="758" y="1429"/>
                    </a:lnTo>
                    <a:lnTo>
                      <a:pt x="758" y="1429"/>
                    </a:lnTo>
                    <a:lnTo>
                      <a:pt x="759" y="1429"/>
                    </a:lnTo>
                    <a:lnTo>
                      <a:pt x="759" y="1429"/>
                    </a:lnTo>
                    <a:lnTo>
                      <a:pt x="759" y="1429"/>
                    </a:lnTo>
                    <a:lnTo>
                      <a:pt x="759" y="1429"/>
                    </a:lnTo>
                    <a:lnTo>
                      <a:pt x="760" y="1429"/>
                    </a:lnTo>
                    <a:lnTo>
                      <a:pt x="760" y="1429"/>
                    </a:lnTo>
                    <a:lnTo>
                      <a:pt x="760" y="1429"/>
                    </a:lnTo>
                    <a:lnTo>
                      <a:pt x="761" y="1429"/>
                    </a:lnTo>
                    <a:lnTo>
                      <a:pt x="761" y="1429"/>
                    </a:lnTo>
                    <a:lnTo>
                      <a:pt x="761" y="1429"/>
                    </a:lnTo>
                    <a:lnTo>
                      <a:pt x="761" y="1429"/>
                    </a:lnTo>
                    <a:lnTo>
                      <a:pt x="762" y="1429"/>
                    </a:lnTo>
                    <a:lnTo>
                      <a:pt x="762" y="1429"/>
                    </a:lnTo>
                    <a:lnTo>
                      <a:pt x="762" y="1429"/>
                    </a:lnTo>
                    <a:lnTo>
                      <a:pt x="762" y="1429"/>
                    </a:lnTo>
                    <a:lnTo>
                      <a:pt x="763" y="1429"/>
                    </a:lnTo>
                    <a:lnTo>
                      <a:pt x="763" y="1429"/>
                    </a:lnTo>
                    <a:lnTo>
                      <a:pt x="764" y="1429"/>
                    </a:lnTo>
                    <a:lnTo>
                      <a:pt x="764" y="1429"/>
                    </a:lnTo>
                    <a:lnTo>
                      <a:pt x="764" y="1429"/>
                    </a:lnTo>
                    <a:lnTo>
                      <a:pt x="764" y="1429"/>
                    </a:lnTo>
                    <a:lnTo>
                      <a:pt x="765" y="1429"/>
                    </a:lnTo>
                    <a:lnTo>
                      <a:pt x="765" y="1429"/>
                    </a:lnTo>
                    <a:lnTo>
                      <a:pt x="765" y="1429"/>
                    </a:lnTo>
                    <a:lnTo>
                      <a:pt x="765" y="1429"/>
                    </a:lnTo>
                    <a:lnTo>
                      <a:pt x="766" y="1429"/>
                    </a:lnTo>
                    <a:lnTo>
                      <a:pt x="766" y="1429"/>
                    </a:lnTo>
                    <a:lnTo>
                      <a:pt x="766" y="1429"/>
                    </a:lnTo>
                    <a:lnTo>
                      <a:pt x="767" y="1429"/>
                    </a:lnTo>
                    <a:lnTo>
                      <a:pt x="767" y="1429"/>
                    </a:lnTo>
                    <a:lnTo>
                      <a:pt x="767" y="1429"/>
                    </a:lnTo>
                    <a:lnTo>
                      <a:pt x="768" y="1429"/>
                    </a:lnTo>
                    <a:lnTo>
                      <a:pt x="768" y="1429"/>
                    </a:lnTo>
                    <a:lnTo>
                      <a:pt x="768" y="1429"/>
                    </a:lnTo>
                    <a:lnTo>
                      <a:pt x="768" y="1429"/>
                    </a:lnTo>
                    <a:lnTo>
                      <a:pt x="769" y="1429"/>
                    </a:lnTo>
                    <a:lnTo>
                      <a:pt x="769" y="1429"/>
                    </a:lnTo>
                    <a:lnTo>
                      <a:pt x="769" y="1429"/>
                    </a:lnTo>
                    <a:lnTo>
                      <a:pt x="770" y="1429"/>
                    </a:lnTo>
                    <a:lnTo>
                      <a:pt x="770" y="1429"/>
                    </a:lnTo>
                    <a:lnTo>
                      <a:pt x="770" y="1429"/>
                    </a:lnTo>
                    <a:lnTo>
                      <a:pt x="770" y="1429"/>
                    </a:lnTo>
                    <a:lnTo>
                      <a:pt x="771" y="1429"/>
                    </a:lnTo>
                    <a:lnTo>
                      <a:pt x="771" y="1429"/>
                    </a:lnTo>
                    <a:lnTo>
                      <a:pt x="771" y="1429"/>
                    </a:lnTo>
                    <a:lnTo>
                      <a:pt x="771" y="1429"/>
                    </a:lnTo>
                    <a:lnTo>
                      <a:pt x="772" y="1429"/>
                    </a:lnTo>
                    <a:lnTo>
                      <a:pt x="772" y="1429"/>
                    </a:lnTo>
                    <a:lnTo>
                      <a:pt x="773" y="1429"/>
                    </a:lnTo>
                    <a:lnTo>
                      <a:pt x="773" y="1429"/>
                    </a:lnTo>
                    <a:lnTo>
                      <a:pt x="773" y="1429"/>
                    </a:lnTo>
                    <a:lnTo>
                      <a:pt x="773" y="1429"/>
                    </a:lnTo>
                    <a:lnTo>
                      <a:pt x="774" y="1429"/>
                    </a:lnTo>
                    <a:lnTo>
                      <a:pt x="774" y="1429"/>
                    </a:lnTo>
                    <a:lnTo>
                      <a:pt x="774" y="1429"/>
                    </a:lnTo>
                    <a:lnTo>
                      <a:pt x="774" y="1429"/>
                    </a:lnTo>
                    <a:lnTo>
                      <a:pt x="775" y="1429"/>
                    </a:lnTo>
                    <a:lnTo>
                      <a:pt x="775" y="1429"/>
                    </a:lnTo>
                    <a:lnTo>
                      <a:pt x="775" y="1429"/>
                    </a:lnTo>
                    <a:lnTo>
                      <a:pt x="776" y="1429"/>
                    </a:lnTo>
                    <a:lnTo>
                      <a:pt x="776" y="1429"/>
                    </a:lnTo>
                    <a:lnTo>
                      <a:pt x="776" y="1429"/>
                    </a:lnTo>
                    <a:lnTo>
                      <a:pt x="776" y="1429"/>
                    </a:lnTo>
                    <a:lnTo>
                      <a:pt x="777" y="1429"/>
                    </a:lnTo>
                    <a:lnTo>
                      <a:pt x="777" y="1429"/>
                    </a:lnTo>
                    <a:lnTo>
                      <a:pt x="777" y="1429"/>
                    </a:lnTo>
                    <a:lnTo>
                      <a:pt x="778" y="1429"/>
                    </a:lnTo>
                    <a:lnTo>
                      <a:pt x="778" y="1429"/>
                    </a:lnTo>
                    <a:lnTo>
                      <a:pt x="778" y="1429"/>
                    </a:lnTo>
                    <a:lnTo>
                      <a:pt x="779" y="1429"/>
                    </a:lnTo>
                    <a:lnTo>
                      <a:pt x="779" y="1429"/>
                    </a:lnTo>
                    <a:lnTo>
                      <a:pt x="779" y="1429"/>
                    </a:lnTo>
                    <a:lnTo>
                      <a:pt x="779" y="1429"/>
                    </a:lnTo>
                    <a:lnTo>
                      <a:pt x="780" y="1429"/>
                    </a:lnTo>
                    <a:lnTo>
                      <a:pt x="780" y="1429"/>
                    </a:lnTo>
                    <a:lnTo>
                      <a:pt x="780" y="1429"/>
                    </a:lnTo>
                    <a:lnTo>
                      <a:pt x="780" y="1429"/>
                    </a:lnTo>
                    <a:lnTo>
                      <a:pt x="781" y="1429"/>
                    </a:lnTo>
                    <a:lnTo>
                      <a:pt x="781" y="1429"/>
                    </a:lnTo>
                    <a:lnTo>
                      <a:pt x="782" y="1429"/>
                    </a:lnTo>
                    <a:lnTo>
                      <a:pt x="782" y="1429"/>
                    </a:lnTo>
                    <a:lnTo>
                      <a:pt x="782" y="1429"/>
                    </a:lnTo>
                    <a:lnTo>
                      <a:pt x="782" y="1429"/>
                    </a:lnTo>
                    <a:lnTo>
                      <a:pt x="783" y="1429"/>
                    </a:lnTo>
                    <a:lnTo>
                      <a:pt x="783" y="1429"/>
                    </a:lnTo>
                    <a:lnTo>
                      <a:pt x="783" y="1429"/>
                    </a:lnTo>
                    <a:lnTo>
                      <a:pt x="783" y="1429"/>
                    </a:lnTo>
                    <a:lnTo>
                      <a:pt x="784" y="1429"/>
                    </a:lnTo>
                    <a:lnTo>
                      <a:pt x="784" y="1429"/>
                    </a:lnTo>
                    <a:lnTo>
                      <a:pt x="784" y="1429"/>
                    </a:lnTo>
                    <a:lnTo>
                      <a:pt x="785" y="1429"/>
                    </a:lnTo>
                    <a:lnTo>
                      <a:pt x="785" y="1429"/>
                    </a:lnTo>
                    <a:lnTo>
                      <a:pt x="785" y="1429"/>
                    </a:lnTo>
                    <a:lnTo>
                      <a:pt x="785" y="1429"/>
                    </a:lnTo>
                    <a:lnTo>
                      <a:pt x="786" y="1429"/>
                    </a:lnTo>
                    <a:lnTo>
                      <a:pt x="786" y="1429"/>
                    </a:lnTo>
                    <a:lnTo>
                      <a:pt x="786" y="1429"/>
                    </a:lnTo>
                    <a:lnTo>
                      <a:pt x="786" y="1429"/>
                    </a:lnTo>
                    <a:lnTo>
                      <a:pt x="787" y="1429"/>
                    </a:lnTo>
                    <a:lnTo>
                      <a:pt x="787" y="1429"/>
                    </a:lnTo>
                    <a:lnTo>
                      <a:pt x="788" y="1429"/>
                    </a:lnTo>
                    <a:lnTo>
                      <a:pt x="788" y="1429"/>
                    </a:lnTo>
                    <a:lnTo>
                      <a:pt x="788" y="1429"/>
                    </a:lnTo>
                    <a:lnTo>
                      <a:pt x="788" y="1429"/>
                    </a:lnTo>
                    <a:lnTo>
                      <a:pt x="789" y="1429"/>
                    </a:lnTo>
                    <a:lnTo>
                      <a:pt x="789" y="1429"/>
                    </a:lnTo>
                    <a:lnTo>
                      <a:pt x="789" y="1429"/>
                    </a:lnTo>
                    <a:lnTo>
                      <a:pt x="789" y="1429"/>
                    </a:lnTo>
                    <a:lnTo>
                      <a:pt x="790" y="1429"/>
                    </a:lnTo>
                    <a:lnTo>
                      <a:pt x="790" y="1429"/>
                    </a:lnTo>
                    <a:lnTo>
                      <a:pt x="791" y="1429"/>
                    </a:lnTo>
                    <a:lnTo>
                      <a:pt x="791" y="1429"/>
                    </a:lnTo>
                    <a:lnTo>
                      <a:pt x="791" y="1429"/>
                    </a:lnTo>
                    <a:lnTo>
                      <a:pt x="791" y="1429"/>
                    </a:lnTo>
                    <a:lnTo>
                      <a:pt x="792" y="1429"/>
                    </a:lnTo>
                    <a:lnTo>
                      <a:pt x="792" y="1429"/>
                    </a:lnTo>
                    <a:lnTo>
                      <a:pt x="792" y="1429"/>
                    </a:lnTo>
                    <a:lnTo>
                      <a:pt x="792" y="1429"/>
                    </a:lnTo>
                    <a:lnTo>
                      <a:pt x="793" y="1429"/>
                    </a:lnTo>
                    <a:lnTo>
                      <a:pt x="793" y="1429"/>
                    </a:lnTo>
                    <a:lnTo>
                      <a:pt x="793" y="1429"/>
                    </a:lnTo>
                    <a:lnTo>
                      <a:pt x="794" y="1429"/>
                    </a:lnTo>
                    <a:lnTo>
                      <a:pt x="794" y="1429"/>
                    </a:lnTo>
                    <a:lnTo>
                      <a:pt x="794" y="1429"/>
                    </a:lnTo>
                    <a:lnTo>
                      <a:pt x="794" y="1429"/>
                    </a:lnTo>
                    <a:lnTo>
                      <a:pt x="795" y="1429"/>
                    </a:lnTo>
                    <a:lnTo>
                      <a:pt x="795" y="1429"/>
                    </a:lnTo>
                    <a:lnTo>
                      <a:pt x="795" y="1429"/>
                    </a:lnTo>
                    <a:lnTo>
                      <a:pt x="795" y="1429"/>
                    </a:lnTo>
                    <a:lnTo>
                      <a:pt x="796" y="1429"/>
                    </a:lnTo>
                    <a:lnTo>
                      <a:pt x="796" y="1429"/>
                    </a:lnTo>
                    <a:lnTo>
                      <a:pt x="797" y="1429"/>
                    </a:lnTo>
                    <a:lnTo>
                      <a:pt x="797" y="1429"/>
                    </a:lnTo>
                    <a:lnTo>
                      <a:pt x="797" y="1429"/>
                    </a:lnTo>
                    <a:lnTo>
                      <a:pt x="797" y="1429"/>
                    </a:lnTo>
                    <a:lnTo>
                      <a:pt x="798" y="1429"/>
                    </a:lnTo>
                    <a:lnTo>
                      <a:pt x="798" y="1429"/>
                    </a:lnTo>
                    <a:lnTo>
                      <a:pt x="798" y="1429"/>
                    </a:lnTo>
                    <a:lnTo>
                      <a:pt x="798" y="1429"/>
                    </a:lnTo>
                    <a:lnTo>
                      <a:pt x="799" y="1429"/>
                    </a:lnTo>
                    <a:lnTo>
                      <a:pt x="799" y="1429"/>
                    </a:lnTo>
                    <a:lnTo>
                      <a:pt x="799" y="1429"/>
                    </a:lnTo>
                    <a:lnTo>
                      <a:pt x="800" y="1429"/>
                    </a:lnTo>
                    <a:lnTo>
                      <a:pt x="800" y="1429"/>
                    </a:lnTo>
                    <a:lnTo>
                      <a:pt x="800" y="1429"/>
                    </a:lnTo>
                    <a:lnTo>
                      <a:pt x="801" y="1429"/>
                    </a:lnTo>
                    <a:lnTo>
                      <a:pt x="801" y="1429"/>
                    </a:lnTo>
                    <a:lnTo>
                      <a:pt x="801" y="1429"/>
                    </a:lnTo>
                    <a:lnTo>
                      <a:pt x="802" y="1429"/>
                    </a:lnTo>
                    <a:lnTo>
                      <a:pt x="802" y="1429"/>
                    </a:lnTo>
                    <a:lnTo>
                      <a:pt x="802" y="1429"/>
                    </a:lnTo>
                    <a:lnTo>
                      <a:pt x="802" y="1429"/>
                    </a:lnTo>
                    <a:lnTo>
                      <a:pt x="803" y="1429"/>
                    </a:lnTo>
                    <a:lnTo>
                      <a:pt x="803" y="1429"/>
                    </a:lnTo>
                    <a:lnTo>
                      <a:pt x="803" y="1429"/>
                    </a:lnTo>
                    <a:lnTo>
                      <a:pt x="803" y="1429"/>
                    </a:lnTo>
                    <a:lnTo>
                      <a:pt x="804" y="1429"/>
                    </a:lnTo>
                    <a:lnTo>
                      <a:pt x="804" y="1429"/>
                    </a:lnTo>
                    <a:lnTo>
                      <a:pt x="805" y="1429"/>
                    </a:lnTo>
                    <a:lnTo>
                      <a:pt x="805" y="1429"/>
                    </a:lnTo>
                    <a:lnTo>
                      <a:pt x="805" y="1429"/>
                    </a:lnTo>
                    <a:lnTo>
                      <a:pt x="805" y="1429"/>
                    </a:lnTo>
                    <a:lnTo>
                      <a:pt x="806" y="1429"/>
                    </a:lnTo>
                    <a:lnTo>
                      <a:pt x="806" y="1429"/>
                    </a:lnTo>
                    <a:lnTo>
                      <a:pt x="806" y="1429"/>
                    </a:lnTo>
                    <a:lnTo>
                      <a:pt x="806" y="1429"/>
                    </a:lnTo>
                    <a:lnTo>
                      <a:pt x="807" y="1429"/>
                    </a:lnTo>
                    <a:lnTo>
                      <a:pt x="807" y="1429"/>
                    </a:lnTo>
                    <a:lnTo>
                      <a:pt x="807" y="1429"/>
                    </a:lnTo>
                    <a:lnTo>
                      <a:pt x="808" y="1429"/>
                    </a:lnTo>
                    <a:lnTo>
                      <a:pt x="808" y="1429"/>
                    </a:lnTo>
                    <a:lnTo>
                      <a:pt x="808" y="1429"/>
                    </a:lnTo>
                    <a:lnTo>
                      <a:pt x="808" y="1429"/>
                    </a:lnTo>
                    <a:lnTo>
                      <a:pt x="809" y="1429"/>
                    </a:lnTo>
                    <a:lnTo>
                      <a:pt x="809" y="1429"/>
                    </a:lnTo>
                    <a:lnTo>
                      <a:pt x="809" y="1429"/>
                    </a:lnTo>
                    <a:lnTo>
                      <a:pt x="809" y="1429"/>
                    </a:lnTo>
                    <a:lnTo>
                      <a:pt x="810" y="1429"/>
                    </a:lnTo>
                    <a:lnTo>
                      <a:pt x="810" y="1429"/>
                    </a:lnTo>
                    <a:lnTo>
                      <a:pt x="811" y="1429"/>
                    </a:lnTo>
                    <a:lnTo>
                      <a:pt x="811" y="1429"/>
                    </a:lnTo>
                    <a:lnTo>
                      <a:pt x="811" y="1429"/>
                    </a:lnTo>
                    <a:lnTo>
                      <a:pt x="811" y="1429"/>
                    </a:lnTo>
                    <a:lnTo>
                      <a:pt x="812" y="1429"/>
                    </a:lnTo>
                    <a:lnTo>
                      <a:pt x="812" y="1429"/>
                    </a:lnTo>
                    <a:lnTo>
                      <a:pt x="812" y="1429"/>
                    </a:lnTo>
                    <a:lnTo>
                      <a:pt x="812" y="1429"/>
                    </a:lnTo>
                    <a:lnTo>
                      <a:pt x="813" y="1429"/>
                    </a:lnTo>
                    <a:lnTo>
                      <a:pt x="813" y="1429"/>
                    </a:lnTo>
                    <a:lnTo>
                      <a:pt x="813" y="1429"/>
                    </a:lnTo>
                    <a:lnTo>
                      <a:pt x="814" y="1429"/>
                    </a:lnTo>
                    <a:lnTo>
                      <a:pt x="814" y="1429"/>
                    </a:lnTo>
                    <a:lnTo>
                      <a:pt x="814" y="1429"/>
                    </a:lnTo>
                    <a:lnTo>
                      <a:pt x="815" y="1429"/>
                    </a:lnTo>
                    <a:lnTo>
                      <a:pt x="815" y="1429"/>
                    </a:lnTo>
                    <a:lnTo>
                      <a:pt x="815" y="1429"/>
                    </a:lnTo>
                    <a:lnTo>
                      <a:pt x="815" y="1429"/>
                    </a:lnTo>
                    <a:lnTo>
                      <a:pt x="816" y="1429"/>
                    </a:lnTo>
                    <a:lnTo>
                      <a:pt x="816" y="1429"/>
                    </a:lnTo>
                    <a:lnTo>
                      <a:pt x="816" y="1429"/>
                    </a:lnTo>
                    <a:lnTo>
                      <a:pt x="817" y="1429"/>
                    </a:lnTo>
                    <a:lnTo>
                      <a:pt x="817" y="1429"/>
                    </a:lnTo>
                    <a:lnTo>
                      <a:pt x="817" y="1429"/>
                    </a:lnTo>
                    <a:lnTo>
                      <a:pt x="817" y="1429"/>
                    </a:lnTo>
                    <a:lnTo>
                      <a:pt x="818" y="1429"/>
                    </a:lnTo>
                    <a:lnTo>
                      <a:pt x="818" y="1429"/>
                    </a:lnTo>
                    <a:lnTo>
                      <a:pt x="818" y="1429"/>
                    </a:lnTo>
                    <a:lnTo>
                      <a:pt x="818" y="1429"/>
                    </a:lnTo>
                    <a:lnTo>
                      <a:pt x="819" y="1429"/>
                    </a:lnTo>
                    <a:lnTo>
                      <a:pt x="819" y="1429"/>
                    </a:lnTo>
                    <a:lnTo>
                      <a:pt x="820" y="1429"/>
                    </a:lnTo>
                    <a:lnTo>
                      <a:pt x="820" y="1429"/>
                    </a:lnTo>
                    <a:lnTo>
                      <a:pt x="820" y="1429"/>
                    </a:lnTo>
                    <a:lnTo>
                      <a:pt x="820" y="1429"/>
                    </a:lnTo>
                    <a:lnTo>
                      <a:pt x="821" y="1429"/>
                    </a:lnTo>
                    <a:lnTo>
                      <a:pt x="821" y="1429"/>
                    </a:lnTo>
                    <a:lnTo>
                      <a:pt x="821" y="1429"/>
                    </a:lnTo>
                    <a:lnTo>
                      <a:pt x="821" y="1429"/>
                    </a:lnTo>
                    <a:lnTo>
                      <a:pt x="822" y="1431"/>
                    </a:lnTo>
                    <a:lnTo>
                      <a:pt x="822" y="1434"/>
                    </a:lnTo>
                    <a:lnTo>
                      <a:pt x="822" y="1435"/>
                    </a:lnTo>
                    <a:lnTo>
                      <a:pt x="823" y="1438"/>
                    </a:lnTo>
                    <a:lnTo>
                      <a:pt x="823" y="1444"/>
                    </a:lnTo>
                    <a:lnTo>
                      <a:pt x="823" y="1450"/>
                    </a:lnTo>
                    <a:lnTo>
                      <a:pt x="823" y="1456"/>
                    </a:lnTo>
                    <a:lnTo>
                      <a:pt x="824" y="1462"/>
                    </a:lnTo>
                    <a:lnTo>
                      <a:pt x="824" y="1466"/>
                    </a:lnTo>
                    <a:lnTo>
                      <a:pt x="824" y="1469"/>
                    </a:lnTo>
                    <a:lnTo>
                      <a:pt x="825" y="1473"/>
                    </a:lnTo>
                    <a:lnTo>
                      <a:pt x="825" y="1476"/>
                    </a:lnTo>
                    <a:lnTo>
                      <a:pt x="825" y="1476"/>
                    </a:lnTo>
                    <a:lnTo>
                      <a:pt x="826" y="1476"/>
                    </a:lnTo>
                    <a:lnTo>
                      <a:pt x="826" y="1476"/>
                    </a:lnTo>
                    <a:lnTo>
                      <a:pt x="826" y="1476"/>
                    </a:lnTo>
                    <a:lnTo>
                      <a:pt x="826" y="1476"/>
                    </a:lnTo>
                    <a:lnTo>
                      <a:pt x="827" y="1476"/>
                    </a:lnTo>
                    <a:lnTo>
                      <a:pt x="827" y="1476"/>
                    </a:lnTo>
                    <a:lnTo>
                      <a:pt x="827" y="1476"/>
                    </a:lnTo>
                    <a:lnTo>
                      <a:pt x="827" y="1475"/>
                    </a:lnTo>
                    <a:lnTo>
                      <a:pt x="828" y="1474"/>
                    </a:lnTo>
                    <a:lnTo>
                      <a:pt x="828" y="1473"/>
                    </a:lnTo>
                    <a:lnTo>
                      <a:pt x="829" y="1473"/>
                    </a:lnTo>
                    <a:lnTo>
                      <a:pt x="829" y="1473"/>
                    </a:lnTo>
                    <a:lnTo>
                      <a:pt x="829" y="1473"/>
                    </a:lnTo>
                    <a:lnTo>
                      <a:pt x="829" y="1473"/>
                    </a:lnTo>
                    <a:lnTo>
                      <a:pt x="830" y="1473"/>
                    </a:lnTo>
                    <a:lnTo>
                      <a:pt x="830" y="1473"/>
                    </a:lnTo>
                    <a:lnTo>
                      <a:pt x="830" y="1474"/>
                    </a:lnTo>
                    <a:lnTo>
                      <a:pt x="830" y="1474"/>
                    </a:lnTo>
                    <a:lnTo>
                      <a:pt x="831" y="1475"/>
                    </a:lnTo>
                    <a:lnTo>
                      <a:pt x="831" y="1481"/>
                    </a:lnTo>
                    <a:lnTo>
                      <a:pt x="831" y="1488"/>
                    </a:lnTo>
                    <a:lnTo>
                      <a:pt x="832" y="1494"/>
                    </a:lnTo>
                    <a:lnTo>
                      <a:pt x="832" y="1501"/>
                    </a:lnTo>
                    <a:lnTo>
                      <a:pt x="832" y="1502"/>
                    </a:lnTo>
                    <a:lnTo>
                      <a:pt x="832" y="1502"/>
                    </a:lnTo>
                    <a:lnTo>
                      <a:pt x="833" y="1502"/>
                    </a:lnTo>
                    <a:lnTo>
                      <a:pt x="833" y="1503"/>
                    </a:lnTo>
                    <a:lnTo>
                      <a:pt x="833" y="1503"/>
                    </a:lnTo>
                    <a:lnTo>
                      <a:pt x="833" y="1503"/>
                    </a:lnTo>
                    <a:lnTo>
                      <a:pt x="834" y="1503"/>
                    </a:lnTo>
                    <a:lnTo>
                      <a:pt x="834" y="1503"/>
                    </a:lnTo>
                    <a:lnTo>
                      <a:pt x="835" y="1503"/>
                    </a:lnTo>
                    <a:lnTo>
                      <a:pt x="835" y="1503"/>
                    </a:lnTo>
                    <a:lnTo>
                      <a:pt x="835" y="1503"/>
                    </a:lnTo>
                    <a:lnTo>
                      <a:pt x="835" y="1503"/>
                    </a:lnTo>
                    <a:lnTo>
                      <a:pt x="836" y="1503"/>
                    </a:lnTo>
                    <a:lnTo>
                      <a:pt x="836" y="1503"/>
                    </a:lnTo>
                    <a:lnTo>
                      <a:pt x="836" y="1503"/>
                    </a:lnTo>
                    <a:lnTo>
                      <a:pt x="836" y="1503"/>
                    </a:lnTo>
                    <a:lnTo>
                      <a:pt x="837" y="1503"/>
                    </a:lnTo>
                    <a:lnTo>
                      <a:pt x="837" y="1503"/>
                    </a:lnTo>
                    <a:lnTo>
                      <a:pt x="837" y="1503"/>
                    </a:lnTo>
                    <a:lnTo>
                      <a:pt x="838" y="1503"/>
                    </a:lnTo>
                    <a:lnTo>
                      <a:pt x="838" y="1503"/>
                    </a:lnTo>
                    <a:lnTo>
                      <a:pt x="838" y="1503"/>
                    </a:lnTo>
                    <a:lnTo>
                      <a:pt x="839" y="1503"/>
                    </a:lnTo>
                    <a:lnTo>
                      <a:pt x="839" y="1503"/>
                    </a:lnTo>
                    <a:lnTo>
                      <a:pt x="839" y="1503"/>
                    </a:lnTo>
                    <a:lnTo>
                      <a:pt x="839" y="1503"/>
                    </a:lnTo>
                    <a:lnTo>
                      <a:pt x="840" y="1503"/>
                    </a:lnTo>
                    <a:lnTo>
                      <a:pt x="840" y="1503"/>
                    </a:lnTo>
                    <a:lnTo>
                      <a:pt x="840" y="1503"/>
                    </a:lnTo>
                    <a:lnTo>
                      <a:pt x="841" y="1503"/>
                    </a:lnTo>
                    <a:lnTo>
                      <a:pt x="841" y="1503"/>
                    </a:lnTo>
                    <a:lnTo>
                      <a:pt x="841" y="1503"/>
                    </a:lnTo>
                    <a:lnTo>
                      <a:pt x="841" y="1503"/>
                    </a:lnTo>
                    <a:lnTo>
                      <a:pt x="842" y="1503"/>
                    </a:lnTo>
                    <a:lnTo>
                      <a:pt x="842" y="1503"/>
                    </a:lnTo>
                    <a:lnTo>
                      <a:pt x="842" y="1503"/>
                    </a:lnTo>
                    <a:lnTo>
                      <a:pt x="842" y="1503"/>
                    </a:lnTo>
                    <a:lnTo>
                      <a:pt x="843" y="1503"/>
                    </a:lnTo>
                    <a:lnTo>
                      <a:pt x="843" y="1503"/>
                    </a:lnTo>
                    <a:lnTo>
                      <a:pt x="844" y="1503"/>
                    </a:lnTo>
                    <a:lnTo>
                      <a:pt x="844" y="1503"/>
                    </a:lnTo>
                    <a:lnTo>
                      <a:pt x="844" y="1503"/>
                    </a:lnTo>
                    <a:lnTo>
                      <a:pt x="844" y="1503"/>
                    </a:lnTo>
                    <a:lnTo>
                      <a:pt x="845" y="1503"/>
                    </a:lnTo>
                    <a:lnTo>
                      <a:pt x="845" y="1503"/>
                    </a:lnTo>
                    <a:lnTo>
                      <a:pt x="845" y="1503"/>
                    </a:lnTo>
                    <a:lnTo>
                      <a:pt x="845" y="1503"/>
                    </a:lnTo>
                    <a:lnTo>
                      <a:pt x="846" y="1503"/>
                    </a:lnTo>
                    <a:lnTo>
                      <a:pt x="846" y="1503"/>
                    </a:lnTo>
                    <a:lnTo>
                      <a:pt x="846" y="1503"/>
                    </a:lnTo>
                    <a:lnTo>
                      <a:pt x="847" y="1503"/>
                    </a:lnTo>
                    <a:lnTo>
                      <a:pt x="847" y="1503"/>
                    </a:lnTo>
                    <a:lnTo>
                      <a:pt x="847" y="1503"/>
                    </a:lnTo>
                    <a:lnTo>
                      <a:pt x="847" y="1503"/>
                    </a:lnTo>
                    <a:lnTo>
                      <a:pt x="848" y="1503"/>
                    </a:lnTo>
                    <a:lnTo>
                      <a:pt x="848" y="1503"/>
                    </a:lnTo>
                    <a:lnTo>
                      <a:pt x="848" y="1503"/>
                    </a:lnTo>
                    <a:lnTo>
                      <a:pt x="849" y="1503"/>
                    </a:lnTo>
                    <a:lnTo>
                      <a:pt x="849" y="1503"/>
                    </a:lnTo>
                    <a:lnTo>
                      <a:pt x="849" y="1503"/>
                    </a:lnTo>
                    <a:lnTo>
                      <a:pt x="850" y="1503"/>
                    </a:lnTo>
                    <a:lnTo>
                      <a:pt x="850" y="1503"/>
                    </a:lnTo>
                    <a:lnTo>
                      <a:pt x="850" y="1503"/>
                    </a:lnTo>
                    <a:lnTo>
                      <a:pt x="850" y="1503"/>
                    </a:lnTo>
                    <a:lnTo>
                      <a:pt x="851" y="1503"/>
                    </a:lnTo>
                    <a:lnTo>
                      <a:pt x="851" y="1503"/>
                    </a:lnTo>
                    <a:lnTo>
                      <a:pt x="851" y="1503"/>
                    </a:lnTo>
                    <a:lnTo>
                      <a:pt x="851" y="1503"/>
                    </a:lnTo>
                    <a:lnTo>
                      <a:pt x="852" y="1503"/>
                    </a:lnTo>
                    <a:lnTo>
                      <a:pt x="852" y="1503"/>
                    </a:lnTo>
                    <a:lnTo>
                      <a:pt x="853" y="1503"/>
                    </a:lnTo>
                    <a:lnTo>
                      <a:pt x="853" y="1503"/>
                    </a:lnTo>
                    <a:lnTo>
                      <a:pt x="853" y="1503"/>
                    </a:lnTo>
                    <a:lnTo>
                      <a:pt x="853" y="1503"/>
                    </a:lnTo>
                    <a:lnTo>
                      <a:pt x="854" y="1503"/>
                    </a:lnTo>
                    <a:lnTo>
                      <a:pt x="854" y="1503"/>
                    </a:lnTo>
                    <a:lnTo>
                      <a:pt x="854" y="1503"/>
                    </a:lnTo>
                    <a:lnTo>
                      <a:pt x="854" y="1503"/>
                    </a:lnTo>
                    <a:lnTo>
                      <a:pt x="855" y="1503"/>
                    </a:lnTo>
                    <a:lnTo>
                      <a:pt x="855" y="1503"/>
                    </a:lnTo>
                    <a:lnTo>
                      <a:pt x="855" y="1503"/>
                    </a:lnTo>
                    <a:lnTo>
                      <a:pt x="856" y="1503"/>
                    </a:lnTo>
                    <a:lnTo>
                      <a:pt x="856" y="1503"/>
                    </a:lnTo>
                    <a:lnTo>
                      <a:pt x="856" y="1503"/>
                    </a:lnTo>
                    <a:lnTo>
                      <a:pt x="856" y="1503"/>
                    </a:lnTo>
                    <a:lnTo>
                      <a:pt x="857" y="1503"/>
                    </a:lnTo>
                    <a:lnTo>
                      <a:pt x="857" y="1503"/>
                    </a:lnTo>
                    <a:lnTo>
                      <a:pt x="857" y="1503"/>
                    </a:lnTo>
                    <a:lnTo>
                      <a:pt x="858" y="1503"/>
                    </a:lnTo>
                    <a:lnTo>
                      <a:pt x="858" y="1503"/>
                    </a:lnTo>
                    <a:lnTo>
                      <a:pt x="858" y="1503"/>
                    </a:lnTo>
                    <a:lnTo>
                      <a:pt x="859" y="1503"/>
                    </a:lnTo>
                    <a:lnTo>
                      <a:pt x="859" y="1503"/>
                    </a:lnTo>
                    <a:lnTo>
                      <a:pt x="859" y="1503"/>
                    </a:lnTo>
                    <a:lnTo>
                      <a:pt x="859" y="1503"/>
                    </a:lnTo>
                    <a:lnTo>
                      <a:pt x="860" y="1503"/>
                    </a:lnTo>
                    <a:lnTo>
                      <a:pt x="860" y="1503"/>
                    </a:lnTo>
                    <a:lnTo>
                      <a:pt x="860" y="1503"/>
                    </a:lnTo>
                    <a:lnTo>
                      <a:pt x="860" y="1503"/>
                    </a:lnTo>
                    <a:lnTo>
                      <a:pt x="861" y="1503"/>
                    </a:lnTo>
                    <a:lnTo>
                      <a:pt x="861" y="1503"/>
                    </a:lnTo>
                    <a:lnTo>
                      <a:pt x="862" y="1503"/>
                    </a:lnTo>
                    <a:lnTo>
                      <a:pt x="862" y="1503"/>
                    </a:lnTo>
                    <a:lnTo>
                      <a:pt x="862" y="1503"/>
                    </a:lnTo>
                    <a:lnTo>
                      <a:pt x="862" y="1503"/>
                    </a:lnTo>
                    <a:lnTo>
                      <a:pt x="863" y="1503"/>
                    </a:lnTo>
                    <a:lnTo>
                      <a:pt x="863" y="1503"/>
                    </a:lnTo>
                    <a:lnTo>
                      <a:pt x="863" y="1503"/>
                    </a:lnTo>
                    <a:lnTo>
                      <a:pt x="863" y="1503"/>
                    </a:lnTo>
                    <a:lnTo>
                      <a:pt x="864" y="1503"/>
                    </a:lnTo>
                    <a:lnTo>
                      <a:pt x="864" y="1503"/>
                    </a:lnTo>
                    <a:lnTo>
                      <a:pt x="864" y="1497"/>
                    </a:lnTo>
                    <a:lnTo>
                      <a:pt x="865" y="1491"/>
                    </a:lnTo>
                    <a:lnTo>
                      <a:pt x="865" y="1486"/>
                    </a:lnTo>
                    <a:lnTo>
                      <a:pt x="865" y="1480"/>
                    </a:lnTo>
                    <a:lnTo>
                      <a:pt x="865" y="1480"/>
                    </a:lnTo>
                    <a:lnTo>
                      <a:pt x="866" y="1480"/>
                    </a:lnTo>
                    <a:lnTo>
                      <a:pt x="866" y="1480"/>
                    </a:lnTo>
                    <a:lnTo>
                      <a:pt x="866" y="1480"/>
                    </a:lnTo>
                    <a:lnTo>
                      <a:pt x="866" y="1480"/>
                    </a:lnTo>
                    <a:lnTo>
                      <a:pt x="867" y="1480"/>
                    </a:lnTo>
                    <a:lnTo>
                      <a:pt x="867" y="1480"/>
                    </a:lnTo>
                    <a:lnTo>
                      <a:pt x="868" y="1480"/>
                    </a:lnTo>
                    <a:lnTo>
                      <a:pt x="868" y="1480"/>
                    </a:lnTo>
                    <a:lnTo>
                      <a:pt x="868" y="1480"/>
                    </a:lnTo>
                    <a:lnTo>
                      <a:pt x="868" y="1480"/>
                    </a:lnTo>
                    <a:lnTo>
                      <a:pt x="869" y="1480"/>
                    </a:lnTo>
                    <a:lnTo>
                      <a:pt x="869" y="1480"/>
                    </a:lnTo>
                    <a:lnTo>
                      <a:pt x="869" y="1480"/>
                    </a:lnTo>
                    <a:lnTo>
                      <a:pt x="870" y="1480"/>
                    </a:lnTo>
                    <a:lnTo>
                      <a:pt x="870" y="1480"/>
                    </a:lnTo>
                    <a:lnTo>
                      <a:pt x="870" y="1480"/>
                    </a:lnTo>
                    <a:lnTo>
                      <a:pt x="870" y="1480"/>
                    </a:lnTo>
                    <a:lnTo>
                      <a:pt x="871" y="1480"/>
                    </a:lnTo>
                    <a:lnTo>
                      <a:pt x="871" y="1480"/>
                    </a:lnTo>
                    <a:lnTo>
                      <a:pt x="871" y="1480"/>
                    </a:lnTo>
                    <a:lnTo>
                      <a:pt x="872" y="1480"/>
                    </a:lnTo>
                    <a:lnTo>
                      <a:pt x="872" y="1480"/>
                    </a:lnTo>
                    <a:lnTo>
                      <a:pt x="872" y="1480"/>
                    </a:lnTo>
                    <a:lnTo>
                      <a:pt x="873" y="1480"/>
                    </a:lnTo>
                    <a:lnTo>
                      <a:pt x="873" y="1480"/>
                    </a:lnTo>
                    <a:lnTo>
                      <a:pt x="873" y="1480"/>
                    </a:lnTo>
                    <a:lnTo>
                      <a:pt x="873" y="1480"/>
                    </a:lnTo>
                    <a:lnTo>
                      <a:pt x="874" y="1480"/>
                    </a:lnTo>
                    <a:lnTo>
                      <a:pt x="874" y="1480"/>
                    </a:lnTo>
                    <a:lnTo>
                      <a:pt x="874" y="1480"/>
                    </a:lnTo>
                    <a:lnTo>
                      <a:pt x="874" y="1480"/>
                    </a:lnTo>
                    <a:lnTo>
                      <a:pt x="875" y="1478"/>
                    </a:lnTo>
                    <a:lnTo>
                      <a:pt x="875" y="1476"/>
                    </a:lnTo>
                    <a:lnTo>
                      <a:pt x="876" y="1475"/>
                    </a:lnTo>
                    <a:lnTo>
                      <a:pt x="876" y="1473"/>
                    </a:lnTo>
                    <a:lnTo>
                      <a:pt x="876" y="1473"/>
                    </a:lnTo>
                    <a:lnTo>
                      <a:pt x="876" y="1473"/>
                    </a:lnTo>
                    <a:lnTo>
                      <a:pt x="877" y="1473"/>
                    </a:lnTo>
                    <a:lnTo>
                      <a:pt x="877" y="1473"/>
                    </a:lnTo>
                    <a:lnTo>
                      <a:pt x="877" y="1473"/>
                    </a:lnTo>
                    <a:lnTo>
                      <a:pt x="877" y="1473"/>
                    </a:lnTo>
                    <a:lnTo>
                      <a:pt x="878" y="1473"/>
                    </a:lnTo>
                    <a:lnTo>
                      <a:pt x="878" y="1473"/>
                    </a:lnTo>
                    <a:lnTo>
                      <a:pt x="878" y="1473"/>
                    </a:lnTo>
                    <a:lnTo>
                      <a:pt x="879" y="1473"/>
                    </a:lnTo>
                    <a:lnTo>
                      <a:pt x="879" y="1473"/>
                    </a:lnTo>
                    <a:lnTo>
                      <a:pt x="879" y="1473"/>
                    </a:lnTo>
                    <a:lnTo>
                      <a:pt x="879" y="1473"/>
                    </a:lnTo>
                    <a:lnTo>
                      <a:pt x="880" y="1473"/>
                    </a:lnTo>
                    <a:lnTo>
                      <a:pt x="880" y="1473"/>
                    </a:lnTo>
                    <a:lnTo>
                      <a:pt x="880" y="1473"/>
                    </a:lnTo>
                    <a:lnTo>
                      <a:pt x="880" y="1473"/>
                    </a:lnTo>
                    <a:lnTo>
                      <a:pt x="881" y="1473"/>
                    </a:lnTo>
                    <a:lnTo>
                      <a:pt x="881" y="1473"/>
                    </a:lnTo>
                    <a:lnTo>
                      <a:pt x="882" y="1473"/>
                    </a:lnTo>
                    <a:lnTo>
                      <a:pt x="882" y="1473"/>
                    </a:lnTo>
                    <a:lnTo>
                      <a:pt x="882" y="1473"/>
                    </a:lnTo>
                    <a:lnTo>
                      <a:pt x="882" y="1473"/>
                    </a:lnTo>
                    <a:lnTo>
                      <a:pt x="883" y="1473"/>
                    </a:lnTo>
                    <a:lnTo>
                      <a:pt x="883" y="1473"/>
                    </a:lnTo>
                    <a:lnTo>
                      <a:pt x="883" y="1473"/>
                    </a:lnTo>
                    <a:lnTo>
                      <a:pt x="883" y="1473"/>
                    </a:lnTo>
                    <a:lnTo>
                      <a:pt x="884" y="1473"/>
                    </a:lnTo>
                    <a:lnTo>
                      <a:pt x="884" y="1473"/>
                    </a:lnTo>
                    <a:lnTo>
                      <a:pt x="884" y="1473"/>
                    </a:lnTo>
                    <a:lnTo>
                      <a:pt x="885" y="1473"/>
                    </a:lnTo>
                    <a:lnTo>
                      <a:pt x="885" y="1473"/>
                    </a:lnTo>
                    <a:lnTo>
                      <a:pt x="885" y="1473"/>
                    </a:lnTo>
                    <a:lnTo>
                      <a:pt x="886" y="1473"/>
                    </a:lnTo>
                    <a:lnTo>
                      <a:pt x="886" y="1473"/>
                    </a:lnTo>
                    <a:lnTo>
                      <a:pt x="886" y="1473"/>
                    </a:lnTo>
                    <a:lnTo>
                      <a:pt x="886" y="1473"/>
                    </a:lnTo>
                    <a:lnTo>
                      <a:pt x="887" y="1473"/>
                    </a:lnTo>
                    <a:lnTo>
                      <a:pt x="887" y="1473"/>
                    </a:lnTo>
                    <a:lnTo>
                      <a:pt x="887" y="1473"/>
                    </a:lnTo>
                    <a:lnTo>
                      <a:pt x="888" y="1473"/>
                    </a:lnTo>
                    <a:lnTo>
                      <a:pt x="888" y="1473"/>
                    </a:lnTo>
                    <a:lnTo>
                      <a:pt x="888" y="1473"/>
                    </a:lnTo>
                    <a:lnTo>
                      <a:pt x="888" y="1473"/>
                    </a:lnTo>
                    <a:lnTo>
                      <a:pt x="889" y="1473"/>
                    </a:lnTo>
                    <a:lnTo>
                      <a:pt x="889" y="1473"/>
                    </a:lnTo>
                    <a:lnTo>
                      <a:pt x="889" y="1473"/>
                    </a:lnTo>
                    <a:lnTo>
                      <a:pt x="889" y="1473"/>
                    </a:lnTo>
                    <a:lnTo>
                      <a:pt x="890" y="1473"/>
                    </a:lnTo>
                    <a:lnTo>
                      <a:pt x="890" y="1473"/>
                    </a:lnTo>
                    <a:lnTo>
                      <a:pt x="891" y="1473"/>
                    </a:lnTo>
                    <a:lnTo>
                      <a:pt x="891" y="1473"/>
                    </a:lnTo>
                    <a:lnTo>
                      <a:pt x="891" y="1473"/>
                    </a:lnTo>
                    <a:lnTo>
                      <a:pt x="891" y="1473"/>
                    </a:lnTo>
                    <a:lnTo>
                      <a:pt x="892" y="1473"/>
                    </a:lnTo>
                    <a:lnTo>
                      <a:pt x="892" y="1473"/>
                    </a:lnTo>
                    <a:lnTo>
                      <a:pt x="892" y="1473"/>
                    </a:lnTo>
                    <a:lnTo>
                      <a:pt x="892" y="1473"/>
                    </a:lnTo>
                    <a:lnTo>
                      <a:pt x="893" y="1473"/>
                    </a:lnTo>
                    <a:lnTo>
                      <a:pt x="893" y="1473"/>
                    </a:lnTo>
                    <a:lnTo>
                      <a:pt x="893" y="1473"/>
                    </a:lnTo>
                    <a:lnTo>
                      <a:pt x="894" y="1473"/>
                    </a:lnTo>
                    <a:lnTo>
                      <a:pt x="894" y="1473"/>
                    </a:lnTo>
                    <a:lnTo>
                      <a:pt x="894" y="1473"/>
                    </a:lnTo>
                    <a:lnTo>
                      <a:pt x="894" y="1473"/>
                    </a:lnTo>
                    <a:lnTo>
                      <a:pt x="895" y="1473"/>
                    </a:lnTo>
                    <a:lnTo>
                      <a:pt x="895" y="1473"/>
                    </a:lnTo>
                    <a:lnTo>
                      <a:pt x="895" y="1473"/>
                    </a:lnTo>
                    <a:lnTo>
                      <a:pt x="896" y="1473"/>
                    </a:lnTo>
                    <a:lnTo>
                      <a:pt x="896" y="1473"/>
                    </a:lnTo>
                    <a:lnTo>
                      <a:pt x="896" y="1473"/>
                    </a:lnTo>
                    <a:lnTo>
                      <a:pt x="897" y="1473"/>
                    </a:lnTo>
                    <a:lnTo>
                      <a:pt x="897" y="1473"/>
                    </a:lnTo>
                    <a:lnTo>
                      <a:pt x="897" y="1473"/>
                    </a:lnTo>
                    <a:lnTo>
                      <a:pt x="897" y="1473"/>
                    </a:lnTo>
                    <a:lnTo>
                      <a:pt x="898" y="1473"/>
                    </a:lnTo>
                    <a:lnTo>
                      <a:pt x="898" y="1473"/>
                    </a:lnTo>
                    <a:lnTo>
                      <a:pt x="898" y="1473"/>
                    </a:lnTo>
                    <a:lnTo>
                      <a:pt x="898" y="1473"/>
                    </a:lnTo>
                    <a:lnTo>
                      <a:pt x="899" y="1473"/>
                    </a:lnTo>
                    <a:lnTo>
                      <a:pt x="899" y="1473"/>
                    </a:lnTo>
                    <a:lnTo>
                      <a:pt x="900" y="1473"/>
                    </a:lnTo>
                    <a:lnTo>
                      <a:pt x="900" y="1473"/>
                    </a:lnTo>
                    <a:lnTo>
                      <a:pt x="900" y="1473"/>
                    </a:lnTo>
                    <a:lnTo>
                      <a:pt x="900" y="1473"/>
                    </a:lnTo>
                    <a:lnTo>
                      <a:pt x="901" y="1473"/>
                    </a:lnTo>
                    <a:lnTo>
                      <a:pt x="901" y="1473"/>
                    </a:lnTo>
                    <a:lnTo>
                      <a:pt x="901" y="1473"/>
                    </a:lnTo>
                    <a:lnTo>
                      <a:pt x="901" y="1473"/>
                    </a:lnTo>
                    <a:lnTo>
                      <a:pt x="902" y="1473"/>
                    </a:lnTo>
                    <a:lnTo>
                      <a:pt x="902" y="1473"/>
                    </a:lnTo>
                    <a:lnTo>
                      <a:pt x="902" y="1473"/>
                    </a:lnTo>
                    <a:lnTo>
                      <a:pt x="903" y="1473"/>
                    </a:lnTo>
                    <a:lnTo>
                      <a:pt x="903" y="1473"/>
                    </a:lnTo>
                    <a:lnTo>
                      <a:pt x="903" y="1473"/>
                    </a:lnTo>
                    <a:lnTo>
                      <a:pt x="903" y="1473"/>
                    </a:lnTo>
                    <a:lnTo>
                      <a:pt x="904" y="1473"/>
                    </a:lnTo>
                    <a:lnTo>
                      <a:pt x="904" y="1473"/>
                    </a:lnTo>
                    <a:lnTo>
                      <a:pt x="904" y="1473"/>
                    </a:lnTo>
                    <a:lnTo>
                      <a:pt x="904" y="1473"/>
                    </a:lnTo>
                    <a:lnTo>
                      <a:pt x="905" y="1473"/>
                    </a:lnTo>
                    <a:lnTo>
                      <a:pt x="905" y="1473"/>
                    </a:lnTo>
                    <a:lnTo>
                      <a:pt x="906" y="1473"/>
                    </a:lnTo>
                    <a:lnTo>
                      <a:pt x="906" y="1473"/>
                    </a:lnTo>
                    <a:lnTo>
                      <a:pt x="906" y="1473"/>
                    </a:lnTo>
                    <a:lnTo>
                      <a:pt x="906" y="1473"/>
                    </a:lnTo>
                    <a:lnTo>
                      <a:pt x="907" y="1473"/>
                    </a:lnTo>
                    <a:lnTo>
                      <a:pt x="907" y="1473"/>
                    </a:lnTo>
                    <a:lnTo>
                      <a:pt x="907" y="1473"/>
                    </a:lnTo>
                    <a:lnTo>
                      <a:pt x="907" y="1473"/>
                    </a:lnTo>
                    <a:lnTo>
                      <a:pt x="908" y="1473"/>
                    </a:lnTo>
                    <a:lnTo>
                      <a:pt x="908" y="1473"/>
                    </a:lnTo>
                    <a:lnTo>
                      <a:pt x="909" y="1473"/>
                    </a:lnTo>
                    <a:lnTo>
                      <a:pt x="909" y="1473"/>
                    </a:lnTo>
                    <a:lnTo>
                      <a:pt x="909" y="1473"/>
                    </a:lnTo>
                    <a:lnTo>
                      <a:pt x="909" y="1473"/>
                    </a:lnTo>
                    <a:lnTo>
                      <a:pt x="910" y="1473"/>
                    </a:lnTo>
                    <a:lnTo>
                      <a:pt x="910" y="1473"/>
                    </a:lnTo>
                    <a:lnTo>
                      <a:pt x="910" y="1473"/>
                    </a:lnTo>
                    <a:lnTo>
                      <a:pt x="910" y="1473"/>
                    </a:lnTo>
                    <a:lnTo>
                      <a:pt x="911" y="1473"/>
                    </a:lnTo>
                    <a:lnTo>
                      <a:pt x="911" y="1473"/>
                    </a:lnTo>
                    <a:lnTo>
                      <a:pt x="911" y="1473"/>
                    </a:lnTo>
                    <a:lnTo>
                      <a:pt x="912" y="1473"/>
                    </a:lnTo>
                    <a:lnTo>
                      <a:pt x="912" y="1473"/>
                    </a:lnTo>
                    <a:lnTo>
                      <a:pt x="912" y="1473"/>
                    </a:lnTo>
                    <a:lnTo>
                      <a:pt x="912" y="1473"/>
                    </a:lnTo>
                    <a:lnTo>
                      <a:pt x="913" y="1473"/>
                    </a:lnTo>
                    <a:lnTo>
                      <a:pt x="913" y="1473"/>
                    </a:lnTo>
                    <a:lnTo>
                      <a:pt x="913" y="1473"/>
                    </a:lnTo>
                    <a:lnTo>
                      <a:pt x="913" y="1473"/>
                    </a:lnTo>
                    <a:lnTo>
                      <a:pt x="914" y="1473"/>
                    </a:lnTo>
                    <a:lnTo>
                      <a:pt x="914" y="1473"/>
                    </a:lnTo>
                    <a:lnTo>
                      <a:pt x="915" y="1473"/>
                    </a:lnTo>
                    <a:lnTo>
                      <a:pt x="915" y="1473"/>
                    </a:lnTo>
                    <a:lnTo>
                      <a:pt x="915" y="1473"/>
                    </a:lnTo>
                    <a:lnTo>
                      <a:pt x="915" y="1473"/>
                    </a:lnTo>
                    <a:lnTo>
                      <a:pt x="916" y="1473"/>
                    </a:lnTo>
                    <a:lnTo>
                      <a:pt x="916" y="1473"/>
                    </a:lnTo>
                    <a:lnTo>
                      <a:pt x="916" y="1473"/>
                    </a:lnTo>
                    <a:lnTo>
                      <a:pt x="916" y="1473"/>
                    </a:lnTo>
                    <a:lnTo>
                      <a:pt x="917" y="1473"/>
                    </a:lnTo>
                    <a:lnTo>
                      <a:pt x="917" y="1473"/>
                    </a:lnTo>
                    <a:lnTo>
                      <a:pt x="917" y="1473"/>
                    </a:lnTo>
                    <a:lnTo>
                      <a:pt x="918" y="1473"/>
                    </a:lnTo>
                    <a:lnTo>
                      <a:pt x="918" y="1473"/>
                    </a:lnTo>
                    <a:lnTo>
                      <a:pt x="918" y="1473"/>
                    </a:lnTo>
                    <a:lnTo>
                      <a:pt x="919" y="1473"/>
                    </a:lnTo>
                    <a:lnTo>
                      <a:pt x="919" y="1473"/>
                    </a:lnTo>
                    <a:lnTo>
                      <a:pt x="919" y="1473"/>
                    </a:lnTo>
                    <a:lnTo>
                      <a:pt x="919" y="1473"/>
                    </a:lnTo>
                    <a:lnTo>
                      <a:pt x="920" y="1473"/>
                    </a:lnTo>
                    <a:lnTo>
                      <a:pt x="920" y="1473"/>
                    </a:lnTo>
                    <a:lnTo>
                      <a:pt x="920" y="1473"/>
                    </a:lnTo>
                    <a:lnTo>
                      <a:pt x="921" y="1473"/>
                    </a:lnTo>
                    <a:lnTo>
                      <a:pt x="921" y="1473"/>
                    </a:lnTo>
                    <a:lnTo>
                      <a:pt x="921" y="1473"/>
                    </a:lnTo>
                    <a:lnTo>
                      <a:pt x="921" y="1473"/>
                    </a:lnTo>
                    <a:lnTo>
                      <a:pt x="922" y="1473"/>
                    </a:lnTo>
                    <a:lnTo>
                      <a:pt x="922" y="1473"/>
                    </a:lnTo>
                    <a:lnTo>
                      <a:pt x="922" y="1473"/>
                    </a:lnTo>
                    <a:lnTo>
                      <a:pt x="922" y="1473"/>
                    </a:lnTo>
                    <a:lnTo>
                      <a:pt x="923" y="1473"/>
                    </a:lnTo>
                    <a:lnTo>
                      <a:pt x="923" y="1473"/>
                    </a:lnTo>
                    <a:lnTo>
                      <a:pt x="924" y="1473"/>
                    </a:lnTo>
                    <a:lnTo>
                      <a:pt x="924" y="1473"/>
                    </a:lnTo>
                    <a:lnTo>
                      <a:pt x="924" y="1473"/>
                    </a:lnTo>
                    <a:lnTo>
                      <a:pt x="924" y="1473"/>
                    </a:lnTo>
                    <a:lnTo>
                      <a:pt x="925" y="1473"/>
                    </a:lnTo>
                    <a:lnTo>
                      <a:pt x="925" y="1473"/>
                    </a:lnTo>
                    <a:lnTo>
                      <a:pt x="925" y="1473"/>
                    </a:lnTo>
                    <a:lnTo>
                      <a:pt x="925" y="1473"/>
                    </a:lnTo>
                    <a:lnTo>
                      <a:pt x="926" y="1473"/>
                    </a:lnTo>
                    <a:lnTo>
                      <a:pt x="926" y="1473"/>
                    </a:lnTo>
                    <a:lnTo>
                      <a:pt x="926" y="1473"/>
                    </a:lnTo>
                    <a:lnTo>
                      <a:pt x="927" y="1473"/>
                    </a:lnTo>
                    <a:lnTo>
                      <a:pt x="927" y="1473"/>
                    </a:lnTo>
                    <a:lnTo>
                      <a:pt x="927" y="1473"/>
                    </a:lnTo>
                    <a:lnTo>
                      <a:pt x="927" y="1473"/>
                    </a:lnTo>
                    <a:lnTo>
                      <a:pt x="928" y="1473"/>
                    </a:lnTo>
                    <a:lnTo>
                      <a:pt x="928" y="1473"/>
                    </a:lnTo>
                    <a:lnTo>
                      <a:pt x="928" y="1473"/>
                    </a:lnTo>
                    <a:lnTo>
                      <a:pt x="929" y="1473"/>
                    </a:lnTo>
                    <a:lnTo>
                      <a:pt x="929" y="1473"/>
                    </a:lnTo>
                    <a:lnTo>
                      <a:pt x="929" y="1473"/>
                    </a:lnTo>
                    <a:lnTo>
                      <a:pt x="930" y="1473"/>
                    </a:lnTo>
                    <a:lnTo>
                      <a:pt x="930" y="1473"/>
                    </a:lnTo>
                    <a:lnTo>
                      <a:pt x="930" y="1473"/>
                    </a:lnTo>
                    <a:lnTo>
                      <a:pt x="930" y="1473"/>
                    </a:lnTo>
                    <a:lnTo>
                      <a:pt x="931" y="1473"/>
                    </a:lnTo>
                    <a:lnTo>
                      <a:pt x="931" y="1473"/>
                    </a:lnTo>
                    <a:lnTo>
                      <a:pt x="931" y="1473"/>
                    </a:lnTo>
                    <a:lnTo>
                      <a:pt x="931" y="1473"/>
                    </a:lnTo>
                    <a:lnTo>
                      <a:pt x="932" y="1473"/>
                    </a:lnTo>
                    <a:lnTo>
                      <a:pt x="932" y="1473"/>
                    </a:lnTo>
                    <a:lnTo>
                      <a:pt x="933" y="1473"/>
                    </a:lnTo>
                    <a:lnTo>
                      <a:pt x="933" y="1473"/>
                    </a:lnTo>
                    <a:lnTo>
                      <a:pt x="933" y="1473"/>
                    </a:lnTo>
                    <a:lnTo>
                      <a:pt x="933" y="1473"/>
                    </a:lnTo>
                    <a:lnTo>
                      <a:pt x="934" y="1473"/>
                    </a:lnTo>
                    <a:lnTo>
                      <a:pt x="934" y="1473"/>
                    </a:lnTo>
                    <a:lnTo>
                      <a:pt x="934" y="1473"/>
                    </a:lnTo>
                    <a:lnTo>
                      <a:pt x="934" y="1473"/>
                    </a:lnTo>
                    <a:lnTo>
                      <a:pt x="935" y="1473"/>
                    </a:lnTo>
                    <a:lnTo>
                      <a:pt x="935" y="1473"/>
                    </a:lnTo>
                    <a:lnTo>
                      <a:pt x="935" y="1473"/>
                    </a:lnTo>
                    <a:lnTo>
                      <a:pt x="936" y="1473"/>
                    </a:lnTo>
                    <a:lnTo>
                      <a:pt x="936" y="1473"/>
                    </a:lnTo>
                    <a:lnTo>
                      <a:pt x="936" y="1473"/>
                    </a:lnTo>
                    <a:lnTo>
                      <a:pt x="936" y="1473"/>
                    </a:lnTo>
                    <a:lnTo>
                      <a:pt x="937" y="1473"/>
                    </a:lnTo>
                    <a:lnTo>
                      <a:pt x="937" y="1473"/>
                    </a:lnTo>
                    <a:lnTo>
                      <a:pt x="937" y="1473"/>
                    </a:lnTo>
                    <a:lnTo>
                      <a:pt x="937" y="1473"/>
                    </a:lnTo>
                    <a:lnTo>
                      <a:pt x="938" y="1473"/>
                    </a:lnTo>
                    <a:lnTo>
                      <a:pt x="938" y="1473"/>
                    </a:lnTo>
                    <a:lnTo>
                      <a:pt x="939" y="1473"/>
                    </a:lnTo>
                    <a:lnTo>
                      <a:pt x="939" y="1473"/>
                    </a:lnTo>
                    <a:lnTo>
                      <a:pt x="939" y="1473"/>
                    </a:lnTo>
                    <a:lnTo>
                      <a:pt x="939" y="1473"/>
                    </a:lnTo>
                    <a:lnTo>
                      <a:pt x="940" y="1473"/>
                    </a:lnTo>
                    <a:lnTo>
                      <a:pt x="940" y="1473"/>
                    </a:lnTo>
                    <a:lnTo>
                      <a:pt x="940" y="1473"/>
                    </a:lnTo>
                    <a:lnTo>
                      <a:pt x="941" y="1473"/>
                    </a:lnTo>
                    <a:lnTo>
                      <a:pt x="941" y="1473"/>
                    </a:lnTo>
                    <a:lnTo>
                      <a:pt x="941" y="1473"/>
                    </a:lnTo>
                    <a:lnTo>
                      <a:pt x="941" y="1473"/>
                    </a:lnTo>
                    <a:lnTo>
                      <a:pt x="942" y="1473"/>
                    </a:lnTo>
                    <a:lnTo>
                      <a:pt x="942" y="1473"/>
                    </a:lnTo>
                    <a:lnTo>
                      <a:pt x="942" y="1473"/>
                    </a:lnTo>
                    <a:lnTo>
                      <a:pt x="943" y="1473"/>
                    </a:lnTo>
                    <a:lnTo>
                      <a:pt x="943" y="1473"/>
                    </a:lnTo>
                    <a:lnTo>
                      <a:pt x="943" y="1473"/>
                    </a:lnTo>
                    <a:lnTo>
                      <a:pt x="944" y="1473"/>
                    </a:lnTo>
                    <a:lnTo>
                      <a:pt x="944" y="1473"/>
                    </a:lnTo>
                    <a:lnTo>
                      <a:pt x="944" y="1473"/>
                    </a:lnTo>
                    <a:lnTo>
                      <a:pt x="944" y="1473"/>
                    </a:lnTo>
                    <a:lnTo>
                      <a:pt x="945" y="1473"/>
                    </a:lnTo>
                    <a:lnTo>
                      <a:pt x="945" y="1473"/>
                    </a:lnTo>
                    <a:lnTo>
                      <a:pt x="945" y="1473"/>
                    </a:lnTo>
                    <a:lnTo>
                      <a:pt x="945" y="1473"/>
                    </a:lnTo>
                    <a:lnTo>
                      <a:pt x="946" y="1473"/>
                    </a:lnTo>
                    <a:lnTo>
                      <a:pt x="946" y="1473"/>
                    </a:lnTo>
                    <a:lnTo>
                      <a:pt x="947" y="1473"/>
                    </a:lnTo>
                    <a:lnTo>
                      <a:pt x="947" y="1473"/>
                    </a:lnTo>
                    <a:lnTo>
                      <a:pt x="947" y="1473"/>
                    </a:lnTo>
                    <a:lnTo>
                      <a:pt x="947" y="1473"/>
                    </a:lnTo>
                    <a:lnTo>
                      <a:pt x="948" y="1473"/>
                    </a:lnTo>
                    <a:lnTo>
                      <a:pt x="948" y="1473"/>
                    </a:lnTo>
                    <a:lnTo>
                      <a:pt x="948" y="1473"/>
                    </a:lnTo>
                    <a:lnTo>
                      <a:pt x="948" y="1473"/>
                    </a:lnTo>
                    <a:lnTo>
                      <a:pt x="949" y="1473"/>
                    </a:lnTo>
                    <a:lnTo>
                      <a:pt x="949" y="1473"/>
                    </a:lnTo>
                    <a:lnTo>
                      <a:pt x="949" y="1473"/>
                    </a:lnTo>
                    <a:lnTo>
                      <a:pt x="950" y="1473"/>
                    </a:lnTo>
                    <a:lnTo>
                      <a:pt x="950" y="1473"/>
                    </a:lnTo>
                    <a:lnTo>
                      <a:pt x="950" y="1473"/>
                    </a:lnTo>
                    <a:lnTo>
                      <a:pt x="950" y="1473"/>
                    </a:lnTo>
                    <a:lnTo>
                      <a:pt x="951" y="1473"/>
                    </a:lnTo>
                    <a:lnTo>
                      <a:pt x="951" y="1473"/>
                    </a:lnTo>
                    <a:lnTo>
                      <a:pt x="951" y="1473"/>
                    </a:lnTo>
                    <a:lnTo>
                      <a:pt x="951" y="1473"/>
                    </a:lnTo>
                    <a:lnTo>
                      <a:pt x="952" y="1473"/>
                    </a:lnTo>
                    <a:lnTo>
                      <a:pt x="952" y="1473"/>
                    </a:lnTo>
                    <a:lnTo>
                      <a:pt x="953" y="1473"/>
                    </a:lnTo>
                    <a:lnTo>
                      <a:pt x="953" y="1473"/>
                    </a:lnTo>
                    <a:lnTo>
                      <a:pt x="953" y="1473"/>
                    </a:lnTo>
                    <a:lnTo>
                      <a:pt x="953" y="1473"/>
                    </a:lnTo>
                    <a:lnTo>
                      <a:pt x="954" y="1473"/>
                    </a:lnTo>
                    <a:lnTo>
                      <a:pt x="954" y="1473"/>
                    </a:lnTo>
                    <a:lnTo>
                      <a:pt x="954" y="1473"/>
                    </a:lnTo>
                    <a:lnTo>
                      <a:pt x="954" y="1473"/>
                    </a:lnTo>
                    <a:lnTo>
                      <a:pt x="955" y="1473"/>
                    </a:lnTo>
                    <a:lnTo>
                      <a:pt x="955" y="1473"/>
                    </a:lnTo>
                    <a:lnTo>
                      <a:pt x="956" y="1473"/>
                    </a:lnTo>
                    <a:lnTo>
                      <a:pt x="956" y="1473"/>
                    </a:lnTo>
                    <a:lnTo>
                      <a:pt x="956" y="1473"/>
                    </a:lnTo>
                    <a:lnTo>
                      <a:pt x="956" y="1473"/>
                    </a:lnTo>
                    <a:lnTo>
                      <a:pt x="957" y="1473"/>
                    </a:lnTo>
                    <a:lnTo>
                      <a:pt x="957" y="1473"/>
                    </a:lnTo>
                    <a:lnTo>
                      <a:pt x="957" y="1473"/>
                    </a:lnTo>
                    <a:lnTo>
                      <a:pt x="957" y="1473"/>
                    </a:lnTo>
                    <a:lnTo>
                      <a:pt x="958" y="1473"/>
                    </a:lnTo>
                    <a:lnTo>
                      <a:pt x="958" y="1473"/>
                    </a:lnTo>
                    <a:lnTo>
                      <a:pt x="958" y="1473"/>
                    </a:lnTo>
                    <a:lnTo>
                      <a:pt x="959" y="1473"/>
                    </a:lnTo>
                    <a:lnTo>
                      <a:pt x="959" y="1473"/>
                    </a:lnTo>
                    <a:lnTo>
                      <a:pt x="959" y="1473"/>
                    </a:lnTo>
                    <a:lnTo>
                      <a:pt x="959" y="1473"/>
                    </a:lnTo>
                    <a:lnTo>
                      <a:pt x="960" y="1473"/>
                    </a:lnTo>
                    <a:lnTo>
                      <a:pt x="960" y="1473"/>
                    </a:lnTo>
                    <a:lnTo>
                      <a:pt x="960" y="1473"/>
                    </a:lnTo>
                    <a:lnTo>
                      <a:pt x="960" y="1473"/>
                    </a:lnTo>
                    <a:lnTo>
                      <a:pt x="961" y="1473"/>
                    </a:lnTo>
                    <a:lnTo>
                      <a:pt x="961" y="1473"/>
                    </a:lnTo>
                    <a:lnTo>
                      <a:pt x="962" y="1473"/>
                    </a:lnTo>
                    <a:lnTo>
                      <a:pt x="962" y="1473"/>
                    </a:lnTo>
                    <a:lnTo>
                      <a:pt x="962" y="1473"/>
                    </a:lnTo>
                    <a:lnTo>
                      <a:pt x="962" y="1473"/>
                    </a:lnTo>
                    <a:lnTo>
                      <a:pt x="963" y="1473"/>
                    </a:lnTo>
                    <a:lnTo>
                      <a:pt x="963" y="1473"/>
                    </a:lnTo>
                    <a:lnTo>
                      <a:pt x="963" y="1473"/>
                    </a:lnTo>
                    <a:lnTo>
                      <a:pt x="963" y="1473"/>
                    </a:lnTo>
                    <a:lnTo>
                      <a:pt x="964" y="1473"/>
                    </a:lnTo>
                    <a:lnTo>
                      <a:pt x="964" y="1473"/>
                    </a:lnTo>
                    <a:lnTo>
                      <a:pt x="964" y="1473"/>
                    </a:lnTo>
                    <a:lnTo>
                      <a:pt x="965" y="1473"/>
                    </a:lnTo>
                    <a:lnTo>
                      <a:pt x="965" y="1473"/>
                    </a:lnTo>
                    <a:lnTo>
                      <a:pt x="965" y="1473"/>
                    </a:lnTo>
                    <a:lnTo>
                      <a:pt x="966" y="1472"/>
                    </a:lnTo>
                    <a:lnTo>
                      <a:pt x="966" y="1471"/>
                    </a:lnTo>
                    <a:lnTo>
                      <a:pt x="966" y="1471"/>
                    </a:lnTo>
                    <a:lnTo>
                      <a:pt x="966" y="1471"/>
                    </a:lnTo>
                    <a:lnTo>
                      <a:pt x="967" y="1471"/>
                    </a:lnTo>
                    <a:lnTo>
                      <a:pt x="967" y="1471"/>
                    </a:lnTo>
                    <a:lnTo>
                      <a:pt x="967" y="1471"/>
                    </a:lnTo>
                    <a:lnTo>
                      <a:pt x="968" y="1471"/>
                    </a:lnTo>
                    <a:lnTo>
                      <a:pt x="968" y="1471"/>
                    </a:lnTo>
                    <a:lnTo>
                      <a:pt x="968" y="1471"/>
                    </a:lnTo>
                    <a:lnTo>
                      <a:pt x="968" y="1471"/>
                    </a:lnTo>
                    <a:lnTo>
                      <a:pt x="969" y="1471"/>
                    </a:lnTo>
                    <a:lnTo>
                      <a:pt x="969" y="1471"/>
                    </a:lnTo>
                    <a:lnTo>
                      <a:pt x="969" y="1471"/>
                    </a:lnTo>
                    <a:lnTo>
                      <a:pt x="969" y="1471"/>
                    </a:lnTo>
                    <a:lnTo>
                      <a:pt x="970" y="1471"/>
                    </a:lnTo>
                    <a:lnTo>
                      <a:pt x="970" y="1471"/>
                    </a:lnTo>
                    <a:lnTo>
                      <a:pt x="971" y="1471"/>
                    </a:lnTo>
                    <a:lnTo>
                      <a:pt x="971" y="1471"/>
                    </a:lnTo>
                    <a:lnTo>
                      <a:pt x="971" y="1471"/>
                    </a:lnTo>
                    <a:lnTo>
                      <a:pt x="971" y="1471"/>
                    </a:lnTo>
                    <a:lnTo>
                      <a:pt x="972" y="1471"/>
                    </a:lnTo>
                    <a:lnTo>
                      <a:pt x="972" y="1471"/>
                    </a:lnTo>
                    <a:lnTo>
                      <a:pt x="972" y="1471"/>
                    </a:lnTo>
                    <a:lnTo>
                      <a:pt x="972" y="1471"/>
                    </a:lnTo>
                    <a:lnTo>
                      <a:pt x="973" y="1471"/>
                    </a:lnTo>
                    <a:lnTo>
                      <a:pt x="973" y="1471"/>
                    </a:lnTo>
                    <a:lnTo>
                      <a:pt x="973" y="1471"/>
                    </a:lnTo>
                    <a:lnTo>
                      <a:pt x="974" y="1471"/>
                    </a:lnTo>
                    <a:lnTo>
                      <a:pt x="974" y="1471"/>
                    </a:lnTo>
                    <a:lnTo>
                      <a:pt x="974" y="1471"/>
                    </a:lnTo>
                    <a:lnTo>
                      <a:pt x="974" y="1471"/>
                    </a:lnTo>
                    <a:lnTo>
                      <a:pt x="975" y="1471"/>
                    </a:lnTo>
                    <a:lnTo>
                      <a:pt x="975" y="1471"/>
                    </a:lnTo>
                    <a:lnTo>
                      <a:pt x="975" y="1471"/>
                    </a:lnTo>
                    <a:lnTo>
                      <a:pt x="976" y="1471"/>
                    </a:lnTo>
                    <a:lnTo>
                      <a:pt x="976" y="1472"/>
                    </a:lnTo>
                    <a:lnTo>
                      <a:pt x="976" y="1473"/>
                    </a:lnTo>
                    <a:lnTo>
                      <a:pt x="977" y="1474"/>
                    </a:lnTo>
                    <a:lnTo>
                      <a:pt x="977" y="1475"/>
                    </a:lnTo>
                    <a:lnTo>
                      <a:pt x="977" y="1475"/>
                    </a:lnTo>
                    <a:lnTo>
                      <a:pt x="977" y="1475"/>
                    </a:lnTo>
                    <a:lnTo>
                      <a:pt x="978" y="1475"/>
                    </a:lnTo>
                    <a:lnTo>
                      <a:pt x="978" y="1475"/>
                    </a:lnTo>
                    <a:lnTo>
                      <a:pt x="978" y="1475"/>
                    </a:lnTo>
                    <a:lnTo>
                      <a:pt x="978" y="1475"/>
                    </a:lnTo>
                    <a:lnTo>
                      <a:pt x="979" y="1475"/>
                    </a:lnTo>
                    <a:lnTo>
                      <a:pt x="979" y="1475"/>
                    </a:lnTo>
                    <a:lnTo>
                      <a:pt x="980" y="1475"/>
                    </a:lnTo>
                    <a:lnTo>
                      <a:pt x="980" y="1475"/>
                    </a:lnTo>
                    <a:lnTo>
                      <a:pt x="980" y="1475"/>
                    </a:lnTo>
                    <a:lnTo>
                      <a:pt x="980" y="1475"/>
                    </a:lnTo>
                    <a:lnTo>
                      <a:pt x="981" y="1475"/>
                    </a:lnTo>
                    <a:lnTo>
                      <a:pt x="981" y="1475"/>
                    </a:lnTo>
                    <a:lnTo>
                      <a:pt x="981" y="1475"/>
                    </a:lnTo>
                    <a:lnTo>
                      <a:pt x="981" y="1475"/>
                    </a:lnTo>
                    <a:lnTo>
                      <a:pt x="982" y="1475"/>
                    </a:lnTo>
                    <a:lnTo>
                      <a:pt x="982" y="1475"/>
                    </a:lnTo>
                    <a:lnTo>
                      <a:pt x="982" y="1475"/>
                    </a:lnTo>
                    <a:lnTo>
                      <a:pt x="983" y="1475"/>
                    </a:lnTo>
                    <a:lnTo>
                      <a:pt x="983" y="1475"/>
                    </a:lnTo>
                    <a:lnTo>
                      <a:pt x="983" y="1475"/>
                    </a:lnTo>
                    <a:lnTo>
                      <a:pt x="983" y="1475"/>
                    </a:lnTo>
                    <a:lnTo>
                      <a:pt x="984" y="1475"/>
                    </a:lnTo>
                    <a:lnTo>
                      <a:pt x="984" y="1475"/>
                    </a:lnTo>
                    <a:lnTo>
                      <a:pt x="984" y="1475"/>
                    </a:lnTo>
                    <a:lnTo>
                      <a:pt x="984" y="1475"/>
                    </a:lnTo>
                    <a:lnTo>
                      <a:pt x="985" y="1475"/>
                    </a:lnTo>
                    <a:lnTo>
                      <a:pt x="985" y="1475"/>
                    </a:lnTo>
                    <a:lnTo>
                      <a:pt x="986" y="1475"/>
                    </a:lnTo>
                    <a:lnTo>
                      <a:pt x="986" y="1475"/>
                    </a:lnTo>
                    <a:lnTo>
                      <a:pt x="986" y="1475"/>
                    </a:lnTo>
                    <a:lnTo>
                      <a:pt x="986" y="1475"/>
                    </a:lnTo>
                    <a:lnTo>
                      <a:pt x="987" y="1475"/>
                    </a:lnTo>
                    <a:lnTo>
                      <a:pt x="987" y="1475"/>
                    </a:lnTo>
                    <a:lnTo>
                      <a:pt x="987" y="1475"/>
                    </a:lnTo>
                    <a:lnTo>
                      <a:pt x="987" y="1475"/>
                    </a:lnTo>
                    <a:lnTo>
                      <a:pt x="988" y="1475"/>
                    </a:lnTo>
                    <a:lnTo>
                      <a:pt x="988" y="1475"/>
                    </a:lnTo>
                    <a:lnTo>
                      <a:pt x="988" y="1475"/>
                    </a:lnTo>
                    <a:lnTo>
                      <a:pt x="989" y="1475"/>
                    </a:lnTo>
                    <a:lnTo>
                      <a:pt x="989" y="1475"/>
                    </a:lnTo>
                    <a:lnTo>
                      <a:pt x="989" y="1475"/>
                    </a:lnTo>
                    <a:lnTo>
                      <a:pt x="990" y="1475"/>
                    </a:lnTo>
                    <a:lnTo>
                      <a:pt x="990" y="1475"/>
                    </a:lnTo>
                    <a:lnTo>
                      <a:pt x="990" y="1475"/>
                    </a:lnTo>
                    <a:lnTo>
                      <a:pt x="990" y="1475"/>
                    </a:lnTo>
                    <a:lnTo>
                      <a:pt x="991" y="1475"/>
                    </a:lnTo>
                    <a:lnTo>
                      <a:pt x="991" y="1475"/>
                    </a:lnTo>
                    <a:lnTo>
                      <a:pt x="991" y="1475"/>
                    </a:lnTo>
                    <a:lnTo>
                      <a:pt x="992" y="1475"/>
                    </a:lnTo>
                    <a:lnTo>
                      <a:pt x="992" y="1475"/>
                    </a:lnTo>
                    <a:lnTo>
                      <a:pt x="992" y="1475"/>
                    </a:lnTo>
                    <a:lnTo>
                      <a:pt x="992" y="1475"/>
                    </a:lnTo>
                    <a:lnTo>
                      <a:pt x="993" y="1475"/>
                    </a:lnTo>
                    <a:lnTo>
                      <a:pt x="993" y="1475"/>
                    </a:lnTo>
                    <a:lnTo>
                      <a:pt x="993" y="1475"/>
                    </a:lnTo>
                    <a:lnTo>
                      <a:pt x="993" y="1475"/>
                    </a:lnTo>
                    <a:lnTo>
                      <a:pt x="994" y="1475"/>
                    </a:lnTo>
                    <a:lnTo>
                      <a:pt x="994" y="1475"/>
                    </a:lnTo>
                    <a:lnTo>
                      <a:pt x="995" y="1475"/>
                    </a:lnTo>
                    <a:lnTo>
                      <a:pt x="995" y="1475"/>
                    </a:lnTo>
                    <a:lnTo>
                      <a:pt x="995" y="1475"/>
                    </a:lnTo>
                    <a:lnTo>
                      <a:pt x="995" y="1475"/>
                    </a:lnTo>
                    <a:lnTo>
                      <a:pt x="996" y="1475"/>
                    </a:lnTo>
                    <a:lnTo>
                      <a:pt x="996" y="1475"/>
                    </a:lnTo>
                    <a:lnTo>
                      <a:pt x="996" y="1475"/>
                    </a:lnTo>
                    <a:lnTo>
                      <a:pt x="996" y="1475"/>
                    </a:lnTo>
                    <a:lnTo>
                      <a:pt x="997" y="1475"/>
                    </a:lnTo>
                    <a:lnTo>
                      <a:pt x="997" y="1475"/>
                    </a:lnTo>
                    <a:lnTo>
                      <a:pt x="997" y="1475"/>
                    </a:lnTo>
                    <a:lnTo>
                      <a:pt x="998" y="1475"/>
                    </a:lnTo>
                    <a:lnTo>
                      <a:pt x="998" y="1475"/>
                    </a:lnTo>
                    <a:lnTo>
                      <a:pt x="998" y="1475"/>
                    </a:lnTo>
                    <a:lnTo>
                      <a:pt x="998" y="1475"/>
                    </a:lnTo>
                    <a:lnTo>
                      <a:pt x="999" y="1475"/>
                    </a:lnTo>
                    <a:lnTo>
                      <a:pt x="999" y="1475"/>
                    </a:lnTo>
                    <a:lnTo>
                      <a:pt x="999" y="1475"/>
                    </a:lnTo>
                    <a:lnTo>
                      <a:pt x="1000" y="1475"/>
                    </a:lnTo>
                    <a:lnTo>
                      <a:pt x="1000" y="1475"/>
                    </a:lnTo>
                    <a:lnTo>
                      <a:pt x="1000" y="1475"/>
                    </a:lnTo>
                    <a:lnTo>
                      <a:pt x="1001" y="1475"/>
                    </a:lnTo>
                    <a:lnTo>
                      <a:pt x="1001" y="1475"/>
                    </a:lnTo>
                    <a:lnTo>
                      <a:pt x="1001" y="1475"/>
                    </a:lnTo>
                    <a:lnTo>
                      <a:pt x="1001" y="1475"/>
                    </a:lnTo>
                    <a:lnTo>
                      <a:pt x="1002" y="1475"/>
                    </a:lnTo>
                    <a:lnTo>
                      <a:pt x="1002" y="1475"/>
                    </a:lnTo>
                    <a:lnTo>
                      <a:pt x="1002" y="1475"/>
                    </a:lnTo>
                    <a:lnTo>
                      <a:pt x="1002" y="1475"/>
                    </a:lnTo>
                    <a:lnTo>
                      <a:pt x="1003" y="1475"/>
                    </a:lnTo>
                    <a:lnTo>
                      <a:pt x="1003" y="1475"/>
                    </a:lnTo>
                    <a:lnTo>
                      <a:pt x="1004" y="1475"/>
                    </a:lnTo>
                    <a:lnTo>
                      <a:pt x="1004" y="1475"/>
                    </a:lnTo>
                    <a:lnTo>
                      <a:pt x="1004" y="1475"/>
                    </a:lnTo>
                    <a:lnTo>
                      <a:pt x="1004" y="1475"/>
                    </a:lnTo>
                    <a:lnTo>
                      <a:pt x="1005" y="1475"/>
                    </a:lnTo>
                    <a:lnTo>
                      <a:pt x="1005" y="1475"/>
                    </a:lnTo>
                    <a:lnTo>
                      <a:pt x="1005" y="1475"/>
                    </a:lnTo>
                    <a:lnTo>
                      <a:pt x="1005" y="1475"/>
                    </a:lnTo>
                    <a:lnTo>
                      <a:pt x="1006" y="1475"/>
                    </a:lnTo>
                    <a:lnTo>
                      <a:pt x="1006" y="1475"/>
                    </a:lnTo>
                    <a:lnTo>
                      <a:pt x="1006" y="1475"/>
                    </a:lnTo>
                    <a:lnTo>
                      <a:pt x="1007" y="1475"/>
                    </a:lnTo>
                    <a:lnTo>
                      <a:pt x="1007" y="1475"/>
                    </a:lnTo>
                    <a:lnTo>
                      <a:pt x="1007" y="1475"/>
                    </a:lnTo>
                    <a:lnTo>
                      <a:pt x="1007" y="1475"/>
                    </a:lnTo>
                    <a:lnTo>
                      <a:pt x="1008" y="1475"/>
                    </a:lnTo>
                    <a:lnTo>
                      <a:pt x="1008" y="1475"/>
                    </a:lnTo>
                    <a:lnTo>
                      <a:pt x="1009" y="1475"/>
                    </a:lnTo>
                    <a:lnTo>
                      <a:pt x="1009" y="1475"/>
                    </a:lnTo>
                    <a:lnTo>
                      <a:pt x="1009" y="1475"/>
                    </a:lnTo>
                    <a:lnTo>
                      <a:pt x="1009" y="1475"/>
                    </a:lnTo>
                    <a:lnTo>
                      <a:pt x="1010" y="1475"/>
                    </a:lnTo>
                    <a:lnTo>
                      <a:pt x="1010" y="1475"/>
                    </a:lnTo>
                    <a:lnTo>
                      <a:pt x="1010" y="1475"/>
                    </a:lnTo>
                    <a:lnTo>
                      <a:pt x="1010" y="1475"/>
                    </a:lnTo>
                    <a:lnTo>
                      <a:pt x="1011" y="1475"/>
                    </a:lnTo>
                    <a:lnTo>
                      <a:pt x="1011" y="1475"/>
                    </a:lnTo>
                    <a:lnTo>
                      <a:pt x="1011" y="1475"/>
                    </a:lnTo>
                    <a:lnTo>
                      <a:pt x="1012" y="1475"/>
                    </a:lnTo>
                    <a:lnTo>
                      <a:pt x="1012" y="1475"/>
                    </a:lnTo>
                    <a:lnTo>
                      <a:pt x="1012" y="1475"/>
                    </a:lnTo>
                    <a:lnTo>
                      <a:pt x="1013" y="1475"/>
                    </a:lnTo>
                    <a:lnTo>
                      <a:pt x="1013" y="1475"/>
                    </a:lnTo>
                    <a:lnTo>
                      <a:pt x="1013" y="1481"/>
                    </a:lnTo>
                    <a:lnTo>
                      <a:pt x="1013" y="1486"/>
                    </a:lnTo>
                    <a:lnTo>
                      <a:pt x="1014" y="1492"/>
                    </a:lnTo>
                    <a:lnTo>
                      <a:pt x="1014" y="1497"/>
                    </a:lnTo>
                    <a:lnTo>
                      <a:pt x="1014" y="1497"/>
                    </a:lnTo>
                    <a:lnTo>
                      <a:pt x="1015" y="1497"/>
                    </a:lnTo>
                    <a:lnTo>
                      <a:pt x="1015" y="1497"/>
                    </a:lnTo>
                    <a:lnTo>
                      <a:pt x="1015" y="1497"/>
                    </a:lnTo>
                    <a:lnTo>
                      <a:pt x="1015" y="1497"/>
                    </a:lnTo>
                    <a:lnTo>
                      <a:pt x="1016" y="1497"/>
                    </a:lnTo>
                    <a:lnTo>
                      <a:pt x="1016" y="1497"/>
                    </a:lnTo>
                    <a:lnTo>
                      <a:pt x="1016" y="1497"/>
                    </a:lnTo>
                    <a:lnTo>
                      <a:pt x="1016" y="1497"/>
                    </a:lnTo>
                    <a:lnTo>
                      <a:pt x="1017" y="1497"/>
                    </a:lnTo>
                    <a:lnTo>
                      <a:pt x="1017" y="1497"/>
                    </a:lnTo>
                    <a:lnTo>
                      <a:pt x="1018" y="1497"/>
                    </a:lnTo>
                    <a:lnTo>
                      <a:pt x="1018" y="1497"/>
                    </a:lnTo>
                    <a:lnTo>
                      <a:pt x="1018" y="1497"/>
                    </a:lnTo>
                    <a:lnTo>
                      <a:pt x="1018" y="1497"/>
                    </a:lnTo>
                    <a:lnTo>
                      <a:pt x="1019" y="1497"/>
                    </a:lnTo>
                    <a:lnTo>
                      <a:pt x="1019" y="1497"/>
                    </a:lnTo>
                    <a:lnTo>
                      <a:pt x="1019" y="1497"/>
                    </a:lnTo>
                    <a:lnTo>
                      <a:pt x="1019" y="1497"/>
                    </a:lnTo>
                    <a:lnTo>
                      <a:pt x="1020" y="1497"/>
                    </a:lnTo>
                    <a:lnTo>
                      <a:pt x="1020" y="1497"/>
                    </a:lnTo>
                    <a:lnTo>
                      <a:pt x="1020" y="1497"/>
                    </a:lnTo>
                    <a:lnTo>
                      <a:pt x="1021" y="1497"/>
                    </a:lnTo>
                    <a:lnTo>
                      <a:pt x="1021" y="1497"/>
                    </a:lnTo>
                    <a:lnTo>
                      <a:pt x="1021" y="1497"/>
                    </a:lnTo>
                    <a:lnTo>
                      <a:pt x="1021" y="1497"/>
                    </a:lnTo>
                    <a:lnTo>
                      <a:pt x="1022" y="1497"/>
                    </a:lnTo>
                    <a:lnTo>
                      <a:pt x="1022" y="1497"/>
                    </a:lnTo>
                    <a:lnTo>
                      <a:pt x="1022" y="1497"/>
                    </a:lnTo>
                    <a:lnTo>
                      <a:pt x="1023" y="1497"/>
                    </a:lnTo>
                    <a:lnTo>
                      <a:pt x="1023" y="1497"/>
                    </a:lnTo>
                    <a:lnTo>
                      <a:pt x="1023" y="1497"/>
                    </a:lnTo>
                    <a:lnTo>
                      <a:pt x="1024" y="1499"/>
                    </a:lnTo>
                    <a:lnTo>
                      <a:pt x="1024" y="1501"/>
                    </a:lnTo>
                    <a:lnTo>
                      <a:pt x="1024" y="1503"/>
                    </a:lnTo>
                    <a:lnTo>
                      <a:pt x="1024" y="1505"/>
                    </a:lnTo>
                    <a:lnTo>
                      <a:pt x="1025" y="1505"/>
                    </a:lnTo>
                    <a:lnTo>
                      <a:pt x="1025" y="1505"/>
                    </a:lnTo>
                    <a:lnTo>
                      <a:pt x="1025" y="1505"/>
                    </a:lnTo>
                    <a:lnTo>
                      <a:pt x="1025" y="1505"/>
                    </a:lnTo>
                    <a:lnTo>
                      <a:pt x="1026" y="1505"/>
                    </a:lnTo>
                    <a:lnTo>
                      <a:pt x="1026" y="1505"/>
                    </a:lnTo>
                    <a:lnTo>
                      <a:pt x="1027" y="1505"/>
                    </a:lnTo>
                    <a:lnTo>
                      <a:pt x="1027" y="1505"/>
                    </a:lnTo>
                    <a:lnTo>
                      <a:pt x="1027" y="1505"/>
                    </a:lnTo>
                    <a:lnTo>
                      <a:pt x="1027" y="1505"/>
                    </a:lnTo>
                    <a:lnTo>
                      <a:pt x="1028" y="1505"/>
                    </a:lnTo>
                    <a:lnTo>
                      <a:pt x="1028" y="1505"/>
                    </a:lnTo>
                    <a:lnTo>
                      <a:pt x="1028" y="1505"/>
                    </a:lnTo>
                    <a:lnTo>
                      <a:pt x="1028" y="1505"/>
                    </a:lnTo>
                    <a:lnTo>
                      <a:pt x="1029" y="1505"/>
                    </a:lnTo>
                    <a:lnTo>
                      <a:pt x="1029" y="1505"/>
                    </a:lnTo>
                    <a:lnTo>
                      <a:pt x="1029" y="1505"/>
                    </a:lnTo>
                    <a:lnTo>
                      <a:pt x="1030" y="1505"/>
                    </a:lnTo>
                    <a:lnTo>
                      <a:pt x="1030" y="1505"/>
                    </a:lnTo>
                    <a:lnTo>
                      <a:pt x="1030" y="1505"/>
                    </a:lnTo>
                    <a:lnTo>
                      <a:pt x="1030" y="1505"/>
                    </a:lnTo>
                    <a:lnTo>
                      <a:pt x="1031" y="1505"/>
                    </a:lnTo>
                    <a:lnTo>
                      <a:pt x="1031" y="1505"/>
                    </a:lnTo>
                    <a:lnTo>
                      <a:pt x="1031" y="1505"/>
                    </a:lnTo>
                    <a:lnTo>
                      <a:pt x="1031" y="1505"/>
                    </a:lnTo>
                    <a:lnTo>
                      <a:pt x="1032" y="1505"/>
                    </a:lnTo>
                    <a:lnTo>
                      <a:pt x="1032" y="1505"/>
                    </a:lnTo>
                    <a:lnTo>
                      <a:pt x="1033" y="1505"/>
                    </a:lnTo>
                    <a:lnTo>
                      <a:pt x="1033" y="1505"/>
                    </a:lnTo>
                    <a:lnTo>
                      <a:pt x="1033" y="1505"/>
                    </a:lnTo>
                    <a:lnTo>
                      <a:pt x="1033" y="1505"/>
                    </a:lnTo>
                    <a:lnTo>
                      <a:pt x="1034" y="1505"/>
                    </a:lnTo>
                    <a:lnTo>
                      <a:pt x="1034" y="1505"/>
                    </a:lnTo>
                    <a:lnTo>
                      <a:pt x="1034" y="1505"/>
                    </a:lnTo>
                    <a:lnTo>
                      <a:pt x="1034" y="1505"/>
                    </a:lnTo>
                    <a:lnTo>
                      <a:pt x="1035" y="1505"/>
                    </a:lnTo>
                    <a:lnTo>
                      <a:pt x="1035" y="1505"/>
                    </a:lnTo>
                    <a:lnTo>
                      <a:pt x="1035" y="1505"/>
                    </a:lnTo>
                    <a:lnTo>
                      <a:pt x="1036" y="1505"/>
                    </a:lnTo>
                    <a:lnTo>
                      <a:pt x="1036" y="1505"/>
                    </a:lnTo>
                    <a:lnTo>
                      <a:pt x="1036" y="1505"/>
                    </a:lnTo>
                    <a:lnTo>
                      <a:pt x="1037" y="1505"/>
                    </a:lnTo>
                    <a:lnTo>
                      <a:pt x="1037" y="1505"/>
                    </a:lnTo>
                    <a:lnTo>
                      <a:pt x="1037" y="1505"/>
                    </a:lnTo>
                    <a:lnTo>
                      <a:pt x="1037" y="1505"/>
                    </a:lnTo>
                    <a:lnTo>
                      <a:pt x="1038" y="1505"/>
                    </a:lnTo>
                    <a:lnTo>
                      <a:pt x="1038" y="1505"/>
                    </a:lnTo>
                    <a:lnTo>
                      <a:pt x="1038" y="1505"/>
                    </a:lnTo>
                    <a:lnTo>
                      <a:pt x="1039" y="1505"/>
                    </a:lnTo>
                    <a:lnTo>
                      <a:pt x="1039" y="1505"/>
                    </a:lnTo>
                    <a:lnTo>
                      <a:pt x="1039" y="1505"/>
                    </a:lnTo>
                    <a:lnTo>
                      <a:pt x="1039" y="1505"/>
                    </a:lnTo>
                    <a:lnTo>
                      <a:pt x="1040" y="1505"/>
                    </a:lnTo>
                    <a:lnTo>
                      <a:pt x="1040" y="1505"/>
                    </a:lnTo>
                    <a:lnTo>
                      <a:pt x="1040" y="1505"/>
                    </a:lnTo>
                    <a:lnTo>
                      <a:pt x="1040" y="1505"/>
                    </a:lnTo>
                    <a:lnTo>
                      <a:pt x="1041" y="1505"/>
                    </a:lnTo>
                    <a:lnTo>
                      <a:pt x="1041" y="1505"/>
                    </a:lnTo>
                    <a:lnTo>
                      <a:pt x="1042" y="1505"/>
                    </a:lnTo>
                    <a:lnTo>
                      <a:pt x="1042" y="1499"/>
                    </a:lnTo>
                    <a:lnTo>
                      <a:pt x="1042" y="1494"/>
                    </a:lnTo>
                    <a:lnTo>
                      <a:pt x="1042" y="1489"/>
                    </a:lnTo>
                    <a:lnTo>
                      <a:pt x="1043" y="1484"/>
                    </a:lnTo>
                    <a:lnTo>
                      <a:pt x="1043" y="1484"/>
                    </a:lnTo>
                    <a:lnTo>
                      <a:pt x="1043" y="1484"/>
                    </a:lnTo>
                    <a:lnTo>
                      <a:pt x="1043" y="1484"/>
                    </a:lnTo>
                    <a:lnTo>
                      <a:pt x="1044" y="1484"/>
                    </a:lnTo>
                    <a:lnTo>
                      <a:pt x="1044" y="1484"/>
                    </a:lnTo>
                    <a:lnTo>
                      <a:pt x="1044" y="1484"/>
                    </a:lnTo>
                    <a:lnTo>
                      <a:pt x="1045" y="1484"/>
                    </a:lnTo>
                    <a:lnTo>
                      <a:pt x="1045" y="1484"/>
                    </a:lnTo>
                    <a:lnTo>
                      <a:pt x="1045" y="1484"/>
                    </a:lnTo>
                    <a:lnTo>
                      <a:pt x="1045" y="1484"/>
                    </a:lnTo>
                    <a:lnTo>
                      <a:pt x="1046" y="1484"/>
                    </a:lnTo>
                    <a:lnTo>
                      <a:pt x="1046" y="1484"/>
                    </a:lnTo>
                    <a:lnTo>
                      <a:pt x="1046" y="1482"/>
                    </a:lnTo>
                    <a:lnTo>
                      <a:pt x="1047" y="1480"/>
                    </a:lnTo>
                    <a:lnTo>
                      <a:pt x="1047" y="1478"/>
                    </a:lnTo>
                    <a:lnTo>
                      <a:pt x="1047" y="1476"/>
                    </a:lnTo>
                    <a:lnTo>
                      <a:pt x="1048" y="1476"/>
                    </a:lnTo>
                    <a:lnTo>
                      <a:pt x="1048" y="1476"/>
                    </a:lnTo>
                    <a:lnTo>
                      <a:pt x="1048" y="1476"/>
                    </a:lnTo>
                    <a:lnTo>
                      <a:pt x="1048" y="1476"/>
                    </a:lnTo>
                    <a:lnTo>
                      <a:pt x="1049" y="1476"/>
                    </a:lnTo>
                    <a:lnTo>
                      <a:pt x="1049" y="1476"/>
                    </a:lnTo>
                    <a:lnTo>
                      <a:pt x="1049" y="1476"/>
                    </a:lnTo>
                    <a:lnTo>
                      <a:pt x="1049" y="1476"/>
                    </a:lnTo>
                    <a:lnTo>
                      <a:pt x="1050" y="1476"/>
                    </a:lnTo>
                    <a:lnTo>
                      <a:pt x="1050" y="1476"/>
                    </a:lnTo>
                    <a:lnTo>
                      <a:pt x="1051" y="1476"/>
                    </a:lnTo>
                    <a:lnTo>
                      <a:pt x="1051" y="1476"/>
                    </a:lnTo>
                    <a:lnTo>
                      <a:pt x="1051" y="1476"/>
                    </a:lnTo>
                    <a:lnTo>
                      <a:pt x="1051" y="1476"/>
                    </a:lnTo>
                    <a:lnTo>
                      <a:pt x="1052" y="1476"/>
                    </a:lnTo>
                    <a:lnTo>
                      <a:pt x="1052" y="1476"/>
                    </a:lnTo>
                    <a:lnTo>
                      <a:pt x="1052" y="1476"/>
                    </a:lnTo>
                    <a:lnTo>
                      <a:pt x="1052" y="1476"/>
                    </a:lnTo>
                    <a:lnTo>
                      <a:pt x="1053" y="1476"/>
                    </a:lnTo>
                    <a:lnTo>
                      <a:pt x="1053" y="1476"/>
                    </a:lnTo>
                    <a:lnTo>
                      <a:pt x="1053" y="1476"/>
                    </a:lnTo>
                    <a:lnTo>
                      <a:pt x="1054" y="1476"/>
                    </a:lnTo>
                    <a:lnTo>
                      <a:pt x="1054" y="1476"/>
                    </a:lnTo>
                    <a:lnTo>
                      <a:pt x="1054" y="1476"/>
                    </a:lnTo>
                    <a:lnTo>
                      <a:pt x="1054" y="1476"/>
                    </a:lnTo>
                    <a:lnTo>
                      <a:pt x="1055" y="1476"/>
                    </a:lnTo>
                    <a:lnTo>
                      <a:pt x="1055" y="1476"/>
                    </a:lnTo>
                    <a:lnTo>
                      <a:pt x="1055" y="1476"/>
                    </a:lnTo>
                    <a:lnTo>
                      <a:pt x="1055" y="1476"/>
                    </a:lnTo>
                    <a:lnTo>
                      <a:pt x="1056" y="1476"/>
                    </a:lnTo>
                    <a:lnTo>
                      <a:pt x="1056" y="1476"/>
                    </a:lnTo>
                    <a:lnTo>
                      <a:pt x="1057" y="1476"/>
                    </a:lnTo>
                    <a:lnTo>
                      <a:pt x="1057" y="1476"/>
                    </a:lnTo>
                    <a:lnTo>
                      <a:pt x="1057" y="1476"/>
                    </a:lnTo>
                    <a:lnTo>
                      <a:pt x="1057" y="1476"/>
                    </a:lnTo>
                    <a:lnTo>
                      <a:pt x="1058" y="1476"/>
                    </a:lnTo>
                    <a:lnTo>
                      <a:pt x="1058" y="1476"/>
                    </a:lnTo>
                    <a:lnTo>
                      <a:pt x="1058" y="1476"/>
                    </a:lnTo>
                    <a:lnTo>
                      <a:pt x="1058" y="1476"/>
                    </a:lnTo>
                    <a:lnTo>
                      <a:pt x="1059" y="1476"/>
                    </a:lnTo>
                    <a:lnTo>
                      <a:pt x="1059" y="1476"/>
                    </a:lnTo>
                    <a:lnTo>
                      <a:pt x="1060" y="1476"/>
                    </a:lnTo>
                    <a:lnTo>
                      <a:pt x="1060" y="1476"/>
                    </a:lnTo>
                    <a:lnTo>
                      <a:pt x="1060" y="1476"/>
                    </a:lnTo>
                    <a:lnTo>
                      <a:pt x="1060" y="1476"/>
                    </a:lnTo>
                    <a:lnTo>
                      <a:pt x="1061" y="1476"/>
                    </a:lnTo>
                    <a:lnTo>
                      <a:pt x="1061" y="1476"/>
                    </a:lnTo>
                    <a:lnTo>
                      <a:pt x="1061" y="1476"/>
                    </a:lnTo>
                    <a:lnTo>
                      <a:pt x="1061" y="1476"/>
                    </a:lnTo>
                    <a:lnTo>
                      <a:pt x="1062" y="1476"/>
                    </a:lnTo>
                    <a:lnTo>
                      <a:pt x="1062" y="1476"/>
                    </a:lnTo>
                    <a:lnTo>
                      <a:pt x="1062" y="1476"/>
                    </a:lnTo>
                    <a:lnTo>
                      <a:pt x="1063" y="1476"/>
                    </a:lnTo>
                    <a:lnTo>
                      <a:pt x="1063" y="1476"/>
                    </a:lnTo>
                    <a:lnTo>
                      <a:pt x="1063" y="1476"/>
                    </a:lnTo>
                    <a:lnTo>
                      <a:pt x="1063" y="1476"/>
                    </a:lnTo>
                    <a:lnTo>
                      <a:pt x="1064" y="1476"/>
                    </a:lnTo>
                    <a:lnTo>
                      <a:pt x="1064" y="1476"/>
                    </a:lnTo>
                    <a:lnTo>
                      <a:pt x="1064" y="1476"/>
                    </a:lnTo>
                    <a:lnTo>
                      <a:pt x="1064" y="1476"/>
                    </a:lnTo>
                    <a:lnTo>
                      <a:pt x="1065" y="1476"/>
                    </a:lnTo>
                    <a:lnTo>
                      <a:pt x="1065" y="1476"/>
                    </a:lnTo>
                    <a:lnTo>
                      <a:pt x="1066" y="1476"/>
                    </a:lnTo>
                    <a:lnTo>
                      <a:pt x="1066" y="1476"/>
                    </a:lnTo>
                    <a:lnTo>
                      <a:pt x="1066" y="1476"/>
                    </a:lnTo>
                    <a:lnTo>
                      <a:pt x="1066" y="1476"/>
                    </a:lnTo>
                    <a:lnTo>
                      <a:pt x="1067" y="1476"/>
                    </a:lnTo>
                    <a:lnTo>
                      <a:pt x="1067" y="1476"/>
                    </a:lnTo>
                    <a:lnTo>
                      <a:pt x="1067" y="1476"/>
                    </a:lnTo>
                    <a:lnTo>
                      <a:pt x="1067" y="1476"/>
                    </a:lnTo>
                    <a:lnTo>
                      <a:pt x="1068" y="1476"/>
                    </a:lnTo>
                    <a:lnTo>
                      <a:pt x="1068" y="1476"/>
                    </a:lnTo>
                    <a:lnTo>
                      <a:pt x="1068" y="1476"/>
                    </a:lnTo>
                    <a:lnTo>
                      <a:pt x="1069" y="1476"/>
                    </a:lnTo>
                    <a:lnTo>
                      <a:pt x="1069" y="1476"/>
                    </a:lnTo>
                    <a:lnTo>
                      <a:pt x="1069" y="1476"/>
                    </a:lnTo>
                    <a:lnTo>
                      <a:pt x="1070" y="1476"/>
                    </a:lnTo>
                    <a:lnTo>
                      <a:pt x="1070" y="1476"/>
                    </a:lnTo>
                    <a:lnTo>
                      <a:pt x="1070" y="1476"/>
                    </a:lnTo>
                    <a:lnTo>
                      <a:pt x="1070" y="1476"/>
                    </a:lnTo>
                    <a:lnTo>
                      <a:pt x="1071" y="1476"/>
                    </a:lnTo>
                    <a:lnTo>
                      <a:pt x="1071" y="1476"/>
                    </a:lnTo>
                    <a:lnTo>
                      <a:pt x="1071" y="1476"/>
                    </a:lnTo>
                    <a:lnTo>
                      <a:pt x="1072" y="1476"/>
                    </a:lnTo>
                    <a:lnTo>
                      <a:pt x="1072" y="1476"/>
                    </a:lnTo>
                    <a:lnTo>
                      <a:pt x="1072" y="1476"/>
                    </a:lnTo>
                    <a:lnTo>
                      <a:pt x="1072" y="1476"/>
                    </a:lnTo>
                    <a:lnTo>
                      <a:pt x="1073" y="1476"/>
                    </a:lnTo>
                    <a:lnTo>
                      <a:pt x="1073" y="1476"/>
                    </a:lnTo>
                    <a:lnTo>
                      <a:pt x="1073" y="1476"/>
                    </a:lnTo>
                    <a:lnTo>
                      <a:pt x="1073" y="1476"/>
                    </a:lnTo>
                    <a:lnTo>
                      <a:pt x="1074" y="1476"/>
                    </a:lnTo>
                    <a:lnTo>
                      <a:pt x="1074" y="1476"/>
                    </a:lnTo>
                    <a:lnTo>
                      <a:pt x="1075" y="1476"/>
                    </a:lnTo>
                    <a:lnTo>
                      <a:pt x="1075" y="1476"/>
                    </a:lnTo>
                    <a:lnTo>
                      <a:pt x="1075" y="1476"/>
                    </a:lnTo>
                    <a:lnTo>
                      <a:pt x="1075" y="1476"/>
                    </a:lnTo>
                    <a:lnTo>
                      <a:pt x="1076" y="1476"/>
                    </a:lnTo>
                    <a:lnTo>
                      <a:pt x="1076" y="1476"/>
                    </a:lnTo>
                    <a:lnTo>
                      <a:pt x="1076" y="1476"/>
                    </a:lnTo>
                    <a:lnTo>
                      <a:pt x="1077" y="1476"/>
                    </a:lnTo>
                    <a:lnTo>
                      <a:pt x="1077" y="1476"/>
                    </a:lnTo>
                    <a:lnTo>
                      <a:pt x="1077" y="1476"/>
                    </a:lnTo>
                    <a:lnTo>
                      <a:pt x="1077" y="1476"/>
                    </a:lnTo>
                    <a:lnTo>
                      <a:pt x="1078" y="1476"/>
                    </a:lnTo>
                    <a:lnTo>
                      <a:pt x="1078" y="1476"/>
                    </a:lnTo>
                    <a:lnTo>
                      <a:pt x="1078" y="1476"/>
                    </a:lnTo>
                    <a:lnTo>
                      <a:pt x="1078" y="1476"/>
                    </a:lnTo>
                    <a:lnTo>
                      <a:pt x="1079" y="1475"/>
                    </a:lnTo>
                    <a:lnTo>
                      <a:pt x="1079" y="1473"/>
                    </a:lnTo>
                    <a:lnTo>
                      <a:pt x="1080" y="1471"/>
                    </a:lnTo>
                    <a:lnTo>
                      <a:pt x="1080" y="1469"/>
                    </a:lnTo>
                    <a:lnTo>
                      <a:pt x="1080" y="1463"/>
                    </a:lnTo>
                    <a:lnTo>
                      <a:pt x="1080" y="1457"/>
                    </a:lnTo>
                    <a:lnTo>
                      <a:pt x="1081" y="1451"/>
                    </a:lnTo>
                    <a:lnTo>
                      <a:pt x="1081" y="1445"/>
                    </a:lnTo>
                    <a:lnTo>
                      <a:pt x="1081" y="1441"/>
                    </a:lnTo>
                    <a:lnTo>
                      <a:pt x="1081" y="1437"/>
                    </a:lnTo>
                    <a:lnTo>
                      <a:pt x="1082" y="1433"/>
                    </a:lnTo>
                    <a:lnTo>
                      <a:pt x="1082" y="1429"/>
                    </a:lnTo>
                    <a:lnTo>
                      <a:pt x="1082" y="1429"/>
                    </a:lnTo>
                    <a:lnTo>
                      <a:pt x="1083" y="1429"/>
                    </a:lnTo>
                    <a:lnTo>
                      <a:pt x="1083" y="1429"/>
                    </a:lnTo>
                    <a:lnTo>
                      <a:pt x="1083" y="1429"/>
                    </a:lnTo>
                    <a:lnTo>
                      <a:pt x="1084" y="1429"/>
                    </a:lnTo>
                    <a:lnTo>
                      <a:pt x="1084" y="1429"/>
                    </a:lnTo>
                    <a:lnTo>
                      <a:pt x="1084" y="1429"/>
                    </a:lnTo>
                    <a:lnTo>
                      <a:pt x="1084" y="1429"/>
                    </a:lnTo>
                    <a:lnTo>
                      <a:pt x="1085" y="1429"/>
                    </a:lnTo>
                    <a:lnTo>
                      <a:pt x="1085" y="1429"/>
                    </a:lnTo>
                    <a:lnTo>
                      <a:pt x="1085" y="1429"/>
                    </a:lnTo>
                    <a:lnTo>
                      <a:pt x="1086" y="1429"/>
                    </a:lnTo>
                    <a:lnTo>
                      <a:pt x="1086" y="1429"/>
                    </a:lnTo>
                    <a:lnTo>
                      <a:pt x="1086" y="1429"/>
                    </a:lnTo>
                    <a:lnTo>
                      <a:pt x="1086" y="1429"/>
                    </a:lnTo>
                    <a:lnTo>
                      <a:pt x="1087" y="1429"/>
                    </a:lnTo>
                    <a:lnTo>
                      <a:pt x="1087" y="1429"/>
                    </a:lnTo>
                    <a:lnTo>
                      <a:pt x="1087" y="1429"/>
                    </a:lnTo>
                    <a:lnTo>
                      <a:pt x="1087" y="1429"/>
                    </a:lnTo>
                    <a:lnTo>
                      <a:pt x="1088" y="1429"/>
                    </a:lnTo>
                    <a:lnTo>
                      <a:pt x="1088" y="1429"/>
                    </a:lnTo>
                    <a:lnTo>
                      <a:pt x="1089" y="1429"/>
                    </a:lnTo>
                    <a:lnTo>
                      <a:pt x="1089" y="1429"/>
                    </a:lnTo>
                    <a:lnTo>
                      <a:pt x="1089" y="1429"/>
                    </a:lnTo>
                    <a:lnTo>
                      <a:pt x="1089" y="1429"/>
                    </a:lnTo>
                    <a:lnTo>
                      <a:pt x="1090" y="1429"/>
                    </a:lnTo>
                    <a:lnTo>
                      <a:pt x="1090" y="1429"/>
                    </a:lnTo>
                    <a:lnTo>
                      <a:pt x="1090" y="1429"/>
                    </a:lnTo>
                    <a:lnTo>
                      <a:pt x="1090" y="1429"/>
                    </a:lnTo>
                    <a:lnTo>
                      <a:pt x="1091" y="1429"/>
                    </a:lnTo>
                    <a:lnTo>
                      <a:pt x="1091" y="1429"/>
                    </a:lnTo>
                    <a:lnTo>
                      <a:pt x="1091" y="1429"/>
                    </a:lnTo>
                    <a:lnTo>
                      <a:pt x="1092" y="1429"/>
                    </a:lnTo>
                    <a:lnTo>
                      <a:pt x="1092" y="1429"/>
                    </a:lnTo>
                    <a:lnTo>
                      <a:pt x="1092" y="1429"/>
                    </a:lnTo>
                    <a:lnTo>
                      <a:pt x="1092" y="1429"/>
                    </a:lnTo>
                    <a:lnTo>
                      <a:pt x="1093" y="1429"/>
                    </a:lnTo>
                    <a:lnTo>
                      <a:pt x="1093" y="1429"/>
                    </a:lnTo>
                    <a:lnTo>
                      <a:pt x="1093" y="1429"/>
                    </a:lnTo>
                    <a:lnTo>
                      <a:pt x="1094" y="1429"/>
                    </a:lnTo>
                    <a:lnTo>
                      <a:pt x="1094" y="1429"/>
                    </a:lnTo>
                    <a:lnTo>
                      <a:pt x="1094" y="1429"/>
                    </a:lnTo>
                    <a:lnTo>
                      <a:pt x="1095" y="1429"/>
                    </a:lnTo>
                    <a:lnTo>
                      <a:pt x="1095" y="1429"/>
                    </a:lnTo>
                    <a:lnTo>
                      <a:pt x="1095" y="1429"/>
                    </a:lnTo>
                    <a:lnTo>
                      <a:pt x="1095" y="1429"/>
                    </a:lnTo>
                    <a:lnTo>
                      <a:pt x="1096" y="1429"/>
                    </a:lnTo>
                    <a:lnTo>
                      <a:pt x="1096" y="1429"/>
                    </a:lnTo>
                    <a:lnTo>
                      <a:pt x="1096" y="1429"/>
                    </a:lnTo>
                    <a:lnTo>
                      <a:pt x="1096" y="1429"/>
                    </a:lnTo>
                    <a:lnTo>
                      <a:pt x="1097" y="1429"/>
                    </a:lnTo>
                    <a:lnTo>
                      <a:pt x="1097" y="1429"/>
                    </a:lnTo>
                    <a:lnTo>
                      <a:pt x="1098" y="1429"/>
                    </a:lnTo>
                    <a:lnTo>
                      <a:pt x="1098" y="1429"/>
                    </a:lnTo>
                    <a:lnTo>
                      <a:pt x="1098" y="1429"/>
                    </a:lnTo>
                    <a:lnTo>
                      <a:pt x="1098" y="1429"/>
                    </a:lnTo>
                    <a:lnTo>
                      <a:pt x="1099" y="1429"/>
                    </a:lnTo>
                    <a:lnTo>
                      <a:pt x="1099" y="1429"/>
                    </a:lnTo>
                    <a:lnTo>
                      <a:pt x="1099" y="1429"/>
                    </a:lnTo>
                    <a:lnTo>
                      <a:pt x="1099" y="1429"/>
                    </a:lnTo>
                    <a:lnTo>
                      <a:pt x="1100" y="1429"/>
                    </a:lnTo>
                    <a:lnTo>
                      <a:pt x="1100" y="1429"/>
                    </a:lnTo>
                    <a:lnTo>
                      <a:pt x="1100" y="1429"/>
                    </a:lnTo>
                    <a:lnTo>
                      <a:pt x="1101" y="1429"/>
                    </a:lnTo>
                    <a:lnTo>
                      <a:pt x="1101" y="1429"/>
                    </a:lnTo>
                    <a:lnTo>
                      <a:pt x="1101" y="1429"/>
                    </a:lnTo>
                    <a:lnTo>
                      <a:pt x="1101" y="1429"/>
                    </a:lnTo>
                    <a:lnTo>
                      <a:pt x="1102" y="1429"/>
                    </a:lnTo>
                    <a:lnTo>
                      <a:pt x="1102" y="1429"/>
                    </a:lnTo>
                    <a:lnTo>
                      <a:pt x="1102" y="1429"/>
                    </a:lnTo>
                    <a:lnTo>
                      <a:pt x="1102" y="1429"/>
                    </a:lnTo>
                    <a:lnTo>
                      <a:pt x="1103" y="1429"/>
                    </a:lnTo>
                    <a:lnTo>
                      <a:pt x="1103" y="1429"/>
                    </a:lnTo>
                    <a:lnTo>
                      <a:pt x="1104" y="1429"/>
                    </a:lnTo>
                    <a:lnTo>
                      <a:pt x="1104" y="1429"/>
                    </a:lnTo>
                    <a:lnTo>
                      <a:pt x="1104" y="1429"/>
                    </a:lnTo>
                    <a:lnTo>
                      <a:pt x="1104" y="1429"/>
                    </a:lnTo>
                    <a:lnTo>
                      <a:pt x="1105" y="1429"/>
                    </a:lnTo>
                    <a:lnTo>
                      <a:pt x="1105" y="1429"/>
                    </a:lnTo>
                    <a:lnTo>
                      <a:pt x="1105" y="1429"/>
                    </a:lnTo>
                    <a:lnTo>
                      <a:pt x="1105" y="1429"/>
                    </a:lnTo>
                    <a:lnTo>
                      <a:pt x="1106" y="1429"/>
                    </a:lnTo>
                    <a:lnTo>
                      <a:pt x="1106" y="1429"/>
                    </a:lnTo>
                    <a:lnTo>
                      <a:pt x="1106" y="1429"/>
                    </a:lnTo>
                    <a:lnTo>
                      <a:pt x="1107" y="1429"/>
                    </a:lnTo>
                    <a:lnTo>
                      <a:pt x="1107" y="1429"/>
                    </a:lnTo>
                    <a:lnTo>
                      <a:pt x="1107" y="1429"/>
                    </a:lnTo>
                    <a:lnTo>
                      <a:pt x="1108" y="1429"/>
                    </a:lnTo>
                    <a:lnTo>
                      <a:pt x="1108" y="1429"/>
                    </a:lnTo>
                    <a:lnTo>
                      <a:pt x="1108" y="1429"/>
                    </a:lnTo>
                    <a:lnTo>
                      <a:pt x="1108" y="1429"/>
                    </a:lnTo>
                    <a:lnTo>
                      <a:pt x="1109" y="1429"/>
                    </a:lnTo>
                    <a:lnTo>
                      <a:pt x="1109" y="1429"/>
                    </a:lnTo>
                    <a:lnTo>
                      <a:pt x="1109" y="1429"/>
                    </a:lnTo>
                    <a:lnTo>
                      <a:pt x="1110" y="1429"/>
                    </a:lnTo>
                    <a:lnTo>
                      <a:pt x="1110" y="1429"/>
                    </a:lnTo>
                    <a:lnTo>
                      <a:pt x="1110" y="1429"/>
                    </a:lnTo>
                    <a:lnTo>
                      <a:pt x="1110" y="1429"/>
                    </a:lnTo>
                    <a:lnTo>
                      <a:pt x="1111" y="1429"/>
                    </a:lnTo>
                    <a:lnTo>
                      <a:pt x="1111" y="1429"/>
                    </a:lnTo>
                    <a:lnTo>
                      <a:pt x="1111" y="1429"/>
                    </a:lnTo>
                    <a:lnTo>
                      <a:pt x="1111" y="1429"/>
                    </a:lnTo>
                    <a:lnTo>
                      <a:pt x="1112" y="1429"/>
                    </a:lnTo>
                    <a:lnTo>
                      <a:pt x="1112" y="1429"/>
                    </a:lnTo>
                    <a:lnTo>
                      <a:pt x="1113" y="1429"/>
                    </a:lnTo>
                    <a:lnTo>
                      <a:pt x="1113" y="1429"/>
                    </a:lnTo>
                    <a:lnTo>
                      <a:pt x="1113" y="1429"/>
                    </a:lnTo>
                    <a:lnTo>
                      <a:pt x="1113" y="1429"/>
                    </a:lnTo>
                    <a:lnTo>
                      <a:pt x="1114" y="1429"/>
                    </a:lnTo>
                    <a:lnTo>
                      <a:pt x="1114" y="1429"/>
                    </a:lnTo>
                    <a:lnTo>
                      <a:pt x="1114" y="1430"/>
                    </a:lnTo>
                    <a:lnTo>
                      <a:pt x="1114" y="1430"/>
                    </a:lnTo>
                    <a:lnTo>
                      <a:pt x="1115" y="1431"/>
                    </a:lnTo>
                    <a:lnTo>
                      <a:pt x="1115" y="1431"/>
                    </a:lnTo>
                    <a:lnTo>
                      <a:pt x="1115" y="1431"/>
                    </a:lnTo>
                    <a:lnTo>
                      <a:pt x="1116" y="1431"/>
                    </a:lnTo>
                    <a:lnTo>
                      <a:pt x="1116" y="1431"/>
                    </a:lnTo>
                    <a:lnTo>
                      <a:pt x="1116" y="1431"/>
                    </a:lnTo>
                    <a:lnTo>
                      <a:pt x="1117" y="1431"/>
                    </a:lnTo>
                    <a:lnTo>
                      <a:pt x="1117" y="1431"/>
                    </a:lnTo>
                    <a:lnTo>
                      <a:pt x="1117" y="1431"/>
                    </a:lnTo>
                    <a:lnTo>
                      <a:pt x="1117" y="1431"/>
                    </a:lnTo>
                    <a:lnTo>
                      <a:pt x="1118" y="1431"/>
                    </a:lnTo>
                    <a:lnTo>
                      <a:pt x="1118" y="1431"/>
                    </a:lnTo>
                    <a:lnTo>
                      <a:pt x="1118" y="1431"/>
                    </a:lnTo>
                    <a:lnTo>
                      <a:pt x="1119" y="1431"/>
                    </a:lnTo>
                    <a:lnTo>
                      <a:pt x="1119" y="1431"/>
                    </a:lnTo>
                    <a:lnTo>
                      <a:pt x="1119" y="1431"/>
                    </a:lnTo>
                    <a:lnTo>
                      <a:pt x="1119" y="1431"/>
                    </a:lnTo>
                    <a:lnTo>
                      <a:pt x="1120" y="1431"/>
                    </a:lnTo>
                    <a:lnTo>
                      <a:pt x="1120" y="1431"/>
                    </a:lnTo>
                    <a:lnTo>
                      <a:pt x="1120" y="1431"/>
                    </a:lnTo>
                    <a:lnTo>
                      <a:pt x="1120" y="1431"/>
                    </a:lnTo>
                    <a:lnTo>
                      <a:pt x="1121" y="1431"/>
                    </a:lnTo>
                    <a:lnTo>
                      <a:pt x="1121" y="1431"/>
                    </a:lnTo>
                    <a:lnTo>
                      <a:pt x="1122" y="1431"/>
                    </a:lnTo>
                    <a:lnTo>
                      <a:pt x="1122" y="1431"/>
                    </a:lnTo>
                    <a:lnTo>
                      <a:pt x="1122" y="1431"/>
                    </a:lnTo>
                    <a:lnTo>
                      <a:pt x="1122" y="1431"/>
                    </a:lnTo>
                    <a:lnTo>
                      <a:pt x="1123" y="1431"/>
                    </a:lnTo>
                    <a:lnTo>
                      <a:pt x="1123" y="1431"/>
                    </a:lnTo>
                    <a:lnTo>
                      <a:pt x="1123" y="1431"/>
                    </a:lnTo>
                    <a:lnTo>
                      <a:pt x="1123" y="1431"/>
                    </a:lnTo>
                    <a:lnTo>
                      <a:pt x="1124" y="1431"/>
                    </a:lnTo>
                    <a:lnTo>
                      <a:pt x="1124" y="1431"/>
                    </a:lnTo>
                    <a:lnTo>
                      <a:pt x="1124" y="1431"/>
                    </a:lnTo>
                    <a:lnTo>
                      <a:pt x="1125" y="1431"/>
                    </a:lnTo>
                    <a:lnTo>
                      <a:pt x="1125" y="1431"/>
                    </a:lnTo>
                    <a:lnTo>
                      <a:pt x="1125" y="1431"/>
                    </a:lnTo>
                    <a:lnTo>
                      <a:pt x="1125" y="1431"/>
                    </a:lnTo>
                    <a:lnTo>
                      <a:pt x="1126" y="1431"/>
                    </a:lnTo>
                    <a:lnTo>
                      <a:pt x="1126" y="1431"/>
                    </a:lnTo>
                    <a:lnTo>
                      <a:pt x="1126" y="1431"/>
                    </a:lnTo>
                    <a:lnTo>
                      <a:pt x="1127" y="1431"/>
                    </a:lnTo>
                    <a:lnTo>
                      <a:pt x="1127" y="1431"/>
                    </a:lnTo>
                    <a:lnTo>
                      <a:pt x="1127" y="1431"/>
                    </a:lnTo>
                    <a:lnTo>
                      <a:pt x="1128" y="1431"/>
                    </a:lnTo>
                    <a:lnTo>
                      <a:pt x="1128" y="1431"/>
                    </a:lnTo>
                    <a:lnTo>
                      <a:pt x="1128" y="1431"/>
                    </a:lnTo>
                    <a:lnTo>
                      <a:pt x="1128" y="1431"/>
                    </a:lnTo>
                    <a:lnTo>
                      <a:pt x="1129" y="1431"/>
                    </a:lnTo>
                    <a:lnTo>
                      <a:pt x="1129" y="1431"/>
                    </a:lnTo>
                    <a:lnTo>
                      <a:pt x="1129" y="1431"/>
                    </a:lnTo>
                    <a:lnTo>
                      <a:pt x="1129" y="1431"/>
                    </a:lnTo>
                    <a:lnTo>
                      <a:pt x="1130" y="1431"/>
                    </a:lnTo>
                    <a:lnTo>
                      <a:pt x="1130" y="1431"/>
                    </a:lnTo>
                    <a:lnTo>
                      <a:pt x="1131" y="1431"/>
                    </a:lnTo>
                    <a:lnTo>
                      <a:pt x="1131" y="1431"/>
                    </a:lnTo>
                    <a:lnTo>
                      <a:pt x="1131" y="1431"/>
                    </a:lnTo>
                    <a:lnTo>
                      <a:pt x="1131" y="1431"/>
                    </a:lnTo>
                    <a:lnTo>
                      <a:pt x="1132" y="1431"/>
                    </a:lnTo>
                    <a:lnTo>
                      <a:pt x="1132" y="1431"/>
                    </a:lnTo>
                    <a:lnTo>
                      <a:pt x="1132" y="1431"/>
                    </a:lnTo>
                    <a:lnTo>
                      <a:pt x="1132" y="1431"/>
                    </a:lnTo>
                    <a:lnTo>
                      <a:pt x="1133" y="1431"/>
                    </a:lnTo>
                    <a:lnTo>
                      <a:pt x="1133" y="1431"/>
                    </a:lnTo>
                    <a:lnTo>
                      <a:pt x="1133" y="1431"/>
                    </a:lnTo>
                    <a:lnTo>
                      <a:pt x="1134" y="1431"/>
                    </a:lnTo>
                    <a:lnTo>
                      <a:pt x="1134" y="1431"/>
                    </a:lnTo>
                    <a:lnTo>
                      <a:pt x="1134" y="1431"/>
                    </a:lnTo>
                    <a:lnTo>
                      <a:pt x="1134" y="1431"/>
                    </a:lnTo>
                    <a:lnTo>
                      <a:pt x="1135" y="1431"/>
                    </a:lnTo>
                    <a:lnTo>
                      <a:pt x="1135" y="1431"/>
                    </a:lnTo>
                    <a:lnTo>
                      <a:pt x="1135" y="1431"/>
                    </a:lnTo>
                    <a:lnTo>
                      <a:pt x="1135" y="1431"/>
                    </a:lnTo>
                    <a:lnTo>
                      <a:pt x="1136" y="1431"/>
                    </a:lnTo>
                    <a:lnTo>
                      <a:pt x="1136" y="1431"/>
                    </a:lnTo>
                    <a:lnTo>
                      <a:pt x="1137" y="1431"/>
                    </a:lnTo>
                    <a:lnTo>
                      <a:pt x="1137" y="1431"/>
                    </a:lnTo>
                    <a:lnTo>
                      <a:pt x="1137" y="1431"/>
                    </a:lnTo>
                    <a:lnTo>
                      <a:pt x="1137" y="1431"/>
                    </a:lnTo>
                    <a:lnTo>
                      <a:pt x="1138" y="1431"/>
                    </a:lnTo>
                    <a:lnTo>
                      <a:pt x="1138" y="1431"/>
                    </a:lnTo>
                    <a:lnTo>
                      <a:pt x="1138" y="1431"/>
                    </a:lnTo>
                    <a:lnTo>
                      <a:pt x="1138" y="1431"/>
                    </a:lnTo>
                    <a:lnTo>
                      <a:pt x="1139" y="1431"/>
                    </a:lnTo>
                    <a:lnTo>
                      <a:pt x="1139" y="1431"/>
                    </a:lnTo>
                    <a:lnTo>
                      <a:pt x="1139" y="1431"/>
                    </a:lnTo>
                    <a:lnTo>
                      <a:pt x="1140" y="1431"/>
                    </a:lnTo>
                    <a:lnTo>
                      <a:pt x="1140" y="1431"/>
                    </a:lnTo>
                    <a:lnTo>
                      <a:pt x="1140" y="1431"/>
                    </a:lnTo>
                    <a:lnTo>
                      <a:pt x="1141" y="1431"/>
                    </a:lnTo>
                    <a:lnTo>
                      <a:pt x="1141" y="1431"/>
                    </a:lnTo>
                    <a:lnTo>
                      <a:pt x="1141" y="1431"/>
                    </a:lnTo>
                    <a:lnTo>
                      <a:pt x="1141" y="1431"/>
                    </a:lnTo>
                    <a:lnTo>
                      <a:pt x="1142" y="1431"/>
                    </a:lnTo>
                    <a:lnTo>
                      <a:pt x="1142" y="1431"/>
                    </a:lnTo>
                    <a:lnTo>
                      <a:pt x="1142" y="1431"/>
                    </a:lnTo>
                    <a:lnTo>
                      <a:pt x="1143" y="1431"/>
                    </a:lnTo>
                    <a:lnTo>
                      <a:pt x="1143" y="1431"/>
                    </a:lnTo>
                    <a:lnTo>
                      <a:pt x="1143" y="1431"/>
                    </a:lnTo>
                    <a:lnTo>
                      <a:pt x="1143" y="1431"/>
                    </a:lnTo>
                    <a:lnTo>
                      <a:pt x="1144" y="1431"/>
                    </a:lnTo>
                    <a:lnTo>
                      <a:pt x="1144" y="1431"/>
                    </a:lnTo>
                    <a:lnTo>
                      <a:pt x="1144" y="1431"/>
                    </a:lnTo>
                    <a:lnTo>
                      <a:pt x="1144" y="1431"/>
                    </a:lnTo>
                    <a:lnTo>
                      <a:pt x="1145" y="1431"/>
                    </a:lnTo>
                    <a:lnTo>
                      <a:pt x="1145" y="1431"/>
                    </a:lnTo>
                    <a:lnTo>
                      <a:pt x="1146" y="1431"/>
                    </a:lnTo>
                    <a:lnTo>
                      <a:pt x="1146" y="1431"/>
                    </a:lnTo>
                    <a:lnTo>
                      <a:pt x="1146" y="1431"/>
                    </a:lnTo>
                    <a:lnTo>
                      <a:pt x="1146" y="1431"/>
                    </a:lnTo>
                    <a:lnTo>
                      <a:pt x="1147" y="1431"/>
                    </a:lnTo>
                    <a:lnTo>
                      <a:pt x="1147" y="1431"/>
                    </a:lnTo>
                    <a:lnTo>
                      <a:pt x="1147" y="1431"/>
                    </a:lnTo>
                    <a:lnTo>
                      <a:pt x="1148" y="1431"/>
                    </a:lnTo>
                    <a:lnTo>
                      <a:pt x="1148" y="1431"/>
                    </a:lnTo>
                    <a:lnTo>
                      <a:pt x="1148" y="1431"/>
                    </a:lnTo>
                    <a:lnTo>
                      <a:pt x="1148" y="1431"/>
                    </a:lnTo>
                    <a:lnTo>
                      <a:pt x="1149" y="1431"/>
                    </a:lnTo>
                    <a:lnTo>
                      <a:pt x="1149" y="1431"/>
                    </a:lnTo>
                    <a:lnTo>
                      <a:pt x="1149" y="1431"/>
                    </a:lnTo>
                    <a:lnTo>
                      <a:pt x="1149" y="1431"/>
                    </a:lnTo>
                    <a:lnTo>
                      <a:pt x="1150" y="1431"/>
                    </a:lnTo>
                    <a:lnTo>
                      <a:pt x="1150" y="1431"/>
                    </a:lnTo>
                    <a:lnTo>
                      <a:pt x="1151" y="1431"/>
                    </a:lnTo>
                    <a:lnTo>
                      <a:pt x="1151" y="1431"/>
                    </a:lnTo>
                    <a:lnTo>
                      <a:pt x="1151" y="1431"/>
                    </a:lnTo>
                    <a:lnTo>
                      <a:pt x="1151" y="1431"/>
                    </a:lnTo>
                    <a:lnTo>
                      <a:pt x="1152" y="1431"/>
                    </a:lnTo>
                    <a:lnTo>
                      <a:pt x="1152" y="1431"/>
                    </a:lnTo>
                    <a:lnTo>
                      <a:pt x="1152" y="1431"/>
                    </a:lnTo>
                    <a:lnTo>
                      <a:pt x="1152" y="1431"/>
                    </a:lnTo>
                    <a:lnTo>
                      <a:pt x="1153" y="1431"/>
                    </a:lnTo>
                    <a:lnTo>
                      <a:pt x="1153" y="1431"/>
                    </a:lnTo>
                    <a:lnTo>
                      <a:pt x="1153" y="1431"/>
                    </a:lnTo>
                    <a:lnTo>
                      <a:pt x="1154" y="1431"/>
                    </a:lnTo>
                    <a:lnTo>
                      <a:pt x="1154" y="1431"/>
                    </a:lnTo>
                    <a:lnTo>
                      <a:pt x="1154" y="1430"/>
                    </a:lnTo>
                    <a:lnTo>
                      <a:pt x="1155" y="1430"/>
                    </a:lnTo>
                    <a:lnTo>
                      <a:pt x="1155" y="1429"/>
                    </a:lnTo>
                    <a:lnTo>
                      <a:pt x="1155" y="1429"/>
                    </a:lnTo>
                    <a:lnTo>
                      <a:pt x="1155" y="1429"/>
                    </a:lnTo>
                    <a:lnTo>
                      <a:pt x="1156" y="1429"/>
                    </a:lnTo>
                    <a:lnTo>
                      <a:pt x="1156" y="1429"/>
                    </a:lnTo>
                    <a:lnTo>
                      <a:pt x="1156" y="1429"/>
                    </a:lnTo>
                    <a:lnTo>
                      <a:pt x="1157" y="1429"/>
                    </a:lnTo>
                    <a:lnTo>
                      <a:pt x="1157" y="1429"/>
                    </a:lnTo>
                    <a:lnTo>
                      <a:pt x="1157" y="1429"/>
                    </a:lnTo>
                    <a:lnTo>
                      <a:pt x="1157" y="1429"/>
                    </a:lnTo>
                    <a:lnTo>
                      <a:pt x="1158" y="1429"/>
                    </a:lnTo>
                    <a:lnTo>
                      <a:pt x="1158" y="1429"/>
                    </a:lnTo>
                    <a:lnTo>
                      <a:pt x="1158" y="1429"/>
                    </a:lnTo>
                    <a:lnTo>
                      <a:pt x="1158" y="1429"/>
                    </a:lnTo>
                    <a:lnTo>
                      <a:pt x="1159" y="1425"/>
                    </a:lnTo>
                    <a:lnTo>
                      <a:pt x="1159" y="1421"/>
                    </a:lnTo>
                    <a:lnTo>
                      <a:pt x="1160" y="1417"/>
                    </a:lnTo>
                    <a:lnTo>
                      <a:pt x="1160" y="1413"/>
                    </a:lnTo>
                    <a:lnTo>
                      <a:pt x="1160" y="1406"/>
                    </a:lnTo>
                    <a:lnTo>
                      <a:pt x="1160" y="1399"/>
                    </a:lnTo>
                    <a:lnTo>
                      <a:pt x="1161" y="1392"/>
                    </a:lnTo>
                    <a:lnTo>
                      <a:pt x="1161" y="1385"/>
                    </a:lnTo>
                    <a:lnTo>
                      <a:pt x="1161" y="1383"/>
                    </a:lnTo>
                    <a:lnTo>
                      <a:pt x="1161" y="1382"/>
                    </a:lnTo>
                    <a:lnTo>
                      <a:pt x="1162" y="1380"/>
                    </a:lnTo>
                    <a:lnTo>
                      <a:pt x="1162" y="1378"/>
                    </a:lnTo>
                    <a:lnTo>
                      <a:pt x="1162" y="1377"/>
                    </a:lnTo>
                    <a:lnTo>
                      <a:pt x="1163" y="1376"/>
                    </a:lnTo>
                    <a:lnTo>
                      <a:pt x="1163" y="1375"/>
                    </a:lnTo>
                    <a:lnTo>
                      <a:pt x="1163" y="1375"/>
                    </a:lnTo>
                    <a:lnTo>
                      <a:pt x="1163" y="1375"/>
                    </a:lnTo>
                    <a:lnTo>
                      <a:pt x="1164" y="1375"/>
                    </a:lnTo>
                    <a:lnTo>
                      <a:pt x="1164" y="1375"/>
                    </a:lnTo>
                    <a:lnTo>
                      <a:pt x="1164" y="1375"/>
                    </a:lnTo>
                    <a:lnTo>
                      <a:pt x="1165" y="1375"/>
                    </a:lnTo>
                    <a:lnTo>
                      <a:pt x="1165" y="1375"/>
                    </a:lnTo>
                    <a:lnTo>
                      <a:pt x="1165" y="1375"/>
                    </a:lnTo>
                    <a:lnTo>
                      <a:pt x="1166" y="1375"/>
                    </a:lnTo>
                    <a:lnTo>
                      <a:pt x="1166" y="1375"/>
                    </a:lnTo>
                    <a:lnTo>
                      <a:pt x="1166" y="1375"/>
                    </a:lnTo>
                    <a:lnTo>
                      <a:pt x="1166" y="1375"/>
                    </a:lnTo>
                    <a:lnTo>
                      <a:pt x="1167" y="1375"/>
                    </a:lnTo>
                    <a:lnTo>
                      <a:pt x="1167" y="1369"/>
                    </a:lnTo>
                    <a:lnTo>
                      <a:pt x="1167" y="1363"/>
                    </a:lnTo>
                    <a:lnTo>
                      <a:pt x="1167" y="1357"/>
                    </a:lnTo>
                    <a:lnTo>
                      <a:pt x="1168" y="1352"/>
                    </a:lnTo>
                    <a:lnTo>
                      <a:pt x="1168" y="1352"/>
                    </a:lnTo>
                    <a:lnTo>
                      <a:pt x="1169" y="1352"/>
                    </a:lnTo>
                    <a:lnTo>
                      <a:pt x="1169" y="1352"/>
                    </a:lnTo>
                    <a:lnTo>
                      <a:pt x="1169" y="1352"/>
                    </a:lnTo>
                    <a:lnTo>
                      <a:pt x="1169" y="1352"/>
                    </a:lnTo>
                    <a:lnTo>
                      <a:pt x="1170" y="1352"/>
                    </a:lnTo>
                    <a:lnTo>
                      <a:pt x="1170" y="1352"/>
                    </a:lnTo>
                    <a:lnTo>
                      <a:pt x="1170" y="1352"/>
                    </a:lnTo>
                    <a:lnTo>
                      <a:pt x="1170" y="1352"/>
                    </a:lnTo>
                    <a:lnTo>
                      <a:pt x="1171" y="1352"/>
                    </a:lnTo>
                    <a:lnTo>
                      <a:pt x="1171" y="1352"/>
                    </a:lnTo>
                    <a:lnTo>
                      <a:pt x="1171" y="1352"/>
                    </a:lnTo>
                    <a:lnTo>
                      <a:pt x="1172" y="1351"/>
                    </a:lnTo>
                    <a:lnTo>
                      <a:pt x="1172" y="1351"/>
                    </a:lnTo>
                    <a:lnTo>
                      <a:pt x="1172" y="1350"/>
                    </a:lnTo>
                    <a:lnTo>
                      <a:pt x="1172" y="1350"/>
                    </a:lnTo>
                    <a:lnTo>
                      <a:pt x="1173" y="1350"/>
                    </a:lnTo>
                    <a:lnTo>
                      <a:pt x="1173" y="1350"/>
                    </a:lnTo>
                    <a:lnTo>
                      <a:pt x="1173" y="1350"/>
                    </a:lnTo>
                    <a:lnTo>
                      <a:pt x="1173" y="1350"/>
                    </a:lnTo>
                    <a:lnTo>
                      <a:pt x="1174" y="1350"/>
                    </a:lnTo>
                    <a:lnTo>
                      <a:pt x="1174" y="1350"/>
                    </a:lnTo>
                    <a:lnTo>
                      <a:pt x="1175" y="1350"/>
                    </a:lnTo>
                    <a:lnTo>
                      <a:pt x="1175" y="1350"/>
                    </a:lnTo>
                    <a:lnTo>
                      <a:pt x="1175" y="1350"/>
                    </a:lnTo>
                    <a:lnTo>
                      <a:pt x="1175" y="1350"/>
                    </a:lnTo>
                    <a:lnTo>
                      <a:pt x="1176" y="1350"/>
                    </a:lnTo>
                    <a:lnTo>
                      <a:pt x="1176" y="1350"/>
                    </a:lnTo>
                    <a:lnTo>
                      <a:pt x="1176" y="1350"/>
                    </a:lnTo>
                    <a:lnTo>
                      <a:pt x="1176" y="1350"/>
                    </a:lnTo>
                    <a:lnTo>
                      <a:pt x="1177" y="1350"/>
                    </a:lnTo>
                    <a:lnTo>
                      <a:pt x="1177" y="1350"/>
                    </a:lnTo>
                    <a:lnTo>
                      <a:pt x="1178" y="1350"/>
                    </a:lnTo>
                    <a:lnTo>
                      <a:pt x="1178" y="1350"/>
                    </a:lnTo>
                    <a:lnTo>
                      <a:pt x="1178" y="1350"/>
                    </a:lnTo>
                    <a:lnTo>
                      <a:pt x="1178" y="1350"/>
                    </a:lnTo>
                    <a:lnTo>
                      <a:pt x="1179" y="1350"/>
                    </a:lnTo>
                    <a:lnTo>
                      <a:pt x="1179" y="1350"/>
                    </a:lnTo>
                    <a:lnTo>
                      <a:pt x="1179" y="1350"/>
                    </a:lnTo>
                    <a:lnTo>
                      <a:pt x="1179" y="1350"/>
                    </a:lnTo>
                    <a:lnTo>
                      <a:pt x="1180" y="1350"/>
                    </a:lnTo>
                    <a:lnTo>
                      <a:pt x="1180" y="1350"/>
                    </a:lnTo>
                    <a:lnTo>
                      <a:pt x="1180" y="1350"/>
                    </a:lnTo>
                    <a:lnTo>
                      <a:pt x="1181" y="1350"/>
                    </a:lnTo>
                    <a:lnTo>
                      <a:pt x="1181" y="1350"/>
                    </a:lnTo>
                    <a:lnTo>
                      <a:pt x="1181" y="1350"/>
                    </a:lnTo>
                    <a:lnTo>
                      <a:pt x="1181" y="1350"/>
                    </a:lnTo>
                    <a:lnTo>
                      <a:pt x="1182" y="1350"/>
                    </a:lnTo>
                    <a:lnTo>
                      <a:pt x="1182" y="1350"/>
                    </a:lnTo>
                    <a:lnTo>
                      <a:pt x="1182" y="1350"/>
                    </a:lnTo>
                    <a:lnTo>
                      <a:pt x="1182" y="1350"/>
                    </a:lnTo>
                    <a:lnTo>
                      <a:pt x="1183" y="1350"/>
                    </a:lnTo>
                    <a:lnTo>
                      <a:pt x="1183" y="1350"/>
                    </a:lnTo>
                    <a:lnTo>
                      <a:pt x="1184" y="1350"/>
                    </a:lnTo>
                    <a:lnTo>
                      <a:pt x="1184" y="1350"/>
                    </a:lnTo>
                    <a:lnTo>
                      <a:pt x="1184" y="1350"/>
                    </a:lnTo>
                    <a:lnTo>
                      <a:pt x="1184" y="1350"/>
                    </a:lnTo>
                    <a:lnTo>
                      <a:pt x="1185" y="1350"/>
                    </a:lnTo>
                    <a:lnTo>
                      <a:pt x="1185" y="1350"/>
                    </a:lnTo>
                    <a:lnTo>
                      <a:pt x="1185" y="1350"/>
                    </a:lnTo>
                    <a:lnTo>
                      <a:pt x="1185" y="1350"/>
                    </a:lnTo>
                    <a:lnTo>
                      <a:pt x="1186" y="1350"/>
                    </a:lnTo>
                    <a:lnTo>
                      <a:pt x="1186" y="1350"/>
                    </a:lnTo>
                    <a:lnTo>
                      <a:pt x="1186" y="1350"/>
                    </a:lnTo>
                    <a:lnTo>
                      <a:pt x="1187" y="1350"/>
                    </a:lnTo>
                    <a:lnTo>
                      <a:pt x="1187" y="1350"/>
                    </a:lnTo>
                    <a:lnTo>
                      <a:pt x="1187" y="1350"/>
                    </a:lnTo>
                    <a:lnTo>
                      <a:pt x="1188" y="1350"/>
                    </a:lnTo>
                    <a:lnTo>
                      <a:pt x="1188" y="1350"/>
                    </a:lnTo>
                    <a:lnTo>
                      <a:pt x="1188" y="1350"/>
                    </a:lnTo>
                    <a:lnTo>
                      <a:pt x="1188" y="1350"/>
                    </a:lnTo>
                    <a:lnTo>
                      <a:pt x="1189" y="1350"/>
                    </a:lnTo>
                    <a:lnTo>
                      <a:pt x="1189" y="1350"/>
                    </a:lnTo>
                    <a:lnTo>
                      <a:pt x="1189" y="1350"/>
                    </a:lnTo>
                    <a:lnTo>
                      <a:pt x="1190" y="1350"/>
                    </a:lnTo>
                    <a:lnTo>
                      <a:pt x="1190" y="1350"/>
                    </a:lnTo>
                    <a:lnTo>
                      <a:pt x="1190" y="1350"/>
                    </a:lnTo>
                    <a:lnTo>
                      <a:pt x="1190" y="1355"/>
                    </a:lnTo>
                    <a:lnTo>
                      <a:pt x="1191" y="1360"/>
                    </a:lnTo>
                    <a:lnTo>
                      <a:pt x="1191" y="1366"/>
                    </a:lnTo>
                    <a:lnTo>
                      <a:pt x="1191" y="1371"/>
                    </a:lnTo>
                    <a:lnTo>
                      <a:pt x="1191" y="1371"/>
                    </a:lnTo>
                    <a:lnTo>
                      <a:pt x="1192" y="1371"/>
                    </a:lnTo>
                    <a:lnTo>
                      <a:pt x="1192" y="1371"/>
                    </a:lnTo>
                    <a:lnTo>
                      <a:pt x="1193" y="1369"/>
                    </a:lnTo>
                    <a:lnTo>
                      <a:pt x="1193" y="1367"/>
                    </a:lnTo>
                    <a:lnTo>
                      <a:pt x="1193" y="1364"/>
                    </a:lnTo>
                    <a:lnTo>
                      <a:pt x="1193" y="1362"/>
                    </a:lnTo>
                    <a:lnTo>
                      <a:pt x="1194" y="1362"/>
                    </a:lnTo>
                    <a:lnTo>
                      <a:pt x="1194" y="1362"/>
                    </a:lnTo>
                    <a:lnTo>
                      <a:pt x="1194" y="1362"/>
                    </a:lnTo>
                    <a:lnTo>
                      <a:pt x="1194" y="1362"/>
                    </a:lnTo>
                    <a:lnTo>
                      <a:pt x="1195" y="1362"/>
                    </a:lnTo>
                    <a:lnTo>
                      <a:pt x="1195" y="1363"/>
                    </a:lnTo>
                    <a:lnTo>
                      <a:pt x="1195" y="1364"/>
                    </a:lnTo>
                    <a:lnTo>
                      <a:pt x="1196" y="1366"/>
                    </a:lnTo>
                    <a:lnTo>
                      <a:pt x="1196" y="1352"/>
                    </a:lnTo>
                    <a:lnTo>
                      <a:pt x="1196" y="1338"/>
                    </a:lnTo>
                    <a:lnTo>
                      <a:pt x="1196" y="1323"/>
                    </a:lnTo>
                    <a:lnTo>
                      <a:pt x="1197" y="1308"/>
                    </a:lnTo>
                    <a:lnTo>
                      <a:pt x="1197" y="1293"/>
                    </a:lnTo>
                    <a:lnTo>
                      <a:pt x="1197" y="1279"/>
                    </a:lnTo>
                    <a:lnTo>
                      <a:pt x="1198" y="1264"/>
                    </a:lnTo>
                    <a:lnTo>
                      <a:pt x="1198" y="1250"/>
                    </a:lnTo>
                    <a:lnTo>
                      <a:pt x="1198" y="1235"/>
                    </a:lnTo>
                    <a:lnTo>
                      <a:pt x="1199" y="1220"/>
                    </a:lnTo>
                    <a:lnTo>
                      <a:pt x="1199" y="1205"/>
                    </a:lnTo>
                    <a:lnTo>
                      <a:pt x="1199" y="1190"/>
                    </a:lnTo>
                    <a:lnTo>
                      <a:pt x="1199" y="1175"/>
                    </a:lnTo>
                    <a:lnTo>
                      <a:pt x="1200" y="1160"/>
                    </a:lnTo>
                    <a:lnTo>
                      <a:pt x="1200" y="1145"/>
                    </a:lnTo>
                    <a:lnTo>
                      <a:pt x="1200" y="1130"/>
                    </a:lnTo>
                    <a:lnTo>
                      <a:pt x="1200" y="1116"/>
                    </a:lnTo>
                    <a:lnTo>
                      <a:pt x="1201" y="1101"/>
                    </a:lnTo>
                    <a:lnTo>
                      <a:pt x="1201" y="1087"/>
                    </a:lnTo>
                    <a:lnTo>
                      <a:pt x="1202" y="1072"/>
                    </a:lnTo>
                    <a:lnTo>
                      <a:pt x="1202" y="1066"/>
                    </a:lnTo>
                    <a:lnTo>
                      <a:pt x="1202" y="1061"/>
                    </a:lnTo>
                    <a:lnTo>
                      <a:pt x="1202" y="1055"/>
                    </a:lnTo>
                    <a:lnTo>
                      <a:pt x="1203" y="1049"/>
                    </a:lnTo>
                    <a:lnTo>
                      <a:pt x="1203" y="1049"/>
                    </a:lnTo>
                    <a:lnTo>
                      <a:pt x="1203" y="1049"/>
                    </a:lnTo>
                    <a:lnTo>
                      <a:pt x="1203" y="1049"/>
                    </a:lnTo>
                    <a:lnTo>
                      <a:pt x="1204" y="1049"/>
                    </a:lnTo>
                    <a:lnTo>
                      <a:pt x="1204" y="1049"/>
                    </a:lnTo>
                    <a:lnTo>
                      <a:pt x="1204" y="1049"/>
                    </a:lnTo>
                    <a:lnTo>
                      <a:pt x="1205" y="1049"/>
                    </a:lnTo>
                    <a:lnTo>
                      <a:pt x="1205" y="1049"/>
                    </a:lnTo>
                    <a:lnTo>
                      <a:pt x="1205" y="1049"/>
                    </a:lnTo>
                    <a:lnTo>
                      <a:pt x="1205" y="1049"/>
                    </a:lnTo>
                    <a:lnTo>
                      <a:pt x="1206" y="1049"/>
                    </a:lnTo>
                    <a:lnTo>
                      <a:pt x="1206" y="1049"/>
                    </a:lnTo>
                    <a:lnTo>
                      <a:pt x="1206" y="1036"/>
                    </a:lnTo>
                    <a:lnTo>
                      <a:pt x="1206" y="1023"/>
                    </a:lnTo>
                    <a:lnTo>
                      <a:pt x="1207" y="1010"/>
                    </a:lnTo>
                    <a:lnTo>
                      <a:pt x="1207" y="996"/>
                    </a:lnTo>
                    <a:lnTo>
                      <a:pt x="1208" y="982"/>
                    </a:lnTo>
                    <a:lnTo>
                      <a:pt x="1208" y="969"/>
                    </a:lnTo>
                    <a:lnTo>
                      <a:pt x="1208" y="954"/>
                    </a:lnTo>
                    <a:lnTo>
                      <a:pt x="1208" y="940"/>
                    </a:lnTo>
                    <a:lnTo>
                      <a:pt x="1209" y="926"/>
                    </a:lnTo>
                    <a:lnTo>
                      <a:pt x="1209" y="911"/>
                    </a:lnTo>
                    <a:lnTo>
                      <a:pt x="1209" y="897"/>
                    </a:lnTo>
                    <a:lnTo>
                      <a:pt x="1209" y="882"/>
                    </a:lnTo>
                    <a:lnTo>
                      <a:pt x="1210" y="876"/>
                    </a:lnTo>
                    <a:lnTo>
                      <a:pt x="1210" y="871"/>
                    </a:lnTo>
                    <a:lnTo>
                      <a:pt x="1210" y="865"/>
                    </a:lnTo>
                    <a:lnTo>
                      <a:pt x="1211" y="860"/>
                    </a:lnTo>
                    <a:lnTo>
                      <a:pt x="1211" y="860"/>
                    </a:lnTo>
                    <a:lnTo>
                      <a:pt x="1211" y="860"/>
                    </a:lnTo>
                    <a:lnTo>
                      <a:pt x="1212" y="860"/>
                    </a:lnTo>
                    <a:lnTo>
                      <a:pt x="1212" y="860"/>
                    </a:lnTo>
                    <a:lnTo>
                      <a:pt x="1212" y="860"/>
                    </a:lnTo>
                    <a:lnTo>
                      <a:pt x="1212" y="860"/>
                    </a:lnTo>
                    <a:lnTo>
                      <a:pt x="1213" y="860"/>
                    </a:lnTo>
                    <a:lnTo>
                      <a:pt x="1213" y="860"/>
                    </a:lnTo>
                    <a:lnTo>
                      <a:pt x="1213" y="860"/>
                    </a:lnTo>
                    <a:lnTo>
                      <a:pt x="1214" y="860"/>
                    </a:lnTo>
                    <a:lnTo>
                      <a:pt x="1214" y="860"/>
                    </a:lnTo>
                    <a:lnTo>
                      <a:pt x="1214" y="860"/>
                    </a:lnTo>
                    <a:lnTo>
                      <a:pt x="1214" y="860"/>
                    </a:lnTo>
                    <a:lnTo>
                      <a:pt x="1215" y="860"/>
                    </a:lnTo>
                    <a:lnTo>
                      <a:pt x="1215" y="860"/>
                    </a:lnTo>
                    <a:lnTo>
                      <a:pt x="1216" y="860"/>
                    </a:lnTo>
                    <a:lnTo>
                      <a:pt x="1216" y="860"/>
                    </a:lnTo>
                    <a:lnTo>
                      <a:pt x="1216" y="860"/>
                    </a:lnTo>
                    <a:lnTo>
                      <a:pt x="1216" y="860"/>
                    </a:lnTo>
                    <a:lnTo>
                      <a:pt x="1217" y="860"/>
                    </a:lnTo>
                    <a:lnTo>
                      <a:pt x="1217" y="860"/>
                    </a:lnTo>
                    <a:lnTo>
                      <a:pt x="1217" y="860"/>
                    </a:lnTo>
                    <a:lnTo>
                      <a:pt x="1217" y="860"/>
                    </a:lnTo>
                    <a:lnTo>
                      <a:pt x="1218" y="860"/>
                    </a:lnTo>
                    <a:lnTo>
                      <a:pt x="1218" y="860"/>
                    </a:lnTo>
                    <a:lnTo>
                      <a:pt x="1218" y="860"/>
                    </a:lnTo>
                    <a:lnTo>
                      <a:pt x="1219" y="860"/>
                    </a:lnTo>
                    <a:lnTo>
                      <a:pt x="1219" y="860"/>
                    </a:lnTo>
                    <a:lnTo>
                      <a:pt x="1219" y="860"/>
                    </a:lnTo>
                    <a:lnTo>
                      <a:pt x="1219" y="860"/>
                    </a:lnTo>
                    <a:lnTo>
                      <a:pt x="1220" y="860"/>
                    </a:lnTo>
                    <a:lnTo>
                      <a:pt x="1220" y="860"/>
                    </a:lnTo>
                    <a:lnTo>
                      <a:pt x="1220" y="860"/>
                    </a:lnTo>
                    <a:lnTo>
                      <a:pt x="1220" y="860"/>
                    </a:lnTo>
                    <a:lnTo>
                      <a:pt x="1221" y="860"/>
                    </a:lnTo>
                    <a:lnTo>
                      <a:pt x="1221" y="860"/>
                    </a:lnTo>
                    <a:lnTo>
                      <a:pt x="1222" y="860"/>
                    </a:lnTo>
                    <a:lnTo>
                      <a:pt x="1222" y="860"/>
                    </a:lnTo>
                    <a:lnTo>
                      <a:pt x="1222" y="860"/>
                    </a:lnTo>
                    <a:lnTo>
                      <a:pt x="1222" y="860"/>
                    </a:lnTo>
                    <a:lnTo>
                      <a:pt x="1223" y="860"/>
                    </a:lnTo>
                    <a:lnTo>
                      <a:pt x="1223" y="860"/>
                    </a:lnTo>
                    <a:lnTo>
                      <a:pt x="1223" y="860"/>
                    </a:lnTo>
                    <a:lnTo>
                      <a:pt x="1223" y="860"/>
                    </a:lnTo>
                    <a:lnTo>
                      <a:pt x="1224" y="860"/>
                    </a:lnTo>
                    <a:lnTo>
                      <a:pt x="1224" y="860"/>
                    </a:lnTo>
                    <a:lnTo>
                      <a:pt x="1225" y="860"/>
                    </a:lnTo>
                    <a:lnTo>
                      <a:pt x="1225" y="860"/>
                    </a:lnTo>
                    <a:lnTo>
                      <a:pt x="1225" y="860"/>
                    </a:lnTo>
                    <a:lnTo>
                      <a:pt x="1225" y="860"/>
                    </a:lnTo>
                    <a:lnTo>
                      <a:pt x="1226" y="860"/>
                    </a:lnTo>
                    <a:lnTo>
                      <a:pt x="1226" y="860"/>
                    </a:lnTo>
                    <a:lnTo>
                      <a:pt x="1226" y="860"/>
                    </a:lnTo>
                    <a:lnTo>
                      <a:pt x="1226" y="860"/>
                    </a:lnTo>
                    <a:lnTo>
                      <a:pt x="1227" y="860"/>
                    </a:lnTo>
                    <a:lnTo>
                      <a:pt x="1227" y="860"/>
                    </a:lnTo>
                    <a:lnTo>
                      <a:pt x="1227" y="860"/>
                    </a:lnTo>
                    <a:lnTo>
                      <a:pt x="1228" y="861"/>
                    </a:lnTo>
                    <a:lnTo>
                      <a:pt x="1228" y="863"/>
                    </a:lnTo>
                    <a:lnTo>
                      <a:pt x="1228" y="865"/>
                    </a:lnTo>
                    <a:lnTo>
                      <a:pt x="1228" y="866"/>
                    </a:lnTo>
                    <a:lnTo>
                      <a:pt x="1229" y="873"/>
                    </a:lnTo>
                    <a:lnTo>
                      <a:pt x="1229" y="879"/>
                    </a:lnTo>
                    <a:lnTo>
                      <a:pt x="1229" y="885"/>
                    </a:lnTo>
                    <a:lnTo>
                      <a:pt x="1229" y="891"/>
                    </a:lnTo>
                    <a:lnTo>
                      <a:pt x="1230" y="895"/>
                    </a:lnTo>
                    <a:lnTo>
                      <a:pt x="1230" y="899"/>
                    </a:lnTo>
                    <a:lnTo>
                      <a:pt x="1231" y="903"/>
                    </a:lnTo>
                    <a:lnTo>
                      <a:pt x="1231" y="907"/>
                    </a:lnTo>
                    <a:lnTo>
                      <a:pt x="1231" y="907"/>
                    </a:lnTo>
                    <a:lnTo>
                      <a:pt x="1231" y="907"/>
                    </a:lnTo>
                    <a:lnTo>
                      <a:pt x="1232" y="907"/>
                    </a:lnTo>
                    <a:lnTo>
                      <a:pt x="1232" y="907"/>
                    </a:lnTo>
                    <a:lnTo>
                      <a:pt x="1232" y="907"/>
                    </a:lnTo>
                    <a:lnTo>
                      <a:pt x="1232" y="907"/>
                    </a:lnTo>
                    <a:lnTo>
                      <a:pt x="1233" y="907"/>
                    </a:lnTo>
                    <a:lnTo>
                      <a:pt x="1233" y="907"/>
                    </a:lnTo>
                    <a:lnTo>
                      <a:pt x="1233" y="907"/>
                    </a:lnTo>
                    <a:lnTo>
                      <a:pt x="1234" y="907"/>
                    </a:lnTo>
                    <a:lnTo>
                      <a:pt x="1234" y="907"/>
                    </a:lnTo>
                    <a:lnTo>
                      <a:pt x="1234" y="907"/>
                    </a:lnTo>
                    <a:lnTo>
                      <a:pt x="1235" y="907"/>
                    </a:lnTo>
                    <a:lnTo>
                      <a:pt x="1235" y="907"/>
                    </a:lnTo>
                    <a:lnTo>
                      <a:pt x="1235" y="907"/>
                    </a:lnTo>
                    <a:lnTo>
                      <a:pt x="1235" y="907"/>
                    </a:lnTo>
                    <a:lnTo>
                      <a:pt x="1236" y="907"/>
                    </a:lnTo>
                    <a:lnTo>
                      <a:pt x="1236" y="907"/>
                    </a:lnTo>
                    <a:lnTo>
                      <a:pt x="1236" y="907"/>
                    </a:lnTo>
                    <a:lnTo>
                      <a:pt x="1237" y="907"/>
                    </a:lnTo>
                    <a:lnTo>
                      <a:pt x="1237" y="907"/>
                    </a:lnTo>
                    <a:lnTo>
                      <a:pt x="1237" y="907"/>
                    </a:lnTo>
                    <a:lnTo>
                      <a:pt x="1237" y="907"/>
                    </a:lnTo>
                    <a:lnTo>
                      <a:pt x="1238" y="905"/>
                    </a:lnTo>
                    <a:lnTo>
                      <a:pt x="1238" y="904"/>
                    </a:lnTo>
                    <a:lnTo>
                      <a:pt x="1238" y="903"/>
                    </a:lnTo>
                    <a:lnTo>
                      <a:pt x="1238" y="902"/>
                    </a:lnTo>
                    <a:lnTo>
                      <a:pt x="1239" y="902"/>
                    </a:lnTo>
                    <a:lnTo>
                      <a:pt x="1239" y="902"/>
                    </a:lnTo>
                    <a:lnTo>
                      <a:pt x="1240" y="902"/>
                    </a:lnTo>
                    <a:lnTo>
                      <a:pt x="1240" y="902"/>
                    </a:lnTo>
                    <a:lnTo>
                      <a:pt x="1240" y="902"/>
                    </a:lnTo>
                    <a:lnTo>
                      <a:pt x="1240" y="902"/>
                    </a:lnTo>
                    <a:lnTo>
                      <a:pt x="1241" y="902"/>
                    </a:lnTo>
                    <a:lnTo>
                      <a:pt x="1241" y="902"/>
                    </a:lnTo>
                    <a:lnTo>
                      <a:pt x="1241" y="901"/>
                    </a:lnTo>
                    <a:lnTo>
                      <a:pt x="1241" y="901"/>
                    </a:lnTo>
                    <a:lnTo>
                      <a:pt x="1242" y="900"/>
                    </a:lnTo>
                    <a:lnTo>
                      <a:pt x="1242" y="900"/>
                    </a:lnTo>
                    <a:lnTo>
                      <a:pt x="1242" y="900"/>
                    </a:lnTo>
                    <a:lnTo>
                      <a:pt x="1243" y="900"/>
                    </a:lnTo>
                    <a:lnTo>
                      <a:pt x="1243" y="900"/>
                    </a:lnTo>
                    <a:lnTo>
                      <a:pt x="1243" y="900"/>
                    </a:lnTo>
                    <a:lnTo>
                      <a:pt x="1243" y="898"/>
                    </a:lnTo>
                    <a:lnTo>
                      <a:pt x="1244" y="896"/>
                    </a:lnTo>
                    <a:lnTo>
                      <a:pt x="1244" y="895"/>
                    </a:lnTo>
                    <a:lnTo>
                      <a:pt x="1244" y="893"/>
                    </a:lnTo>
                    <a:lnTo>
                      <a:pt x="1245" y="893"/>
                    </a:lnTo>
                    <a:lnTo>
                      <a:pt x="1245" y="893"/>
                    </a:lnTo>
                    <a:lnTo>
                      <a:pt x="1245" y="893"/>
                    </a:lnTo>
                    <a:lnTo>
                      <a:pt x="1246" y="893"/>
                    </a:lnTo>
                    <a:lnTo>
                      <a:pt x="1246" y="893"/>
                    </a:lnTo>
                    <a:lnTo>
                      <a:pt x="1246" y="893"/>
                    </a:lnTo>
                    <a:lnTo>
                      <a:pt x="1246" y="893"/>
                    </a:lnTo>
                    <a:lnTo>
                      <a:pt x="1247" y="893"/>
                    </a:lnTo>
                    <a:lnTo>
                      <a:pt x="1247" y="893"/>
                    </a:lnTo>
                    <a:lnTo>
                      <a:pt x="1247" y="893"/>
                    </a:lnTo>
                    <a:lnTo>
                      <a:pt x="1247" y="893"/>
                    </a:lnTo>
                    <a:lnTo>
                      <a:pt x="1248" y="893"/>
                    </a:lnTo>
                    <a:lnTo>
                      <a:pt x="1248" y="893"/>
                    </a:lnTo>
                    <a:lnTo>
                      <a:pt x="1249" y="893"/>
                    </a:lnTo>
                    <a:lnTo>
                      <a:pt x="1249" y="893"/>
                    </a:lnTo>
                    <a:lnTo>
                      <a:pt x="1249" y="893"/>
                    </a:lnTo>
                    <a:lnTo>
                      <a:pt x="1249" y="893"/>
                    </a:lnTo>
                    <a:lnTo>
                      <a:pt x="1250" y="893"/>
                    </a:lnTo>
                    <a:lnTo>
                      <a:pt x="1250" y="893"/>
                    </a:lnTo>
                    <a:lnTo>
                      <a:pt x="1250" y="893"/>
                    </a:lnTo>
                    <a:lnTo>
                      <a:pt x="1250" y="892"/>
                    </a:lnTo>
                    <a:lnTo>
                      <a:pt x="1251" y="892"/>
                    </a:lnTo>
                    <a:lnTo>
                      <a:pt x="1251" y="892"/>
                    </a:lnTo>
                    <a:lnTo>
                      <a:pt x="1251" y="891"/>
                    </a:lnTo>
                    <a:lnTo>
                      <a:pt x="1252" y="891"/>
                    </a:lnTo>
                    <a:lnTo>
                      <a:pt x="1252" y="891"/>
                    </a:lnTo>
                    <a:lnTo>
                      <a:pt x="1252" y="891"/>
                    </a:lnTo>
                    <a:lnTo>
                      <a:pt x="1252" y="891"/>
                    </a:lnTo>
                    <a:lnTo>
                      <a:pt x="1253" y="891"/>
                    </a:lnTo>
                    <a:lnTo>
                      <a:pt x="1253" y="891"/>
                    </a:lnTo>
                    <a:lnTo>
                      <a:pt x="1253" y="891"/>
                    </a:lnTo>
                    <a:lnTo>
                      <a:pt x="1253" y="891"/>
                    </a:lnTo>
                    <a:lnTo>
                      <a:pt x="1254" y="891"/>
                    </a:lnTo>
                    <a:lnTo>
                      <a:pt x="1254" y="891"/>
                    </a:lnTo>
                    <a:lnTo>
                      <a:pt x="1255" y="891"/>
                    </a:lnTo>
                    <a:lnTo>
                      <a:pt x="1255" y="891"/>
                    </a:lnTo>
                    <a:lnTo>
                      <a:pt x="1255" y="891"/>
                    </a:lnTo>
                    <a:lnTo>
                      <a:pt x="1255" y="891"/>
                    </a:lnTo>
                    <a:lnTo>
                      <a:pt x="1256" y="891"/>
                    </a:lnTo>
                    <a:lnTo>
                      <a:pt x="1256" y="891"/>
                    </a:lnTo>
                    <a:lnTo>
                      <a:pt x="1256" y="891"/>
                    </a:lnTo>
                    <a:lnTo>
                      <a:pt x="1256" y="891"/>
                    </a:lnTo>
                    <a:lnTo>
                      <a:pt x="1257" y="891"/>
                    </a:lnTo>
                    <a:lnTo>
                      <a:pt x="1257" y="891"/>
                    </a:lnTo>
                    <a:lnTo>
                      <a:pt x="1257" y="891"/>
                    </a:lnTo>
                    <a:lnTo>
                      <a:pt x="1258" y="891"/>
                    </a:lnTo>
                    <a:lnTo>
                      <a:pt x="1258" y="891"/>
                    </a:lnTo>
                    <a:lnTo>
                      <a:pt x="1258" y="891"/>
                    </a:lnTo>
                    <a:lnTo>
                      <a:pt x="1259" y="891"/>
                    </a:lnTo>
                    <a:lnTo>
                      <a:pt x="1259" y="891"/>
                    </a:lnTo>
                    <a:lnTo>
                      <a:pt x="1259" y="891"/>
                    </a:lnTo>
                    <a:lnTo>
                      <a:pt x="1259" y="891"/>
                    </a:lnTo>
                    <a:lnTo>
                      <a:pt x="1260" y="891"/>
                    </a:lnTo>
                    <a:lnTo>
                      <a:pt x="1260" y="891"/>
                    </a:lnTo>
                    <a:lnTo>
                      <a:pt x="1260" y="891"/>
                    </a:lnTo>
                    <a:lnTo>
                      <a:pt x="1261" y="891"/>
                    </a:lnTo>
                    <a:lnTo>
                      <a:pt x="1261" y="891"/>
                    </a:lnTo>
                    <a:lnTo>
                      <a:pt x="1261" y="891"/>
                    </a:lnTo>
                    <a:lnTo>
                      <a:pt x="1261" y="891"/>
                    </a:lnTo>
                    <a:lnTo>
                      <a:pt x="1262" y="891"/>
                    </a:lnTo>
                    <a:lnTo>
                      <a:pt x="1262" y="891"/>
                    </a:lnTo>
                    <a:lnTo>
                      <a:pt x="1262" y="891"/>
                    </a:lnTo>
                    <a:lnTo>
                      <a:pt x="1262" y="891"/>
                    </a:lnTo>
                    <a:lnTo>
                      <a:pt x="1263" y="891"/>
                    </a:lnTo>
                    <a:lnTo>
                      <a:pt x="1263" y="891"/>
                    </a:lnTo>
                    <a:lnTo>
                      <a:pt x="1264" y="891"/>
                    </a:lnTo>
                    <a:lnTo>
                      <a:pt x="1264" y="891"/>
                    </a:lnTo>
                    <a:lnTo>
                      <a:pt x="1264" y="891"/>
                    </a:lnTo>
                    <a:lnTo>
                      <a:pt x="1264" y="891"/>
                    </a:lnTo>
                    <a:lnTo>
                      <a:pt x="1265" y="891"/>
                    </a:lnTo>
                    <a:lnTo>
                      <a:pt x="1265" y="891"/>
                    </a:lnTo>
                    <a:lnTo>
                      <a:pt x="1265" y="891"/>
                    </a:lnTo>
                    <a:lnTo>
                      <a:pt x="1265" y="891"/>
                    </a:lnTo>
                    <a:lnTo>
                      <a:pt x="1266" y="891"/>
                    </a:lnTo>
                    <a:lnTo>
                      <a:pt x="1266" y="891"/>
                    </a:lnTo>
                    <a:lnTo>
                      <a:pt x="1266" y="891"/>
                    </a:lnTo>
                    <a:lnTo>
                      <a:pt x="1267" y="891"/>
                    </a:lnTo>
                    <a:lnTo>
                      <a:pt x="1267" y="891"/>
                    </a:lnTo>
                    <a:lnTo>
                      <a:pt x="1267" y="891"/>
                    </a:lnTo>
                    <a:lnTo>
                      <a:pt x="1267" y="891"/>
                    </a:lnTo>
                    <a:lnTo>
                      <a:pt x="1268" y="891"/>
                    </a:lnTo>
                    <a:lnTo>
                      <a:pt x="1268" y="891"/>
                    </a:lnTo>
                    <a:lnTo>
                      <a:pt x="1268" y="891"/>
                    </a:lnTo>
                    <a:lnTo>
                      <a:pt x="1269" y="891"/>
                    </a:lnTo>
                    <a:lnTo>
                      <a:pt x="1269" y="889"/>
                    </a:lnTo>
                    <a:lnTo>
                      <a:pt x="1269" y="888"/>
                    </a:lnTo>
                    <a:lnTo>
                      <a:pt x="1270" y="886"/>
                    </a:lnTo>
                    <a:lnTo>
                      <a:pt x="1270" y="884"/>
                    </a:lnTo>
                    <a:lnTo>
                      <a:pt x="1270" y="884"/>
                    </a:lnTo>
                    <a:lnTo>
                      <a:pt x="1270" y="884"/>
                    </a:lnTo>
                    <a:lnTo>
                      <a:pt x="1271" y="884"/>
                    </a:lnTo>
                    <a:lnTo>
                      <a:pt x="1271" y="884"/>
                    </a:lnTo>
                    <a:lnTo>
                      <a:pt x="1271" y="879"/>
                    </a:lnTo>
                    <a:lnTo>
                      <a:pt x="1271" y="875"/>
                    </a:lnTo>
                    <a:lnTo>
                      <a:pt x="1272" y="871"/>
                    </a:lnTo>
                    <a:lnTo>
                      <a:pt x="1272" y="866"/>
                    </a:lnTo>
                    <a:lnTo>
                      <a:pt x="1273" y="865"/>
                    </a:lnTo>
                    <a:lnTo>
                      <a:pt x="1273" y="864"/>
                    </a:lnTo>
                    <a:lnTo>
                      <a:pt x="1273" y="863"/>
                    </a:lnTo>
                    <a:lnTo>
                      <a:pt x="1273" y="861"/>
                    </a:lnTo>
                    <a:lnTo>
                      <a:pt x="1274" y="860"/>
                    </a:lnTo>
                    <a:lnTo>
                      <a:pt x="1274" y="860"/>
                    </a:lnTo>
                    <a:lnTo>
                      <a:pt x="1274" y="858"/>
                    </a:lnTo>
                    <a:lnTo>
                      <a:pt x="1274" y="858"/>
                    </a:lnTo>
                    <a:lnTo>
                      <a:pt x="1275" y="858"/>
                    </a:lnTo>
                    <a:lnTo>
                      <a:pt x="1275" y="858"/>
                    </a:lnTo>
                    <a:lnTo>
                      <a:pt x="1275" y="858"/>
                    </a:lnTo>
                    <a:lnTo>
                      <a:pt x="1276" y="858"/>
                    </a:lnTo>
                    <a:lnTo>
                      <a:pt x="1276" y="857"/>
                    </a:lnTo>
                    <a:lnTo>
                      <a:pt x="1276" y="855"/>
                    </a:lnTo>
                    <a:lnTo>
                      <a:pt x="1276" y="854"/>
                    </a:lnTo>
                    <a:lnTo>
                      <a:pt x="1277" y="852"/>
                    </a:lnTo>
                    <a:lnTo>
                      <a:pt x="1277" y="851"/>
                    </a:lnTo>
                    <a:lnTo>
                      <a:pt x="1277" y="849"/>
                    </a:lnTo>
                    <a:lnTo>
                      <a:pt x="1277" y="847"/>
                    </a:lnTo>
                    <a:lnTo>
                      <a:pt x="1278" y="845"/>
                    </a:lnTo>
                    <a:lnTo>
                      <a:pt x="1278" y="843"/>
                    </a:lnTo>
                    <a:lnTo>
                      <a:pt x="1279" y="841"/>
                    </a:lnTo>
                    <a:lnTo>
                      <a:pt x="1279" y="839"/>
                    </a:lnTo>
                    <a:lnTo>
                      <a:pt x="1279" y="837"/>
                    </a:lnTo>
                    <a:lnTo>
                      <a:pt x="1279" y="834"/>
                    </a:lnTo>
                    <a:lnTo>
                      <a:pt x="1280" y="832"/>
                    </a:lnTo>
                    <a:lnTo>
                      <a:pt x="1280" y="830"/>
                    </a:lnTo>
                    <a:lnTo>
                      <a:pt x="1280" y="828"/>
                    </a:lnTo>
                    <a:lnTo>
                      <a:pt x="1280" y="828"/>
                    </a:lnTo>
                    <a:lnTo>
                      <a:pt x="1281" y="828"/>
                    </a:lnTo>
                    <a:lnTo>
                      <a:pt x="1281" y="828"/>
                    </a:lnTo>
                    <a:lnTo>
                      <a:pt x="1282" y="828"/>
                    </a:lnTo>
                    <a:lnTo>
                      <a:pt x="1282" y="826"/>
                    </a:lnTo>
                    <a:lnTo>
                      <a:pt x="1282" y="825"/>
                    </a:lnTo>
                    <a:lnTo>
                      <a:pt x="1282" y="824"/>
                    </a:lnTo>
                    <a:lnTo>
                      <a:pt x="1283" y="823"/>
                    </a:lnTo>
                    <a:lnTo>
                      <a:pt x="1283" y="823"/>
                    </a:lnTo>
                    <a:lnTo>
                      <a:pt x="1283" y="823"/>
                    </a:lnTo>
                    <a:lnTo>
                      <a:pt x="1284" y="823"/>
                    </a:lnTo>
                    <a:lnTo>
                      <a:pt x="1284" y="823"/>
                    </a:lnTo>
                    <a:lnTo>
                      <a:pt x="1284" y="823"/>
                    </a:lnTo>
                    <a:lnTo>
                      <a:pt x="1284" y="823"/>
                    </a:lnTo>
                    <a:lnTo>
                      <a:pt x="1285" y="823"/>
                    </a:lnTo>
                    <a:lnTo>
                      <a:pt x="1285" y="823"/>
                    </a:lnTo>
                    <a:lnTo>
                      <a:pt x="1285" y="823"/>
                    </a:lnTo>
                    <a:lnTo>
                      <a:pt x="1285" y="823"/>
                    </a:lnTo>
                    <a:lnTo>
                      <a:pt x="1286" y="823"/>
                    </a:lnTo>
                    <a:lnTo>
                      <a:pt x="1286" y="823"/>
                    </a:lnTo>
                    <a:lnTo>
                      <a:pt x="1287" y="823"/>
                    </a:lnTo>
                    <a:lnTo>
                      <a:pt x="1287" y="823"/>
                    </a:lnTo>
                    <a:lnTo>
                      <a:pt x="1287" y="823"/>
                    </a:lnTo>
                    <a:lnTo>
                      <a:pt x="1287" y="823"/>
                    </a:lnTo>
                    <a:lnTo>
                      <a:pt x="1288" y="823"/>
                    </a:lnTo>
                    <a:lnTo>
                      <a:pt x="1288" y="823"/>
                    </a:lnTo>
                    <a:lnTo>
                      <a:pt x="1288" y="823"/>
                    </a:lnTo>
                    <a:lnTo>
                      <a:pt x="1288" y="823"/>
                    </a:lnTo>
                    <a:lnTo>
                      <a:pt x="1289" y="820"/>
                    </a:lnTo>
                    <a:lnTo>
                      <a:pt x="1289" y="817"/>
                    </a:lnTo>
                    <a:lnTo>
                      <a:pt x="1289" y="814"/>
                    </a:lnTo>
                    <a:lnTo>
                      <a:pt x="1290" y="812"/>
                    </a:lnTo>
                    <a:lnTo>
                      <a:pt x="1290" y="810"/>
                    </a:lnTo>
                    <a:lnTo>
                      <a:pt x="1290" y="808"/>
                    </a:lnTo>
                    <a:lnTo>
                      <a:pt x="1290" y="807"/>
                    </a:lnTo>
                    <a:lnTo>
                      <a:pt x="1291" y="805"/>
                    </a:lnTo>
                    <a:lnTo>
                      <a:pt x="1291" y="804"/>
                    </a:lnTo>
                    <a:lnTo>
                      <a:pt x="1291" y="802"/>
                    </a:lnTo>
                    <a:lnTo>
                      <a:pt x="1292" y="801"/>
                    </a:lnTo>
                    <a:lnTo>
                      <a:pt x="1292" y="800"/>
                    </a:lnTo>
                    <a:lnTo>
                      <a:pt x="1292" y="799"/>
                    </a:lnTo>
                    <a:lnTo>
                      <a:pt x="1293" y="798"/>
                    </a:lnTo>
                    <a:lnTo>
                      <a:pt x="1293" y="797"/>
                    </a:lnTo>
                    <a:lnTo>
                      <a:pt x="1293" y="796"/>
                    </a:lnTo>
                    <a:lnTo>
                      <a:pt x="1293" y="796"/>
                    </a:lnTo>
                    <a:lnTo>
                      <a:pt x="1294" y="796"/>
                    </a:lnTo>
                    <a:lnTo>
                      <a:pt x="1294" y="796"/>
                    </a:lnTo>
                    <a:lnTo>
                      <a:pt x="1294" y="796"/>
                    </a:lnTo>
                    <a:lnTo>
                      <a:pt x="1294" y="793"/>
                    </a:lnTo>
                    <a:lnTo>
                      <a:pt x="1295" y="791"/>
                    </a:lnTo>
                    <a:lnTo>
                      <a:pt x="1295" y="788"/>
                    </a:lnTo>
                    <a:lnTo>
                      <a:pt x="1296" y="786"/>
                    </a:lnTo>
                    <a:lnTo>
                      <a:pt x="1296" y="785"/>
                    </a:lnTo>
                    <a:lnTo>
                      <a:pt x="1296" y="784"/>
                    </a:lnTo>
                    <a:lnTo>
                      <a:pt x="1296" y="783"/>
                    </a:lnTo>
                    <a:lnTo>
                      <a:pt x="1297" y="782"/>
                    </a:lnTo>
                    <a:lnTo>
                      <a:pt x="1297" y="782"/>
                    </a:lnTo>
                    <a:lnTo>
                      <a:pt x="1297" y="782"/>
                    </a:lnTo>
                    <a:lnTo>
                      <a:pt x="1297" y="782"/>
                    </a:lnTo>
                    <a:lnTo>
                      <a:pt x="1298" y="782"/>
                    </a:lnTo>
                    <a:lnTo>
                      <a:pt x="1298" y="782"/>
                    </a:lnTo>
                    <a:lnTo>
                      <a:pt x="1298" y="781"/>
                    </a:lnTo>
                    <a:lnTo>
                      <a:pt x="1299" y="781"/>
                    </a:lnTo>
                    <a:lnTo>
                      <a:pt x="1299" y="780"/>
                    </a:lnTo>
                    <a:lnTo>
                      <a:pt x="1299" y="779"/>
                    </a:lnTo>
                    <a:lnTo>
                      <a:pt x="1299" y="778"/>
                    </a:lnTo>
                    <a:lnTo>
                      <a:pt x="1300" y="776"/>
                    </a:lnTo>
                    <a:lnTo>
                      <a:pt x="1300" y="775"/>
                    </a:lnTo>
                    <a:lnTo>
                      <a:pt x="1300" y="775"/>
                    </a:lnTo>
                    <a:lnTo>
                      <a:pt x="1300" y="775"/>
                    </a:lnTo>
                    <a:lnTo>
                      <a:pt x="1301" y="775"/>
                    </a:lnTo>
                    <a:lnTo>
                      <a:pt x="1301" y="775"/>
                    </a:lnTo>
                    <a:lnTo>
                      <a:pt x="1302" y="774"/>
                    </a:lnTo>
                    <a:lnTo>
                      <a:pt x="1302" y="773"/>
                    </a:lnTo>
                    <a:lnTo>
                      <a:pt x="1302" y="772"/>
                    </a:lnTo>
                    <a:lnTo>
                      <a:pt x="1302" y="772"/>
                    </a:lnTo>
                    <a:lnTo>
                      <a:pt x="1303" y="767"/>
                    </a:lnTo>
                    <a:lnTo>
                      <a:pt x="1303" y="764"/>
                    </a:lnTo>
                    <a:lnTo>
                      <a:pt x="1303" y="761"/>
                    </a:lnTo>
                    <a:lnTo>
                      <a:pt x="1303" y="757"/>
                    </a:lnTo>
                    <a:lnTo>
                      <a:pt x="1304" y="757"/>
                    </a:lnTo>
                    <a:lnTo>
                      <a:pt x="1304" y="757"/>
                    </a:lnTo>
                    <a:lnTo>
                      <a:pt x="1304" y="757"/>
                    </a:lnTo>
                    <a:lnTo>
                      <a:pt x="1305" y="757"/>
                    </a:lnTo>
                    <a:lnTo>
                      <a:pt x="1305" y="757"/>
                    </a:lnTo>
                    <a:lnTo>
                      <a:pt x="1305" y="757"/>
                    </a:lnTo>
                    <a:lnTo>
                      <a:pt x="1306" y="757"/>
                    </a:lnTo>
                    <a:lnTo>
                      <a:pt x="1306" y="757"/>
                    </a:lnTo>
                    <a:lnTo>
                      <a:pt x="1306" y="757"/>
                    </a:lnTo>
                    <a:lnTo>
                      <a:pt x="1306" y="757"/>
                    </a:lnTo>
                    <a:lnTo>
                      <a:pt x="1307" y="757"/>
                    </a:lnTo>
                    <a:lnTo>
                      <a:pt x="1307" y="757"/>
                    </a:lnTo>
                    <a:lnTo>
                      <a:pt x="1307" y="757"/>
                    </a:lnTo>
                    <a:lnTo>
                      <a:pt x="1308" y="761"/>
                    </a:lnTo>
                    <a:lnTo>
                      <a:pt x="1308" y="766"/>
                    </a:lnTo>
                    <a:lnTo>
                      <a:pt x="1308" y="769"/>
                    </a:lnTo>
                    <a:lnTo>
                      <a:pt x="1308" y="773"/>
                    </a:lnTo>
                    <a:lnTo>
                      <a:pt x="1309" y="780"/>
                    </a:lnTo>
                    <a:lnTo>
                      <a:pt x="1309" y="787"/>
                    </a:lnTo>
                    <a:lnTo>
                      <a:pt x="1309" y="795"/>
                    </a:lnTo>
                    <a:lnTo>
                      <a:pt x="1309" y="801"/>
                    </a:lnTo>
                    <a:lnTo>
                      <a:pt x="1310" y="802"/>
                    </a:lnTo>
                    <a:lnTo>
                      <a:pt x="1310" y="804"/>
                    </a:lnTo>
                    <a:lnTo>
                      <a:pt x="1311" y="805"/>
                    </a:lnTo>
                    <a:lnTo>
                      <a:pt x="1311" y="807"/>
                    </a:lnTo>
                    <a:lnTo>
                      <a:pt x="1311" y="808"/>
                    </a:lnTo>
                    <a:lnTo>
                      <a:pt x="1311" y="808"/>
                    </a:lnTo>
                    <a:lnTo>
                      <a:pt x="1312" y="809"/>
                    </a:lnTo>
                    <a:lnTo>
                      <a:pt x="1312" y="810"/>
                    </a:lnTo>
                    <a:lnTo>
                      <a:pt x="1312" y="810"/>
                    </a:lnTo>
                    <a:lnTo>
                      <a:pt x="1312" y="810"/>
                    </a:lnTo>
                    <a:lnTo>
                      <a:pt x="1313" y="810"/>
                    </a:lnTo>
                    <a:lnTo>
                      <a:pt x="1313" y="810"/>
                    </a:lnTo>
                    <a:lnTo>
                      <a:pt x="1313" y="809"/>
                    </a:lnTo>
                    <a:lnTo>
                      <a:pt x="1314" y="809"/>
                    </a:lnTo>
                    <a:lnTo>
                      <a:pt x="1314" y="808"/>
                    </a:lnTo>
                    <a:lnTo>
                      <a:pt x="1314" y="808"/>
                    </a:lnTo>
                    <a:lnTo>
                      <a:pt x="1314" y="808"/>
                    </a:lnTo>
                    <a:lnTo>
                      <a:pt x="1315" y="808"/>
                    </a:lnTo>
                    <a:lnTo>
                      <a:pt x="1315" y="808"/>
                    </a:lnTo>
                    <a:lnTo>
                      <a:pt x="1315" y="808"/>
                    </a:lnTo>
                    <a:lnTo>
                      <a:pt x="1316" y="814"/>
                    </a:lnTo>
                    <a:lnTo>
                      <a:pt x="1316" y="820"/>
                    </a:lnTo>
                    <a:lnTo>
                      <a:pt x="1316" y="826"/>
                    </a:lnTo>
                    <a:lnTo>
                      <a:pt x="1317" y="831"/>
                    </a:lnTo>
                    <a:lnTo>
                      <a:pt x="1317" y="831"/>
                    </a:lnTo>
                    <a:lnTo>
                      <a:pt x="1317" y="831"/>
                    </a:lnTo>
                    <a:lnTo>
                      <a:pt x="1317" y="831"/>
                    </a:lnTo>
                    <a:lnTo>
                      <a:pt x="1318" y="831"/>
                    </a:lnTo>
                    <a:lnTo>
                      <a:pt x="1318" y="831"/>
                    </a:lnTo>
                    <a:lnTo>
                      <a:pt x="1318" y="830"/>
                    </a:lnTo>
                    <a:lnTo>
                      <a:pt x="1318" y="829"/>
                    </a:lnTo>
                    <a:lnTo>
                      <a:pt x="1319" y="828"/>
                    </a:lnTo>
                    <a:lnTo>
                      <a:pt x="1319" y="826"/>
                    </a:lnTo>
                    <a:lnTo>
                      <a:pt x="1320" y="824"/>
                    </a:lnTo>
                    <a:lnTo>
                      <a:pt x="1320" y="823"/>
                    </a:lnTo>
                    <a:lnTo>
                      <a:pt x="1320" y="819"/>
                    </a:lnTo>
                    <a:lnTo>
                      <a:pt x="1320" y="815"/>
                    </a:lnTo>
                    <a:lnTo>
                      <a:pt x="1321" y="811"/>
                    </a:lnTo>
                    <a:lnTo>
                      <a:pt x="1321" y="808"/>
                    </a:lnTo>
                    <a:lnTo>
                      <a:pt x="1321" y="807"/>
                    </a:lnTo>
                    <a:lnTo>
                      <a:pt x="1321" y="806"/>
                    </a:lnTo>
                    <a:lnTo>
                      <a:pt x="1322" y="805"/>
                    </a:lnTo>
                    <a:lnTo>
                      <a:pt x="1322" y="803"/>
                    </a:lnTo>
                    <a:lnTo>
                      <a:pt x="1322" y="802"/>
                    </a:lnTo>
                    <a:lnTo>
                      <a:pt x="1323" y="801"/>
                    </a:lnTo>
                    <a:lnTo>
                      <a:pt x="1323" y="799"/>
                    </a:lnTo>
                    <a:lnTo>
                      <a:pt x="1323" y="798"/>
                    </a:lnTo>
                    <a:lnTo>
                      <a:pt x="1323" y="797"/>
                    </a:lnTo>
                    <a:lnTo>
                      <a:pt x="1324" y="796"/>
                    </a:lnTo>
                    <a:lnTo>
                      <a:pt x="1324" y="795"/>
                    </a:lnTo>
                    <a:lnTo>
                      <a:pt x="1324" y="795"/>
                    </a:lnTo>
                    <a:lnTo>
                      <a:pt x="1324" y="792"/>
                    </a:lnTo>
                    <a:lnTo>
                      <a:pt x="1325" y="789"/>
                    </a:lnTo>
                    <a:lnTo>
                      <a:pt x="1325" y="787"/>
                    </a:lnTo>
                    <a:lnTo>
                      <a:pt x="1326" y="784"/>
                    </a:lnTo>
                    <a:lnTo>
                      <a:pt x="1326" y="783"/>
                    </a:lnTo>
                    <a:lnTo>
                      <a:pt x="1326" y="783"/>
                    </a:lnTo>
                    <a:lnTo>
                      <a:pt x="1326" y="783"/>
                    </a:lnTo>
                    <a:lnTo>
                      <a:pt x="1327" y="782"/>
                    </a:lnTo>
                    <a:lnTo>
                      <a:pt x="1327" y="782"/>
                    </a:lnTo>
                    <a:lnTo>
                      <a:pt x="1327" y="781"/>
                    </a:lnTo>
                    <a:lnTo>
                      <a:pt x="1327" y="781"/>
                    </a:lnTo>
                    <a:lnTo>
                      <a:pt x="1328" y="780"/>
                    </a:lnTo>
                    <a:lnTo>
                      <a:pt x="1328" y="779"/>
                    </a:lnTo>
                    <a:lnTo>
                      <a:pt x="1329" y="778"/>
                    </a:lnTo>
                    <a:lnTo>
                      <a:pt x="1329" y="776"/>
                    </a:lnTo>
                    <a:lnTo>
                      <a:pt x="1329" y="775"/>
                    </a:lnTo>
                    <a:lnTo>
                      <a:pt x="1329" y="773"/>
                    </a:lnTo>
                    <a:lnTo>
                      <a:pt x="1330" y="771"/>
                    </a:lnTo>
                    <a:lnTo>
                      <a:pt x="1330" y="769"/>
                    </a:lnTo>
                    <a:lnTo>
                      <a:pt x="1330" y="766"/>
                    </a:lnTo>
                    <a:lnTo>
                      <a:pt x="1330" y="766"/>
                    </a:lnTo>
                    <a:lnTo>
                      <a:pt x="1331" y="766"/>
                    </a:lnTo>
                    <a:lnTo>
                      <a:pt x="1331" y="766"/>
                    </a:lnTo>
                    <a:lnTo>
                      <a:pt x="1331" y="766"/>
                    </a:lnTo>
                    <a:lnTo>
                      <a:pt x="1332" y="766"/>
                    </a:lnTo>
                    <a:lnTo>
                      <a:pt x="1332" y="766"/>
                    </a:lnTo>
                    <a:lnTo>
                      <a:pt x="1332" y="766"/>
                    </a:lnTo>
                    <a:lnTo>
                      <a:pt x="1332" y="766"/>
                    </a:lnTo>
                    <a:lnTo>
                      <a:pt x="1333" y="766"/>
                    </a:lnTo>
                    <a:lnTo>
                      <a:pt x="1333" y="764"/>
                    </a:lnTo>
                    <a:lnTo>
                      <a:pt x="1333" y="764"/>
                    </a:lnTo>
                    <a:lnTo>
                      <a:pt x="1333" y="763"/>
                    </a:lnTo>
                    <a:lnTo>
                      <a:pt x="1334" y="762"/>
                    </a:lnTo>
                    <a:lnTo>
                      <a:pt x="1334" y="762"/>
                    </a:lnTo>
                    <a:lnTo>
                      <a:pt x="1335" y="761"/>
                    </a:lnTo>
                    <a:lnTo>
                      <a:pt x="1335" y="761"/>
                    </a:lnTo>
                    <a:lnTo>
                      <a:pt x="1335" y="757"/>
                    </a:lnTo>
                    <a:lnTo>
                      <a:pt x="1335" y="752"/>
                    </a:lnTo>
                    <a:lnTo>
                      <a:pt x="1336" y="748"/>
                    </a:lnTo>
                    <a:lnTo>
                      <a:pt x="1336" y="743"/>
                    </a:lnTo>
                    <a:lnTo>
                      <a:pt x="1336" y="736"/>
                    </a:lnTo>
                    <a:lnTo>
                      <a:pt x="1336" y="730"/>
                    </a:lnTo>
                    <a:lnTo>
                      <a:pt x="1337" y="722"/>
                    </a:lnTo>
                    <a:lnTo>
                      <a:pt x="1337" y="715"/>
                    </a:lnTo>
                    <a:lnTo>
                      <a:pt x="1337" y="709"/>
                    </a:lnTo>
                    <a:lnTo>
                      <a:pt x="1338" y="703"/>
                    </a:lnTo>
                    <a:lnTo>
                      <a:pt x="1338" y="697"/>
                    </a:lnTo>
                    <a:lnTo>
                      <a:pt x="1338" y="691"/>
                    </a:lnTo>
                    <a:lnTo>
                      <a:pt x="1339" y="689"/>
                    </a:lnTo>
                    <a:lnTo>
                      <a:pt x="1339" y="687"/>
                    </a:lnTo>
                    <a:lnTo>
                      <a:pt x="1339" y="686"/>
                    </a:lnTo>
                    <a:lnTo>
                      <a:pt x="1339" y="684"/>
                    </a:lnTo>
                    <a:lnTo>
                      <a:pt x="1340" y="681"/>
                    </a:lnTo>
                    <a:lnTo>
                      <a:pt x="1340" y="678"/>
                    </a:lnTo>
                    <a:lnTo>
                      <a:pt x="1340" y="675"/>
                    </a:lnTo>
                    <a:lnTo>
                      <a:pt x="1341" y="671"/>
                    </a:lnTo>
                    <a:lnTo>
                      <a:pt x="1341" y="671"/>
                    </a:lnTo>
                    <a:lnTo>
                      <a:pt x="1341" y="674"/>
                    </a:lnTo>
                    <a:lnTo>
                      <a:pt x="1341" y="676"/>
                    </a:lnTo>
                    <a:lnTo>
                      <a:pt x="1342" y="678"/>
                    </a:lnTo>
                    <a:lnTo>
                      <a:pt x="1342" y="679"/>
                    </a:lnTo>
                    <a:lnTo>
                      <a:pt x="1342" y="678"/>
                    </a:lnTo>
                    <a:lnTo>
                      <a:pt x="1342" y="676"/>
                    </a:lnTo>
                    <a:lnTo>
                      <a:pt x="1343" y="675"/>
                    </a:lnTo>
                    <a:lnTo>
                      <a:pt x="1343" y="675"/>
                    </a:lnTo>
                    <a:lnTo>
                      <a:pt x="1344" y="675"/>
                    </a:lnTo>
                    <a:lnTo>
                      <a:pt x="1344" y="676"/>
                    </a:lnTo>
                    <a:lnTo>
                      <a:pt x="1344" y="676"/>
                    </a:lnTo>
                    <a:lnTo>
                      <a:pt x="1344" y="671"/>
                    </a:lnTo>
                    <a:lnTo>
                      <a:pt x="1345" y="681"/>
                    </a:lnTo>
                    <a:lnTo>
                      <a:pt x="1345" y="691"/>
                    </a:lnTo>
                    <a:lnTo>
                      <a:pt x="1345" y="701"/>
                    </a:lnTo>
                    <a:lnTo>
                      <a:pt x="1345" y="709"/>
                    </a:lnTo>
                    <a:lnTo>
                      <a:pt x="1346" y="717"/>
                    </a:lnTo>
                    <a:lnTo>
                      <a:pt x="1346" y="726"/>
                    </a:lnTo>
                    <a:lnTo>
                      <a:pt x="1346" y="734"/>
                    </a:lnTo>
                    <a:lnTo>
                      <a:pt x="1347" y="744"/>
                    </a:lnTo>
                    <a:lnTo>
                      <a:pt x="1347" y="755"/>
                    </a:lnTo>
                    <a:lnTo>
                      <a:pt x="1347" y="766"/>
                    </a:lnTo>
                    <a:lnTo>
                      <a:pt x="1347" y="776"/>
                    </a:lnTo>
                    <a:lnTo>
                      <a:pt x="1348" y="791"/>
                    </a:lnTo>
                    <a:lnTo>
                      <a:pt x="1348" y="806"/>
                    </a:lnTo>
                    <a:lnTo>
                      <a:pt x="1348" y="821"/>
                    </a:lnTo>
                    <a:lnTo>
                      <a:pt x="1349" y="836"/>
                    </a:lnTo>
                    <a:lnTo>
                      <a:pt x="1349" y="851"/>
                    </a:lnTo>
                    <a:lnTo>
                      <a:pt x="1349" y="865"/>
                    </a:lnTo>
                    <a:lnTo>
                      <a:pt x="1350" y="879"/>
                    </a:lnTo>
                    <a:lnTo>
                      <a:pt x="1350" y="894"/>
                    </a:lnTo>
                    <a:lnTo>
                      <a:pt x="1350" y="909"/>
                    </a:lnTo>
                    <a:lnTo>
                      <a:pt x="1350" y="914"/>
                    </a:lnTo>
                    <a:lnTo>
                      <a:pt x="1351" y="920"/>
                    </a:lnTo>
                    <a:lnTo>
                      <a:pt x="1351" y="926"/>
                    </a:lnTo>
                    <a:lnTo>
                      <a:pt x="1351" y="931"/>
                    </a:lnTo>
                    <a:lnTo>
                      <a:pt x="1352" y="931"/>
                    </a:lnTo>
                    <a:lnTo>
                      <a:pt x="1352" y="931"/>
                    </a:lnTo>
                    <a:lnTo>
                      <a:pt x="1352" y="931"/>
                    </a:lnTo>
                    <a:lnTo>
                      <a:pt x="1353" y="931"/>
                    </a:lnTo>
                    <a:lnTo>
                      <a:pt x="1353" y="931"/>
                    </a:lnTo>
                    <a:lnTo>
                      <a:pt x="1353" y="931"/>
                    </a:lnTo>
                    <a:lnTo>
                      <a:pt x="1353" y="931"/>
                    </a:lnTo>
                    <a:lnTo>
                      <a:pt x="1354" y="931"/>
                    </a:lnTo>
                    <a:lnTo>
                      <a:pt x="1354" y="931"/>
                    </a:lnTo>
                    <a:lnTo>
                      <a:pt x="1354" y="931"/>
                    </a:lnTo>
                    <a:lnTo>
                      <a:pt x="1355" y="931"/>
                    </a:lnTo>
                    <a:lnTo>
                      <a:pt x="1355" y="931"/>
                    </a:lnTo>
                    <a:lnTo>
                      <a:pt x="1355" y="945"/>
                    </a:lnTo>
                    <a:lnTo>
                      <a:pt x="1355" y="958"/>
                    </a:lnTo>
                    <a:lnTo>
                      <a:pt x="1356" y="971"/>
                    </a:lnTo>
                    <a:lnTo>
                      <a:pt x="1356" y="984"/>
                    </a:lnTo>
                    <a:lnTo>
                      <a:pt x="1356" y="998"/>
                    </a:lnTo>
                    <a:lnTo>
                      <a:pt x="1356" y="1013"/>
                    </a:lnTo>
                    <a:lnTo>
                      <a:pt x="1357" y="1026"/>
                    </a:lnTo>
                    <a:lnTo>
                      <a:pt x="1357" y="1040"/>
                    </a:lnTo>
                    <a:lnTo>
                      <a:pt x="1358" y="1055"/>
                    </a:lnTo>
                    <a:lnTo>
                      <a:pt x="1358" y="1070"/>
                    </a:lnTo>
                    <a:lnTo>
                      <a:pt x="1358" y="1084"/>
                    </a:lnTo>
                    <a:lnTo>
                      <a:pt x="1358" y="1099"/>
                    </a:lnTo>
                    <a:lnTo>
                      <a:pt x="1359" y="1104"/>
                    </a:lnTo>
                    <a:lnTo>
                      <a:pt x="1359" y="1110"/>
                    </a:lnTo>
                    <a:lnTo>
                      <a:pt x="1359" y="1116"/>
                    </a:lnTo>
                    <a:lnTo>
                      <a:pt x="1359" y="1121"/>
                    </a:lnTo>
                    <a:lnTo>
                      <a:pt x="1360" y="1121"/>
                    </a:lnTo>
                    <a:lnTo>
                      <a:pt x="1360" y="1121"/>
                    </a:lnTo>
                    <a:lnTo>
                      <a:pt x="1360" y="1121"/>
                    </a:lnTo>
                    <a:lnTo>
                      <a:pt x="1361" y="1120"/>
                    </a:lnTo>
                    <a:lnTo>
                      <a:pt x="1361" y="1120"/>
                    </a:lnTo>
                    <a:lnTo>
                      <a:pt x="1361" y="1119"/>
                    </a:lnTo>
                    <a:lnTo>
                      <a:pt x="1361" y="1118"/>
                    </a:lnTo>
                    <a:lnTo>
                      <a:pt x="1362" y="1116"/>
                    </a:lnTo>
                    <a:lnTo>
                      <a:pt x="1362" y="1114"/>
                    </a:lnTo>
                    <a:lnTo>
                      <a:pt x="1362" y="1113"/>
                    </a:lnTo>
                    <a:lnTo>
                      <a:pt x="1363" y="1111"/>
                    </a:lnTo>
                    <a:lnTo>
                      <a:pt x="1363" y="1109"/>
                    </a:lnTo>
                    <a:lnTo>
                      <a:pt x="1363" y="1107"/>
                    </a:lnTo>
                    <a:lnTo>
                      <a:pt x="1364" y="1104"/>
                    </a:lnTo>
                    <a:lnTo>
                      <a:pt x="1364" y="1102"/>
                    </a:lnTo>
                    <a:lnTo>
                      <a:pt x="1364" y="1099"/>
                    </a:lnTo>
                    <a:lnTo>
                      <a:pt x="1364" y="1097"/>
                    </a:lnTo>
                    <a:lnTo>
                      <a:pt x="1365" y="1094"/>
                    </a:lnTo>
                    <a:lnTo>
                      <a:pt x="1365" y="1091"/>
                    </a:lnTo>
                    <a:lnTo>
                      <a:pt x="1365" y="1083"/>
                    </a:lnTo>
                    <a:lnTo>
                      <a:pt x="1365" y="1074"/>
                    </a:lnTo>
                    <a:lnTo>
                      <a:pt x="1366" y="1065"/>
                    </a:lnTo>
                    <a:lnTo>
                      <a:pt x="1366" y="1056"/>
                    </a:lnTo>
                    <a:lnTo>
                      <a:pt x="1367" y="1056"/>
                    </a:lnTo>
                    <a:lnTo>
                      <a:pt x="1367" y="1056"/>
                    </a:lnTo>
                    <a:lnTo>
                      <a:pt x="1367" y="1056"/>
                    </a:lnTo>
                    <a:lnTo>
                      <a:pt x="1367" y="1056"/>
                    </a:lnTo>
                    <a:lnTo>
                      <a:pt x="1368" y="1056"/>
                    </a:lnTo>
                    <a:lnTo>
                      <a:pt x="1368" y="1056"/>
                    </a:lnTo>
                    <a:lnTo>
                      <a:pt x="1368" y="1056"/>
                    </a:lnTo>
                    <a:lnTo>
                      <a:pt x="1368" y="1056"/>
                    </a:lnTo>
                    <a:lnTo>
                      <a:pt x="1369" y="1056"/>
                    </a:lnTo>
                    <a:lnTo>
                      <a:pt x="1369" y="1055"/>
                    </a:lnTo>
                    <a:lnTo>
                      <a:pt x="1369" y="1055"/>
                    </a:lnTo>
                    <a:lnTo>
                      <a:pt x="1370" y="1055"/>
                    </a:lnTo>
                    <a:lnTo>
                      <a:pt x="1370" y="1050"/>
                    </a:lnTo>
                    <a:lnTo>
                      <a:pt x="1370" y="1045"/>
                    </a:lnTo>
                    <a:lnTo>
                      <a:pt x="1370" y="1040"/>
                    </a:lnTo>
                    <a:lnTo>
                      <a:pt x="1371" y="1035"/>
                    </a:lnTo>
                    <a:lnTo>
                      <a:pt x="1371" y="1030"/>
                    </a:lnTo>
                    <a:lnTo>
                      <a:pt x="1371" y="1026"/>
                    </a:lnTo>
                    <a:lnTo>
                      <a:pt x="1371" y="1021"/>
                    </a:lnTo>
                    <a:lnTo>
                      <a:pt x="1372" y="1016"/>
                    </a:lnTo>
                    <a:lnTo>
                      <a:pt x="1372" y="1010"/>
                    </a:lnTo>
                    <a:lnTo>
                      <a:pt x="1373" y="1005"/>
                    </a:lnTo>
                    <a:lnTo>
                      <a:pt x="1373" y="999"/>
                    </a:lnTo>
                    <a:lnTo>
                      <a:pt x="1373" y="993"/>
                    </a:lnTo>
                    <a:lnTo>
                      <a:pt x="1373" y="993"/>
                    </a:lnTo>
                    <a:lnTo>
                      <a:pt x="1374" y="993"/>
                    </a:lnTo>
                    <a:lnTo>
                      <a:pt x="1374" y="993"/>
                    </a:lnTo>
                    <a:lnTo>
                      <a:pt x="1374" y="993"/>
                    </a:lnTo>
                    <a:lnTo>
                      <a:pt x="1374" y="993"/>
                    </a:lnTo>
                    <a:lnTo>
                      <a:pt x="1375" y="993"/>
                    </a:lnTo>
                    <a:lnTo>
                      <a:pt x="1375" y="993"/>
                    </a:lnTo>
                    <a:lnTo>
                      <a:pt x="1376" y="993"/>
                    </a:lnTo>
                    <a:lnTo>
                      <a:pt x="1376" y="993"/>
                    </a:lnTo>
                    <a:lnTo>
                      <a:pt x="1376" y="993"/>
                    </a:lnTo>
                    <a:lnTo>
                      <a:pt x="1376" y="993"/>
                    </a:lnTo>
                    <a:lnTo>
                      <a:pt x="1377" y="993"/>
                    </a:lnTo>
                    <a:lnTo>
                      <a:pt x="1377" y="992"/>
                    </a:lnTo>
                    <a:lnTo>
                      <a:pt x="1377" y="991"/>
                    </a:lnTo>
                    <a:lnTo>
                      <a:pt x="1377" y="990"/>
                    </a:lnTo>
                    <a:lnTo>
                      <a:pt x="1378" y="990"/>
                    </a:lnTo>
                    <a:lnTo>
                      <a:pt x="1378" y="990"/>
                    </a:lnTo>
                    <a:lnTo>
                      <a:pt x="1378" y="990"/>
                    </a:lnTo>
                    <a:lnTo>
                      <a:pt x="1379" y="990"/>
                    </a:lnTo>
                    <a:lnTo>
                      <a:pt x="1379" y="990"/>
                    </a:lnTo>
                    <a:lnTo>
                      <a:pt x="1379" y="990"/>
                    </a:lnTo>
                    <a:lnTo>
                      <a:pt x="1379" y="990"/>
                    </a:lnTo>
                    <a:lnTo>
                      <a:pt x="1380" y="990"/>
                    </a:lnTo>
                    <a:lnTo>
                      <a:pt x="1380" y="990"/>
                    </a:lnTo>
                    <a:lnTo>
                      <a:pt x="1380" y="990"/>
                    </a:lnTo>
                    <a:lnTo>
                      <a:pt x="1380" y="990"/>
                    </a:lnTo>
                    <a:lnTo>
                      <a:pt x="1381" y="990"/>
                    </a:lnTo>
                    <a:lnTo>
                      <a:pt x="1381" y="990"/>
                    </a:lnTo>
                    <a:lnTo>
                      <a:pt x="1382" y="990"/>
                    </a:lnTo>
                    <a:lnTo>
                      <a:pt x="1382" y="990"/>
                    </a:lnTo>
                    <a:lnTo>
                      <a:pt x="1382" y="990"/>
                    </a:lnTo>
                    <a:lnTo>
                      <a:pt x="1382" y="990"/>
                    </a:lnTo>
                    <a:lnTo>
                      <a:pt x="1383" y="976"/>
                    </a:lnTo>
                    <a:lnTo>
                      <a:pt x="1383" y="963"/>
                    </a:lnTo>
                    <a:lnTo>
                      <a:pt x="1383" y="950"/>
                    </a:lnTo>
                    <a:lnTo>
                      <a:pt x="1383" y="937"/>
                    </a:lnTo>
                    <a:lnTo>
                      <a:pt x="1384" y="928"/>
                    </a:lnTo>
                    <a:lnTo>
                      <a:pt x="1384" y="918"/>
                    </a:lnTo>
                    <a:lnTo>
                      <a:pt x="1384" y="909"/>
                    </a:lnTo>
                    <a:lnTo>
                      <a:pt x="1385" y="900"/>
                    </a:lnTo>
                    <a:lnTo>
                      <a:pt x="1385" y="894"/>
                    </a:lnTo>
                    <a:lnTo>
                      <a:pt x="1385" y="888"/>
                    </a:lnTo>
                    <a:lnTo>
                      <a:pt x="1386" y="881"/>
                    </a:lnTo>
                    <a:lnTo>
                      <a:pt x="1386" y="875"/>
                    </a:lnTo>
                    <a:lnTo>
                      <a:pt x="1386" y="869"/>
                    </a:lnTo>
                    <a:lnTo>
                      <a:pt x="1386" y="863"/>
                    </a:lnTo>
                    <a:lnTo>
                      <a:pt x="1387" y="858"/>
                    </a:lnTo>
                    <a:lnTo>
                      <a:pt x="1387" y="853"/>
                    </a:lnTo>
                    <a:lnTo>
                      <a:pt x="1387" y="848"/>
                    </a:lnTo>
                    <a:lnTo>
                      <a:pt x="1388" y="842"/>
                    </a:lnTo>
                    <a:lnTo>
                      <a:pt x="1388" y="836"/>
                    </a:lnTo>
                    <a:lnTo>
                      <a:pt x="1388" y="829"/>
                    </a:lnTo>
                    <a:lnTo>
                      <a:pt x="1388" y="823"/>
                    </a:lnTo>
                    <a:lnTo>
                      <a:pt x="1389" y="817"/>
                    </a:lnTo>
                    <a:lnTo>
                      <a:pt x="1389" y="811"/>
                    </a:lnTo>
                    <a:lnTo>
                      <a:pt x="1389" y="805"/>
                    </a:lnTo>
                    <a:lnTo>
                      <a:pt x="1389" y="798"/>
                    </a:lnTo>
                    <a:lnTo>
                      <a:pt x="1390" y="790"/>
                    </a:lnTo>
                    <a:lnTo>
                      <a:pt x="1390" y="783"/>
                    </a:lnTo>
                    <a:lnTo>
                      <a:pt x="1391" y="776"/>
                    </a:lnTo>
                    <a:lnTo>
                      <a:pt x="1391" y="766"/>
                    </a:lnTo>
                    <a:lnTo>
                      <a:pt x="1391" y="754"/>
                    </a:lnTo>
                    <a:lnTo>
                      <a:pt x="1391" y="743"/>
                    </a:lnTo>
                    <a:lnTo>
                      <a:pt x="1392" y="731"/>
                    </a:lnTo>
                    <a:lnTo>
                      <a:pt x="1392" y="730"/>
                    </a:lnTo>
                    <a:lnTo>
                      <a:pt x="1392" y="730"/>
                    </a:lnTo>
                    <a:lnTo>
                      <a:pt x="1392" y="731"/>
                    </a:lnTo>
                    <a:lnTo>
                      <a:pt x="1393" y="731"/>
                    </a:lnTo>
                    <a:lnTo>
                      <a:pt x="1393" y="733"/>
                    </a:lnTo>
                    <a:lnTo>
                      <a:pt x="1393" y="733"/>
                    </a:lnTo>
                    <a:lnTo>
                      <a:pt x="1394" y="733"/>
                    </a:lnTo>
                    <a:lnTo>
                      <a:pt x="1394" y="733"/>
                    </a:lnTo>
                    <a:lnTo>
                      <a:pt x="1394" y="733"/>
                    </a:lnTo>
                    <a:lnTo>
                      <a:pt x="1394" y="733"/>
                    </a:lnTo>
                    <a:lnTo>
                      <a:pt x="1395" y="733"/>
                    </a:lnTo>
                    <a:lnTo>
                      <a:pt x="1395" y="733"/>
                    </a:lnTo>
                    <a:lnTo>
                      <a:pt x="1395" y="733"/>
                    </a:lnTo>
                    <a:lnTo>
                      <a:pt x="1396" y="733"/>
                    </a:lnTo>
                    <a:lnTo>
                      <a:pt x="1396" y="733"/>
                    </a:lnTo>
                    <a:lnTo>
                      <a:pt x="1396" y="733"/>
                    </a:lnTo>
                    <a:lnTo>
                      <a:pt x="1397" y="733"/>
                    </a:lnTo>
                    <a:lnTo>
                      <a:pt x="1397" y="733"/>
                    </a:lnTo>
                    <a:lnTo>
                      <a:pt x="1397" y="733"/>
                    </a:lnTo>
                    <a:lnTo>
                      <a:pt x="1397" y="733"/>
                    </a:lnTo>
                    <a:lnTo>
                      <a:pt x="1398" y="726"/>
                    </a:lnTo>
                    <a:lnTo>
                      <a:pt x="1398" y="720"/>
                    </a:lnTo>
                    <a:lnTo>
                      <a:pt x="1398" y="713"/>
                    </a:lnTo>
                    <a:lnTo>
                      <a:pt x="1398" y="707"/>
                    </a:lnTo>
                    <a:lnTo>
                      <a:pt x="1399" y="700"/>
                    </a:lnTo>
                    <a:lnTo>
                      <a:pt x="1399" y="694"/>
                    </a:lnTo>
                    <a:lnTo>
                      <a:pt x="1400" y="688"/>
                    </a:lnTo>
                    <a:lnTo>
                      <a:pt x="1400" y="681"/>
                    </a:lnTo>
                    <a:lnTo>
                      <a:pt x="1400" y="681"/>
                    </a:lnTo>
                    <a:lnTo>
                      <a:pt x="1400" y="680"/>
                    </a:lnTo>
                    <a:lnTo>
                      <a:pt x="1401" y="679"/>
                    </a:lnTo>
                    <a:lnTo>
                      <a:pt x="1401" y="678"/>
                    </a:lnTo>
                    <a:lnTo>
                      <a:pt x="1401" y="678"/>
                    </a:lnTo>
                    <a:lnTo>
                      <a:pt x="1401" y="678"/>
                    </a:lnTo>
                    <a:lnTo>
                      <a:pt x="1402" y="678"/>
                    </a:lnTo>
                    <a:lnTo>
                      <a:pt x="1402" y="678"/>
                    </a:lnTo>
                    <a:lnTo>
                      <a:pt x="1402" y="678"/>
                    </a:lnTo>
                    <a:lnTo>
                      <a:pt x="1403" y="678"/>
                    </a:lnTo>
                    <a:lnTo>
                      <a:pt x="1403" y="678"/>
                    </a:lnTo>
                    <a:lnTo>
                      <a:pt x="1403" y="678"/>
                    </a:lnTo>
                    <a:lnTo>
                      <a:pt x="1403" y="673"/>
                    </a:lnTo>
                    <a:lnTo>
                      <a:pt x="1404" y="667"/>
                    </a:lnTo>
                    <a:lnTo>
                      <a:pt x="1404" y="661"/>
                    </a:lnTo>
                    <a:lnTo>
                      <a:pt x="1404" y="655"/>
                    </a:lnTo>
                    <a:lnTo>
                      <a:pt x="1404" y="649"/>
                    </a:lnTo>
                    <a:lnTo>
                      <a:pt x="1405" y="642"/>
                    </a:lnTo>
                    <a:lnTo>
                      <a:pt x="1405" y="636"/>
                    </a:lnTo>
                    <a:lnTo>
                      <a:pt x="1406" y="629"/>
                    </a:lnTo>
                    <a:lnTo>
                      <a:pt x="1406" y="623"/>
                    </a:lnTo>
                    <a:lnTo>
                      <a:pt x="1406" y="617"/>
                    </a:lnTo>
                    <a:lnTo>
                      <a:pt x="1406" y="611"/>
                    </a:lnTo>
                    <a:lnTo>
                      <a:pt x="1407" y="605"/>
                    </a:lnTo>
                    <a:lnTo>
                      <a:pt x="1407" y="598"/>
                    </a:lnTo>
                    <a:lnTo>
                      <a:pt x="1407" y="592"/>
                    </a:lnTo>
                    <a:lnTo>
                      <a:pt x="1407" y="586"/>
                    </a:lnTo>
                    <a:lnTo>
                      <a:pt x="1408" y="580"/>
                    </a:lnTo>
                    <a:lnTo>
                      <a:pt x="1408" y="574"/>
                    </a:lnTo>
                    <a:lnTo>
                      <a:pt x="1408" y="567"/>
                    </a:lnTo>
                    <a:lnTo>
                      <a:pt x="1409" y="560"/>
                    </a:lnTo>
                    <a:lnTo>
                      <a:pt x="1409" y="554"/>
                    </a:lnTo>
                    <a:lnTo>
                      <a:pt x="1409" y="548"/>
                    </a:lnTo>
                    <a:lnTo>
                      <a:pt x="1410" y="541"/>
                    </a:lnTo>
                    <a:lnTo>
                      <a:pt x="1410" y="535"/>
                    </a:lnTo>
                    <a:lnTo>
                      <a:pt x="1410" y="529"/>
                    </a:lnTo>
                    <a:lnTo>
                      <a:pt x="1410" y="522"/>
                    </a:lnTo>
                    <a:lnTo>
                      <a:pt x="1411" y="516"/>
                    </a:lnTo>
                    <a:lnTo>
                      <a:pt x="1411" y="509"/>
                    </a:lnTo>
                    <a:lnTo>
                      <a:pt x="1411" y="502"/>
                    </a:lnTo>
                    <a:lnTo>
                      <a:pt x="1412" y="496"/>
                    </a:lnTo>
                    <a:lnTo>
                      <a:pt x="1412" y="490"/>
                    </a:lnTo>
                    <a:lnTo>
                      <a:pt x="1412" y="484"/>
                    </a:lnTo>
                    <a:lnTo>
                      <a:pt x="1412" y="478"/>
                    </a:lnTo>
                    <a:lnTo>
                      <a:pt x="1413" y="472"/>
                    </a:lnTo>
                    <a:lnTo>
                      <a:pt x="1413" y="466"/>
                    </a:lnTo>
                    <a:lnTo>
                      <a:pt x="1413" y="460"/>
                    </a:lnTo>
                    <a:lnTo>
                      <a:pt x="1413" y="453"/>
                    </a:lnTo>
                    <a:lnTo>
                      <a:pt x="1414" y="447"/>
                    </a:lnTo>
                    <a:lnTo>
                      <a:pt x="1414" y="440"/>
                    </a:lnTo>
                    <a:lnTo>
                      <a:pt x="1415" y="434"/>
                    </a:lnTo>
                    <a:lnTo>
                      <a:pt x="1415" y="427"/>
                    </a:lnTo>
                    <a:lnTo>
                      <a:pt x="1415" y="420"/>
                    </a:lnTo>
                    <a:lnTo>
                      <a:pt x="1415" y="413"/>
                    </a:lnTo>
                    <a:lnTo>
                      <a:pt x="1416" y="406"/>
                    </a:lnTo>
                    <a:lnTo>
                      <a:pt x="1416" y="399"/>
                    </a:lnTo>
                    <a:lnTo>
                      <a:pt x="1416" y="387"/>
                    </a:lnTo>
                    <a:lnTo>
                      <a:pt x="1416" y="376"/>
                    </a:lnTo>
                    <a:lnTo>
                      <a:pt x="1417" y="365"/>
                    </a:lnTo>
                    <a:lnTo>
                      <a:pt x="1417" y="353"/>
                    </a:lnTo>
                    <a:lnTo>
                      <a:pt x="1417" y="346"/>
                    </a:lnTo>
                    <a:lnTo>
                      <a:pt x="1418" y="340"/>
                    </a:lnTo>
                    <a:lnTo>
                      <a:pt x="1418" y="334"/>
                    </a:lnTo>
                    <a:lnTo>
                      <a:pt x="1418" y="328"/>
                    </a:lnTo>
                    <a:lnTo>
                      <a:pt x="1418" y="324"/>
                    </a:lnTo>
                    <a:lnTo>
                      <a:pt x="1419" y="318"/>
                    </a:lnTo>
                    <a:lnTo>
                      <a:pt x="1419" y="312"/>
                    </a:lnTo>
                    <a:lnTo>
                      <a:pt x="1419" y="306"/>
                    </a:lnTo>
                    <a:lnTo>
                      <a:pt x="1420" y="300"/>
                    </a:lnTo>
                    <a:lnTo>
                      <a:pt x="1420" y="298"/>
                    </a:lnTo>
                    <a:lnTo>
                      <a:pt x="1420" y="296"/>
                    </a:lnTo>
                    <a:lnTo>
                      <a:pt x="1421" y="294"/>
                    </a:lnTo>
                    <a:lnTo>
                      <a:pt x="1421" y="293"/>
                    </a:lnTo>
                    <a:lnTo>
                      <a:pt x="1421" y="288"/>
                    </a:lnTo>
                    <a:lnTo>
                      <a:pt x="1421" y="283"/>
                    </a:lnTo>
                    <a:lnTo>
                      <a:pt x="1422" y="278"/>
                    </a:lnTo>
                    <a:lnTo>
                      <a:pt x="1422" y="273"/>
                    </a:lnTo>
                    <a:lnTo>
                      <a:pt x="1422" y="268"/>
                    </a:lnTo>
                    <a:lnTo>
                      <a:pt x="1423" y="263"/>
                    </a:lnTo>
                    <a:lnTo>
                      <a:pt x="1423" y="257"/>
                    </a:lnTo>
                    <a:lnTo>
                      <a:pt x="1423" y="253"/>
                    </a:lnTo>
                    <a:lnTo>
                      <a:pt x="1424" y="247"/>
                    </a:lnTo>
                    <a:lnTo>
                      <a:pt x="1424" y="241"/>
                    </a:lnTo>
                    <a:lnTo>
                      <a:pt x="1424" y="236"/>
                    </a:lnTo>
                    <a:lnTo>
                      <a:pt x="1424" y="228"/>
                    </a:lnTo>
                    <a:lnTo>
                      <a:pt x="1425" y="223"/>
                    </a:lnTo>
                    <a:lnTo>
                      <a:pt x="1425" y="217"/>
                    </a:lnTo>
                    <a:lnTo>
                      <a:pt x="1425" y="211"/>
                    </a:lnTo>
                    <a:lnTo>
                      <a:pt x="1426" y="200"/>
                    </a:lnTo>
                    <a:lnTo>
                      <a:pt x="1426" y="189"/>
                    </a:lnTo>
                    <a:lnTo>
                      <a:pt x="1426" y="178"/>
                    </a:lnTo>
                    <a:lnTo>
                      <a:pt x="1426" y="167"/>
                    </a:lnTo>
                    <a:lnTo>
                      <a:pt x="1427" y="163"/>
                    </a:lnTo>
                    <a:lnTo>
                      <a:pt x="1427" y="159"/>
                    </a:lnTo>
                    <a:lnTo>
                      <a:pt x="1427" y="155"/>
                    </a:lnTo>
                    <a:lnTo>
                      <a:pt x="1427" y="151"/>
                    </a:lnTo>
                    <a:lnTo>
                      <a:pt x="1428" y="147"/>
                    </a:lnTo>
                    <a:lnTo>
                      <a:pt x="1428" y="144"/>
                    </a:lnTo>
                    <a:lnTo>
                      <a:pt x="1429" y="140"/>
                    </a:lnTo>
                    <a:lnTo>
                      <a:pt x="1429" y="137"/>
                    </a:lnTo>
                    <a:lnTo>
                      <a:pt x="1429" y="139"/>
                    </a:lnTo>
                    <a:lnTo>
                      <a:pt x="1429" y="139"/>
                    </a:lnTo>
                    <a:lnTo>
                      <a:pt x="1430" y="139"/>
                    </a:lnTo>
                    <a:lnTo>
                      <a:pt x="1430" y="139"/>
                    </a:lnTo>
                    <a:lnTo>
                      <a:pt x="1430" y="138"/>
                    </a:lnTo>
                    <a:lnTo>
                      <a:pt x="1430" y="138"/>
                    </a:lnTo>
                    <a:lnTo>
                      <a:pt x="1431" y="139"/>
                    </a:lnTo>
                    <a:lnTo>
                      <a:pt x="1431" y="139"/>
                    </a:lnTo>
                    <a:lnTo>
                      <a:pt x="1431" y="138"/>
                    </a:lnTo>
                    <a:lnTo>
                      <a:pt x="1432" y="136"/>
                    </a:lnTo>
                    <a:lnTo>
                      <a:pt x="1432" y="134"/>
                    </a:lnTo>
                    <a:lnTo>
                      <a:pt x="1432" y="132"/>
                    </a:lnTo>
                    <a:lnTo>
                      <a:pt x="1432" y="128"/>
                    </a:lnTo>
                    <a:lnTo>
                      <a:pt x="1433" y="125"/>
                    </a:lnTo>
                    <a:lnTo>
                      <a:pt x="1433" y="121"/>
                    </a:lnTo>
                    <a:lnTo>
                      <a:pt x="1433" y="118"/>
                    </a:lnTo>
                    <a:lnTo>
                      <a:pt x="1434" y="114"/>
                    </a:lnTo>
                    <a:lnTo>
                      <a:pt x="1434" y="111"/>
                    </a:lnTo>
                    <a:lnTo>
                      <a:pt x="1434" y="107"/>
                    </a:lnTo>
                    <a:lnTo>
                      <a:pt x="1435" y="104"/>
                    </a:lnTo>
                    <a:lnTo>
                      <a:pt x="1435" y="97"/>
                    </a:lnTo>
                    <a:lnTo>
                      <a:pt x="1435" y="89"/>
                    </a:lnTo>
                    <a:lnTo>
                      <a:pt x="1435" y="83"/>
                    </a:lnTo>
                    <a:lnTo>
                      <a:pt x="1436" y="75"/>
                    </a:lnTo>
                    <a:lnTo>
                      <a:pt x="1436" y="75"/>
                    </a:lnTo>
                    <a:lnTo>
                      <a:pt x="1436" y="75"/>
                    </a:lnTo>
                    <a:lnTo>
                      <a:pt x="1436" y="75"/>
                    </a:lnTo>
                    <a:lnTo>
                      <a:pt x="1437" y="75"/>
                    </a:lnTo>
                    <a:lnTo>
                      <a:pt x="1437" y="75"/>
                    </a:lnTo>
                    <a:lnTo>
                      <a:pt x="1438" y="78"/>
                    </a:lnTo>
                    <a:lnTo>
                      <a:pt x="1438" y="81"/>
                    </a:lnTo>
                    <a:lnTo>
                      <a:pt x="1438" y="83"/>
                    </a:lnTo>
                    <a:lnTo>
                      <a:pt x="1438" y="86"/>
                    </a:lnTo>
                    <a:lnTo>
                      <a:pt x="1439" y="88"/>
                    </a:lnTo>
                    <a:lnTo>
                      <a:pt x="1439" y="89"/>
                    </a:lnTo>
                    <a:lnTo>
                      <a:pt x="1439" y="91"/>
                    </a:lnTo>
                    <a:lnTo>
                      <a:pt x="1439" y="93"/>
                    </a:lnTo>
                    <a:lnTo>
                      <a:pt x="1440" y="94"/>
                    </a:lnTo>
                    <a:lnTo>
                      <a:pt x="1440" y="94"/>
                    </a:lnTo>
                    <a:lnTo>
                      <a:pt x="1440" y="95"/>
                    </a:lnTo>
                    <a:lnTo>
                      <a:pt x="1441" y="96"/>
                    </a:lnTo>
                    <a:lnTo>
                      <a:pt x="1441" y="96"/>
                    </a:lnTo>
                    <a:lnTo>
                      <a:pt x="1441" y="96"/>
                    </a:lnTo>
                    <a:lnTo>
                      <a:pt x="1441" y="96"/>
                    </a:lnTo>
                    <a:lnTo>
                      <a:pt x="1442" y="90"/>
                    </a:lnTo>
                    <a:lnTo>
                      <a:pt x="1442" y="83"/>
                    </a:lnTo>
                    <a:lnTo>
                      <a:pt x="1442" y="77"/>
                    </a:lnTo>
                    <a:lnTo>
                      <a:pt x="1443" y="70"/>
                    </a:lnTo>
                    <a:lnTo>
                      <a:pt x="1443" y="65"/>
                    </a:lnTo>
                    <a:lnTo>
                      <a:pt x="1443" y="63"/>
                    </a:lnTo>
                    <a:lnTo>
                      <a:pt x="1444" y="61"/>
                    </a:lnTo>
                    <a:lnTo>
                      <a:pt x="1444" y="59"/>
                    </a:lnTo>
                    <a:lnTo>
                      <a:pt x="1444" y="60"/>
                    </a:lnTo>
                    <a:lnTo>
                      <a:pt x="1444" y="59"/>
                    </a:lnTo>
                    <a:lnTo>
                      <a:pt x="1445" y="58"/>
                    </a:lnTo>
                    <a:lnTo>
                      <a:pt x="1445" y="57"/>
                    </a:lnTo>
                    <a:lnTo>
                      <a:pt x="1445" y="57"/>
                    </a:lnTo>
                    <a:lnTo>
                      <a:pt x="1445" y="57"/>
                    </a:lnTo>
                    <a:lnTo>
                      <a:pt x="1446" y="57"/>
                    </a:lnTo>
                    <a:lnTo>
                      <a:pt x="1446" y="56"/>
                    </a:lnTo>
                    <a:lnTo>
                      <a:pt x="1447" y="55"/>
                    </a:lnTo>
                    <a:lnTo>
                      <a:pt x="1447" y="54"/>
                    </a:lnTo>
                    <a:lnTo>
                      <a:pt x="1447" y="53"/>
                    </a:lnTo>
                    <a:lnTo>
                      <a:pt x="1447" y="52"/>
                    </a:lnTo>
                    <a:lnTo>
                      <a:pt x="1448" y="53"/>
                    </a:lnTo>
                    <a:lnTo>
                      <a:pt x="1448" y="54"/>
                    </a:lnTo>
                    <a:lnTo>
                      <a:pt x="1448" y="55"/>
                    </a:lnTo>
                    <a:lnTo>
                      <a:pt x="1448" y="57"/>
                    </a:lnTo>
                    <a:lnTo>
                      <a:pt x="1449" y="54"/>
                    </a:lnTo>
                    <a:lnTo>
                      <a:pt x="1449" y="50"/>
                    </a:lnTo>
                    <a:lnTo>
                      <a:pt x="1449" y="46"/>
                    </a:lnTo>
                    <a:lnTo>
                      <a:pt x="1450" y="42"/>
                    </a:lnTo>
                    <a:lnTo>
                      <a:pt x="1450" y="34"/>
                    </a:lnTo>
                    <a:lnTo>
                      <a:pt x="1450" y="27"/>
                    </a:lnTo>
                    <a:lnTo>
                      <a:pt x="1450" y="20"/>
                    </a:lnTo>
                    <a:lnTo>
                      <a:pt x="1451" y="13"/>
                    </a:lnTo>
                    <a:lnTo>
                      <a:pt x="1451" y="9"/>
                    </a:lnTo>
                    <a:lnTo>
                      <a:pt x="1451" y="7"/>
                    </a:lnTo>
                    <a:lnTo>
                      <a:pt x="1451" y="6"/>
                    </a:lnTo>
                    <a:lnTo>
                      <a:pt x="1452" y="5"/>
                    </a:lnTo>
                    <a:lnTo>
                      <a:pt x="1452" y="7"/>
                    </a:lnTo>
                    <a:lnTo>
                      <a:pt x="1453" y="4"/>
                    </a:lnTo>
                    <a:lnTo>
                      <a:pt x="1453" y="2"/>
                    </a:lnTo>
                    <a:lnTo>
                      <a:pt x="1453" y="0"/>
                    </a:lnTo>
                    <a:lnTo>
                      <a:pt x="1453" y="0"/>
                    </a:lnTo>
                    <a:lnTo>
                      <a:pt x="1454" y="0"/>
                    </a:lnTo>
                    <a:lnTo>
                      <a:pt x="1454" y="0"/>
                    </a:lnTo>
                    <a:lnTo>
                      <a:pt x="1454" y="0"/>
                    </a:lnTo>
                    <a:lnTo>
                      <a:pt x="1454" y="0"/>
                    </a:lnTo>
                    <a:lnTo>
                      <a:pt x="1455" y="0"/>
                    </a:lnTo>
                    <a:lnTo>
                      <a:pt x="1455" y="0"/>
                    </a:lnTo>
                    <a:lnTo>
                      <a:pt x="1455" y="0"/>
                    </a:lnTo>
                    <a:lnTo>
                      <a:pt x="1456" y="0"/>
                    </a:lnTo>
                    <a:lnTo>
                      <a:pt x="1456" y="0"/>
                    </a:lnTo>
                    <a:lnTo>
                      <a:pt x="1456" y="0"/>
                    </a:lnTo>
                    <a:lnTo>
                      <a:pt x="1457" y="0"/>
                    </a:lnTo>
                    <a:lnTo>
                      <a:pt x="1457" y="0"/>
                    </a:lnTo>
                    <a:lnTo>
                      <a:pt x="1457" y="0"/>
                    </a:lnTo>
                    <a:lnTo>
                      <a:pt x="1457" y="0"/>
                    </a:lnTo>
                    <a:lnTo>
                      <a:pt x="1458" y="0"/>
                    </a:lnTo>
                    <a:lnTo>
                      <a:pt x="1458" y="0"/>
                    </a:lnTo>
                    <a:lnTo>
                      <a:pt x="1458" y="0"/>
                    </a:lnTo>
                    <a:lnTo>
                      <a:pt x="1459" y="1"/>
                    </a:lnTo>
                    <a:lnTo>
                      <a:pt x="1459" y="1"/>
                    </a:lnTo>
                    <a:lnTo>
                      <a:pt x="1459" y="2"/>
                    </a:lnTo>
                    <a:lnTo>
                      <a:pt x="1459" y="2"/>
                    </a:lnTo>
                    <a:lnTo>
                      <a:pt x="1460" y="2"/>
                    </a:lnTo>
                    <a:lnTo>
                      <a:pt x="1460" y="2"/>
                    </a:lnTo>
                    <a:lnTo>
                      <a:pt x="1460" y="2"/>
                    </a:lnTo>
                    <a:lnTo>
                      <a:pt x="1460" y="2"/>
                    </a:lnTo>
                    <a:lnTo>
                      <a:pt x="1461" y="2"/>
                    </a:lnTo>
                    <a:lnTo>
                      <a:pt x="1461" y="2"/>
                    </a:lnTo>
                    <a:lnTo>
                      <a:pt x="1462" y="2"/>
                    </a:lnTo>
                    <a:lnTo>
                      <a:pt x="1462" y="2"/>
                    </a:lnTo>
                    <a:lnTo>
                      <a:pt x="1462" y="3"/>
                    </a:lnTo>
                    <a:lnTo>
                      <a:pt x="1462" y="3"/>
                    </a:lnTo>
                    <a:lnTo>
                      <a:pt x="1463" y="3"/>
                    </a:lnTo>
                    <a:lnTo>
                      <a:pt x="1463" y="3"/>
                    </a:lnTo>
                    <a:lnTo>
                      <a:pt x="1463" y="3"/>
                    </a:lnTo>
                    <a:lnTo>
                      <a:pt x="1463" y="3"/>
                    </a:lnTo>
                    <a:lnTo>
                      <a:pt x="1464" y="3"/>
                    </a:lnTo>
                    <a:lnTo>
                      <a:pt x="1464" y="3"/>
                    </a:lnTo>
                    <a:lnTo>
                      <a:pt x="1464" y="3"/>
                    </a:lnTo>
                    <a:lnTo>
                      <a:pt x="1465" y="3"/>
                    </a:lnTo>
                    <a:lnTo>
                      <a:pt x="1465" y="3"/>
                    </a:lnTo>
                    <a:lnTo>
                      <a:pt x="1465" y="3"/>
                    </a:lnTo>
                    <a:lnTo>
                      <a:pt x="1465" y="3"/>
                    </a:lnTo>
                    <a:lnTo>
                      <a:pt x="1466" y="3"/>
                    </a:lnTo>
                    <a:lnTo>
                      <a:pt x="1466" y="3"/>
                    </a:lnTo>
                    <a:lnTo>
                      <a:pt x="1466" y="4"/>
                    </a:lnTo>
                    <a:lnTo>
                      <a:pt x="1467" y="4"/>
                    </a:lnTo>
                    <a:lnTo>
                      <a:pt x="1467" y="5"/>
                    </a:lnTo>
                    <a:lnTo>
                      <a:pt x="1467" y="5"/>
                    </a:lnTo>
                    <a:lnTo>
                      <a:pt x="1468" y="7"/>
                    </a:lnTo>
                    <a:lnTo>
                      <a:pt x="1468" y="9"/>
                    </a:lnTo>
                    <a:lnTo>
                      <a:pt x="1468" y="10"/>
                    </a:lnTo>
                    <a:lnTo>
                      <a:pt x="1468" y="12"/>
                    </a:lnTo>
                    <a:lnTo>
                      <a:pt x="1469" y="16"/>
                    </a:lnTo>
                    <a:lnTo>
                      <a:pt x="1469" y="20"/>
                    </a:lnTo>
                    <a:lnTo>
                      <a:pt x="1469" y="24"/>
                    </a:lnTo>
                    <a:lnTo>
                      <a:pt x="1469" y="28"/>
                    </a:lnTo>
                    <a:lnTo>
                      <a:pt x="1470" y="29"/>
                    </a:lnTo>
                    <a:lnTo>
                      <a:pt x="1470" y="31"/>
                    </a:lnTo>
                    <a:lnTo>
                      <a:pt x="1471" y="32"/>
                    </a:lnTo>
                    <a:lnTo>
                      <a:pt x="1471" y="33"/>
                    </a:lnTo>
                    <a:lnTo>
                      <a:pt x="1471" y="35"/>
                    </a:lnTo>
                    <a:lnTo>
                      <a:pt x="1471" y="36"/>
                    </a:lnTo>
                    <a:lnTo>
                      <a:pt x="1472" y="37"/>
                    </a:lnTo>
                    <a:lnTo>
                      <a:pt x="1472" y="38"/>
                    </a:lnTo>
                    <a:lnTo>
                      <a:pt x="1472" y="39"/>
                    </a:lnTo>
                    <a:lnTo>
                      <a:pt x="1472" y="39"/>
                    </a:lnTo>
                    <a:lnTo>
                      <a:pt x="1473" y="39"/>
                    </a:lnTo>
                    <a:lnTo>
                      <a:pt x="1473" y="40"/>
                    </a:lnTo>
                    <a:lnTo>
                      <a:pt x="1473" y="42"/>
                    </a:lnTo>
                    <a:lnTo>
                      <a:pt x="1474" y="44"/>
                    </a:lnTo>
                    <a:lnTo>
                      <a:pt x="1474" y="47"/>
                    </a:lnTo>
                    <a:lnTo>
                      <a:pt x="1474" y="49"/>
                    </a:lnTo>
                    <a:lnTo>
                      <a:pt x="1474" y="50"/>
                    </a:lnTo>
                    <a:lnTo>
                      <a:pt x="1475" y="50"/>
                    </a:lnTo>
                    <a:lnTo>
                      <a:pt x="1475" y="50"/>
                    </a:lnTo>
                    <a:lnTo>
                      <a:pt x="1475" y="51"/>
                    </a:lnTo>
                    <a:lnTo>
                      <a:pt x="1475" y="51"/>
                    </a:lnTo>
                    <a:lnTo>
                      <a:pt x="1476" y="52"/>
                    </a:lnTo>
                    <a:lnTo>
                      <a:pt x="1476" y="52"/>
                    </a:lnTo>
                    <a:lnTo>
                      <a:pt x="1477" y="52"/>
                    </a:lnTo>
                    <a:lnTo>
                      <a:pt x="1477" y="53"/>
                    </a:lnTo>
                    <a:lnTo>
                      <a:pt x="1477" y="54"/>
                    </a:lnTo>
                    <a:lnTo>
                      <a:pt x="1477" y="55"/>
                    </a:lnTo>
                    <a:lnTo>
                      <a:pt x="1478" y="56"/>
                    </a:lnTo>
                    <a:lnTo>
                      <a:pt x="1478" y="58"/>
                    </a:lnTo>
                    <a:lnTo>
                      <a:pt x="1478" y="60"/>
                    </a:lnTo>
                    <a:lnTo>
                      <a:pt x="1478" y="63"/>
                    </a:lnTo>
                    <a:lnTo>
                      <a:pt x="1479" y="65"/>
                    </a:lnTo>
                    <a:lnTo>
                      <a:pt x="1479" y="65"/>
                    </a:lnTo>
                    <a:lnTo>
                      <a:pt x="1479" y="65"/>
                    </a:lnTo>
                    <a:lnTo>
                      <a:pt x="1480" y="65"/>
                    </a:lnTo>
                    <a:lnTo>
                      <a:pt x="1480" y="65"/>
                    </a:lnTo>
                    <a:lnTo>
                      <a:pt x="1480" y="65"/>
                    </a:lnTo>
                    <a:lnTo>
                      <a:pt x="1481" y="65"/>
                    </a:lnTo>
                    <a:lnTo>
                      <a:pt x="1481" y="65"/>
                    </a:lnTo>
                    <a:lnTo>
                      <a:pt x="1481" y="65"/>
                    </a:lnTo>
                    <a:lnTo>
                      <a:pt x="1481" y="66"/>
                    </a:lnTo>
                    <a:lnTo>
                      <a:pt x="1482" y="67"/>
                    </a:lnTo>
                    <a:lnTo>
                      <a:pt x="1482" y="68"/>
                    </a:lnTo>
                    <a:lnTo>
                      <a:pt x="1482" y="68"/>
                    </a:lnTo>
                    <a:lnTo>
                      <a:pt x="1483" y="67"/>
                    </a:lnTo>
                    <a:lnTo>
                      <a:pt x="1483" y="67"/>
                    </a:lnTo>
                    <a:lnTo>
                      <a:pt x="1483" y="66"/>
                    </a:lnTo>
                    <a:lnTo>
                      <a:pt x="1483" y="67"/>
                    </a:lnTo>
                    <a:lnTo>
                      <a:pt x="1484" y="71"/>
                    </a:lnTo>
                    <a:lnTo>
                      <a:pt x="1484" y="75"/>
                    </a:lnTo>
                    <a:lnTo>
                      <a:pt x="1484" y="80"/>
                    </a:lnTo>
                    <a:lnTo>
                      <a:pt x="1484" y="83"/>
                    </a:lnTo>
                    <a:lnTo>
                      <a:pt x="1485" y="89"/>
                    </a:lnTo>
                    <a:lnTo>
                      <a:pt x="1485" y="94"/>
                    </a:lnTo>
                    <a:lnTo>
                      <a:pt x="1486" y="100"/>
                    </a:lnTo>
                    <a:lnTo>
                      <a:pt x="1486" y="101"/>
                    </a:lnTo>
                    <a:lnTo>
                      <a:pt x="1486" y="102"/>
                    </a:lnTo>
                    <a:lnTo>
                      <a:pt x="1486" y="102"/>
                    </a:lnTo>
                    <a:lnTo>
                      <a:pt x="1487" y="103"/>
                    </a:lnTo>
                    <a:lnTo>
                      <a:pt x="1487" y="109"/>
                    </a:lnTo>
                    <a:lnTo>
                      <a:pt x="1487" y="111"/>
                    </a:lnTo>
                    <a:lnTo>
                      <a:pt x="1487" y="112"/>
                    </a:lnTo>
                    <a:lnTo>
                      <a:pt x="1488" y="114"/>
                    </a:lnTo>
                    <a:lnTo>
                      <a:pt x="1488" y="116"/>
                    </a:lnTo>
                    <a:lnTo>
                      <a:pt x="1488" y="119"/>
                    </a:lnTo>
                    <a:lnTo>
                      <a:pt x="1489" y="122"/>
                    </a:lnTo>
                    <a:lnTo>
                      <a:pt x="1489" y="125"/>
                    </a:lnTo>
                    <a:lnTo>
                      <a:pt x="1489" y="128"/>
                    </a:lnTo>
                    <a:lnTo>
                      <a:pt x="1489" y="128"/>
                    </a:lnTo>
                    <a:lnTo>
                      <a:pt x="1490" y="128"/>
                    </a:lnTo>
                    <a:lnTo>
                      <a:pt x="1490" y="128"/>
                    </a:lnTo>
                    <a:lnTo>
                      <a:pt x="1491" y="128"/>
                    </a:lnTo>
                    <a:lnTo>
                      <a:pt x="1491" y="130"/>
                    </a:lnTo>
                    <a:lnTo>
                      <a:pt x="1491" y="131"/>
                    </a:lnTo>
                    <a:lnTo>
                      <a:pt x="1491" y="132"/>
                    </a:lnTo>
                    <a:lnTo>
                      <a:pt x="1492" y="133"/>
                    </a:lnTo>
                    <a:lnTo>
                      <a:pt x="1492" y="133"/>
                    </a:lnTo>
                    <a:lnTo>
                      <a:pt x="1492" y="133"/>
                    </a:lnTo>
                    <a:lnTo>
                      <a:pt x="1492" y="133"/>
                    </a:lnTo>
                    <a:lnTo>
                      <a:pt x="1493" y="133"/>
                    </a:lnTo>
                    <a:lnTo>
                      <a:pt x="1493" y="139"/>
                    </a:lnTo>
                    <a:lnTo>
                      <a:pt x="1494" y="144"/>
                    </a:lnTo>
                    <a:lnTo>
                      <a:pt x="1494" y="149"/>
                    </a:lnTo>
                    <a:lnTo>
                      <a:pt x="1494" y="155"/>
                    </a:lnTo>
                    <a:lnTo>
                      <a:pt x="1494" y="161"/>
                    </a:lnTo>
                    <a:lnTo>
                      <a:pt x="1495" y="167"/>
                    </a:lnTo>
                    <a:lnTo>
                      <a:pt x="1495" y="173"/>
                    </a:lnTo>
                    <a:lnTo>
                      <a:pt x="1495" y="179"/>
                    </a:lnTo>
                    <a:lnTo>
                      <a:pt x="1495" y="184"/>
                    </a:lnTo>
                    <a:lnTo>
                      <a:pt x="1496" y="188"/>
                    </a:lnTo>
                    <a:lnTo>
                      <a:pt x="1496" y="192"/>
                    </a:lnTo>
                    <a:lnTo>
                      <a:pt x="1496" y="197"/>
                    </a:lnTo>
                    <a:lnTo>
                      <a:pt x="1497" y="197"/>
                    </a:lnTo>
                    <a:lnTo>
                      <a:pt x="1497" y="197"/>
                    </a:lnTo>
                    <a:lnTo>
                      <a:pt x="1497" y="197"/>
                    </a:lnTo>
                    <a:lnTo>
                      <a:pt x="1497" y="197"/>
                    </a:lnTo>
                    <a:lnTo>
                      <a:pt x="1498" y="197"/>
                    </a:lnTo>
                    <a:lnTo>
                      <a:pt x="1498" y="197"/>
                    </a:lnTo>
                    <a:lnTo>
                      <a:pt x="1498" y="197"/>
                    </a:lnTo>
                    <a:lnTo>
                      <a:pt x="1498" y="197"/>
                    </a:lnTo>
                    <a:lnTo>
                      <a:pt x="1499" y="197"/>
                    </a:lnTo>
                    <a:lnTo>
                      <a:pt x="1499" y="197"/>
                    </a:lnTo>
                    <a:lnTo>
                      <a:pt x="1500" y="197"/>
                    </a:lnTo>
                    <a:lnTo>
                      <a:pt x="1500" y="197"/>
                    </a:lnTo>
                    <a:lnTo>
                      <a:pt x="1500" y="197"/>
                    </a:lnTo>
                    <a:lnTo>
                      <a:pt x="1500" y="197"/>
                    </a:lnTo>
                    <a:lnTo>
                      <a:pt x="1501" y="197"/>
                    </a:lnTo>
                    <a:lnTo>
                      <a:pt x="1501" y="197"/>
                    </a:lnTo>
                    <a:lnTo>
                      <a:pt x="1501" y="197"/>
                    </a:lnTo>
                    <a:lnTo>
                      <a:pt x="1501" y="197"/>
                    </a:lnTo>
                    <a:lnTo>
                      <a:pt x="1502" y="197"/>
                    </a:lnTo>
                    <a:lnTo>
                      <a:pt x="1502" y="197"/>
                    </a:lnTo>
                    <a:lnTo>
                      <a:pt x="1502" y="197"/>
                    </a:lnTo>
                    <a:lnTo>
                      <a:pt x="1503" y="197"/>
                    </a:lnTo>
                    <a:lnTo>
                      <a:pt x="1503" y="197"/>
                    </a:lnTo>
                    <a:lnTo>
                      <a:pt x="1503" y="197"/>
                    </a:lnTo>
                    <a:lnTo>
                      <a:pt x="1504" y="197"/>
                    </a:lnTo>
                    <a:lnTo>
                      <a:pt x="1504" y="197"/>
                    </a:lnTo>
                    <a:lnTo>
                      <a:pt x="1504" y="197"/>
                    </a:lnTo>
                    <a:lnTo>
                      <a:pt x="1504" y="197"/>
                    </a:lnTo>
                    <a:lnTo>
                      <a:pt x="1505" y="197"/>
                    </a:lnTo>
                    <a:lnTo>
                      <a:pt x="1505" y="197"/>
                    </a:lnTo>
                    <a:lnTo>
                      <a:pt x="1505" y="197"/>
                    </a:lnTo>
                    <a:lnTo>
                      <a:pt x="1506" y="197"/>
                    </a:lnTo>
                    <a:lnTo>
                      <a:pt x="1506" y="197"/>
                    </a:lnTo>
                    <a:lnTo>
                      <a:pt x="1506" y="197"/>
                    </a:lnTo>
                    <a:lnTo>
                      <a:pt x="1506" y="197"/>
                    </a:lnTo>
                    <a:lnTo>
                      <a:pt x="1507" y="197"/>
                    </a:lnTo>
                    <a:lnTo>
                      <a:pt x="1507" y="197"/>
                    </a:lnTo>
                    <a:lnTo>
                      <a:pt x="1507" y="197"/>
                    </a:lnTo>
                    <a:lnTo>
                      <a:pt x="1507" y="197"/>
                    </a:lnTo>
                    <a:lnTo>
                      <a:pt x="1508" y="197"/>
                    </a:lnTo>
                    <a:lnTo>
                      <a:pt x="1508" y="197"/>
                    </a:lnTo>
                    <a:lnTo>
                      <a:pt x="1509" y="197"/>
                    </a:lnTo>
                    <a:lnTo>
                      <a:pt x="1509" y="197"/>
                    </a:lnTo>
                    <a:lnTo>
                      <a:pt x="1509" y="197"/>
                    </a:lnTo>
                    <a:lnTo>
                      <a:pt x="1509" y="198"/>
                    </a:lnTo>
                    <a:lnTo>
                      <a:pt x="1510" y="198"/>
                    </a:lnTo>
                    <a:lnTo>
                      <a:pt x="1510" y="200"/>
                    </a:lnTo>
                    <a:lnTo>
                      <a:pt x="1510" y="200"/>
                    </a:lnTo>
                    <a:lnTo>
                      <a:pt x="1510" y="202"/>
                    </a:lnTo>
                    <a:lnTo>
                      <a:pt x="1511" y="204"/>
                    </a:lnTo>
                    <a:lnTo>
                      <a:pt x="1511" y="206"/>
                    </a:lnTo>
                    <a:lnTo>
                      <a:pt x="1511" y="207"/>
                    </a:lnTo>
                    <a:lnTo>
                      <a:pt x="1512" y="210"/>
                    </a:lnTo>
                    <a:lnTo>
                      <a:pt x="1512" y="212"/>
                    </a:lnTo>
                    <a:lnTo>
                      <a:pt x="1512" y="214"/>
                    </a:lnTo>
                    <a:lnTo>
                      <a:pt x="1512" y="216"/>
                    </a:lnTo>
                    <a:lnTo>
                      <a:pt x="1513" y="219"/>
                    </a:lnTo>
                    <a:lnTo>
                      <a:pt x="1513" y="221"/>
                    </a:lnTo>
                    <a:lnTo>
                      <a:pt x="1513" y="224"/>
                    </a:lnTo>
                    <a:lnTo>
                      <a:pt x="1514" y="227"/>
                    </a:lnTo>
                    <a:lnTo>
                      <a:pt x="1514" y="236"/>
                    </a:lnTo>
                    <a:lnTo>
                      <a:pt x="1514" y="244"/>
                    </a:lnTo>
                    <a:lnTo>
                      <a:pt x="1515" y="253"/>
                    </a:lnTo>
                    <a:lnTo>
                      <a:pt x="1515" y="262"/>
                    </a:lnTo>
                    <a:lnTo>
                      <a:pt x="1515" y="262"/>
                    </a:lnTo>
                    <a:lnTo>
                      <a:pt x="1515" y="262"/>
                    </a:lnTo>
                    <a:lnTo>
                      <a:pt x="1516" y="262"/>
                    </a:lnTo>
                    <a:lnTo>
                      <a:pt x="1516" y="262"/>
                    </a:lnTo>
                    <a:lnTo>
                      <a:pt x="1516" y="262"/>
                    </a:lnTo>
                    <a:lnTo>
                      <a:pt x="1516" y="262"/>
                    </a:lnTo>
                    <a:lnTo>
                      <a:pt x="1517" y="262"/>
                    </a:lnTo>
                    <a:lnTo>
                      <a:pt x="1517" y="262"/>
                    </a:lnTo>
                    <a:lnTo>
                      <a:pt x="1518" y="262"/>
                    </a:lnTo>
                    <a:lnTo>
                      <a:pt x="1518" y="263"/>
                    </a:lnTo>
                    <a:lnTo>
                      <a:pt x="1518" y="263"/>
                    </a:lnTo>
                    <a:lnTo>
                      <a:pt x="1518" y="263"/>
                    </a:lnTo>
                    <a:lnTo>
                      <a:pt x="1519" y="268"/>
                    </a:lnTo>
                    <a:lnTo>
                      <a:pt x="1519" y="273"/>
                    </a:lnTo>
                    <a:lnTo>
                      <a:pt x="1519" y="278"/>
                    </a:lnTo>
                    <a:lnTo>
                      <a:pt x="1519" y="283"/>
                    </a:lnTo>
                    <a:lnTo>
                      <a:pt x="1520" y="288"/>
                    </a:lnTo>
                    <a:lnTo>
                      <a:pt x="1520" y="293"/>
                    </a:lnTo>
                    <a:lnTo>
                      <a:pt x="1520" y="297"/>
                    </a:lnTo>
                    <a:lnTo>
                      <a:pt x="1521" y="302"/>
                    </a:lnTo>
                    <a:lnTo>
                      <a:pt x="1521" y="308"/>
                    </a:lnTo>
                    <a:lnTo>
                      <a:pt x="1521" y="314"/>
                    </a:lnTo>
                    <a:lnTo>
                      <a:pt x="1521" y="319"/>
                    </a:lnTo>
                    <a:lnTo>
                      <a:pt x="1522" y="325"/>
                    </a:lnTo>
                    <a:lnTo>
                      <a:pt x="1522" y="325"/>
                    </a:lnTo>
                    <a:lnTo>
                      <a:pt x="1522" y="325"/>
                    </a:lnTo>
                    <a:lnTo>
                      <a:pt x="1522" y="325"/>
                    </a:lnTo>
                    <a:lnTo>
                      <a:pt x="1523" y="325"/>
                    </a:lnTo>
                    <a:lnTo>
                      <a:pt x="1523" y="325"/>
                    </a:lnTo>
                    <a:lnTo>
                      <a:pt x="1524" y="325"/>
                    </a:lnTo>
                    <a:lnTo>
                      <a:pt x="1524" y="325"/>
                    </a:lnTo>
                    <a:lnTo>
                      <a:pt x="1524" y="325"/>
                    </a:lnTo>
                    <a:lnTo>
                      <a:pt x="1524" y="325"/>
                    </a:lnTo>
                    <a:lnTo>
                      <a:pt x="1525" y="325"/>
                    </a:lnTo>
                    <a:lnTo>
                      <a:pt x="1525" y="325"/>
                    </a:lnTo>
                    <a:lnTo>
                      <a:pt x="1525" y="325"/>
                    </a:lnTo>
                    <a:lnTo>
                      <a:pt x="1525" y="326"/>
                    </a:lnTo>
                    <a:lnTo>
                      <a:pt x="1526" y="327"/>
                    </a:lnTo>
                    <a:lnTo>
                      <a:pt x="1526" y="328"/>
                    </a:lnTo>
                    <a:lnTo>
                      <a:pt x="1526" y="328"/>
                    </a:lnTo>
                    <a:lnTo>
                      <a:pt x="1527" y="328"/>
                    </a:lnTo>
                    <a:lnTo>
                      <a:pt x="1527" y="327"/>
                    </a:lnTo>
                    <a:lnTo>
                      <a:pt x="1527" y="327"/>
                    </a:lnTo>
                    <a:lnTo>
                      <a:pt x="1528" y="327"/>
                    </a:lnTo>
                    <a:lnTo>
                      <a:pt x="1528" y="327"/>
                    </a:lnTo>
                    <a:lnTo>
                      <a:pt x="1528" y="327"/>
                    </a:lnTo>
                    <a:lnTo>
                      <a:pt x="1528" y="327"/>
                    </a:lnTo>
                    <a:lnTo>
                      <a:pt x="1529" y="327"/>
                    </a:lnTo>
                    <a:lnTo>
                      <a:pt x="1529" y="327"/>
                    </a:lnTo>
                    <a:lnTo>
                      <a:pt x="1529" y="327"/>
                    </a:lnTo>
                    <a:lnTo>
                      <a:pt x="1530" y="327"/>
                    </a:lnTo>
                    <a:lnTo>
                      <a:pt x="1530" y="327"/>
                    </a:lnTo>
                    <a:lnTo>
                      <a:pt x="1530" y="327"/>
                    </a:lnTo>
                    <a:lnTo>
                      <a:pt x="1530" y="327"/>
                    </a:lnTo>
                    <a:lnTo>
                      <a:pt x="1531" y="327"/>
                    </a:lnTo>
                    <a:lnTo>
                      <a:pt x="1531" y="327"/>
                    </a:lnTo>
                    <a:lnTo>
                      <a:pt x="1531" y="340"/>
                    </a:lnTo>
                    <a:lnTo>
                      <a:pt x="1531" y="353"/>
                    </a:lnTo>
                    <a:lnTo>
                      <a:pt x="1532" y="366"/>
                    </a:lnTo>
                    <a:lnTo>
                      <a:pt x="1532" y="380"/>
                    </a:lnTo>
                    <a:lnTo>
                      <a:pt x="1533" y="389"/>
                    </a:lnTo>
                    <a:lnTo>
                      <a:pt x="1533" y="398"/>
                    </a:lnTo>
                    <a:lnTo>
                      <a:pt x="1533" y="407"/>
                    </a:lnTo>
                    <a:lnTo>
                      <a:pt x="1533" y="416"/>
                    </a:lnTo>
                    <a:lnTo>
                      <a:pt x="1534" y="423"/>
                    </a:lnTo>
                    <a:lnTo>
                      <a:pt x="1534" y="429"/>
                    </a:lnTo>
                    <a:lnTo>
                      <a:pt x="1534" y="435"/>
                    </a:lnTo>
                    <a:lnTo>
                      <a:pt x="1534" y="441"/>
                    </a:lnTo>
                    <a:lnTo>
                      <a:pt x="1535" y="448"/>
                    </a:lnTo>
                    <a:lnTo>
                      <a:pt x="1535" y="454"/>
                    </a:lnTo>
                    <a:lnTo>
                      <a:pt x="1535" y="461"/>
                    </a:lnTo>
                    <a:lnTo>
                      <a:pt x="1536" y="468"/>
                    </a:lnTo>
                    <a:lnTo>
                      <a:pt x="1536" y="474"/>
                    </a:lnTo>
                    <a:lnTo>
                      <a:pt x="1536" y="480"/>
                    </a:lnTo>
                    <a:lnTo>
                      <a:pt x="1536" y="486"/>
                    </a:lnTo>
                    <a:lnTo>
                      <a:pt x="1537" y="492"/>
                    </a:lnTo>
                    <a:lnTo>
                      <a:pt x="1537" y="498"/>
                    </a:lnTo>
                    <a:lnTo>
                      <a:pt x="1537" y="504"/>
                    </a:lnTo>
                    <a:lnTo>
                      <a:pt x="1538" y="510"/>
                    </a:lnTo>
                    <a:lnTo>
                      <a:pt x="1538" y="517"/>
                    </a:lnTo>
                    <a:lnTo>
                      <a:pt x="1538" y="524"/>
                    </a:lnTo>
                    <a:lnTo>
                      <a:pt x="1539" y="532"/>
                    </a:lnTo>
                    <a:lnTo>
                      <a:pt x="1539" y="539"/>
                    </a:lnTo>
                    <a:lnTo>
                      <a:pt x="1539" y="546"/>
                    </a:lnTo>
                    <a:lnTo>
                      <a:pt x="1539" y="558"/>
                    </a:lnTo>
                    <a:lnTo>
                      <a:pt x="1540" y="569"/>
                    </a:lnTo>
                    <a:lnTo>
                      <a:pt x="1540" y="581"/>
                    </a:lnTo>
                    <a:lnTo>
                      <a:pt x="1540" y="592"/>
                    </a:lnTo>
                    <a:lnTo>
                      <a:pt x="1540" y="593"/>
                    </a:lnTo>
                    <a:lnTo>
                      <a:pt x="1541" y="595"/>
                    </a:lnTo>
                    <a:lnTo>
                      <a:pt x="1541" y="596"/>
                    </a:lnTo>
                    <a:lnTo>
                      <a:pt x="1542" y="598"/>
                    </a:lnTo>
                    <a:lnTo>
                      <a:pt x="1542" y="598"/>
                    </a:lnTo>
                    <a:lnTo>
                      <a:pt x="1542" y="598"/>
                    </a:lnTo>
                    <a:lnTo>
                      <a:pt x="1542" y="598"/>
                    </a:lnTo>
                    <a:lnTo>
                      <a:pt x="1543" y="598"/>
                    </a:lnTo>
                    <a:lnTo>
                      <a:pt x="1543" y="598"/>
                    </a:lnTo>
                    <a:lnTo>
                      <a:pt x="1543" y="598"/>
                    </a:lnTo>
                    <a:lnTo>
                      <a:pt x="1543" y="598"/>
                    </a:lnTo>
                    <a:lnTo>
                      <a:pt x="1544" y="598"/>
                    </a:lnTo>
                    <a:lnTo>
                      <a:pt x="1544" y="598"/>
                    </a:lnTo>
                    <a:lnTo>
                      <a:pt x="1544" y="598"/>
                    </a:lnTo>
                    <a:lnTo>
                      <a:pt x="1545" y="598"/>
                    </a:lnTo>
                    <a:lnTo>
                      <a:pt x="1545" y="598"/>
                    </a:lnTo>
                    <a:lnTo>
                      <a:pt x="1545" y="598"/>
                    </a:lnTo>
                    <a:lnTo>
                      <a:pt x="1545" y="598"/>
                    </a:lnTo>
                    <a:lnTo>
                      <a:pt x="1546" y="598"/>
                    </a:lnTo>
                    <a:lnTo>
                      <a:pt x="1546" y="598"/>
                    </a:lnTo>
                    <a:lnTo>
                      <a:pt x="1546" y="604"/>
                    </a:lnTo>
                    <a:lnTo>
                      <a:pt x="1546" y="611"/>
                    </a:lnTo>
                    <a:lnTo>
                      <a:pt x="1547" y="618"/>
                    </a:lnTo>
                    <a:lnTo>
                      <a:pt x="1547" y="624"/>
                    </a:lnTo>
                    <a:lnTo>
                      <a:pt x="1548" y="631"/>
                    </a:lnTo>
                    <a:lnTo>
                      <a:pt x="1548" y="637"/>
                    </a:lnTo>
                    <a:lnTo>
                      <a:pt x="1548" y="644"/>
                    </a:lnTo>
                    <a:lnTo>
                      <a:pt x="1548" y="650"/>
                    </a:lnTo>
                    <a:lnTo>
                      <a:pt x="1549" y="651"/>
                    </a:lnTo>
                    <a:lnTo>
                      <a:pt x="1549" y="652"/>
                    </a:lnTo>
                    <a:lnTo>
                      <a:pt x="1549" y="653"/>
                    </a:lnTo>
                    <a:lnTo>
                      <a:pt x="1549" y="654"/>
                    </a:lnTo>
                    <a:lnTo>
                      <a:pt x="1550" y="654"/>
                    </a:lnTo>
                    <a:lnTo>
                      <a:pt x="1550" y="654"/>
                    </a:lnTo>
                    <a:lnTo>
                      <a:pt x="1551" y="654"/>
                    </a:lnTo>
                    <a:lnTo>
                      <a:pt x="1551" y="653"/>
                    </a:lnTo>
                    <a:lnTo>
                      <a:pt x="1551" y="652"/>
                    </a:lnTo>
                    <a:lnTo>
                      <a:pt x="1551" y="651"/>
                    </a:lnTo>
                    <a:lnTo>
                      <a:pt x="1552" y="650"/>
                    </a:lnTo>
                    <a:lnTo>
                      <a:pt x="1552" y="646"/>
                    </a:lnTo>
                    <a:lnTo>
                      <a:pt x="1552" y="647"/>
                    </a:lnTo>
                    <a:lnTo>
                      <a:pt x="1552" y="649"/>
                    </a:lnTo>
                    <a:lnTo>
                      <a:pt x="1553" y="650"/>
                    </a:lnTo>
                    <a:lnTo>
                      <a:pt x="1553" y="655"/>
                    </a:lnTo>
                    <a:lnTo>
                      <a:pt x="1553" y="662"/>
                    </a:lnTo>
                    <a:lnTo>
                      <a:pt x="1554" y="669"/>
                    </a:lnTo>
                    <a:lnTo>
                      <a:pt x="1554" y="675"/>
                    </a:lnTo>
                    <a:lnTo>
                      <a:pt x="1554" y="682"/>
                    </a:lnTo>
                    <a:lnTo>
                      <a:pt x="1554" y="688"/>
                    </a:lnTo>
                    <a:lnTo>
                      <a:pt x="1555" y="694"/>
                    </a:lnTo>
                    <a:lnTo>
                      <a:pt x="1555" y="701"/>
                    </a:lnTo>
                    <a:lnTo>
                      <a:pt x="1555" y="707"/>
                    </a:lnTo>
                    <a:lnTo>
                      <a:pt x="1555" y="713"/>
                    </a:lnTo>
                    <a:lnTo>
                      <a:pt x="1556" y="719"/>
                    </a:lnTo>
                    <a:lnTo>
                      <a:pt x="1556" y="725"/>
                    </a:lnTo>
                    <a:lnTo>
                      <a:pt x="1557" y="731"/>
                    </a:lnTo>
                    <a:lnTo>
                      <a:pt x="1557" y="738"/>
                    </a:lnTo>
                    <a:lnTo>
                      <a:pt x="1557" y="744"/>
                    </a:lnTo>
                    <a:lnTo>
                      <a:pt x="1557" y="751"/>
                    </a:lnTo>
                    <a:lnTo>
                      <a:pt x="1558" y="757"/>
                    </a:lnTo>
                    <a:lnTo>
                      <a:pt x="1558" y="764"/>
                    </a:lnTo>
                    <a:lnTo>
                      <a:pt x="1558" y="770"/>
                    </a:lnTo>
                    <a:lnTo>
                      <a:pt x="1559" y="776"/>
                    </a:lnTo>
                    <a:lnTo>
                      <a:pt x="1559" y="782"/>
                    </a:lnTo>
                    <a:lnTo>
                      <a:pt x="1559" y="789"/>
                    </a:lnTo>
                    <a:lnTo>
                      <a:pt x="1559" y="795"/>
                    </a:lnTo>
                    <a:lnTo>
                      <a:pt x="1560" y="802"/>
                    </a:lnTo>
                    <a:lnTo>
                      <a:pt x="1560" y="808"/>
                    </a:lnTo>
                    <a:lnTo>
                      <a:pt x="1560" y="814"/>
                    </a:lnTo>
                    <a:lnTo>
                      <a:pt x="1561" y="821"/>
                    </a:lnTo>
                    <a:lnTo>
                      <a:pt x="1561" y="827"/>
                    </a:lnTo>
                    <a:lnTo>
                      <a:pt x="1561" y="833"/>
                    </a:lnTo>
                    <a:lnTo>
                      <a:pt x="1562" y="839"/>
                    </a:lnTo>
                    <a:lnTo>
                      <a:pt x="1562" y="845"/>
                    </a:lnTo>
                    <a:lnTo>
                      <a:pt x="1562" y="852"/>
                    </a:lnTo>
                    <a:lnTo>
                      <a:pt x="1562" y="858"/>
                    </a:lnTo>
                    <a:lnTo>
                      <a:pt x="1563" y="864"/>
                    </a:lnTo>
                    <a:lnTo>
                      <a:pt x="1563" y="871"/>
                    </a:lnTo>
                    <a:lnTo>
                      <a:pt x="1563" y="878"/>
                    </a:lnTo>
                    <a:lnTo>
                      <a:pt x="1563" y="884"/>
                    </a:lnTo>
                    <a:lnTo>
                      <a:pt x="1564" y="891"/>
                    </a:lnTo>
                    <a:lnTo>
                      <a:pt x="1564" y="898"/>
                    </a:lnTo>
                    <a:lnTo>
                      <a:pt x="1565" y="905"/>
                    </a:lnTo>
                    <a:lnTo>
                      <a:pt x="1565" y="912"/>
                    </a:lnTo>
                    <a:lnTo>
                      <a:pt x="1565" y="923"/>
                    </a:lnTo>
                    <a:lnTo>
                      <a:pt x="1565" y="935"/>
                    </a:lnTo>
                    <a:lnTo>
                      <a:pt x="1566" y="946"/>
                    </a:lnTo>
                    <a:lnTo>
                      <a:pt x="1566" y="958"/>
                    </a:lnTo>
                    <a:lnTo>
                      <a:pt x="1566" y="965"/>
                    </a:lnTo>
                    <a:lnTo>
                      <a:pt x="1566" y="973"/>
                    </a:lnTo>
                    <a:lnTo>
                      <a:pt x="1567" y="980"/>
                    </a:lnTo>
                    <a:lnTo>
                      <a:pt x="1567" y="988"/>
                    </a:lnTo>
                    <a:lnTo>
                      <a:pt x="1567" y="994"/>
                    </a:lnTo>
                    <a:lnTo>
                      <a:pt x="1568" y="1000"/>
                    </a:lnTo>
                    <a:lnTo>
                      <a:pt x="1568" y="1006"/>
                    </a:lnTo>
                    <a:lnTo>
                      <a:pt x="1568" y="1013"/>
                    </a:lnTo>
                    <a:lnTo>
                      <a:pt x="1568" y="1019"/>
                    </a:lnTo>
                    <a:lnTo>
                      <a:pt x="1569" y="1025"/>
                    </a:lnTo>
                    <a:lnTo>
                      <a:pt x="1569" y="1031"/>
                    </a:lnTo>
                    <a:lnTo>
                      <a:pt x="1569" y="1037"/>
                    </a:lnTo>
                    <a:lnTo>
                      <a:pt x="1569" y="1043"/>
                    </a:lnTo>
                    <a:lnTo>
                      <a:pt x="1570" y="1049"/>
                    </a:lnTo>
                    <a:lnTo>
                      <a:pt x="1570" y="1055"/>
                    </a:lnTo>
                    <a:lnTo>
                      <a:pt x="1571" y="1061"/>
                    </a:lnTo>
                    <a:lnTo>
                      <a:pt x="1571" y="1068"/>
                    </a:lnTo>
                    <a:lnTo>
                      <a:pt x="1571" y="1074"/>
                    </a:lnTo>
                    <a:lnTo>
                      <a:pt x="1571" y="1080"/>
                    </a:lnTo>
                    <a:lnTo>
                      <a:pt x="1572" y="1086"/>
                    </a:lnTo>
                    <a:lnTo>
                      <a:pt x="1572" y="1092"/>
                    </a:lnTo>
                    <a:lnTo>
                      <a:pt x="1572" y="1097"/>
                    </a:lnTo>
                    <a:lnTo>
                      <a:pt x="1572" y="1104"/>
                    </a:lnTo>
                    <a:lnTo>
                      <a:pt x="1573" y="1109"/>
                    </a:lnTo>
                    <a:lnTo>
                      <a:pt x="1573" y="1116"/>
                    </a:lnTo>
                    <a:lnTo>
                      <a:pt x="1573" y="1123"/>
                    </a:lnTo>
                    <a:lnTo>
                      <a:pt x="1574" y="1130"/>
                    </a:lnTo>
                    <a:lnTo>
                      <a:pt x="1574" y="1137"/>
                    </a:lnTo>
                    <a:lnTo>
                      <a:pt x="1574" y="1150"/>
                    </a:lnTo>
                    <a:lnTo>
                      <a:pt x="1575" y="1163"/>
                    </a:lnTo>
                    <a:lnTo>
                      <a:pt x="1575" y="1175"/>
                    </a:lnTo>
                    <a:lnTo>
                      <a:pt x="1575" y="1188"/>
                    </a:lnTo>
                    <a:lnTo>
                      <a:pt x="1575" y="1194"/>
                    </a:lnTo>
                    <a:lnTo>
                      <a:pt x="1576" y="1200"/>
                    </a:lnTo>
                    <a:lnTo>
                      <a:pt x="1576" y="1207"/>
                    </a:lnTo>
                    <a:lnTo>
                      <a:pt x="1576" y="1213"/>
                    </a:lnTo>
                    <a:lnTo>
                      <a:pt x="1577" y="1219"/>
                    </a:lnTo>
                    <a:lnTo>
                      <a:pt x="1577" y="1224"/>
                    </a:lnTo>
                    <a:lnTo>
                      <a:pt x="1577" y="1230"/>
                    </a:lnTo>
                    <a:lnTo>
                      <a:pt x="1577" y="1235"/>
                    </a:lnTo>
                    <a:lnTo>
                      <a:pt x="1578" y="1235"/>
                    </a:lnTo>
                    <a:lnTo>
                      <a:pt x="1578" y="1235"/>
                    </a:lnTo>
                    <a:lnTo>
                      <a:pt x="1578" y="1235"/>
                    </a:lnTo>
                    <a:lnTo>
                      <a:pt x="1578" y="1235"/>
                    </a:lnTo>
                    <a:lnTo>
                      <a:pt x="1579" y="1237"/>
                    </a:lnTo>
                    <a:lnTo>
                      <a:pt x="1579" y="1237"/>
                    </a:lnTo>
                    <a:lnTo>
                      <a:pt x="1580" y="1238"/>
                    </a:lnTo>
                    <a:lnTo>
                      <a:pt x="1580" y="1239"/>
                    </a:lnTo>
                    <a:lnTo>
                      <a:pt x="1580" y="1241"/>
                    </a:lnTo>
                    <a:lnTo>
                      <a:pt x="1580" y="1243"/>
                    </a:lnTo>
                    <a:lnTo>
                      <a:pt x="1581" y="1246"/>
                    </a:lnTo>
                    <a:lnTo>
                      <a:pt x="1581" y="1248"/>
                    </a:lnTo>
                    <a:lnTo>
                      <a:pt x="1581" y="1252"/>
                    </a:lnTo>
                    <a:lnTo>
                      <a:pt x="1581" y="1255"/>
                    </a:lnTo>
                    <a:lnTo>
                      <a:pt x="1582" y="1258"/>
                    </a:lnTo>
                    <a:lnTo>
                      <a:pt x="1582" y="1262"/>
                    </a:lnTo>
                    <a:lnTo>
                      <a:pt x="1582" y="1266"/>
                    </a:lnTo>
                    <a:lnTo>
                      <a:pt x="1583" y="1269"/>
                    </a:lnTo>
                    <a:lnTo>
                      <a:pt x="1583" y="1273"/>
                    </a:lnTo>
                    <a:lnTo>
                      <a:pt x="1583" y="1276"/>
                    </a:lnTo>
                    <a:lnTo>
                      <a:pt x="1583" y="1283"/>
                    </a:lnTo>
                    <a:lnTo>
                      <a:pt x="1584" y="1290"/>
                    </a:lnTo>
                    <a:lnTo>
                      <a:pt x="1584" y="1297"/>
                    </a:lnTo>
                    <a:lnTo>
                      <a:pt x="1584" y="1304"/>
                    </a:lnTo>
                    <a:lnTo>
                      <a:pt x="1585" y="1304"/>
                    </a:lnTo>
                    <a:lnTo>
                      <a:pt x="1585" y="1304"/>
                    </a:lnTo>
                    <a:lnTo>
                      <a:pt x="1585" y="1304"/>
                    </a:lnTo>
                    <a:lnTo>
                      <a:pt x="1586" y="1304"/>
                    </a:lnTo>
                    <a:lnTo>
                      <a:pt x="1586" y="1304"/>
                    </a:lnTo>
                    <a:lnTo>
                      <a:pt x="1586" y="1304"/>
                    </a:lnTo>
                    <a:lnTo>
                      <a:pt x="1586" y="1304"/>
                    </a:lnTo>
                    <a:lnTo>
                      <a:pt x="1587" y="1304"/>
                    </a:lnTo>
                    <a:lnTo>
                      <a:pt x="1587" y="1304"/>
                    </a:lnTo>
                    <a:lnTo>
                      <a:pt x="1587" y="1304"/>
                    </a:lnTo>
                    <a:lnTo>
                      <a:pt x="1587" y="1304"/>
                    </a:lnTo>
                    <a:lnTo>
                      <a:pt x="1588" y="1304"/>
                    </a:lnTo>
                    <a:lnTo>
                      <a:pt x="1588" y="1304"/>
                    </a:lnTo>
                    <a:lnTo>
                      <a:pt x="1589" y="1304"/>
                    </a:lnTo>
                    <a:lnTo>
                      <a:pt x="1589" y="1304"/>
                    </a:lnTo>
                    <a:lnTo>
                      <a:pt x="1589" y="1300"/>
                    </a:lnTo>
                    <a:lnTo>
                      <a:pt x="1589" y="1297"/>
                    </a:lnTo>
                    <a:lnTo>
                      <a:pt x="1590" y="1294"/>
                    </a:lnTo>
                    <a:lnTo>
                      <a:pt x="1590" y="1291"/>
                    </a:lnTo>
                    <a:lnTo>
                      <a:pt x="1590" y="1287"/>
                    </a:lnTo>
                    <a:lnTo>
                      <a:pt x="1590" y="1288"/>
                    </a:lnTo>
                    <a:lnTo>
                      <a:pt x="1591" y="1289"/>
                    </a:lnTo>
                    <a:lnTo>
                      <a:pt x="1591" y="1291"/>
                    </a:lnTo>
                    <a:lnTo>
                      <a:pt x="1591" y="1297"/>
                    </a:lnTo>
                    <a:lnTo>
                      <a:pt x="1592" y="1302"/>
                    </a:lnTo>
                    <a:lnTo>
                      <a:pt x="1592" y="1307"/>
                    </a:lnTo>
                    <a:lnTo>
                      <a:pt x="1592" y="1312"/>
                    </a:lnTo>
                    <a:lnTo>
                      <a:pt x="1592" y="1315"/>
                    </a:lnTo>
                    <a:lnTo>
                      <a:pt x="1593" y="1316"/>
                    </a:lnTo>
                    <a:lnTo>
                      <a:pt x="1593" y="1316"/>
                    </a:lnTo>
                    <a:lnTo>
                      <a:pt x="1593" y="1317"/>
                    </a:lnTo>
                    <a:lnTo>
                      <a:pt x="1593" y="1318"/>
                    </a:lnTo>
                    <a:lnTo>
                      <a:pt x="1594" y="1319"/>
                    </a:lnTo>
                    <a:lnTo>
                      <a:pt x="1594" y="1319"/>
                    </a:lnTo>
                    <a:lnTo>
                      <a:pt x="1595" y="1320"/>
                    </a:lnTo>
                    <a:lnTo>
                      <a:pt x="1595" y="1320"/>
                    </a:lnTo>
                    <a:lnTo>
                      <a:pt x="1595" y="1321"/>
                    </a:lnTo>
                    <a:lnTo>
                      <a:pt x="1595" y="1323"/>
                    </a:lnTo>
                    <a:lnTo>
                      <a:pt x="1596" y="1324"/>
                    </a:lnTo>
                    <a:lnTo>
                      <a:pt x="1596" y="1325"/>
                    </a:lnTo>
                    <a:lnTo>
                      <a:pt x="1596" y="1325"/>
                    </a:lnTo>
                    <a:lnTo>
                      <a:pt x="1596" y="1325"/>
                    </a:lnTo>
                    <a:lnTo>
                      <a:pt x="1597" y="1325"/>
                    </a:lnTo>
                    <a:lnTo>
                      <a:pt x="1597" y="1325"/>
                    </a:lnTo>
                    <a:lnTo>
                      <a:pt x="1598" y="1329"/>
                    </a:lnTo>
                    <a:lnTo>
                      <a:pt x="1598" y="1333"/>
                    </a:lnTo>
                    <a:lnTo>
                      <a:pt x="1598" y="1337"/>
                    </a:lnTo>
                    <a:lnTo>
                      <a:pt x="1598" y="1341"/>
                    </a:lnTo>
                    <a:lnTo>
                      <a:pt x="1599" y="1349"/>
                    </a:lnTo>
                    <a:lnTo>
                      <a:pt x="1599" y="1357"/>
                    </a:lnTo>
                    <a:lnTo>
                      <a:pt x="1599" y="1365"/>
                    </a:lnTo>
                    <a:lnTo>
                      <a:pt x="1599" y="1373"/>
                    </a:lnTo>
                    <a:lnTo>
                      <a:pt x="1600" y="1378"/>
                    </a:lnTo>
                    <a:lnTo>
                      <a:pt x="1600" y="1383"/>
                    </a:lnTo>
                    <a:lnTo>
                      <a:pt x="1600" y="1388"/>
                    </a:lnTo>
                    <a:lnTo>
                      <a:pt x="1601" y="1394"/>
                    </a:lnTo>
                    <a:lnTo>
                      <a:pt x="1601" y="1396"/>
                    </a:lnTo>
                    <a:lnTo>
                      <a:pt x="1601" y="1398"/>
                    </a:lnTo>
                    <a:lnTo>
                      <a:pt x="1601" y="1400"/>
                    </a:lnTo>
                    <a:lnTo>
                      <a:pt x="1602" y="1403"/>
                    </a:lnTo>
                    <a:lnTo>
                      <a:pt x="1602" y="1403"/>
                    </a:lnTo>
                    <a:lnTo>
                      <a:pt x="1602" y="1403"/>
                    </a:lnTo>
                    <a:lnTo>
                      <a:pt x="1602" y="1403"/>
                    </a:lnTo>
                    <a:lnTo>
                      <a:pt x="1603" y="1403"/>
                    </a:lnTo>
                    <a:lnTo>
                      <a:pt x="1603" y="1403"/>
                    </a:lnTo>
                    <a:lnTo>
                      <a:pt x="1604" y="1403"/>
                    </a:lnTo>
                    <a:lnTo>
                      <a:pt x="1604" y="1403"/>
                    </a:lnTo>
                    <a:lnTo>
                      <a:pt x="1604" y="1403"/>
                    </a:lnTo>
                    <a:lnTo>
                      <a:pt x="1604" y="1403"/>
                    </a:lnTo>
                    <a:lnTo>
                      <a:pt x="1605" y="1403"/>
                    </a:lnTo>
                    <a:lnTo>
                      <a:pt x="1605" y="1403"/>
                    </a:lnTo>
                    <a:lnTo>
                      <a:pt x="1605" y="1403"/>
                    </a:lnTo>
                    <a:lnTo>
                      <a:pt x="1605" y="1403"/>
                    </a:lnTo>
                    <a:lnTo>
                      <a:pt x="1606" y="1403"/>
                    </a:lnTo>
                    <a:lnTo>
                      <a:pt x="1606" y="1403"/>
                    </a:lnTo>
                    <a:lnTo>
                      <a:pt x="1606" y="1403"/>
                    </a:lnTo>
                    <a:lnTo>
                      <a:pt x="1607" y="1403"/>
                    </a:lnTo>
                    <a:lnTo>
                      <a:pt x="1607" y="1403"/>
                    </a:lnTo>
                    <a:lnTo>
                      <a:pt x="1607" y="1403"/>
                    </a:lnTo>
                    <a:lnTo>
                      <a:pt x="1608" y="1403"/>
                    </a:lnTo>
                    <a:lnTo>
                      <a:pt x="1608" y="1403"/>
                    </a:lnTo>
                    <a:lnTo>
                      <a:pt x="1608" y="1403"/>
                    </a:lnTo>
                    <a:lnTo>
                      <a:pt x="1608" y="1403"/>
                    </a:lnTo>
                    <a:lnTo>
                      <a:pt x="1609" y="1403"/>
                    </a:lnTo>
                    <a:lnTo>
                      <a:pt x="1609" y="1403"/>
                    </a:lnTo>
                    <a:lnTo>
                      <a:pt x="1609" y="1403"/>
                    </a:lnTo>
                    <a:lnTo>
                      <a:pt x="1610" y="1403"/>
                    </a:lnTo>
                    <a:lnTo>
                      <a:pt x="1610" y="1403"/>
                    </a:lnTo>
                    <a:lnTo>
                      <a:pt x="1610" y="1403"/>
                    </a:lnTo>
                    <a:lnTo>
                      <a:pt x="1610" y="1403"/>
                    </a:lnTo>
                    <a:lnTo>
                      <a:pt x="1611" y="1403"/>
                    </a:lnTo>
                    <a:lnTo>
                      <a:pt x="1611" y="1403"/>
                    </a:lnTo>
                    <a:lnTo>
                      <a:pt x="1611" y="1403"/>
                    </a:lnTo>
                    <a:lnTo>
                      <a:pt x="1611" y="1403"/>
                    </a:lnTo>
                    <a:lnTo>
                      <a:pt x="1612" y="1403"/>
                    </a:lnTo>
                    <a:lnTo>
                      <a:pt x="1612" y="1403"/>
                    </a:lnTo>
                    <a:lnTo>
                      <a:pt x="1613" y="1403"/>
                    </a:lnTo>
                    <a:lnTo>
                      <a:pt x="1613" y="1403"/>
                    </a:lnTo>
                    <a:lnTo>
                      <a:pt x="1613" y="1403"/>
                    </a:lnTo>
                    <a:lnTo>
                      <a:pt x="1613" y="1403"/>
                    </a:lnTo>
                    <a:lnTo>
                      <a:pt x="1614" y="1403"/>
                    </a:lnTo>
                    <a:lnTo>
                      <a:pt x="1614" y="1403"/>
                    </a:lnTo>
                    <a:lnTo>
                      <a:pt x="1614" y="1403"/>
                    </a:lnTo>
                    <a:lnTo>
                      <a:pt x="1614" y="1403"/>
                    </a:lnTo>
                    <a:lnTo>
                      <a:pt x="1615" y="1403"/>
                    </a:lnTo>
                    <a:lnTo>
                      <a:pt x="1615" y="1403"/>
                    </a:lnTo>
                    <a:lnTo>
                      <a:pt x="1615" y="1403"/>
                    </a:lnTo>
                    <a:lnTo>
                      <a:pt x="1616" y="1403"/>
                    </a:lnTo>
                    <a:lnTo>
                      <a:pt x="1616" y="1403"/>
                    </a:lnTo>
                    <a:lnTo>
                      <a:pt x="1616" y="1403"/>
                    </a:lnTo>
                    <a:lnTo>
                      <a:pt x="1616" y="1403"/>
                    </a:lnTo>
                    <a:lnTo>
                      <a:pt x="1617" y="1403"/>
                    </a:lnTo>
                    <a:lnTo>
                      <a:pt x="1617" y="1403"/>
                    </a:lnTo>
                    <a:lnTo>
                      <a:pt x="1617" y="1403"/>
                    </a:lnTo>
                    <a:lnTo>
                      <a:pt x="1618" y="1403"/>
                    </a:lnTo>
                    <a:lnTo>
                      <a:pt x="1618" y="1403"/>
                    </a:lnTo>
                    <a:lnTo>
                      <a:pt x="1618" y="1403"/>
                    </a:lnTo>
                    <a:lnTo>
                      <a:pt x="1619" y="1403"/>
                    </a:lnTo>
                    <a:lnTo>
                      <a:pt x="1619" y="1403"/>
                    </a:lnTo>
                    <a:lnTo>
                      <a:pt x="1619" y="1403"/>
                    </a:lnTo>
                    <a:lnTo>
                      <a:pt x="1619" y="1403"/>
                    </a:lnTo>
                    <a:lnTo>
                      <a:pt x="1620" y="1403"/>
                    </a:lnTo>
                    <a:lnTo>
                      <a:pt x="1620" y="1403"/>
                    </a:lnTo>
                    <a:lnTo>
                      <a:pt x="1620" y="1403"/>
                    </a:lnTo>
                    <a:lnTo>
                      <a:pt x="1620" y="1403"/>
                    </a:lnTo>
                    <a:lnTo>
                      <a:pt x="1621" y="1403"/>
                    </a:lnTo>
                    <a:lnTo>
                      <a:pt x="1621" y="1404"/>
                    </a:lnTo>
                    <a:lnTo>
                      <a:pt x="1622" y="1404"/>
                    </a:lnTo>
                    <a:lnTo>
                      <a:pt x="1622" y="1405"/>
                    </a:lnTo>
                    <a:lnTo>
                      <a:pt x="1622" y="1405"/>
                    </a:lnTo>
                    <a:lnTo>
                      <a:pt x="1622" y="1406"/>
                    </a:lnTo>
                    <a:lnTo>
                      <a:pt x="1623" y="1406"/>
                    </a:lnTo>
                    <a:lnTo>
                      <a:pt x="1623" y="1406"/>
                    </a:lnTo>
                    <a:lnTo>
                      <a:pt x="1623" y="1406"/>
                    </a:lnTo>
                    <a:lnTo>
                      <a:pt x="1623" y="1406"/>
                    </a:lnTo>
                    <a:lnTo>
                      <a:pt x="1624" y="1406"/>
                    </a:lnTo>
                    <a:lnTo>
                      <a:pt x="1624" y="1406"/>
                    </a:lnTo>
                    <a:lnTo>
                      <a:pt x="1624" y="1406"/>
                    </a:lnTo>
                    <a:lnTo>
                      <a:pt x="1625" y="1406"/>
                    </a:lnTo>
                    <a:lnTo>
                      <a:pt x="1625" y="1406"/>
                    </a:lnTo>
                    <a:lnTo>
                      <a:pt x="1625" y="1406"/>
                    </a:lnTo>
                    <a:lnTo>
                      <a:pt x="1625" y="1407"/>
                    </a:lnTo>
                    <a:lnTo>
                      <a:pt x="1626" y="1408"/>
                    </a:lnTo>
                    <a:lnTo>
                      <a:pt x="1626" y="1408"/>
                    </a:lnTo>
                    <a:lnTo>
                      <a:pt x="1626" y="1408"/>
                    </a:lnTo>
                    <a:lnTo>
                      <a:pt x="1626" y="1408"/>
                    </a:lnTo>
                    <a:lnTo>
                      <a:pt x="1627" y="1408"/>
                    </a:lnTo>
                    <a:lnTo>
                      <a:pt x="1627" y="1408"/>
                    </a:lnTo>
                    <a:lnTo>
                      <a:pt x="1628" y="1408"/>
                    </a:lnTo>
                    <a:lnTo>
                      <a:pt x="1628" y="1408"/>
                    </a:lnTo>
                    <a:lnTo>
                      <a:pt x="1628" y="1408"/>
                    </a:lnTo>
                    <a:lnTo>
                      <a:pt x="1628" y="1408"/>
                    </a:lnTo>
                    <a:lnTo>
                      <a:pt x="1629" y="1408"/>
                    </a:lnTo>
                    <a:lnTo>
                      <a:pt x="1629" y="1408"/>
                    </a:lnTo>
                    <a:lnTo>
                      <a:pt x="1629" y="1408"/>
                    </a:lnTo>
                    <a:lnTo>
                      <a:pt x="1630" y="1408"/>
                    </a:lnTo>
                    <a:lnTo>
                      <a:pt x="1630" y="1408"/>
                    </a:lnTo>
                    <a:lnTo>
                      <a:pt x="1630" y="1408"/>
                    </a:lnTo>
                    <a:lnTo>
                      <a:pt x="1630" y="1408"/>
                    </a:lnTo>
                    <a:lnTo>
                      <a:pt x="1631" y="1408"/>
                    </a:lnTo>
                    <a:lnTo>
                      <a:pt x="1631" y="1409"/>
                    </a:lnTo>
                    <a:lnTo>
                      <a:pt x="1631" y="1409"/>
                    </a:lnTo>
                    <a:lnTo>
                      <a:pt x="1632" y="1411"/>
                    </a:lnTo>
                    <a:lnTo>
                      <a:pt x="1632" y="1411"/>
                    </a:lnTo>
                    <a:lnTo>
                      <a:pt x="1632" y="1411"/>
                    </a:lnTo>
                    <a:lnTo>
                      <a:pt x="1633" y="1411"/>
                    </a:lnTo>
                    <a:lnTo>
                      <a:pt x="1633" y="1411"/>
                    </a:lnTo>
                    <a:lnTo>
                      <a:pt x="1633" y="1411"/>
                    </a:lnTo>
                    <a:lnTo>
                      <a:pt x="1633" y="1413"/>
                    </a:lnTo>
                    <a:lnTo>
                      <a:pt x="1634" y="1414"/>
                    </a:lnTo>
                    <a:lnTo>
                      <a:pt x="1634" y="1415"/>
                    </a:lnTo>
                    <a:lnTo>
                      <a:pt x="1634" y="1417"/>
                    </a:lnTo>
                    <a:lnTo>
                      <a:pt x="1634" y="1422"/>
                    </a:lnTo>
                    <a:lnTo>
                      <a:pt x="1635" y="1428"/>
                    </a:lnTo>
                    <a:lnTo>
                      <a:pt x="1635" y="1434"/>
                    </a:lnTo>
                    <a:lnTo>
                      <a:pt x="1636" y="1440"/>
                    </a:lnTo>
                    <a:lnTo>
                      <a:pt x="1636" y="1440"/>
                    </a:lnTo>
                    <a:lnTo>
                      <a:pt x="1636" y="1440"/>
                    </a:lnTo>
                    <a:lnTo>
                      <a:pt x="1636" y="1440"/>
                    </a:lnTo>
                    <a:lnTo>
                      <a:pt x="1637" y="1440"/>
                    </a:lnTo>
                    <a:lnTo>
                      <a:pt x="1637" y="1440"/>
                    </a:lnTo>
                    <a:lnTo>
                      <a:pt x="1637" y="1440"/>
                    </a:lnTo>
                    <a:lnTo>
                      <a:pt x="1637" y="1440"/>
                    </a:lnTo>
                    <a:lnTo>
                      <a:pt x="1638" y="1440"/>
                    </a:lnTo>
                    <a:lnTo>
                      <a:pt x="1638" y="1440"/>
                    </a:lnTo>
                    <a:lnTo>
                      <a:pt x="1638" y="1440"/>
                    </a:lnTo>
                    <a:lnTo>
                      <a:pt x="1639" y="1440"/>
                    </a:lnTo>
                    <a:lnTo>
                      <a:pt x="1639" y="1440"/>
                    </a:lnTo>
                    <a:lnTo>
                      <a:pt x="1639" y="1440"/>
                    </a:lnTo>
                    <a:lnTo>
                      <a:pt x="1639" y="1440"/>
                    </a:lnTo>
                    <a:lnTo>
                      <a:pt x="1640" y="1440"/>
                    </a:lnTo>
                    <a:lnTo>
                      <a:pt x="1640" y="1440"/>
                    </a:lnTo>
                    <a:lnTo>
                      <a:pt x="1640" y="1440"/>
                    </a:lnTo>
                    <a:lnTo>
                      <a:pt x="1640" y="1440"/>
                    </a:lnTo>
                    <a:lnTo>
                      <a:pt x="1641" y="1440"/>
                    </a:lnTo>
                    <a:lnTo>
                      <a:pt x="1641" y="1440"/>
                    </a:lnTo>
                    <a:lnTo>
                      <a:pt x="1642" y="1440"/>
                    </a:lnTo>
                    <a:lnTo>
                      <a:pt x="1642" y="1440"/>
                    </a:lnTo>
                    <a:lnTo>
                      <a:pt x="1642" y="1440"/>
                    </a:lnTo>
                    <a:lnTo>
                      <a:pt x="1642" y="1440"/>
                    </a:lnTo>
                    <a:lnTo>
                      <a:pt x="1643" y="1440"/>
                    </a:lnTo>
                    <a:lnTo>
                      <a:pt x="1643" y="1440"/>
                    </a:lnTo>
                    <a:lnTo>
                      <a:pt x="1643" y="1440"/>
                    </a:lnTo>
                    <a:lnTo>
                      <a:pt x="1643" y="1440"/>
                    </a:lnTo>
                    <a:lnTo>
                      <a:pt x="1644" y="1440"/>
                    </a:lnTo>
                    <a:lnTo>
                      <a:pt x="1644" y="1440"/>
                    </a:lnTo>
                    <a:lnTo>
                      <a:pt x="1645" y="1440"/>
                    </a:lnTo>
                    <a:lnTo>
                      <a:pt x="1645" y="1440"/>
                    </a:lnTo>
                    <a:lnTo>
                      <a:pt x="1645" y="1440"/>
                    </a:lnTo>
                    <a:lnTo>
                      <a:pt x="1645" y="1440"/>
                    </a:lnTo>
                    <a:lnTo>
                      <a:pt x="1646" y="1440"/>
                    </a:lnTo>
                    <a:lnTo>
                      <a:pt x="1646" y="1440"/>
                    </a:lnTo>
                    <a:lnTo>
                      <a:pt x="1646" y="1440"/>
                    </a:lnTo>
                    <a:lnTo>
                      <a:pt x="1646" y="1440"/>
                    </a:lnTo>
                    <a:lnTo>
                      <a:pt x="1647" y="1440"/>
                    </a:lnTo>
                    <a:lnTo>
                      <a:pt x="1647" y="1440"/>
                    </a:lnTo>
                    <a:lnTo>
                      <a:pt x="1647" y="1440"/>
                    </a:lnTo>
                    <a:lnTo>
                      <a:pt x="1648" y="1440"/>
                    </a:lnTo>
                    <a:lnTo>
                      <a:pt x="1648" y="1440"/>
                    </a:lnTo>
                    <a:lnTo>
                      <a:pt x="1648" y="1440"/>
                    </a:lnTo>
                    <a:lnTo>
                      <a:pt x="1648" y="1440"/>
                    </a:lnTo>
                    <a:lnTo>
                      <a:pt x="1649" y="1440"/>
                    </a:lnTo>
                    <a:lnTo>
                      <a:pt x="1649" y="1440"/>
                    </a:lnTo>
                    <a:lnTo>
                      <a:pt x="1649" y="1440"/>
                    </a:lnTo>
                    <a:lnTo>
                      <a:pt x="1649" y="1440"/>
                    </a:lnTo>
                    <a:lnTo>
                      <a:pt x="1650" y="1440"/>
                    </a:lnTo>
                    <a:lnTo>
                      <a:pt x="1650" y="1440"/>
                    </a:lnTo>
                    <a:lnTo>
                      <a:pt x="1651" y="1440"/>
                    </a:lnTo>
                    <a:lnTo>
                      <a:pt x="1651" y="1440"/>
                    </a:lnTo>
                    <a:lnTo>
                      <a:pt x="1651" y="1440"/>
                    </a:lnTo>
                    <a:lnTo>
                      <a:pt x="1651" y="1440"/>
                    </a:lnTo>
                    <a:lnTo>
                      <a:pt x="1652" y="1440"/>
                    </a:lnTo>
                    <a:lnTo>
                      <a:pt x="1652" y="1440"/>
                    </a:lnTo>
                    <a:lnTo>
                      <a:pt x="1652" y="1440"/>
                    </a:lnTo>
                    <a:lnTo>
                      <a:pt x="1652" y="1440"/>
                    </a:lnTo>
                    <a:lnTo>
                      <a:pt x="1653" y="1440"/>
                    </a:lnTo>
                    <a:lnTo>
                      <a:pt x="1653" y="1440"/>
                    </a:lnTo>
                    <a:lnTo>
                      <a:pt x="1653" y="1440"/>
                    </a:lnTo>
                    <a:lnTo>
                      <a:pt x="1654" y="1440"/>
                    </a:lnTo>
                    <a:lnTo>
                      <a:pt x="1654" y="1440"/>
                    </a:lnTo>
                    <a:lnTo>
                      <a:pt x="1654" y="1440"/>
                    </a:lnTo>
                    <a:lnTo>
                      <a:pt x="1655" y="1440"/>
                    </a:lnTo>
                    <a:lnTo>
                      <a:pt x="1655" y="1440"/>
                    </a:lnTo>
                    <a:lnTo>
                      <a:pt x="1655" y="1440"/>
                    </a:lnTo>
                    <a:lnTo>
                      <a:pt x="1655" y="1440"/>
                    </a:lnTo>
                    <a:lnTo>
                      <a:pt x="1656" y="1440"/>
                    </a:lnTo>
                    <a:lnTo>
                      <a:pt x="1656" y="1440"/>
                    </a:lnTo>
                    <a:lnTo>
                      <a:pt x="1656" y="1440"/>
                    </a:lnTo>
                    <a:lnTo>
                      <a:pt x="1657" y="1440"/>
                    </a:lnTo>
                    <a:lnTo>
                      <a:pt x="1657" y="1440"/>
                    </a:lnTo>
                    <a:lnTo>
                      <a:pt x="1657" y="1440"/>
                    </a:lnTo>
                    <a:lnTo>
                      <a:pt x="1657" y="1440"/>
                    </a:lnTo>
                    <a:lnTo>
                      <a:pt x="1658" y="1440"/>
                    </a:lnTo>
                    <a:lnTo>
                      <a:pt x="1658" y="1440"/>
                    </a:lnTo>
                    <a:lnTo>
                      <a:pt x="1658" y="1440"/>
                    </a:lnTo>
                    <a:lnTo>
                      <a:pt x="1658" y="1440"/>
                    </a:lnTo>
                    <a:lnTo>
                      <a:pt x="1659" y="1440"/>
                    </a:lnTo>
                    <a:lnTo>
                      <a:pt x="1659" y="1440"/>
                    </a:lnTo>
                    <a:lnTo>
                      <a:pt x="1660" y="1440"/>
                    </a:lnTo>
                    <a:lnTo>
                      <a:pt x="1660" y="1440"/>
                    </a:lnTo>
                    <a:lnTo>
                      <a:pt x="1660" y="1440"/>
                    </a:lnTo>
                    <a:lnTo>
                      <a:pt x="1660" y="1440"/>
                    </a:lnTo>
                    <a:lnTo>
                      <a:pt x="1661" y="1440"/>
                    </a:lnTo>
                    <a:lnTo>
                      <a:pt x="1661" y="1440"/>
                    </a:lnTo>
                    <a:lnTo>
                      <a:pt x="1661" y="1440"/>
                    </a:lnTo>
                    <a:lnTo>
                      <a:pt x="1661" y="1440"/>
                    </a:lnTo>
                    <a:lnTo>
                      <a:pt x="1662" y="1440"/>
                    </a:lnTo>
                    <a:lnTo>
                      <a:pt x="1662" y="1440"/>
                    </a:lnTo>
                    <a:lnTo>
                      <a:pt x="1662" y="1440"/>
                    </a:lnTo>
                    <a:lnTo>
                      <a:pt x="1663" y="1440"/>
                    </a:lnTo>
                    <a:lnTo>
                      <a:pt x="1663" y="1440"/>
                    </a:lnTo>
                    <a:lnTo>
                      <a:pt x="1663" y="1440"/>
                    </a:lnTo>
                    <a:lnTo>
                      <a:pt x="1663" y="1440"/>
                    </a:lnTo>
                    <a:lnTo>
                      <a:pt x="1664" y="1440"/>
                    </a:lnTo>
                    <a:lnTo>
                      <a:pt x="1664" y="1440"/>
                    </a:lnTo>
                    <a:lnTo>
                      <a:pt x="1664" y="1440"/>
                    </a:lnTo>
                    <a:lnTo>
                      <a:pt x="1665" y="1440"/>
                    </a:lnTo>
                    <a:lnTo>
                      <a:pt x="1665" y="1440"/>
                    </a:lnTo>
                    <a:lnTo>
                      <a:pt x="1665" y="1440"/>
                    </a:lnTo>
                    <a:lnTo>
                      <a:pt x="1666" y="1440"/>
                    </a:lnTo>
                    <a:lnTo>
                      <a:pt x="1666" y="1440"/>
                    </a:lnTo>
                    <a:lnTo>
                      <a:pt x="1666" y="1440"/>
                    </a:lnTo>
                    <a:lnTo>
                      <a:pt x="1666" y="1440"/>
                    </a:lnTo>
                    <a:lnTo>
                      <a:pt x="1667" y="1440"/>
                    </a:lnTo>
                    <a:lnTo>
                      <a:pt x="1667" y="1440"/>
                    </a:lnTo>
                    <a:lnTo>
                      <a:pt x="1667" y="1440"/>
                    </a:lnTo>
                    <a:lnTo>
                      <a:pt x="1667" y="1440"/>
                    </a:lnTo>
                    <a:lnTo>
                      <a:pt x="1668" y="1440"/>
                    </a:lnTo>
                    <a:lnTo>
                      <a:pt x="1668" y="1440"/>
                    </a:lnTo>
                    <a:lnTo>
                      <a:pt x="1669" y="1440"/>
                    </a:lnTo>
                    <a:lnTo>
                      <a:pt x="1669" y="1440"/>
                    </a:lnTo>
                    <a:lnTo>
                      <a:pt x="1669" y="1440"/>
                    </a:lnTo>
                    <a:lnTo>
                      <a:pt x="1669" y="1440"/>
                    </a:lnTo>
                    <a:lnTo>
                      <a:pt x="1670" y="1440"/>
                    </a:lnTo>
                    <a:lnTo>
                      <a:pt x="1670" y="1440"/>
                    </a:lnTo>
                    <a:lnTo>
                      <a:pt x="1670" y="1440"/>
                    </a:lnTo>
                    <a:lnTo>
                      <a:pt x="1670" y="1440"/>
                    </a:lnTo>
                    <a:lnTo>
                      <a:pt x="1671" y="1440"/>
                    </a:lnTo>
                    <a:lnTo>
                      <a:pt x="1671" y="1440"/>
                    </a:lnTo>
                    <a:lnTo>
                      <a:pt x="1671" y="1440"/>
                    </a:lnTo>
                    <a:lnTo>
                      <a:pt x="1672" y="1440"/>
                    </a:lnTo>
                    <a:lnTo>
                      <a:pt x="1672" y="1440"/>
                    </a:lnTo>
                    <a:lnTo>
                      <a:pt x="1672" y="1440"/>
                    </a:lnTo>
                    <a:lnTo>
                      <a:pt x="1672" y="1440"/>
                    </a:lnTo>
                    <a:lnTo>
                      <a:pt x="1673" y="1440"/>
                    </a:lnTo>
                    <a:lnTo>
                      <a:pt x="1673" y="1440"/>
                    </a:lnTo>
                    <a:lnTo>
                      <a:pt x="1673" y="1440"/>
                    </a:lnTo>
                    <a:lnTo>
                      <a:pt x="1673" y="1440"/>
                    </a:lnTo>
                    <a:lnTo>
                      <a:pt x="1674" y="1440"/>
                    </a:lnTo>
                    <a:lnTo>
                      <a:pt x="1674" y="1440"/>
                    </a:lnTo>
                    <a:lnTo>
                      <a:pt x="1675" y="1440"/>
                    </a:lnTo>
                    <a:lnTo>
                      <a:pt x="1675" y="1440"/>
                    </a:lnTo>
                    <a:lnTo>
                      <a:pt x="1675" y="1440"/>
                    </a:lnTo>
                    <a:lnTo>
                      <a:pt x="1675" y="1440"/>
                    </a:lnTo>
                    <a:lnTo>
                      <a:pt x="1676" y="1441"/>
                    </a:lnTo>
                    <a:lnTo>
                      <a:pt x="1676" y="1441"/>
                    </a:lnTo>
                    <a:lnTo>
                      <a:pt x="1676" y="1441"/>
                    </a:lnTo>
                    <a:lnTo>
                      <a:pt x="1676" y="1441"/>
                    </a:lnTo>
                    <a:lnTo>
                      <a:pt x="1677" y="1441"/>
                    </a:lnTo>
                    <a:lnTo>
                      <a:pt x="1677" y="1441"/>
                    </a:lnTo>
                    <a:lnTo>
                      <a:pt x="1677" y="1441"/>
                    </a:lnTo>
                    <a:lnTo>
                      <a:pt x="1678" y="1441"/>
                    </a:lnTo>
                    <a:lnTo>
                      <a:pt x="1678" y="1441"/>
                    </a:lnTo>
                    <a:lnTo>
                      <a:pt x="1678" y="1441"/>
                    </a:lnTo>
                    <a:lnTo>
                      <a:pt x="1679" y="1441"/>
                    </a:lnTo>
                    <a:lnTo>
                      <a:pt x="1679" y="1441"/>
                    </a:lnTo>
                    <a:lnTo>
                      <a:pt x="1679" y="1441"/>
                    </a:lnTo>
                    <a:lnTo>
                      <a:pt x="1679" y="1441"/>
                    </a:lnTo>
                    <a:lnTo>
                      <a:pt x="1680" y="1441"/>
                    </a:lnTo>
                    <a:lnTo>
                      <a:pt x="1680" y="1441"/>
                    </a:lnTo>
                    <a:lnTo>
                      <a:pt x="1680" y="1441"/>
                    </a:lnTo>
                    <a:lnTo>
                      <a:pt x="1681" y="1441"/>
                    </a:lnTo>
                    <a:lnTo>
                      <a:pt x="1681" y="1441"/>
                    </a:lnTo>
                    <a:lnTo>
                      <a:pt x="1681" y="1441"/>
                    </a:lnTo>
                    <a:lnTo>
                      <a:pt x="1681" y="1441"/>
                    </a:lnTo>
                    <a:lnTo>
                      <a:pt x="1682" y="1441"/>
                    </a:lnTo>
                    <a:lnTo>
                      <a:pt x="1682" y="1441"/>
                    </a:lnTo>
                    <a:lnTo>
                      <a:pt x="1682" y="1441"/>
                    </a:lnTo>
                    <a:lnTo>
                      <a:pt x="1682" y="1441"/>
                    </a:lnTo>
                    <a:lnTo>
                      <a:pt x="1683" y="1441"/>
                    </a:lnTo>
                    <a:lnTo>
                      <a:pt x="1683" y="1441"/>
                    </a:lnTo>
                    <a:lnTo>
                      <a:pt x="1684" y="1441"/>
                    </a:lnTo>
                    <a:lnTo>
                      <a:pt x="1684" y="1441"/>
                    </a:lnTo>
                    <a:lnTo>
                      <a:pt x="1684" y="1441"/>
                    </a:lnTo>
                    <a:lnTo>
                      <a:pt x="1684" y="1441"/>
                    </a:lnTo>
                    <a:lnTo>
                      <a:pt x="1685" y="1441"/>
                    </a:lnTo>
                    <a:lnTo>
                      <a:pt x="1685" y="1441"/>
                    </a:lnTo>
                    <a:lnTo>
                      <a:pt x="1685" y="1441"/>
                    </a:lnTo>
                    <a:lnTo>
                      <a:pt x="1685" y="1441"/>
                    </a:lnTo>
                    <a:lnTo>
                      <a:pt x="1686" y="1441"/>
                    </a:lnTo>
                    <a:lnTo>
                      <a:pt x="1686" y="1441"/>
                    </a:lnTo>
                    <a:lnTo>
                      <a:pt x="1686" y="1441"/>
                    </a:lnTo>
                    <a:lnTo>
                      <a:pt x="1687" y="1441"/>
                    </a:lnTo>
                    <a:lnTo>
                      <a:pt x="1687" y="1441"/>
                    </a:lnTo>
                    <a:lnTo>
                      <a:pt x="1687" y="1441"/>
                    </a:lnTo>
                    <a:lnTo>
                      <a:pt x="1687" y="1441"/>
                    </a:lnTo>
                    <a:lnTo>
                      <a:pt x="1688" y="1441"/>
                    </a:lnTo>
                    <a:lnTo>
                      <a:pt x="1688" y="1441"/>
                    </a:lnTo>
                    <a:lnTo>
                      <a:pt x="1688" y="1441"/>
                    </a:lnTo>
                    <a:lnTo>
                      <a:pt x="1689" y="1441"/>
                    </a:lnTo>
                    <a:lnTo>
                      <a:pt x="1689" y="1441"/>
                    </a:lnTo>
                    <a:lnTo>
                      <a:pt x="1689" y="1441"/>
                    </a:lnTo>
                    <a:lnTo>
                      <a:pt x="1690" y="1441"/>
                    </a:lnTo>
                    <a:lnTo>
                      <a:pt x="1690" y="1441"/>
                    </a:lnTo>
                    <a:lnTo>
                      <a:pt x="1690" y="1441"/>
                    </a:lnTo>
                    <a:lnTo>
                      <a:pt x="1690" y="1441"/>
                    </a:lnTo>
                    <a:lnTo>
                      <a:pt x="1691" y="1441"/>
                    </a:lnTo>
                    <a:lnTo>
                      <a:pt x="1691" y="1441"/>
                    </a:lnTo>
                    <a:lnTo>
                      <a:pt x="1691" y="1441"/>
                    </a:lnTo>
                    <a:lnTo>
                      <a:pt x="1691" y="1441"/>
                    </a:lnTo>
                    <a:lnTo>
                      <a:pt x="1692" y="1441"/>
                    </a:lnTo>
                    <a:lnTo>
                      <a:pt x="1692" y="1441"/>
                    </a:lnTo>
                    <a:lnTo>
                      <a:pt x="1693" y="1441"/>
                    </a:lnTo>
                    <a:lnTo>
                      <a:pt x="1693" y="1441"/>
                    </a:lnTo>
                    <a:lnTo>
                      <a:pt x="1693" y="1441"/>
                    </a:lnTo>
                    <a:lnTo>
                      <a:pt x="1693" y="1441"/>
                    </a:lnTo>
                    <a:lnTo>
                      <a:pt x="1694" y="1441"/>
                    </a:lnTo>
                    <a:lnTo>
                      <a:pt x="1694" y="1441"/>
                    </a:lnTo>
                    <a:lnTo>
                      <a:pt x="1694" y="1441"/>
                    </a:lnTo>
                    <a:lnTo>
                      <a:pt x="1694" y="1441"/>
                    </a:lnTo>
                    <a:lnTo>
                      <a:pt x="1695" y="1441"/>
                    </a:lnTo>
                    <a:lnTo>
                      <a:pt x="1695" y="1441"/>
                    </a:lnTo>
                    <a:lnTo>
                      <a:pt x="1695" y="1441"/>
                    </a:lnTo>
                    <a:lnTo>
                      <a:pt x="1696" y="1441"/>
                    </a:lnTo>
                    <a:lnTo>
                      <a:pt x="1696" y="1441"/>
                    </a:lnTo>
                    <a:lnTo>
                      <a:pt x="1696" y="1441"/>
                    </a:lnTo>
                    <a:lnTo>
                      <a:pt x="1696" y="1441"/>
                    </a:lnTo>
                    <a:lnTo>
                      <a:pt x="1697" y="1441"/>
                    </a:lnTo>
                    <a:lnTo>
                      <a:pt x="1697" y="1441"/>
                    </a:lnTo>
                    <a:lnTo>
                      <a:pt x="1698" y="1441"/>
                    </a:lnTo>
                    <a:lnTo>
                      <a:pt x="1698" y="1441"/>
                    </a:lnTo>
                    <a:lnTo>
                      <a:pt x="1698" y="1441"/>
                    </a:lnTo>
                    <a:lnTo>
                      <a:pt x="1698" y="1441"/>
                    </a:lnTo>
                    <a:lnTo>
                      <a:pt x="1699" y="1441"/>
                    </a:lnTo>
                    <a:lnTo>
                      <a:pt x="1699" y="1441"/>
                    </a:lnTo>
                    <a:lnTo>
                      <a:pt x="1699" y="1441"/>
                    </a:lnTo>
                    <a:lnTo>
                      <a:pt x="1699" y="1442"/>
                    </a:lnTo>
                    <a:lnTo>
                      <a:pt x="1700" y="1443"/>
                    </a:lnTo>
                    <a:lnTo>
                      <a:pt x="1700" y="1444"/>
                    </a:lnTo>
                    <a:lnTo>
                      <a:pt x="1700" y="1445"/>
                    </a:lnTo>
                    <a:lnTo>
                      <a:pt x="1701" y="1449"/>
                    </a:lnTo>
                    <a:lnTo>
                      <a:pt x="1701" y="1453"/>
                    </a:lnTo>
                    <a:lnTo>
                      <a:pt x="1701" y="1458"/>
                    </a:lnTo>
                    <a:lnTo>
                      <a:pt x="1702" y="1462"/>
                    </a:lnTo>
                    <a:lnTo>
                      <a:pt x="1702" y="1462"/>
                    </a:lnTo>
                    <a:lnTo>
                      <a:pt x="1702" y="1462"/>
                    </a:lnTo>
                    <a:lnTo>
                      <a:pt x="1702" y="1462"/>
                    </a:lnTo>
                    <a:lnTo>
                      <a:pt x="1703" y="1462"/>
                    </a:lnTo>
                    <a:lnTo>
                      <a:pt x="1703" y="1462"/>
                    </a:lnTo>
                    <a:lnTo>
                      <a:pt x="1703" y="1462"/>
                    </a:lnTo>
                    <a:lnTo>
                      <a:pt x="1704" y="1462"/>
                    </a:lnTo>
                    <a:lnTo>
                      <a:pt x="1704" y="1462"/>
                    </a:lnTo>
                    <a:lnTo>
                      <a:pt x="1704" y="1462"/>
                    </a:lnTo>
                    <a:lnTo>
                      <a:pt x="1704" y="1462"/>
                    </a:lnTo>
                    <a:lnTo>
                      <a:pt x="1705" y="1462"/>
                    </a:lnTo>
                    <a:lnTo>
                      <a:pt x="1705" y="1462"/>
                    </a:lnTo>
                    <a:lnTo>
                      <a:pt x="1705" y="1462"/>
                    </a:lnTo>
                    <a:lnTo>
                      <a:pt x="1705" y="1462"/>
                    </a:lnTo>
                    <a:lnTo>
                      <a:pt x="1706" y="1462"/>
                    </a:lnTo>
                    <a:lnTo>
                      <a:pt x="1706" y="1462"/>
                    </a:lnTo>
                    <a:lnTo>
                      <a:pt x="1707" y="1462"/>
                    </a:lnTo>
                    <a:lnTo>
                      <a:pt x="1707" y="1462"/>
                    </a:lnTo>
                    <a:lnTo>
                      <a:pt x="1707" y="1462"/>
                    </a:lnTo>
                    <a:lnTo>
                      <a:pt x="1707" y="1462"/>
                    </a:lnTo>
                    <a:lnTo>
                      <a:pt x="1708" y="1462"/>
                    </a:lnTo>
                    <a:lnTo>
                      <a:pt x="1708" y="1462"/>
                    </a:lnTo>
                    <a:lnTo>
                      <a:pt x="1708" y="1462"/>
                    </a:lnTo>
                    <a:lnTo>
                      <a:pt x="1708" y="1462"/>
                    </a:lnTo>
                    <a:lnTo>
                      <a:pt x="1709" y="1462"/>
                    </a:lnTo>
                    <a:lnTo>
                      <a:pt x="1709" y="1462"/>
                    </a:lnTo>
                    <a:lnTo>
                      <a:pt x="1709" y="1462"/>
                    </a:lnTo>
                    <a:lnTo>
                      <a:pt x="1710" y="1462"/>
                    </a:lnTo>
                    <a:lnTo>
                      <a:pt x="1710" y="1462"/>
                    </a:lnTo>
                    <a:lnTo>
                      <a:pt x="1710" y="1462"/>
                    </a:lnTo>
                    <a:lnTo>
                      <a:pt x="1710" y="1462"/>
                    </a:lnTo>
                    <a:lnTo>
                      <a:pt x="1711" y="1462"/>
                    </a:lnTo>
                    <a:lnTo>
                      <a:pt x="1711" y="1462"/>
                    </a:lnTo>
                    <a:lnTo>
                      <a:pt x="1711" y="1462"/>
                    </a:lnTo>
                    <a:lnTo>
                      <a:pt x="1712" y="1462"/>
                    </a:lnTo>
                    <a:lnTo>
                      <a:pt x="1712" y="1462"/>
                    </a:lnTo>
                    <a:lnTo>
                      <a:pt x="1712" y="1462"/>
                    </a:lnTo>
                    <a:lnTo>
                      <a:pt x="1713" y="1462"/>
                    </a:lnTo>
                    <a:lnTo>
                      <a:pt x="1713" y="1462"/>
                    </a:lnTo>
                    <a:lnTo>
                      <a:pt x="1713" y="1462"/>
                    </a:lnTo>
                    <a:lnTo>
                      <a:pt x="1713" y="1462"/>
                    </a:lnTo>
                    <a:lnTo>
                      <a:pt x="1714" y="1462"/>
                    </a:lnTo>
                    <a:lnTo>
                      <a:pt x="1714" y="1462"/>
                    </a:lnTo>
                    <a:lnTo>
                      <a:pt x="1714" y="1462"/>
                    </a:lnTo>
                    <a:lnTo>
                      <a:pt x="1714" y="1462"/>
                    </a:lnTo>
                    <a:lnTo>
                      <a:pt x="1715" y="1462"/>
                    </a:lnTo>
                    <a:lnTo>
                      <a:pt x="1715" y="1462"/>
                    </a:lnTo>
                    <a:lnTo>
                      <a:pt x="1716" y="1462"/>
                    </a:lnTo>
                    <a:lnTo>
                      <a:pt x="1716" y="1462"/>
                    </a:lnTo>
                    <a:lnTo>
                      <a:pt x="1716" y="1462"/>
                    </a:lnTo>
                    <a:lnTo>
                      <a:pt x="1716" y="1462"/>
                    </a:lnTo>
                    <a:lnTo>
                      <a:pt x="1717" y="1462"/>
                    </a:lnTo>
                    <a:lnTo>
                      <a:pt x="1717" y="1462"/>
                    </a:lnTo>
                    <a:lnTo>
                      <a:pt x="1717" y="1462"/>
                    </a:lnTo>
                    <a:lnTo>
                      <a:pt x="1717" y="1462"/>
                    </a:lnTo>
                    <a:lnTo>
                      <a:pt x="1718" y="1462"/>
                    </a:lnTo>
                    <a:lnTo>
                      <a:pt x="1718" y="1462"/>
                    </a:lnTo>
                    <a:lnTo>
                      <a:pt x="1718" y="1462"/>
                    </a:lnTo>
                    <a:lnTo>
                      <a:pt x="1719" y="1462"/>
                    </a:lnTo>
                    <a:lnTo>
                      <a:pt x="1719" y="1462"/>
                    </a:lnTo>
                    <a:lnTo>
                      <a:pt x="1719" y="1462"/>
                    </a:lnTo>
                    <a:lnTo>
                      <a:pt x="1719" y="1462"/>
                    </a:lnTo>
                    <a:lnTo>
                      <a:pt x="1720" y="1462"/>
                    </a:lnTo>
                    <a:lnTo>
                      <a:pt x="1720" y="1462"/>
                    </a:lnTo>
                    <a:lnTo>
                      <a:pt x="1720" y="1462"/>
                    </a:lnTo>
                    <a:lnTo>
                      <a:pt x="1720" y="1462"/>
                    </a:lnTo>
                    <a:lnTo>
                      <a:pt x="1721" y="1462"/>
                    </a:lnTo>
                    <a:lnTo>
                      <a:pt x="1721" y="1462"/>
                    </a:lnTo>
                    <a:lnTo>
                      <a:pt x="1722" y="1462"/>
                    </a:lnTo>
                    <a:lnTo>
                      <a:pt x="1722" y="1462"/>
                    </a:lnTo>
                    <a:lnTo>
                      <a:pt x="1722" y="1462"/>
                    </a:lnTo>
                    <a:lnTo>
                      <a:pt x="1722" y="1462"/>
                    </a:lnTo>
                    <a:lnTo>
                      <a:pt x="1723" y="1462"/>
                    </a:lnTo>
                    <a:lnTo>
                      <a:pt x="1723" y="1462"/>
                    </a:lnTo>
                    <a:lnTo>
                      <a:pt x="1723" y="1462"/>
                    </a:lnTo>
                    <a:lnTo>
                      <a:pt x="1723" y="1462"/>
                    </a:lnTo>
                    <a:lnTo>
                      <a:pt x="1724" y="1462"/>
                    </a:lnTo>
                    <a:lnTo>
                      <a:pt x="1724" y="1462"/>
                    </a:lnTo>
                    <a:lnTo>
                      <a:pt x="1724" y="1462"/>
                    </a:lnTo>
                    <a:lnTo>
                      <a:pt x="1725" y="1462"/>
                    </a:lnTo>
                    <a:lnTo>
                      <a:pt x="1725" y="1462"/>
                    </a:lnTo>
                    <a:lnTo>
                      <a:pt x="1725" y="1462"/>
                    </a:lnTo>
                    <a:lnTo>
                      <a:pt x="1726" y="1462"/>
                    </a:lnTo>
                    <a:lnTo>
                      <a:pt x="1726" y="1462"/>
                    </a:lnTo>
                    <a:lnTo>
                      <a:pt x="1726" y="1462"/>
                    </a:lnTo>
                    <a:lnTo>
                      <a:pt x="1726" y="1462"/>
                    </a:lnTo>
                    <a:lnTo>
                      <a:pt x="1727" y="1462"/>
                    </a:lnTo>
                    <a:lnTo>
                      <a:pt x="1727" y="1462"/>
                    </a:lnTo>
                    <a:lnTo>
                      <a:pt x="1727" y="1462"/>
                    </a:lnTo>
                    <a:lnTo>
                      <a:pt x="1728" y="1462"/>
                    </a:lnTo>
                    <a:lnTo>
                      <a:pt x="1728" y="1462"/>
                    </a:lnTo>
                    <a:lnTo>
                      <a:pt x="1728" y="1462"/>
                    </a:lnTo>
                    <a:lnTo>
                      <a:pt x="1728" y="1462"/>
                    </a:lnTo>
                    <a:lnTo>
                      <a:pt x="1729" y="1462"/>
                    </a:lnTo>
                    <a:lnTo>
                      <a:pt x="1729" y="1462"/>
                    </a:lnTo>
                    <a:lnTo>
                      <a:pt x="1729" y="1462"/>
                    </a:lnTo>
                    <a:lnTo>
                      <a:pt x="1729" y="1462"/>
                    </a:lnTo>
                    <a:lnTo>
                      <a:pt x="1730" y="1462"/>
                    </a:lnTo>
                    <a:lnTo>
                      <a:pt x="1730" y="1462"/>
                    </a:lnTo>
                    <a:lnTo>
                      <a:pt x="1731" y="1462"/>
                    </a:lnTo>
                    <a:lnTo>
                      <a:pt x="1731" y="1462"/>
                    </a:lnTo>
                    <a:lnTo>
                      <a:pt x="1731" y="1462"/>
                    </a:lnTo>
                    <a:lnTo>
                      <a:pt x="1731" y="1462"/>
                    </a:lnTo>
                    <a:lnTo>
                      <a:pt x="1732" y="1462"/>
                    </a:lnTo>
                    <a:lnTo>
                      <a:pt x="1732" y="1462"/>
                    </a:lnTo>
                    <a:lnTo>
                      <a:pt x="1732" y="1462"/>
                    </a:lnTo>
                    <a:lnTo>
                      <a:pt x="1732" y="1462"/>
                    </a:lnTo>
                    <a:lnTo>
                      <a:pt x="1733" y="1462"/>
                    </a:lnTo>
                    <a:lnTo>
                      <a:pt x="1733" y="1462"/>
                    </a:lnTo>
                    <a:lnTo>
                      <a:pt x="1733" y="1462"/>
                    </a:lnTo>
                    <a:lnTo>
                      <a:pt x="1734" y="1462"/>
                    </a:lnTo>
                    <a:lnTo>
                      <a:pt x="1734" y="1462"/>
                    </a:lnTo>
                    <a:lnTo>
                      <a:pt x="1734" y="1462"/>
                    </a:lnTo>
                    <a:lnTo>
                      <a:pt x="1734" y="1462"/>
                    </a:lnTo>
                    <a:lnTo>
                      <a:pt x="1735" y="1462"/>
                    </a:lnTo>
                    <a:lnTo>
                      <a:pt x="1735" y="1462"/>
                    </a:lnTo>
                    <a:lnTo>
                      <a:pt x="1735" y="1462"/>
                    </a:lnTo>
                    <a:lnTo>
                      <a:pt x="1736" y="1462"/>
                    </a:lnTo>
                    <a:lnTo>
                      <a:pt x="1736" y="1462"/>
                    </a:lnTo>
                    <a:lnTo>
                      <a:pt x="1736" y="1462"/>
                    </a:lnTo>
                    <a:lnTo>
                      <a:pt x="1737" y="1463"/>
                    </a:lnTo>
                    <a:lnTo>
                      <a:pt x="1737" y="1463"/>
                    </a:lnTo>
                    <a:lnTo>
                      <a:pt x="1737" y="1464"/>
                    </a:lnTo>
                    <a:lnTo>
                      <a:pt x="1737" y="1464"/>
                    </a:lnTo>
                    <a:lnTo>
                      <a:pt x="1738" y="1468"/>
                    </a:lnTo>
                    <a:lnTo>
                      <a:pt x="1738" y="1472"/>
                    </a:lnTo>
                    <a:lnTo>
                      <a:pt x="1738" y="1476"/>
                    </a:lnTo>
                    <a:lnTo>
                      <a:pt x="1738" y="1480"/>
                    </a:lnTo>
                    <a:lnTo>
                      <a:pt x="1739" y="1485"/>
                    </a:lnTo>
                    <a:lnTo>
                      <a:pt x="1739" y="1491"/>
                    </a:lnTo>
                    <a:lnTo>
                      <a:pt x="1740" y="1496"/>
                    </a:lnTo>
                    <a:lnTo>
                      <a:pt x="1740" y="1501"/>
                    </a:lnTo>
                    <a:lnTo>
                      <a:pt x="1740" y="1501"/>
                    </a:lnTo>
                    <a:lnTo>
                      <a:pt x="1740" y="1501"/>
                    </a:lnTo>
                    <a:lnTo>
                      <a:pt x="1741" y="1501"/>
                    </a:lnTo>
                    <a:lnTo>
                      <a:pt x="1741" y="1501"/>
                    </a:lnTo>
                    <a:lnTo>
                      <a:pt x="1741" y="1502"/>
                    </a:lnTo>
                    <a:lnTo>
                      <a:pt x="1741" y="1504"/>
                    </a:lnTo>
                    <a:lnTo>
                      <a:pt x="1742" y="1505"/>
                    </a:lnTo>
                    <a:lnTo>
                      <a:pt x="1742" y="1506"/>
                    </a:lnTo>
                    <a:lnTo>
                      <a:pt x="1742" y="1506"/>
                    </a:lnTo>
                    <a:lnTo>
                      <a:pt x="1743" y="1506"/>
                    </a:lnTo>
                    <a:lnTo>
                      <a:pt x="1743" y="1506"/>
                    </a:lnTo>
                    <a:lnTo>
                      <a:pt x="1743" y="1506"/>
                    </a:lnTo>
                    <a:lnTo>
                      <a:pt x="1743" y="1506"/>
                    </a:lnTo>
                    <a:lnTo>
                      <a:pt x="1744" y="1506"/>
                    </a:lnTo>
                    <a:lnTo>
                      <a:pt x="1744" y="1506"/>
                    </a:lnTo>
                    <a:lnTo>
                      <a:pt x="1744" y="1506"/>
                    </a:lnTo>
                    <a:lnTo>
                      <a:pt x="1744" y="1506"/>
                    </a:lnTo>
                    <a:lnTo>
                      <a:pt x="1745" y="1506"/>
                    </a:lnTo>
                    <a:lnTo>
                      <a:pt x="1745" y="1506"/>
                    </a:lnTo>
                    <a:lnTo>
                      <a:pt x="1746" y="1506"/>
                    </a:lnTo>
                    <a:lnTo>
                      <a:pt x="1746" y="1506"/>
                    </a:lnTo>
                    <a:lnTo>
                      <a:pt x="1746" y="1506"/>
                    </a:lnTo>
                    <a:lnTo>
                      <a:pt x="1746" y="1506"/>
                    </a:lnTo>
                    <a:lnTo>
                      <a:pt x="1747" y="1506"/>
                    </a:lnTo>
                    <a:lnTo>
                      <a:pt x="1747" y="1506"/>
                    </a:lnTo>
                    <a:lnTo>
                      <a:pt x="1747" y="1506"/>
                    </a:lnTo>
                    <a:lnTo>
                      <a:pt x="1747" y="1506"/>
                    </a:lnTo>
                    <a:lnTo>
                      <a:pt x="1748" y="1506"/>
                    </a:lnTo>
                    <a:lnTo>
                      <a:pt x="1748" y="1506"/>
                    </a:lnTo>
                    <a:lnTo>
                      <a:pt x="1748" y="1506"/>
                    </a:lnTo>
                    <a:lnTo>
                      <a:pt x="1749" y="1506"/>
                    </a:lnTo>
                    <a:lnTo>
                      <a:pt x="1749" y="1506"/>
                    </a:lnTo>
                    <a:lnTo>
                      <a:pt x="1749" y="1506"/>
                    </a:lnTo>
                    <a:lnTo>
                      <a:pt x="1750" y="1506"/>
                    </a:lnTo>
                    <a:lnTo>
                      <a:pt x="1750" y="1506"/>
                    </a:lnTo>
                    <a:lnTo>
                      <a:pt x="1750" y="1506"/>
                    </a:lnTo>
                    <a:lnTo>
                      <a:pt x="1750" y="1506"/>
                    </a:lnTo>
                    <a:lnTo>
                      <a:pt x="1751" y="1506"/>
                    </a:lnTo>
                    <a:lnTo>
                      <a:pt x="1751" y="1506"/>
                    </a:lnTo>
                    <a:lnTo>
                      <a:pt x="1751" y="1506"/>
                    </a:lnTo>
                    <a:lnTo>
                      <a:pt x="1752" y="1506"/>
                    </a:lnTo>
                    <a:lnTo>
                      <a:pt x="1752" y="1506"/>
                    </a:lnTo>
                    <a:lnTo>
                      <a:pt x="1752" y="1506"/>
                    </a:lnTo>
                    <a:lnTo>
                      <a:pt x="1752" y="1506"/>
                    </a:lnTo>
                    <a:lnTo>
                      <a:pt x="1753" y="1506"/>
                    </a:lnTo>
                    <a:lnTo>
                      <a:pt x="1753" y="1506"/>
                    </a:lnTo>
                    <a:lnTo>
                      <a:pt x="1753" y="1506"/>
                    </a:lnTo>
                    <a:lnTo>
                      <a:pt x="1753" y="1506"/>
                    </a:lnTo>
                    <a:lnTo>
                      <a:pt x="1754" y="1506"/>
                    </a:lnTo>
                    <a:lnTo>
                      <a:pt x="1754" y="1506"/>
                    </a:lnTo>
                    <a:lnTo>
                      <a:pt x="1755" y="1506"/>
                    </a:lnTo>
                    <a:lnTo>
                      <a:pt x="1755" y="1506"/>
                    </a:lnTo>
                    <a:lnTo>
                      <a:pt x="1755" y="1506"/>
                    </a:lnTo>
                    <a:lnTo>
                      <a:pt x="1755" y="1506"/>
                    </a:lnTo>
                    <a:lnTo>
                      <a:pt x="1756" y="1506"/>
                    </a:lnTo>
                    <a:lnTo>
                      <a:pt x="1756" y="1506"/>
                    </a:lnTo>
                    <a:lnTo>
                      <a:pt x="1756" y="1506"/>
                    </a:lnTo>
                    <a:lnTo>
                      <a:pt x="1756" y="1506"/>
                    </a:lnTo>
                    <a:lnTo>
                      <a:pt x="1757" y="1506"/>
                    </a:lnTo>
                    <a:lnTo>
                      <a:pt x="1757" y="1506"/>
                    </a:lnTo>
                    <a:lnTo>
                      <a:pt x="1757" y="1506"/>
                    </a:lnTo>
                    <a:lnTo>
                      <a:pt x="1758" y="1506"/>
                    </a:lnTo>
                    <a:lnTo>
                      <a:pt x="1758" y="1506"/>
                    </a:lnTo>
                    <a:lnTo>
                      <a:pt x="1758" y="1506"/>
                    </a:lnTo>
                    <a:lnTo>
                      <a:pt x="1758" y="1506"/>
                    </a:lnTo>
                    <a:lnTo>
                      <a:pt x="1759" y="1506"/>
                    </a:lnTo>
                    <a:lnTo>
                      <a:pt x="1759" y="1506"/>
                    </a:lnTo>
                    <a:lnTo>
                      <a:pt x="1759" y="1506"/>
                    </a:lnTo>
                    <a:lnTo>
                      <a:pt x="1760" y="1506"/>
                    </a:lnTo>
                    <a:lnTo>
                      <a:pt x="1760" y="1506"/>
                    </a:lnTo>
                    <a:lnTo>
                      <a:pt x="1760" y="1506"/>
                    </a:lnTo>
                    <a:lnTo>
                      <a:pt x="1761" y="1506"/>
                    </a:lnTo>
                    <a:lnTo>
                      <a:pt x="1761" y="1506"/>
                    </a:lnTo>
                    <a:lnTo>
                      <a:pt x="1761" y="1506"/>
                    </a:lnTo>
                    <a:lnTo>
                      <a:pt x="1761" y="1506"/>
                    </a:lnTo>
                    <a:lnTo>
                      <a:pt x="1762" y="1506"/>
                    </a:lnTo>
                    <a:lnTo>
                      <a:pt x="1762" y="1506"/>
                    </a:lnTo>
                    <a:lnTo>
                      <a:pt x="1762" y="1506"/>
                    </a:lnTo>
                    <a:lnTo>
                      <a:pt x="1762" y="1506"/>
                    </a:lnTo>
                    <a:lnTo>
                      <a:pt x="1763" y="1506"/>
                    </a:lnTo>
                    <a:lnTo>
                      <a:pt x="1763" y="1506"/>
                    </a:lnTo>
                    <a:lnTo>
                      <a:pt x="1764" y="1506"/>
                    </a:lnTo>
                    <a:lnTo>
                      <a:pt x="1764" y="1506"/>
                    </a:lnTo>
                    <a:lnTo>
                      <a:pt x="1764" y="1506"/>
                    </a:lnTo>
                    <a:lnTo>
                      <a:pt x="1764" y="1506"/>
                    </a:lnTo>
                    <a:lnTo>
                      <a:pt x="1765" y="1506"/>
                    </a:lnTo>
                    <a:lnTo>
                      <a:pt x="1765" y="1506"/>
                    </a:lnTo>
                    <a:lnTo>
                      <a:pt x="1765" y="1506"/>
                    </a:lnTo>
                    <a:lnTo>
                      <a:pt x="1766" y="1506"/>
                    </a:lnTo>
                    <a:lnTo>
                      <a:pt x="1766" y="1506"/>
                    </a:lnTo>
                    <a:lnTo>
                      <a:pt x="1766" y="1506"/>
                    </a:lnTo>
                    <a:lnTo>
                      <a:pt x="1766" y="1506"/>
                    </a:lnTo>
                    <a:lnTo>
                      <a:pt x="1767" y="1506"/>
                    </a:lnTo>
                    <a:lnTo>
                      <a:pt x="1767" y="1506"/>
                    </a:lnTo>
                    <a:lnTo>
                      <a:pt x="1767" y="1506"/>
                    </a:lnTo>
                    <a:lnTo>
                      <a:pt x="1767" y="1506"/>
                    </a:lnTo>
                    <a:lnTo>
                      <a:pt x="1768" y="1506"/>
                    </a:lnTo>
                    <a:lnTo>
                      <a:pt x="1768" y="1506"/>
                    </a:lnTo>
                    <a:lnTo>
                      <a:pt x="1769" y="1506"/>
                    </a:lnTo>
                    <a:lnTo>
                      <a:pt x="1769" y="1506"/>
                    </a:lnTo>
                    <a:lnTo>
                      <a:pt x="1769" y="1506"/>
                    </a:lnTo>
                    <a:lnTo>
                      <a:pt x="1769" y="1506"/>
                    </a:lnTo>
                    <a:lnTo>
                      <a:pt x="1770" y="1506"/>
                    </a:lnTo>
                    <a:lnTo>
                      <a:pt x="1770" y="1506"/>
                    </a:lnTo>
                    <a:lnTo>
                      <a:pt x="1770" y="1506"/>
                    </a:lnTo>
                    <a:lnTo>
                      <a:pt x="1770" y="1506"/>
                    </a:lnTo>
                    <a:lnTo>
                      <a:pt x="1771" y="1506"/>
                    </a:lnTo>
                    <a:lnTo>
                      <a:pt x="1771" y="1506"/>
                    </a:lnTo>
                    <a:lnTo>
                      <a:pt x="1771" y="1506"/>
                    </a:lnTo>
                    <a:lnTo>
                      <a:pt x="1772" y="1506"/>
                    </a:lnTo>
                    <a:lnTo>
                      <a:pt x="1772" y="1506"/>
                    </a:lnTo>
                    <a:lnTo>
                      <a:pt x="1772" y="1506"/>
                    </a:lnTo>
                    <a:lnTo>
                      <a:pt x="1773" y="1506"/>
                    </a:lnTo>
                    <a:lnTo>
                      <a:pt x="1773" y="1506"/>
                    </a:lnTo>
                    <a:lnTo>
                      <a:pt x="1773" y="1506"/>
                    </a:lnTo>
                    <a:lnTo>
                      <a:pt x="1773" y="1506"/>
                    </a:lnTo>
                    <a:lnTo>
                      <a:pt x="1774" y="1506"/>
                    </a:lnTo>
                    <a:lnTo>
                      <a:pt x="1774" y="1506"/>
                    </a:lnTo>
                    <a:lnTo>
                      <a:pt x="1774" y="1506"/>
                    </a:lnTo>
                    <a:lnTo>
                      <a:pt x="1775" y="1506"/>
                    </a:lnTo>
                    <a:lnTo>
                      <a:pt x="1775" y="1506"/>
                    </a:lnTo>
                    <a:lnTo>
                      <a:pt x="1775" y="1506"/>
                    </a:lnTo>
                    <a:lnTo>
                      <a:pt x="1775" y="1506"/>
                    </a:lnTo>
                    <a:lnTo>
                      <a:pt x="1776" y="1506"/>
                    </a:lnTo>
                    <a:lnTo>
                      <a:pt x="1776" y="1506"/>
                    </a:lnTo>
                    <a:lnTo>
                      <a:pt x="1776" y="1506"/>
                    </a:lnTo>
                    <a:lnTo>
                      <a:pt x="1776" y="1506"/>
                    </a:lnTo>
                    <a:lnTo>
                      <a:pt x="1777" y="1506"/>
                    </a:lnTo>
                    <a:lnTo>
                      <a:pt x="1777" y="1506"/>
                    </a:lnTo>
                    <a:lnTo>
                      <a:pt x="1778" y="1506"/>
                    </a:lnTo>
                    <a:lnTo>
                      <a:pt x="1778" y="1506"/>
                    </a:lnTo>
                    <a:lnTo>
                      <a:pt x="1778" y="1506"/>
                    </a:lnTo>
                    <a:lnTo>
                      <a:pt x="1778" y="1506"/>
                    </a:lnTo>
                    <a:lnTo>
                      <a:pt x="1779" y="1506"/>
                    </a:lnTo>
                    <a:lnTo>
                      <a:pt x="1779" y="1506"/>
                    </a:lnTo>
                    <a:lnTo>
                      <a:pt x="1779" y="1506"/>
                    </a:lnTo>
                    <a:lnTo>
                      <a:pt x="1779" y="1506"/>
                    </a:lnTo>
                    <a:lnTo>
                      <a:pt x="1780" y="1506"/>
                    </a:lnTo>
                    <a:lnTo>
                      <a:pt x="1780" y="1506"/>
                    </a:lnTo>
                    <a:lnTo>
                      <a:pt x="1780" y="1506"/>
                    </a:lnTo>
                    <a:lnTo>
                      <a:pt x="1781" y="1506"/>
                    </a:lnTo>
                    <a:lnTo>
                      <a:pt x="1781" y="1506"/>
                    </a:lnTo>
                    <a:lnTo>
                      <a:pt x="1781" y="1506"/>
                    </a:lnTo>
                    <a:lnTo>
                      <a:pt x="1781" y="1506"/>
                    </a:lnTo>
                    <a:lnTo>
                      <a:pt x="1782" y="1506"/>
                    </a:lnTo>
                    <a:lnTo>
                      <a:pt x="1782" y="1506"/>
                    </a:lnTo>
                    <a:lnTo>
                      <a:pt x="1782" y="1506"/>
                    </a:lnTo>
                    <a:lnTo>
                      <a:pt x="1783" y="1506"/>
                    </a:lnTo>
                    <a:lnTo>
                      <a:pt x="1783" y="1506"/>
                    </a:lnTo>
                    <a:lnTo>
                      <a:pt x="1783" y="1506"/>
                    </a:lnTo>
                    <a:lnTo>
                      <a:pt x="1784" y="1506"/>
                    </a:lnTo>
                    <a:lnTo>
                      <a:pt x="1784" y="1506"/>
                    </a:lnTo>
                    <a:lnTo>
                      <a:pt x="1784" y="1506"/>
                    </a:lnTo>
                    <a:lnTo>
                      <a:pt x="1784" y="1506"/>
                    </a:lnTo>
                    <a:lnTo>
                      <a:pt x="1785" y="1506"/>
                    </a:lnTo>
                    <a:lnTo>
                      <a:pt x="1785" y="1506"/>
                    </a:lnTo>
                    <a:lnTo>
                      <a:pt x="1785" y="1506"/>
                    </a:lnTo>
                    <a:lnTo>
                      <a:pt x="1785" y="1506"/>
                    </a:lnTo>
                    <a:lnTo>
                      <a:pt x="1786" y="1506"/>
                    </a:lnTo>
                    <a:lnTo>
                      <a:pt x="1786" y="1506"/>
                    </a:lnTo>
                    <a:lnTo>
                      <a:pt x="1787" y="1506"/>
                    </a:lnTo>
                    <a:lnTo>
                      <a:pt x="1787" y="1506"/>
                    </a:lnTo>
                    <a:lnTo>
                      <a:pt x="1787" y="1506"/>
                    </a:lnTo>
                    <a:lnTo>
                      <a:pt x="1787" y="1506"/>
                    </a:lnTo>
                    <a:lnTo>
                      <a:pt x="1788" y="1506"/>
                    </a:lnTo>
                    <a:lnTo>
                      <a:pt x="1788" y="1506"/>
                    </a:lnTo>
                    <a:lnTo>
                      <a:pt x="1788" y="1506"/>
                    </a:lnTo>
                    <a:lnTo>
                      <a:pt x="1788" y="1506"/>
                    </a:lnTo>
                    <a:lnTo>
                      <a:pt x="1789" y="1506"/>
                    </a:lnTo>
                    <a:lnTo>
                      <a:pt x="1789" y="1506"/>
                    </a:lnTo>
                    <a:lnTo>
                      <a:pt x="1789" y="1506"/>
                    </a:lnTo>
                    <a:lnTo>
                      <a:pt x="1790" y="1506"/>
                    </a:lnTo>
                    <a:lnTo>
                      <a:pt x="1790" y="1506"/>
                    </a:lnTo>
                    <a:lnTo>
                      <a:pt x="1790" y="1506"/>
                    </a:lnTo>
                    <a:lnTo>
                      <a:pt x="1790" y="1506"/>
                    </a:lnTo>
                    <a:lnTo>
                      <a:pt x="1791" y="1506"/>
                    </a:lnTo>
                    <a:lnTo>
                      <a:pt x="1791" y="1506"/>
                    </a:lnTo>
                    <a:lnTo>
                      <a:pt x="1791" y="1506"/>
                    </a:lnTo>
                    <a:lnTo>
                      <a:pt x="1791" y="1506"/>
                    </a:lnTo>
                    <a:lnTo>
                      <a:pt x="1792" y="1506"/>
                    </a:lnTo>
                    <a:lnTo>
                      <a:pt x="1792" y="1506"/>
                    </a:lnTo>
                    <a:lnTo>
                      <a:pt x="1793" y="1506"/>
                    </a:lnTo>
                    <a:lnTo>
                      <a:pt x="1793" y="1506"/>
                    </a:lnTo>
                    <a:lnTo>
                      <a:pt x="1793" y="1506"/>
                    </a:lnTo>
                    <a:lnTo>
                      <a:pt x="1793" y="1506"/>
                    </a:lnTo>
                    <a:lnTo>
                      <a:pt x="1794" y="1506"/>
                    </a:lnTo>
                    <a:lnTo>
                      <a:pt x="1794" y="1506"/>
                    </a:lnTo>
                    <a:lnTo>
                      <a:pt x="1794" y="1506"/>
                    </a:lnTo>
                    <a:lnTo>
                      <a:pt x="1794" y="1506"/>
                    </a:lnTo>
                    <a:lnTo>
                      <a:pt x="1795" y="1506"/>
                    </a:lnTo>
                    <a:lnTo>
                      <a:pt x="1795" y="1506"/>
                    </a:lnTo>
                    <a:lnTo>
                      <a:pt x="1795" y="1506"/>
                    </a:lnTo>
                    <a:lnTo>
                      <a:pt x="1796" y="1506"/>
                    </a:lnTo>
                    <a:lnTo>
                      <a:pt x="1796" y="1506"/>
                    </a:lnTo>
                    <a:lnTo>
                      <a:pt x="1796" y="1506"/>
                    </a:lnTo>
                    <a:lnTo>
                      <a:pt x="1797" y="1506"/>
                    </a:lnTo>
                    <a:lnTo>
                      <a:pt x="1797" y="1506"/>
                    </a:lnTo>
                    <a:lnTo>
                      <a:pt x="1797" y="1506"/>
                    </a:lnTo>
                    <a:lnTo>
                      <a:pt x="1797" y="1506"/>
                    </a:lnTo>
                    <a:lnTo>
                      <a:pt x="1798" y="1506"/>
                    </a:lnTo>
                    <a:lnTo>
                      <a:pt x="1798" y="1506"/>
                    </a:lnTo>
                    <a:lnTo>
                      <a:pt x="1798" y="1506"/>
                    </a:lnTo>
                    <a:lnTo>
                      <a:pt x="1799" y="1506"/>
                    </a:lnTo>
                    <a:lnTo>
                      <a:pt x="1799" y="1506"/>
                    </a:lnTo>
                    <a:lnTo>
                      <a:pt x="1799" y="1506"/>
                    </a:lnTo>
                    <a:lnTo>
                      <a:pt x="1799" y="1506"/>
                    </a:lnTo>
                    <a:lnTo>
                      <a:pt x="1800" y="1506"/>
                    </a:lnTo>
                    <a:lnTo>
                      <a:pt x="1800" y="1506"/>
                    </a:lnTo>
                    <a:lnTo>
                      <a:pt x="1800" y="1506"/>
                    </a:lnTo>
                    <a:lnTo>
                      <a:pt x="1800" y="1506"/>
                    </a:lnTo>
                    <a:lnTo>
                      <a:pt x="1801" y="1506"/>
                    </a:lnTo>
                    <a:lnTo>
                      <a:pt x="1801" y="1506"/>
                    </a:lnTo>
                    <a:lnTo>
                      <a:pt x="1802" y="1506"/>
                    </a:lnTo>
                    <a:lnTo>
                      <a:pt x="1802" y="1506"/>
                    </a:lnTo>
                    <a:lnTo>
                      <a:pt x="1802" y="1506"/>
                    </a:lnTo>
                    <a:lnTo>
                      <a:pt x="1802" y="1506"/>
                    </a:lnTo>
                    <a:lnTo>
                      <a:pt x="1803" y="1506"/>
                    </a:lnTo>
                    <a:lnTo>
                      <a:pt x="1803" y="1506"/>
                    </a:lnTo>
                    <a:lnTo>
                      <a:pt x="1803" y="1506"/>
                    </a:lnTo>
                    <a:lnTo>
                      <a:pt x="1803" y="1506"/>
                    </a:lnTo>
                    <a:lnTo>
                      <a:pt x="1804" y="1506"/>
                    </a:lnTo>
                    <a:lnTo>
                      <a:pt x="1804" y="1506"/>
                    </a:lnTo>
                    <a:lnTo>
                      <a:pt x="1804" y="1506"/>
                    </a:lnTo>
                    <a:lnTo>
                      <a:pt x="1805" y="1506"/>
                    </a:lnTo>
                    <a:lnTo>
                      <a:pt x="1805" y="1506"/>
                    </a:lnTo>
                    <a:lnTo>
                      <a:pt x="1805" y="1506"/>
                    </a:lnTo>
                    <a:lnTo>
                      <a:pt x="1805" y="1506"/>
                    </a:lnTo>
                    <a:lnTo>
                      <a:pt x="1806" y="1506"/>
                    </a:lnTo>
                    <a:lnTo>
                      <a:pt x="1806" y="1506"/>
                    </a:lnTo>
                    <a:lnTo>
                      <a:pt x="1806" y="1506"/>
                    </a:lnTo>
                    <a:lnTo>
                      <a:pt x="1807" y="1506"/>
                    </a:lnTo>
                    <a:lnTo>
                      <a:pt x="1807" y="1506"/>
                    </a:lnTo>
                    <a:lnTo>
                      <a:pt x="1807" y="1506"/>
                    </a:lnTo>
                    <a:lnTo>
                      <a:pt x="1808" y="1506"/>
                    </a:lnTo>
                    <a:lnTo>
                      <a:pt x="1808" y="1506"/>
                    </a:lnTo>
                    <a:lnTo>
                      <a:pt x="1808" y="1506"/>
                    </a:lnTo>
                    <a:lnTo>
                      <a:pt x="1808" y="1506"/>
                    </a:lnTo>
                    <a:lnTo>
                      <a:pt x="1809" y="1506"/>
                    </a:lnTo>
                    <a:lnTo>
                      <a:pt x="1809" y="1506"/>
                    </a:lnTo>
                    <a:lnTo>
                      <a:pt x="1809" y="1506"/>
                    </a:lnTo>
                    <a:lnTo>
                      <a:pt x="1809" y="1506"/>
                    </a:lnTo>
                    <a:lnTo>
                      <a:pt x="1810" y="1506"/>
                    </a:lnTo>
                    <a:lnTo>
                      <a:pt x="1810" y="1506"/>
                    </a:lnTo>
                    <a:lnTo>
                      <a:pt x="1811" y="1506"/>
                    </a:lnTo>
                    <a:lnTo>
                      <a:pt x="1811" y="1506"/>
                    </a:lnTo>
                    <a:lnTo>
                      <a:pt x="1811" y="1506"/>
                    </a:lnTo>
                    <a:lnTo>
                      <a:pt x="1811" y="1506"/>
                    </a:lnTo>
                    <a:lnTo>
                      <a:pt x="1812" y="1506"/>
                    </a:lnTo>
                    <a:lnTo>
                      <a:pt x="1812" y="1506"/>
                    </a:lnTo>
                    <a:lnTo>
                      <a:pt x="1812" y="1506"/>
                    </a:lnTo>
                    <a:lnTo>
                      <a:pt x="1812" y="1506"/>
                    </a:lnTo>
                    <a:lnTo>
                      <a:pt x="1813" y="1506"/>
                    </a:lnTo>
                    <a:lnTo>
                      <a:pt x="1813" y="1506"/>
                    </a:lnTo>
                    <a:lnTo>
                      <a:pt x="1813" y="1506"/>
                    </a:lnTo>
                    <a:lnTo>
                      <a:pt x="1814" y="1506"/>
                    </a:lnTo>
                    <a:lnTo>
                      <a:pt x="1814" y="1506"/>
                    </a:lnTo>
                    <a:lnTo>
                      <a:pt x="1814" y="1506"/>
                    </a:lnTo>
                    <a:lnTo>
                      <a:pt x="1814" y="1506"/>
                    </a:lnTo>
                    <a:lnTo>
                      <a:pt x="1815" y="1506"/>
                    </a:lnTo>
                    <a:lnTo>
                      <a:pt x="1815" y="1506"/>
                    </a:lnTo>
                    <a:lnTo>
                      <a:pt x="1815" y="1506"/>
                    </a:lnTo>
                    <a:lnTo>
                      <a:pt x="1815" y="1506"/>
                    </a:lnTo>
                    <a:lnTo>
                      <a:pt x="1816" y="1506"/>
                    </a:lnTo>
                    <a:lnTo>
                      <a:pt x="1816" y="1506"/>
                    </a:lnTo>
                    <a:lnTo>
                      <a:pt x="1817" y="1506"/>
                    </a:lnTo>
                    <a:lnTo>
                      <a:pt x="1817" y="1506"/>
                    </a:lnTo>
                    <a:lnTo>
                      <a:pt x="1817" y="1506"/>
                    </a:lnTo>
                    <a:lnTo>
                      <a:pt x="1817" y="1506"/>
                    </a:lnTo>
                    <a:lnTo>
                      <a:pt x="1818" y="1506"/>
                    </a:lnTo>
                    <a:lnTo>
                      <a:pt x="1818" y="1506"/>
                    </a:lnTo>
                    <a:lnTo>
                      <a:pt x="1818" y="1506"/>
                    </a:lnTo>
                    <a:lnTo>
                      <a:pt x="1818" y="1506"/>
                    </a:lnTo>
                    <a:lnTo>
                      <a:pt x="1819" y="1506"/>
                    </a:lnTo>
                    <a:lnTo>
                      <a:pt x="1819" y="1506"/>
                    </a:lnTo>
                    <a:lnTo>
                      <a:pt x="1820" y="1506"/>
                    </a:lnTo>
                    <a:lnTo>
                      <a:pt x="1820" y="1506"/>
                    </a:lnTo>
                    <a:lnTo>
                      <a:pt x="1820" y="1506"/>
                    </a:lnTo>
                    <a:lnTo>
                      <a:pt x="1820" y="1506"/>
                    </a:lnTo>
                    <a:lnTo>
                      <a:pt x="1821" y="1506"/>
                    </a:lnTo>
                    <a:lnTo>
                      <a:pt x="1821" y="1506"/>
                    </a:lnTo>
                    <a:lnTo>
                      <a:pt x="1821" y="1506"/>
                    </a:lnTo>
                    <a:lnTo>
                      <a:pt x="1821" y="1506"/>
                    </a:lnTo>
                    <a:lnTo>
                      <a:pt x="1822" y="1506"/>
                    </a:lnTo>
                    <a:lnTo>
                      <a:pt x="1822" y="1506"/>
                    </a:lnTo>
                    <a:lnTo>
                      <a:pt x="1822" y="1506"/>
                    </a:lnTo>
                    <a:lnTo>
                      <a:pt x="1823" y="1506"/>
                    </a:lnTo>
                    <a:lnTo>
                      <a:pt x="1823" y="1506"/>
                    </a:lnTo>
                    <a:lnTo>
                      <a:pt x="1823" y="1506"/>
                    </a:lnTo>
                    <a:lnTo>
                      <a:pt x="1823" y="1506"/>
                    </a:lnTo>
                    <a:lnTo>
                      <a:pt x="1824" y="1506"/>
                    </a:lnTo>
                    <a:lnTo>
                      <a:pt x="1824" y="1506"/>
                    </a:lnTo>
                    <a:lnTo>
                      <a:pt x="1824" y="1506"/>
                    </a:lnTo>
                    <a:lnTo>
                      <a:pt x="1824" y="1506"/>
                    </a:lnTo>
                    <a:lnTo>
                      <a:pt x="1825" y="1506"/>
                    </a:lnTo>
                    <a:lnTo>
                      <a:pt x="1825" y="1506"/>
                    </a:lnTo>
                    <a:lnTo>
                      <a:pt x="1826" y="1506"/>
                    </a:lnTo>
                    <a:lnTo>
                      <a:pt x="1826" y="1506"/>
                    </a:lnTo>
                    <a:lnTo>
                      <a:pt x="1826" y="1506"/>
                    </a:lnTo>
                    <a:lnTo>
                      <a:pt x="1826" y="1506"/>
                    </a:lnTo>
                    <a:lnTo>
                      <a:pt x="1827" y="1506"/>
                    </a:lnTo>
                    <a:lnTo>
                      <a:pt x="1827" y="1506"/>
                    </a:lnTo>
                    <a:lnTo>
                      <a:pt x="1827" y="1506"/>
                    </a:lnTo>
                    <a:lnTo>
                      <a:pt x="1827" y="1506"/>
                    </a:lnTo>
                    <a:lnTo>
                      <a:pt x="1828" y="1506"/>
                    </a:lnTo>
                    <a:lnTo>
                      <a:pt x="1828" y="1506"/>
                    </a:lnTo>
                    <a:lnTo>
                      <a:pt x="1828" y="1506"/>
                    </a:lnTo>
                    <a:lnTo>
                      <a:pt x="1829" y="1506"/>
                    </a:lnTo>
                    <a:lnTo>
                      <a:pt x="1829" y="1506"/>
                    </a:lnTo>
                    <a:lnTo>
                      <a:pt x="1829" y="1506"/>
                    </a:lnTo>
                    <a:lnTo>
                      <a:pt x="1830" y="1506"/>
                    </a:lnTo>
                    <a:lnTo>
                      <a:pt x="1830" y="1506"/>
                    </a:lnTo>
                    <a:lnTo>
                      <a:pt x="1830" y="1506"/>
                    </a:lnTo>
                    <a:lnTo>
                      <a:pt x="1830" y="1506"/>
                    </a:lnTo>
                    <a:lnTo>
                      <a:pt x="1831" y="1506"/>
                    </a:lnTo>
                    <a:lnTo>
                      <a:pt x="1831" y="1506"/>
                    </a:lnTo>
                    <a:lnTo>
                      <a:pt x="1831" y="1506"/>
                    </a:lnTo>
                    <a:lnTo>
                      <a:pt x="1832" y="1506"/>
                    </a:lnTo>
                    <a:lnTo>
                      <a:pt x="1832" y="1506"/>
                    </a:lnTo>
                    <a:lnTo>
                      <a:pt x="1832" y="1506"/>
                    </a:lnTo>
                    <a:lnTo>
                      <a:pt x="1832" y="1506"/>
                    </a:lnTo>
                    <a:lnTo>
                      <a:pt x="1833" y="1506"/>
                    </a:lnTo>
                    <a:lnTo>
                      <a:pt x="1833" y="1506"/>
                    </a:lnTo>
                    <a:lnTo>
                      <a:pt x="1833" y="1506"/>
                    </a:lnTo>
                    <a:lnTo>
                      <a:pt x="1833" y="1506"/>
                    </a:lnTo>
                    <a:lnTo>
                      <a:pt x="1834" y="1506"/>
                    </a:lnTo>
                    <a:lnTo>
                      <a:pt x="1834" y="1506"/>
                    </a:lnTo>
                    <a:lnTo>
                      <a:pt x="1835" y="1506"/>
                    </a:lnTo>
                    <a:lnTo>
                      <a:pt x="1835" y="1506"/>
                    </a:lnTo>
                    <a:lnTo>
                      <a:pt x="1835" y="1506"/>
                    </a:lnTo>
                    <a:lnTo>
                      <a:pt x="1835" y="1506"/>
                    </a:lnTo>
                    <a:lnTo>
                      <a:pt x="1836" y="1506"/>
                    </a:lnTo>
                    <a:lnTo>
                      <a:pt x="1836" y="1506"/>
                    </a:lnTo>
                    <a:lnTo>
                      <a:pt x="1836" y="1506"/>
                    </a:lnTo>
                    <a:lnTo>
                      <a:pt x="1837" y="1506"/>
                    </a:lnTo>
                    <a:lnTo>
                      <a:pt x="1837" y="1506"/>
                    </a:lnTo>
                    <a:lnTo>
                      <a:pt x="1837" y="1506"/>
                    </a:lnTo>
                    <a:lnTo>
                      <a:pt x="1837" y="1506"/>
                    </a:lnTo>
                    <a:lnTo>
                      <a:pt x="1838" y="1506"/>
                    </a:lnTo>
                    <a:lnTo>
                      <a:pt x="1838" y="1506"/>
                    </a:lnTo>
                    <a:lnTo>
                      <a:pt x="1838" y="1506"/>
                    </a:lnTo>
                    <a:lnTo>
                      <a:pt x="1838" y="1506"/>
                    </a:lnTo>
                    <a:lnTo>
                      <a:pt x="1839" y="1506"/>
                    </a:lnTo>
                    <a:lnTo>
                      <a:pt x="1839" y="1506"/>
                    </a:lnTo>
                    <a:lnTo>
                      <a:pt x="1840" y="1506"/>
                    </a:lnTo>
                    <a:lnTo>
                      <a:pt x="1840" y="1506"/>
                    </a:lnTo>
                    <a:lnTo>
                      <a:pt x="1840" y="1506"/>
                    </a:lnTo>
                    <a:lnTo>
                      <a:pt x="1840" y="1506"/>
                    </a:lnTo>
                    <a:lnTo>
                      <a:pt x="1841" y="1506"/>
                    </a:lnTo>
                    <a:lnTo>
                      <a:pt x="1841" y="1506"/>
                    </a:lnTo>
                    <a:lnTo>
                      <a:pt x="1841" y="1506"/>
                    </a:lnTo>
                    <a:lnTo>
                      <a:pt x="1841" y="1506"/>
                    </a:lnTo>
                    <a:lnTo>
                      <a:pt x="1842" y="1506"/>
                    </a:lnTo>
                    <a:lnTo>
                      <a:pt x="1842" y="1506"/>
                    </a:lnTo>
                    <a:lnTo>
                      <a:pt x="1842" y="1506"/>
                    </a:lnTo>
                    <a:lnTo>
                      <a:pt x="1843" y="1506"/>
                    </a:lnTo>
                    <a:lnTo>
                      <a:pt x="1843" y="1506"/>
                    </a:lnTo>
                    <a:lnTo>
                      <a:pt x="1843" y="1506"/>
                    </a:lnTo>
                    <a:lnTo>
                      <a:pt x="1844" y="1506"/>
                    </a:lnTo>
                    <a:lnTo>
                      <a:pt x="1844" y="1506"/>
                    </a:lnTo>
                    <a:lnTo>
                      <a:pt x="1844" y="1506"/>
                    </a:lnTo>
                    <a:lnTo>
                      <a:pt x="1844" y="1506"/>
                    </a:lnTo>
                    <a:lnTo>
                      <a:pt x="1845" y="1506"/>
                    </a:lnTo>
                    <a:lnTo>
                      <a:pt x="1845" y="1506"/>
                    </a:lnTo>
                    <a:lnTo>
                      <a:pt x="1845" y="1506"/>
                    </a:lnTo>
                    <a:lnTo>
                      <a:pt x="1846" y="1506"/>
                    </a:lnTo>
                    <a:lnTo>
                      <a:pt x="1846" y="1506"/>
                    </a:lnTo>
                    <a:lnTo>
                      <a:pt x="1846" y="1506"/>
                    </a:lnTo>
                    <a:lnTo>
                      <a:pt x="1846" y="1506"/>
                    </a:lnTo>
                    <a:lnTo>
                      <a:pt x="1847" y="1506"/>
                    </a:lnTo>
                    <a:lnTo>
                      <a:pt x="1847" y="1506"/>
                    </a:lnTo>
                    <a:lnTo>
                      <a:pt x="1847" y="1506"/>
                    </a:lnTo>
                    <a:lnTo>
                      <a:pt x="1847" y="1506"/>
                    </a:lnTo>
                    <a:lnTo>
                      <a:pt x="1848" y="1506"/>
                    </a:lnTo>
                    <a:lnTo>
                      <a:pt x="1848" y="1506"/>
                    </a:lnTo>
                    <a:lnTo>
                      <a:pt x="1849" y="1506"/>
                    </a:lnTo>
                    <a:lnTo>
                      <a:pt x="1849" y="1506"/>
                    </a:lnTo>
                    <a:lnTo>
                      <a:pt x="1849" y="1506"/>
                    </a:lnTo>
                    <a:lnTo>
                      <a:pt x="1849" y="1506"/>
                    </a:lnTo>
                    <a:lnTo>
                      <a:pt x="1850" y="1506"/>
                    </a:lnTo>
                    <a:lnTo>
                      <a:pt x="1850" y="1506"/>
                    </a:lnTo>
                    <a:lnTo>
                      <a:pt x="1850" y="1506"/>
                    </a:lnTo>
                    <a:lnTo>
                      <a:pt x="1850" y="1506"/>
                    </a:lnTo>
                    <a:lnTo>
                      <a:pt x="1851" y="1506"/>
                    </a:lnTo>
                    <a:lnTo>
                      <a:pt x="1851" y="1506"/>
                    </a:lnTo>
                    <a:lnTo>
                      <a:pt x="1851" y="1506"/>
                    </a:lnTo>
                    <a:lnTo>
                      <a:pt x="1852" y="1506"/>
                    </a:lnTo>
                    <a:lnTo>
                      <a:pt x="1852" y="1506"/>
                    </a:lnTo>
                    <a:lnTo>
                      <a:pt x="1852" y="1506"/>
                    </a:lnTo>
                    <a:lnTo>
                      <a:pt x="1852" y="1506"/>
                    </a:lnTo>
                    <a:lnTo>
                      <a:pt x="1853" y="1506"/>
                    </a:lnTo>
                    <a:lnTo>
                      <a:pt x="1853" y="1506"/>
                    </a:lnTo>
                    <a:lnTo>
                      <a:pt x="1853" y="1506"/>
                    </a:lnTo>
                    <a:lnTo>
                      <a:pt x="1854" y="1506"/>
                    </a:lnTo>
                    <a:lnTo>
                      <a:pt x="1854" y="1506"/>
                    </a:lnTo>
                    <a:lnTo>
                      <a:pt x="1854" y="1506"/>
                    </a:lnTo>
                    <a:lnTo>
                      <a:pt x="1855" y="1506"/>
                    </a:lnTo>
                    <a:lnTo>
                      <a:pt x="1855" y="1506"/>
                    </a:lnTo>
                    <a:lnTo>
                      <a:pt x="1855" y="1506"/>
                    </a:lnTo>
                    <a:lnTo>
                      <a:pt x="1855" y="1506"/>
                    </a:lnTo>
                    <a:lnTo>
                      <a:pt x="1856" y="1506"/>
                    </a:lnTo>
                    <a:lnTo>
                      <a:pt x="1856" y="1506"/>
                    </a:lnTo>
                    <a:lnTo>
                      <a:pt x="1856" y="1506"/>
                    </a:lnTo>
                    <a:lnTo>
                      <a:pt x="1856" y="1506"/>
                    </a:lnTo>
                    <a:lnTo>
                      <a:pt x="1857" y="1506"/>
                    </a:lnTo>
                    <a:lnTo>
                      <a:pt x="1857" y="1506"/>
                    </a:lnTo>
                    <a:lnTo>
                      <a:pt x="1858" y="1506"/>
                    </a:lnTo>
                    <a:lnTo>
                      <a:pt x="1858" y="1506"/>
                    </a:lnTo>
                    <a:lnTo>
                      <a:pt x="1858" y="1506"/>
                    </a:lnTo>
                    <a:lnTo>
                      <a:pt x="1858" y="1506"/>
                    </a:lnTo>
                    <a:lnTo>
                      <a:pt x="1859" y="1506"/>
                    </a:lnTo>
                    <a:lnTo>
                      <a:pt x="1859" y="1506"/>
                    </a:lnTo>
                    <a:lnTo>
                      <a:pt x="1859" y="1506"/>
                    </a:lnTo>
                    <a:lnTo>
                      <a:pt x="1859" y="1506"/>
                    </a:lnTo>
                    <a:lnTo>
                      <a:pt x="1860" y="1506"/>
                    </a:lnTo>
                    <a:lnTo>
                      <a:pt x="1860" y="1506"/>
                    </a:lnTo>
                    <a:lnTo>
                      <a:pt x="1860" y="1506"/>
                    </a:lnTo>
                    <a:lnTo>
                      <a:pt x="1861" y="1506"/>
                    </a:lnTo>
                    <a:lnTo>
                      <a:pt x="1861" y="1506"/>
                    </a:lnTo>
                    <a:lnTo>
                      <a:pt x="1861" y="1506"/>
                    </a:lnTo>
                    <a:lnTo>
                      <a:pt x="1861" y="1506"/>
                    </a:lnTo>
                    <a:lnTo>
                      <a:pt x="1862" y="1506"/>
                    </a:lnTo>
                    <a:lnTo>
                      <a:pt x="1862" y="1506"/>
                    </a:lnTo>
                    <a:lnTo>
                      <a:pt x="1862" y="1506"/>
                    </a:lnTo>
                    <a:lnTo>
                      <a:pt x="1862" y="1506"/>
                    </a:lnTo>
                    <a:lnTo>
                      <a:pt x="1863" y="1506"/>
                    </a:lnTo>
                    <a:lnTo>
                      <a:pt x="1863" y="1506"/>
                    </a:lnTo>
                    <a:lnTo>
                      <a:pt x="1864" y="1506"/>
                    </a:lnTo>
                    <a:lnTo>
                      <a:pt x="1864" y="1506"/>
                    </a:lnTo>
                    <a:lnTo>
                      <a:pt x="1864" y="1506"/>
                    </a:lnTo>
                    <a:lnTo>
                      <a:pt x="1864" y="1506"/>
                    </a:lnTo>
                    <a:lnTo>
                      <a:pt x="1865" y="1506"/>
                    </a:lnTo>
                    <a:lnTo>
                      <a:pt x="1865" y="1506"/>
                    </a:lnTo>
                    <a:lnTo>
                      <a:pt x="1865" y="1506"/>
                    </a:lnTo>
                    <a:lnTo>
                      <a:pt x="1865" y="1506"/>
                    </a:lnTo>
                    <a:lnTo>
                      <a:pt x="1866" y="1506"/>
                    </a:lnTo>
                    <a:lnTo>
                      <a:pt x="1866" y="1506"/>
                    </a:lnTo>
                    <a:lnTo>
                      <a:pt x="1867" y="1506"/>
                    </a:lnTo>
                    <a:lnTo>
                      <a:pt x="1867" y="1506"/>
                    </a:lnTo>
                    <a:lnTo>
                      <a:pt x="1867" y="1506"/>
                    </a:lnTo>
                    <a:lnTo>
                      <a:pt x="1867" y="1506"/>
                    </a:lnTo>
                    <a:lnTo>
                      <a:pt x="1868" y="1506"/>
                    </a:lnTo>
                    <a:lnTo>
                      <a:pt x="1868" y="1506"/>
                    </a:lnTo>
                    <a:lnTo>
                      <a:pt x="1868" y="1506"/>
                    </a:lnTo>
                    <a:lnTo>
                      <a:pt x="1868" y="1506"/>
                    </a:lnTo>
                    <a:lnTo>
                      <a:pt x="1869" y="1506"/>
                    </a:lnTo>
                    <a:lnTo>
                      <a:pt x="1869" y="1506"/>
                    </a:lnTo>
                    <a:lnTo>
                      <a:pt x="1869" y="1506"/>
                    </a:lnTo>
                    <a:lnTo>
                      <a:pt x="1870" y="1506"/>
                    </a:lnTo>
                    <a:lnTo>
                      <a:pt x="1870" y="1506"/>
                    </a:lnTo>
                    <a:lnTo>
                      <a:pt x="1870" y="1506"/>
                    </a:lnTo>
                    <a:lnTo>
                      <a:pt x="1870" y="1506"/>
                    </a:lnTo>
                    <a:lnTo>
                      <a:pt x="1871" y="1506"/>
                    </a:lnTo>
                    <a:lnTo>
                      <a:pt x="1871" y="1506"/>
                    </a:lnTo>
                    <a:lnTo>
                      <a:pt x="1871" y="1506"/>
                    </a:lnTo>
                    <a:lnTo>
                      <a:pt x="1871" y="1506"/>
                    </a:lnTo>
                    <a:lnTo>
                      <a:pt x="1872" y="1506"/>
                    </a:lnTo>
                    <a:lnTo>
                      <a:pt x="1872" y="1506"/>
                    </a:lnTo>
                    <a:lnTo>
                      <a:pt x="1873" y="1506"/>
                    </a:lnTo>
                    <a:lnTo>
                      <a:pt x="1873" y="1506"/>
                    </a:lnTo>
                    <a:lnTo>
                      <a:pt x="1873" y="1506"/>
                    </a:lnTo>
                    <a:lnTo>
                      <a:pt x="1873" y="1506"/>
                    </a:lnTo>
                    <a:lnTo>
                      <a:pt x="1874" y="1506"/>
                    </a:lnTo>
                    <a:lnTo>
                      <a:pt x="1874" y="1506"/>
                    </a:lnTo>
                    <a:lnTo>
                      <a:pt x="1874" y="1506"/>
                    </a:lnTo>
                    <a:lnTo>
                      <a:pt x="1874" y="1506"/>
                    </a:lnTo>
                    <a:lnTo>
                      <a:pt x="1875" y="1506"/>
                    </a:lnTo>
                    <a:lnTo>
                      <a:pt x="1875" y="1506"/>
                    </a:lnTo>
                    <a:lnTo>
                      <a:pt x="1875" y="1506"/>
                    </a:lnTo>
                    <a:lnTo>
                      <a:pt x="1876" y="1506"/>
                    </a:lnTo>
                    <a:lnTo>
                      <a:pt x="1876" y="1506"/>
                    </a:lnTo>
                    <a:lnTo>
                      <a:pt x="1876" y="1506"/>
                    </a:lnTo>
                    <a:lnTo>
                      <a:pt x="1877" y="1506"/>
                    </a:lnTo>
                    <a:lnTo>
                      <a:pt x="1877" y="1506"/>
                    </a:lnTo>
                    <a:lnTo>
                      <a:pt x="1877" y="1506"/>
                    </a:lnTo>
                    <a:lnTo>
                      <a:pt x="1877" y="1506"/>
                    </a:lnTo>
                    <a:lnTo>
                      <a:pt x="1878" y="1506"/>
                    </a:lnTo>
                    <a:lnTo>
                      <a:pt x="1878" y="1506"/>
                    </a:lnTo>
                    <a:lnTo>
                      <a:pt x="1878" y="1506"/>
                    </a:lnTo>
                    <a:lnTo>
                      <a:pt x="1879" y="1506"/>
                    </a:lnTo>
                    <a:lnTo>
                      <a:pt x="1879" y="1506"/>
                    </a:lnTo>
                    <a:lnTo>
                      <a:pt x="1879" y="1506"/>
                    </a:lnTo>
                    <a:lnTo>
                      <a:pt x="1879" y="1506"/>
                    </a:lnTo>
                    <a:lnTo>
                      <a:pt x="1880" y="1506"/>
                    </a:lnTo>
                    <a:lnTo>
                      <a:pt x="1880" y="1506"/>
                    </a:lnTo>
                    <a:lnTo>
                      <a:pt x="1880" y="1506"/>
                    </a:lnTo>
                    <a:lnTo>
                      <a:pt x="1880" y="1506"/>
                    </a:lnTo>
                    <a:lnTo>
                      <a:pt x="1881" y="1506"/>
                    </a:lnTo>
                    <a:lnTo>
                      <a:pt x="1881" y="1506"/>
                    </a:lnTo>
                    <a:lnTo>
                      <a:pt x="1882" y="1506"/>
                    </a:lnTo>
                    <a:lnTo>
                      <a:pt x="1882" y="1506"/>
                    </a:lnTo>
                    <a:lnTo>
                      <a:pt x="1882" y="1506"/>
                    </a:lnTo>
                    <a:lnTo>
                      <a:pt x="1882" y="1506"/>
                    </a:lnTo>
                    <a:lnTo>
                      <a:pt x="1883" y="1506"/>
                    </a:lnTo>
                    <a:lnTo>
                      <a:pt x="1883" y="1506"/>
                    </a:lnTo>
                    <a:lnTo>
                      <a:pt x="1883" y="1506"/>
                    </a:lnTo>
                    <a:lnTo>
                      <a:pt x="1883" y="1506"/>
                    </a:lnTo>
                    <a:lnTo>
                      <a:pt x="1884" y="1506"/>
                    </a:lnTo>
                    <a:lnTo>
                      <a:pt x="1884" y="1506"/>
                    </a:lnTo>
                    <a:lnTo>
                      <a:pt x="1884" y="1506"/>
                    </a:lnTo>
                    <a:lnTo>
                      <a:pt x="1885" y="1506"/>
                    </a:lnTo>
                    <a:lnTo>
                      <a:pt x="1885" y="1506"/>
                    </a:lnTo>
                    <a:lnTo>
                      <a:pt x="1885" y="1506"/>
                    </a:lnTo>
                    <a:lnTo>
                      <a:pt x="1885" y="1506"/>
                    </a:lnTo>
                    <a:lnTo>
                      <a:pt x="1886" y="1506"/>
                    </a:lnTo>
                    <a:lnTo>
                      <a:pt x="1886" y="1506"/>
                    </a:lnTo>
                    <a:lnTo>
                      <a:pt x="1886" y="1506"/>
                    </a:lnTo>
                    <a:lnTo>
                      <a:pt x="1887" y="1506"/>
                    </a:lnTo>
                    <a:lnTo>
                      <a:pt x="1887" y="1506"/>
                    </a:lnTo>
                    <a:lnTo>
                      <a:pt x="1887" y="1506"/>
                    </a:lnTo>
                    <a:lnTo>
                      <a:pt x="1888" y="1506"/>
                    </a:lnTo>
                    <a:lnTo>
                      <a:pt x="1888" y="1506"/>
                    </a:lnTo>
                    <a:lnTo>
                      <a:pt x="1888" y="1506"/>
                    </a:lnTo>
                    <a:lnTo>
                      <a:pt x="1888" y="1506"/>
                    </a:lnTo>
                    <a:lnTo>
                      <a:pt x="1889" y="1506"/>
                    </a:lnTo>
                    <a:lnTo>
                      <a:pt x="1889" y="1506"/>
                    </a:lnTo>
                    <a:lnTo>
                      <a:pt x="1889" y="1506"/>
                    </a:lnTo>
                    <a:lnTo>
                      <a:pt x="1889" y="1506"/>
                    </a:lnTo>
                    <a:lnTo>
                      <a:pt x="1890" y="1506"/>
                    </a:lnTo>
                    <a:lnTo>
                      <a:pt x="1890" y="1506"/>
                    </a:lnTo>
                    <a:lnTo>
                      <a:pt x="1891" y="1506"/>
                    </a:lnTo>
                    <a:lnTo>
                      <a:pt x="1891" y="1506"/>
                    </a:lnTo>
                    <a:lnTo>
                      <a:pt x="1891" y="1506"/>
                    </a:lnTo>
                    <a:lnTo>
                      <a:pt x="1891" y="1506"/>
                    </a:lnTo>
                    <a:lnTo>
                      <a:pt x="1892" y="1506"/>
                    </a:lnTo>
                    <a:lnTo>
                      <a:pt x="1892" y="1506"/>
                    </a:lnTo>
                    <a:lnTo>
                      <a:pt x="1892" y="1506"/>
                    </a:lnTo>
                    <a:lnTo>
                      <a:pt x="1892" y="1506"/>
                    </a:lnTo>
                    <a:lnTo>
                      <a:pt x="1893" y="1506"/>
                    </a:lnTo>
                    <a:lnTo>
                      <a:pt x="1893" y="1506"/>
                    </a:lnTo>
                    <a:lnTo>
                      <a:pt x="1893" y="1506"/>
                    </a:lnTo>
                    <a:lnTo>
                      <a:pt x="1894" y="1506"/>
                    </a:lnTo>
                    <a:lnTo>
                      <a:pt x="1894" y="1506"/>
                    </a:lnTo>
                    <a:lnTo>
                      <a:pt x="1894" y="1506"/>
                    </a:lnTo>
                    <a:lnTo>
                      <a:pt x="1894" y="1506"/>
                    </a:lnTo>
                    <a:lnTo>
                      <a:pt x="1895" y="1506"/>
                    </a:lnTo>
                    <a:lnTo>
                      <a:pt x="1895" y="1506"/>
                    </a:lnTo>
                    <a:lnTo>
                      <a:pt x="1895" y="1506"/>
                    </a:lnTo>
                    <a:lnTo>
                      <a:pt x="1895" y="1506"/>
                    </a:lnTo>
                    <a:lnTo>
                      <a:pt x="1896" y="1506"/>
                    </a:lnTo>
                    <a:lnTo>
                      <a:pt x="1896" y="1506"/>
                    </a:lnTo>
                    <a:lnTo>
                      <a:pt x="1897" y="1506"/>
                    </a:lnTo>
                    <a:lnTo>
                      <a:pt x="1897" y="1506"/>
                    </a:lnTo>
                    <a:lnTo>
                      <a:pt x="1897" y="1506"/>
                    </a:lnTo>
                    <a:lnTo>
                      <a:pt x="1897" y="1506"/>
                    </a:lnTo>
                    <a:lnTo>
                      <a:pt x="1898" y="1506"/>
                    </a:lnTo>
                    <a:lnTo>
                      <a:pt x="1898" y="1506"/>
                    </a:lnTo>
                    <a:lnTo>
                      <a:pt x="1898" y="1506"/>
                    </a:lnTo>
                    <a:lnTo>
                      <a:pt x="1898" y="1506"/>
                    </a:lnTo>
                    <a:lnTo>
                      <a:pt x="1899" y="1506"/>
                    </a:lnTo>
                    <a:lnTo>
                      <a:pt x="1899" y="1506"/>
                    </a:lnTo>
                    <a:lnTo>
                      <a:pt x="1899" y="1506"/>
                    </a:lnTo>
                    <a:lnTo>
                      <a:pt x="1900" y="1506"/>
                    </a:lnTo>
                    <a:lnTo>
                      <a:pt x="1900" y="1506"/>
                    </a:lnTo>
                    <a:lnTo>
                      <a:pt x="1900" y="1506"/>
                    </a:lnTo>
                    <a:lnTo>
                      <a:pt x="1901" y="1506"/>
                    </a:lnTo>
                    <a:lnTo>
                      <a:pt x="1901" y="1506"/>
                    </a:lnTo>
                    <a:lnTo>
                      <a:pt x="1901" y="1506"/>
                    </a:lnTo>
                    <a:lnTo>
                      <a:pt x="1901" y="1506"/>
                    </a:lnTo>
                    <a:lnTo>
                      <a:pt x="1902" y="1506"/>
                    </a:lnTo>
                    <a:lnTo>
                      <a:pt x="1902" y="1506"/>
                    </a:lnTo>
                    <a:lnTo>
                      <a:pt x="1902" y="1506"/>
                    </a:lnTo>
                    <a:lnTo>
                      <a:pt x="1903" y="1506"/>
                    </a:lnTo>
                    <a:lnTo>
                      <a:pt x="1903" y="1506"/>
                    </a:lnTo>
                    <a:lnTo>
                      <a:pt x="1903" y="1506"/>
                    </a:lnTo>
                    <a:lnTo>
                      <a:pt x="1903" y="1506"/>
                    </a:lnTo>
                    <a:lnTo>
                      <a:pt x="1904" y="1506"/>
                    </a:lnTo>
                    <a:lnTo>
                      <a:pt x="1904" y="1506"/>
                    </a:lnTo>
                    <a:lnTo>
                      <a:pt x="1905" y="1506"/>
                    </a:lnTo>
                    <a:lnTo>
                      <a:pt x="1905" y="1506"/>
                    </a:lnTo>
                    <a:lnTo>
                      <a:pt x="1905" y="1506"/>
                    </a:lnTo>
                    <a:lnTo>
                      <a:pt x="1905" y="1506"/>
                    </a:lnTo>
                    <a:lnTo>
                      <a:pt x="1906" y="1506"/>
                    </a:lnTo>
                    <a:lnTo>
                      <a:pt x="1906" y="1506"/>
                    </a:lnTo>
                    <a:lnTo>
                      <a:pt x="1906" y="1506"/>
                    </a:lnTo>
                    <a:lnTo>
                      <a:pt x="1906" y="1506"/>
                    </a:lnTo>
                    <a:lnTo>
                      <a:pt x="1907" y="1506"/>
                    </a:lnTo>
                    <a:lnTo>
                      <a:pt x="1907" y="1506"/>
                    </a:lnTo>
                    <a:lnTo>
                      <a:pt x="1907" y="1506"/>
                    </a:lnTo>
                    <a:lnTo>
                      <a:pt x="1908" y="1506"/>
                    </a:lnTo>
                    <a:lnTo>
                      <a:pt x="1908" y="1506"/>
                    </a:lnTo>
                    <a:lnTo>
                      <a:pt x="1908" y="1506"/>
                    </a:lnTo>
                    <a:lnTo>
                      <a:pt x="1908" y="1506"/>
                    </a:lnTo>
                    <a:lnTo>
                      <a:pt x="1909" y="1506"/>
                    </a:lnTo>
                    <a:lnTo>
                      <a:pt x="1909" y="1506"/>
                    </a:lnTo>
                    <a:lnTo>
                      <a:pt x="1909" y="1506"/>
                    </a:lnTo>
                    <a:lnTo>
                      <a:pt x="1909" y="1506"/>
                    </a:lnTo>
                    <a:lnTo>
                      <a:pt x="1910" y="1506"/>
                    </a:lnTo>
                    <a:lnTo>
                      <a:pt x="1910" y="1506"/>
                    </a:lnTo>
                    <a:lnTo>
                      <a:pt x="1911" y="1506"/>
                    </a:lnTo>
                    <a:lnTo>
                      <a:pt x="1911" y="1506"/>
                    </a:lnTo>
                    <a:lnTo>
                      <a:pt x="1911" y="1506"/>
                    </a:lnTo>
                    <a:lnTo>
                      <a:pt x="1911" y="1506"/>
                    </a:lnTo>
                    <a:lnTo>
                      <a:pt x="1912" y="1506"/>
                    </a:lnTo>
                    <a:lnTo>
                      <a:pt x="1912" y="1506"/>
                    </a:lnTo>
                    <a:lnTo>
                      <a:pt x="1912" y="1506"/>
                    </a:lnTo>
                    <a:lnTo>
                      <a:pt x="1912" y="1506"/>
                    </a:lnTo>
                    <a:lnTo>
                      <a:pt x="1913" y="1506"/>
                    </a:lnTo>
                    <a:lnTo>
                      <a:pt x="1913" y="1506"/>
                    </a:lnTo>
                    <a:lnTo>
                      <a:pt x="1914" y="1506"/>
                    </a:lnTo>
                    <a:lnTo>
                      <a:pt x="1914" y="1506"/>
                    </a:lnTo>
                    <a:lnTo>
                      <a:pt x="1914" y="1506"/>
                    </a:lnTo>
                    <a:lnTo>
                      <a:pt x="1914" y="1506"/>
                    </a:lnTo>
                    <a:lnTo>
                      <a:pt x="1915" y="1506"/>
                    </a:lnTo>
                    <a:lnTo>
                      <a:pt x="1915" y="1506"/>
                    </a:lnTo>
                    <a:lnTo>
                      <a:pt x="1915" y="1506"/>
                    </a:lnTo>
                    <a:lnTo>
                      <a:pt x="1915" y="1506"/>
                    </a:lnTo>
                    <a:lnTo>
                      <a:pt x="1916" y="1506"/>
                    </a:lnTo>
                    <a:lnTo>
                      <a:pt x="1916" y="1506"/>
                    </a:lnTo>
                    <a:lnTo>
                      <a:pt x="1916" y="1506"/>
                    </a:lnTo>
                    <a:lnTo>
                      <a:pt x="1917" y="1506"/>
                    </a:lnTo>
                    <a:lnTo>
                      <a:pt x="1917" y="1506"/>
                    </a:lnTo>
                    <a:lnTo>
                      <a:pt x="1917" y="1506"/>
                    </a:lnTo>
                    <a:lnTo>
                      <a:pt x="1917" y="1506"/>
                    </a:lnTo>
                    <a:lnTo>
                      <a:pt x="1918" y="1506"/>
                    </a:lnTo>
                    <a:lnTo>
                      <a:pt x="1918" y="1506"/>
                    </a:lnTo>
                    <a:lnTo>
                      <a:pt x="1918" y="1506"/>
                    </a:lnTo>
                    <a:lnTo>
                      <a:pt x="1918" y="1506"/>
                    </a:lnTo>
                    <a:lnTo>
                      <a:pt x="1919" y="1506"/>
                    </a:lnTo>
                    <a:lnTo>
                      <a:pt x="1919" y="1506"/>
                    </a:lnTo>
                    <a:lnTo>
                      <a:pt x="1920" y="1506"/>
                    </a:lnTo>
                    <a:lnTo>
                      <a:pt x="1920" y="1506"/>
                    </a:lnTo>
                    <a:lnTo>
                      <a:pt x="1920" y="1506"/>
                    </a:lnTo>
                    <a:lnTo>
                      <a:pt x="1920" y="1506"/>
                    </a:lnTo>
                    <a:lnTo>
                      <a:pt x="1921" y="1506"/>
                    </a:lnTo>
                    <a:lnTo>
                      <a:pt x="1921" y="1506"/>
                    </a:lnTo>
                    <a:lnTo>
                      <a:pt x="1921" y="1506"/>
                    </a:lnTo>
                    <a:lnTo>
                      <a:pt x="1921" y="1506"/>
                    </a:lnTo>
                    <a:lnTo>
                      <a:pt x="1922" y="1506"/>
                    </a:lnTo>
                    <a:lnTo>
                      <a:pt x="1922" y="1506"/>
                    </a:lnTo>
                    <a:lnTo>
                      <a:pt x="1922" y="1506"/>
                    </a:lnTo>
                    <a:lnTo>
                      <a:pt x="1923" y="1506"/>
                    </a:lnTo>
                    <a:lnTo>
                      <a:pt x="1923" y="1506"/>
                    </a:lnTo>
                    <a:lnTo>
                      <a:pt x="1923" y="1506"/>
                    </a:lnTo>
                    <a:lnTo>
                      <a:pt x="1924" y="1506"/>
                    </a:lnTo>
                    <a:lnTo>
                      <a:pt x="1924" y="1506"/>
                    </a:lnTo>
                    <a:lnTo>
                      <a:pt x="1924" y="1506"/>
                    </a:lnTo>
                    <a:lnTo>
                      <a:pt x="1924" y="1506"/>
                    </a:lnTo>
                    <a:lnTo>
                      <a:pt x="1925" y="1506"/>
                    </a:lnTo>
                    <a:lnTo>
                      <a:pt x="1925" y="1506"/>
                    </a:lnTo>
                    <a:lnTo>
                      <a:pt x="1925" y="1506"/>
                    </a:lnTo>
                    <a:lnTo>
                      <a:pt x="1926" y="1506"/>
                    </a:lnTo>
                    <a:lnTo>
                      <a:pt x="1926" y="1506"/>
                    </a:lnTo>
                    <a:lnTo>
                      <a:pt x="1926" y="1506"/>
                    </a:lnTo>
                    <a:lnTo>
                      <a:pt x="1926" y="1506"/>
                    </a:lnTo>
                    <a:lnTo>
                      <a:pt x="1927" y="1506"/>
                    </a:lnTo>
                    <a:lnTo>
                      <a:pt x="1927" y="1506"/>
                    </a:lnTo>
                    <a:lnTo>
                      <a:pt x="1927" y="1506"/>
                    </a:lnTo>
                    <a:lnTo>
                      <a:pt x="1927" y="1506"/>
                    </a:lnTo>
                    <a:lnTo>
                      <a:pt x="1928" y="1506"/>
                    </a:lnTo>
                    <a:lnTo>
                      <a:pt x="1928" y="1506"/>
                    </a:lnTo>
                    <a:lnTo>
                      <a:pt x="1929" y="1506"/>
                    </a:lnTo>
                    <a:lnTo>
                      <a:pt x="1929" y="1506"/>
                    </a:lnTo>
                    <a:lnTo>
                      <a:pt x="1929" y="1506"/>
                    </a:lnTo>
                    <a:lnTo>
                      <a:pt x="1929" y="1506"/>
                    </a:lnTo>
                    <a:lnTo>
                      <a:pt x="1930" y="1506"/>
                    </a:lnTo>
                    <a:lnTo>
                      <a:pt x="1930" y="1506"/>
                    </a:lnTo>
                    <a:lnTo>
                      <a:pt x="1930" y="1506"/>
                    </a:lnTo>
                    <a:lnTo>
                      <a:pt x="1930" y="1506"/>
                    </a:lnTo>
                    <a:lnTo>
                      <a:pt x="1931" y="1506"/>
                    </a:lnTo>
                    <a:lnTo>
                      <a:pt x="1931" y="1506"/>
                    </a:lnTo>
                    <a:lnTo>
                      <a:pt x="1931" y="1506"/>
                    </a:lnTo>
                    <a:lnTo>
                      <a:pt x="1932" y="1506"/>
                    </a:lnTo>
                    <a:lnTo>
                      <a:pt x="1932" y="1506"/>
                    </a:lnTo>
                    <a:lnTo>
                      <a:pt x="1932" y="1506"/>
                    </a:lnTo>
                    <a:lnTo>
                      <a:pt x="1932" y="1506"/>
                    </a:lnTo>
                    <a:lnTo>
                      <a:pt x="1933" y="1506"/>
                    </a:lnTo>
                    <a:lnTo>
                      <a:pt x="1933" y="1506"/>
                    </a:lnTo>
                    <a:lnTo>
                      <a:pt x="1933" y="1506"/>
                    </a:lnTo>
                    <a:lnTo>
                      <a:pt x="1934" y="1506"/>
                    </a:lnTo>
                    <a:lnTo>
                      <a:pt x="1934" y="1506"/>
                    </a:lnTo>
                    <a:lnTo>
                      <a:pt x="1934" y="1506"/>
                    </a:lnTo>
                    <a:lnTo>
                      <a:pt x="1935" y="1506"/>
                    </a:lnTo>
                    <a:lnTo>
                      <a:pt x="1935" y="1506"/>
                    </a:lnTo>
                    <a:lnTo>
                      <a:pt x="1935" y="1506"/>
                    </a:lnTo>
                    <a:lnTo>
                      <a:pt x="1935" y="1506"/>
                    </a:lnTo>
                    <a:lnTo>
                      <a:pt x="1936" y="1506"/>
                    </a:lnTo>
                    <a:lnTo>
                      <a:pt x="1936" y="1506"/>
                    </a:lnTo>
                    <a:lnTo>
                      <a:pt x="1936" y="1506"/>
                    </a:lnTo>
                    <a:lnTo>
                      <a:pt x="1936" y="1506"/>
                    </a:lnTo>
                    <a:lnTo>
                      <a:pt x="1937" y="1506"/>
                    </a:lnTo>
                    <a:lnTo>
                      <a:pt x="1937" y="1506"/>
                    </a:lnTo>
                    <a:lnTo>
                      <a:pt x="1938" y="1506"/>
                    </a:lnTo>
                    <a:lnTo>
                      <a:pt x="1938" y="1506"/>
                    </a:lnTo>
                    <a:lnTo>
                      <a:pt x="1938" y="1506"/>
                    </a:lnTo>
                    <a:lnTo>
                      <a:pt x="1938" y="1506"/>
                    </a:lnTo>
                    <a:lnTo>
                      <a:pt x="1939" y="1506"/>
                    </a:lnTo>
                    <a:lnTo>
                      <a:pt x="1939" y="1506"/>
                    </a:lnTo>
                    <a:lnTo>
                      <a:pt x="1939" y="1506"/>
                    </a:lnTo>
                    <a:lnTo>
                      <a:pt x="1939" y="1506"/>
                    </a:lnTo>
                    <a:lnTo>
                      <a:pt x="1940" y="1506"/>
                    </a:lnTo>
                    <a:lnTo>
                      <a:pt x="1940" y="1506"/>
                    </a:lnTo>
                    <a:lnTo>
                      <a:pt x="1940" y="1506"/>
                    </a:lnTo>
                    <a:lnTo>
                      <a:pt x="1941" y="1506"/>
                    </a:lnTo>
                    <a:lnTo>
                      <a:pt x="1941" y="1506"/>
                    </a:lnTo>
                    <a:lnTo>
                      <a:pt x="1941" y="1506"/>
                    </a:lnTo>
                    <a:lnTo>
                      <a:pt x="1941" y="1506"/>
                    </a:lnTo>
                    <a:lnTo>
                      <a:pt x="1942" y="1506"/>
                    </a:lnTo>
                    <a:lnTo>
                      <a:pt x="1942" y="1506"/>
                    </a:lnTo>
                    <a:lnTo>
                      <a:pt x="1942" y="1506"/>
                    </a:lnTo>
                    <a:lnTo>
                      <a:pt x="1942" y="1506"/>
                    </a:lnTo>
                    <a:lnTo>
                      <a:pt x="1943" y="1506"/>
                    </a:lnTo>
                    <a:lnTo>
                      <a:pt x="1943" y="1506"/>
                    </a:lnTo>
                    <a:lnTo>
                      <a:pt x="1944" y="1506"/>
                    </a:lnTo>
                    <a:lnTo>
                      <a:pt x="1944" y="1506"/>
                    </a:lnTo>
                    <a:lnTo>
                      <a:pt x="1944" y="1506"/>
                    </a:lnTo>
                    <a:lnTo>
                      <a:pt x="1944" y="1506"/>
                    </a:lnTo>
                    <a:lnTo>
                      <a:pt x="1945" y="1506"/>
                    </a:lnTo>
                    <a:lnTo>
                      <a:pt x="1945" y="1506"/>
                    </a:lnTo>
                    <a:lnTo>
                      <a:pt x="1945" y="1506"/>
                    </a:lnTo>
                    <a:lnTo>
                      <a:pt x="1945" y="1506"/>
                    </a:lnTo>
                    <a:lnTo>
                      <a:pt x="1946" y="1506"/>
                    </a:lnTo>
                    <a:lnTo>
                      <a:pt x="1946" y="1506"/>
                    </a:lnTo>
                    <a:lnTo>
                      <a:pt x="1946" y="1506"/>
                    </a:lnTo>
                    <a:lnTo>
                      <a:pt x="1947" y="1506"/>
                    </a:lnTo>
                    <a:lnTo>
                      <a:pt x="1947" y="1506"/>
                    </a:lnTo>
                    <a:lnTo>
                      <a:pt x="1947" y="1506"/>
                    </a:lnTo>
                    <a:lnTo>
                      <a:pt x="1948" y="1506"/>
                    </a:lnTo>
                    <a:lnTo>
                      <a:pt x="1948" y="1506"/>
                    </a:lnTo>
                    <a:lnTo>
                      <a:pt x="1948" y="1506"/>
                    </a:lnTo>
                    <a:lnTo>
                      <a:pt x="1948" y="1506"/>
                    </a:lnTo>
                    <a:lnTo>
                      <a:pt x="1949" y="1506"/>
                    </a:lnTo>
                    <a:lnTo>
                      <a:pt x="1949" y="1506"/>
                    </a:lnTo>
                    <a:lnTo>
                      <a:pt x="1949" y="1506"/>
                    </a:lnTo>
                    <a:lnTo>
                      <a:pt x="1950" y="1506"/>
                    </a:lnTo>
                    <a:lnTo>
                      <a:pt x="1950" y="1506"/>
                    </a:lnTo>
                    <a:lnTo>
                      <a:pt x="1950" y="1506"/>
                    </a:lnTo>
                    <a:lnTo>
                      <a:pt x="1950" y="1506"/>
                    </a:lnTo>
                    <a:lnTo>
                      <a:pt x="1951" y="1506"/>
                    </a:lnTo>
                    <a:lnTo>
                      <a:pt x="1951" y="1506"/>
                    </a:lnTo>
                    <a:lnTo>
                      <a:pt x="1951" y="1506"/>
                    </a:lnTo>
                    <a:lnTo>
                      <a:pt x="1951" y="1506"/>
                    </a:lnTo>
                    <a:lnTo>
                      <a:pt x="1952" y="1506"/>
                    </a:lnTo>
                    <a:lnTo>
                      <a:pt x="1952" y="1506"/>
                    </a:lnTo>
                    <a:lnTo>
                      <a:pt x="1953" y="1506"/>
                    </a:lnTo>
                    <a:lnTo>
                      <a:pt x="1953" y="1506"/>
                    </a:lnTo>
                    <a:lnTo>
                      <a:pt x="1953" y="1506"/>
                    </a:lnTo>
                    <a:lnTo>
                      <a:pt x="1953" y="1506"/>
                    </a:lnTo>
                    <a:lnTo>
                      <a:pt x="1954" y="1506"/>
                    </a:lnTo>
                    <a:lnTo>
                      <a:pt x="1954" y="1506"/>
                    </a:lnTo>
                    <a:lnTo>
                      <a:pt x="1954" y="1506"/>
                    </a:lnTo>
                    <a:lnTo>
                      <a:pt x="1954" y="1506"/>
                    </a:lnTo>
                    <a:lnTo>
                      <a:pt x="1955" y="1506"/>
                    </a:lnTo>
                    <a:lnTo>
                      <a:pt x="1955" y="1506"/>
                    </a:lnTo>
                    <a:lnTo>
                      <a:pt x="1955" y="1506"/>
                    </a:lnTo>
                    <a:lnTo>
                      <a:pt x="1956" y="1506"/>
                    </a:lnTo>
                    <a:lnTo>
                      <a:pt x="1956" y="1506"/>
                    </a:lnTo>
                    <a:lnTo>
                      <a:pt x="1956" y="1506"/>
                    </a:lnTo>
                    <a:lnTo>
                      <a:pt x="1956" y="1506"/>
                    </a:lnTo>
                    <a:lnTo>
                      <a:pt x="1957" y="1506"/>
                    </a:lnTo>
                    <a:lnTo>
                      <a:pt x="1957" y="1506"/>
                    </a:lnTo>
                    <a:lnTo>
                      <a:pt x="1957" y="1506"/>
                    </a:lnTo>
                    <a:lnTo>
                      <a:pt x="1958" y="1506"/>
                    </a:lnTo>
                    <a:lnTo>
                      <a:pt x="1958" y="1506"/>
                    </a:lnTo>
                    <a:lnTo>
                      <a:pt x="1958" y="1506"/>
                    </a:lnTo>
                    <a:lnTo>
                      <a:pt x="1959" y="1506"/>
                    </a:lnTo>
                    <a:lnTo>
                      <a:pt x="1959" y="1506"/>
                    </a:lnTo>
                    <a:lnTo>
                      <a:pt x="1959" y="1506"/>
                    </a:lnTo>
                    <a:lnTo>
                      <a:pt x="1959" y="1506"/>
                    </a:lnTo>
                    <a:lnTo>
                      <a:pt x="1960" y="1506"/>
                    </a:lnTo>
                    <a:lnTo>
                      <a:pt x="1960" y="1506"/>
                    </a:lnTo>
                    <a:lnTo>
                      <a:pt x="1960" y="1506"/>
                    </a:lnTo>
                    <a:lnTo>
                      <a:pt x="1960" y="1506"/>
                    </a:lnTo>
                    <a:lnTo>
                      <a:pt x="1961" y="1506"/>
                    </a:lnTo>
                    <a:lnTo>
                      <a:pt x="1961" y="1506"/>
                    </a:lnTo>
                    <a:lnTo>
                      <a:pt x="1962" y="1506"/>
                    </a:lnTo>
                    <a:lnTo>
                      <a:pt x="1962" y="1506"/>
                    </a:lnTo>
                    <a:lnTo>
                      <a:pt x="1962" y="1506"/>
                    </a:lnTo>
                    <a:lnTo>
                      <a:pt x="1962" y="1506"/>
                    </a:lnTo>
                    <a:lnTo>
                      <a:pt x="1963" y="1506"/>
                    </a:lnTo>
                    <a:lnTo>
                      <a:pt x="1963" y="1506"/>
                    </a:lnTo>
                    <a:lnTo>
                      <a:pt x="1963" y="1506"/>
                    </a:lnTo>
                    <a:lnTo>
                      <a:pt x="1963" y="1506"/>
                    </a:lnTo>
                    <a:lnTo>
                      <a:pt x="1964" y="1506"/>
                    </a:lnTo>
                    <a:lnTo>
                      <a:pt x="1964" y="1506"/>
                    </a:lnTo>
                    <a:lnTo>
                      <a:pt x="1964" y="1506"/>
                    </a:lnTo>
                    <a:lnTo>
                      <a:pt x="1965" y="1506"/>
                    </a:lnTo>
                    <a:lnTo>
                      <a:pt x="1965" y="1506"/>
                    </a:lnTo>
                    <a:lnTo>
                      <a:pt x="1965" y="1506"/>
                    </a:lnTo>
                    <a:lnTo>
                      <a:pt x="1965" y="1506"/>
                    </a:lnTo>
                    <a:lnTo>
                      <a:pt x="1966" y="1506"/>
                    </a:lnTo>
                    <a:lnTo>
                      <a:pt x="1966" y="1506"/>
                    </a:lnTo>
                    <a:lnTo>
                      <a:pt x="1966" y="1506"/>
                    </a:lnTo>
                    <a:lnTo>
                      <a:pt x="1966" y="1506"/>
                    </a:lnTo>
                    <a:lnTo>
                      <a:pt x="1967" y="1506"/>
                    </a:lnTo>
                    <a:lnTo>
                      <a:pt x="1967" y="1506"/>
                    </a:lnTo>
                    <a:lnTo>
                      <a:pt x="1968" y="1506"/>
                    </a:lnTo>
                    <a:lnTo>
                      <a:pt x="1968" y="1506"/>
                    </a:lnTo>
                    <a:lnTo>
                      <a:pt x="1968" y="1506"/>
                    </a:lnTo>
                    <a:lnTo>
                      <a:pt x="1968" y="1506"/>
                    </a:lnTo>
                    <a:lnTo>
                      <a:pt x="1969" y="1506"/>
                    </a:lnTo>
                    <a:lnTo>
                      <a:pt x="1969" y="1506"/>
                    </a:lnTo>
                    <a:lnTo>
                      <a:pt x="1969" y="1506"/>
                    </a:lnTo>
                    <a:lnTo>
                      <a:pt x="1969" y="1506"/>
                    </a:lnTo>
                    <a:lnTo>
                      <a:pt x="1970" y="1506"/>
                    </a:lnTo>
                    <a:lnTo>
                      <a:pt x="1970" y="1506"/>
                    </a:lnTo>
                    <a:lnTo>
                      <a:pt x="1971" y="1506"/>
                    </a:lnTo>
                    <a:lnTo>
                      <a:pt x="1971" y="1506"/>
                    </a:lnTo>
                    <a:lnTo>
                      <a:pt x="1971" y="1506"/>
                    </a:lnTo>
                    <a:lnTo>
                      <a:pt x="1971" y="1506"/>
                    </a:lnTo>
                    <a:lnTo>
                      <a:pt x="1972" y="1506"/>
                    </a:lnTo>
                    <a:lnTo>
                      <a:pt x="1972" y="1506"/>
                    </a:lnTo>
                    <a:lnTo>
                      <a:pt x="1972" y="1506"/>
                    </a:lnTo>
                    <a:lnTo>
                      <a:pt x="1973" y="1506"/>
                    </a:lnTo>
                    <a:lnTo>
                      <a:pt x="1973" y="1506"/>
                    </a:lnTo>
                    <a:lnTo>
                      <a:pt x="1973" y="1506"/>
                    </a:lnTo>
                    <a:lnTo>
                      <a:pt x="1973" y="1506"/>
                    </a:lnTo>
                    <a:lnTo>
                      <a:pt x="1974" y="1506"/>
                    </a:lnTo>
                    <a:lnTo>
                      <a:pt x="1974" y="1506"/>
                    </a:lnTo>
                    <a:lnTo>
                      <a:pt x="1974" y="1506"/>
                    </a:lnTo>
                    <a:lnTo>
                      <a:pt x="1974" y="1506"/>
                    </a:lnTo>
                    <a:lnTo>
                      <a:pt x="1975" y="1506"/>
                    </a:lnTo>
                    <a:lnTo>
                      <a:pt x="1975" y="1506"/>
                    </a:lnTo>
                    <a:lnTo>
                      <a:pt x="1976" y="1506"/>
                    </a:lnTo>
                    <a:lnTo>
                      <a:pt x="1976" y="1506"/>
                    </a:lnTo>
                    <a:lnTo>
                      <a:pt x="1976" y="1506"/>
                    </a:lnTo>
                    <a:lnTo>
                      <a:pt x="1976" y="1506"/>
                    </a:lnTo>
                    <a:lnTo>
                      <a:pt x="1977" y="1506"/>
                    </a:lnTo>
                    <a:lnTo>
                      <a:pt x="1977" y="1506"/>
                    </a:lnTo>
                    <a:lnTo>
                      <a:pt x="1977" y="1506"/>
                    </a:lnTo>
                    <a:lnTo>
                      <a:pt x="1977" y="1506"/>
                    </a:lnTo>
                    <a:lnTo>
                      <a:pt x="1978" y="1506"/>
                    </a:lnTo>
                    <a:lnTo>
                      <a:pt x="1978" y="1506"/>
                    </a:lnTo>
                    <a:lnTo>
                      <a:pt x="1978" y="1506"/>
                    </a:lnTo>
                    <a:lnTo>
                      <a:pt x="1979" y="1506"/>
                    </a:lnTo>
                    <a:lnTo>
                      <a:pt x="1979" y="1506"/>
                    </a:lnTo>
                    <a:lnTo>
                      <a:pt x="1979" y="1506"/>
                    </a:lnTo>
                    <a:lnTo>
                      <a:pt x="1979" y="1506"/>
                    </a:lnTo>
                    <a:lnTo>
                      <a:pt x="1980" y="1506"/>
                    </a:lnTo>
                    <a:lnTo>
                      <a:pt x="1980" y="1506"/>
                    </a:lnTo>
                    <a:lnTo>
                      <a:pt x="1980" y="1506"/>
                    </a:lnTo>
                    <a:lnTo>
                      <a:pt x="1981" y="1506"/>
                    </a:lnTo>
                    <a:lnTo>
                      <a:pt x="1981" y="1506"/>
                    </a:lnTo>
                    <a:lnTo>
                      <a:pt x="1981" y="1506"/>
                    </a:lnTo>
                    <a:lnTo>
                      <a:pt x="1982" y="1506"/>
                    </a:lnTo>
                    <a:lnTo>
                      <a:pt x="1982" y="1506"/>
                    </a:lnTo>
                    <a:lnTo>
                      <a:pt x="1982" y="1506"/>
                    </a:lnTo>
                    <a:lnTo>
                      <a:pt x="1982" y="1506"/>
                    </a:lnTo>
                    <a:lnTo>
                      <a:pt x="1983" y="1506"/>
                    </a:lnTo>
                    <a:lnTo>
                      <a:pt x="1983" y="1506"/>
                    </a:lnTo>
                    <a:lnTo>
                      <a:pt x="1983" y="1506"/>
                    </a:lnTo>
                    <a:lnTo>
                      <a:pt x="1983" y="1506"/>
                    </a:lnTo>
                    <a:lnTo>
                      <a:pt x="1984" y="1506"/>
                    </a:lnTo>
                    <a:lnTo>
                      <a:pt x="1984" y="1506"/>
                    </a:lnTo>
                    <a:lnTo>
                      <a:pt x="1985" y="1506"/>
                    </a:lnTo>
                    <a:lnTo>
                      <a:pt x="1985" y="1506"/>
                    </a:lnTo>
                    <a:lnTo>
                      <a:pt x="1985" y="1506"/>
                    </a:lnTo>
                    <a:lnTo>
                      <a:pt x="1985" y="1506"/>
                    </a:lnTo>
                    <a:lnTo>
                      <a:pt x="1986" y="1506"/>
                    </a:lnTo>
                    <a:lnTo>
                      <a:pt x="1986" y="1506"/>
                    </a:lnTo>
                    <a:lnTo>
                      <a:pt x="1986" y="1506"/>
                    </a:lnTo>
                    <a:lnTo>
                      <a:pt x="1986" y="1506"/>
                    </a:lnTo>
                    <a:lnTo>
                      <a:pt x="1987" y="1506"/>
                    </a:lnTo>
                    <a:lnTo>
                      <a:pt x="1987" y="1506"/>
                    </a:lnTo>
                    <a:lnTo>
                      <a:pt x="1987" y="1506"/>
                    </a:lnTo>
                    <a:lnTo>
                      <a:pt x="1988" y="1506"/>
                    </a:lnTo>
                    <a:lnTo>
                      <a:pt x="1988" y="1506"/>
                    </a:lnTo>
                    <a:lnTo>
                      <a:pt x="1988" y="1506"/>
                    </a:lnTo>
                    <a:lnTo>
                      <a:pt x="1988" y="1506"/>
                    </a:lnTo>
                    <a:lnTo>
                      <a:pt x="1989" y="1506"/>
                    </a:lnTo>
                    <a:lnTo>
                      <a:pt x="1989" y="1506"/>
                    </a:lnTo>
                    <a:lnTo>
                      <a:pt x="1989" y="1506"/>
                    </a:lnTo>
                    <a:lnTo>
                      <a:pt x="1989" y="1506"/>
                    </a:lnTo>
                    <a:lnTo>
                      <a:pt x="1990" y="1506"/>
                    </a:lnTo>
                    <a:lnTo>
                      <a:pt x="1990" y="1506"/>
                    </a:lnTo>
                    <a:lnTo>
                      <a:pt x="1991" y="1506"/>
                    </a:lnTo>
                    <a:lnTo>
                      <a:pt x="1991" y="1506"/>
                    </a:lnTo>
                    <a:lnTo>
                      <a:pt x="1991" y="1506"/>
                    </a:lnTo>
                    <a:lnTo>
                      <a:pt x="1991" y="1506"/>
                    </a:lnTo>
                    <a:lnTo>
                      <a:pt x="1992" y="1506"/>
                    </a:lnTo>
                    <a:lnTo>
                      <a:pt x="1992" y="1506"/>
                    </a:lnTo>
                    <a:lnTo>
                      <a:pt x="1992" y="1506"/>
                    </a:lnTo>
                    <a:lnTo>
                      <a:pt x="1992" y="1506"/>
                    </a:lnTo>
                    <a:lnTo>
                      <a:pt x="1993" y="1506"/>
                    </a:lnTo>
                    <a:lnTo>
                      <a:pt x="1993" y="1506"/>
                    </a:lnTo>
                    <a:lnTo>
                      <a:pt x="1993" y="1506"/>
                    </a:lnTo>
                    <a:lnTo>
                      <a:pt x="1994" y="1506"/>
                    </a:lnTo>
                    <a:lnTo>
                      <a:pt x="1994" y="1506"/>
                    </a:lnTo>
                    <a:lnTo>
                      <a:pt x="1994" y="1506"/>
                    </a:lnTo>
                    <a:lnTo>
                      <a:pt x="1995" y="1506"/>
                    </a:lnTo>
                    <a:lnTo>
                      <a:pt x="1995" y="1506"/>
                    </a:lnTo>
                    <a:lnTo>
                      <a:pt x="1995" y="1506"/>
                    </a:lnTo>
                    <a:lnTo>
                      <a:pt x="1995" y="1506"/>
                    </a:lnTo>
                    <a:lnTo>
                      <a:pt x="1996" y="1506"/>
                    </a:lnTo>
                    <a:lnTo>
                      <a:pt x="1996" y="1506"/>
                    </a:lnTo>
                    <a:lnTo>
                      <a:pt x="1996" y="1506"/>
                    </a:lnTo>
                    <a:lnTo>
                      <a:pt x="1997" y="1506"/>
                    </a:lnTo>
                    <a:lnTo>
                      <a:pt x="1997" y="1506"/>
                    </a:lnTo>
                    <a:lnTo>
                      <a:pt x="1997" y="1506"/>
                    </a:lnTo>
                    <a:lnTo>
                      <a:pt x="1997" y="1506"/>
                    </a:lnTo>
                    <a:lnTo>
                      <a:pt x="1998" y="1506"/>
                    </a:lnTo>
                    <a:lnTo>
                      <a:pt x="1998" y="1506"/>
                    </a:lnTo>
                    <a:lnTo>
                      <a:pt x="1998" y="1506"/>
                    </a:lnTo>
                    <a:lnTo>
                      <a:pt x="1998" y="1506"/>
                    </a:lnTo>
                    <a:lnTo>
                      <a:pt x="1999" y="1506"/>
                    </a:lnTo>
                    <a:lnTo>
                      <a:pt x="1999" y="1506"/>
                    </a:lnTo>
                    <a:lnTo>
                      <a:pt x="2000" y="1506"/>
                    </a:lnTo>
                    <a:lnTo>
                      <a:pt x="2000" y="1506"/>
                    </a:lnTo>
                    <a:lnTo>
                      <a:pt x="2000" y="1506"/>
                    </a:lnTo>
                    <a:lnTo>
                      <a:pt x="2000" y="1506"/>
                    </a:lnTo>
                    <a:lnTo>
                      <a:pt x="2001" y="1506"/>
                    </a:lnTo>
                    <a:lnTo>
                      <a:pt x="2001" y="1506"/>
                    </a:lnTo>
                    <a:lnTo>
                      <a:pt x="2001" y="1506"/>
                    </a:lnTo>
                    <a:lnTo>
                      <a:pt x="2001" y="1506"/>
                    </a:lnTo>
                    <a:lnTo>
                      <a:pt x="2002" y="1506"/>
                    </a:lnTo>
                    <a:lnTo>
                      <a:pt x="2002" y="1506"/>
                    </a:lnTo>
                    <a:lnTo>
                      <a:pt x="2002" y="1506"/>
                    </a:lnTo>
                    <a:lnTo>
                      <a:pt x="2003" y="1506"/>
                    </a:lnTo>
                    <a:lnTo>
                      <a:pt x="2003" y="1506"/>
                    </a:lnTo>
                    <a:lnTo>
                      <a:pt x="2003" y="1506"/>
                    </a:lnTo>
                    <a:lnTo>
                      <a:pt x="2003" y="1506"/>
                    </a:lnTo>
                    <a:lnTo>
                      <a:pt x="2004" y="1506"/>
                    </a:lnTo>
                    <a:lnTo>
                      <a:pt x="2004" y="1506"/>
                    </a:lnTo>
                    <a:lnTo>
                      <a:pt x="2004" y="1506"/>
                    </a:lnTo>
                    <a:lnTo>
                      <a:pt x="2005" y="1506"/>
                    </a:lnTo>
                    <a:lnTo>
                      <a:pt x="2005" y="1506"/>
                    </a:lnTo>
                    <a:lnTo>
                      <a:pt x="2005" y="1506"/>
                    </a:lnTo>
                    <a:lnTo>
                      <a:pt x="2006" y="1506"/>
                    </a:lnTo>
                    <a:lnTo>
                      <a:pt x="2006" y="1506"/>
                    </a:lnTo>
                    <a:lnTo>
                      <a:pt x="2006" y="1506"/>
                    </a:lnTo>
                    <a:lnTo>
                      <a:pt x="2006" y="1506"/>
                    </a:lnTo>
                    <a:lnTo>
                      <a:pt x="2007" y="1506"/>
                    </a:lnTo>
                    <a:lnTo>
                      <a:pt x="2007" y="1506"/>
                    </a:lnTo>
                    <a:lnTo>
                      <a:pt x="2007" y="1506"/>
                    </a:lnTo>
                    <a:lnTo>
                      <a:pt x="2007" y="1506"/>
                    </a:lnTo>
                    <a:lnTo>
                      <a:pt x="2008" y="1506"/>
                    </a:lnTo>
                    <a:lnTo>
                      <a:pt x="2008" y="1506"/>
                    </a:lnTo>
                    <a:lnTo>
                      <a:pt x="2009" y="1506"/>
                    </a:lnTo>
                    <a:lnTo>
                      <a:pt x="2009" y="1506"/>
                    </a:lnTo>
                    <a:lnTo>
                      <a:pt x="2009" y="1506"/>
                    </a:lnTo>
                    <a:lnTo>
                      <a:pt x="2009" y="1506"/>
                    </a:lnTo>
                    <a:lnTo>
                      <a:pt x="2010" y="1506"/>
                    </a:lnTo>
                    <a:lnTo>
                      <a:pt x="2010" y="1506"/>
                    </a:lnTo>
                    <a:lnTo>
                      <a:pt x="2010" y="1506"/>
                    </a:lnTo>
                    <a:lnTo>
                      <a:pt x="2010" y="1506"/>
                    </a:lnTo>
                    <a:lnTo>
                      <a:pt x="2011" y="1506"/>
                    </a:lnTo>
                    <a:lnTo>
                      <a:pt x="2011" y="1506"/>
                    </a:lnTo>
                    <a:lnTo>
                      <a:pt x="2011" y="1506"/>
                    </a:lnTo>
                    <a:lnTo>
                      <a:pt x="2012" y="1506"/>
                    </a:lnTo>
                    <a:lnTo>
                      <a:pt x="2012" y="1506"/>
                    </a:lnTo>
                    <a:lnTo>
                      <a:pt x="2012" y="1506"/>
                    </a:lnTo>
                    <a:lnTo>
                      <a:pt x="2012" y="1506"/>
                    </a:lnTo>
                    <a:lnTo>
                      <a:pt x="2013" y="1506"/>
                    </a:lnTo>
                    <a:lnTo>
                      <a:pt x="2013" y="1506"/>
                    </a:lnTo>
                    <a:lnTo>
                      <a:pt x="2013" y="1506"/>
                    </a:lnTo>
                    <a:lnTo>
                      <a:pt x="2013" y="1506"/>
                    </a:lnTo>
                    <a:lnTo>
                      <a:pt x="2014" y="1506"/>
                    </a:lnTo>
                    <a:lnTo>
                      <a:pt x="2014" y="1506"/>
                    </a:lnTo>
                    <a:lnTo>
                      <a:pt x="2015" y="1506"/>
                    </a:lnTo>
                    <a:lnTo>
                      <a:pt x="2015" y="1506"/>
                    </a:lnTo>
                    <a:lnTo>
                      <a:pt x="2015" y="1506"/>
                    </a:lnTo>
                    <a:lnTo>
                      <a:pt x="2015" y="1506"/>
                    </a:lnTo>
                    <a:lnTo>
                      <a:pt x="2016" y="1506"/>
                    </a:lnTo>
                    <a:lnTo>
                      <a:pt x="2016" y="1506"/>
                    </a:lnTo>
                    <a:lnTo>
                      <a:pt x="2016" y="1506"/>
                    </a:lnTo>
                    <a:lnTo>
                      <a:pt x="2016" y="1506"/>
                    </a:lnTo>
                    <a:lnTo>
                      <a:pt x="2017" y="1506"/>
                    </a:lnTo>
                    <a:lnTo>
                      <a:pt x="2017" y="1506"/>
                    </a:lnTo>
                    <a:lnTo>
                      <a:pt x="2017" y="1506"/>
                    </a:lnTo>
                    <a:lnTo>
                      <a:pt x="2018" y="1506"/>
                    </a:lnTo>
                    <a:lnTo>
                      <a:pt x="2018" y="1506"/>
                    </a:lnTo>
                    <a:lnTo>
                      <a:pt x="2018" y="1506"/>
                    </a:lnTo>
                    <a:lnTo>
                      <a:pt x="2019" y="1506"/>
                    </a:lnTo>
                    <a:lnTo>
                      <a:pt x="2019" y="1506"/>
                    </a:lnTo>
                    <a:lnTo>
                      <a:pt x="2019" y="1506"/>
                    </a:lnTo>
                    <a:lnTo>
                      <a:pt x="2019" y="1506"/>
                    </a:lnTo>
                    <a:lnTo>
                      <a:pt x="2020" y="1506"/>
                    </a:lnTo>
                    <a:lnTo>
                      <a:pt x="2020" y="1506"/>
                    </a:lnTo>
                    <a:lnTo>
                      <a:pt x="2020" y="1506"/>
                    </a:lnTo>
                    <a:lnTo>
                      <a:pt x="2021" y="1506"/>
                    </a:lnTo>
                    <a:lnTo>
                      <a:pt x="2021" y="1506"/>
                    </a:lnTo>
                    <a:lnTo>
                      <a:pt x="2021" y="1506"/>
                    </a:lnTo>
                    <a:lnTo>
                      <a:pt x="2021" y="1506"/>
                    </a:lnTo>
                    <a:lnTo>
                      <a:pt x="2022" y="1506"/>
                    </a:lnTo>
                    <a:lnTo>
                      <a:pt x="2022" y="1506"/>
                    </a:lnTo>
                    <a:lnTo>
                      <a:pt x="2022" y="1506"/>
                    </a:lnTo>
                    <a:lnTo>
                      <a:pt x="2022" y="1506"/>
                    </a:lnTo>
                    <a:lnTo>
                      <a:pt x="2023" y="1506"/>
                    </a:lnTo>
                    <a:lnTo>
                      <a:pt x="2023" y="1506"/>
                    </a:lnTo>
                    <a:lnTo>
                      <a:pt x="2024" y="1506"/>
                    </a:lnTo>
                    <a:lnTo>
                      <a:pt x="2024" y="1506"/>
                    </a:lnTo>
                    <a:lnTo>
                      <a:pt x="2024" y="1506"/>
                    </a:lnTo>
                    <a:lnTo>
                      <a:pt x="2024" y="1506"/>
                    </a:lnTo>
                    <a:lnTo>
                      <a:pt x="2025" y="1506"/>
                    </a:lnTo>
                    <a:lnTo>
                      <a:pt x="2025" y="1506"/>
                    </a:lnTo>
                    <a:lnTo>
                      <a:pt x="2025" y="1506"/>
                    </a:lnTo>
                    <a:lnTo>
                      <a:pt x="2025" y="1506"/>
                    </a:lnTo>
                    <a:lnTo>
                      <a:pt x="2026" y="1506"/>
                    </a:lnTo>
                    <a:lnTo>
                      <a:pt x="2026" y="1506"/>
                    </a:lnTo>
                    <a:lnTo>
                      <a:pt x="2026" y="1506"/>
                    </a:lnTo>
                    <a:lnTo>
                      <a:pt x="2027" y="1506"/>
                    </a:lnTo>
                    <a:lnTo>
                      <a:pt x="2027" y="1506"/>
                    </a:lnTo>
                    <a:lnTo>
                      <a:pt x="2027" y="1506"/>
                    </a:lnTo>
                    <a:lnTo>
                      <a:pt x="2028" y="1506"/>
                    </a:lnTo>
                    <a:lnTo>
                      <a:pt x="2028" y="1506"/>
                    </a:lnTo>
                    <a:lnTo>
                      <a:pt x="2028" y="1506"/>
                    </a:lnTo>
                    <a:lnTo>
                      <a:pt x="2028" y="1506"/>
                    </a:lnTo>
                    <a:lnTo>
                      <a:pt x="2029" y="1506"/>
                    </a:lnTo>
                    <a:lnTo>
                      <a:pt x="2029" y="1506"/>
                    </a:lnTo>
                    <a:lnTo>
                      <a:pt x="2029" y="1506"/>
                    </a:lnTo>
                    <a:lnTo>
                      <a:pt x="2030" y="1506"/>
                    </a:lnTo>
                    <a:lnTo>
                      <a:pt x="2030" y="1506"/>
                    </a:lnTo>
                    <a:lnTo>
                      <a:pt x="2030" y="1506"/>
                    </a:lnTo>
                    <a:lnTo>
                      <a:pt x="2030" y="1506"/>
                    </a:lnTo>
                    <a:lnTo>
                      <a:pt x="2031" y="1506"/>
                    </a:lnTo>
                    <a:lnTo>
                      <a:pt x="2031" y="1506"/>
                    </a:lnTo>
                    <a:lnTo>
                      <a:pt x="2031" y="1506"/>
                    </a:lnTo>
                    <a:lnTo>
                      <a:pt x="2031" y="1506"/>
                    </a:lnTo>
                    <a:lnTo>
                      <a:pt x="2032" y="1506"/>
                    </a:lnTo>
                    <a:lnTo>
                      <a:pt x="2032" y="1506"/>
                    </a:lnTo>
                    <a:lnTo>
                      <a:pt x="2033" y="1506"/>
                    </a:lnTo>
                    <a:lnTo>
                      <a:pt x="2033" y="1506"/>
                    </a:lnTo>
                    <a:lnTo>
                      <a:pt x="2033" y="1506"/>
                    </a:lnTo>
                    <a:lnTo>
                      <a:pt x="2033" y="1506"/>
                    </a:lnTo>
                    <a:lnTo>
                      <a:pt x="2034" y="1506"/>
                    </a:lnTo>
                    <a:lnTo>
                      <a:pt x="2034" y="1506"/>
                    </a:lnTo>
                    <a:lnTo>
                      <a:pt x="2034" y="1506"/>
                    </a:lnTo>
                    <a:lnTo>
                      <a:pt x="2034" y="1506"/>
                    </a:lnTo>
                    <a:lnTo>
                      <a:pt x="2035" y="1506"/>
                    </a:lnTo>
                    <a:lnTo>
                      <a:pt x="2035" y="1506"/>
                    </a:lnTo>
                    <a:lnTo>
                      <a:pt x="2035" y="1506"/>
                    </a:lnTo>
                    <a:lnTo>
                      <a:pt x="2036" y="1506"/>
                    </a:lnTo>
                    <a:lnTo>
                      <a:pt x="2036" y="1506"/>
                    </a:lnTo>
                    <a:lnTo>
                      <a:pt x="2036" y="1506"/>
                    </a:lnTo>
                    <a:lnTo>
                      <a:pt x="2036" y="1506"/>
                    </a:lnTo>
                    <a:lnTo>
                      <a:pt x="2037" y="1506"/>
                    </a:lnTo>
                    <a:lnTo>
                      <a:pt x="2037" y="1506"/>
                    </a:lnTo>
                    <a:lnTo>
                      <a:pt x="2037" y="1506"/>
                    </a:lnTo>
                    <a:lnTo>
                      <a:pt x="2038" y="1506"/>
                    </a:lnTo>
                    <a:lnTo>
                      <a:pt x="2038" y="1506"/>
                    </a:lnTo>
                    <a:lnTo>
                      <a:pt x="2038" y="1506"/>
                    </a:lnTo>
                    <a:lnTo>
                      <a:pt x="2039" y="1506"/>
                    </a:lnTo>
                    <a:lnTo>
                      <a:pt x="2039" y="1506"/>
                    </a:lnTo>
                    <a:lnTo>
                      <a:pt x="2039" y="1506"/>
                    </a:lnTo>
                    <a:lnTo>
                      <a:pt x="2039" y="1506"/>
                    </a:lnTo>
                    <a:lnTo>
                      <a:pt x="2040" y="1506"/>
                    </a:lnTo>
                    <a:lnTo>
                      <a:pt x="2040" y="1506"/>
                    </a:lnTo>
                    <a:lnTo>
                      <a:pt x="2040" y="1506"/>
                    </a:lnTo>
                    <a:lnTo>
                      <a:pt x="2041" y="1506"/>
                    </a:lnTo>
                    <a:lnTo>
                      <a:pt x="2041" y="1506"/>
                    </a:lnTo>
                    <a:lnTo>
                      <a:pt x="2041" y="1506"/>
                    </a:lnTo>
                    <a:lnTo>
                      <a:pt x="2042" y="1506"/>
                    </a:lnTo>
                    <a:lnTo>
                      <a:pt x="2042" y="1506"/>
                    </a:lnTo>
                    <a:lnTo>
                      <a:pt x="2042" y="1506"/>
                    </a:lnTo>
                    <a:lnTo>
                      <a:pt x="2042" y="1506"/>
                    </a:lnTo>
                    <a:lnTo>
                      <a:pt x="2043" y="1506"/>
                    </a:lnTo>
                    <a:lnTo>
                      <a:pt x="2043" y="1506"/>
                    </a:lnTo>
                    <a:lnTo>
                      <a:pt x="2043" y="1506"/>
                    </a:lnTo>
                    <a:lnTo>
                      <a:pt x="2044" y="1506"/>
                    </a:lnTo>
                    <a:lnTo>
                      <a:pt x="2044" y="1506"/>
                    </a:lnTo>
                    <a:lnTo>
                      <a:pt x="2044" y="1506"/>
                    </a:lnTo>
                    <a:lnTo>
                      <a:pt x="2044" y="1506"/>
                    </a:lnTo>
                    <a:lnTo>
                      <a:pt x="2045" y="1506"/>
                    </a:lnTo>
                    <a:lnTo>
                      <a:pt x="2045" y="1506"/>
                    </a:lnTo>
                    <a:lnTo>
                      <a:pt x="2045" y="1506"/>
                    </a:lnTo>
                    <a:lnTo>
                      <a:pt x="2045" y="1506"/>
                    </a:lnTo>
                    <a:lnTo>
                      <a:pt x="2046" y="1506"/>
                    </a:lnTo>
                    <a:lnTo>
                      <a:pt x="2046" y="1506"/>
                    </a:lnTo>
                    <a:lnTo>
                      <a:pt x="2047" y="1506"/>
                    </a:lnTo>
                    <a:lnTo>
                      <a:pt x="2047" y="1506"/>
                    </a:lnTo>
                    <a:lnTo>
                      <a:pt x="2047" y="1506"/>
                    </a:lnTo>
                    <a:lnTo>
                      <a:pt x="2047" y="1506"/>
                    </a:lnTo>
                    <a:lnTo>
                      <a:pt x="2048" y="1506"/>
                    </a:lnTo>
                    <a:lnTo>
                      <a:pt x="2048" y="1506"/>
                    </a:lnTo>
                    <a:lnTo>
                      <a:pt x="2048" y="1506"/>
                    </a:lnTo>
                    <a:lnTo>
                      <a:pt x="2048" y="1506"/>
                    </a:lnTo>
                    <a:lnTo>
                      <a:pt x="2049" y="1506"/>
                    </a:lnTo>
                    <a:lnTo>
                      <a:pt x="2049" y="1506"/>
                    </a:lnTo>
                    <a:lnTo>
                      <a:pt x="2049" y="1506"/>
                    </a:lnTo>
                    <a:lnTo>
                      <a:pt x="2050" y="1506"/>
                    </a:lnTo>
                    <a:lnTo>
                      <a:pt x="2050" y="1506"/>
                    </a:lnTo>
                    <a:lnTo>
                      <a:pt x="2050" y="1506"/>
                    </a:lnTo>
                    <a:lnTo>
                      <a:pt x="2050" y="1506"/>
                    </a:lnTo>
                    <a:lnTo>
                      <a:pt x="2051" y="1506"/>
                    </a:lnTo>
                    <a:lnTo>
                      <a:pt x="2051" y="1506"/>
                    </a:lnTo>
                    <a:lnTo>
                      <a:pt x="2051" y="1506"/>
                    </a:lnTo>
                    <a:lnTo>
                      <a:pt x="2052" y="1506"/>
                    </a:lnTo>
                    <a:lnTo>
                      <a:pt x="2052" y="1506"/>
                    </a:lnTo>
                    <a:lnTo>
                      <a:pt x="2052" y="1506"/>
                    </a:lnTo>
                    <a:lnTo>
                      <a:pt x="2053" y="1506"/>
                    </a:lnTo>
                    <a:lnTo>
                      <a:pt x="2053" y="1506"/>
                    </a:lnTo>
                    <a:lnTo>
                      <a:pt x="2053" y="1506"/>
                    </a:lnTo>
                    <a:lnTo>
                      <a:pt x="2053" y="1506"/>
                    </a:lnTo>
                    <a:lnTo>
                      <a:pt x="2054" y="1506"/>
                    </a:lnTo>
                    <a:lnTo>
                      <a:pt x="2054" y="1506"/>
                    </a:lnTo>
                    <a:lnTo>
                      <a:pt x="2054" y="1506"/>
                    </a:lnTo>
                    <a:lnTo>
                      <a:pt x="2054" y="1506"/>
                    </a:lnTo>
                    <a:lnTo>
                      <a:pt x="2055" y="1506"/>
                    </a:lnTo>
                    <a:lnTo>
                      <a:pt x="2055" y="1506"/>
                    </a:lnTo>
                    <a:lnTo>
                      <a:pt x="2056" y="1506"/>
                    </a:lnTo>
                    <a:lnTo>
                      <a:pt x="2056" y="1506"/>
                    </a:lnTo>
                    <a:lnTo>
                      <a:pt x="2056" y="1506"/>
                    </a:lnTo>
                    <a:lnTo>
                      <a:pt x="2056" y="1506"/>
                    </a:lnTo>
                    <a:lnTo>
                      <a:pt x="2057" y="1506"/>
                    </a:lnTo>
                    <a:lnTo>
                      <a:pt x="2057" y="1506"/>
                    </a:lnTo>
                    <a:lnTo>
                      <a:pt x="2057" y="1506"/>
                    </a:lnTo>
                    <a:lnTo>
                      <a:pt x="2057" y="1506"/>
                    </a:lnTo>
                    <a:lnTo>
                      <a:pt x="2058" y="1506"/>
                    </a:lnTo>
                    <a:lnTo>
                      <a:pt x="2058" y="1506"/>
                    </a:lnTo>
                    <a:lnTo>
                      <a:pt x="2058" y="1506"/>
                    </a:lnTo>
                    <a:lnTo>
                      <a:pt x="2059" y="1506"/>
                    </a:lnTo>
                    <a:lnTo>
                      <a:pt x="2059" y="1506"/>
                    </a:lnTo>
                    <a:lnTo>
                      <a:pt x="2059" y="1506"/>
                    </a:lnTo>
                    <a:lnTo>
                      <a:pt x="2059" y="1506"/>
                    </a:lnTo>
                    <a:lnTo>
                      <a:pt x="2060" y="1506"/>
                    </a:lnTo>
                    <a:lnTo>
                      <a:pt x="2060" y="1506"/>
                    </a:lnTo>
                    <a:lnTo>
                      <a:pt x="2060" y="1506"/>
                    </a:lnTo>
                    <a:lnTo>
                      <a:pt x="2060" y="1506"/>
                    </a:lnTo>
                    <a:lnTo>
                      <a:pt x="2061" y="1506"/>
                    </a:lnTo>
                    <a:lnTo>
                      <a:pt x="2061" y="1506"/>
                    </a:lnTo>
                    <a:lnTo>
                      <a:pt x="2062" y="1506"/>
                    </a:lnTo>
                    <a:lnTo>
                      <a:pt x="2062" y="1506"/>
                    </a:lnTo>
                    <a:lnTo>
                      <a:pt x="2062" y="1506"/>
                    </a:lnTo>
                    <a:lnTo>
                      <a:pt x="2062" y="1506"/>
                    </a:lnTo>
                    <a:lnTo>
                      <a:pt x="2063" y="1506"/>
                    </a:lnTo>
                    <a:lnTo>
                      <a:pt x="2063" y="1506"/>
                    </a:lnTo>
                    <a:lnTo>
                      <a:pt x="2063" y="1506"/>
                    </a:lnTo>
                    <a:lnTo>
                      <a:pt x="2063" y="1506"/>
                    </a:lnTo>
                    <a:lnTo>
                      <a:pt x="2064" y="1506"/>
                    </a:lnTo>
                    <a:lnTo>
                      <a:pt x="2064" y="1506"/>
                    </a:lnTo>
                    <a:lnTo>
                      <a:pt x="2064" y="1506"/>
                    </a:lnTo>
                    <a:lnTo>
                      <a:pt x="2065" y="1506"/>
                    </a:lnTo>
                    <a:lnTo>
                      <a:pt x="2065" y="1506"/>
                    </a:lnTo>
                    <a:lnTo>
                      <a:pt x="2065" y="1506"/>
                    </a:lnTo>
                    <a:lnTo>
                      <a:pt x="2066" y="1506"/>
                    </a:lnTo>
                    <a:lnTo>
                      <a:pt x="2066" y="1506"/>
                    </a:lnTo>
                    <a:lnTo>
                      <a:pt x="2066" y="1506"/>
                    </a:lnTo>
                    <a:lnTo>
                      <a:pt x="2066" y="1506"/>
                    </a:lnTo>
                    <a:lnTo>
                      <a:pt x="2067" y="1506"/>
                    </a:lnTo>
                    <a:lnTo>
                      <a:pt x="2067" y="1506"/>
                    </a:lnTo>
                    <a:lnTo>
                      <a:pt x="2067" y="1506"/>
                    </a:lnTo>
                    <a:lnTo>
                      <a:pt x="2068" y="1506"/>
                    </a:lnTo>
                    <a:lnTo>
                      <a:pt x="2068" y="1506"/>
                    </a:lnTo>
                    <a:lnTo>
                      <a:pt x="2068" y="1506"/>
                    </a:lnTo>
                    <a:lnTo>
                      <a:pt x="2068" y="1506"/>
                    </a:lnTo>
                    <a:lnTo>
                      <a:pt x="2069" y="1506"/>
                    </a:lnTo>
                    <a:lnTo>
                      <a:pt x="2069" y="1506"/>
                    </a:lnTo>
                    <a:lnTo>
                      <a:pt x="2069" y="1506"/>
                    </a:lnTo>
                    <a:lnTo>
                      <a:pt x="2069" y="1506"/>
                    </a:lnTo>
                    <a:lnTo>
                      <a:pt x="2070" y="1506"/>
                    </a:lnTo>
                    <a:lnTo>
                      <a:pt x="2070" y="1506"/>
                    </a:lnTo>
                    <a:lnTo>
                      <a:pt x="2071" y="1506"/>
                    </a:lnTo>
                    <a:lnTo>
                      <a:pt x="2071" y="1506"/>
                    </a:lnTo>
                    <a:lnTo>
                      <a:pt x="2071" y="1506"/>
                    </a:lnTo>
                    <a:lnTo>
                      <a:pt x="2071" y="1506"/>
                    </a:lnTo>
                    <a:lnTo>
                      <a:pt x="2072" y="1506"/>
                    </a:lnTo>
                    <a:lnTo>
                      <a:pt x="2072" y="1506"/>
                    </a:lnTo>
                    <a:lnTo>
                      <a:pt x="2072" y="1506"/>
                    </a:lnTo>
                    <a:lnTo>
                      <a:pt x="2072" y="1506"/>
                    </a:lnTo>
                    <a:lnTo>
                      <a:pt x="2073" y="1506"/>
                    </a:lnTo>
                    <a:lnTo>
                      <a:pt x="2073" y="1506"/>
                    </a:lnTo>
                    <a:lnTo>
                      <a:pt x="2073" y="1506"/>
                    </a:lnTo>
                    <a:lnTo>
                      <a:pt x="2074" y="1506"/>
                    </a:lnTo>
                    <a:lnTo>
                      <a:pt x="2074" y="1506"/>
                    </a:lnTo>
                    <a:lnTo>
                      <a:pt x="2074" y="1506"/>
                    </a:lnTo>
                    <a:lnTo>
                      <a:pt x="2074" y="1506"/>
                    </a:lnTo>
                    <a:lnTo>
                      <a:pt x="2075" y="1506"/>
                    </a:lnTo>
                    <a:lnTo>
                      <a:pt x="2075" y="1506"/>
                    </a:lnTo>
                    <a:lnTo>
                      <a:pt x="2075" y="1506"/>
                    </a:lnTo>
                    <a:lnTo>
                      <a:pt x="2076" y="1506"/>
                    </a:lnTo>
                    <a:lnTo>
                      <a:pt x="2076" y="1506"/>
                    </a:lnTo>
                    <a:lnTo>
                      <a:pt x="2076" y="1506"/>
                    </a:lnTo>
                    <a:lnTo>
                      <a:pt x="2077" y="1506"/>
                    </a:lnTo>
                    <a:lnTo>
                      <a:pt x="2077" y="1506"/>
                    </a:lnTo>
                    <a:lnTo>
                      <a:pt x="2077" y="1506"/>
                    </a:lnTo>
                    <a:lnTo>
                      <a:pt x="2077" y="1506"/>
                    </a:lnTo>
                    <a:lnTo>
                      <a:pt x="2078" y="1506"/>
                    </a:lnTo>
                    <a:lnTo>
                      <a:pt x="2078" y="1506"/>
                    </a:lnTo>
                    <a:lnTo>
                      <a:pt x="2078" y="1506"/>
                    </a:lnTo>
                    <a:lnTo>
                      <a:pt x="2078" y="1506"/>
                    </a:lnTo>
                    <a:lnTo>
                      <a:pt x="2079" y="1506"/>
                    </a:lnTo>
                    <a:lnTo>
                      <a:pt x="2079" y="1506"/>
                    </a:lnTo>
                    <a:lnTo>
                      <a:pt x="2080" y="1504"/>
                    </a:lnTo>
                    <a:lnTo>
                      <a:pt x="2080" y="1501"/>
                    </a:lnTo>
                    <a:lnTo>
                      <a:pt x="2080" y="1499"/>
                    </a:lnTo>
                    <a:lnTo>
                      <a:pt x="2080" y="1496"/>
                    </a:lnTo>
                    <a:lnTo>
                      <a:pt x="2081" y="1492"/>
                    </a:lnTo>
                    <a:lnTo>
                      <a:pt x="2081" y="1488"/>
                    </a:lnTo>
                    <a:lnTo>
                      <a:pt x="2081" y="1484"/>
                    </a:lnTo>
                    <a:lnTo>
                      <a:pt x="2081" y="1480"/>
                    </a:lnTo>
                    <a:lnTo>
                      <a:pt x="2082" y="1480"/>
                    </a:lnTo>
                    <a:lnTo>
                      <a:pt x="2082" y="1480"/>
                    </a:lnTo>
                    <a:lnTo>
                      <a:pt x="2082" y="1480"/>
                    </a:lnTo>
                    <a:lnTo>
                      <a:pt x="2083" y="1480"/>
                    </a:lnTo>
                    <a:lnTo>
                      <a:pt x="2083" y="1480"/>
                    </a:lnTo>
                    <a:lnTo>
                      <a:pt x="2083" y="1480"/>
                    </a:lnTo>
                    <a:lnTo>
                      <a:pt x="2083" y="1480"/>
                    </a:lnTo>
                    <a:lnTo>
                      <a:pt x="2084" y="1480"/>
                    </a:lnTo>
                    <a:lnTo>
                      <a:pt x="2084" y="1480"/>
                    </a:lnTo>
                    <a:lnTo>
                      <a:pt x="2084" y="1480"/>
                    </a:lnTo>
                    <a:lnTo>
                      <a:pt x="2084" y="1480"/>
                    </a:lnTo>
                    <a:lnTo>
                      <a:pt x="2085" y="1480"/>
                    </a:lnTo>
                    <a:lnTo>
                      <a:pt x="2085" y="1480"/>
                    </a:lnTo>
                    <a:lnTo>
                      <a:pt x="2086" y="1480"/>
                    </a:lnTo>
                    <a:lnTo>
                      <a:pt x="2086" y="1480"/>
                    </a:lnTo>
                    <a:lnTo>
                      <a:pt x="2086" y="1480"/>
                    </a:lnTo>
                    <a:lnTo>
                      <a:pt x="2086" y="1480"/>
                    </a:lnTo>
                    <a:lnTo>
                      <a:pt x="2087" y="1480"/>
                    </a:lnTo>
                    <a:lnTo>
                      <a:pt x="2087" y="1480"/>
                    </a:lnTo>
                    <a:lnTo>
                      <a:pt x="2087" y="1480"/>
                    </a:lnTo>
                    <a:lnTo>
                      <a:pt x="2087" y="1480"/>
                    </a:lnTo>
                    <a:lnTo>
                      <a:pt x="2088" y="1480"/>
                    </a:lnTo>
                    <a:lnTo>
                      <a:pt x="2088" y="1480"/>
                    </a:lnTo>
                    <a:lnTo>
                      <a:pt x="2089" y="1480"/>
                    </a:lnTo>
                    <a:lnTo>
                      <a:pt x="2089" y="1480"/>
                    </a:lnTo>
                    <a:lnTo>
                      <a:pt x="2089" y="1480"/>
                    </a:lnTo>
                    <a:lnTo>
                      <a:pt x="2089" y="1480"/>
                    </a:lnTo>
                    <a:lnTo>
                      <a:pt x="2090" y="1480"/>
                    </a:lnTo>
                    <a:lnTo>
                      <a:pt x="2090" y="1480"/>
                    </a:lnTo>
                    <a:lnTo>
                      <a:pt x="2090" y="1480"/>
                    </a:lnTo>
                    <a:lnTo>
                      <a:pt x="2090" y="1480"/>
                    </a:lnTo>
                    <a:lnTo>
                      <a:pt x="2091" y="1480"/>
                    </a:lnTo>
                    <a:lnTo>
                      <a:pt x="2091" y="1480"/>
                    </a:lnTo>
                    <a:lnTo>
                      <a:pt x="2091" y="1480"/>
                    </a:lnTo>
                    <a:lnTo>
                      <a:pt x="2092" y="1480"/>
                    </a:lnTo>
                    <a:lnTo>
                      <a:pt x="2092" y="1480"/>
                    </a:lnTo>
                    <a:lnTo>
                      <a:pt x="2092" y="1480"/>
                    </a:lnTo>
                    <a:lnTo>
                      <a:pt x="2092" y="1480"/>
                    </a:lnTo>
                    <a:lnTo>
                      <a:pt x="2093" y="1480"/>
                    </a:lnTo>
                    <a:lnTo>
                      <a:pt x="2093" y="1480"/>
                    </a:lnTo>
                    <a:lnTo>
                      <a:pt x="2093" y="1480"/>
                    </a:lnTo>
                    <a:lnTo>
                      <a:pt x="2093" y="1480"/>
                    </a:lnTo>
                    <a:lnTo>
                      <a:pt x="2094" y="1480"/>
                    </a:lnTo>
                    <a:lnTo>
                      <a:pt x="2094" y="1480"/>
                    </a:lnTo>
                    <a:lnTo>
                      <a:pt x="2095" y="1480"/>
                    </a:lnTo>
                    <a:lnTo>
                      <a:pt x="2095" y="1480"/>
                    </a:lnTo>
                    <a:lnTo>
                      <a:pt x="2095" y="1480"/>
                    </a:lnTo>
                    <a:lnTo>
                      <a:pt x="2095" y="1480"/>
                    </a:lnTo>
                    <a:lnTo>
                      <a:pt x="2096" y="1480"/>
                    </a:lnTo>
                    <a:lnTo>
                      <a:pt x="2096" y="1480"/>
                    </a:lnTo>
                    <a:lnTo>
                      <a:pt x="2096" y="1480"/>
                    </a:lnTo>
                    <a:lnTo>
                      <a:pt x="2096" y="1480"/>
                    </a:lnTo>
                    <a:lnTo>
                      <a:pt x="2097" y="1480"/>
                    </a:lnTo>
                    <a:lnTo>
                      <a:pt x="2097" y="1480"/>
                    </a:lnTo>
                    <a:lnTo>
                      <a:pt x="2097" y="1480"/>
                    </a:lnTo>
                    <a:lnTo>
                      <a:pt x="2098" y="1480"/>
                    </a:lnTo>
                    <a:lnTo>
                      <a:pt x="2098" y="1480"/>
                    </a:lnTo>
                    <a:lnTo>
                      <a:pt x="2098" y="1480"/>
                    </a:lnTo>
                    <a:lnTo>
                      <a:pt x="2099" y="1480"/>
                    </a:lnTo>
                    <a:lnTo>
                      <a:pt x="2099" y="1480"/>
                    </a:lnTo>
                    <a:lnTo>
                      <a:pt x="2099" y="1480"/>
                    </a:lnTo>
                    <a:lnTo>
                      <a:pt x="2099" y="1480"/>
                    </a:lnTo>
                    <a:lnTo>
                      <a:pt x="2100" y="1480"/>
                    </a:lnTo>
                    <a:lnTo>
                      <a:pt x="2100" y="1480"/>
                    </a:lnTo>
                    <a:lnTo>
                      <a:pt x="2100" y="1480"/>
                    </a:lnTo>
                    <a:lnTo>
                      <a:pt x="2101" y="1480"/>
                    </a:lnTo>
                    <a:lnTo>
                      <a:pt x="2101" y="1480"/>
                    </a:lnTo>
                    <a:lnTo>
                      <a:pt x="2101" y="1480"/>
                    </a:lnTo>
                    <a:lnTo>
                      <a:pt x="2101" y="1480"/>
                    </a:lnTo>
                    <a:lnTo>
                      <a:pt x="2102" y="1480"/>
                    </a:lnTo>
                    <a:lnTo>
                      <a:pt x="2102" y="1480"/>
                    </a:lnTo>
                    <a:lnTo>
                      <a:pt x="2102" y="1480"/>
                    </a:lnTo>
                    <a:lnTo>
                      <a:pt x="2102" y="1480"/>
                    </a:lnTo>
                    <a:lnTo>
                      <a:pt x="2103" y="1480"/>
                    </a:lnTo>
                    <a:lnTo>
                      <a:pt x="2103" y="1480"/>
                    </a:lnTo>
                    <a:lnTo>
                      <a:pt x="2104" y="1480"/>
                    </a:lnTo>
                    <a:lnTo>
                      <a:pt x="2104" y="1480"/>
                    </a:lnTo>
                    <a:lnTo>
                      <a:pt x="2104" y="1480"/>
                    </a:lnTo>
                    <a:lnTo>
                      <a:pt x="2104" y="1480"/>
                    </a:lnTo>
                    <a:lnTo>
                      <a:pt x="2105" y="1480"/>
                    </a:lnTo>
                    <a:lnTo>
                      <a:pt x="2105" y="1480"/>
                    </a:lnTo>
                    <a:lnTo>
                      <a:pt x="2105" y="1480"/>
                    </a:lnTo>
                    <a:lnTo>
                      <a:pt x="2105" y="1480"/>
                    </a:lnTo>
                    <a:lnTo>
                      <a:pt x="2106" y="1480"/>
                    </a:lnTo>
                    <a:lnTo>
                      <a:pt x="2106" y="1480"/>
                    </a:lnTo>
                    <a:lnTo>
                      <a:pt x="2106" y="1480"/>
                    </a:lnTo>
                    <a:lnTo>
                      <a:pt x="2107" y="1480"/>
                    </a:lnTo>
                    <a:lnTo>
                      <a:pt x="2107" y="1480"/>
                    </a:lnTo>
                    <a:lnTo>
                      <a:pt x="2107" y="1480"/>
                    </a:lnTo>
                    <a:lnTo>
                      <a:pt x="2107" y="1480"/>
                    </a:lnTo>
                    <a:lnTo>
                      <a:pt x="2108" y="1480"/>
                    </a:lnTo>
                    <a:lnTo>
                      <a:pt x="2108" y="1480"/>
                    </a:lnTo>
                    <a:lnTo>
                      <a:pt x="2108" y="1480"/>
                    </a:lnTo>
                    <a:lnTo>
                      <a:pt x="2109" y="1480"/>
                    </a:lnTo>
                    <a:lnTo>
                      <a:pt x="2109" y="1480"/>
                    </a:lnTo>
                    <a:lnTo>
                      <a:pt x="2109" y="1480"/>
                    </a:lnTo>
                    <a:lnTo>
                      <a:pt x="2110" y="1480"/>
                    </a:lnTo>
                    <a:lnTo>
                      <a:pt x="2110" y="1480"/>
                    </a:lnTo>
                    <a:lnTo>
                      <a:pt x="2110" y="1480"/>
                    </a:lnTo>
                    <a:lnTo>
                      <a:pt x="2110" y="1480"/>
                    </a:lnTo>
                    <a:lnTo>
                      <a:pt x="2111" y="1480"/>
                    </a:lnTo>
                    <a:lnTo>
                      <a:pt x="2111" y="1480"/>
                    </a:lnTo>
                    <a:lnTo>
                      <a:pt x="2111" y="1480"/>
                    </a:lnTo>
                    <a:lnTo>
                      <a:pt x="2112" y="1480"/>
                    </a:lnTo>
                    <a:lnTo>
                      <a:pt x="2112" y="1480"/>
                    </a:lnTo>
                    <a:lnTo>
                      <a:pt x="2112" y="1480"/>
                    </a:lnTo>
                    <a:lnTo>
                      <a:pt x="2113" y="1480"/>
                    </a:lnTo>
                    <a:lnTo>
                      <a:pt x="2113" y="1480"/>
                    </a:lnTo>
                    <a:lnTo>
                      <a:pt x="2113" y="1480"/>
                    </a:lnTo>
                    <a:lnTo>
                      <a:pt x="2113" y="1480"/>
                    </a:lnTo>
                    <a:lnTo>
                      <a:pt x="2114" y="1480"/>
                    </a:lnTo>
                    <a:lnTo>
                      <a:pt x="2114" y="1480"/>
                    </a:lnTo>
                    <a:lnTo>
                      <a:pt x="2114" y="1480"/>
                    </a:lnTo>
                    <a:lnTo>
                      <a:pt x="2115" y="1480"/>
                    </a:lnTo>
                    <a:lnTo>
                      <a:pt x="2115" y="1480"/>
                    </a:lnTo>
                    <a:lnTo>
                      <a:pt x="2115" y="1480"/>
                    </a:lnTo>
                    <a:lnTo>
                      <a:pt x="2115" y="1480"/>
                    </a:lnTo>
                    <a:lnTo>
                      <a:pt x="2116" y="1480"/>
                    </a:lnTo>
                    <a:lnTo>
                      <a:pt x="2116" y="1480"/>
                    </a:lnTo>
                    <a:lnTo>
                      <a:pt x="2116" y="1480"/>
                    </a:lnTo>
                    <a:lnTo>
                      <a:pt x="2116" y="1480"/>
                    </a:lnTo>
                    <a:lnTo>
                      <a:pt x="2117" y="1480"/>
                    </a:lnTo>
                    <a:lnTo>
                      <a:pt x="2117" y="1480"/>
                    </a:lnTo>
                    <a:lnTo>
                      <a:pt x="2118" y="1480"/>
                    </a:lnTo>
                    <a:lnTo>
                      <a:pt x="2118" y="1480"/>
                    </a:lnTo>
                    <a:lnTo>
                      <a:pt x="2118" y="1480"/>
                    </a:lnTo>
                    <a:lnTo>
                      <a:pt x="2118" y="1480"/>
                    </a:lnTo>
                    <a:lnTo>
                      <a:pt x="2119" y="1480"/>
                    </a:lnTo>
                    <a:lnTo>
                      <a:pt x="2119" y="1480"/>
                    </a:lnTo>
                    <a:lnTo>
                      <a:pt x="2119" y="1480"/>
                    </a:lnTo>
                    <a:lnTo>
                      <a:pt x="2119" y="1480"/>
                    </a:lnTo>
                    <a:lnTo>
                      <a:pt x="2120" y="1480"/>
                    </a:lnTo>
                    <a:lnTo>
                      <a:pt x="2120" y="1480"/>
                    </a:lnTo>
                    <a:lnTo>
                      <a:pt x="2120" y="1480"/>
                    </a:lnTo>
                    <a:lnTo>
                      <a:pt x="2121" y="1480"/>
                    </a:lnTo>
                    <a:lnTo>
                      <a:pt x="2121" y="1480"/>
                    </a:lnTo>
                    <a:lnTo>
                      <a:pt x="2121" y="1480"/>
                    </a:lnTo>
                    <a:lnTo>
                      <a:pt x="2121" y="1480"/>
                    </a:lnTo>
                    <a:lnTo>
                      <a:pt x="2122" y="1480"/>
                    </a:lnTo>
                    <a:lnTo>
                      <a:pt x="2122" y="1480"/>
                    </a:lnTo>
                    <a:lnTo>
                      <a:pt x="2122" y="1480"/>
                    </a:lnTo>
                    <a:lnTo>
                      <a:pt x="2123" y="1480"/>
                    </a:lnTo>
                    <a:lnTo>
                      <a:pt x="2123" y="1480"/>
                    </a:lnTo>
                    <a:lnTo>
                      <a:pt x="2123" y="1480"/>
                    </a:lnTo>
                    <a:lnTo>
                      <a:pt x="2124" y="1480"/>
                    </a:lnTo>
                    <a:lnTo>
                      <a:pt x="2124" y="1480"/>
                    </a:lnTo>
                    <a:lnTo>
                      <a:pt x="2124" y="1480"/>
                    </a:lnTo>
                    <a:lnTo>
                      <a:pt x="2124" y="1480"/>
                    </a:lnTo>
                    <a:lnTo>
                      <a:pt x="2125" y="1480"/>
                    </a:lnTo>
                    <a:lnTo>
                      <a:pt x="2125" y="1480"/>
                    </a:lnTo>
                    <a:lnTo>
                      <a:pt x="2125" y="1480"/>
                    </a:lnTo>
                    <a:lnTo>
                      <a:pt x="2125" y="1480"/>
                    </a:lnTo>
                    <a:lnTo>
                      <a:pt x="2126" y="1480"/>
                    </a:lnTo>
                    <a:lnTo>
                      <a:pt x="2126" y="1480"/>
                    </a:lnTo>
                    <a:lnTo>
                      <a:pt x="2127" y="1480"/>
                    </a:lnTo>
                    <a:lnTo>
                      <a:pt x="2127" y="1480"/>
                    </a:lnTo>
                    <a:lnTo>
                      <a:pt x="2127" y="1480"/>
                    </a:lnTo>
                    <a:lnTo>
                      <a:pt x="2127" y="1480"/>
                    </a:lnTo>
                    <a:lnTo>
                      <a:pt x="2128" y="1480"/>
                    </a:lnTo>
                    <a:lnTo>
                      <a:pt x="2128" y="1480"/>
                    </a:lnTo>
                    <a:lnTo>
                      <a:pt x="2128" y="1480"/>
                    </a:lnTo>
                    <a:lnTo>
                      <a:pt x="2128" y="1480"/>
                    </a:lnTo>
                    <a:lnTo>
                      <a:pt x="2129" y="1480"/>
                    </a:lnTo>
                    <a:lnTo>
                      <a:pt x="2129" y="1480"/>
                    </a:lnTo>
                    <a:lnTo>
                      <a:pt x="2129" y="1480"/>
                    </a:lnTo>
                    <a:lnTo>
                      <a:pt x="2130" y="1480"/>
                    </a:lnTo>
                    <a:lnTo>
                      <a:pt x="2130" y="1480"/>
                    </a:lnTo>
                    <a:lnTo>
                      <a:pt x="2130" y="1480"/>
                    </a:lnTo>
                    <a:lnTo>
                      <a:pt x="2130" y="1480"/>
                    </a:lnTo>
                    <a:lnTo>
                      <a:pt x="2131" y="1480"/>
                    </a:lnTo>
                    <a:lnTo>
                      <a:pt x="2131" y="1480"/>
                    </a:lnTo>
                    <a:lnTo>
                      <a:pt x="2131" y="1480"/>
                    </a:lnTo>
                    <a:lnTo>
                      <a:pt x="2131" y="1473"/>
                    </a:lnTo>
                    <a:lnTo>
                      <a:pt x="2132" y="1465"/>
                    </a:lnTo>
                    <a:lnTo>
                      <a:pt x="2132" y="1458"/>
                    </a:lnTo>
                    <a:lnTo>
                      <a:pt x="2133" y="1450"/>
                    </a:lnTo>
                    <a:lnTo>
                      <a:pt x="2133" y="1448"/>
                    </a:lnTo>
                    <a:lnTo>
                      <a:pt x="2133" y="1446"/>
                    </a:lnTo>
                    <a:lnTo>
                      <a:pt x="2133" y="1443"/>
                    </a:lnTo>
                    <a:lnTo>
                      <a:pt x="2134" y="1441"/>
                    </a:lnTo>
                    <a:lnTo>
                      <a:pt x="2134" y="1441"/>
                    </a:lnTo>
                    <a:lnTo>
                      <a:pt x="2134" y="1440"/>
                    </a:lnTo>
                    <a:lnTo>
                      <a:pt x="2134" y="1440"/>
                    </a:lnTo>
                    <a:lnTo>
                      <a:pt x="2135" y="1440"/>
                    </a:lnTo>
                    <a:lnTo>
                      <a:pt x="2135" y="1440"/>
                    </a:lnTo>
                    <a:lnTo>
                      <a:pt x="2136" y="1440"/>
                    </a:lnTo>
                    <a:lnTo>
                      <a:pt x="2136" y="1440"/>
                    </a:lnTo>
                    <a:lnTo>
                      <a:pt x="2136" y="1440"/>
                    </a:lnTo>
                    <a:lnTo>
                      <a:pt x="2136" y="1440"/>
                    </a:lnTo>
                    <a:lnTo>
                      <a:pt x="2137" y="1440"/>
                    </a:lnTo>
                    <a:lnTo>
                      <a:pt x="2137" y="1440"/>
                    </a:lnTo>
                    <a:lnTo>
                      <a:pt x="2137" y="1440"/>
                    </a:lnTo>
                    <a:lnTo>
                      <a:pt x="2137" y="1440"/>
                    </a:lnTo>
                    <a:lnTo>
                      <a:pt x="2138" y="1440"/>
                    </a:lnTo>
                    <a:lnTo>
                      <a:pt x="2138" y="1440"/>
                    </a:lnTo>
                    <a:lnTo>
                      <a:pt x="2138" y="1440"/>
                    </a:lnTo>
                    <a:lnTo>
                      <a:pt x="2139" y="1440"/>
                    </a:lnTo>
                    <a:lnTo>
                      <a:pt x="2139" y="1440"/>
                    </a:lnTo>
                    <a:lnTo>
                      <a:pt x="2139" y="1440"/>
                    </a:lnTo>
                    <a:lnTo>
                      <a:pt x="2139" y="1440"/>
                    </a:lnTo>
                    <a:lnTo>
                      <a:pt x="2140" y="1439"/>
                    </a:lnTo>
                    <a:lnTo>
                      <a:pt x="2140" y="1438"/>
                    </a:lnTo>
                    <a:lnTo>
                      <a:pt x="2140" y="1437"/>
                    </a:lnTo>
                    <a:lnTo>
                      <a:pt x="2140" y="1436"/>
                    </a:lnTo>
                    <a:lnTo>
                      <a:pt x="2141" y="1434"/>
                    </a:lnTo>
                    <a:lnTo>
                      <a:pt x="2141" y="1432"/>
                    </a:lnTo>
                    <a:lnTo>
                      <a:pt x="2142" y="1431"/>
                    </a:lnTo>
                    <a:lnTo>
                      <a:pt x="2142" y="1429"/>
                    </a:lnTo>
                    <a:lnTo>
                      <a:pt x="2142" y="1421"/>
                    </a:lnTo>
                    <a:lnTo>
                      <a:pt x="2142" y="1413"/>
                    </a:lnTo>
                    <a:lnTo>
                      <a:pt x="2143" y="1405"/>
                    </a:lnTo>
                    <a:lnTo>
                      <a:pt x="2143" y="1397"/>
                    </a:lnTo>
                    <a:lnTo>
                      <a:pt x="2143" y="1395"/>
                    </a:lnTo>
                    <a:lnTo>
                      <a:pt x="2143" y="1392"/>
                    </a:lnTo>
                    <a:lnTo>
                      <a:pt x="2144" y="1390"/>
                    </a:lnTo>
                    <a:lnTo>
                      <a:pt x="2144" y="1387"/>
                    </a:lnTo>
                    <a:lnTo>
                      <a:pt x="2144" y="1383"/>
                    </a:lnTo>
                    <a:lnTo>
                      <a:pt x="2145" y="1380"/>
                    </a:lnTo>
                    <a:lnTo>
                      <a:pt x="2145" y="1376"/>
                    </a:lnTo>
                    <a:lnTo>
                      <a:pt x="2145" y="1373"/>
                    </a:lnTo>
                    <a:lnTo>
                      <a:pt x="2146" y="1370"/>
                    </a:lnTo>
                    <a:lnTo>
                      <a:pt x="2146" y="1369"/>
                    </a:lnTo>
                    <a:lnTo>
                      <a:pt x="2146" y="1366"/>
                    </a:lnTo>
                    <a:lnTo>
                      <a:pt x="2146" y="1364"/>
                    </a:lnTo>
                    <a:lnTo>
                      <a:pt x="2147" y="1361"/>
                    </a:lnTo>
                    <a:lnTo>
                      <a:pt x="2147" y="1359"/>
                    </a:lnTo>
                    <a:lnTo>
                      <a:pt x="2147" y="1356"/>
                    </a:lnTo>
                    <a:lnTo>
                      <a:pt x="2148" y="1353"/>
                    </a:lnTo>
                    <a:lnTo>
                      <a:pt x="2148" y="1352"/>
                    </a:lnTo>
                    <a:lnTo>
                      <a:pt x="2148" y="1351"/>
                    </a:lnTo>
                    <a:lnTo>
                      <a:pt x="2148" y="1349"/>
                    </a:lnTo>
                    <a:lnTo>
                      <a:pt x="2149" y="1348"/>
                    </a:lnTo>
                    <a:lnTo>
                      <a:pt x="2149" y="1346"/>
                    </a:lnTo>
                    <a:lnTo>
                      <a:pt x="2149" y="1344"/>
                    </a:lnTo>
                    <a:lnTo>
                      <a:pt x="2149" y="1343"/>
                    </a:lnTo>
                    <a:lnTo>
                      <a:pt x="2150" y="1341"/>
                    </a:lnTo>
                    <a:lnTo>
                      <a:pt x="2150" y="1336"/>
                    </a:lnTo>
                    <a:lnTo>
                      <a:pt x="2151" y="1331"/>
                    </a:lnTo>
                    <a:lnTo>
                      <a:pt x="2151" y="1326"/>
                    </a:lnTo>
                    <a:lnTo>
                      <a:pt x="2151" y="1322"/>
                    </a:lnTo>
                    <a:lnTo>
                      <a:pt x="2151" y="1321"/>
                    </a:lnTo>
                    <a:lnTo>
                      <a:pt x="2152" y="1320"/>
                    </a:lnTo>
                    <a:lnTo>
                      <a:pt x="2152" y="1319"/>
                    </a:lnTo>
                    <a:lnTo>
                      <a:pt x="2152" y="1318"/>
                    </a:lnTo>
                    <a:lnTo>
                      <a:pt x="2152" y="1313"/>
                    </a:lnTo>
                    <a:lnTo>
                      <a:pt x="2153" y="1309"/>
                    </a:lnTo>
                    <a:lnTo>
                      <a:pt x="2153" y="1304"/>
                    </a:lnTo>
                    <a:lnTo>
                      <a:pt x="2153" y="1299"/>
                    </a:lnTo>
                    <a:lnTo>
                      <a:pt x="2154" y="1295"/>
                    </a:lnTo>
                    <a:lnTo>
                      <a:pt x="2154" y="1291"/>
                    </a:lnTo>
                    <a:lnTo>
                      <a:pt x="2154" y="1287"/>
                    </a:lnTo>
                    <a:lnTo>
                      <a:pt x="2154" y="1283"/>
                    </a:lnTo>
                    <a:lnTo>
                      <a:pt x="2155" y="1278"/>
                    </a:lnTo>
                    <a:lnTo>
                      <a:pt x="2155" y="1273"/>
                    </a:lnTo>
                    <a:lnTo>
                      <a:pt x="2155" y="1267"/>
                    </a:lnTo>
                    <a:lnTo>
                      <a:pt x="2156" y="1262"/>
                    </a:lnTo>
                    <a:lnTo>
                      <a:pt x="2156" y="1258"/>
                    </a:lnTo>
                    <a:lnTo>
                      <a:pt x="2156" y="1254"/>
                    </a:lnTo>
                    <a:lnTo>
                      <a:pt x="2157" y="1250"/>
                    </a:lnTo>
                    <a:lnTo>
                      <a:pt x="2157" y="1246"/>
                    </a:lnTo>
                    <a:lnTo>
                      <a:pt x="2157" y="1244"/>
                    </a:lnTo>
                    <a:lnTo>
                      <a:pt x="2157" y="1242"/>
                    </a:lnTo>
                    <a:lnTo>
                      <a:pt x="2158" y="1240"/>
                    </a:lnTo>
                    <a:lnTo>
                      <a:pt x="2158" y="1237"/>
                    </a:lnTo>
                    <a:lnTo>
                      <a:pt x="2158" y="1236"/>
                    </a:lnTo>
                    <a:lnTo>
                      <a:pt x="2158" y="1235"/>
                    </a:lnTo>
                    <a:lnTo>
                      <a:pt x="2159" y="1234"/>
                    </a:lnTo>
                    <a:lnTo>
                      <a:pt x="2159" y="1232"/>
                    </a:lnTo>
                    <a:lnTo>
                      <a:pt x="2160" y="1232"/>
                    </a:lnTo>
                    <a:lnTo>
                      <a:pt x="2160" y="1232"/>
                    </a:lnTo>
                    <a:lnTo>
                      <a:pt x="2160" y="1232"/>
                    </a:lnTo>
                    <a:lnTo>
                      <a:pt x="2160" y="1232"/>
                    </a:lnTo>
                    <a:lnTo>
                      <a:pt x="2161" y="1229"/>
                    </a:lnTo>
                    <a:lnTo>
                      <a:pt x="2161" y="1226"/>
                    </a:lnTo>
                    <a:lnTo>
                      <a:pt x="2161" y="1223"/>
                    </a:lnTo>
                    <a:lnTo>
                      <a:pt x="2161" y="1220"/>
                    </a:lnTo>
                    <a:lnTo>
                      <a:pt x="2162" y="1220"/>
                    </a:lnTo>
                    <a:lnTo>
                      <a:pt x="2162" y="1220"/>
                    </a:lnTo>
                    <a:lnTo>
                      <a:pt x="2162" y="1220"/>
                    </a:lnTo>
                    <a:lnTo>
                      <a:pt x="2163" y="1220"/>
                    </a:lnTo>
                    <a:lnTo>
                      <a:pt x="2163" y="1220"/>
                    </a:lnTo>
                    <a:lnTo>
                      <a:pt x="2163" y="1220"/>
                    </a:lnTo>
                    <a:lnTo>
                      <a:pt x="2163" y="1220"/>
                    </a:lnTo>
                    <a:lnTo>
                      <a:pt x="2164" y="1220"/>
                    </a:lnTo>
                    <a:lnTo>
                      <a:pt x="2164" y="1220"/>
                    </a:lnTo>
                    <a:lnTo>
                      <a:pt x="2164" y="1220"/>
                    </a:lnTo>
                    <a:lnTo>
                      <a:pt x="2164" y="1220"/>
                    </a:lnTo>
                    <a:lnTo>
                      <a:pt x="2165" y="1220"/>
                    </a:lnTo>
                    <a:lnTo>
                      <a:pt x="2165" y="1220"/>
                    </a:lnTo>
                    <a:lnTo>
                      <a:pt x="2166" y="1220"/>
                    </a:lnTo>
                    <a:lnTo>
                      <a:pt x="2166" y="1220"/>
                    </a:lnTo>
                    <a:lnTo>
                      <a:pt x="2166" y="1220"/>
                    </a:lnTo>
                    <a:lnTo>
                      <a:pt x="2166" y="1220"/>
                    </a:lnTo>
                    <a:lnTo>
                      <a:pt x="2167" y="1220"/>
                    </a:lnTo>
                    <a:lnTo>
                      <a:pt x="2167" y="1220"/>
                    </a:lnTo>
                    <a:lnTo>
                      <a:pt x="2167" y="1220"/>
                    </a:lnTo>
                    <a:lnTo>
                      <a:pt x="2167" y="1220"/>
                    </a:lnTo>
                    <a:lnTo>
                      <a:pt x="2168" y="1220"/>
                    </a:lnTo>
                    <a:lnTo>
                      <a:pt x="2168" y="1220"/>
                    </a:lnTo>
                    <a:lnTo>
                      <a:pt x="2168" y="1220"/>
                    </a:lnTo>
                    <a:lnTo>
                      <a:pt x="2169" y="1220"/>
                    </a:lnTo>
                    <a:lnTo>
                      <a:pt x="2169" y="1220"/>
                    </a:lnTo>
                    <a:lnTo>
                      <a:pt x="2169" y="1220"/>
                    </a:lnTo>
                    <a:lnTo>
                      <a:pt x="2170" y="1220"/>
                    </a:lnTo>
                    <a:lnTo>
                      <a:pt x="2170" y="1220"/>
                    </a:lnTo>
                    <a:lnTo>
                      <a:pt x="2170" y="1220"/>
                    </a:lnTo>
                    <a:lnTo>
                      <a:pt x="2170" y="1220"/>
                    </a:lnTo>
                    <a:lnTo>
                      <a:pt x="2171" y="1220"/>
                    </a:lnTo>
                    <a:lnTo>
                      <a:pt x="2171" y="1220"/>
                    </a:lnTo>
                    <a:lnTo>
                      <a:pt x="2171" y="1220"/>
                    </a:lnTo>
                    <a:lnTo>
                      <a:pt x="2172" y="1220"/>
                    </a:lnTo>
                    <a:lnTo>
                      <a:pt x="2172" y="1220"/>
                    </a:lnTo>
                    <a:lnTo>
                      <a:pt x="2172" y="1220"/>
                    </a:lnTo>
                    <a:lnTo>
                      <a:pt x="2172" y="1220"/>
                    </a:lnTo>
                    <a:lnTo>
                      <a:pt x="2173" y="1220"/>
                    </a:lnTo>
                    <a:lnTo>
                      <a:pt x="2173" y="1220"/>
                    </a:lnTo>
                    <a:lnTo>
                      <a:pt x="2173" y="1220"/>
                    </a:lnTo>
                    <a:lnTo>
                      <a:pt x="2173" y="1220"/>
                    </a:lnTo>
                    <a:lnTo>
                      <a:pt x="2174" y="1220"/>
                    </a:lnTo>
                    <a:lnTo>
                      <a:pt x="2174" y="1220"/>
                    </a:lnTo>
                    <a:lnTo>
                      <a:pt x="2175" y="1219"/>
                    </a:lnTo>
                    <a:lnTo>
                      <a:pt x="2175" y="1219"/>
                    </a:lnTo>
                    <a:lnTo>
                      <a:pt x="2175" y="1219"/>
                    </a:lnTo>
                    <a:lnTo>
                      <a:pt x="2175" y="1218"/>
                    </a:lnTo>
                    <a:lnTo>
                      <a:pt x="2176" y="1218"/>
                    </a:lnTo>
                    <a:lnTo>
                      <a:pt x="2176" y="1217"/>
                    </a:lnTo>
                    <a:lnTo>
                      <a:pt x="2176" y="1217"/>
                    </a:lnTo>
                    <a:lnTo>
                      <a:pt x="2176" y="1216"/>
                    </a:lnTo>
                    <a:lnTo>
                      <a:pt x="2177" y="1216"/>
                    </a:lnTo>
                    <a:lnTo>
                      <a:pt x="2177" y="1216"/>
                    </a:lnTo>
                    <a:lnTo>
                      <a:pt x="2177" y="1216"/>
                    </a:lnTo>
                    <a:lnTo>
                      <a:pt x="2178" y="1216"/>
                    </a:lnTo>
                    <a:lnTo>
                      <a:pt x="2178" y="1216"/>
                    </a:lnTo>
                    <a:lnTo>
                      <a:pt x="2178" y="1216"/>
                    </a:lnTo>
                    <a:lnTo>
                      <a:pt x="2178" y="1216"/>
                    </a:lnTo>
                    <a:lnTo>
                      <a:pt x="2179" y="1216"/>
                    </a:lnTo>
                    <a:lnTo>
                      <a:pt x="2179" y="1216"/>
                    </a:lnTo>
                    <a:lnTo>
                      <a:pt x="2180" y="1216"/>
                    </a:lnTo>
                    <a:lnTo>
                      <a:pt x="2180" y="1216"/>
                    </a:lnTo>
                    <a:lnTo>
                      <a:pt x="2180" y="1216"/>
                    </a:lnTo>
                    <a:lnTo>
                      <a:pt x="2180" y="1216"/>
                    </a:lnTo>
                    <a:lnTo>
                      <a:pt x="2181" y="1216"/>
                    </a:lnTo>
                    <a:lnTo>
                      <a:pt x="2181" y="1216"/>
                    </a:lnTo>
                    <a:lnTo>
                      <a:pt x="2181" y="1216"/>
                    </a:lnTo>
                    <a:lnTo>
                      <a:pt x="2181" y="1216"/>
                    </a:lnTo>
                    <a:lnTo>
                      <a:pt x="2182" y="1216"/>
                    </a:lnTo>
                    <a:lnTo>
                      <a:pt x="2182" y="1216"/>
                    </a:lnTo>
                    <a:lnTo>
                      <a:pt x="2183" y="1216"/>
                    </a:lnTo>
                    <a:lnTo>
                      <a:pt x="2183" y="1216"/>
                    </a:lnTo>
                    <a:lnTo>
                      <a:pt x="2183" y="1216"/>
                    </a:lnTo>
                    <a:lnTo>
                      <a:pt x="2183" y="1216"/>
                    </a:lnTo>
                    <a:lnTo>
                      <a:pt x="2184" y="1216"/>
                    </a:lnTo>
                    <a:lnTo>
                      <a:pt x="2184" y="1216"/>
                    </a:lnTo>
                    <a:lnTo>
                      <a:pt x="2184" y="1216"/>
                    </a:lnTo>
                    <a:lnTo>
                      <a:pt x="2184" y="1216"/>
                    </a:lnTo>
                    <a:lnTo>
                      <a:pt x="2185" y="1216"/>
                    </a:lnTo>
                    <a:lnTo>
                      <a:pt x="2185" y="1208"/>
                    </a:lnTo>
                    <a:lnTo>
                      <a:pt x="2185" y="1200"/>
                    </a:lnTo>
                    <a:lnTo>
                      <a:pt x="2186" y="1191"/>
                    </a:lnTo>
                    <a:lnTo>
                      <a:pt x="2186" y="1183"/>
                    </a:lnTo>
                    <a:lnTo>
                      <a:pt x="2186" y="1180"/>
                    </a:lnTo>
                    <a:lnTo>
                      <a:pt x="2186" y="1178"/>
                    </a:lnTo>
                    <a:lnTo>
                      <a:pt x="2187" y="1175"/>
                    </a:lnTo>
                    <a:lnTo>
                      <a:pt x="2187" y="1172"/>
                    </a:lnTo>
                    <a:lnTo>
                      <a:pt x="2187" y="1172"/>
                    </a:lnTo>
                    <a:lnTo>
                      <a:pt x="2187" y="1170"/>
                    </a:lnTo>
                    <a:lnTo>
                      <a:pt x="2188" y="1170"/>
                    </a:lnTo>
                    <a:lnTo>
                      <a:pt x="2188" y="1169"/>
                    </a:lnTo>
                    <a:lnTo>
                      <a:pt x="2189" y="1169"/>
                    </a:lnTo>
                    <a:lnTo>
                      <a:pt x="2189" y="1168"/>
                    </a:lnTo>
                    <a:lnTo>
                      <a:pt x="2189" y="1167"/>
                    </a:lnTo>
                    <a:lnTo>
                      <a:pt x="2189" y="1167"/>
                    </a:lnTo>
                    <a:lnTo>
                      <a:pt x="2190" y="1167"/>
                    </a:lnTo>
                    <a:lnTo>
                      <a:pt x="2190" y="1167"/>
                    </a:lnTo>
                    <a:lnTo>
                      <a:pt x="2190" y="1167"/>
                    </a:lnTo>
                    <a:lnTo>
                      <a:pt x="2190" y="1167"/>
                    </a:lnTo>
                    <a:lnTo>
                      <a:pt x="2191" y="1167"/>
                    </a:lnTo>
                    <a:lnTo>
                      <a:pt x="2191" y="1167"/>
                    </a:lnTo>
                    <a:lnTo>
                      <a:pt x="2191" y="1167"/>
                    </a:lnTo>
                    <a:lnTo>
                      <a:pt x="2192" y="1167"/>
                    </a:lnTo>
                    <a:lnTo>
                      <a:pt x="2192" y="1167"/>
                    </a:lnTo>
                    <a:lnTo>
                      <a:pt x="2192" y="1166"/>
                    </a:lnTo>
                    <a:lnTo>
                      <a:pt x="2193" y="1166"/>
                    </a:lnTo>
                    <a:lnTo>
                      <a:pt x="2193" y="1165"/>
                    </a:lnTo>
                    <a:lnTo>
                      <a:pt x="2193" y="1165"/>
                    </a:lnTo>
                    <a:lnTo>
                      <a:pt x="2193" y="1165"/>
                    </a:lnTo>
                    <a:lnTo>
                      <a:pt x="2194" y="1165"/>
                    </a:lnTo>
                    <a:lnTo>
                      <a:pt x="2194" y="1165"/>
                    </a:lnTo>
                    <a:lnTo>
                      <a:pt x="2194" y="1165"/>
                    </a:lnTo>
                    <a:lnTo>
                      <a:pt x="2195" y="1165"/>
                    </a:lnTo>
                    <a:lnTo>
                      <a:pt x="2195" y="1165"/>
                    </a:lnTo>
                    <a:lnTo>
                      <a:pt x="2195" y="1165"/>
                    </a:lnTo>
                    <a:lnTo>
                      <a:pt x="2195" y="1164"/>
                    </a:lnTo>
                    <a:lnTo>
                      <a:pt x="2196" y="1163"/>
                    </a:lnTo>
                    <a:lnTo>
                      <a:pt x="2196" y="1161"/>
                    </a:lnTo>
                    <a:lnTo>
                      <a:pt x="2196" y="1160"/>
                    </a:lnTo>
                    <a:lnTo>
                      <a:pt x="2196" y="1160"/>
                    </a:lnTo>
                    <a:lnTo>
                      <a:pt x="2197" y="1160"/>
                    </a:lnTo>
                    <a:lnTo>
                      <a:pt x="2197" y="1160"/>
                    </a:lnTo>
                    <a:lnTo>
                      <a:pt x="2198" y="1160"/>
                    </a:lnTo>
                    <a:lnTo>
                      <a:pt x="2198" y="1160"/>
                    </a:lnTo>
                    <a:lnTo>
                      <a:pt x="2198" y="1160"/>
                    </a:lnTo>
                    <a:lnTo>
                      <a:pt x="2198" y="1160"/>
                    </a:lnTo>
                    <a:lnTo>
                      <a:pt x="2199" y="1160"/>
                    </a:lnTo>
                    <a:lnTo>
                      <a:pt x="2199" y="1160"/>
                    </a:lnTo>
                    <a:lnTo>
                      <a:pt x="2199" y="1160"/>
                    </a:lnTo>
                    <a:lnTo>
                      <a:pt x="2199" y="1160"/>
                    </a:lnTo>
                    <a:lnTo>
                      <a:pt x="2200" y="1160"/>
                    </a:lnTo>
                    <a:lnTo>
                      <a:pt x="2200" y="1160"/>
                    </a:lnTo>
                    <a:lnTo>
                      <a:pt x="2200" y="1160"/>
                    </a:lnTo>
                    <a:lnTo>
                      <a:pt x="2201" y="1160"/>
                    </a:lnTo>
                    <a:lnTo>
                      <a:pt x="2201" y="1160"/>
                    </a:lnTo>
                    <a:lnTo>
                      <a:pt x="2201" y="1160"/>
                    </a:lnTo>
                    <a:lnTo>
                      <a:pt x="2201" y="1160"/>
                    </a:lnTo>
                    <a:lnTo>
                      <a:pt x="2202" y="1160"/>
                    </a:lnTo>
                    <a:lnTo>
                      <a:pt x="2202" y="1160"/>
                    </a:lnTo>
                    <a:lnTo>
                      <a:pt x="2202" y="1160"/>
                    </a:lnTo>
                    <a:lnTo>
                      <a:pt x="2203" y="1160"/>
                    </a:lnTo>
                    <a:lnTo>
                      <a:pt x="2203" y="1160"/>
                    </a:lnTo>
                    <a:lnTo>
                      <a:pt x="2203" y="1160"/>
                    </a:lnTo>
                    <a:lnTo>
                      <a:pt x="2204" y="1160"/>
                    </a:lnTo>
                    <a:lnTo>
                      <a:pt x="2204" y="1160"/>
                    </a:lnTo>
                    <a:lnTo>
                      <a:pt x="2204" y="1160"/>
                    </a:lnTo>
                    <a:lnTo>
                      <a:pt x="2204" y="1160"/>
                    </a:lnTo>
                    <a:lnTo>
                      <a:pt x="2205" y="1160"/>
                    </a:lnTo>
                    <a:lnTo>
                      <a:pt x="2205" y="1160"/>
                    </a:lnTo>
                    <a:lnTo>
                      <a:pt x="2205" y="1160"/>
                    </a:lnTo>
                    <a:lnTo>
                      <a:pt x="2205" y="1160"/>
                    </a:lnTo>
                    <a:lnTo>
                      <a:pt x="2206" y="1160"/>
                    </a:lnTo>
                    <a:lnTo>
                      <a:pt x="2206" y="1160"/>
                    </a:lnTo>
                    <a:lnTo>
                      <a:pt x="2207" y="1160"/>
                    </a:lnTo>
                    <a:lnTo>
                      <a:pt x="2207" y="1160"/>
                    </a:lnTo>
                    <a:lnTo>
                      <a:pt x="2207" y="1160"/>
                    </a:lnTo>
                    <a:lnTo>
                      <a:pt x="2207" y="1160"/>
                    </a:lnTo>
                    <a:lnTo>
                      <a:pt x="2208" y="1160"/>
                    </a:lnTo>
                    <a:lnTo>
                      <a:pt x="2208" y="1160"/>
                    </a:lnTo>
                    <a:lnTo>
                      <a:pt x="2208" y="1160"/>
                    </a:lnTo>
                    <a:lnTo>
                      <a:pt x="2208" y="1160"/>
                    </a:lnTo>
                    <a:lnTo>
                      <a:pt x="2209" y="1160"/>
                    </a:lnTo>
                    <a:lnTo>
                      <a:pt x="2209" y="1160"/>
                    </a:lnTo>
                    <a:lnTo>
                      <a:pt x="2209" y="1159"/>
                    </a:lnTo>
                    <a:lnTo>
                      <a:pt x="2210" y="1158"/>
                    </a:lnTo>
                    <a:lnTo>
                      <a:pt x="2210" y="1157"/>
                    </a:lnTo>
                    <a:lnTo>
                      <a:pt x="2210" y="1157"/>
                    </a:lnTo>
                    <a:lnTo>
                      <a:pt x="2210" y="1155"/>
                    </a:lnTo>
                    <a:lnTo>
                      <a:pt x="2211" y="1154"/>
                    </a:lnTo>
                    <a:lnTo>
                      <a:pt x="2211" y="1152"/>
                    </a:lnTo>
                    <a:lnTo>
                      <a:pt x="2211" y="1151"/>
                    </a:lnTo>
                    <a:lnTo>
                      <a:pt x="2211" y="1151"/>
                    </a:lnTo>
                    <a:lnTo>
                      <a:pt x="2212" y="1151"/>
                    </a:lnTo>
                    <a:lnTo>
                      <a:pt x="2212" y="1151"/>
                    </a:lnTo>
                    <a:lnTo>
                      <a:pt x="2213" y="1151"/>
                    </a:lnTo>
                    <a:lnTo>
                      <a:pt x="2213" y="1151"/>
                    </a:lnTo>
                    <a:lnTo>
                      <a:pt x="2213" y="1151"/>
                    </a:lnTo>
                    <a:lnTo>
                      <a:pt x="2213" y="1151"/>
                    </a:lnTo>
                    <a:lnTo>
                      <a:pt x="2214" y="1151"/>
                    </a:lnTo>
                    <a:lnTo>
                      <a:pt x="2214" y="1151"/>
                    </a:lnTo>
                    <a:lnTo>
                      <a:pt x="2214" y="1151"/>
                    </a:lnTo>
                    <a:lnTo>
                      <a:pt x="2214" y="1151"/>
                    </a:lnTo>
                    <a:lnTo>
                      <a:pt x="2215" y="1151"/>
                    </a:lnTo>
                    <a:lnTo>
                      <a:pt x="2215" y="1151"/>
                    </a:lnTo>
                    <a:lnTo>
                      <a:pt x="2215" y="1151"/>
                    </a:lnTo>
                    <a:lnTo>
                      <a:pt x="2216" y="1151"/>
                    </a:lnTo>
                    <a:lnTo>
                      <a:pt x="2216" y="1151"/>
                    </a:lnTo>
                    <a:lnTo>
                      <a:pt x="2216" y="1151"/>
                    </a:lnTo>
                    <a:lnTo>
                      <a:pt x="2217" y="1151"/>
                    </a:lnTo>
                    <a:lnTo>
                      <a:pt x="2217" y="1151"/>
                    </a:lnTo>
                    <a:lnTo>
                      <a:pt x="2217" y="1151"/>
                    </a:lnTo>
                    <a:lnTo>
                      <a:pt x="2217" y="1151"/>
                    </a:lnTo>
                    <a:lnTo>
                      <a:pt x="2218" y="1151"/>
                    </a:lnTo>
                    <a:lnTo>
                      <a:pt x="2218" y="1151"/>
                    </a:lnTo>
                    <a:lnTo>
                      <a:pt x="2218" y="1151"/>
                    </a:lnTo>
                    <a:lnTo>
                      <a:pt x="2219" y="1151"/>
                    </a:lnTo>
                    <a:lnTo>
                      <a:pt x="2219" y="1151"/>
                    </a:lnTo>
                    <a:lnTo>
                      <a:pt x="2219" y="1151"/>
                    </a:lnTo>
                    <a:lnTo>
                      <a:pt x="2219" y="1151"/>
                    </a:lnTo>
                    <a:lnTo>
                      <a:pt x="2220" y="1151"/>
                    </a:lnTo>
                    <a:lnTo>
                      <a:pt x="2220" y="1151"/>
                    </a:lnTo>
                    <a:lnTo>
                      <a:pt x="2220" y="1151"/>
                    </a:lnTo>
                    <a:lnTo>
                      <a:pt x="2220" y="1151"/>
                    </a:lnTo>
                    <a:lnTo>
                      <a:pt x="2221" y="1151"/>
                    </a:lnTo>
                    <a:lnTo>
                      <a:pt x="2221" y="1151"/>
                    </a:lnTo>
                    <a:lnTo>
                      <a:pt x="2222" y="1151"/>
                    </a:lnTo>
                    <a:lnTo>
                      <a:pt x="2222" y="1151"/>
                    </a:lnTo>
                    <a:lnTo>
                      <a:pt x="2222" y="1151"/>
                    </a:lnTo>
                    <a:lnTo>
                      <a:pt x="2222" y="1151"/>
                    </a:lnTo>
                    <a:lnTo>
                      <a:pt x="2223" y="1151"/>
                    </a:lnTo>
                    <a:lnTo>
                      <a:pt x="2223" y="1151"/>
                    </a:lnTo>
                    <a:lnTo>
                      <a:pt x="2223" y="1151"/>
                    </a:lnTo>
                    <a:lnTo>
                      <a:pt x="2223" y="1150"/>
                    </a:lnTo>
                    <a:lnTo>
                      <a:pt x="2224" y="1150"/>
                    </a:lnTo>
                    <a:lnTo>
                      <a:pt x="2224" y="1149"/>
                    </a:lnTo>
                    <a:lnTo>
                      <a:pt x="2224" y="1149"/>
                    </a:lnTo>
                    <a:lnTo>
                      <a:pt x="2225" y="1149"/>
                    </a:lnTo>
                    <a:lnTo>
                      <a:pt x="2225" y="1149"/>
                    </a:lnTo>
                    <a:lnTo>
                      <a:pt x="2225" y="1149"/>
                    </a:lnTo>
                    <a:lnTo>
                      <a:pt x="2225" y="1149"/>
                    </a:lnTo>
                    <a:lnTo>
                      <a:pt x="2226" y="1149"/>
                    </a:lnTo>
                    <a:lnTo>
                      <a:pt x="2226" y="1149"/>
                    </a:lnTo>
                    <a:lnTo>
                      <a:pt x="2226" y="1149"/>
                    </a:lnTo>
                    <a:lnTo>
                      <a:pt x="2227" y="1149"/>
                    </a:lnTo>
                    <a:lnTo>
                      <a:pt x="2227" y="1149"/>
                    </a:lnTo>
                    <a:lnTo>
                      <a:pt x="2227" y="1149"/>
                    </a:lnTo>
                    <a:lnTo>
                      <a:pt x="2228" y="1149"/>
                    </a:lnTo>
                    <a:lnTo>
                      <a:pt x="2228" y="1149"/>
                    </a:lnTo>
                    <a:lnTo>
                      <a:pt x="2228" y="1151"/>
                    </a:lnTo>
                    <a:lnTo>
                      <a:pt x="2228" y="1154"/>
                    </a:lnTo>
                    <a:lnTo>
                      <a:pt x="2229" y="1156"/>
                    </a:lnTo>
                    <a:lnTo>
                      <a:pt x="2229" y="1158"/>
                    </a:lnTo>
                    <a:lnTo>
                      <a:pt x="2229" y="1162"/>
                    </a:lnTo>
                    <a:lnTo>
                      <a:pt x="2229" y="1166"/>
                    </a:lnTo>
                    <a:lnTo>
                      <a:pt x="2230" y="1170"/>
                    </a:lnTo>
                    <a:lnTo>
                      <a:pt x="2230" y="1174"/>
                    </a:lnTo>
                    <a:lnTo>
                      <a:pt x="2231" y="1174"/>
                    </a:lnTo>
                    <a:lnTo>
                      <a:pt x="2231" y="1174"/>
                    </a:lnTo>
                    <a:lnTo>
                      <a:pt x="2231" y="1174"/>
                    </a:lnTo>
                    <a:lnTo>
                      <a:pt x="2231" y="1174"/>
                    </a:lnTo>
                    <a:lnTo>
                      <a:pt x="2232" y="1174"/>
                    </a:lnTo>
                    <a:lnTo>
                      <a:pt x="2232" y="1174"/>
                    </a:lnTo>
                    <a:lnTo>
                      <a:pt x="2232" y="1174"/>
                    </a:lnTo>
                    <a:lnTo>
                      <a:pt x="2232" y="1174"/>
                    </a:lnTo>
                    <a:lnTo>
                      <a:pt x="2233" y="1174"/>
                    </a:lnTo>
                    <a:lnTo>
                      <a:pt x="2233" y="1174"/>
                    </a:lnTo>
                    <a:lnTo>
                      <a:pt x="2233" y="1174"/>
                    </a:lnTo>
                    <a:lnTo>
                      <a:pt x="2234" y="1174"/>
                    </a:lnTo>
                    <a:lnTo>
                      <a:pt x="2234" y="1174"/>
                    </a:lnTo>
                    <a:lnTo>
                      <a:pt x="2234" y="1174"/>
                    </a:lnTo>
                    <a:lnTo>
                      <a:pt x="2234" y="1174"/>
                    </a:lnTo>
                    <a:lnTo>
                      <a:pt x="2235" y="1174"/>
                    </a:lnTo>
                    <a:lnTo>
                      <a:pt x="2235" y="1174"/>
                    </a:lnTo>
                    <a:lnTo>
                      <a:pt x="2235" y="1174"/>
                    </a:lnTo>
                    <a:lnTo>
                      <a:pt x="2235" y="1174"/>
                    </a:lnTo>
                    <a:lnTo>
                      <a:pt x="2236" y="1174"/>
                    </a:lnTo>
                    <a:lnTo>
                      <a:pt x="2236" y="1174"/>
                    </a:lnTo>
                    <a:lnTo>
                      <a:pt x="2237" y="1174"/>
                    </a:lnTo>
                    <a:lnTo>
                      <a:pt x="2237" y="1174"/>
                    </a:lnTo>
                    <a:lnTo>
                      <a:pt x="2237" y="1174"/>
                    </a:lnTo>
                    <a:lnTo>
                      <a:pt x="2237" y="1174"/>
                    </a:lnTo>
                    <a:lnTo>
                      <a:pt x="2238" y="1174"/>
                    </a:lnTo>
                    <a:lnTo>
                      <a:pt x="2238" y="1174"/>
                    </a:lnTo>
                    <a:lnTo>
                      <a:pt x="2238" y="1174"/>
                    </a:lnTo>
                    <a:lnTo>
                      <a:pt x="2238" y="1174"/>
                    </a:lnTo>
                    <a:lnTo>
                      <a:pt x="2239" y="1174"/>
                    </a:lnTo>
                    <a:lnTo>
                      <a:pt x="2239" y="1174"/>
                    </a:lnTo>
                    <a:lnTo>
                      <a:pt x="2240" y="1174"/>
                    </a:lnTo>
                    <a:lnTo>
                      <a:pt x="2240" y="1174"/>
                    </a:lnTo>
                    <a:lnTo>
                      <a:pt x="2240" y="1174"/>
                    </a:lnTo>
                    <a:lnTo>
                      <a:pt x="2240" y="1174"/>
                    </a:lnTo>
                    <a:lnTo>
                      <a:pt x="2241" y="1174"/>
                    </a:lnTo>
                    <a:lnTo>
                      <a:pt x="2241" y="1174"/>
                    </a:lnTo>
                    <a:lnTo>
                      <a:pt x="2241" y="1174"/>
                    </a:lnTo>
                    <a:lnTo>
                      <a:pt x="2241" y="1174"/>
                    </a:lnTo>
                    <a:lnTo>
                      <a:pt x="2242" y="1174"/>
                    </a:lnTo>
                    <a:lnTo>
                      <a:pt x="2242" y="1174"/>
                    </a:lnTo>
                    <a:lnTo>
                      <a:pt x="2242" y="1174"/>
                    </a:lnTo>
                    <a:lnTo>
                      <a:pt x="2243" y="1174"/>
                    </a:lnTo>
                    <a:lnTo>
                      <a:pt x="2243" y="1174"/>
                    </a:lnTo>
                    <a:lnTo>
                      <a:pt x="2243" y="1174"/>
                    </a:lnTo>
                    <a:lnTo>
                      <a:pt x="2243" y="1174"/>
                    </a:lnTo>
                    <a:lnTo>
                      <a:pt x="2244" y="1174"/>
                    </a:lnTo>
                    <a:lnTo>
                      <a:pt x="2244" y="1174"/>
                    </a:lnTo>
                    <a:lnTo>
                      <a:pt x="2244" y="1174"/>
                    </a:lnTo>
                    <a:lnTo>
                      <a:pt x="2244" y="1174"/>
                    </a:lnTo>
                    <a:lnTo>
                      <a:pt x="2245" y="1174"/>
                    </a:lnTo>
                    <a:lnTo>
                      <a:pt x="2245" y="1174"/>
                    </a:lnTo>
                    <a:lnTo>
                      <a:pt x="2246" y="1174"/>
                    </a:lnTo>
                    <a:lnTo>
                      <a:pt x="2246" y="1174"/>
                    </a:lnTo>
                    <a:lnTo>
                      <a:pt x="2246" y="1174"/>
                    </a:lnTo>
                    <a:lnTo>
                      <a:pt x="2246" y="1174"/>
                    </a:lnTo>
                    <a:lnTo>
                      <a:pt x="2247" y="1174"/>
                    </a:lnTo>
                    <a:lnTo>
                      <a:pt x="2247" y="1174"/>
                    </a:lnTo>
                    <a:lnTo>
                      <a:pt x="2247" y="1174"/>
                    </a:lnTo>
                    <a:lnTo>
                      <a:pt x="2248" y="1174"/>
                    </a:lnTo>
                    <a:lnTo>
                      <a:pt x="2248" y="1174"/>
                    </a:lnTo>
                    <a:lnTo>
                      <a:pt x="2248" y="1174"/>
                    </a:lnTo>
                    <a:lnTo>
                      <a:pt x="2248" y="1174"/>
                    </a:lnTo>
                    <a:lnTo>
                      <a:pt x="2249" y="1174"/>
                    </a:lnTo>
                    <a:lnTo>
                      <a:pt x="2249" y="1174"/>
                    </a:lnTo>
                    <a:lnTo>
                      <a:pt x="2249" y="1174"/>
                    </a:lnTo>
                    <a:lnTo>
                      <a:pt x="2250" y="1174"/>
                    </a:lnTo>
                    <a:lnTo>
                      <a:pt x="2250" y="1174"/>
                    </a:lnTo>
                    <a:lnTo>
                      <a:pt x="2250" y="1174"/>
                    </a:lnTo>
                    <a:lnTo>
                      <a:pt x="2251" y="1174"/>
                    </a:lnTo>
                    <a:lnTo>
                      <a:pt x="2251" y="1174"/>
                    </a:lnTo>
                    <a:lnTo>
                      <a:pt x="2251" y="1174"/>
                    </a:lnTo>
                    <a:lnTo>
                      <a:pt x="2251" y="1174"/>
                    </a:lnTo>
                    <a:lnTo>
                      <a:pt x="2252" y="1174"/>
                    </a:lnTo>
                    <a:lnTo>
                      <a:pt x="2252" y="1174"/>
                    </a:lnTo>
                    <a:lnTo>
                      <a:pt x="2252" y="1174"/>
                    </a:lnTo>
                    <a:lnTo>
                      <a:pt x="2252" y="1174"/>
                    </a:lnTo>
                    <a:lnTo>
                      <a:pt x="2253" y="1174"/>
                    </a:lnTo>
                    <a:lnTo>
                      <a:pt x="2253" y="1174"/>
                    </a:lnTo>
                    <a:lnTo>
                      <a:pt x="2254" y="1174"/>
                    </a:lnTo>
                    <a:lnTo>
                      <a:pt x="2254" y="1174"/>
                    </a:lnTo>
                    <a:lnTo>
                      <a:pt x="2254" y="1174"/>
                    </a:lnTo>
                    <a:lnTo>
                      <a:pt x="2254" y="1174"/>
                    </a:lnTo>
                    <a:lnTo>
                      <a:pt x="2255" y="1174"/>
                    </a:lnTo>
                    <a:lnTo>
                      <a:pt x="2255" y="1174"/>
                    </a:lnTo>
                    <a:lnTo>
                      <a:pt x="2255" y="1174"/>
                    </a:lnTo>
                    <a:lnTo>
                      <a:pt x="2255" y="1174"/>
                    </a:lnTo>
                    <a:lnTo>
                      <a:pt x="2256" y="1174"/>
                    </a:lnTo>
                    <a:lnTo>
                      <a:pt x="2256" y="1174"/>
                    </a:lnTo>
                    <a:lnTo>
                      <a:pt x="2256" y="1174"/>
                    </a:lnTo>
                    <a:lnTo>
                      <a:pt x="2257" y="1174"/>
                    </a:lnTo>
                    <a:lnTo>
                      <a:pt x="2257" y="1174"/>
                    </a:lnTo>
                    <a:lnTo>
                      <a:pt x="2257" y="1174"/>
                    </a:lnTo>
                    <a:lnTo>
                      <a:pt x="2257" y="1174"/>
                    </a:lnTo>
                    <a:lnTo>
                      <a:pt x="2258" y="1174"/>
                    </a:lnTo>
                    <a:lnTo>
                      <a:pt x="2258" y="1174"/>
                    </a:lnTo>
                    <a:lnTo>
                      <a:pt x="2258" y="1174"/>
                    </a:lnTo>
                    <a:lnTo>
                      <a:pt x="2258" y="1174"/>
                    </a:lnTo>
                    <a:lnTo>
                      <a:pt x="2259" y="1174"/>
                    </a:lnTo>
                    <a:lnTo>
                      <a:pt x="2259" y="1174"/>
                    </a:lnTo>
                    <a:lnTo>
                      <a:pt x="2260" y="1174"/>
                    </a:lnTo>
                    <a:lnTo>
                      <a:pt x="2260" y="1174"/>
                    </a:lnTo>
                    <a:lnTo>
                      <a:pt x="2260" y="1174"/>
                    </a:lnTo>
                    <a:lnTo>
                      <a:pt x="2260" y="1174"/>
                    </a:lnTo>
                    <a:lnTo>
                      <a:pt x="2261" y="1174"/>
                    </a:lnTo>
                    <a:lnTo>
                      <a:pt x="2261" y="1174"/>
                    </a:lnTo>
                    <a:lnTo>
                      <a:pt x="2261" y="1174"/>
                    </a:lnTo>
                    <a:lnTo>
                      <a:pt x="2261" y="1174"/>
                    </a:lnTo>
                    <a:lnTo>
                      <a:pt x="2262" y="1174"/>
                    </a:lnTo>
                    <a:lnTo>
                      <a:pt x="2262" y="1174"/>
                    </a:lnTo>
                    <a:lnTo>
                      <a:pt x="2262" y="1174"/>
                    </a:lnTo>
                    <a:lnTo>
                      <a:pt x="2263" y="1174"/>
                    </a:lnTo>
                    <a:lnTo>
                      <a:pt x="2263" y="1174"/>
                    </a:lnTo>
                    <a:lnTo>
                      <a:pt x="2263" y="1174"/>
                    </a:lnTo>
                    <a:lnTo>
                      <a:pt x="2264" y="1174"/>
                    </a:lnTo>
                    <a:lnTo>
                      <a:pt x="2264" y="1174"/>
                    </a:lnTo>
                    <a:lnTo>
                      <a:pt x="2264" y="1174"/>
                    </a:lnTo>
                    <a:lnTo>
                      <a:pt x="2264" y="1174"/>
                    </a:lnTo>
                    <a:lnTo>
                      <a:pt x="2265" y="1174"/>
                    </a:lnTo>
                    <a:lnTo>
                      <a:pt x="2265" y="1174"/>
                    </a:lnTo>
                    <a:lnTo>
                      <a:pt x="2265" y="1174"/>
                    </a:lnTo>
                    <a:lnTo>
                      <a:pt x="2266" y="1174"/>
                    </a:lnTo>
                    <a:lnTo>
                      <a:pt x="2266" y="1174"/>
                    </a:lnTo>
                    <a:lnTo>
                      <a:pt x="2266" y="1174"/>
                    </a:lnTo>
                    <a:lnTo>
                      <a:pt x="2266" y="1174"/>
                    </a:lnTo>
                    <a:lnTo>
                      <a:pt x="2267" y="1174"/>
                    </a:lnTo>
                    <a:lnTo>
                      <a:pt x="2267" y="1174"/>
                    </a:lnTo>
                    <a:lnTo>
                      <a:pt x="2267" y="1174"/>
                    </a:lnTo>
                    <a:lnTo>
                      <a:pt x="2267" y="1174"/>
                    </a:lnTo>
                    <a:lnTo>
                      <a:pt x="2268" y="1174"/>
                    </a:lnTo>
                    <a:lnTo>
                      <a:pt x="2268" y="1174"/>
                    </a:lnTo>
                    <a:lnTo>
                      <a:pt x="2269" y="1174"/>
                    </a:lnTo>
                    <a:lnTo>
                      <a:pt x="2269" y="1174"/>
                    </a:lnTo>
                    <a:lnTo>
                      <a:pt x="2269" y="1174"/>
                    </a:lnTo>
                    <a:lnTo>
                      <a:pt x="2269" y="1174"/>
                    </a:lnTo>
                    <a:lnTo>
                      <a:pt x="2270" y="1174"/>
                    </a:lnTo>
                    <a:lnTo>
                      <a:pt x="2270" y="1174"/>
                    </a:lnTo>
                    <a:lnTo>
                      <a:pt x="2270" y="1174"/>
                    </a:lnTo>
                    <a:lnTo>
                      <a:pt x="2270" y="1174"/>
                    </a:lnTo>
                    <a:lnTo>
                      <a:pt x="2271" y="1174"/>
                    </a:lnTo>
                    <a:lnTo>
                      <a:pt x="2271" y="1174"/>
                    </a:lnTo>
                    <a:lnTo>
                      <a:pt x="2271" y="1174"/>
                    </a:lnTo>
                    <a:lnTo>
                      <a:pt x="2272" y="1174"/>
                    </a:lnTo>
                    <a:lnTo>
                      <a:pt x="2272" y="1174"/>
                    </a:lnTo>
                    <a:lnTo>
                      <a:pt x="2272" y="1174"/>
                    </a:lnTo>
                    <a:lnTo>
                      <a:pt x="2272" y="1174"/>
                    </a:lnTo>
                    <a:lnTo>
                      <a:pt x="2273" y="1174"/>
                    </a:lnTo>
                    <a:lnTo>
                      <a:pt x="2273" y="1174"/>
                    </a:lnTo>
                    <a:lnTo>
                      <a:pt x="2273" y="1174"/>
                    </a:lnTo>
                    <a:lnTo>
                      <a:pt x="2274" y="1174"/>
                    </a:lnTo>
                    <a:lnTo>
                      <a:pt x="2274" y="1174"/>
                    </a:lnTo>
                    <a:lnTo>
                      <a:pt x="2274" y="1174"/>
                    </a:lnTo>
                    <a:lnTo>
                      <a:pt x="2275" y="1174"/>
                    </a:lnTo>
                    <a:lnTo>
                      <a:pt x="2275" y="1174"/>
                    </a:lnTo>
                    <a:lnTo>
                      <a:pt x="2275" y="1174"/>
                    </a:lnTo>
                    <a:lnTo>
                      <a:pt x="2275" y="1174"/>
                    </a:lnTo>
                    <a:lnTo>
                      <a:pt x="2276" y="1174"/>
                    </a:lnTo>
                    <a:lnTo>
                      <a:pt x="2276" y="1174"/>
                    </a:lnTo>
                    <a:lnTo>
                      <a:pt x="2276" y="1174"/>
                    </a:lnTo>
                    <a:lnTo>
                      <a:pt x="2276" y="1173"/>
                    </a:lnTo>
                    <a:lnTo>
                      <a:pt x="2277" y="1172"/>
                    </a:lnTo>
                    <a:lnTo>
                      <a:pt x="2277" y="1170"/>
                    </a:lnTo>
                    <a:lnTo>
                      <a:pt x="2278" y="1169"/>
                    </a:lnTo>
                    <a:lnTo>
                      <a:pt x="2278" y="1169"/>
                    </a:lnTo>
                    <a:lnTo>
                      <a:pt x="2278" y="1169"/>
                    </a:lnTo>
                    <a:lnTo>
                      <a:pt x="2278" y="1169"/>
                    </a:lnTo>
                    <a:lnTo>
                      <a:pt x="2279" y="1169"/>
                    </a:lnTo>
                    <a:lnTo>
                      <a:pt x="2279" y="1166"/>
                    </a:lnTo>
                    <a:lnTo>
                      <a:pt x="2279" y="1163"/>
                    </a:lnTo>
                    <a:lnTo>
                      <a:pt x="2279" y="1160"/>
                    </a:lnTo>
                    <a:lnTo>
                      <a:pt x="2280" y="1157"/>
                    </a:lnTo>
                    <a:lnTo>
                      <a:pt x="2280" y="1152"/>
                    </a:lnTo>
                    <a:lnTo>
                      <a:pt x="2280" y="1154"/>
                    </a:lnTo>
                    <a:lnTo>
                      <a:pt x="2281" y="1157"/>
                    </a:lnTo>
                    <a:lnTo>
                      <a:pt x="2281" y="1160"/>
                    </a:lnTo>
                    <a:lnTo>
                      <a:pt x="2281" y="1160"/>
                    </a:lnTo>
                    <a:lnTo>
                      <a:pt x="2281" y="1155"/>
                    </a:lnTo>
                    <a:lnTo>
                      <a:pt x="2282" y="1150"/>
                    </a:lnTo>
                    <a:lnTo>
                      <a:pt x="2282" y="1146"/>
                    </a:lnTo>
                    <a:lnTo>
                      <a:pt x="2282" y="1141"/>
                    </a:lnTo>
                    <a:lnTo>
                      <a:pt x="2282" y="1136"/>
                    </a:lnTo>
                    <a:lnTo>
                      <a:pt x="2283" y="1130"/>
                    </a:lnTo>
                    <a:lnTo>
                      <a:pt x="2283" y="1125"/>
                    </a:lnTo>
                    <a:lnTo>
                      <a:pt x="2284" y="1122"/>
                    </a:lnTo>
                    <a:lnTo>
                      <a:pt x="2284" y="1120"/>
                    </a:lnTo>
                    <a:lnTo>
                      <a:pt x="2284" y="1117"/>
                    </a:lnTo>
                    <a:lnTo>
                      <a:pt x="2284" y="1114"/>
                    </a:lnTo>
                    <a:lnTo>
                      <a:pt x="2285" y="1114"/>
                    </a:lnTo>
                    <a:lnTo>
                      <a:pt x="2285" y="1114"/>
                    </a:lnTo>
                    <a:lnTo>
                      <a:pt x="2285" y="1114"/>
                    </a:lnTo>
                    <a:lnTo>
                      <a:pt x="2285" y="1114"/>
                    </a:lnTo>
                    <a:lnTo>
                      <a:pt x="2286" y="1114"/>
                    </a:lnTo>
                    <a:lnTo>
                      <a:pt x="2286" y="1114"/>
                    </a:lnTo>
                    <a:lnTo>
                      <a:pt x="2286" y="1114"/>
                    </a:lnTo>
                    <a:lnTo>
                      <a:pt x="2287" y="1114"/>
                    </a:lnTo>
                    <a:lnTo>
                      <a:pt x="2287" y="1114"/>
                    </a:lnTo>
                    <a:lnTo>
                      <a:pt x="2287" y="1113"/>
                    </a:lnTo>
                    <a:lnTo>
                      <a:pt x="2288" y="1113"/>
                    </a:lnTo>
                    <a:lnTo>
                      <a:pt x="2288" y="1113"/>
                    </a:lnTo>
                    <a:lnTo>
                      <a:pt x="2288" y="1106"/>
                    </a:lnTo>
                    <a:lnTo>
                      <a:pt x="2288" y="1100"/>
                    </a:lnTo>
                    <a:lnTo>
                      <a:pt x="2289" y="1094"/>
                    </a:lnTo>
                    <a:lnTo>
                      <a:pt x="2289" y="1089"/>
                    </a:lnTo>
                    <a:lnTo>
                      <a:pt x="2289" y="1090"/>
                    </a:lnTo>
                    <a:lnTo>
                      <a:pt x="2290" y="1091"/>
                    </a:lnTo>
                    <a:lnTo>
                      <a:pt x="2290" y="1093"/>
                    </a:lnTo>
                    <a:lnTo>
                      <a:pt x="2290" y="1095"/>
                    </a:lnTo>
                    <a:lnTo>
                      <a:pt x="2290" y="1097"/>
                    </a:lnTo>
                    <a:lnTo>
                      <a:pt x="2291" y="1105"/>
                    </a:lnTo>
                    <a:lnTo>
                      <a:pt x="2291" y="1113"/>
                    </a:lnTo>
                    <a:lnTo>
                      <a:pt x="2291" y="1120"/>
                    </a:lnTo>
                    <a:lnTo>
                      <a:pt x="2291" y="1128"/>
                    </a:lnTo>
                    <a:lnTo>
                      <a:pt x="2292" y="1131"/>
                    </a:lnTo>
                    <a:lnTo>
                      <a:pt x="2292" y="1134"/>
                    </a:lnTo>
                    <a:lnTo>
                      <a:pt x="2293" y="1136"/>
                    </a:lnTo>
                    <a:lnTo>
                      <a:pt x="2293" y="1139"/>
                    </a:lnTo>
                    <a:lnTo>
                      <a:pt x="2293" y="1143"/>
                    </a:lnTo>
                    <a:lnTo>
                      <a:pt x="2293" y="1146"/>
                    </a:lnTo>
                    <a:lnTo>
                      <a:pt x="2294" y="1149"/>
                    </a:lnTo>
                    <a:lnTo>
                      <a:pt x="2294" y="1153"/>
                    </a:lnTo>
                    <a:lnTo>
                      <a:pt x="2294" y="1155"/>
                    </a:lnTo>
                    <a:lnTo>
                      <a:pt x="2294" y="1157"/>
                    </a:lnTo>
                    <a:lnTo>
                      <a:pt x="2295" y="1160"/>
                    </a:lnTo>
                    <a:lnTo>
                      <a:pt x="2295" y="1162"/>
                    </a:lnTo>
                    <a:lnTo>
                      <a:pt x="2295" y="1164"/>
                    </a:lnTo>
                    <a:lnTo>
                      <a:pt x="2296" y="1167"/>
                    </a:lnTo>
                    <a:lnTo>
                      <a:pt x="2296" y="1170"/>
                    </a:lnTo>
                    <a:lnTo>
                      <a:pt x="2296" y="1172"/>
                    </a:lnTo>
                    <a:lnTo>
                      <a:pt x="2297" y="1174"/>
                    </a:lnTo>
                    <a:lnTo>
                      <a:pt x="2297" y="1175"/>
                    </a:lnTo>
                    <a:lnTo>
                      <a:pt x="2297" y="1176"/>
                    </a:lnTo>
                    <a:lnTo>
                      <a:pt x="2297" y="1178"/>
                    </a:lnTo>
                    <a:lnTo>
                      <a:pt x="2298" y="1179"/>
                    </a:lnTo>
                    <a:lnTo>
                      <a:pt x="2298" y="1181"/>
                    </a:lnTo>
                    <a:lnTo>
                      <a:pt x="2298" y="1183"/>
                    </a:lnTo>
                    <a:lnTo>
                      <a:pt x="2299" y="1185"/>
                    </a:lnTo>
                    <a:lnTo>
                      <a:pt x="2299" y="1190"/>
                    </a:lnTo>
                    <a:lnTo>
                      <a:pt x="2299" y="1194"/>
                    </a:lnTo>
                    <a:lnTo>
                      <a:pt x="2299" y="1199"/>
                    </a:lnTo>
                    <a:lnTo>
                      <a:pt x="2300" y="1204"/>
                    </a:lnTo>
                    <a:lnTo>
                      <a:pt x="2300" y="1205"/>
                    </a:lnTo>
                    <a:lnTo>
                      <a:pt x="2300" y="1206"/>
                    </a:lnTo>
                    <a:lnTo>
                      <a:pt x="2300" y="1207"/>
                    </a:lnTo>
                    <a:lnTo>
                      <a:pt x="2301" y="1208"/>
                    </a:lnTo>
                    <a:lnTo>
                      <a:pt x="2301" y="1212"/>
                    </a:lnTo>
                    <a:lnTo>
                      <a:pt x="2302" y="1217"/>
                    </a:lnTo>
                    <a:lnTo>
                      <a:pt x="2302" y="1222"/>
                    </a:lnTo>
                    <a:lnTo>
                      <a:pt x="2302" y="1227"/>
                    </a:lnTo>
                    <a:lnTo>
                      <a:pt x="2302" y="1231"/>
                    </a:lnTo>
                    <a:lnTo>
                      <a:pt x="2303" y="1235"/>
                    </a:lnTo>
                    <a:lnTo>
                      <a:pt x="2303" y="1239"/>
                    </a:lnTo>
                    <a:lnTo>
                      <a:pt x="2303" y="1243"/>
                    </a:lnTo>
                    <a:lnTo>
                      <a:pt x="2303" y="1248"/>
                    </a:lnTo>
                    <a:lnTo>
                      <a:pt x="2304" y="1253"/>
                    </a:lnTo>
                    <a:lnTo>
                      <a:pt x="2304" y="1258"/>
                    </a:lnTo>
                    <a:lnTo>
                      <a:pt x="2304" y="1264"/>
                    </a:lnTo>
                    <a:lnTo>
                      <a:pt x="2305" y="1268"/>
                    </a:lnTo>
                    <a:lnTo>
                      <a:pt x="2305" y="1272"/>
                    </a:lnTo>
                    <a:lnTo>
                      <a:pt x="2305" y="1276"/>
                    </a:lnTo>
                    <a:lnTo>
                      <a:pt x="2305" y="1279"/>
                    </a:lnTo>
                    <a:lnTo>
                      <a:pt x="2306" y="1282"/>
                    </a:lnTo>
                    <a:lnTo>
                      <a:pt x="2306" y="1284"/>
                    </a:lnTo>
                    <a:lnTo>
                      <a:pt x="2306" y="1286"/>
                    </a:lnTo>
                    <a:lnTo>
                      <a:pt x="2307" y="1288"/>
                    </a:lnTo>
                    <a:lnTo>
                      <a:pt x="2307" y="1290"/>
                    </a:lnTo>
                    <a:lnTo>
                      <a:pt x="2307" y="1291"/>
                    </a:lnTo>
                    <a:lnTo>
                      <a:pt x="2308" y="1292"/>
                    </a:lnTo>
                    <a:lnTo>
                      <a:pt x="2308" y="1294"/>
                    </a:lnTo>
                    <a:lnTo>
                      <a:pt x="2308" y="1294"/>
                    </a:lnTo>
                    <a:lnTo>
                      <a:pt x="2308" y="1294"/>
                    </a:lnTo>
                    <a:lnTo>
                      <a:pt x="2309" y="1294"/>
                    </a:lnTo>
                    <a:lnTo>
                      <a:pt x="2309" y="1294"/>
                    </a:lnTo>
                    <a:lnTo>
                      <a:pt x="2309" y="1297"/>
                    </a:lnTo>
                    <a:lnTo>
                      <a:pt x="2309" y="1300"/>
                    </a:lnTo>
                    <a:lnTo>
                      <a:pt x="2310" y="1303"/>
                    </a:lnTo>
                    <a:lnTo>
                      <a:pt x="2310" y="1306"/>
                    </a:lnTo>
                    <a:lnTo>
                      <a:pt x="2311" y="1306"/>
                    </a:lnTo>
                    <a:lnTo>
                      <a:pt x="2311" y="1306"/>
                    </a:lnTo>
                    <a:lnTo>
                      <a:pt x="2311" y="1306"/>
                    </a:lnTo>
                    <a:lnTo>
                      <a:pt x="2311" y="1306"/>
                    </a:lnTo>
                    <a:lnTo>
                      <a:pt x="2312" y="1306"/>
                    </a:lnTo>
                    <a:lnTo>
                      <a:pt x="2312" y="1306"/>
                    </a:lnTo>
                    <a:lnTo>
                      <a:pt x="2312" y="1306"/>
                    </a:lnTo>
                    <a:lnTo>
                      <a:pt x="2312" y="1306"/>
                    </a:lnTo>
                    <a:lnTo>
                      <a:pt x="2313" y="1306"/>
                    </a:lnTo>
                    <a:lnTo>
                      <a:pt x="2313" y="1306"/>
                    </a:lnTo>
                    <a:lnTo>
                      <a:pt x="2313" y="1306"/>
                    </a:lnTo>
                    <a:lnTo>
                      <a:pt x="2314" y="1306"/>
                    </a:lnTo>
                    <a:lnTo>
                      <a:pt x="2314" y="1306"/>
                    </a:lnTo>
                    <a:lnTo>
                      <a:pt x="2314" y="1306"/>
                    </a:lnTo>
                    <a:lnTo>
                      <a:pt x="2314" y="1306"/>
                    </a:lnTo>
                    <a:lnTo>
                      <a:pt x="2315" y="1306"/>
                    </a:lnTo>
                    <a:lnTo>
                      <a:pt x="2315" y="1306"/>
                    </a:lnTo>
                    <a:lnTo>
                      <a:pt x="2315" y="1306"/>
                    </a:lnTo>
                    <a:lnTo>
                      <a:pt x="2315" y="1306"/>
                    </a:lnTo>
                    <a:lnTo>
                      <a:pt x="2316" y="1306"/>
                    </a:lnTo>
                    <a:lnTo>
                      <a:pt x="2316" y="1306"/>
                    </a:lnTo>
                    <a:lnTo>
                      <a:pt x="2317" y="1306"/>
                    </a:lnTo>
                    <a:lnTo>
                      <a:pt x="2317" y="1306"/>
                    </a:lnTo>
                    <a:lnTo>
                      <a:pt x="2317" y="1306"/>
                    </a:lnTo>
                    <a:lnTo>
                      <a:pt x="2317" y="1306"/>
                    </a:lnTo>
                    <a:lnTo>
                      <a:pt x="2318" y="1306"/>
                    </a:lnTo>
                    <a:lnTo>
                      <a:pt x="2318" y="1306"/>
                    </a:lnTo>
                    <a:lnTo>
                      <a:pt x="2318" y="1306"/>
                    </a:lnTo>
                    <a:lnTo>
                      <a:pt x="2319" y="1306"/>
                    </a:lnTo>
                    <a:lnTo>
                      <a:pt x="2319" y="1306"/>
                    </a:lnTo>
                    <a:lnTo>
                      <a:pt x="2319" y="1306"/>
                    </a:lnTo>
                    <a:lnTo>
                      <a:pt x="2319" y="1306"/>
                    </a:lnTo>
                    <a:lnTo>
                      <a:pt x="2320" y="1306"/>
                    </a:lnTo>
                    <a:lnTo>
                      <a:pt x="2320" y="1306"/>
                    </a:lnTo>
                    <a:lnTo>
                      <a:pt x="2320" y="1306"/>
                    </a:lnTo>
                    <a:lnTo>
                      <a:pt x="2321" y="1306"/>
                    </a:lnTo>
                    <a:lnTo>
                      <a:pt x="2321" y="1306"/>
                    </a:lnTo>
                    <a:lnTo>
                      <a:pt x="2321" y="1306"/>
                    </a:lnTo>
                    <a:lnTo>
                      <a:pt x="2322" y="1306"/>
                    </a:lnTo>
                    <a:lnTo>
                      <a:pt x="2322" y="1306"/>
                    </a:lnTo>
                    <a:lnTo>
                      <a:pt x="2322" y="1306"/>
                    </a:lnTo>
                    <a:lnTo>
                      <a:pt x="2322" y="1306"/>
                    </a:lnTo>
                    <a:lnTo>
                      <a:pt x="2323" y="1306"/>
                    </a:lnTo>
                    <a:lnTo>
                      <a:pt x="2323" y="1306"/>
                    </a:lnTo>
                    <a:lnTo>
                      <a:pt x="2323" y="1306"/>
                    </a:lnTo>
                    <a:lnTo>
                      <a:pt x="2323" y="1307"/>
                    </a:lnTo>
                    <a:lnTo>
                      <a:pt x="2324" y="1307"/>
                    </a:lnTo>
                    <a:lnTo>
                      <a:pt x="2324" y="1308"/>
                    </a:lnTo>
                    <a:lnTo>
                      <a:pt x="2325" y="1308"/>
                    </a:lnTo>
                    <a:lnTo>
                      <a:pt x="2325" y="1309"/>
                    </a:lnTo>
                    <a:lnTo>
                      <a:pt x="2325" y="1309"/>
                    </a:lnTo>
                    <a:lnTo>
                      <a:pt x="2325" y="1309"/>
                    </a:lnTo>
                    <a:lnTo>
                      <a:pt x="2326" y="1309"/>
                    </a:lnTo>
                    <a:lnTo>
                      <a:pt x="2326" y="1309"/>
                    </a:lnTo>
                    <a:lnTo>
                      <a:pt x="2326" y="1309"/>
                    </a:lnTo>
                    <a:lnTo>
                      <a:pt x="2326" y="1309"/>
                    </a:lnTo>
                    <a:lnTo>
                      <a:pt x="2327" y="1309"/>
                    </a:lnTo>
                    <a:lnTo>
                      <a:pt x="2327" y="1309"/>
                    </a:lnTo>
                    <a:lnTo>
                      <a:pt x="2327" y="1309"/>
                    </a:lnTo>
                    <a:lnTo>
                      <a:pt x="2328" y="1309"/>
                    </a:lnTo>
                    <a:lnTo>
                      <a:pt x="2328" y="1309"/>
                    </a:lnTo>
                    <a:lnTo>
                      <a:pt x="2328" y="1309"/>
                    </a:lnTo>
                    <a:lnTo>
                      <a:pt x="2328" y="1309"/>
                    </a:lnTo>
                    <a:lnTo>
                      <a:pt x="2329" y="1309"/>
                    </a:lnTo>
                    <a:lnTo>
                      <a:pt x="2329" y="1309"/>
                    </a:lnTo>
                    <a:lnTo>
                      <a:pt x="2329" y="1309"/>
                    </a:lnTo>
                    <a:lnTo>
                      <a:pt x="2329" y="1309"/>
                    </a:lnTo>
                    <a:lnTo>
                      <a:pt x="2330" y="1309"/>
                    </a:lnTo>
                    <a:lnTo>
                      <a:pt x="2330" y="1309"/>
                    </a:lnTo>
                    <a:lnTo>
                      <a:pt x="2331" y="1309"/>
                    </a:lnTo>
                    <a:lnTo>
                      <a:pt x="2331" y="1309"/>
                    </a:lnTo>
                    <a:lnTo>
                      <a:pt x="2331" y="1309"/>
                    </a:lnTo>
                    <a:lnTo>
                      <a:pt x="2331" y="1309"/>
                    </a:lnTo>
                    <a:lnTo>
                      <a:pt x="2332" y="1309"/>
                    </a:lnTo>
                    <a:lnTo>
                      <a:pt x="2332" y="1309"/>
                    </a:lnTo>
                    <a:lnTo>
                      <a:pt x="2332" y="1309"/>
                    </a:lnTo>
                    <a:lnTo>
                      <a:pt x="2332" y="1309"/>
                    </a:lnTo>
                    <a:lnTo>
                      <a:pt x="2333" y="1309"/>
                    </a:lnTo>
                    <a:lnTo>
                      <a:pt x="2333" y="1309"/>
                    </a:lnTo>
                    <a:lnTo>
                      <a:pt x="2333" y="1309"/>
                    </a:lnTo>
                    <a:lnTo>
                      <a:pt x="2334" y="1318"/>
                    </a:lnTo>
                    <a:lnTo>
                      <a:pt x="2334" y="1326"/>
                    </a:lnTo>
                    <a:lnTo>
                      <a:pt x="2334" y="1334"/>
                    </a:lnTo>
                    <a:lnTo>
                      <a:pt x="2335" y="1343"/>
                    </a:lnTo>
                    <a:lnTo>
                      <a:pt x="2335" y="1346"/>
                    </a:lnTo>
                    <a:lnTo>
                      <a:pt x="2335" y="1348"/>
                    </a:lnTo>
                    <a:lnTo>
                      <a:pt x="2335" y="1351"/>
                    </a:lnTo>
                    <a:lnTo>
                      <a:pt x="2336" y="1353"/>
                    </a:lnTo>
                    <a:lnTo>
                      <a:pt x="2336" y="1354"/>
                    </a:lnTo>
                    <a:lnTo>
                      <a:pt x="2336" y="1355"/>
                    </a:lnTo>
                    <a:lnTo>
                      <a:pt x="2337" y="1356"/>
                    </a:lnTo>
                    <a:lnTo>
                      <a:pt x="2337" y="1357"/>
                    </a:lnTo>
                    <a:lnTo>
                      <a:pt x="2337" y="1357"/>
                    </a:lnTo>
                    <a:lnTo>
                      <a:pt x="2337" y="1358"/>
                    </a:lnTo>
                    <a:lnTo>
                      <a:pt x="2338" y="1358"/>
                    </a:lnTo>
                    <a:lnTo>
                      <a:pt x="2338" y="1359"/>
                    </a:lnTo>
                    <a:lnTo>
                      <a:pt x="2338" y="1359"/>
                    </a:lnTo>
                    <a:lnTo>
                      <a:pt x="2338" y="1359"/>
                    </a:lnTo>
                    <a:lnTo>
                      <a:pt x="2339" y="1359"/>
                    </a:lnTo>
                    <a:lnTo>
                      <a:pt x="2339" y="1359"/>
                    </a:lnTo>
                    <a:lnTo>
                      <a:pt x="2340" y="1359"/>
                    </a:lnTo>
                    <a:lnTo>
                      <a:pt x="2340" y="1359"/>
                    </a:lnTo>
                    <a:lnTo>
                      <a:pt x="2340" y="1359"/>
                    </a:lnTo>
                    <a:lnTo>
                      <a:pt x="2340" y="1359"/>
                    </a:lnTo>
                    <a:lnTo>
                      <a:pt x="2341" y="1359"/>
                    </a:lnTo>
                    <a:lnTo>
                      <a:pt x="2341" y="1359"/>
                    </a:lnTo>
                    <a:lnTo>
                      <a:pt x="2341" y="1360"/>
                    </a:lnTo>
                    <a:lnTo>
                      <a:pt x="2341" y="1360"/>
                    </a:lnTo>
                    <a:lnTo>
                      <a:pt x="2342" y="1360"/>
                    </a:lnTo>
                    <a:lnTo>
                      <a:pt x="2342" y="1360"/>
                    </a:lnTo>
                    <a:lnTo>
                      <a:pt x="2342" y="1360"/>
                    </a:lnTo>
                    <a:lnTo>
                      <a:pt x="2343" y="1360"/>
                    </a:lnTo>
                    <a:lnTo>
                      <a:pt x="2343" y="1360"/>
                    </a:lnTo>
                    <a:lnTo>
                      <a:pt x="2343" y="1360"/>
                    </a:lnTo>
                    <a:lnTo>
                      <a:pt x="2343" y="1360"/>
                    </a:lnTo>
                    <a:lnTo>
                      <a:pt x="2344" y="1360"/>
                    </a:lnTo>
                    <a:lnTo>
                      <a:pt x="2344" y="1362"/>
                    </a:lnTo>
                    <a:lnTo>
                      <a:pt x="2344" y="1363"/>
                    </a:lnTo>
                    <a:lnTo>
                      <a:pt x="2345" y="1364"/>
                    </a:lnTo>
                    <a:lnTo>
                      <a:pt x="2345" y="1366"/>
                    </a:lnTo>
                    <a:lnTo>
                      <a:pt x="2345" y="1366"/>
                    </a:lnTo>
                    <a:lnTo>
                      <a:pt x="2346" y="1366"/>
                    </a:lnTo>
                    <a:lnTo>
                      <a:pt x="2346" y="1366"/>
                    </a:lnTo>
                    <a:lnTo>
                      <a:pt x="2346" y="1366"/>
                    </a:lnTo>
                    <a:lnTo>
                      <a:pt x="2346" y="1366"/>
                    </a:lnTo>
                    <a:lnTo>
                      <a:pt x="2347" y="1366"/>
                    </a:lnTo>
                    <a:lnTo>
                      <a:pt x="2347" y="1366"/>
                    </a:lnTo>
                    <a:lnTo>
                      <a:pt x="2347" y="1366"/>
                    </a:lnTo>
                    <a:lnTo>
                      <a:pt x="2347" y="1366"/>
                    </a:lnTo>
                    <a:lnTo>
                      <a:pt x="2348" y="1366"/>
                    </a:lnTo>
                    <a:lnTo>
                      <a:pt x="2348" y="1366"/>
                    </a:lnTo>
                    <a:lnTo>
                      <a:pt x="2349" y="1366"/>
                    </a:lnTo>
                    <a:lnTo>
                      <a:pt x="2349" y="1366"/>
                    </a:lnTo>
                    <a:lnTo>
                      <a:pt x="2349" y="1366"/>
                    </a:lnTo>
                    <a:lnTo>
                      <a:pt x="2349" y="1366"/>
                    </a:lnTo>
                    <a:lnTo>
                      <a:pt x="2350" y="1366"/>
                    </a:lnTo>
                    <a:lnTo>
                      <a:pt x="2350" y="1366"/>
                    </a:lnTo>
                    <a:lnTo>
                      <a:pt x="2350" y="1366"/>
                    </a:lnTo>
                    <a:lnTo>
                      <a:pt x="2350" y="1366"/>
                    </a:lnTo>
                    <a:lnTo>
                      <a:pt x="2351" y="1366"/>
                    </a:lnTo>
                    <a:lnTo>
                      <a:pt x="2351" y="1366"/>
                    </a:lnTo>
                    <a:lnTo>
                      <a:pt x="2351" y="1366"/>
                    </a:lnTo>
                    <a:lnTo>
                      <a:pt x="2352" y="1366"/>
                    </a:lnTo>
                    <a:lnTo>
                      <a:pt x="2352" y="1366"/>
                    </a:lnTo>
                    <a:lnTo>
                      <a:pt x="2352" y="1366"/>
                    </a:lnTo>
                    <a:lnTo>
                      <a:pt x="2352" y="1366"/>
                    </a:lnTo>
                    <a:lnTo>
                      <a:pt x="2353" y="1366"/>
                    </a:lnTo>
                    <a:lnTo>
                      <a:pt x="2353" y="1366"/>
                    </a:lnTo>
                    <a:lnTo>
                      <a:pt x="2353" y="1366"/>
                    </a:lnTo>
                    <a:lnTo>
                      <a:pt x="2354" y="1366"/>
                    </a:lnTo>
                    <a:lnTo>
                      <a:pt x="2354" y="1366"/>
                    </a:lnTo>
                    <a:lnTo>
                      <a:pt x="2354" y="1366"/>
                    </a:lnTo>
                    <a:lnTo>
                      <a:pt x="2355" y="1366"/>
                    </a:lnTo>
                    <a:lnTo>
                      <a:pt x="2355" y="1366"/>
                    </a:lnTo>
                    <a:lnTo>
                      <a:pt x="2355" y="1366"/>
                    </a:lnTo>
                    <a:lnTo>
                      <a:pt x="2355" y="1366"/>
                    </a:lnTo>
                    <a:lnTo>
                      <a:pt x="2356" y="1366"/>
                    </a:lnTo>
                    <a:lnTo>
                      <a:pt x="2356" y="1366"/>
                    </a:lnTo>
                    <a:lnTo>
                      <a:pt x="2356" y="1366"/>
                    </a:lnTo>
                    <a:lnTo>
                      <a:pt x="2356" y="1366"/>
                    </a:lnTo>
                    <a:lnTo>
                      <a:pt x="2357" y="1366"/>
                    </a:lnTo>
                    <a:lnTo>
                      <a:pt x="2357" y="1366"/>
                    </a:lnTo>
                    <a:lnTo>
                      <a:pt x="2358" y="1366"/>
                    </a:lnTo>
                    <a:lnTo>
                      <a:pt x="2358" y="1366"/>
                    </a:lnTo>
                    <a:lnTo>
                      <a:pt x="2358" y="1367"/>
                    </a:lnTo>
                    <a:lnTo>
                      <a:pt x="2358" y="1367"/>
                    </a:lnTo>
                    <a:lnTo>
                      <a:pt x="2359" y="1369"/>
                    </a:lnTo>
                    <a:lnTo>
                      <a:pt x="2359" y="1369"/>
                    </a:lnTo>
                    <a:lnTo>
                      <a:pt x="2359" y="1370"/>
                    </a:lnTo>
                    <a:lnTo>
                      <a:pt x="2359" y="1372"/>
                    </a:lnTo>
                    <a:lnTo>
                      <a:pt x="2360" y="1373"/>
                    </a:lnTo>
                    <a:lnTo>
                      <a:pt x="2360" y="1375"/>
                    </a:lnTo>
                    <a:lnTo>
                      <a:pt x="2360" y="1375"/>
                    </a:lnTo>
                    <a:lnTo>
                      <a:pt x="2361" y="1375"/>
                    </a:lnTo>
                    <a:lnTo>
                      <a:pt x="2361" y="1375"/>
                    </a:lnTo>
                    <a:lnTo>
                      <a:pt x="2361" y="1375"/>
                    </a:lnTo>
                    <a:lnTo>
                      <a:pt x="2361" y="1375"/>
                    </a:lnTo>
                    <a:lnTo>
                      <a:pt x="2362" y="1375"/>
                    </a:lnTo>
                    <a:lnTo>
                      <a:pt x="2362" y="1375"/>
                    </a:lnTo>
                    <a:lnTo>
                      <a:pt x="2362" y="1375"/>
                    </a:lnTo>
                    <a:lnTo>
                      <a:pt x="2362" y="1375"/>
                    </a:lnTo>
                    <a:lnTo>
                      <a:pt x="2363" y="1375"/>
                    </a:lnTo>
                    <a:lnTo>
                      <a:pt x="2363" y="1375"/>
                    </a:lnTo>
                    <a:lnTo>
                      <a:pt x="2364" y="1375"/>
                    </a:lnTo>
                    <a:lnTo>
                      <a:pt x="2364" y="1375"/>
                    </a:lnTo>
                    <a:lnTo>
                      <a:pt x="2364" y="1375"/>
                    </a:lnTo>
                    <a:lnTo>
                      <a:pt x="2364" y="1375"/>
                    </a:lnTo>
                    <a:lnTo>
                      <a:pt x="2365" y="1375"/>
                    </a:lnTo>
                    <a:lnTo>
                      <a:pt x="2365" y="1375"/>
                    </a:lnTo>
                    <a:lnTo>
                      <a:pt x="2365" y="1375"/>
                    </a:lnTo>
                    <a:lnTo>
                      <a:pt x="2365" y="1375"/>
                    </a:lnTo>
                    <a:lnTo>
                      <a:pt x="2366" y="1375"/>
                    </a:lnTo>
                    <a:lnTo>
                      <a:pt x="2366" y="1375"/>
                    </a:lnTo>
                    <a:lnTo>
                      <a:pt x="2366" y="1375"/>
                    </a:lnTo>
                    <a:lnTo>
                      <a:pt x="2367" y="1375"/>
                    </a:lnTo>
                    <a:lnTo>
                      <a:pt x="2367" y="1375"/>
                    </a:lnTo>
                    <a:lnTo>
                      <a:pt x="2367" y="1375"/>
                    </a:lnTo>
                    <a:lnTo>
                      <a:pt x="2368" y="1375"/>
                    </a:lnTo>
                    <a:lnTo>
                      <a:pt x="2368" y="1375"/>
                    </a:lnTo>
                    <a:lnTo>
                      <a:pt x="2368" y="1375"/>
                    </a:lnTo>
                    <a:lnTo>
                      <a:pt x="2368" y="1375"/>
                    </a:lnTo>
                    <a:lnTo>
                      <a:pt x="2369" y="1375"/>
                    </a:lnTo>
                    <a:lnTo>
                      <a:pt x="2369" y="1375"/>
                    </a:lnTo>
                    <a:lnTo>
                      <a:pt x="2369" y="1375"/>
                    </a:lnTo>
                    <a:lnTo>
                      <a:pt x="2370" y="1375"/>
                    </a:lnTo>
                    <a:lnTo>
                      <a:pt x="2370" y="1375"/>
                    </a:lnTo>
                    <a:lnTo>
                      <a:pt x="2370" y="1375"/>
                    </a:lnTo>
                    <a:lnTo>
                      <a:pt x="2370" y="1375"/>
                    </a:lnTo>
                    <a:lnTo>
                      <a:pt x="2371" y="1375"/>
                    </a:lnTo>
                    <a:lnTo>
                      <a:pt x="2371" y="1375"/>
                    </a:lnTo>
                    <a:lnTo>
                      <a:pt x="2371" y="1375"/>
                    </a:lnTo>
                    <a:lnTo>
                      <a:pt x="2371" y="1375"/>
                    </a:lnTo>
                    <a:lnTo>
                      <a:pt x="2372" y="1375"/>
                    </a:lnTo>
                    <a:lnTo>
                      <a:pt x="2372" y="1375"/>
                    </a:lnTo>
                    <a:lnTo>
                      <a:pt x="2373" y="1376"/>
                    </a:lnTo>
                    <a:lnTo>
                      <a:pt x="2373" y="1376"/>
                    </a:lnTo>
                    <a:lnTo>
                      <a:pt x="2373" y="1376"/>
                    </a:lnTo>
                    <a:lnTo>
                      <a:pt x="2373" y="1376"/>
                    </a:lnTo>
                    <a:lnTo>
                      <a:pt x="2374" y="1376"/>
                    </a:lnTo>
                    <a:lnTo>
                      <a:pt x="2374" y="1376"/>
                    </a:lnTo>
                    <a:lnTo>
                      <a:pt x="2374" y="1376"/>
                    </a:lnTo>
                    <a:lnTo>
                      <a:pt x="2374" y="1376"/>
                    </a:lnTo>
                    <a:lnTo>
                      <a:pt x="2375" y="1376"/>
                    </a:lnTo>
                  </a:path>
                </a:pathLst>
              </a:custGeom>
              <a:noFill/>
              <a:ln w="12700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397" name="Freeform 391">
                <a:extLst>
                  <a:ext uri="{FF2B5EF4-FFF2-40B4-BE49-F238E27FC236}">
                    <a16:creationId xmlns:a16="http://schemas.microsoft.com/office/drawing/2014/main" id="{CEED79D0-E0AD-95E1-B20B-483C5AAE8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037" y="2219325"/>
                <a:ext cx="1921399" cy="903488"/>
              </a:xfrm>
              <a:custGeom>
                <a:avLst/>
                <a:gdLst>
                  <a:gd name="T0" fmla="*/ 37 w 2375"/>
                  <a:gd name="T1" fmla="*/ 1452 h 1595"/>
                  <a:gd name="T2" fmla="*/ 75 w 2375"/>
                  <a:gd name="T3" fmla="*/ 1541 h 1595"/>
                  <a:gd name="T4" fmla="*/ 112 w 2375"/>
                  <a:gd name="T5" fmla="*/ 1568 h 1595"/>
                  <a:gd name="T6" fmla="*/ 150 w 2375"/>
                  <a:gd name="T7" fmla="*/ 1595 h 1595"/>
                  <a:gd name="T8" fmla="*/ 187 w 2375"/>
                  <a:gd name="T9" fmla="*/ 1595 h 1595"/>
                  <a:gd name="T10" fmla="*/ 224 w 2375"/>
                  <a:gd name="T11" fmla="*/ 1566 h 1595"/>
                  <a:gd name="T12" fmla="*/ 262 w 2375"/>
                  <a:gd name="T13" fmla="*/ 1566 h 1595"/>
                  <a:gd name="T14" fmla="*/ 299 w 2375"/>
                  <a:gd name="T15" fmla="*/ 1566 h 1595"/>
                  <a:gd name="T16" fmla="*/ 336 w 2375"/>
                  <a:gd name="T17" fmla="*/ 1566 h 1595"/>
                  <a:gd name="T18" fmla="*/ 374 w 2375"/>
                  <a:gd name="T19" fmla="*/ 1595 h 1595"/>
                  <a:gd name="T20" fmla="*/ 411 w 2375"/>
                  <a:gd name="T21" fmla="*/ 1595 h 1595"/>
                  <a:gd name="T22" fmla="*/ 449 w 2375"/>
                  <a:gd name="T23" fmla="*/ 1595 h 1595"/>
                  <a:gd name="T24" fmla="*/ 486 w 2375"/>
                  <a:gd name="T25" fmla="*/ 1442 h 1595"/>
                  <a:gd name="T26" fmla="*/ 523 w 2375"/>
                  <a:gd name="T27" fmla="*/ 1316 h 1595"/>
                  <a:gd name="T28" fmla="*/ 561 w 2375"/>
                  <a:gd name="T29" fmla="*/ 1236 h 1595"/>
                  <a:gd name="T30" fmla="*/ 598 w 2375"/>
                  <a:gd name="T31" fmla="*/ 1236 h 1595"/>
                  <a:gd name="T32" fmla="*/ 635 w 2375"/>
                  <a:gd name="T33" fmla="*/ 1388 h 1595"/>
                  <a:gd name="T34" fmla="*/ 673 w 2375"/>
                  <a:gd name="T35" fmla="*/ 1435 h 1595"/>
                  <a:gd name="T36" fmla="*/ 711 w 2375"/>
                  <a:gd name="T37" fmla="*/ 1504 h 1595"/>
                  <a:gd name="T38" fmla="*/ 748 w 2375"/>
                  <a:gd name="T39" fmla="*/ 1504 h 1595"/>
                  <a:gd name="T40" fmla="*/ 785 w 2375"/>
                  <a:gd name="T41" fmla="*/ 1504 h 1595"/>
                  <a:gd name="T42" fmla="*/ 823 w 2375"/>
                  <a:gd name="T43" fmla="*/ 1583 h 1595"/>
                  <a:gd name="T44" fmla="*/ 860 w 2375"/>
                  <a:gd name="T45" fmla="*/ 1595 h 1595"/>
                  <a:gd name="T46" fmla="*/ 897 w 2375"/>
                  <a:gd name="T47" fmla="*/ 1554 h 1595"/>
                  <a:gd name="T48" fmla="*/ 935 w 2375"/>
                  <a:gd name="T49" fmla="*/ 1552 h 1595"/>
                  <a:gd name="T50" fmla="*/ 972 w 2375"/>
                  <a:gd name="T51" fmla="*/ 1537 h 1595"/>
                  <a:gd name="T52" fmla="*/ 1010 w 2375"/>
                  <a:gd name="T53" fmla="*/ 1530 h 1595"/>
                  <a:gd name="T54" fmla="*/ 1047 w 2375"/>
                  <a:gd name="T55" fmla="*/ 1539 h 1595"/>
                  <a:gd name="T56" fmla="*/ 1084 w 2375"/>
                  <a:gd name="T57" fmla="*/ 1446 h 1595"/>
                  <a:gd name="T58" fmla="*/ 1122 w 2375"/>
                  <a:gd name="T59" fmla="*/ 1458 h 1595"/>
                  <a:gd name="T60" fmla="*/ 1159 w 2375"/>
                  <a:gd name="T61" fmla="*/ 1464 h 1595"/>
                  <a:gd name="T62" fmla="*/ 1196 w 2375"/>
                  <a:gd name="T63" fmla="*/ 1271 h 1595"/>
                  <a:gd name="T64" fmla="*/ 1234 w 2375"/>
                  <a:gd name="T65" fmla="*/ 1054 h 1595"/>
                  <a:gd name="T66" fmla="*/ 1271 w 2375"/>
                  <a:gd name="T67" fmla="*/ 981 h 1595"/>
                  <a:gd name="T68" fmla="*/ 1309 w 2375"/>
                  <a:gd name="T69" fmla="*/ 954 h 1595"/>
                  <a:gd name="T70" fmla="*/ 1346 w 2375"/>
                  <a:gd name="T71" fmla="*/ 990 h 1595"/>
                  <a:gd name="T72" fmla="*/ 1383 w 2375"/>
                  <a:gd name="T73" fmla="*/ 988 h 1595"/>
                  <a:gd name="T74" fmla="*/ 1421 w 2375"/>
                  <a:gd name="T75" fmla="*/ 318 h 1595"/>
                  <a:gd name="T76" fmla="*/ 1458 w 2375"/>
                  <a:gd name="T77" fmla="*/ 8 h 1595"/>
                  <a:gd name="T78" fmla="*/ 1496 w 2375"/>
                  <a:gd name="T79" fmla="*/ 187 h 1595"/>
                  <a:gd name="T80" fmla="*/ 1533 w 2375"/>
                  <a:gd name="T81" fmla="*/ 478 h 1595"/>
                  <a:gd name="T82" fmla="*/ 1571 w 2375"/>
                  <a:gd name="T83" fmla="*/ 1154 h 1595"/>
                  <a:gd name="T84" fmla="*/ 1608 w 2375"/>
                  <a:gd name="T85" fmla="*/ 1460 h 1595"/>
                  <a:gd name="T86" fmla="*/ 1645 w 2375"/>
                  <a:gd name="T87" fmla="*/ 1390 h 1595"/>
                  <a:gd name="T88" fmla="*/ 1682 w 2375"/>
                  <a:gd name="T89" fmla="*/ 1426 h 1595"/>
                  <a:gd name="T90" fmla="*/ 1720 w 2375"/>
                  <a:gd name="T91" fmla="*/ 1475 h 1595"/>
                  <a:gd name="T92" fmla="*/ 1757 w 2375"/>
                  <a:gd name="T93" fmla="*/ 1508 h 1595"/>
                  <a:gd name="T94" fmla="*/ 1795 w 2375"/>
                  <a:gd name="T95" fmla="*/ 1595 h 1595"/>
                  <a:gd name="T96" fmla="*/ 1832 w 2375"/>
                  <a:gd name="T97" fmla="*/ 1595 h 1595"/>
                  <a:gd name="T98" fmla="*/ 1870 w 2375"/>
                  <a:gd name="T99" fmla="*/ 1595 h 1595"/>
                  <a:gd name="T100" fmla="*/ 1907 w 2375"/>
                  <a:gd name="T101" fmla="*/ 1595 h 1595"/>
                  <a:gd name="T102" fmla="*/ 1944 w 2375"/>
                  <a:gd name="T103" fmla="*/ 1561 h 1595"/>
                  <a:gd name="T104" fmla="*/ 1982 w 2375"/>
                  <a:gd name="T105" fmla="*/ 1561 h 1595"/>
                  <a:gd name="T106" fmla="*/ 2019 w 2375"/>
                  <a:gd name="T107" fmla="*/ 1561 h 1595"/>
                  <a:gd name="T108" fmla="*/ 2057 w 2375"/>
                  <a:gd name="T109" fmla="*/ 1561 h 1595"/>
                  <a:gd name="T110" fmla="*/ 2094 w 2375"/>
                  <a:gd name="T111" fmla="*/ 1595 h 1595"/>
                  <a:gd name="T112" fmla="*/ 2131 w 2375"/>
                  <a:gd name="T113" fmla="*/ 1595 h 1595"/>
                  <a:gd name="T114" fmla="*/ 2169 w 2375"/>
                  <a:gd name="T115" fmla="*/ 1346 h 1595"/>
                  <a:gd name="T116" fmla="*/ 2206 w 2375"/>
                  <a:gd name="T117" fmla="*/ 1218 h 1595"/>
                  <a:gd name="T118" fmla="*/ 2243 w 2375"/>
                  <a:gd name="T119" fmla="*/ 1140 h 1595"/>
                  <a:gd name="T120" fmla="*/ 2281 w 2375"/>
                  <a:gd name="T121" fmla="*/ 1118 h 1595"/>
                  <a:gd name="T122" fmla="*/ 2318 w 2375"/>
                  <a:gd name="T123" fmla="*/ 1340 h 1595"/>
                  <a:gd name="T124" fmla="*/ 2356 w 2375"/>
                  <a:gd name="T125" fmla="*/ 1417 h 1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75" h="1595">
                    <a:moveTo>
                      <a:pt x="0" y="1408"/>
                    </a:moveTo>
                    <a:lnTo>
                      <a:pt x="1" y="1408"/>
                    </a:lnTo>
                    <a:lnTo>
                      <a:pt x="1" y="1408"/>
                    </a:lnTo>
                    <a:lnTo>
                      <a:pt x="1" y="1408"/>
                    </a:lnTo>
                    <a:lnTo>
                      <a:pt x="1" y="1408"/>
                    </a:lnTo>
                    <a:lnTo>
                      <a:pt x="2" y="1408"/>
                    </a:lnTo>
                    <a:lnTo>
                      <a:pt x="2" y="1408"/>
                    </a:lnTo>
                    <a:lnTo>
                      <a:pt x="2" y="1408"/>
                    </a:lnTo>
                    <a:lnTo>
                      <a:pt x="2" y="1408"/>
                    </a:lnTo>
                    <a:lnTo>
                      <a:pt x="3" y="1408"/>
                    </a:lnTo>
                    <a:lnTo>
                      <a:pt x="3" y="1408"/>
                    </a:lnTo>
                    <a:lnTo>
                      <a:pt x="4" y="1408"/>
                    </a:lnTo>
                    <a:lnTo>
                      <a:pt x="4" y="1408"/>
                    </a:lnTo>
                    <a:lnTo>
                      <a:pt x="4" y="1408"/>
                    </a:lnTo>
                    <a:lnTo>
                      <a:pt x="4" y="1408"/>
                    </a:lnTo>
                    <a:lnTo>
                      <a:pt x="5" y="1408"/>
                    </a:lnTo>
                    <a:lnTo>
                      <a:pt x="5" y="1408"/>
                    </a:lnTo>
                    <a:lnTo>
                      <a:pt x="5" y="1408"/>
                    </a:lnTo>
                    <a:lnTo>
                      <a:pt x="5" y="1408"/>
                    </a:lnTo>
                    <a:lnTo>
                      <a:pt x="6" y="1408"/>
                    </a:lnTo>
                    <a:lnTo>
                      <a:pt x="6" y="1408"/>
                    </a:lnTo>
                    <a:lnTo>
                      <a:pt x="6" y="1408"/>
                    </a:lnTo>
                    <a:lnTo>
                      <a:pt x="7" y="1408"/>
                    </a:lnTo>
                    <a:lnTo>
                      <a:pt x="7" y="1408"/>
                    </a:lnTo>
                    <a:lnTo>
                      <a:pt x="7" y="1408"/>
                    </a:lnTo>
                    <a:lnTo>
                      <a:pt x="8" y="1408"/>
                    </a:lnTo>
                    <a:lnTo>
                      <a:pt x="8" y="1408"/>
                    </a:lnTo>
                    <a:lnTo>
                      <a:pt x="8" y="1408"/>
                    </a:lnTo>
                    <a:lnTo>
                      <a:pt x="8" y="1408"/>
                    </a:lnTo>
                    <a:lnTo>
                      <a:pt x="9" y="1408"/>
                    </a:lnTo>
                    <a:lnTo>
                      <a:pt x="9" y="1408"/>
                    </a:lnTo>
                    <a:lnTo>
                      <a:pt x="9" y="1408"/>
                    </a:lnTo>
                    <a:lnTo>
                      <a:pt x="10" y="1408"/>
                    </a:lnTo>
                    <a:lnTo>
                      <a:pt x="10" y="1408"/>
                    </a:lnTo>
                    <a:lnTo>
                      <a:pt x="10" y="1408"/>
                    </a:lnTo>
                    <a:lnTo>
                      <a:pt x="10" y="1408"/>
                    </a:lnTo>
                    <a:lnTo>
                      <a:pt x="11" y="1408"/>
                    </a:lnTo>
                    <a:lnTo>
                      <a:pt x="11" y="1408"/>
                    </a:lnTo>
                    <a:lnTo>
                      <a:pt x="11" y="1408"/>
                    </a:lnTo>
                    <a:lnTo>
                      <a:pt x="11" y="1408"/>
                    </a:lnTo>
                    <a:lnTo>
                      <a:pt x="12" y="1408"/>
                    </a:lnTo>
                    <a:lnTo>
                      <a:pt x="12" y="1408"/>
                    </a:lnTo>
                    <a:lnTo>
                      <a:pt x="13" y="1408"/>
                    </a:lnTo>
                    <a:lnTo>
                      <a:pt x="13" y="1408"/>
                    </a:lnTo>
                    <a:lnTo>
                      <a:pt x="13" y="1408"/>
                    </a:lnTo>
                    <a:lnTo>
                      <a:pt x="13" y="1409"/>
                    </a:lnTo>
                    <a:lnTo>
                      <a:pt x="14" y="1409"/>
                    </a:lnTo>
                    <a:lnTo>
                      <a:pt x="14" y="1410"/>
                    </a:lnTo>
                    <a:lnTo>
                      <a:pt x="14" y="1410"/>
                    </a:lnTo>
                    <a:lnTo>
                      <a:pt x="14" y="1410"/>
                    </a:lnTo>
                    <a:lnTo>
                      <a:pt x="15" y="1410"/>
                    </a:lnTo>
                    <a:lnTo>
                      <a:pt x="15" y="1410"/>
                    </a:lnTo>
                    <a:lnTo>
                      <a:pt x="15" y="1410"/>
                    </a:lnTo>
                    <a:lnTo>
                      <a:pt x="16" y="1410"/>
                    </a:lnTo>
                    <a:lnTo>
                      <a:pt x="16" y="1410"/>
                    </a:lnTo>
                    <a:lnTo>
                      <a:pt x="16" y="1410"/>
                    </a:lnTo>
                    <a:lnTo>
                      <a:pt x="16" y="1410"/>
                    </a:lnTo>
                    <a:lnTo>
                      <a:pt x="17" y="1410"/>
                    </a:lnTo>
                    <a:lnTo>
                      <a:pt x="17" y="1410"/>
                    </a:lnTo>
                    <a:lnTo>
                      <a:pt x="17" y="1410"/>
                    </a:lnTo>
                    <a:lnTo>
                      <a:pt x="18" y="1410"/>
                    </a:lnTo>
                    <a:lnTo>
                      <a:pt x="18" y="1416"/>
                    </a:lnTo>
                    <a:lnTo>
                      <a:pt x="18" y="1423"/>
                    </a:lnTo>
                    <a:lnTo>
                      <a:pt x="19" y="1429"/>
                    </a:lnTo>
                    <a:lnTo>
                      <a:pt x="19" y="1435"/>
                    </a:lnTo>
                    <a:lnTo>
                      <a:pt x="19" y="1437"/>
                    </a:lnTo>
                    <a:lnTo>
                      <a:pt x="19" y="1440"/>
                    </a:lnTo>
                    <a:lnTo>
                      <a:pt x="20" y="1443"/>
                    </a:lnTo>
                    <a:lnTo>
                      <a:pt x="20" y="1446"/>
                    </a:lnTo>
                    <a:lnTo>
                      <a:pt x="20" y="1446"/>
                    </a:lnTo>
                    <a:lnTo>
                      <a:pt x="20" y="1447"/>
                    </a:lnTo>
                    <a:lnTo>
                      <a:pt x="21" y="1448"/>
                    </a:lnTo>
                    <a:lnTo>
                      <a:pt x="21" y="1448"/>
                    </a:lnTo>
                    <a:lnTo>
                      <a:pt x="22" y="1448"/>
                    </a:lnTo>
                    <a:lnTo>
                      <a:pt x="22" y="1448"/>
                    </a:lnTo>
                    <a:lnTo>
                      <a:pt x="22" y="1448"/>
                    </a:lnTo>
                    <a:lnTo>
                      <a:pt x="22" y="1448"/>
                    </a:lnTo>
                    <a:lnTo>
                      <a:pt x="23" y="1448"/>
                    </a:lnTo>
                    <a:lnTo>
                      <a:pt x="23" y="1448"/>
                    </a:lnTo>
                    <a:lnTo>
                      <a:pt x="23" y="1448"/>
                    </a:lnTo>
                    <a:lnTo>
                      <a:pt x="23" y="1448"/>
                    </a:lnTo>
                    <a:lnTo>
                      <a:pt x="24" y="1448"/>
                    </a:lnTo>
                    <a:lnTo>
                      <a:pt x="24" y="1448"/>
                    </a:lnTo>
                    <a:lnTo>
                      <a:pt x="24" y="1448"/>
                    </a:lnTo>
                    <a:lnTo>
                      <a:pt x="25" y="1448"/>
                    </a:lnTo>
                    <a:lnTo>
                      <a:pt x="25" y="1448"/>
                    </a:lnTo>
                    <a:lnTo>
                      <a:pt x="25" y="1448"/>
                    </a:lnTo>
                    <a:lnTo>
                      <a:pt x="25" y="1448"/>
                    </a:lnTo>
                    <a:lnTo>
                      <a:pt x="26" y="1448"/>
                    </a:lnTo>
                    <a:lnTo>
                      <a:pt x="26" y="1448"/>
                    </a:lnTo>
                    <a:lnTo>
                      <a:pt x="26" y="1448"/>
                    </a:lnTo>
                    <a:lnTo>
                      <a:pt x="26" y="1448"/>
                    </a:lnTo>
                    <a:lnTo>
                      <a:pt x="27" y="1448"/>
                    </a:lnTo>
                    <a:lnTo>
                      <a:pt x="27" y="1448"/>
                    </a:lnTo>
                    <a:lnTo>
                      <a:pt x="28" y="1448"/>
                    </a:lnTo>
                    <a:lnTo>
                      <a:pt x="28" y="1448"/>
                    </a:lnTo>
                    <a:lnTo>
                      <a:pt x="28" y="1448"/>
                    </a:lnTo>
                    <a:lnTo>
                      <a:pt x="28" y="1448"/>
                    </a:lnTo>
                    <a:lnTo>
                      <a:pt x="29" y="1448"/>
                    </a:lnTo>
                    <a:lnTo>
                      <a:pt x="29" y="1448"/>
                    </a:lnTo>
                    <a:lnTo>
                      <a:pt x="29" y="1448"/>
                    </a:lnTo>
                    <a:lnTo>
                      <a:pt x="29" y="1449"/>
                    </a:lnTo>
                    <a:lnTo>
                      <a:pt x="30" y="1449"/>
                    </a:lnTo>
                    <a:lnTo>
                      <a:pt x="30" y="1450"/>
                    </a:lnTo>
                    <a:lnTo>
                      <a:pt x="30" y="1450"/>
                    </a:lnTo>
                    <a:lnTo>
                      <a:pt x="31" y="1450"/>
                    </a:lnTo>
                    <a:lnTo>
                      <a:pt x="31" y="1450"/>
                    </a:lnTo>
                    <a:lnTo>
                      <a:pt x="31" y="1450"/>
                    </a:lnTo>
                    <a:lnTo>
                      <a:pt x="32" y="1450"/>
                    </a:lnTo>
                    <a:lnTo>
                      <a:pt x="32" y="1450"/>
                    </a:lnTo>
                    <a:lnTo>
                      <a:pt x="32" y="1450"/>
                    </a:lnTo>
                    <a:lnTo>
                      <a:pt x="32" y="1450"/>
                    </a:lnTo>
                    <a:lnTo>
                      <a:pt x="33" y="1450"/>
                    </a:lnTo>
                    <a:lnTo>
                      <a:pt x="33" y="1450"/>
                    </a:lnTo>
                    <a:lnTo>
                      <a:pt x="33" y="1450"/>
                    </a:lnTo>
                    <a:lnTo>
                      <a:pt x="34" y="1450"/>
                    </a:lnTo>
                    <a:lnTo>
                      <a:pt x="34" y="1450"/>
                    </a:lnTo>
                    <a:lnTo>
                      <a:pt x="34" y="1450"/>
                    </a:lnTo>
                    <a:lnTo>
                      <a:pt x="34" y="1450"/>
                    </a:lnTo>
                    <a:lnTo>
                      <a:pt x="35" y="1450"/>
                    </a:lnTo>
                    <a:lnTo>
                      <a:pt x="35" y="1450"/>
                    </a:lnTo>
                    <a:lnTo>
                      <a:pt x="35" y="1451"/>
                    </a:lnTo>
                    <a:lnTo>
                      <a:pt x="35" y="1451"/>
                    </a:lnTo>
                    <a:lnTo>
                      <a:pt x="36" y="1452"/>
                    </a:lnTo>
                    <a:lnTo>
                      <a:pt x="36" y="1452"/>
                    </a:lnTo>
                    <a:lnTo>
                      <a:pt x="37" y="1452"/>
                    </a:lnTo>
                    <a:lnTo>
                      <a:pt x="37" y="1452"/>
                    </a:lnTo>
                    <a:lnTo>
                      <a:pt x="37" y="1452"/>
                    </a:lnTo>
                    <a:lnTo>
                      <a:pt x="37" y="1452"/>
                    </a:lnTo>
                    <a:lnTo>
                      <a:pt x="38" y="1458"/>
                    </a:lnTo>
                    <a:lnTo>
                      <a:pt x="38" y="1464"/>
                    </a:lnTo>
                    <a:lnTo>
                      <a:pt x="38" y="1469"/>
                    </a:lnTo>
                    <a:lnTo>
                      <a:pt x="38" y="1475"/>
                    </a:lnTo>
                    <a:lnTo>
                      <a:pt x="39" y="1478"/>
                    </a:lnTo>
                    <a:lnTo>
                      <a:pt x="39" y="1481"/>
                    </a:lnTo>
                    <a:lnTo>
                      <a:pt x="39" y="1485"/>
                    </a:lnTo>
                    <a:lnTo>
                      <a:pt x="40" y="1488"/>
                    </a:lnTo>
                    <a:lnTo>
                      <a:pt x="40" y="1488"/>
                    </a:lnTo>
                    <a:lnTo>
                      <a:pt x="40" y="1488"/>
                    </a:lnTo>
                    <a:lnTo>
                      <a:pt x="40" y="1488"/>
                    </a:lnTo>
                    <a:lnTo>
                      <a:pt x="41" y="1488"/>
                    </a:lnTo>
                    <a:lnTo>
                      <a:pt x="41" y="1488"/>
                    </a:lnTo>
                    <a:lnTo>
                      <a:pt x="41" y="1488"/>
                    </a:lnTo>
                    <a:lnTo>
                      <a:pt x="42" y="1488"/>
                    </a:lnTo>
                    <a:lnTo>
                      <a:pt x="42" y="1488"/>
                    </a:lnTo>
                    <a:lnTo>
                      <a:pt x="42" y="1488"/>
                    </a:lnTo>
                    <a:lnTo>
                      <a:pt x="43" y="1488"/>
                    </a:lnTo>
                    <a:lnTo>
                      <a:pt x="43" y="1488"/>
                    </a:lnTo>
                    <a:lnTo>
                      <a:pt x="43" y="1488"/>
                    </a:lnTo>
                    <a:lnTo>
                      <a:pt x="43" y="1488"/>
                    </a:lnTo>
                    <a:lnTo>
                      <a:pt x="44" y="1488"/>
                    </a:lnTo>
                    <a:lnTo>
                      <a:pt x="44" y="1488"/>
                    </a:lnTo>
                    <a:lnTo>
                      <a:pt x="45" y="1488"/>
                    </a:lnTo>
                    <a:lnTo>
                      <a:pt x="45" y="1488"/>
                    </a:lnTo>
                    <a:lnTo>
                      <a:pt x="45" y="1488"/>
                    </a:lnTo>
                    <a:lnTo>
                      <a:pt x="45" y="1488"/>
                    </a:lnTo>
                    <a:lnTo>
                      <a:pt x="46" y="1488"/>
                    </a:lnTo>
                    <a:lnTo>
                      <a:pt x="46" y="1488"/>
                    </a:lnTo>
                    <a:lnTo>
                      <a:pt x="46" y="1488"/>
                    </a:lnTo>
                    <a:lnTo>
                      <a:pt x="46" y="1488"/>
                    </a:lnTo>
                    <a:lnTo>
                      <a:pt x="47" y="1488"/>
                    </a:lnTo>
                    <a:lnTo>
                      <a:pt x="47" y="1488"/>
                    </a:lnTo>
                    <a:lnTo>
                      <a:pt x="47" y="1488"/>
                    </a:lnTo>
                    <a:lnTo>
                      <a:pt x="48" y="1488"/>
                    </a:lnTo>
                    <a:lnTo>
                      <a:pt x="48" y="1488"/>
                    </a:lnTo>
                    <a:lnTo>
                      <a:pt x="48" y="1488"/>
                    </a:lnTo>
                    <a:lnTo>
                      <a:pt x="48" y="1488"/>
                    </a:lnTo>
                    <a:lnTo>
                      <a:pt x="49" y="1488"/>
                    </a:lnTo>
                    <a:lnTo>
                      <a:pt x="49" y="1488"/>
                    </a:lnTo>
                    <a:lnTo>
                      <a:pt x="49" y="1488"/>
                    </a:lnTo>
                    <a:lnTo>
                      <a:pt x="49" y="1488"/>
                    </a:lnTo>
                    <a:lnTo>
                      <a:pt x="50" y="1488"/>
                    </a:lnTo>
                    <a:lnTo>
                      <a:pt x="50" y="1488"/>
                    </a:lnTo>
                    <a:lnTo>
                      <a:pt x="51" y="1488"/>
                    </a:lnTo>
                    <a:lnTo>
                      <a:pt x="51" y="1488"/>
                    </a:lnTo>
                    <a:lnTo>
                      <a:pt x="51" y="1488"/>
                    </a:lnTo>
                    <a:lnTo>
                      <a:pt x="51" y="1488"/>
                    </a:lnTo>
                    <a:lnTo>
                      <a:pt x="52" y="1488"/>
                    </a:lnTo>
                    <a:lnTo>
                      <a:pt x="52" y="1488"/>
                    </a:lnTo>
                    <a:lnTo>
                      <a:pt x="52" y="1488"/>
                    </a:lnTo>
                    <a:lnTo>
                      <a:pt x="52" y="1488"/>
                    </a:lnTo>
                    <a:lnTo>
                      <a:pt x="53" y="1488"/>
                    </a:lnTo>
                    <a:lnTo>
                      <a:pt x="53" y="1488"/>
                    </a:lnTo>
                    <a:lnTo>
                      <a:pt x="53" y="1488"/>
                    </a:lnTo>
                    <a:lnTo>
                      <a:pt x="54" y="1488"/>
                    </a:lnTo>
                    <a:lnTo>
                      <a:pt x="54" y="1488"/>
                    </a:lnTo>
                    <a:lnTo>
                      <a:pt x="54" y="1488"/>
                    </a:lnTo>
                    <a:lnTo>
                      <a:pt x="55" y="1488"/>
                    </a:lnTo>
                    <a:lnTo>
                      <a:pt x="55" y="1488"/>
                    </a:lnTo>
                    <a:lnTo>
                      <a:pt x="55" y="1488"/>
                    </a:lnTo>
                    <a:lnTo>
                      <a:pt x="55" y="1488"/>
                    </a:lnTo>
                    <a:lnTo>
                      <a:pt x="56" y="1488"/>
                    </a:lnTo>
                    <a:lnTo>
                      <a:pt x="56" y="1488"/>
                    </a:lnTo>
                    <a:lnTo>
                      <a:pt x="56" y="1488"/>
                    </a:lnTo>
                    <a:lnTo>
                      <a:pt x="57" y="1488"/>
                    </a:lnTo>
                    <a:lnTo>
                      <a:pt x="57" y="1488"/>
                    </a:lnTo>
                    <a:lnTo>
                      <a:pt x="57" y="1488"/>
                    </a:lnTo>
                    <a:lnTo>
                      <a:pt x="57" y="1488"/>
                    </a:lnTo>
                    <a:lnTo>
                      <a:pt x="58" y="1488"/>
                    </a:lnTo>
                    <a:lnTo>
                      <a:pt x="58" y="1488"/>
                    </a:lnTo>
                    <a:lnTo>
                      <a:pt x="58" y="1488"/>
                    </a:lnTo>
                    <a:lnTo>
                      <a:pt x="58" y="1488"/>
                    </a:lnTo>
                    <a:lnTo>
                      <a:pt x="59" y="1488"/>
                    </a:lnTo>
                    <a:lnTo>
                      <a:pt x="59" y="1488"/>
                    </a:lnTo>
                    <a:lnTo>
                      <a:pt x="60" y="1488"/>
                    </a:lnTo>
                    <a:lnTo>
                      <a:pt x="60" y="1488"/>
                    </a:lnTo>
                    <a:lnTo>
                      <a:pt x="60" y="1488"/>
                    </a:lnTo>
                    <a:lnTo>
                      <a:pt x="60" y="1488"/>
                    </a:lnTo>
                    <a:lnTo>
                      <a:pt x="61" y="1488"/>
                    </a:lnTo>
                    <a:lnTo>
                      <a:pt x="61" y="1488"/>
                    </a:lnTo>
                    <a:lnTo>
                      <a:pt x="61" y="1488"/>
                    </a:lnTo>
                    <a:lnTo>
                      <a:pt x="61" y="1488"/>
                    </a:lnTo>
                    <a:lnTo>
                      <a:pt x="62" y="1488"/>
                    </a:lnTo>
                    <a:lnTo>
                      <a:pt x="62" y="1488"/>
                    </a:lnTo>
                    <a:lnTo>
                      <a:pt x="62" y="1488"/>
                    </a:lnTo>
                    <a:lnTo>
                      <a:pt x="63" y="1488"/>
                    </a:lnTo>
                    <a:lnTo>
                      <a:pt x="63" y="1488"/>
                    </a:lnTo>
                    <a:lnTo>
                      <a:pt x="63" y="1488"/>
                    </a:lnTo>
                    <a:lnTo>
                      <a:pt x="63" y="1488"/>
                    </a:lnTo>
                    <a:lnTo>
                      <a:pt x="64" y="1488"/>
                    </a:lnTo>
                    <a:lnTo>
                      <a:pt x="64" y="1488"/>
                    </a:lnTo>
                    <a:lnTo>
                      <a:pt x="64" y="1488"/>
                    </a:lnTo>
                    <a:lnTo>
                      <a:pt x="65" y="1488"/>
                    </a:lnTo>
                    <a:lnTo>
                      <a:pt x="65" y="1488"/>
                    </a:lnTo>
                    <a:lnTo>
                      <a:pt x="65" y="1488"/>
                    </a:lnTo>
                    <a:lnTo>
                      <a:pt x="66" y="1489"/>
                    </a:lnTo>
                    <a:lnTo>
                      <a:pt x="66" y="1489"/>
                    </a:lnTo>
                    <a:lnTo>
                      <a:pt x="66" y="1490"/>
                    </a:lnTo>
                    <a:lnTo>
                      <a:pt x="66" y="1490"/>
                    </a:lnTo>
                    <a:lnTo>
                      <a:pt x="67" y="1490"/>
                    </a:lnTo>
                    <a:lnTo>
                      <a:pt x="67" y="1490"/>
                    </a:lnTo>
                    <a:lnTo>
                      <a:pt x="67" y="1490"/>
                    </a:lnTo>
                    <a:lnTo>
                      <a:pt x="67" y="1490"/>
                    </a:lnTo>
                    <a:lnTo>
                      <a:pt x="68" y="1490"/>
                    </a:lnTo>
                    <a:lnTo>
                      <a:pt x="68" y="1490"/>
                    </a:lnTo>
                    <a:lnTo>
                      <a:pt x="69" y="1490"/>
                    </a:lnTo>
                    <a:lnTo>
                      <a:pt x="69" y="1490"/>
                    </a:lnTo>
                    <a:lnTo>
                      <a:pt x="69" y="1491"/>
                    </a:lnTo>
                    <a:lnTo>
                      <a:pt x="69" y="1492"/>
                    </a:lnTo>
                    <a:lnTo>
                      <a:pt x="70" y="1493"/>
                    </a:lnTo>
                    <a:lnTo>
                      <a:pt x="70" y="1495"/>
                    </a:lnTo>
                    <a:lnTo>
                      <a:pt x="70" y="1495"/>
                    </a:lnTo>
                    <a:lnTo>
                      <a:pt x="70" y="1495"/>
                    </a:lnTo>
                    <a:lnTo>
                      <a:pt x="71" y="1495"/>
                    </a:lnTo>
                    <a:lnTo>
                      <a:pt x="71" y="1495"/>
                    </a:lnTo>
                    <a:lnTo>
                      <a:pt x="71" y="1501"/>
                    </a:lnTo>
                    <a:lnTo>
                      <a:pt x="72" y="1508"/>
                    </a:lnTo>
                    <a:lnTo>
                      <a:pt x="72" y="1514"/>
                    </a:lnTo>
                    <a:lnTo>
                      <a:pt x="72" y="1521"/>
                    </a:lnTo>
                    <a:lnTo>
                      <a:pt x="72" y="1525"/>
                    </a:lnTo>
                    <a:lnTo>
                      <a:pt x="73" y="1528"/>
                    </a:lnTo>
                    <a:lnTo>
                      <a:pt x="73" y="1531"/>
                    </a:lnTo>
                    <a:lnTo>
                      <a:pt x="73" y="1534"/>
                    </a:lnTo>
                    <a:lnTo>
                      <a:pt x="73" y="1536"/>
                    </a:lnTo>
                    <a:lnTo>
                      <a:pt x="74" y="1538"/>
                    </a:lnTo>
                    <a:lnTo>
                      <a:pt x="74" y="1540"/>
                    </a:lnTo>
                    <a:lnTo>
                      <a:pt x="75" y="1541"/>
                    </a:lnTo>
                    <a:lnTo>
                      <a:pt x="75" y="1541"/>
                    </a:lnTo>
                    <a:lnTo>
                      <a:pt x="75" y="1541"/>
                    </a:lnTo>
                    <a:lnTo>
                      <a:pt x="75" y="1541"/>
                    </a:lnTo>
                    <a:lnTo>
                      <a:pt x="76" y="1541"/>
                    </a:lnTo>
                    <a:lnTo>
                      <a:pt x="76" y="1548"/>
                    </a:lnTo>
                    <a:lnTo>
                      <a:pt x="76" y="1554"/>
                    </a:lnTo>
                    <a:lnTo>
                      <a:pt x="76" y="1561"/>
                    </a:lnTo>
                    <a:lnTo>
                      <a:pt x="77" y="1568"/>
                    </a:lnTo>
                    <a:lnTo>
                      <a:pt x="77" y="1568"/>
                    </a:lnTo>
                    <a:lnTo>
                      <a:pt x="77" y="1568"/>
                    </a:lnTo>
                    <a:lnTo>
                      <a:pt x="78" y="1568"/>
                    </a:lnTo>
                    <a:lnTo>
                      <a:pt x="78" y="1568"/>
                    </a:lnTo>
                    <a:lnTo>
                      <a:pt x="78" y="1568"/>
                    </a:lnTo>
                    <a:lnTo>
                      <a:pt x="79" y="1568"/>
                    </a:lnTo>
                    <a:lnTo>
                      <a:pt x="79" y="1568"/>
                    </a:lnTo>
                    <a:lnTo>
                      <a:pt x="79" y="1568"/>
                    </a:lnTo>
                    <a:lnTo>
                      <a:pt x="79" y="1568"/>
                    </a:lnTo>
                    <a:lnTo>
                      <a:pt x="80" y="1568"/>
                    </a:lnTo>
                    <a:lnTo>
                      <a:pt x="80" y="1568"/>
                    </a:lnTo>
                    <a:lnTo>
                      <a:pt x="80" y="1568"/>
                    </a:lnTo>
                    <a:lnTo>
                      <a:pt x="81" y="1568"/>
                    </a:lnTo>
                    <a:lnTo>
                      <a:pt x="81" y="1568"/>
                    </a:lnTo>
                    <a:lnTo>
                      <a:pt x="81" y="1568"/>
                    </a:lnTo>
                    <a:lnTo>
                      <a:pt x="81" y="1568"/>
                    </a:lnTo>
                    <a:lnTo>
                      <a:pt x="82" y="1568"/>
                    </a:lnTo>
                    <a:lnTo>
                      <a:pt x="82" y="1568"/>
                    </a:lnTo>
                    <a:lnTo>
                      <a:pt x="82" y="1568"/>
                    </a:lnTo>
                    <a:lnTo>
                      <a:pt x="82" y="1568"/>
                    </a:lnTo>
                    <a:lnTo>
                      <a:pt x="83" y="1568"/>
                    </a:lnTo>
                    <a:lnTo>
                      <a:pt x="83" y="1568"/>
                    </a:lnTo>
                    <a:lnTo>
                      <a:pt x="84" y="1568"/>
                    </a:lnTo>
                    <a:lnTo>
                      <a:pt x="84" y="1568"/>
                    </a:lnTo>
                    <a:lnTo>
                      <a:pt x="84" y="1568"/>
                    </a:lnTo>
                    <a:lnTo>
                      <a:pt x="84" y="1568"/>
                    </a:lnTo>
                    <a:lnTo>
                      <a:pt x="85" y="1568"/>
                    </a:lnTo>
                    <a:lnTo>
                      <a:pt x="85" y="1568"/>
                    </a:lnTo>
                    <a:lnTo>
                      <a:pt x="85" y="1568"/>
                    </a:lnTo>
                    <a:lnTo>
                      <a:pt x="85" y="1568"/>
                    </a:lnTo>
                    <a:lnTo>
                      <a:pt x="86" y="1568"/>
                    </a:lnTo>
                    <a:lnTo>
                      <a:pt x="86" y="1568"/>
                    </a:lnTo>
                    <a:lnTo>
                      <a:pt x="86" y="1568"/>
                    </a:lnTo>
                    <a:lnTo>
                      <a:pt x="87" y="1568"/>
                    </a:lnTo>
                    <a:lnTo>
                      <a:pt x="87" y="1568"/>
                    </a:lnTo>
                    <a:lnTo>
                      <a:pt x="87" y="1568"/>
                    </a:lnTo>
                    <a:lnTo>
                      <a:pt x="87" y="1568"/>
                    </a:lnTo>
                    <a:lnTo>
                      <a:pt x="88" y="1568"/>
                    </a:lnTo>
                    <a:lnTo>
                      <a:pt x="88" y="1568"/>
                    </a:lnTo>
                    <a:lnTo>
                      <a:pt x="88" y="1568"/>
                    </a:lnTo>
                    <a:lnTo>
                      <a:pt x="89" y="1568"/>
                    </a:lnTo>
                    <a:lnTo>
                      <a:pt x="89" y="1568"/>
                    </a:lnTo>
                    <a:lnTo>
                      <a:pt x="89" y="1568"/>
                    </a:lnTo>
                    <a:lnTo>
                      <a:pt x="90" y="1568"/>
                    </a:lnTo>
                    <a:lnTo>
                      <a:pt x="90" y="1568"/>
                    </a:lnTo>
                    <a:lnTo>
                      <a:pt x="90" y="1568"/>
                    </a:lnTo>
                    <a:lnTo>
                      <a:pt x="90" y="1568"/>
                    </a:lnTo>
                    <a:lnTo>
                      <a:pt x="91" y="1568"/>
                    </a:lnTo>
                    <a:lnTo>
                      <a:pt x="91" y="1568"/>
                    </a:lnTo>
                    <a:lnTo>
                      <a:pt x="91" y="1568"/>
                    </a:lnTo>
                    <a:lnTo>
                      <a:pt x="91" y="1568"/>
                    </a:lnTo>
                    <a:lnTo>
                      <a:pt x="92" y="1568"/>
                    </a:lnTo>
                    <a:lnTo>
                      <a:pt x="92" y="1568"/>
                    </a:lnTo>
                    <a:lnTo>
                      <a:pt x="93" y="1568"/>
                    </a:lnTo>
                    <a:lnTo>
                      <a:pt x="93" y="1568"/>
                    </a:lnTo>
                    <a:lnTo>
                      <a:pt x="93" y="1568"/>
                    </a:lnTo>
                    <a:lnTo>
                      <a:pt x="93" y="1568"/>
                    </a:lnTo>
                    <a:lnTo>
                      <a:pt x="94" y="1568"/>
                    </a:lnTo>
                    <a:lnTo>
                      <a:pt x="94" y="1568"/>
                    </a:lnTo>
                    <a:lnTo>
                      <a:pt x="94" y="1568"/>
                    </a:lnTo>
                    <a:lnTo>
                      <a:pt x="94" y="1568"/>
                    </a:lnTo>
                    <a:lnTo>
                      <a:pt x="95" y="1568"/>
                    </a:lnTo>
                    <a:lnTo>
                      <a:pt x="95" y="1568"/>
                    </a:lnTo>
                    <a:lnTo>
                      <a:pt x="95" y="1568"/>
                    </a:lnTo>
                    <a:lnTo>
                      <a:pt x="96" y="1568"/>
                    </a:lnTo>
                    <a:lnTo>
                      <a:pt x="96" y="1568"/>
                    </a:lnTo>
                    <a:lnTo>
                      <a:pt x="96" y="1568"/>
                    </a:lnTo>
                    <a:lnTo>
                      <a:pt x="96" y="1568"/>
                    </a:lnTo>
                    <a:lnTo>
                      <a:pt x="97" y="1568"/>
                    </a:lnTo>
                    <a:lnTo>
                      <a:pt x="97" y="1568"/>
                    </a:lnTo>
                    <a:lnTo>
                      <a:pt x="97" y="1568"/>
                    </a:lnTo>
                    <a:lnTo>
                      <a:pt x="97" y="1568"/>
                    </a:lnTo>
                    <a:lnTo>
                      <a:pt x="98" y="1568"/>
                    </a:lnTo>
                    <a:lnTo>
                      <a:pt x="98" y="1568"/>
                    </a:lnTo>
                    <a:lnTo>
                      <a:pt x="99" y="1568"/>
                    </a:lnTo>
                    <a:lnTo>
                      <a:pt x="99" y="1568"/>
                    </a:lnTo>
                    <a:lnTo>
                      <a:pt x="99" y="1568"/>
                    </a:lnTo>
                    <a:lnTo>
                      <a:pt x="99" y="1568"/>
                    </a:lnTo>
                    <a:lnTo>
                      <a:pt x="100" y="1568"/>
                    </a:lnTo>
                    <a:lnTo>
                      <a:pt x="100" y="1568"/>
                    </a:lnTo>
                    <a:lnTo>
                      <a:pt x="100" y="1568"/>
                    </a:lnTo>
                    <a:lnTo>
                      <a:pt x="100" y="1568"/>
                    </a:lnTo>
                    <a:lnTo>
                      <a:pt x="101" y="1568"/>
                    </a:lnTo>
                    <a:lnTo>
                      <a:pt x="101" y="1568"/>
                    </a:lnTo>
                    <a:lnTo>
                      <a:pt x="102" y="1568"/>
                    </a:lnTo>
                    <a:lnTo>
                      <a:pt x="102" y="1568"/>
                    </a:lnTo>
                    <a:lnTo>
                      <a:pt x="102" y="1568"/>
                    </a:lnTo>
                    <a:lnTo>
                      <a:pt x="102" y="1568"/>
                    </a:lnTo>
                    <a:lnTo>
                      <a:pt x="103" y="1568"/>
                    </a:lnTo>
                    <a:lnTo>
                      <a:pt x="103" y="1568"/>
                    </a:lnTo>
                    <a:lnTo>
                      <a:pt x="103" y="1568"/>
                    </a:lnTo>
                    <a:lnTo>
                      <a:pt x="103" y="1568"/>
                    </a:lnTo>
                    <a:lnTo>
                      <a:pt x="104" y="1568"/>
                    </a:lnTo>
                    <a:lnTo>
                      <a:pt x="104" y="1568"/>
                    </a:lnTo>
                    <a:lnTo>
                      <a:pt x="104" y="1568"/>
                    </a:lnTo>
                    <a:lnTo>
                      <a:pt x="105" y="1568"/>
                    </a:lnTo>
                    <a:lnTo>
                      <a:pt x="105" y="1568"/>
                    </a:lnTo>
                    <a:lnTo>
                      <a:pt x="105" y="1568"/>
                    </a:lnTo>
                    <a:lnTo>
                      <a:pt x="105" y="1568"/>
                    </a:lnTo>
                    <a:lnTo>
                      <a:pt x="106" y="1568"/>
                    </a:lnTo>
                    <a:lnTo>
                      <a:pt x="106" y="1568"/>
                    </a:lnTo>
                    <a:lnTo>
                      <a:pt x="106" y="1568"/>
                    </a:lnTo>
                    <a:lnTo>
                      <a:pt x="106" y="1568"/>
                    </a:lnTo>
                    <a:lnTo>
                      <a:pt x="107" y="1568"/>
                    </a:lnTo>
                    <a:lnTo>
                      <a:pt x="107" y="1568"/>
                    </a:lnTo>
                    <a:lnTo>
                      <a:pt x="108" y="1568"/>
                    </a:lnTo>
                    <a:lnTo>
                      <a:pt x="108" y="1568"/>
                    </a:lnTo>
                    <a:lnTo>
                      <a:pt x="108" y="1568"/>
                    </a:lnTo>
                    <a:lnTo>
                      <a:pt x="108" y="1568"/>
                    </a:lnTo>
                    <a:lnTo>
                      <a:pt x="109" y="1568"/>
                    </a:lnTo>
                    <a:lnTo>
                      <a:pt x="109" y="1568"/>
                    </a:lnTo>
                    <a:lnTo>
                      <a:pt x="109" y="1568"/>
                    </a:lnTo>
                    <a:lnTo>
                      <a:pt x="109" y="1568"/>
                    </a:lnTo>
                    <a:lnTo>
                      <a:pt x="110" y="1568"/>
                    </a:lnTo>
                    <a:lnTo>
                      <a:pt x="110" y="1568"/>
                    </a:lnTo>
                    <a:lnTo>
                      <a:pt x="110" y="1568"/>
                    </a:lnTo>
                    <a:lnTo>
                      <a:pt x="111" y="1568"/>
                    </a:lnTo>
                    <a:lnTo>
                      <a:pt x="111" y="1568"/>
                    </a:lnTo>
                    <a:lnTo>
                      <a:pt x="111" y="1568"/>
                    </a:lnTo>
                    <a:lnTo>
                      <a:pt x="112" y="1568"/>
                    </a:lnTo>
                    <a:lnTo>
                      <a:pt x="112" y="1568"/>
                    </a:lnTo>
                    <a:lnTo>
                      <a:pt x="112" y="1568"/>
                    </a:lnTo>
                    <a:lnTo>
                      <a:pt x="113" y="1568"/>
                    </a:lnTo>
                    <a:lnTo>
                      <a:pt x="113" y="1568"/>
                    </a:lnTo>
                    <a:lnTo>
                      <a:pt x="113" y="1568"/>
                    </a:lnTo>
                    <a:lnTo>
                      <a:pt x="113" y="1568"/>
                    </a:lnTo>
                    <a:lnTo>
                      <a:pt x="114" y="1568"/>
                    </a:lnTo>
                    <a:lnTo>
                      <a:pt x="114" y="1568"/>
                    </a:lnTo>
                    <a:lnTo>
                      <a:pt x="114" y="1568"/>
                    </a:lnTo>
                    <a:lnTo>
                      <a:pt x="114" y="1568"/>
                    </a:lnTo>
                    <a:lnTo>
                      <a:pt x="115" y="1568"/>
                    </a:lnTo>
                    <a:lnTo>
                      <a:pt x="115" y="1568"/>
                    </a:lnTo>
                    <a:lnTo>
                      <a:pt x="116" y="1572"/>
                    </a:lnTo>
                    <a:lnTo>
                      <a:pt x="116" y="1576"/>
                    </a:lnTo>
                    <a:lnTo>
                      <a:pt x="116" y="1581"/>
                    </a:lnTo>
                    <a:lnTo>
                      <a:pt x="116" y="1585"/>
                    </a:lnTo>
                    <a:lnTo>
                      <a:pt x="117" y="1588"/>
                    </a:lnTo>
                    <a:lnTo>
                      <a:pt x="117" y="1590"/>
                    </a:lnTo>
                    <a:lnTo>
                      <a:pt x="117" y="1592"/>
                    </a:lnTo>
                    <a:lnTo>
                      <a:pt x="117" y="1595"/>
                    </a:lnTo>
                    <a:lnTo>
                      <a:pt x="118" y="1595"/>
                    </a:lnTo>
                    <a:lnTo>
                      <a:pt x="118" y="1595"/>
                    </a:lnTo>
                    <a:lnTo>
                      <a:pt x="118" y="1595"/>
                    </a:lnTo>
                    <a:lnTo>
                      <a:pt x="119" y="1595"/>
                    </a:lnTo>
                    <a:lnTo>
                      <a:pt x="119" y="1595"/>
                    </a:lnTo>
                    <a:lnTo>
                      <a:pt x="119" y="1595"/>
                    </a:lnTo>
                    <a:lnTo>
                      <a:pt x="119" y="1595"/>
                    </a:lnTo>
                    <a:lnTo>
                      <a:pt x="120" y="1595"/>
                    </a:lnTo>
                    <a:lnTo>
                      <a:pt x="120" y="1595"/>
                    </a:lnTo>
                    <a:lnTo>
                      <a:pt x="120" y="1595"/>
                    </a:lnTo>
                    <a:lnTo>
                      <a:pt x="120" y="1595"/>
                    </a:lnTo>
                    <a:lnTo>
                      <a:pt x="121" y="1595"/>
                    </a:lnTo>
                    <a:lnTo>
                      <a:pt x="121" y="1595"/>
                    </a:lnTo>
                    <a:lnTo>
                      <a:pt x="122" y="1595"/>
                    </a:lnTo>
                    <a:lnTo>
                      <a:pt x="122" y="1595"/>
                    </a:lnTo>
                    <a:lnTo>
                      <a:pt x="122" y="1595"/>
                    </a:lnTo>
                    <a:lnTo>
                      <a:pt x="122" y="1595"/>
                    </a:lnTo>
                    <a:lnTo>
                      <a:pt x="123" y="1595"/>
                    </a:lnTo>
                    <a:lnTo>
                      <a:pt x="123" y="1595"/>
                    </a:lnTo>
                    <a:lnTo>
                      <a:pt x="123" y="1595"/>
                    </a:lnTo>
                    <a:lnTo>
                      <a:pt x="123" y="1595"/>
                    </a:lnTo>
                    <a:lnTo>
                      <a:pt x="124" y="1595"/>
                    </a:lnTo>
                    <a:lnTo>
                      <a:pt x="124" y="1595"/>
                    </a:lnTo>
                    <a:lnTo>
                      <a:pt x="124" y="1595"/>
                    </a:lnTo>
                    <a:lnTo>
                      <a:pt x="125" y="1595"/>
                    </a:lnTo>
                    <a:lnTo>
                      <a:pt x="125" y="1595"/>
                    </a:lnTo>
                    <a:lnTo>
                      <a:pt x="125" y="1595"/>
                    </a:lnTo>
                    <a:lnTo>
                      <a:pt x="126" y="1595"/>
                    </a:lnTo>
                    <a:lnTo>
                      <a:pt x="126" y="1595"/>
                    </a:lnTo>
                    <a:lnTo>
                      <a:pt x="126" y="1595"/>
                    </a:lnTo>
                    <a:lnTo>
                      <a:pt x="126" y="1595"/>
                    </a:lnTo>
                    <a:lnTo>
                      <a:pt x="127" y="1595"/>
                    </a:lnTo>
                    <a:lnTo>
                      <a:pt x="127" y="1595"/>
                    </a:lnTo>
                    <a:lnTo>
                      <a:pt x="127" y="1595"/>
                    </a:lnTo>
                    <a:lnTo>
                      <a:pt x="128" y="1595"/>
                    </a:lnTo>
                    <a:lnTo>
                      <a:pt x="128" y="1595"/>
                    </a:lnTo>
                    <a:lnTo>
                      <a:pt x="128" y="1595"/>
                    </a:lnTo>
                    <a:lnTo>
                      <a:pt x="128" y="1595"/>
                    </a:lnTo>
                    <a:lnTo>
                      <a:pt x="129" y="1595"/>
                    </a:lnTo>
                    <a:lnTo>
                      <a:pt x="129" y="1595"/>
                    </a:lnTo>
                    <a:lnTo>
                      <a:pt x="129" y="1595"/>
                    </a:lnTo>
                    <a:lnTo>
                      <a:pt x="129" y="1595"/>
                    </a:lnTo>
                    <a:lnTo>
                      <a:pt x="130" y="1595"/>
                    </a:lnTo>
                    <a:lnTo>
                      <a:pt x="130" y="1595"/>
                    </a:lnTo>
                    <a:lnTo>
                      <a:pt x="131" y="1595"/>
                    </a:lnTo>
                    <a:lnTo>
                      <a:pt x="131" y="1595"/>
                    </a:lnTo>
                    <a:lnTo>
                      <a:pt x="131" y="1595"/>
                    </a:lnTo>
                    <a:lnTo>
                      <a:pt x="131" y="1595"/>
                    </a:lnTo>
                    <a:lnTo>
                      <a:pt x="132" y="1595"/>
                    </a:lnTo>
                    <a:lnTo>
                      <a:pt x="132" y="1595"/>
                    </a:lnTo>
                    <a:lnTo>
                      <a:pt x="132" y="1595"/>
                    </a:lnTo>
                    <a:lnTo>
                      <a:pt x="132" y="1595"/>
                    </a:lnTo>
                    <a:lnTo>
                      <a:pt x="133" y="1595"/>
                    </a:lnTo>
                    <a:lnTo>
                      <a:pt x="133" y="1595"/>
                    </a:lnTo>
                    <a:lnTo>
                      <a:pt x="133" y="1595"/>
                    </a:lnTo>
                    <a:lnTo>
                      <a:pt x="134" y="1595"/>
                    </a:lnTo>
                    <a:lnTo>
                      <a:pt x="134" y="1595"/>
                    </a:lnTo>
                    <a:lnTo>
                      <a:pt x="134" y="1595"/>
                    </a:lnTo>
                    <a:lnTo>
                      <a:pt x="134" y="1595"/>
                    </a:lnTo>
                    <a:lnTo>
                      <a:pt x="135" y="1595"/>
                    </a:lnTo>
                    <a:lnTo>
                      <a:pt x="135" y="1595"/>
                    </a:lnTo>
                    <a:lnTo>
                      <a:pt x="135" y="1595"/>
                    </a:lnTo>
                    <a:lnTo>
                      <a:pt x="136" y="1595"/>
                    </a:lnTo>
                    <a:lnTo>
                      <a:pt x="136" y="1595"/>
                    </a:lnTo>
                    <a:lnTo>
                      <a:pt x="136" y="1595"/>
                    </a:lnTo>
                    <a:lnTo>
                      <a:pt x="137" y="1595"/>
                    </a:lnTo>
                    <a:lnTo>
                      <a:pt x="137" y="1595"/>
                    </a:lnTo>
                    <a:lnTo>
                      <a:pt x="137" y="1595"/>
                    </a:lnTo>
                    <a:lnTo>
                      <a:pt x="137" y="1595"/>
                    </a:lnTo>
                    <a:lnTo>
                      <a:pt x="138" y="1595"/>
                    </a:lnTo>
                    <a:lnTo>
                      <a:pt x="138" y="1595"/>
                    </a:lnTo>
                    <a:lnTo>
                      <a:pt x="138" y="1595"/>
                    </a:lnTo>
                    <a:lnTo>
                      <a:pt x="138" y="1595"/>
                    </a:lnTo>
                    <a:lnTo>
                      <a:pt x="139" y="1595"/>
                    </a:lnTo>
                    <a:lnTo>
                      <a:pt x="139" y="1595"/>
                    </a:lnTo>
                    <a:lnTo>
                      <a:pt x="140" y="1595"/>
                    </a:lnTo>
                    <a:lnTo>
                      <a:pt x="140" y="1595"/>
                    </a:lnTo>
                    <a:lnTo>
                      <a:pt x="140" y="1595"/>
                    </a:lnTo>
                    <a:lnTo>
                      <a:pt x="140" y="1595"/>
                    </a:lnTo>
                    <a:lnTo>
                      <a:pt x="141" y="1595"/>
                    </a:lnTo>
                    <a:lnTo>
                      <a:pt x="141" y="1595"/>
                    </a:lnTo>
                    <a:lnTo>
                      <a:pt x="141" y="1595"/>
                    </a:lnTo>
                    <a:lnTo>
                      <a:pt x="141" y="1595"/>
                    </a:lnTo>
                    <a:lnTo>
                      <a:pt x="142" y="1595"/>
                    </a:lnTo>
                    <a:lnTo>
                      <a:pt x="142" y="1595"/>
                    </a:lnTo>
                    <a:lnTo>
                      <a:pt x="142" y="1595"/>
                    </a:lnTo>
                    <a:lnTo>
                      <a:pt x="143" y="1595"/>
                    </a:lnTo>
                    <a:lnTo>
                      <a:pt x="143" y="1595"/>
                    </a:lnTo>
                    <a:lnTo>
                      <a:pt x="143" y="1595"/>
                    </a:lnTo>
                    <a:lnTo>
                      <a:pt x="143" y="1595"/>
                    </a:lnTo>
                    <a:lnTo>
                      <a:pt x="144" y="1595"/>
                    </a:lnTo>
                    <a:lnTo>
                      <a:pt x="144" y="1595"/>
                    </a:lnTo>
                    <a:lnTo>
                      <a:pt x="144" y="1595"/>
                    </a:lnTo>
                    <a:lnTo>
                      <a:pt x="144" y="1595"/>
                    </a:lnTo>
                    <a:lnTo>
                      <a:pt x="145" y="1595"/>
                    </a:lnTo>
                    <a:lnTo>
                      <a:pt x="145" y="1595"/>
                    </a:lnTo>
                    <a:lnTo>
                      <a:pt x="146" y="1595"/>
                    </a:lnTo>
                    <a:lnTo>
                      <a:pt x="146" y="1595"/>
                    </a:lnTo>
                    <a:lnTo>
                      <a:pt x="146" y="1595"/>
                    </a:lnTo>
                    <a:lnTo>
                      <a:pt x="146" y="1595"/>
                    </a:lnTo>
                    <a:lnTo>
                      <a:pt x="147" y="1595"/>
                    </a:lnTo>
                    <a:lnTo>
                      <a:pt x="147" y="1595"/>
                    </a:lnTo>
                    <a:lnTo>
                      <a:pt x="147" y="1595"/>
                    </a:lnTo>
                    <a:lnTo>
                      <a:pt x="147" y="1595"/>
                    </a:lnTo>
                    <a:lnTo>
                      <a:pt x="148" y="1595"/>
                    </a:lnTo>
                    <a:lnTo>
                      <a:pt x="148" y="1595"/>
                    </a:lnTo>
                    <a:lnTo>
                      <a:pt x="149" y="1595"/>
                    </a:lnTo>
                    <a:lnTo>
                      <a:pt x="149" y="1595"/>
                    </a:lnTo>
                    <a:lnTo>
                      <a:pt x="149" y="1595"/>
                    </a:lnTo>
                    <a:lnTo>
                      <a:pt x="149" y="1595"/>
                    </a:lnTo>
                    <a:lnTo>
                      <a:pt x="150" y="1595"/>
                    </a:lnTo>
                    <a:lnTo>
                      <a:pt x="150" y="1595"/>
                    </a:lnTo>
                    <a:lnTo>
                      <a:pt x="150" y="1595"/>
                    </a:lnTo>
                    <a:lnTo>
                      <a:pt x="150" y="1595"/>
                    </a:lnTo>
                    <a:lnTo>
                      <a:pt x="151" y="1595"/>
                    </a:lnTo>
                    <a:lnTo>
                      <a:pt x="151" y="1595"/>
                    </a:lnTo>
                    <a:lnTo>
                      <a:pt x="151" y="1595"/>
                    </a:lnTo>
                    <a:lnTo>
                      <a:pt x="152" y="1595"/>
                    </a:lnTo>
                    <a:lnTo>
                      <a:pt x="152" y="1595"/>
                    </a:lnTo>
                    <a:lnTo>
                      <a:pt x="152" y="1595"/>
                    </a:lnTo>
                    <a:lnTo>
                      <a:pt x="152" y="1595"/>
                    </a:lnTo>
                    <a:lnTo>
                      <a:pt x="153" y="1595"/>
                    </a:lnTo>
                    <a:lnTo>
                      <a:pt x="153" y="1595"/>
                    </a:lnTo>
                    <a:lnTo>
                      <a:pt x="153" y="1595"/>
                    </a:lnTo>
                    <a:lnTo>
                      <a:pt x="153" y="1595"/>
                    </a:lnTo>
                    <a:lnTo>
                      <a:pt x="154" y="1595"/>
                    </a:lnTo>
                    <a:lnTo>
                      <a:pt x="154" y="1595"/>
                    </a:lnTo>
                    <a:lnTo>
                      <a:pt x="155" y="1595"/>
                    </a:lnTo>
                    <a:lnTo>
                      <a:pt x="155" y="1595"/>
                    </a:lnTo>
                    <a:lnTo>
                      <a:pt x="155" y="1595"/>
                    </a:lnTo>
                    <a:lnTo>
                      <a:pt x="155" y="1595"/>
                    </a:lnTo>
                    <a:lnTo>
                      <a:pt x="156" y="1595"/>
                    </a:lnTo>
                    <a:lnTo>
                      <a:pt x="156" y="1595"/>
                    </a:lnTo>
                    <a:lnTo>
                      <a:pt x="156" y="1595"/>
                    </a:lnTo>
                    <a:lnTo>
                      <a:pt x="156" y="1595"/>
                    </a:lnTo>
                    <a:lnTo>
                      <a:pt x="157" y="1595"/>
                    </a:lnTo>
                    <a:lnTo>
                      <a:pt x="157" y="1595"/>
                    </a:lnTo>
                    <a:lnTo>
                      <a:pt x="157" y="1595"/>
                    </a:lnTo>
                    <a:lnTo>
                      <a:pt x="158" y="1595"/>
                    </a:lnTo>
                    <a:lnTo>
                      <a:pt x="158" y="1595"/>
                    </a:lnTo>
                    <a:lnTo>
                      <a:pt x="158" y="1595"/>
                    </a:lnTo>
                    <a:lnTo>
                      <a:pt x="159" y="1595"/>
                    </a:lnTo>
                    <a:lnTo>
                      <a:pt x="159" y="1595"/>
                    </a:lnTo>
                    <a:lnTo>
                      <a:pt x="159" y="1595"/>
                    </a:lnTo>
                    <a:lnTo>
                      <a:pt x="159" y="1595"/>
                    </a:lnTo>
                    <a:lnTo>
                      <a:pt x="160" y="1595"/>
                    </a:lnTo>
                    <a:lnTo>
                      <a:pt x="160" y="1595"/>
                    </a:lnTo>
                    <a:lnTo>
                      <a:pt x="160" y="1595"/>
                    </a:lnTo>
                    <a:lnTo>
                      <a:pt x="161" y="1595"/>
                    </a:lnTo>
                    <a:lnTo>
                      <a:pt x="161" y="1595"/>
                    </a:lnTo>
                    <a:lnTo>
                      <a:pt x="161" y="1595"/>
                    </a:lnTo>
                    <a:lnTo>
                      <a:pt x="161" y="1595"/>
                    </a:lnTo>
                    <a:lnTo>
                      <a:pt x="162" y="1595"/>
                    </a:lnTo>
                    <a:lnTo>
                      <a:pt x="162" y="1595"/>
                    </a:lnTo>
                    <a:lnTo>
                      <a:pt x="162" y="1595"/>
                    </a:lnTo>
                    <a:lnTo>
                      <a:pt x="162" y="1595"/>
                    </a:lnTo>
                    <a:lnTo>
                      <a:pt x="163" y="1595"/>
                    </a:lnTo>
                    <a:lnTo>
                      <a:pt x="163" y="1595"/>
                    </a:lnTo>
                    <a:lnTo>
                      <a:pt x="164" y="1595"/>
                    </a:lnTo>
                    <a:lnTo>
                      <a:pt x="164" y="1595"/>
                    </a:lnTo>
                    <a:lnTo>
                      <a:pt x="164" y="1595"/>
                    </a:lnTo>
                    <a:lnTo>
                      <a:pt x="164" y="1595"/>
                    </a:lnTo>
                    <a:lnTo>
                      <a:pt x="165" y="1595"/>
                    </a:lnTo>
                    <a:lnTo>
                      <a:pt x="165" y="1595"/>
                    </a:lnTo>
                    <a:lnTo>
                      <a:pt x="165" y="1595"/>
                    </a:lnTo>
                    <a:lnTo>
                      <a:pt x="165" y="1595"/>
                    </a:lnTo>
                    <a:lnTo>
                      <a:pt x="166" y="1595"/>
                    </a:lnTo>
                    <a:lnTo>
                      <a:pt x="166" y="1595"/>
                    </a:lnTo>
                    <a:lnTo>
                      <a:pt x="166" y="1595"/>
                    </a:lnTo>
                    <a:lnTo>
                      <a:pt x="167" y="1595"/>
                    </a:lnTo>
                    <a:lnTo>
                      <a:pt x="167" y="1595"/>
                    </a:lnTo>
                    <a:lnTo>
                      <a:pt x="167" y="1595"/>
                    </a:lnTo>
                    <a:lnTo>
                      <a:pt x="167" y="1595"/>
                    </a:lnTo>
                    <a:lnTo>
                      <a:pt x="168" y="1595"/>
                    </a:lnTo>
                    <a:lnTo>
                      <a:pt x="168" y="1595"/>
                    </a:lnTo>
                    <a:lnTo>
                      <a:pt x="168" y="1595"/>
                    </a:lnTo>
                    <a:lnTo>
                      <a:pt x="169" y="1595"/>
                    </a:lnTo>
                    <a:lnTo>
                      <a:pt x="169" y="1595"/>
                    </a:lnTo>
                    <a:lnTo>
                      <a:pt x="169" y="1595"/>
                    </a:lnTo>
                    <a:lnTo>
                      <a:pt x="170" y="1595"/>
                    </a:lnTo>
                    <a:lnTo>
                      <a:pt x="170" y="1595"/>
                    </a:lnTo>
                    <a:lnTo>
                      <a:pt x="170" y="1595"/>
                    </a:lnTo>
                    <a:lnTo>
                      <a:pt x="170" y="1595"/>
                    </a:lnTo>
                    <a:lnTo>
                      <a:pt x="171" y="1595"/>
                    </a:lnTo>
                    <a:lnTo>
                      <a:pt x="171" y="1595"/>
                    </a:lnTo>
                    <a:lnTo>
                      <a:pt x="171" y="1595"/>
                    </a:lnTo>
                    <a:lnTo>
                      <a:pt x="171" y="1595"/>
                    </a:lnTo>
                    <a:lnTo>
                      <a:pt x="172" y="1595"/>
                    </a:lnTo>
                    <a:lnTo>
                      <a:pt x="172" y="1595"/>
                    </a:lnTo>
                    <a:lnTo>
                      <a:pt x="173" y="1595"/>
                    </a:lnTo>
                    <a:lnTo>
                      <a:pt x="173" y="1595"/>
                    </a:lnTo>
                    <a:lnTo>
                      <a:pt x="173" y="1595"/>
                    </a:lnTo>
                    <a:lnTo>
                      <a:pt x="173" y="1595"/>
                    </a:lnTo>
                    <a:lnTo>
                      <a:pt x="174" y="1595"/>
                    </a:lnTo>
                    <a:lnTo>
                      <a:pt x="174" y="1595"/>
                    </a:lnTo>
                    <a:lnTo>
                      <a:pt x="174" y="1595"/>
                    </a:lnTo>
                    <a:lnTo>
                      <a:pt x="174" y="1595"/>
                    </a:lnTo>
                    <a:lnTo>
                      <a:pt x="175" y="1595"/>
                    </a:lnTo>
                    <a:lnTo>
                      <a:pt x="175" y="1595"/>
                    </a:lnTo>
                    <a:lnTo>
                      <a:pt x="175" y="1595"/>
                    </a:lnTo>
                    <a:lnTo>
                      <a:pt x="176" y="1595"/>
                    </a:lnTo>
                    <a:lnTo>
                      <a:pt x="176" y="1595"/>
                    </a:lnTo>
                    <a:lnTo>
                      <a:pt x="176" y="1595"/>
                    </a:lnTo>
                    <a:lnTo>
                      <a:pt x="176" y="1595"/>
                    </a:lnTo>
                    <a:lnTo>
                      <a:pt x="177" y="1595"/>
                    </a:lnTo>
                    <a:lnTo>
                      <a:pt x="177" y="1595"/>
                    </a:lnTo>
                    <a:lnTo>
                      <a:pt x="177" y="1595"/>
                    </a:lnTo>
                    <a:lnTo>
                      <a:pt x="177" y="1595"/>
                    </a:lnTo>
                    <a:lnTo>
                      <a:pt x="178" y="1595"/>
                    </a:lnTo>
                    <a:lnTo>
                      <a:pt x="178" y="1595"/>
                    </a:lnTo>
                    <a:lnTo>
                      <a:pt x="179" y="1595"/>
                    </a:lnTo>
                    <a:lnTo>
                      <a:pt x="179" y="1595"/>
                    </a:lnTo>
                    <a:lnTo>
                      <a:pt x="179" y="1595"/>
                    </a:lnTo>
                    <a:lnTo>
                      <a:pt x="179" y="1595"/>
                    </a:lnTo>
                    <a:lnTo>
                      <a:pt x="180" y="1595"/>
                    </a:lnTo>
                    <a:lnTo>
                      <a:pt x="180" y="1595"/>
                    </a:lnTo>
                    <a:lnTo>
                      <a:pt x="180" y="1595"/>
                    </a:lnTo>
                    <a:lnTo>
                      <a:pt x="180" y="1595"/>
                    </a:lnTo>
                    <a:lnTo>
                      <a:pt x="181" y="1595"/>
                    </a:lnTo>
                    <a:lnTo>
                      <a:pt x="181" y="1595"/>
                    </a:lnTo>
                    <a:lnTo>
                      <a:pt x="181" y="1595"/>
                    </a:lnTo>
                    <a:lnTo>
                      <a:pt x="182" y="1595"/>
                    </a:lnTo>
                    <a:lnTo>
                      <a:pt x="182" y="1595"/>
                    </a:lnTo>
                    <a:lnTo>
                      <a:pt x="182" y="1595"/>
                    </a:lnTo>
                    <a:lnTo>
                      <a:pt x="183" y="1595"/>
                    </a:lnTo>
                    <a:lnTo>
                      <a:pt x="183" y="1595"/>
                    </a:lnTo>
                    <a:lnTo>
                      <a:pt x="183" y="1595"/>
                    </a:lnTo>
                    <a:lnTo>
                      <a:pt x="184" y="1595"/>
                    </a:lnTo>
                    <a:lnTo>
                      <a:pt x="184" y="1595"/>
                    </a:lnTo>
                    <a:lnTo>
                      <a:pt x="184" y="1595"/>
                    </a:lnTo>
                    <a:lnTo>
                      <a:pt x="184" y="1595"/>
                    </a:lnTo>
                    <a:lnTo>
                      <a:pt x="185" y="1595"/>
                    </a:lnTo>
                    <a:lnTo>
                      <a:pt x="185" y="1595"/>
                    </a:lnTo>
                    <a:lnTo>
                      <a:pt x="185" y="1595"/>
                    </a:lnTo>
                    <a:lnTo>
                      <a:pt x="185" y="1595"/>
                    </a:lnTo>
                    <a:lnTo>
                      <a:pt x="186" y="1595"/>
                    </a:lnTo>
                    <a:lnTo>
                      <a:pt x="186" y="1595"/>
                    </a:lnTo>
                    <a:lnTo>
                      <a:pt x="187" y="1595"/>
                    </a:lnTo>
                    <a:lnTo>
                      <a:pt x="187" y="1595"/>
                    </a:lnTo>
                    <a:lnTo>
                      <a:pt x="187" y="1595"/>
                    </a:lnTo>
                    <a:lnTo>
                      <a:pt x="187" y="1595"/>
                    </a:lnTo>
                    <a:lnTo>
                      <a:pt x="188" y="1595"/>
                    </a:lnTo>
                    <a:lnTo>
                      <a:pt x="188" y="1595"/>
                    </a:lnTo>
                    <a:lnTo>
                      <a:pt x="188" y="1595"/>
                    </a:lnTo>
                    <a:lnTo>
                      <a:pt x="188" y="1595"/>
                    </a:lnTo>
                    <a:lnTo>
                      <a:pt x="189" y="1595"/>
                    </a:lnTo>
                    <a:lnTo>
                      <a:pt x="189" y="1595"/>
                    </a:lnTo>
                    <a:lnTo>
                      <a:pt x="189" y="1595"/>
                    </a:lnTo>
                    <a:lnTo>
                      <a:pt x="190" y="1595"/>
                    </a:lnTo>
                    <a:lnTo>
                      <a:pt x="190" y="1595"/>
                    </a:lnTo>
                    <a:lnTo>
                      <a:pt x="190" y="1595"/>
                    </a:lnTo>
                    <a:lnTo>
                      <a:pt x="190" y="1595"/>
                    </a:lnTo>
                    <a:lnTo>
                      <a:pt x="191" y="1595"/>
                    </a:lnTo>
                    <a:lnTo>
                      <a:pt x="191" y="1595"/>
                    </a:lnTo>
                    <a:lnTo>
                      <a:pt x="191" y="1595"/>
                    </a:lnTo>
                    <a:lnTo>
                      <a:pt x="191" y="1595"/>
                    </a:lnTo>
                    <a:lnTo>
                      <a:pt x="192" y="1595"/>
                    </a:lnTo>
                    <a:lnTo>
                      <a:pt x="192" y="1595"/>
                    </a:lnTo>
                    <a:lnTo>
                      <a:pt x="193" y="1595"/>
                    </a:lnTo>
                    <a:lnTo>
                      <a:pt x="193" y="1595"/>
                    </a:lnTo>
                    <a:lnTo>
                      <a:pt x="193" y="1595"/>
                    </a:lnTo>
                    <a:lnTo>
                      <a:pt x="193" y="1595"/>
                    </a:lnTo>
                    <a:lnTo>
                      <a:pt x="194" y="1595"/>
                    </a:lnTo>
                    <a:lnTo>
                      <a:pt x="194" y="1595"/>
                    </a:lnTo>
                    <a:lnTo>
                      <a:pt x="194" y="1595"/>
                    </a:lnTo>
                    <a:lnTo>
                      <a:pt x="194" y="1595"/>
                    </a:lnTo>
                    <a:lnTo>
                      <a:pt x="195" y="1595"/>
                    </a:lnTo>
                    <a:lnTo>
                      <a:pt x="195" y="1595"/>
                    </a:lnTo>
                    <a:lnTo>
                      <a:pt x="195" y="1595"/>
                    </a:lnTo>
                    <a:lnTo>
                      <a:pt x="196" y="1595"/>
                    </a:lnTo>
                    <a:lnTo>
                      <a:pt x="196" y="1595"/>
                    </a:lnTo>
                    <a:lnTo>
                      <a:pt x="196" y="1595"/>
                    </a:lnTo>
                    <a:lnTo>
                      <a:pt x="197" y="1595"/>
                    </a:lnTo>
                    <a:lnTo>
                      <a:pt x="197" y="1595"/>
                    </a:lnTo>
                    <a:lnTo>
                      <a:pt x="197" y="1595"/>
                    </a:lnTo>
                    <a:lnTo>
                      <a:pt x="197" y="1595"/>
                    </a:lnTo>
                    <a:lnTo>
                      <a:pt x="198" y="1595"/>
                    </a:lnTo>
                    <a:lnTo>
                      <a:pt x="198" y="1595"/>
                    </a:lnTo>
                    <a:lnTo>
                      <a:pt x="198" y="1595"/>
                    </a:lnTo>
                    <a:lnTo>
                      <a:pt x="199" y="1595"/>
                    </a:lnTo>
                    <a:lnTo>
                      <a:pt x="199" y="1595"/>
                    </a:lnTo>
                    <a:lnTo>
                      <a:pt x="199" y="1595"/>
                    </a:lnTo>
                    <a:lnTo>
                      <a:pt x="199" y="1595"/>
                    </a:lnTo>
                    <a:lnTo>
                      <a:pt x="200" y="1595"/>
                    </a:lnTo>
                    <a:lnTo>
                      <a:pt x="200" y="1595"/>
                    </a:lnTo>
                    <a:lnTo>
                      <a:pt x="200" y="1595"/>
                    </a:lnTo>
                    <a:lnTo>
                      <a:pt x="200" y="1595"/>
                    </a:lnTo>
                    <a:lnTo>
                      <a:pt x="201" y="1595"/>
                    </a:lnTo>
                    <a:lnTo>
                      <a:pt x="201" y="1595"/>
                    </a:lnTo>
                    <a:lnTo>
                      <a:pt x="202" y="1595"/>
                    </a:lnTo>
                    <a:lnTo>
                      <a:pt x="202" y="1595"/>
                    </a:lnTo>
                    <a:lnTo>
                      <a:pt x="202" y="1595"/>
                    </a:lnTo>
                    <a:lnTo>
                      <a:pt x="202" y="1595"/>
                    </a:lnTo>
                    <a:lnTo>
                      <a:pt x="203" y="1595"/>
                    </a:lnTo>
                    <a:lnTo>
                      <a:pt x="203" y="1595"/>
                    </a:lnTo>
                    <a:lnTo>
                      <a:pt x="203" y="1595"/>
                    </a:lnTo>
                    <a:lnTo>
                      <a:pt x="203" y="1595"/>
                    </a:lnTo>
                    <a:lnTo>
                      <a:pt x="204" y="1595"/>
                    </a:lnTo>
                    <a:lnTo>
                      <a:pt x="204" y="1595"/>
                    </a:lnTo>
                    <a:lnTo>
                      <a:pt x="204" y="1595"/>
                    </a:lnTo>
                    <a:lnTo>
                      <a:pt x="205" y="1595"/>
                    </a:lnTo>
                    <a:lnTo>
                      <a:pt x="205" y="1595"/>
                    </a:lnTo>
                    <a:lnTo>
                      <a:pt x="205" y="1595"/>
                    </a:lnTo>
                    <a:lnTo>
                      <a:pt x="206" y="1595"/>
                    </a:lnTo>
                    <a:lnTo>
                      <a:pt x="206" y="1595"/>
                    </a:lnTo>
                    <a:lnTo>
                      <a:pt x="206" y="1595"/>
                    </a:lnTo>
                    <a:lnTo>
                      <a:pt x="206" y="1595"/>
                    </a:lnTo>
                    <a:lnTo>
                      <a:pt x="207" y="1595"/>
                    </a:lnTo>
                    <a:lnTo>
                      <a:pt x="207" y="1595"/>
                    </a:lnTo>
                    <a:lnTo>
                      <a:pt x="207" y="1595"/>
                    </a:lnTo>
                    <a:lnTo>
                      <a:pt x="208" y="1595"/>
                    </a:lnTo>
                    <a:lnTo>
                      <a:pt x="208" y="1595"/>
                    </a:lnTo>
                    <a:lnTo>
                      <a:pt x="208" y="1595"/>
                    </a:lnTo>
                    <a:lnTo>
                      <a:pt x="208" y="1595"/>
                    </a:lnTo>
                    <a:lnTo>
                      <a:pt x="209" y="1595"/>
                    </a:lnTo>
                    <a:lnTo>
                      <a:pt x="209" y="1595"/>
                    </a:lnTo>
                    <a:lnTo>
                      <a:pt x="209" y="1595"/>
                    </a:lnTo>
                    <a:lnTo>
                      <a:pt x="209" y="1595"/>
                    </a:lnTo>
                    <a:lnTo>
                      <a:pt x="210" y="1595"/>
                    </a:lnTo>
                    <a:lnTo>
                      <a:pt x="210" y="1595"/>
                    </a:lnTo>
                    <a:lnTo>
                      <a:pt x="211" y="1595"/>
                    </a:lnTo>
                    <a:lnTo>
                      <a:pt x="211" y="1595"/>
                    </a:lnTo>
                    <a:lnTo>
                      <a:pt x="211" y="1595"/>
                    </a:lnTo>
                    <a:lnTo>
                      <a:pt x="211" y="1590"/>
                    </a:lnTo>
                    <a:lnTo>
                      <a:pt x="212" y="1585"/>
                    </a:lnTo>
                    <a:lnTo>
                      <a:pt x="212" y="1581"/>
                    </a:lnTo>
                    <a:lnTo>
                      <a:pt x="212" y="1576"/>
                    </a:lnTo>
                    <a:lnTo>
                      <a:pt x="212" y="1574"/>
                    </a:lnTo>
                    <a:lnTo>
                      <a:pt x="213" y="1571"/>
                    </a:lnTo>
                    <a:lnTo>
                      <a:pt x="213" y="1568"/>
                    </a:lnTo>
                    <a:lnTo>
                      <a:pt x="213" y="1566"/>
                    </a:lnTo>
                    <a:lnTo>
                      <a:pt x="214" y="1566"/>
                    </a:lnTo>
                    <a:lnTo>
                      <a:pt x="214" y="1566"/>
                    </a:lnTo>
                    <a:lnTo>
                      <a:pt x="214" y="1566"/>
                    </a:lnTo>
                    <a:lnTo>
                      <a:pt x="214" y="1566"/>
                    </a:lnTo>
                    <a:lnTo>
                      <a:pt x="215" y="1566"/>
                    </a:lnTo>
                    <a:lnTo>
                      <a:pt x="215" y="1566"/>
                    </a:lnTo>
                    <a:lnTo>
                      <a:pt x="215" y="1566"/>
                    </a:lnTo>
                    <a:lnTo>
                      <a:pt x="216" y="1566"/>
                    </a:lnTo>
                    <a:lnTo>
                      <a:pt x="216" y="1566"/>
                    </a:lnTo>
                    <a:lnTo>
                      <a:pt x="216" y="1566"/>
                    </a:lnTo>
                    <a:lnTo>
                      <a:pt x="217" y="1566"/>
                    </a:lnTo>
                    <a:lnTo>
                      <a:pt x="217" y="1566"/>
                    </a:lnTo>
                    <a:lnTo>
                      <a:pt x="217" y="1566"/>
                    </a:lnTo>
                    <a:lnTo>
                      <a:pt x="217" y="1566"/>
                    </a:lnTo>
                    <a:lnTo>
                      <a:pt x="218" y="1566"/>
                    </a:lnTo>
                    <a:lnTo>
                      <a:pt x="218" y="1566"/>
                    </a:lnTo>
                    <a:lnTo>
                      <a:pt x="218" y="1566"/>
                    </a:lnTo>
                    <a:lnTo>
                      <a:pt x="218" y="1566"/>
                    </a:lnTo>
                    <a:lnTo>
                      <a:pt x="219" y="1566"/>
                    </a:lnTo>
                    <a:lnTo>
                      <a:pt x="219" y="1566"/>
                    </a:lnTo>
                    <a:lnTo>
                      <a:pt x="220" y="1566"/>
                    </a:lnTo>
                    <a:lnTo>
                      <a:pt x="220" y="1566"/>
                    </a:lnTo>
                    <a:lnTo>
                      <a:pt x="220" y="1566"/>
                    </a:lnTo>
                    <a:lnTo>
                      <a:pt x="220" y="1566"/>
                    </a:lnTo>
                    <a:lnTo>
                      <a:pt x="221" y="1566"/>
                    </a:lnTo>
                    <a:lnTo>
                      <a:pt x="221" y="1566"/>
                    </a:lnTo>
                    <a:lnTo>
                      <a:pt x="221" y="1566"/>
                    </a:lnTo>
                    <a:lnTo>
                      <a:pt x="221" y="1566"/>
                    </a:lnTo>
                    <a:lnTo>
                      <a:pt x="222" y="1566"/>
                    </a:lnTo>
                    <a:lnTo>
                      <a:pt x="222" y="1566"/>
                    </a:lnTo>
                    <a:lnTo>
                      <a:pt x="222" y="1566"/>
                    </a:lnTo>
                    <a:lnTo>
                      <a:pt x="223" y="1566"/>
                    </a:lnTo>
                    <a:lnTo>
                      <a:pt x="223" y="1566"/>
                    </a:lnTo>
                    <a:lnTo>
                      <a:pt x="223" y="1566"/>
                    </a:lnTo>
                    <a:lnTo>
                      <a:pt x="223" y="1566"/>
                    </a:lnTo>
                    <a:lnTo>
                      <a:pt x="224" y="1566"/>
                    </a:lnTo>
                    <a:lnTo>
                      <a:pt x="224" y="1566"/>
                    </a:lnTo>
                    <a:lnTo>
                      <a:pt x="224" y="1566"/>
                    </a:lnTo>
                    <a:lnTo>
                      <a:pt x="224" y="1566"/>
                    </a:lnTo>
                    <a:lnTo>
                      <a:pt x="225" y="1566"/>
                    </a:lnTo>
                    <a:lnTo>
                      <a:pt x="225" y="1566"/>
                    </a:lnTo>
                    <a:lnTo>
                      <a:pt x="226" y="1566"/>
                    </a:lnTo>
                    <a:lnTo>
                      <a:pt x="226" y="1566"/>
                    </a:lnTo>
                    <a:lnTo>
                      <a:pt x="226" y="1566"/>
                    </a:lnTo>
                    <a:lnTo>
                      <a:pt x="226" y="1566"/>
                    </a:lnTo>
                    <a:lnTo>
                      <a:pt x="227" y="1566"/>
                    </a:lnTo>
                    <a:lnTo>
                      <a:pt x="227" y="1566"/>
                    </a:lnTo>
                    <a:lnTo>
                      <a:pt x="227" y="1566"/>
                    </a:lnTo>
                    <a:lnTo>
                      <a:pt x="227" y="1566"/>
                    </a:lnTo>
                    <a:lnTo>
                      <a:pt x="228" y="1566"/>
                    </a:lnTo>
                    <a:lnTo>
                      <a:pt x="228" y="1566"/>
                    </a:lnTo>
                    <a:lnTo>
                      <a:pt x="228" y="1566"/>
                    </a:lnTo>
                    <a:lnTo>
                      <a:pt x="229" y="1566"/>
                    </a:lnTo>
                    <a:lnTo>
                      <a:pt x="229" y="1566"/>
                    </a:lnTo>
                    <a:lnTo>
                      <a:pt x="229" y="1566"/>
                    </a:lnTo>
                    <a:lnTo>
                      <a:pt x="230" y="1566"/>
                    </a:lnTo>
                    <a:lnTo>
                      <a:pt x="230" y="1566"/>
                    </a:lnTo>
                    <a:lnTo>
                      <a:pt x="230" y="1566"/>
                    </a:lnTo>
                    <a:lnTo>
                      <a:pt x="230" y="1566"/>
                    </a:lnTo>
                    <a:lnTo>
                      <a:pt x="231" y="1566"/>
                    </a:lnTo>
                    <a:lnTo>
                      <a:pt x="231" y="1566"/>
                    </a:lnTo>
                    <a:lnTo>
                      <a:pt x="231" y="1566"/>
                    </a:lnTo>
                    <a:lnTo>
                      <a:pt x="232" y="1566"/>
                    </a:lnTo>
                    <a:lnTo>
                      <a:pt x="232" y="1566"/>
                    </a:lnTo>
                    <a:lnTo>
                      <a:pt x="232" y="1566"/>
                    </a:lnTo>
                    <a:lnTo>
                      <a:pt x="232" y="1566"/>
                    </a:lnTo>
                    <a:lnTo>
                      <a:pt x="233" y="1566"/>
                    </a:lnTo>
                    <a:lnTo>
                      <a:pt x="233" y="1566"/>
                    </a:lnTo>
                    <a:lnTo>
                      <a:pt x="233" y="1566"/>
                    </a:lnTo>
                    <a:lnTo>
                      <a:pt x="233" y="1566"/>
                    </a:lnTo>
                    <a:lnTo>
                      <a:pt x="234" y="1566"/>
                    </a:lnTo>
                    <a:lnTo>
                      <a:pt x="234" y="1566"/>
                    </a:lnTo>
                    <a:lnTo>
                      <a:pt x="235" y="1566"/>
                    </a:lnTo>
                    <a:lnTo>
                      <a:pt x="235" y="1566"/>
                    </a:lnTo>
                    <a:lnTo>
                      <a:pt x="235" y="1566"/>
                    </a:lnTo>
                    <a:lnTo>
                      <a:pt x="235" y="1566"/>
                    </a:lnTo>
                    <a:lnTo>
                      <a:pt x="236" y="1566"/>
                    </a:lnTo>
                    <a:lnTo>
                      <a:pt x="236" y="1566"/>
                    </a:lnTo>
                    <a:lnTo>
                      <a:pt x="236" y="1566"/>
                    </a:lnTo>
                    <a:lnTo>
                      <a:pt x="236" y="1566"/>
                    </a:lnTo>
                    <a:lnTo>
                      <a:pt x="237" y="1566"/>
                    </a:lnTo>
                    <a:lnTo>
                      <a:pt x="237" y="1566"/>
                    </a:lnTo>
                    <a:lnTo>
                      <a:pt x="237" y="1566"/>
                    </a:lnTo>
                    <a:lnTo>
                      <a:pt x="238" y="1566"/>
                    </a:lnTo>
                    <a:lnTo>
                      <a:pt x="238" y="1566"/>
                    </a:lnTo>
                    <a:lnTo>
                      <a:pt x="238" y="1566"/>
                    </a:lnTo>
                    <a:lnTo>
                      <a:pt x="238" y="1566"/>
                    </a:lnTo>
                    <a:lnTo>
                      <a:pt x="239" y="1566"/>
                    </a:lnTo>
                    <a:lnTo>
                      <a:pt x="239" y="1566"/>
                    </a:lnTo>
                    <a:lnTo>
                      <a:pt x="239" y="1566"/>
                    </a:lnTo>
                    <a:lnTo>
                      <a:pt x="240" y="1566"/>
                    </a:lnTo>
                    <a:lnTo>
                      <a:pt x="240" y="1566"/>
                    </a:lnTo>
                    <a:lnTo>
                      <a:pt x="240" y="1566"/>
                    </a:lnTo>
                    <a:lnTo>
                      <a:pt x="241" y="1566"/>
                    </a:lnTo>
                    <a:lnTo>
                      <a:pt x="241" y="1566"/>
                    </a:lnTo>
                    <a:lnTo>
                      <a:pt x="241" y="1566"/>
                    </a:lnTo>
                    <a:lnTo>
                      <a:pt x="241" y="1566"/>
                    </a:lnTo>
                    <a:lnTo>
                      <a:pt x="242" y="1566"/>
                    </a:lnTo>
                    <a:lnTo>
                      <a:pt x="242" y="1566"/>
                    </a:lnTo>
                    <a:lnTo>
                      <a:pt x="242" y="1566"/>
                    </a:lnTo>
                    <a:lnTo>
                      <a:pt x="242" y="1566"/>
                    </a:lnTo>
                    <a:lnTo>
                      <a:pt x="243" y="1566"/>
                    </a:lnTo>
                    <a:lnTo>
                      <a:pt x="243" y="1566"/>
                    </a:lnTo>
                    <a:lnTo>
                      <a:pt x="244" y="1566"/>
                    </a:lnTo>
                    <a:lnTo>
                      <a:pt x="244" y="1566"/>
                    </a:lnTo>
                    <a:lnTo>
                      <a:pt x="244" y="1566"/>
                    </a:lnTo>
                    <a:lnTo>
                      <a:pt x="244" y="1566"/>
                    </a:lnTo>
                    <a:lnTo>
                      <a:pt x="245" y="1566"/>
                    </a:lnTo>
                    <a:lnTo>
                      <a:pt x="245" y="1566"/>
                    </a:lnTo>
                    <a:lnTo>
                      <a:pt x="245" y="1566"/>
                    </a:lnTo>
                    <a:lnTo>
                      <a:pt x="245" y="1566"/>
                    </a:lnTo>
                    <a:lnTo>
                      <a:pt x="246" y="1566"/>
                    </a:lnTo>
                    <a:lnTo>
                      <a:pt x="246" y="1566"/>
                    </a:lnTo>
                    <a:lnTo>
                      <a:pt x="246" y="1566"/>
                    </a:lnTo>
                    <a:lnTo>
                      <a:pt x="247" y="1566"/>
                    </a:lnTo>
                    <a:lnTo>
                      <a:pt x="247" y="1566"/>
                    </a:lnTo>
                    <a:lnTo>
                      <a:pt x="247" y="1566"/>
                    </a:lnTo>
                    <a:lnTo>
                      <a:pt x="247" y="1566"/>
                    </a:lnTo>
                    <a:lnTo>
                      <a:pt x="248" y="1566"/>
                    </a:lnTo>
                    <a:lnTo>
                      <a:pt x="248" y="1566"/>
                    </a:lnTo>
                    <a:lnTo>
                      <a:pt x="248" y="1566"/>
                    </a:lnTo>
                    <a:lnTo>
                      <a:pt x="248" y="1566"/>
                    </a:lnTo>
                    <a:lnTo>
                      <a:pt x="249" y="1566"/>
                    </a:lnTo>
                    <a:lnTo>
                      <a:pt x="249" y="1566"/>
                    </a:lnTo>
                    <a:lnTo>
                      <a:pt x="250" y="1566"/>
                    </a:lnTo>
                    <a:lnTo>
                      <a:pt x="250" y="1566"/>
                    </a:lnTo>
                    <a:lnTo>
                      <a:pt x="250" y="1566"/>
                    </a:lnTo>
                    <a:lnTo>
                      <a:pt x="250" y="1566"/>
                    </a:lnTo>
                    <a:lnTo>
                      <a:pt x="251" y="1566"/>
                    </a:lnTo>
                    <a:lnTo>
                      <a:pt x="251" y="1566"/>
                    </a:lnTo>
                    <a:lnTo>
                      <a:pt x="251" y="1566"/>
                    </a:lnTo>
                    <a:lnTo>
                      <a:pt x="252" y="1566"/>
                    </a:lnTo>
                    <a:lnTo>
                      <a:pt x="252" y="1566"/>
                    </a:lnTo>
                    <a:lnTo>
                      <a:pt x="252" y="1566"/>
                    </a:lnTo>
                    <a:lnTo>
                      <a:pt x="252" y="1566"/>
                    </a:lnTo>
                    <a:lnTo>
                      <a:pt x="253" y="1566"/>
                    </a:lnTo>
                    <a:lnTo>
                      <a:pt x="253" y="1566"/>
                    </a:lnTo>
                    <a:lnTo>
                      <a:pt x="253" y="1566"/>
                    </a:lnTo>
                    <a:lnTo>
                      <a:pt x="254" y="1566"/>
                    </a:lnTo>
                    <a:lnTo>
                      <a:pt x="254" y="1566"/>
                    </a:lnTo>
                    <a:lnTo>
                      <a:pt x="254" y="1566"/>
                    </a:lnTo>
                    <a:lnTo>
                      <a:pt x="255" y="1566"/>
                    </a:lnTo>
                    <a:lnTo>
                      <a:pt x="255" y="1566"/>
                    </a:lnTo>
                    <a:lnTo>
                      <a:pt x="255" y="1566"/>
                    </a:lnTo>
                    <a:lnTo>
                      <a:pt x="255" y="1566"/>
                    </a:lnTo>
                    <a:lnTo>
                      <a:pt x="256" y="1566"/>
                    </a:lnTo>
                    <a:lnTo>
                      <a:pt x="256" y="1566"/>
                    </a:lnTo>
                    <a:lnTo>
                      <a:pt x="256" y="1566"/>
                    </a:lnTo>
                    <a:lnTo>
                      <a:pt x="256" y="1566"/>
                    </a:lnTo>
                    <a:lnTo>
                      <a:pt x="257" y="1566"/>
                    </a:lnTo>
                    <a:lnTo>
                      <a:pt x="257" y="1566"/>
                    </a:lnTo>
                    <a:lnTo>
                      <a:pt x="258" y="1566"/>
                    </a:lnTo>
                    <a:lnTo>
                      <a:pt x="258" y="1566"/>
                    </a:lnTo>
                    <a:lnTo>
                      <a:pt x="258" y="1566"/>
                    </a:lnTo>
                    <a:lnTo>
                      <a:pt x="258" y="1566"/>
                    </a:lnTo>
                    <a:lnTo>
                      <a:pt x="259" y="1566"/>
                    </a:lnTo>
                    <a:lnTo>
                      <a:pt x="259" y="1566"/>
                    </a:lnTo>
                    <a:lnTo>
                      <a:pt x="259" y="1566"/>
                    </a:lnTo>
                    <a:lnTo>
                      <a:pt x="259" y="1566"/>
                    </a:lnTo>
                    <a:lnTo>
                      <a:pt x="260" y="1566"/>
                    </a:lnTo>
                    <a:lnTo>
                      <a:pt x="260" y="1566"/>
                    </a:lnTo>
                    <a:lnTo>
                      <a:pt x="260" y="1566"/>
                    </a:lnTo>
                    <a:lnTo>
                      <a:pt x="261" y="1566"/>
                    </a:lnTo>
                    <a:lnTo>
                      <a:pt x="261" y="1566"/>
                    </a:lnTo>
                    <a:lnTo>
                      <a:pt x="261" y="1566"/>
                    </a:lnTo>
                    <a:lnTo>
                      <a:pt x="261" y="1566"/>
                    </a:lnTo>
                    <a:lnTo>
                      <a:pt x="262" y="1566"/>
                    </a:lnTo>
                    <a:lnTo>
                      <a:pt x="262" y="1566"/>
                    </a:lnTo>
                    <a:lnTo>
                      <a:pt x="262" y="1566"/>
                    </a:lnTo>
                    <a:lnTo>
                      <a:pt x="262" y="1566"/>
                    </a:lnTo>
                    <a:lnTo>
                      <a:pt x="263" y="1566"/>
                    </a:lnTo>
                    <a:lnTo>
                      <a:pt x="263" y="1566"/>
                    </a:lnTo>
                    <a:lnTo>
                      <a:pt x="264" y="1566"/>
                    </a:lnTo>
                    <a:lnTo>
                      <a:pt x="264" y="1566"/>
                    </a:lnTo>
                    <a:lnTo>
                      <a:pt x="264" y="1566"/>
                    </a:lnTo>
                    <a:lnTo>
                      <a:pt x="264" y="1566"/>
                    </a:lnTo>
                    <a:lnTo>
                      <a:pt x="265" y="1566"/>
                    </a:lnTo>
                    <a:lnTo>
                      <a:pt x="265" y="1566"/>
                    </a:lnTo>
                    <a:lnTo>
                      <a:pt x="265" y="1566"/>
                    </a:lnTo>
                    <a:lnTo>
                      <a:pt x="265" y="1566"/>
                    </a:lnTo>
                    <a:lnTo>
                      <a:pt x="266" y="1566"/>
                    </a:lnTo>
                    <a:lnTo>
                      <a:pt x="266" y="1566"/>
                    </a:lnTo>
                    <a:lnTo>
                      <a:pt x="267" y="1566"/>
                    </a:lnTo>
                    <a:lnTo>
                      <a:pt x="267" y="1566"/>
                    </a:lnTo>
                    <a:lnTo>
                      <a:pt x="267" y="1566"/>
                    </a:lnTo>
                    <a:lnTo>
                      <a:pt x="267" y="1566"/>
                    </a:lnTo>
                    <a:lnTo>
                      <a:pt x="268" y="1566"/>
                    </a:lnTo>
                    <a:lnTo>
                      <a:pt x="268" y="1566"/>
                    </a:lnTo>
                    <a:lnTo>
                      <a:pt x="268" y="1566"/>
                    </a:lnTo>
                    <a:lnTo>
                      <a:pt x="268" y="1566"/>
                    </a:lnTo>
                    <a:lnTo>
                      <a:pt x="269" y="1566"/>
                    </a:lnTo>
                    <a:lnTo>
                      <a:pt x="269" y="1566"/>
                    </a:lnTo>
                    <a:lnTo>
                      <a:pt x="269" y="1566"/>
                    </a:lnTo>
                    <a:lnTo>
                      <a:pt x="270" y="1566"/>
                    </a:lnTo>
                    <a:lnTo>
                      <a:pt x="270" y="1566"/>
                    </a:lnTo>
                    <a:lnTo>
                      <a:pt x="270" y="1566"/>
                    </a:lnTo>
                    <a:lnTo>
                      <a:pt x="270" y="1566"/>
                    </a:lnTo>
                    <a:lnTo>
                      <a:pt x="271" y="1566"/>
                    </a:lnTo>
                    <a:lnTo>
                      <a:pt x="271" y="1566"/>
                    </a:lnTo>
                    <a:lnTo>
                      <a:pt x="271" y="1566"/>
                    </a:lnTo>
                    <a:lnTo>
                      <a:pt x="271" y="1566"/>
                    </a:lnTo>
                    <a:lnTo>
                      <a:pt x="272" y="1566"/>
                    </a:lnTo>
                    <a:lnTo>
                      <a:pt x="272" y="1566"/>
                    </a:lnTo>
                    <a:lnTo>
                      <a:pt x="273" y="1566"/>
                    </a:lnTo>
                    <a:lnTo>
                      <a:pt x="273" y="1566"/>
                    </a:lnTo>
                    <a:lnTo>
                      <a:pt x="273" y="1566"/>
                    </a:lnTo>
                    <a:lnTo>
                      <a:pt x="273" y="1566"/>
                    </a:lnTo>
                    <a:lnTo>
                      <a:pt x="274" y="1566"/>
                    </a:lnTo>
                    <a:lnTo>
                      <a:pt x="274" y="1566"/>
                    </a:lnTo>
                    <a:lnTo>
                      <a:pt x="274" y="1566"/>
                    </a:lnTo>
                    <a:lnTo>
                      <a:pt x="274" y="1566"/>
                    </a:lnTo>
                    <a:lnTo>
                      <a:pt x="275" y="1566"/>
                    </a:lnTo>
                    <a:lnTo>
                      <a:pt x="275" y="1566"/>
                    </a:lnTo>
                    <a:lnTo>
                      <a:pt x="275" y="1566"/>
                    </a:lnTo>
                    <a:lnTo>
                      <a:pt x="276" y="1566"/>
                    </a:lnTo>
                    <a:lnTo>
                      <a:pt x="276" y="1566"/>
                    </a:lnTo>
                    <a:lnTo>
                      <a:pt x="276" y="1566"/>
                    </a:lnTo>
                    <a:lnTo>
                      <a:pt x="277" y="1566"/>
                    </a:lnTo>
                    <a:lnTo>
                      <a:pt x="277" y="1566"/>
                    </a:lnTo>
                    <a:lnTo>
                      <a:pt x="277" y="1566"/>
                    </a:lnTo>
                    <a:lnTo>
                      <a:pt x="277" y="1566"/>
                    </a:lnTo>
                    <a:lnTo>
                      <a:pt x="278" y="1566"/>
                    </a:lnTo>
                    <a:lnTo>
                      <a:pt x="278" y="1566"/>
                    </a:lnTo>
                    <a:lnTo>
                      <a:pt x="278" y="1566"/>
                    </a:lnTo>
                    <a:lnTo>
                      <a:pt x="279" y="1566"/>
                    </a:lnTo>
                    <a:lnTo>
                      <a:pt x="279" y="1566"/>
                    </a:lnTo>
                    <a:lnTo>
                      <a:pt x="279" y="1566"/>
                    </a:lnTo>
                    <a:lnTo>
                      <a:pt x="279" y="1566"/>
                    </a:lnTo>
                    <a:lnTo>
                      <a:pt x="280" y="1566"/>
                    </a:lnTo>
                    <a:lnTo>
                      <a:pt x="280" y="1566"/>
                    </a:lnTo>
                    <a:lnTo>
                      <a:pt x="280" y="1566"/>
                    </a:lnTo>
                    <a:lnTo>
                      <a:pt x="280" y="1566"/>
                    </a:lnTo>
                    <a:lnTo>
                      <a:pt x="281" y="1566"/>
                    </a:lnTo>
                    <a:lnTo>
                      <a:pt x="281" y="1566"/>
                    </a:lnTo>
                    <a:lnTo>
                      <a:pt x="282" y="1566"/>
                    </a:lnTo>
                    <a:lnTo>
                      <a:pt x="282" y="1566"/>
                    </a:lnTo>
                    <a:lnTo>
                      <a:pt x="282" y="1566"/>
                    </a:lnTo>
                    <a:lnTo>
                      <a:pt x="282" y="1566"/>
                    </a:lnTo>
                    <a:lnTo>
                      <a:pt x="283" y="1566"/>
                    </a:lnTo>
                    <a:lnTo>
                      <a:pt x="283" y="1566"/>
                    </a:lnTo>
                    <a:lnTo>
                      <a:pt x="283" y="1566"/>
                    </a:lnTo>
                    <a:lnTo>
                      <a:pt x="283" y="1566"/>
                    </a:lnTo>
                    <a:lnTo>
                      <a:pt x="284" y="1566"/>
                    </a:lnTo>
                    <a:lnTo>
                      <a:pt x="284" y="1566"/>
                    </a:lnTo>
                    <a:lnTo>
                      <a:pt x="284" y="1566"/>
                    </a:lnTo>
                    <a:lnTo>
                      <a:pt x="285" y="1566"/>
                    </a:lnTo>
                    <a:lnTo>
                      <a:pt x="285" y="1566"/>
                    </a:lnTo>
                    <a:lnTo>
                      <a:pt x="285" y="1566"/>
                    </a:lnTo>
                    <a:lnTo>
                      <a:pt x="285" y="1566"/>
                    </a:lnTo>
                    <a:lnTo>
                      <a:pt x="286" y="1566"/>
                    </a:lnTo>
                    <a:lnTo>
                      <a:pt x="286" y="1566"/>
                    </a:lnTo>
                    <a:lnTo>
                      <a:pt x="286" y="1566"/>
                    </a:lnTo>
                    <a:lnTo>
                      <a:pt x="287" y="1566"/>
                    </a:lnTo>
                    <a:lnTo>
                      <a:pt x="287" y="1566"/>
                    </a:lnTo>
                    <a:lnTo>
                      <a:pt x="287" y="1566"/>
                    </a:lnTo>
                    <a:lnTo>
                      <a:pt x="288" y="1566"/>
                    </a:lnTo>
                    <a:lnTo>
                      <a:pt x="288" y="1566"/>
                    </a:lnTo>
                    <a:lnTo>
                      <a:pt x="288" y="1566"/>
                    </a:lnTo>
                    <a:lnTo>
                      <a:pt x="288" y="1566"/>
                    </a:lnTo>
                    <a:lnTo>
                      <a:pt x="289" y="1566"/>
                    </a:lnTo>
                    <a:lnTo>
                      <a:pt x="289" y="1566"/>
                    </a:lnTo>
                    <a:lnTo>
                      <a:pt x="289" y="1566"/>
                    </a:lnTo>
                    <a:lnTo>
                      <a:pt x="289" y="1566"/>
                    </a:lnTo>
                    <a:lnTo>
                      <a:pt x="290" y="1566"/>
                    </a:lnTo>
                    <a:lnTo>
                      <a:pt x="290" y="1566"/>
                    </a:lnTo>
                    <a:lnTo>
                      <a:pt x="291" y="1566"/>
                    </a:lnTo>
                    <a:lnTo>
                      <a:pt x="291" y="1566"/>
                    </a:lnTo>
                    <a:lnTo>
                      <a:pt x="291" y="1566"/>
                    </a:lnTo>
                    <a:lnTo>
                      <a:pt x="291" y="1566"/>
                    </a:lnTo>
                    <a:lnTo>
                      <a:pt x="292" y="1566"/>
                    </a:lnTo>
                    <a:lnTo>
                      <a:pt x="292" y="1566"/>
                    </a:lnTo>
                    <a:lnTo>
                      <a:pt x="292" y="1566"/>
                    </a:lnTo>
                    <a:lnTo>
                      <a:pt x="292" y="1566"/>
                    </a:lnTo>
                    <a:lnTo>
                      <a:pt x="293" y="1566"/>
                    </a:lnTo>
                    <a:lnTo>
                      <a:pt x="293" y="1566"/>
                    </a:lnTo>
                    <a:lnTo>
                      <a:pt x="293" y="1566"/>
                    </a:lnTo>
                    <a:lnTo>
                      <a:pt x="294" y="1566"/>
                    </a:lnTo>
                    <a:lnTo>
                      <a:pt x="294" y="1566"/>
                    </a:lnTo>
                    <a:lnTo>
                      <a:pt x="294" y="1566"/>
                    </a:lnTo>
                    <a:lnTo>
                      <a:pt x="294" y="1566"/>
                    </a:lnTo>
                    <a:lnTo>
                      <a:pt x="295" y="1566"/>
                    </a:lnTo>
                    <a:lnTo>
                      <a:pt x="295" y="1566"/>
                    </a:lnTo>
                    <a:lnTo>
                      <a:pt x="295" y="1566"/>
                    </a:lnTo>
                    <a:lnTo>
                      <a:pt x="295" y="1566"/>
                    </a:lnTo>
                    <a:lnTo>
                      <a:pt x="296" y="1566"/>
                    </a:lnTo>
                    <a:lnTo>
                      <a:pt x="296" y="1566"/>
                    </a:lnTo>
                    <a:lnTo>
                      <a:pt x="297" y="1566"/>
                    </a:lnTo>
                    <a:lnTo>
                      <a:pt x="297" y="1566"/>
                    </a:lnTo>
                    <a:lnTo>
                      <a:pt x="297" y="1566"/>
                    </a:lnTo>
                    <a:lnTo>
                      <a:pt x="297" y="1566"/>
                    </a:lnTo>
                    <a:lnTo>
                      <a:pt x="298" y="1566"/>
                    </a:lnTo>
                    <a:lnTo>
                      <a:pt x="298" y="1566"/>
                    </a:lnTo>
                    <a:lnTo>
                      <a:pt x="298" y="1566"/>
                    </a:lnTo>
                    <a:lnTo>
                      <a:pt x="298" y="1566"/>
                    </a:lnTo>
                    <a:lnTo>
                      <a:pt x="299" y="1566"/>
                    </a:lnTo>
                    <a:lnTo>
                      <a:pt x="299" y="1566"/>
                    </a:lnTo>
                    <a:lnTo>
                      <a:pt x="299" y="1566"/>
                    </a:lnTo>
                    <a:lnTo>
                      <a:pt x="300" y="1566"/>
                    </a:lnTo>
                    <a:lnTo>
                      <a:pt x="300" y="1566"/>
                    </a:lnTo>
                    <a:lnTo>
                      <a:pt x="300" y="1566"/>
                    </a:lnTo>
                    <a:lnTo>
                      <a:pt x="301" y="1566"/>
                    </a:lnTo>
                    <a:lnTo>
                      <a:pt x="301" y="1566"/>
                    </a:lnTo>
                    <a:lnTo>
                      <a:pt x="301" y="1566"/>
                    </a:lnTo>
                    <a:lnTo>
                      <a:pt x="301" y="1566"/>
                    </a:lnTo>
                    <a:lnTo>
                      <a:pt x="302" y="1566"/>
                    </a:lnTo>
                    <a:lnTo>
                      <a:pt x="302" y="1566"/>
                    </a:lnTo>
                    <a:lnTo>
                      <a:pt x="302" y="1566"/>
                    </a:lnTo>
                    <a:lnTo>
                      <a:pt x="303" y="1566"/>
                    </a:lnTo>
                    <a:lnTo>
                      <a:pt x="303" y="1566"/>
                    </a:lnTo>
                    <a:lnTo>
                      <a:pt x="303" y="1566"/>
                    </a:lnTo>
                    <a:lnTo>
                      <a:pt x="303" y="1566"/>
                    </a:lnTo>
                    <a:lnTo>
                      <a:pt x="304" y="1566"/>
                    </a:lnTo>
                    <a:lnTo>
                      <a:pt x="304" y="1566"/>
                    </a:lnTo>
                    <a:lnTo>
                      <a:pt x="304" y="1566"/>
                    </a:lnTo>
                    <a:lnTo>
                      <a:pt x="304" y="1566"/>
                    </a:lnTo>
                    <a:lnTo>
                      <a:pt x="305" y="1566"/>
                    </a:lnTo>
                    <a:lnTo>
                      <a:pt x="305" y="1566"/>
                    </a:lnTo>
                    <a:lnTo>
                      <a:pt x="306" y="1566"/>
                    </a:lnTo>
                    <a:lnTo>
                      <a:pt x="306" y="1566"/>
                    </a:lnTo>
                    <a:lnTo>
                      <a:pt x="306" y="1566"/>
                    </a:lnTo>
                    <a:lnTo>
                      <a:pt x="306" y="1566"/>
                    </a:lnTo>
                    <a:lnTo>
                      <a:pt x="307" y="1566"/>
                    </a:lnTo>
                    <a:lnTo>
                      <a:pt x="307" y="1566"/>
                    </a:lnTo>
                    <a:lnTo>
                      <a:pt x="307" y="1566"/>
                    </a:lnTo>
                    <a:lnTo>
                      <a:pt x="307" y="1566"/>
                    </a:lnTo>
                    <a:lnTo>
                      <a:pt x="308" y="1566"/>
                    </a:lnTo>
                    <a:lnTo>
                      <a:pt x="308" y="1566"/>
                    </a:lnTo>
                    <a:lnTo>
                      <a:pt x="308" y="1566"/>
                    </a:lnTo>
                    <a:lnTo>
                      <a:pt x="309" y="1566"/>
                    </a:lnTo>
                    <a:lnTo>
                      <a:pt x="309" y="1566"/>
                    </a:lnTo>
                    <a:lnTo>
                      <a:pt x="309" y="1566"/>
                    </a:lnTo>
                    <a:lnTo>
                      <a:pt x="309" y="1566"/>
                    </a:lnTo>
                    <a:lnTo>
                      <a:pt x="310" y="1566"/>
                    </a:lnTo>
                    <a:lnTo>
                      <a:pt x="310" y="1566"/>
                    </a:lnTo>
                    <a:lnTo>
                      <a:pt x="310" y="1566"/>
                    </a:lnTo>
                    <a:lnTo>
                      <a:pt x="311" y="1566"/>
                    </a:lnTo>
                    <a:lnTo>
                      <a:pt x="311" y="1566"/>
                    </a:lnTo>
                    <a:lnTo>
                      <a:pt x="311" y="1566"/>
                    </a:lnTo>
                    <a:lnTo>
                      <a:pt x="312" y="1566"/>
                    </a:lnTo>
                    <a:lnTo>
                      <a:pt x="312" y="1566"/>
                    </a:lnTo>
                    <a:lnTo>
                      <a:pt x="312" y="1566"/>
                    </a:lnTo>
                    <a:lnTo>
                      <a:pt x="312" y="1566"/>
                    </a:lnTo>
                    <a:lnTo>
                      <a:pt x="313" y="1566"/>
                    </a:lnTo>
                    <a:lnTo>
                      <a:pt x="313" y="1566"/>
                    </a:lnTo>
                    <a:lnTo>
                      <a:pt x="313" y="1566"/>
                    </a:lnTo>
                    <a:lnTo>
                      <a:pt x="313" y="1566"/>
                    </a:lnTo>
                    <a:lnTo>
                      <a:pt x="314" y="1566"/>
                    </a:lnTo>
                    <a:lnTo>
                      <a:pt x="314" y="1566"/>
                    </a:lnTo>
                    <a:lnTo>
                      <a:pt x="315" y="1566"/>
                    </a:lnTo>
                    <a:lnTo>
                      <a:pt x="315" y="1566"/>
                    </a:lnTo>
                    <a:lnTo>
                      <a:pt x="315" y="1566"/>
                    </a:lnTo>
                    <a:lnTo>
                      <a:pt x="315" y="1566"/>
                    </a:lnTo>
                    <a:lnTo>
                      <a:pt x="316" y="1566"/>
                    </a:lnTo>
                    <a:lnTo>
                      <a:pt x="316" y="1566"/>
                    </a:lnTo>
                    <a:lnTo>
                      <a:pt x="316" y="1566"/>
                    </a:lnTo>
                    <a:lnTo>
                      <a:pt x="316" y="1566"/>
                    </a:lnTo>
                    <a:lnTo>
                      <a:pt x="317" y="1566"/>
                    </a:lnTo>
                    <a:lnTo>
                      <a:pt x="317" y="1566"/>
                    </a:lnTo>
                    <a:lnTo>
                      <a:pt x="317" y="1566"/>
                    </a:lnTo>
                    <a:lnTo>
                      <a:pt x="318" y="1566"/>
                    </a:lnTo>
                    <a:lnTo>
                      <a:pt x="318" y="1566"/>
                    </a:lnTo>
                    <a:lnTo>
                      <a:pt x="318" y="1566"/>
                    </a:lnTo>
                    <a:lnTo>
                      <a:pt x="318" y="1566"/>
                    </a:lnTo>
                    <a:lnTo>
                      <a:pt x="319" y="1566"/>
                    </a:lnTo>
                    <a:lnTo>
                      <a:pt x="319" y="1566"/>
                    </a:lnTo>
                    <a:lnTo>
                      <a:pt x="320" y="1566"/>
                    </a:lnTo>
                    <a:lnTo>
                      <a:pt x="320" y="1566"/>
                    </a:lnTo>
                    <a:lnTo>
                      <a:pt x="320" y="1566"/>
                    </a:lnTo>
                    <a:lnTo>
                      <a:pt x="320" y="1566"/>
                    </a:lnTo>
                    <a:lnTo>
                      <a:pt x="321" y="1566"/>
                    </a:lnTo>
                    <a:lnTo>
                      <a:pt x="321" y="1566"/>
                    </a:lnTo>
                    <a:lnTo>
                      <a:pt x="321" y="1566"/>
                    </a:lnTo>
                    <a:lnTo>
                      <a:pt x="321" y="1566"/>
                    </a:lnTo>
                    <a:lnTo>
                      <a:pt x="322" y="1566"/>
                    </a:lnTo>
                    <a:lnTo>
                      <a:pt x="322" y="1566"/>
                    </a:lnTo>
                    <a:lnTo>
                      <a:pt x="322" y="1566"/>
                    </a:lnTo>
                    <a:lnTo>
                      <a:pt x="323" y="1566"/>
                    </a:lnTo>
                    <a:lnTo>
                      <a:pt x="323" y="1566"/>
                    </a:lnTo>
                    <a:lnTo>
                      <a:pt x="323" y="1566"/>
                    </a:lnTo>
                    <a:lnTo>
                      <a:pt x="324" y="1566"/>
                    </a:lnTo>
                    <a:lnTo>
                      <a:pt x="324" y="1566"/>
                    </a:lnTo>
                    <a:lnTo>
                      <a:pt x="324" y="1566"/>
                    </a:lnTo>
                    <a:lnTo>
                      <a:pt x="324" y="1566"/>
                    </a:lnTo>
                    <a:lnTo>
                      <a:pt x="325" y="1566"/>
                    </a:lnTo>
                    <a:lnTo>
                      <a:pt x="325" y="1566"/>
                    </a:lnTo>
                    <a:lnTo>
                      <a:pt x="325" y="1566"/>
                    </a:lnTo>
                    <a:lnTo>
                      <a:pt x="326" y="1566"/>
                    </a:lnTo>
                    <a:lnTo>
                      <a:pt x="326" y="1566"/>
                    </a:lnTo>
                    <a:lnTo>
                      <a:pt x="326" y="1566"/>
                    </a:lnTo>
                    <a:lnTo>
                      <a:pt x="326" y="1566"/>
                    </a:lnTo>
                    <a:lnTo>
                      <a:pt x="327" y="1566"/>
                    </a:lnTo>
                    <a:lnTo>
                      <a:pt x="327" y="1566"/>
                    </a:lnTo>
                    <a:lnTo>
                      <a:pt x="327" y="1566"/>
                    </a:lnTo>
                    <a:lnTo>
                      <a:pt x="327" y="1566"/>
                    </a:lnTo>
                    <a:lnTo>
                      <a:pt x="328" y="1566"/>
                    </a:lnTo>
                    <a:lnTo>
                      <a:pt x="328" y="1566"/>
                    </a:lnTo>
                    <a:lnTo>
                      <a:pt x="329" y="1566"/>
                    </a:lnTo>
                    <a:lnTo>
                      <a:pt x="329" y="1566"/>
                    </a:lnTo>
                    <a:lnTo>
                      <a:pt x="329" y="1566"/>
                    </a:lnTo>
                    <a:lnTo>
                      <a:pt x="329" y="1566"/>
                    </a:lnTo>
                    <a:lnTo>
                      <a:pt x="330" y="1566"/>
                    </a:lnTo>
                    <a:lnTo>
                      <a:pt x="330" y="1566"/>
                    </a:lnTo>
                    <a:lnTo>
                      <a:pt x="330" y="1566"/>
                    </a:lnTo>
                    <a:lnTo>
                      <a:pt x="330" y="1566"/>
                    </a:lnTo>
                    <a:lnTo>
                      <a:pt x="331" y="1566"/>
                    </a:lnTo>
                    <a:lnTo>
                      <a:pt x="331" y="1566"/>
                    </a:lnTo>
                    <a:lnTo>
                      <a:pt x="331" y="1566"/>
                    </a:lnTo>
                    <a:lnTo>
                      <a:pt x="332" y="1566"/>
                    </a:lnTo>
                    <a:lnTo>
                      <a:pt x="332" y="1566"/>
                    </a:lnTo>
                    <a:lnTo>
                      <a:pt x="332" y="1566"/>
                    </a:lnTo>
                    <a:lnTo>
                      <a:pt x="332" y="1566"/>
                    </a:lnTo>
                    <a:lnTo>
                      <a:pt x="333" y="1566"/>
                    </a:lnTo>
                    <a:lnTo>
                      <a:pt x="333" y="1566"/>
                    </a:lnTo>
                    <a:lnTo>
                      <a:pt x="333" y="1566"/>
                    </a:lnTo>
                    <a:lnTo>
                      <a:pt x="334" y="1566"/>
                    </a:lnTo>
                    <a:lnTo>
                      <a:pt x="334" y="1566"/>
                    </a:lnTo>
                    <a:lnTo>
                      <a:pt x="334" y="1566"/>
                    </a:lnTo>
                    <a:lnTo>
                      <a:pt x="335" y="1566"/>
                    </a:lnTo>
                    <a:lnTo>
                      <a:pt x="335" y="1566"/>
                    </a:lnTo>
                    <a:lnTo>
                      <a:pt x="335" y="1566"/>
                    </a:lnTo>
                    <a:lnTo>
                      <a:pt x="335" y="1566"/>
                    </a:lnTo>
                    <a:lnTo>
                      <a:pt x="336" y="1566"/>
                    </a:lnTo>
                    <a:lnTo>
                      <a:pt x="336" y="1566"/>
                    </a:lnTo>
                    <a:lnTo>
                      <a:pt x="336" y="1566"/>
                    </a:lnTo>
                    <a:lnTo>
                      <a:pt x="336" y="1566"/>
                    </a:lnTo>
                    <a:lnTo>
                      <a:pt x="337" y="1566"/>
                    </a:lnTo>
                    <a:lnTo>
                      <a:pt x="337" y="1566"/>
                    </a:lnTo>
                    <a:lnTo>
                      <a:pt x="338" y="1566"/>
                    </a:lnTo>
                    <a:lnTo>
                      <a:pt x="338" y="1566"/>
                    </a:lnTo>
                    <a:lnTo>
                      <a:pt x="338" y="1566"/>
                    </a:lnTo>
                    <a:lnTo>
                      <a:pt x="338" y="1566"/>
                    </a:lnTo>
                    <a:lnTo>
                      <a:pt x="339" y="1566"/>
                    </a:lnTo>
                    <a:lnTo>
                      <a:pt x="339" y="1566"/>
                    </a:lnTo>
                    <a:lnTo>
                      <a:pt x="339" y="1566"/>
                    </a:lnTo>
                    <a:lnTo>
                      <a:pt x="339" y="1566"/>
                    </a:lnTo>
                    <a:lnTo>
                      <a:pt x="340" y="1566"/>
                    </a:lnTo>
                    <a:lnTo>
                      <a:pt x="340" y="1566"/>
                    </a:lnTo>
                    <a:lnTo>
                      <a:pt x="340" y="1566"/>
                    </a:lnTo>
                    <a:lnTo>
                      <a:pt x="341" y="1566"/>
                    </a:lnTo>
                    <a:lnTo>
                      <a:pt x="341" y="1566"/>
                    </a:lnTo>
                    <a:lnTo>
                      <a:pt x="341" y="1566"/>
                    </a:lnTo>
                    <a:lnTo>
                      <a:pt x="341" y="1566"/>
                    </a:lnTo>
                    <a:lnTo>
                      <a:pt x="342" y="1566"/>
                    </a:lnTo>
                    <a:lnTo>
                      <a:pt x="342" y="1566"/>
                    </a:lnTo>
                    <a:lnTo>
                      <a:pt x="342" y="1566"/>
                    </a:lnTo>
                    <a:lnTo>
                      <a:pt x="342" y="1566"/>
                    </a:lnTo>
                    <a:lnTo>
                      <a:pt x="343" y="1566"/>
                    </a:lnTo>
                    <a:lnTo>
                      <a:pt x="343" y="1566"/>
                    </a:lnTo>
                    <a:lnTo>
                      <a:pt x="344" y="1566"/>
                    </a:lnTo>
                    <a:lnTo>
                      <a:pt x="344" y="1566"/>
                    </a:lnTo>
                    <a:lnTo>
                      <a:pt x="344" y="1566"/>
                    </a:lnTo>
                    <a:lnTo>
                      <a:pt x="344" y="1566"/>
                    </a:lnTo>
                    <a:lnTo>
                      <a:pt x="345" y="1566"/>
                    </a:lnTo>
                    <a:lnTo>
                      <a:pt x="345" y="1566"/>
                    </a:lnTo>
                    <a:lnTo>
                      <a:pt x="345" y="1566"/>
                    </a:lnTo>
                    <a:lnTo>
                      <a:pt x="345" y="1566"/>
                    </a:lnTo>
                    <a:lnTo>
                      <a:pt x="346" y="1566"/>
                    </a:lnTo>
                    <a:lnTo>
                      <a:pt x="346" y="1566"/>
                    </a:lnTo>
                    <a:lnTo>
                      <a:pt x="346" y="1566"/>
                    </a:lnTo>
                    <a:lnTo>
                      <a:pt x="347" y="1566"/>
                    </a:lnTo>
                    <a:lnTo>
                      <a:pt x="347" y="1566"/>
                    </a:lnTo>
                    <a:lnTo>
                      <a:pt x="347" y="1566"/>
                    </a:lnTo>
                    <a:lnTo>
                      <a:pt x="348" y="1566"/>
                    </a:lnTo>
                    <a:lnTo>
                      <a:pt x="348" y="1566"/>
                    </a:lnTo>
                    <a:lnTo>
                      <a:pt x="348" y="1566"/>
                    </a:lnTo>
                    <a:lnTo>
                      <a:pt x="348" y="1566"/>
                    </a:lnTo>
                    <a:lnTo>
                      <a:pt x="349" y="1566"/>
                    </a:lnTo>
                    <a:lnTo>
                      <a:pt x="349" y="1566"/>
                    </a:lnTo>
                    <a:lnTo>
                      <a:pt x="349" y="1566"/>
                    </a:lnTo>
                    <a:lnTo>
                      <a:pt x="350" y="1566"/>
                    </a:lnTo>
                    <a:lnTo>
                      <a:pt x="350" y="1566"/>
                    </a:lnTo>
                    <a:lnTo>
                      <a:pt x="350" y="1566"/>
                    </a:lnTo>
                    <a:lnTo>
                      <a:pt x="350" y="1566"/>
                    </a:lnTo>
                    <a:lnTo>
                      <a:pt x="351" y="1566"/>
                    </a:lnTo>
                    <a:lnTo>
                      <a:pt x="351" y="1566"/>
                    </a:lnTo>
                    <a:lnTo>
                      <a:pt x="351" y="1566"/>
                    </a:lnTo>
                    <a:lnTo>
                      <a:pt x="351" y="1566"/>
                    </a:lnTo>
                    <a:lnTo>
                      <a:pt x="352" y="1566"/>
                    </a:lnTo>
                    <a:lnTo>
                      <a:pt x="352" y="1566"/>
                    </a:lnTo>
                    <a:lnTo>
                      <a:pt x="353" y="1566"/>
                    </a:lnTo>
                    <a:lnTo>
                      <a:pt x="353" y="1566"/>
                    </a:lnTo>
                    <a:lnTo>
                      <a:pt x="353" y="1566"/>
                    </a:lnTo>
                    <a:lnTo>
                      <a:pt x="353" y="1566"/>
                    </a:lnTo>
                    <a:lnTo>
                      <a:pt x="354" y="1566"/>
                    </a:lnTo>
                    <a:lnTo>
                      <a:pt x="354" y="1566"/>
                    </a:lnTo>
                    <a:lnTo>
                      <a:pt x="354" y="1566"/>
                    </a:lnTo>
                    <a:lnTo>
                      <a:pt x="354" y="1566"/>
                    </a:lnTo>
                    <a:lnTo>
                      <a:pt x="355" y="1566"/>
                    </a:lnTo>
                    <a:lnTo>
                      <a:pt x="355" y="1566"/>
                    </a:lnTo>
                    <a:lnTo>
                      <a:pt x="355" y="1566"/>
                    </a:lnTo>
                    <a:lnTo>
                      <a:pt x="356" y="1566"/>
                    </a:lnTo>
                    <a:lnTo>
                      <a:pt x="356" y="1566"/>
                    </a:lnTo>
                    <a:lnTo>
                      <a:pt x="356" y="1566"/>
                    </a:lnTo>
                    <a:lnTo>
                      <a:pt x="356" y="1566"/>
                    </a:lnTo>
                    <a:lnTo>
                      <a:pt x="357" y="1566"/>
                    </a:lnTo>
                    <a:lnTo>
                      <a:pt x="357" y="1566"/>
                    </a:lnTo>
                    <a:lnTo>
                      <a:pt x="357" y="1566"/>
                    </a:lnTo>
                    <a:lnTo>
                      <a:pt x="358" y="1566"/>
                    </a:lnTo>
                    <a:lnTo>
                      <a:pt x="358" y="1566"/>
                    </a:lnTo>
                    <a:lnTo>
                      <a:pt x="358" y="1566"/>
                    </a:lnTo>
                    <a:lnTo>
                      <a:pt x="359" y="1566"/>
                    </a:lnTo>
                    <a:lnTo>
                      <a:pt x="359" y="1566"/>
                    </a:lnTo>
                    <a:lnTo>
                      <a:pt x="359" y="1566"/>
                    </a:lnTo>
                    <a:lnTo>
                      <a:pt x="359" y="1566"/>
                    </a:lnTo>
                    <a:lnTo>
                      <a:pt x="360" y="1566"/>
                    </a:lnTo>
                    <a:lnTo>
                      <a:pt x="360" y="1570"/>
                    </a:lnTo>
                    <a:lnTo>
                      <a:pt x="360" y="1574"/>
                    </a:lnTo>
                    <a:lnTo>
                      <a:pt x="360" y="1579"/>
                    </a:lnTo>
                    <a:lnTo>
                      <a:pt x="361" y="1583"/>
                    </a:lnTo>
                    <a:lnTo>
                      <a:pt x="361" y="1586"/>
                    </a:lnTo>
                    <a:lnTo>
                      <a:pt x="362" y="1589"/>
                    </a:lnTo>
                    <a:lnTo>
                      <a:pt x="362" y="1592"/>
                    </a:lnTo>
                    <a:lnTo>
                      <a:pt x="362" y="1595"/>
                    </a:lnTo>
                    <a:lnTo>
                      <a:pt x="362" y="1595"/>
                    </a:lnTo>
                    <a:lnTo>
                      <a:pt x="363" y="1595"/>
                    </a:lnTo>
                    <a:lnTo>
                      <a:pt x="363" y="1595"/>
                    </a:lnTo>
                    <a:lnTo>
                      <a:pt x="363" y="1595"/>
                    </a:lnTo>
                    <a:lnTo>
                      <a:pt x="363" y="1595"/>
                    </a:lnTo>
                    <a:lnTo>
                      <a:pt x="364" y="1595"/>
                    </a:lnTo>
                    <a:lnTo>
                      <a:pt x="364" y="1595"/>
                    </a:lnTo>
                    <a:lnTo>
                      <a:pt x="364" y="1595"/>
                    </a:lnTo>
                    <a:lnTo>
                      <a:pt x="365" y="1595"/>
                    </a:lnTo>
                    <a:lnTo>
                      <a:pt x="365" y="1595"/>
                    </a:lnTo>
                    <a:lnTo>
                      <a:pt x="365" y="1595"/>
                    </a:lnTo>
                    <a:lnTo>
                      <a:pt x="365" y="1595"/>
                    </a:lnTo>
                    <a:lnTo>
                      <a:pt x="366" y="1595"/>
                    </a:lnTo>
                    <a:lnTo>
                      <a:pt x="366" y="1595"/>
                    </a:lnTo>
                    <a:lnTo>
                      <a:pt x="366" y="1595"/>
                    </a:lnTo>
                    <a:lnTo>
                      <a:pt x="366" y="1595"/>
                    </a:lnTo>
                    <a:lnTo>
                      <a:pt x="367" y="1595"/>
                    </a:lnTo>
                    <a:lnTo>
                      <a:pt x="367" y="1595"/>
                    </a:lnTo>
                    <a:lnTo>
                      <a:pt x="368" y="1595"/>
                    </a:lnTo>
                    <a:lnTo>
                      <a:pt x="368" y="1595"/>
                    </a:lnTo>
                    <a:lnTo>
                      <a:pt x="368" y="1595"/>
                    </a:lnTo>
                    <a:lnTo>
                      <a:pt x="368" y="1595"/>
                    </a:lnTo>
                    <a:lnTo>
                      <a:pt x="369" y="1595"/>
                    </a:lnTo>
                    <a:lnTo>
                      <a:pt x="369" y="1595"/>
                    </a:lnTo>
                    <a:lnTo>
                      <a:pt x="369" y="1595"/>
                    </a:lnTo>
                    <a:lnTo>
                      <a:pt x="369" y="1595"/>
                    </a:lnTo>
                    <a:lnTo>
                      <a:pt x="370" y="1595"/>
                    </a:lnTo>
                    <a:lnTo>
                      <a:pt x="370" y="1595"/>
                    </a:lnTo>
                    <a:lnTo>
                      <a:pt x="371" y="1595"/>
                    </a:lnTo>
                    <a:lnTo>
                      <a:pt x="371" y="1595"/>
                    </a:lnTo>
                    <a:lnTo>
                      <a:pt x="371" y="1595"/>
                    </a:lnTo>
                    <a:lnTo>
                      <a:pt x="371" y="1595"/>
                    </a:lnTo>
                    <a:lnTo>
                      <a:pt x="372" y="1595"/>
                    </a:lnTo>
                    <a:lnTo>
                      <a:pt x="372" y="1595"/>
                    </a:lnTo>
                    <a:lnTo>
                      <a:pt x="372" y="1595"/>
                    </a:lnTo>
                    <a:lnTo>
                      <a:pt x="372" y="1595"/>
                    </a:lnTo>
                    <a:lnTo>
                      <a:pt x="373" y="1595"/>
                    </a:lnTo>
                    <a:lnTo>
                      <a:pt x="373" y="1595"/>
                    </a:lnTo>
                    <a:lnTo>
                      <a:pt x="373" y="1595"/>
                    </a:lnTo>
                    <a:lnTo>
                      <a:pt x="374" y="1595"/>
                    </a:lnTo>
                    <a:lnTo>
                      <a:pt x="374" y="1595"/>
                    </a:lnTo>
                    <a:lnTo>
                      <a:pt x="374" y="1595"/>
                    </a:lnTo>
                    <a:lnTo>
                      <a:pt x="374" y="1595"/>
                    </a:lnTo>
                    <a:lnTo>
                      <a:pt x="375" y="1595"/>
                    </a:lnTo>
                    <a:lnTo>
                      <a:pt x="375" y="1595"/>
                    </a:lnTo>
                    <a:lnTo>
                      <a:pt x="375" y="1595"/>
                    </a:lnTo>
                    <a:lnTo>
                      <a:pt x="375" y="1595"/>
                    </a:lnTo>
                    <a:lnTo>
                      <a:pt x="376" y="1595"/>
                    </a:lnTo>
                    <a:lnTo>
                      <a:pt x="376" y="1595"/>
                    </a:lnTo>
                    <a:lnTo>
                      <a:pt x="377" y="1595"/>
                    </a:lnTo>
                    <a:lnTo>
                      <a:pt x="377" y="1595"/>
                    </a:lnTo>
                    <a:lnTo>
                      <a:pt x="377" y="1595"/>
                    </a:lnTo>
                    <a:lnTo>
                      <a:pt x="377" y="1595"/>
                    </a:lnTo>
                    <a:lnTo>
                      <a:pt x="378" y="1595"/>
                    </a:lnTo>
                    <a:lnTo>
                      <a:pt x="378" y="1595"/>
                    </a:lnTo>
                    <a:lnTo>
                      <a:pt x="378" y="1595"/>
                    </a:lnTo>
                    <a:lnTo>
                      <a:pt x="378" y="1595"/>
                    </a:lnTo>
                    <a:lnTo>
                      <a:pt x="379" y="1595"/>
                    </a:lnTo>
                    <a:lnTo>
                      <a:pt x="379" y="1595"/>
                    </a:lnTo>
                    <a:lnTo>
                      <a:pt x="379" y="1595"/>
                    </a:lnTo>
                    <a:lnTo>
                      <a:pt x="380" y="1595"/>
                    </a:lnTo>
                    <a:lnTo>
                      <a:pt x="380" y="1595"/>
                    </a:lnTo>
                    <a:lnTo>
                      <a:pt x="380" y="1595"/>
                    </a:lnTo>
                    <a:lnTo>
                      <a:pt x="381" y="1595"/>
                    </a:lnTo>
                    <a:lnTo>
                      <a:pt x="381" y="1595"/>
                    </a:lnTo>
                    <a:lnTo>
                      <a:pt x="381" y="1595"/>
                    </a:lnTo>
                    <a:lnTo>
                      <a:pt x="381" y="1595"/>
                    </a:lnTo>
                    <a:lnTo>
                      <a:pt x="382" y="1595"/>
                    </a:lnTo>
                    <a:lnTo>
                      <a:pt x="382" y="1595"/>
                    </a:lnTo>
                    <a:lnTo>
                      <a:pt x="382" y="1595"/>
                    </a:lnTo>
                    <a:lnTo>
                      <a:pt x="383" y="1595"/>
                    </a:lnTo>
                    <a:lnTo>
                      <a:pt x="383" y="1595"/>
                    </a:lnTo>
                    <a:lnTo>
                      <a:pt x="383" y="1595"/>
                    </a:lnTo>
                    <a:lnTo>
                      <a:pt x="383" y="1595"/>
                    </a:lnTo>
                    <a:lnTo>
                      <a:pt x="384" y="1595"/>
                    </a:lnTo>
                    <a:lnTo>
                      <a:pt x="384" y="1595"/>
                    </a:lnTo>
                    <a:lnTo>
                      <a:pt x="384" y="1595"/>
                    </a:lnTo>
                    <a:lnTo>
                      <a:pt x="384" y="1595"/>
                    </a:lnTo>
                    <a:lnTo>
                      <a:pt x="385" y="1595"/>
                    </a:lnTo>
                    <a:lnTo>
                      <a:pt x="385" y="1595"/>
                    </a:lnTo>
                    <a:lnTo>
                      <a:pt x="386" y="1595"/>
                    </a:lnTo>
                    <a:lnTo>
                      <a:pt x="386" y="1595"/>
                    </a:lnTo>
                    <a:lnTo>
                      <a:pt x="386" y="1595"/>
                    </a:lnTo>
                    <a:lnTo>
                      <a:pt x="386" y="1595"/>
                    </a:lnTo>
                    <a:lnTo>
                      <a:pt x="387" y="1595"/>
                    </a:lnTo>
                    <a:lnTo>
                      <a:pt x="387" y="1595"/>
                    </a:lnTo>
                    <a:lnTo>
                      <a:pt x="387" y="1595"/>
                    </a:lnTo>
                    <a:lnTo>
                      <a:pt x="388" y="1595"/>
                    </a:lnTo>
                    <a:lnTo>
                      <a:pt x="388" y="1595"/>
                    </a:lnTo>
                    <a:lnTo>
                      <a:pt x="388" y="1595"/>
                    </a:lnTo>
                    <a:lnTo>
                      <a:pt x="388" y="1595"/>
                    </a:lnTo>
                    <a:lnTo>
                      <a:pt x="389" y="1595"/>
                    </a:lnTo>
                    <a:lnTo>
                      <a:pt x="389" y="1595"/>
                    </a:lnTo>
                    <a:lnTo>
                      <a:pt x="389" y="1595"/>
                    </a:lnTo>
                    <a:lnTo>
                      <a:pt x="389" y="1595"/>
                    </a:lnTo>
                    <a:lnTo>
                      <a:pt x="390" y="1595"/>
                    </a:lnTo>
                    <a:lnTo>
                      <a:pt x="390" y="1595"/>
                    </a:lnTo>
                    <a:lnTo>
                      <a:pt x="391" y="1595"/>
                    </a:lnTo>
                    <a:lnTo>
                      <a:pt x="391" y="1595"/>
                    </a:lnTo>
                    <a:lnTo>
                      <a:pt x="391" y="1595"/>
                    </a:lnTo>
                    <a:lnTo>
                      <a:pt x="391" y="1595"/>
                    </a:lnTo>
                    <a:lnTo>
                      <a:pt x="392" y="1595"/>
                    </a:lnTo>
                    <a:lnTo>
                      <a:pt x="392" y="1595"/>
                    </a:lnTo>
                    <a:lnTo>
                      <a:pt x="392" y="1595"/>
                    </a:lnTo>
                    <a:lnTo>
                      <a:pt x="392" y="1595"/>
                    </a:lnTo>
                    <a:lnTo>
                      <a:pt x="393" y="1595"/>
                    </a:lnTo>
                    <a:lnTo>
                      <a:pt x="393" y="1595"/>
                    </a:lnTo>
                    <a:lnTo>
                      <a:pt x="393" y="1595"/>
                    </a:lnTo>
                    <a:lnTo>
                      <a:pt x="394" y="1595"/>
                    </a:lnTo>
                    <a:lnTo>
                      <a:pt x="394" y="1595"/>
                    </a:lnTo>
                    <a:lnTo>
                      <a:pt x="394" y="1595"/>
                    </a:lnTo>
                    <a:lnTo>
                      <a:pt x="395" y="1595"/>
                    </a:lnTo>
                    <a:lnTo>
                      <a:pt x="395" y="1595"/>
                    </a:lnTo>
                    <a:lnTo>
                      <a:pt x="395" y="1595"/>
                    </a:lnTo>
                    <a:lnTo>
                      <a:pt x="395" y="1595"/>
                    </a:lnTo>
                    <a:lnTo>
                      <a:pt x="396" y="1595"/>
                    </a:lnTo>
                    <a:lnTo>
                      <a:pt x="396" y="1595"/>
                    </a:lnTo>
                    <a:lnTo>
                      <a:pt x="396" y="1595"/>
                    </a:lnTo>
                    <a:lnTo>
                      <a:pt x="397" y="1595"/>
                    </a:lnTo>
                    <a:lnTo>
                      <a:pt x="397" y="1595"/>
                    </a:lnTo>
                    <a:lnTo>
                      <a:pt x="397" y="1595"/>
                    </a:lnTo>
                    <a:lnTo>
                      <a:pt x="397" y="1595"/>
                    </a:lnTo>
                    <a:lnTo>
                      <a:pt x="398" y="1595"/>
                    </a:lnTo>
                    <a:lnTo>
                      <a:pt x="398" y="1595"/>
                    </a:lnTo>
                    <a:lnTo>
                      <a:pt x="398" y="1595"/>
                    </a:lnTo>
                    <a:lnTo>
                      <a:pt x="398" y="1595"/>
                    </a:lnTo>
                    <a:lnTo>
                      <a:pt x="399" y="1595"/>
                    </a:lnTo>
                    <a:lnTo>
                      <a:pt x="399" y="1595"/>
                    </a:lnTo>
                    <a:lnTo>
                      <a:pt x="400" y="1595"/>
                    </a:lnTo>
                    <a:lnTo>
                      <a:pt x="400" y="1595"/>
                    </a:lnTo>
                    <a:lnTo>
                      <a:pt x="400" y="1595"/>
                    </a:lnTo>
                    <a:lnTo>
                      <a:pt x="400" y="1595"/>
                    </a:lnTo>
                    <a:lnTo>
                      <a:pt x="401" y="1595"/>
                    </a:lnTo>
                    <a:lnTo>
                      <a:pt x="401" y="1595"/>
                    </a:lnTo>
                    <a:lnTo>
                      <a:pt x="401" y="1595"/>
                    </a:lnTo>
                    <a:lnTo>
                      <a:pt x="401" y="1595"/>
                    </a:lnTo>
                    <a:lnTo>
                      <a:pt x="402" y="1595"/>
                    </a:lnTo>
                    <a:lnTo>
                      <a:pt x="402" y="1595"/>
                    </a:lnTo>
                    <a:lnTo>
                      <a:pt x="402" y="1595"/>
                    </a:lnTo>
                    <a:lnTo>
                      <a:pt x="403" y="1595"/>
                    </a:lnTo>
                    <a:lnTo>
                      <a:pt x="403" y="1595"/>
                    </a:lnTo>
                    <a:lnTo>
                      <a:pt x="403" y="1595"/>
                    </a:lnTo>
                    <a:lnTo>
                      <a:pt x="403" y="1595"/>
                    </a:lnTo>
                    <a:lnTo>
                      <a:pt x="404" y="1595"/>
                    </a:lnTo>
                    <a:lnTo>
                      <a:pt x="404" y="1595"/>
                    </a:lnTo>
                    <a:lnTo>
                      <a:pt x="404" y="1595"/>
                    </a:lnTo>
                    <a:lnTo>
                      <a:pt x="405" y="1595"/>
                    </a:lnTo>
                    <a:lnTo>
                      <a:pt x="405" y="1595"/>
                    </a:lnTo>
                    <a:lnTo>
                      <a:pt x="405" y="1595"/>
                    </a:lnTo>
                    <a:lnTo>
                      <a:pt x="406" y="1595"/>
                    </a:lnTo>
                    <a:lnTo>
                      <a:pt x="406" y="1595"/>
                    </a:lnTo>
                    <a:lnTo>
                      <a:pt x="406" y="1595"/>
                    </a:lnTo>
                    <a:lnTo>
                      <a:pt x="406" y="1595"/>
                    </a:lnTo>
                    <a:lnTo>
                      <a:pt x="407" y="1595"/>
                    </a:lnTo>
                    <a:lnTo>
                      <a:pt x="407" y="1595"/>
                    </a:lnTo>
                    <a:lnTo>
                      <a:pt x="407" y="1595"/>
                    </a:lnTo>
                    <a:lnTo>
                      <a:pt x="407" y="1595"/>
                    </a:lnTo>
                    <a:lnTo>
                      <a:pt x="408" y="1595"/>
                    </a:lnTo>
                    <a:lnTo>
                      <a:pt x="408" y="1595"/>
                    </a:lnTo>
                    <a:lnTo>
                      <a:pt x="409" y="1595"/>
                    </a:lnTo>
                    <a:lnTo>
                      <a:pt x="409" y="1595"/>
                    </a:lnTo>
                    <a:lnTo>
                      <a:pt x="409" y="1595"/>
                    </a:lnTo>
                    <a:lnTo>
                      <a:pt x="409" y="1595"/>
                    </a:lnTo>
                    <a:lnTo>
                      <a:pt x="410" y="1595"/>
                    </a:lnTo>
                    <a:lnTo>
                      <a:pt x="410" y="1595"/>
                    </a:lnTo>
                    <a:lnTo>
                      <a:pt x="410" y="1595"/>
                    </a:lnTo>
                    <a:lnTo>
                      <a:pt x="410" y="1595"/>
                    </a:lnTo>
                    <a:lnTo>
                      <a:pt x="411" y="1595"/>
                    </a:lnTo>
                    <a:lnTo>
                      <a:pt x="411" y="1595"/>
                    </a:lnTo>
                    <a:lnTo>
                      <a:pt x="411" y="1595"/>
                    </a:lnTo>
                    <a:lnTo>
                      <a:pt x="412" y="1595"/>
                    </a:lnTo>
                    <a:lnTo>
                      <a:pt x="412" y="1595"/>
                    </a:lnTo>
                    <a:lnTo>
                      <a:pt x="412" y="1595"/>
                    </a:lnTo>
                    <a:lnTo>
                      <a:pt x="412" y="1595"/>
                    </a:lnTo>
                    <a:lnTo>
                      <a:pt x="413" y="1595"/>
                    </a:lnTo>
                    <a:lnTo>
                      <a:pt x="413" y="1595"/>
                    </a:lnTo>
                    <a:lnTo>
                      <a:pt x="413" y="1595"/>
                    </a:lnTo>
                    <a:lnTo>
                      <a:pt x="413" y="1595"/>
                    </a:lnTo>
                    <a:lnTo>
                      <a:pt x="414" y="1595"/>
                    </a:lnTo>
                    <a:lnTo>
                      <a:pt x="414" y="1595"/>
                    </a:lnTo>
                    <a:lnTo>
                      <a:pt x="415" y="1595"/>
                    </a:lnTo>
                    <a:lnTo>
                      <a:pt x="415" y="1595"/>
                    </a:lnTo>
                    <a:lnTo>
                      <a:pt x="415" y="1595"/>
                    </a:lnTo>
                    <a:lnTo>
                      <a:pt x="415" y="1595"/>
                    </a:lnTo>
                    <a:lnTo>
                      <a:pt x="416" y="1595"/>
                    </a:lnTo>
                    <a:lnTo>
                      <a:pt x="416" y="1595"/>
                    </a:lnTo>
                    <a:lnTo>
                      <a:pt x="416" y="1595"/>
                    </a:lnTo>
                    <a:lnTo>
                      <a:pt x="416" y="1595"/>
                    </a:lnTo>
                    <a:lnTo>
                      <a:pt x="417" y="1595"/>
                    </a:lnTo>
                    <a:lnTo>
                      <a:pt x="417" y="1595"/>
                    </a:lnTo>
                    <a:lnTo>
                      <a:pt x="418" y="1595"/>
                    </a:lnTo>
                    <a:lnTo>
                      <a:pt x="418" y="1595"/>
                    </a:lnTo>
                    <a:lnTo>
                      <a:pt x="418" y="1595"/>
                    </a:lnTo>
                    <a:lnTo>
                      <a:pt x="418" y="1595"/>
                    </a:lnTo>
                    <a:lnTo>
                      <a:pt x="419" y="1595"/>
                    </a:lnTo>
                    <a:lnTo>
                      <a:pt x="419" y="1595"/>
                    </a:lnTo>
                    <a:lnTo>
                      <a:pt x="419" y="1595"/>
                    </a:lnTo>
                    <a:lnTo>
                      <a:pt x="419" y="1595"/>
                    </a:lnTo>
                    <a:lnTo>
                      <a:pt x="420" y="1595"/>
                    </a:lnTo>
                    <a:lnTo>
                      <a:pt x="420" y="1595"/>
                    </a:lnTo>
                    <a:lnTo>
                      <a:pt x="420" y="1595"/>
                    </a:lnTo>
                    <a:lnTo>
                      <a:pt x="421" y="1595"/>
                    </a:lnTo>
                    <a:lnTo>
                      <a:pt x="421" y="1595"/>
                    </a:lnTo>
                    <a:lnTo>
                      <a:pt x="421" y="1595"/>
                    </a:lnTo>
                    <a:lnTo>
                      <a:pt x="421" y="1595"/>
                    </a:lnTo>
                    <a:lnTo>
                      <a:pt x="422" y="1595"/>
                    </a:lnTo>
                    <a:lnTo>
                      <a:pt x="422" y="1595"/>
                    </a:lnTo>
                    <a:lnTo>
                      <a:pt x="422" y="1595"/>
                    </a:lnTo>
                    <a:lnTo>
                      <a:pt x="422" y="1595"/>
                    </a:lnTo>
                    <a:lnTo>
                      <a:pt x="423" y="1595"/>
                    </a:lnTo>
                    <a:lnTo>
                      <a:pt x="423" y="1595"/>
                    </a:lnTo>
                    <a:lnTo>
                      <a:pt x="424" y="1595"/>
                    </a:lnTo>
                    <a:lnTo>
                      <a:pt x="424" y="1595"/>
                    </a:lnTo>
                    <a:lnTo>
                      <a:pt x="424" y="1595"/>
                    </a:lnTo>
                    <a:lnTo>
                      <a:pt x="424" y="1595"/>
                    </a:lnTo>
                    <a:lnTo>
                      <a:pt x="425" y="1595"/>
                    </a:lnTo>
                    <a:lnTo>
                      <a:pt x="425" y="1595"/>
                    </a:lnTo>
                    <a:lnTo>
                      <a:pt x="425" y="1595"/>
                    </a:lnTo>
                    <a:lnTo>
                      <a:pt x="425" y="1595"/>
                    </a:lnTo>
                    <a:lnTo>
                      <a:pt x="426" y="1595"/>
                    </a:lnTo>
                    <a:lnTo>
                      <a:pt x="426" y="1595"/>
                    </a:lnTo>
                    <a:lnTo>
                      <a:pt x="426" y="1595"/>
                    </a:lnTo>
                    <a:lnTo>
                      <a:pt x="427" y="1595"/>
                    </a:lnTo>
                    <a:lnTo>
                      <a:pt x="427" y="1595"/>
                    </a:lnTo>
                    <a:lnTo>
                      <a:pt x="427" y="1595"/>
                    </a:lnTo>
                    <a:lnTo>
                      <a:pt x="428" y="1595"/>
                    </a:lnTo>
                    <a:lnTo>
                      <a:pt x="428" y="1595"/>
                    </a:lnTo>
                    <a:lnTo>
                      <a:pt x="428" y="1595"/>
                    </a:lnTo>
                    <a:lnTo>
                      <a:pt x="428" y="1595"/>
                    </a:lnTo>
                    <a:lnTo>
                      <a:pt x="429" y="1595"/>
                    </a:lnTo>
                    <a:lnTo>
                      <a:pt x="429" y="1595"/>
                    </a:lnTo>
                    <a:lnTo>
                      <a:pt x="429" y="1595"/>
                    </a:lnTo>
                    <a:lnTo>
                      <a:pt x="430" y="1595"/>
                    </a:lnTo>
                    <a:lnTo>
                      <a:pt x="430" y="1595"/>
                    </a:lnTo>
                    <a:lnTo>
                      <a:pt x="430" y="1595"/>
                    </a:lnTo>
                    <a:lnTo>
                      <a:pt x="430" y="1595"/>
                    </a:lnTo>
                    <a:lnTo>
                      <a:pt x="431" y="1595"/>
                    </a:lnTo>
                    <a:lnTo>
                      <a:pt x="431" y="1595"/>
                    </a:lnTo>
                    <a:lnTo>
                      <a:pt x="431" y="1595"/>
                    </a:lnTo>
                    <a:lnTo>
                      <a:pt x="431" y="1595"/>
                    </a:lnTo>
                    <a:lnTo>
                      <a:pt x="432" y="1595"/>
                    </a:lnTo>
                    <a:lnTo>
                      <a:pt x="432" y="1595"/>
                    </a:lnTo>
                    <a:lnTo>
                      <a:pt x="433" y="1595"/>
                    </a:lnTo>
                    <a:lnTo>
                      <a:pt x="433" y="1595"/>
                    </a:lnTo>
                    <a:lnTo>
                      <a:pt x="433" y="1595"/>
                    </a:lnTo>
                    <a:lnTo>
                      <a:pt x="433" y="1595"/>
                    </a:lnTo>
                    <a:lnTo>
                      <a:pt x="434" y="1595"/>
                    </a:lnTo>
                    <a:lnTo>
                      <a:pt x="434" y="1595"/>
                    </a:lnTo>
                    <a:lnTo>
                      <a:pt x="434" y="1595"/>
                    </a:lnTo>
                    <a:lnTo>
                      <a:pt x="434" y="1595"/>
                    </a:lnTo>
                    <a:lnTo>
                      <a:pt x="435" y="1595"/>
                    </a:lnTo>
                    <a:lnTo>
                      <a:pt x="435" y="1595"/>
                    </a:lnTo>
                    <a:lnTo>
                      <a:pt x="435" y="1595"/>
                    </a:lnTo>
                    <a:lnTo>
                      <a:pt x="436" y="1595"/>
                    </a:lnTo>
                    <a:lnTo>
                      <a:pt x="436" y="1595"/>
                    </a:lnTo>
                    <a:lnTo>
                      <a:pt x="436" y="1595"/>
                    </a:lnTo>
                    <a:lnTo>
                      <a:pt x="436" y="1595"/>
                    </a:lnTo>
                    <a:lnTo>
                      <a:pt x="437" y="1595"/>
                    </a:lnTo>
                    <a:lnTo>
                      <a:pt x="437" y="1595"/>
                    </a:lnTo>
                    <a:lnTo>
                      <a:pt x="437" y="1595"/>
                    </a:lnTo>
                    <a:lnTo>
                      <a:pt x="438" y="1595"/>
                    </a:lnTo>
                    <a:lnTo>
                      <a:pt x="438" y="1595"/>
                    </a:lnTo>
                    <a:lnTo>
                      <a:pt x="438" y="1595"/>
                    </a:lnTo>
                    <a:lnTo>
                      <a:pt x="439" y="1595"/>
                    </a:lnTo>
                    <a:lnTo>
                      <a:pt x="439" y="1595"/>
                    </a:lnTo>
                    <a:lnTo>
                      <a:pt x="439" y="1595"/>
                    </a:lnTo>
                    <a:lnTo>
                      <a:pt x="439" y="1595"/>
                    </a:lnTo>
                    <a:lnTo>
                      <a:pt x="440" y="1595"/>
                    </a:lnTo>
                    <a:lnTo>
                      <a:pt x="440" y="1595"/>
                    </a:lnTo>
                    <a:lnTo>
                      <a:pt x="440" y="1595"/>
                    </a:lnTo>
                    <a:lnTo>
                      <a:pt x="440" y="1595"/>
                    </a:lnTo>
                    <a:lnTo>
                      <a:pt x="441" y="1595"/>
                    </a:lnTo>
                    <a:lnTo>
                      <a:pt x="441" y="1595"/>
                    </a:lnTo>
                    <a:lnTo>
                      <a:pt x="442" y="1595"/>
                    </a:lnTo>
                    <a:lnTo>
                      <a:pt x="442" y="1595"/>
                    </a:lnTo>
                    <a:lnTo>
                      <a:pt x="442" y="1595"/>
                    </a:lnTo>
                    <a:lnTo>
                      <a:pt x="442" y="1595"/>
                    </a:lnTo>
                    <a:lnTo>
                      <a:pt x="443" y="1595"/>
                    </a:lnTo>
                    <a:lnTo>
                      <a:pt x="443" y="1595"/>
                    </a:lnTo>
                    <a:lnTo>
                      <a:pt x="443" y="1595"/>
                    </a:lnTo>
                    <a:lnTo>
                      <a:pt x="443" y="1595"/>
                    </a:lnTo>
                    <a:lnTo>
                      <a:pt x="444" y="1595"/>
                    </a:lnTo>
                    <a:lnTo>
                      <a:pt x="444" y="1595"/>
                    </a:lnTo>
                    <a:lnTo>
                      <a:pt x="444" y="1595"/>
                    </a:lnTo>
                    <a:lnTo>
                      <a:pt x="445" y="1595"/>
                    </a:lnTo>
                    <a:lnTo>
                      <a:pt x="445" y="1595"/>
                    </a:lnTo>
                    <a:lnTo>
                      <a:pt x="445" y="1595"/>
                    </a:lnTo>
                    <a:lnTo>
                      <a:pt x="445" y="1595"/>
                    </a:lnTo>
                    <a:lnTo>
                      <a:pt x="446" y="1595"/>
                    </a:lnTo>
                    <a:lnTo>
                      <a:pt x="446" y="1595"/>
                    </a:lnTo>
                    <a:lnTo>
                      <a:pt x="446" y="1595"/>
                    </a:lnTo>
                    <a:lnTo>
                      <a:pt x="446" y="1595"/>
                    </a:lnTo>
                    <a:lnTo>
                      <a:pt x="447" y="1595"/>
                    </a:lnTo>
                    <a:lnTo>
                      <a:pt x="447" y="1595"/>
                    </a:lnTo>
                    <a:lnTo>
                      <a:pt x="448" y="1595"/>
                    </a:lnTo>
                    <a:lnTo>
                      <a:pt x="448" y="1595"/>
                    </a:lnTo>
                    <a:lnTo>
                      <a:pt x="448" y="1595"/>
                    </a:lnTo>
                    <a:lnTo>
                      <a:pt x="448" y="1595"/>
                    </a:lnTo>
                    <a:lnTo>
                      <a:pt x="449" y="1595"/>
                    </a:lnTo>
                    <a:lnTo>
                      <a:pt x="449" y="1595"/>
                    </a:lnTo>
                    <a:lnTo>
                      <a:pt x="449" y="1595"/>
                    </a:lnTo>
                    <a:lnTo>
                      <a:pt x="449" y="1595"/>
                    </a:lnTo>
                    <a:lnTo>
                      <a:pt x="450" y="1595"/>
                    </a:lnTo>
                    <a:lnTo>
                      <a:pt x="450" y="1595"/>
                    </a:lnTo>
                    <a:lnTo>
                      <a:pt x="450" y="1595"/>
                    </a:lnTo>
                    <a:lnTo>
                      <a:pt x="451" y="1595"/>
                    </a:lnTo>
                    <a:lnTo>
                      <a:pt x="451" y="1595"/>
                    </a:lnTo>
                    <a:lnTo>
                      <a:pt x="451" y="1595"/>
                    </a:lnTo>
                    <a:lnTo>
                      <a:pt x="452" y="1595"/>
                    </a:lnTo>
                    <a:lnTo>
                      <a:pt x="452" y="1595"/>
                    </a:lnTo>
                    <a:lnTo>
                      <a:pt x="452" y="1595"/>
                    </a:lnTo>
                    <a:lnTo>
                      <a:pt x="452" y="1595"/>
                    </a:lnTo>
                    <a:lnTo>
                      <a:pt x="453" y="1595"/>
                    </a:lnTo>
                    <a:lnTo>
                      <a:pt x="453" y="1595"/>
                    </a:lnTo>
                    <a:lnTo>
                      <a:pt x="453" y="1595"/>
                    </a:lnTo>
                    <a:lnTo>
                      <a:pt x="454" y="1595"/>
                    </a:lnTo>
                    <a:lnTo>
                      <a:pt x="454" y="1595"/>
                    </a:lnTo>
                    <a:lnTo>
                      <a:pt x="454" y="1595"/>
                    </a:lnTo>
                    <a:lnTo>
                      <a:pt x="454" y="1595"/>
                    </a:lnTo>
                    <a:lnTo>
                      <a:pt x="455" y="1595"/>
                    </a:lnTo>
                    <a:lnTo>
                      <a:pt x="455" y="1595"/>
                    </a:lnTo>
                    <a:lnTo>
                      <a:pt x="455" y="1595"/>
                    </a:lnTo>
                    <a:lnTo>
                      <a:pt x="455" y="1595"/>
                    </a:lnTo>
                    <a:lnTo>
                      <a:pt x="456" y="1595"/>
                    </a:lnTo>
                    <a:lnTo>
                      <a:pt x="456" y="1595"/>
                    </a:lnTo>
                    <a:lnTo>
                      <a:pt x="457" y="1595"/>
                    </a:lnTo>
                    <a:lnTo>
                      <a:pt x="457" y="1595"/>
                    </a:lnTo>
                    <a:lnTo>
                      <a:pt x="457" y="1595"/>
                    </a:lnTo>
                    <a:lnTo>
                      <a:pt x="457" y="1595"/>
                    </a:lnTo>
                    <a:lnTo>
                      <a:pt x="458" y="1595"/>
                    </a:lnTo>
                    <a:lnTo>
                      <a:pt x="458" y="1595"/>
                    </a:lnTo>
                    <a:lnTo>
                      <a:pt x="458" y="1595"/>
                    </a:lnTo>
                    <a:lnTo>
                      <a:pt x="459" y="1595"/>
                    </a:lnTo>
                    <a:lnTo>
                      <a:pt x="459" y="1595"/>
                    </a:lnTo>
                    <a:lnTo>
                      <a:pt x="459" y="1595"/>
                    </a:lnTo>
                    <a:lnTo>
                      <a:pt x="459" y="1595"/>
                    </a:lnTo>
                    <a:lnTo>
                      <a:pt x="460" y="1595"/>
                    </a:lnTo>
                    <a:lnTo>
                      <a:pt x="460" y="1595"/>
                    </a:lnTo>
                    <a:lnTo>
                      <a:pt x="460" y="1595"/>
                    </a:lnTo>
                    <a:lnTo>
                      <a:pt x="460" y="1595"/>
                    </a:lnTo>
                    <a:lnTo>
                      <a:pt x="461" y="1595"/>
                    </a:lnTo>
                    <a:lnTo>
                      <a:pt x="461" y="1595"/>
                    </a:lnTo>
                    <a:lnTo>
                      <a:pt x="462" y="1595"/>
                    </a:lnTo>
                    <a:lnTo>
                      <a:pt x="462" y="1595"/>
                    </a:lnTo>
                    <a:lnTo>
                      <a:pt x="462" y="1595"/>
                    </a:lnTo>
                    <a:lnTo>
                      <a:pt x="462" y="1595"/>
                    </a:lnTo>
                    <a:lnTo>
                      <a:pt x="463" y="1595"/>
                    </a:lnTo>
                    <a:lnTo>
                      <a:pt x="463" y="1595"/>
                    </a:lnTo>
                    <a:lnTo>
                      <a:pt x="463" y="1595"/>
                    </a:lnTo>
                    <a:lnTo>
                      <a:pt x="463" y="1595"/>
                    </a:lnTo>
                    <a:lnTo>
                      <a:pt x="464" y="1595"/>
                    </a:lnTo>
                    <a:lnTo>
                      <a:pt x="464" y="1595"/>
                    </a:lnTo>
                    <a:lnTo>
                      <a:pt x="465" y="1595"/>
                    </a:lnTo>
                    <a:lnTo>
                      <a:pt x="465" y="1595"/>
                    </a:lnTo>
                    <a:lnTo>
                      <a:pt x="465" y="1595"/>
                    </a:lnTo>
                    <a:lnTo>
                      <a:pt x="465" y="1595"/>
                    </a:lnTo>
                    <a:lnTo>
                      <a:pt x="466" y="1595"/>
                    </a:lnTo>
                    <a:lnTo>
                      <a:pt x="466" y="1595"/>
                    </a:lnTo>
                    <a:lnTo>
                      <a:pt x="466" y="1595"/>
                    </a:lnTo>
                    <a:lnTo>
                      <a:pt x="466" y="1595"/>
                    </a:lnTo>
                    <a:lnTo>
                      <a:pt x="467" y="1595"/>
                    </a:lnTo>
                    <a:lnTo>
                      <a:pt x="467" y="1595"/>
                    </a:lnTo>
                    <a:lnTo>
                      <a:pt x="467" y="1595"/>
                    </a:lnTo>
                    <a:lnTo>
                      <a:pt x="468" y="1595"/>
                    </a:lnTo>
                    <a:lnTo>
                      <a:pt x="468" y="1595"/>
                    </a:lnTo>
                    <a:lnTo>
                      <a:pt x="468" y="1595"/>
                    </a:lnTo>
                    <a:lnTo>
                      <a:pt x="468" y="1595"/>
                    </a:lnTo>
                    <a:lnTo>
                      <a:pt x="469" y="1595"/>
                    </a:lnTo>
                    <a:lnTo>
                      <a:pt x="469" y="1595"/>
                    </a:lnTo>
                    <a:lnTo>
                      <a:pt x="469" y="1595"/>
                    </a:lnTo>
                    <a:lnTo>
                      <a:pt x="469" y="1595"/>
                    </a:lnTo>
                    <a:lnTo>
                      <a:pt x="470" y="1595"/>
                    </a:lnTo>
                    <a:lnTo>
                      <a:pt x="470" y="1595"/>
                    </a:lnTo>
                    <a:lnTo>
                      <a:pt x="471" y="1595"/>
                    </a:lnTo>
                    <a:lnTo>
                      <a:pt x="471" y="1595"/>
                    </a:lnTo>
                    <a:lnTo>
                      <a:pt x="471" y="1595"/>
                    </a:lnTo>
                    <a:lnTo>
                      <a:pt x="471" y="1595"/>
                    </a:lnTo>
                    <a:lnTo>
                      <a:pt x="472" y="1595"/>
                    </a:lnTo>
                    <a:lnTo>
                      <a:pt x="472" y="1595"/>
                    </a:lnTo>
                    <a:lnTo>
                      <a:pt x="472" y="1589"/>
                    </a:lnTo>
                    <a:lnTo>
                      <a:pt x="472" y="1584"/>
                    </a:lnTo>
                    <a:lnTo>
                      <a:pt x="473" y="1579"/>
                    </a:lnTo>
                    <a:lnTo>
                      <a:pt x="473" y="1574"/>
                    </a:lnTo>
                    <a:lnTo>
                      <a:pt x="473" y="1568"/>
                    </a:lnTo>
                    <a:lnTo>
                      <a:pt x="474" y="1561"/>
                    </a:lnTo>
                    <a:lnTo>
                      <a:pt x="474" y="1554"/>
                    </a:lnTo>
                    <a:lnTo>
                      <a:pt x="474" y="1548"/>
                    </a:lnTo>
                    <a:lnTo>
                      <a:pt x="475" y="1547"/>
                    </a:lnTo>
                    <a:lnTo>
                      <a:pt x="475" y="1546"/>
                    </a:lnTo>
                    <a:lnTo>
                      <a:pt x="475" y="1545"/>
                    </a:lnTo>
                    <a:lnTo>
                      <a:pt x="475" y="1543"/>
                    </a:lnTo>
                    <a:lnTo>
                      <a:pt x="476" y="1543"/>
                    </a:lnTo>
                    <a:lnTo>
                      <a:pt x="476" y="1543"/>
                    </a:lnTo>
                    <a:lnTo>
                      <a:pt x="476" y="1543"/>
                    </a:lnTo>
                    <a:lnTo>
                      <a:pt x="477" y="1543"/>
                    </a:lnTo>
                    <a:lnTo>
                      <a:pt x="477" y="1543"/>
                    </a:lnTo>
                    <a:lnTo>
                      <a:pt x="477" y="1543"/>
                    </a:lnTo>
                    <a:lnTo>
                      <a:pt x="477" y="1543"/>
                    </a:lnTo>
                    <a:lnTo>
                      <a:pt x="478" y="1543"/>
                    </a:lnTo>
                    <a:lnTo>
                      <a:pt x="478" y="1543"/>
                    </a:lnTo>
                    <a:lnTo>
                      <a:pt x="478" y="1543"/>
                    </a:lnTo>
                    <a:lnTo>
                      <a:pt x="478" y="1543"/>
                    </a:lnTo>
                    <a:lnTo>
                      <a:pt x="479" y="1543"/>
                    </a:lnTo>
                    <a:lnTo>
                      <a:pt x="479" y="1542"/>
                    </a:lnTo>
                    <a:lnTo>
                      <a:pt x="480" y="1540"/>
                    </a:lnTo>
                    <a:lnTo>
                      <a:pt x="480" y="1539"/>
                    </a:lnTo>
                    <a:lnTo>
                      <a:pt x="480" y="1537"/>
                    </a:lnTo>
                    <a:lnTo>
                      <a:pt x="480" y="1531"/>
                    </a:lnTo>
                    <a:lnTo>
                      <a:pt x="481" y="1526"/>
                    </a:lnTo>
                    <a:lnTo>
                      <a:pt x="481" y="1520"/>
                    </a:lnTo>
                    <a:lnTo>
                      <a:pt x="481" y="1514"/>
                    </a:lnTo>
                    <a:lnTo>
                      <a:pt x="481" y="1509"/>
                    </a:lnTo>
                    <a:lnTo>
                      <a:pt x="482" y="1504"/>
                    </a:lnTo>
                    <a:lnTo>
                      <a:pt x="482" y="1498"/>
                    </a:lnTo>
                    <a:lnTo>
                      <a:pt x="482" y="1492"/>
                    </a:lnTo>
                    <a:lnTo>
                      <a:pt x="483" y="1483"/>
                    </a:lnTo>
                    <a:lnTo>
                      <a:pt x="483" y="1473"/>
                    </a:lnTo>
                    <a:lnTo>
                      <a:pt x="483" y="1464"/>
                    </a:lnTo>
                    <a:lnTo>
                      <a:pt x="483" y="1455"/>
                    </a:lnTo>
                    <a:lnTo>
                      <a:pt x="484" y="1454"/>
                    </a:lnTo>
                    <a:lnTo>
                      <a:pt x="484" y="1454"/>
                    </a:lnTo>
                    <a:lnTo>
                      <a:pt x="484" y="1453"/>
                    </a:lnTo>
                    <a:lnTo>
                      <a:pt x="485" y="1452"/>
                    </a:lnTo>
                    <a:lnTo>
                      <a:pt x="485" y="1450"/>
                    </a:lnTo>
                    <a:lnTo>
                      <a:pt x="485" y="1447"/>
                    </a:lnTo>
                    <a:lnTo>
                      <a:pt x="486" y="1444"/>
                    </a:lnTo>
                    <a:lnTo>
                      <a:pt x="486" y="1442"/>
                    </a:lnTo>
                    <a:lnTo>
                      <a:pt x="486" y="1442"/>
                    </a:lnTo>
                    <a:lnTo>
                      <a:pt x="486" y="1442"/>
                    </a:lnTo>
                    <a:lnTo>
                      <a:pt x="487" y="1442"/>
                    </a:lnTo>
                    <a:lnTo>
                      <a:pt x="487" y="1442"/>
                    </a:lnTo>
                    <a:lnTo>
                      <a:pt x="487" y="1442"/>
                    </a:lnTo>
                    <a:lnTo>
                      <a:pt x="487" y="1442"/>
                    </a:lnTo>
                    <a:lnTo>
                      <a:pt x="488" y="1442"/>
                    </a:lnTo>
                    <a:lnTo>
                      <a:pt x="488" y="1442"/>
                    </a:lnTo>
                    <a:lnTo>
                      <a:pt x="489" y="1433"/>
                    </a:lnTo>
                    <a:lnTo>
                      <a:pt x="489" y="1425"/>
                    </a:lnTo>
                    <a:lnTo>
                      <a:pt x="489" y="1416"/>
                    </a:lnTo>
                    <a:lnTo>
                      <a:pt x="489" y="1408"/>
                    </a:lnTo>
                    <a:lnTo>
                      <a:pt x="490" y="1408"/>
                    </a:lnTo>
                    <a:lnTo>
                      <a:pt x="490" y="1408"/>
                    </a:lnTo>
                    <a:lnTo>
                      <a:pt x="490" y="1408"/>
                    </a:lnTo>
                    <a:lnTo>
                      <a:pt x="490" y="1408"/>
                    </a:lnTo>
                    <a:lnTo>
                      <a:pt x="491" y="1407"/>
                    </a:lnTo>
                    <a:lnTo>
                      <a:pt x="491" y="1405"/>
                    </a:lnTo>
                    <a:lnTo>
                      <a:pt x="491" y="1403"/>
                    </a:lnTo>
                    <a:lnTo>
                      <a:pt x="492" y="1402"/>
                    </a:lnTo>
                    <a:lnTo>
                      <a:pt x="492" y="1401"/>
                    </a:lnTo>
                    <a:lnTo>
                      <a:pt x="492" y="1401"/>
                    </a:lnTo>
                    <a:lnTo>
                      <a:pt x="492" y="1400"/>
                    </a:lnTo>
                    <a:lnTo>
                      <a:pt x="493" y="1399"/>
                    </a:lnTo>
                    <a:lnTo>
                      <a:pt x="493" y="1399"/>
                    </a:lnTo>
                    <a:lnTo>
                      <a:pt x="493" y="1399"/>
                    </a:lnTo>
                    <a:lnTo>
                      <a:pt x="493" y="1399"/>
                    </a:lnTo>
                    <a:lnTo>
                      <a:pt x="494" y="1399"/>
                    </a:lnTo>
                    <a:lnTo>
                      <a:pt x="494" y="1399"/>
                    </a:lnTo>
                    <a:lnTo>
                      <a:pt x="495" y="1399"/>
                    </a:lnTo>
                    <a:lnTo>
                      <a:pt x="495" y="1399"/>
                    </a:lnTo>
                    <a:lnTo>
                      <a:pt x="495" y="1399"/>
                    </a:lnTo>
                    <a:lnTo>
                      <a:pt x="495" y="1399"/>
                    </a:lnTo>
                    <a:lnTo>
                      <a:pt x="496" y="1399"/>
                    </a:lnTo>
                    <a:lnTo>
                      <a:pt x="496" y="1399"/>
                    </a:lnTo>
                    <a:lnTo>
                      <a:pt x="496" y="1399"/>
                    </a:lnTo>
                    <a:lnTo>
                      <a:pt x="496" y="1399"/>
                    </a:lnTo>
                    <a:lnTo>
                      <a:pt x="497" y="1399"/>
                    </a:lnTo>
                    <a:lnTo>
                      <a:pt x="497" y="1399"/>
                    </a:lnTo>
                    <a:lnTo>
                      <a:pt x="497" y="1399"/>
                    </a:lnTo>
                    <a:lnTo>
                      <a:pt x="498" y="1399"/>
                    </a:lnTo>
                    <a:lnTo>
                      <a:pt x="498" y="1398"/>
                    </a:lnTo>
                    <a:lnTo>
                      <a:pt x="498" y="1398"/>
                    </a:lnTo>
                    <a:lnTo>
                      <a:pt x="499" y="1397"/>
                    </a:lnTo>
                    <a:lnTo>
                      <a:pt x="499" y="1397"/>
                    </a:lnTo>
                    <a:lnTo>
                      <a:pt x="499" y="1397"/>
                    </a:lnTo>
                    <a:lnTo>
                      <a:pt x="499" y="1397"/>
                    </a:lnTo>
                    <a:lnTo>
                      <a:pt x="500" y="1397"/>
                    </a:lnTo>
                    <a:lnTo>
                      <a:pt x="500" y="1397"/>
                    </a:lnTo>
                    <a:lnTo>
                      <a:pt x="500" y="1397"/>
                    </a:lnTo>
                    <a:lnTo>
                      <a:pt x="501" y="1397"/>
                    </a:lnTo>
                    <a:lnTo>
                      <a:pt x="501" y="1397"/>
                    </a:lnTo>
                    <a:lnTo>
                      <a:pt x="501" y="1397"/>
                    </a:lnTo>
                    <a:lnTo>
                      <a:pt x="501" y="1397"/>
                    </a:lnTo>
                    <a:lnTo>
                      <a:pt x="502" y="1397"/>
                    </a:lnTo>
                    <a:lnTo>
                      <a:pt x="502" y="1397"/>
                    </a:lnTo>
                    <a:lnTo>
                      <a:pt x="502" y="1397"/>
                    </a:lnTo>
                    <a:lnTo>
                      <a:pt x="502" y="1397"/>
                    </a:lnTo>
                    <a:lnTo>
                      <a:pt x="503" y="1397"/>
                    </a:lnTo>
                    <a:lnTo>
                      <a:pt x="503" y="1397"/>
                    </a:lnTo>
                    <a:lnTo>
                      <a:pt x="504" y="1396"/>
                    </a:lnTo>
                    <a:lnTo>
                      <a:pt x="504" y="1395"/>
                    </a:lnTo>
                    <a:lnTo>
                      <a:pt x="504" y="1394"/>
                    </a:lnTo>
                    <a:lnTo>
                      <a:pt x="504" y="1393"/>
                    </a:lnTo>
                    <a:lnTo>
                      <a:pt x="505" y="1387"/>
                    </a:lnTo>
                    <a:lnTo>
                      <a:pt x="505" y="1381"/>
                    </a:lnTo>
                    <a:lnTo>
                      <a:pt x="505" y="1374"/>
                    </a:lnTo>
                    <a:lnTo>
                      <a:pt x="505" y="1368"/>
                    </a:lnTo>
                    <a:lnTo>
                      <a:pt x="506" y="1368"/>
                    </a:lnTo>
                    <a:lnTo>
                      <a:pt x="506" y="1368"/>
                    </a:lnTo>
                    <a:lnTo>
                      <a:pt x="506" y="1368"/>
                    </a:lnTo>
                    <a:lnTo>
                      <a:pt x="507" y="1368"/>
                    </a:lnTo>
                    <a:lnTo>
                      <a:pt x="507" y="1367"/>
                    </a:lnTo>
                    <a:lnTo>
                      <a:pt x="507" y="1365"/>
                    </a:lnTo>
                    <a:lnTo>
                      <a:pt x="507" y="1363"/>
                    </a:lnTo>
                    <a:lnTo>
                      <a:pt x="508" y="1362"/>
                    </a:lnTo>
                    <a:lnTo>
                      <a:pt x="508" y="1358"/>
                    </a:lnTo>
                    <a:lnTo>
                      <a:pt x="508" y="1354"/>
                    </a:lnTo>
                    <a:lnTo>
                      <a:pt x="509" y="1350"/>
                    </a:lnTo>
                    <a:lnTo>
                      <a:pt x="509" y="1346"/>
                    </a:lnTo>
                    <a:lnTo>
                      <a:pt x="509" y="1346"/>
                    </a:lnTo>
                    <a:lnTo>
                      <a:pt x="510" y="1346"/>
                    </a:lnTo>
                    <a:lnTo>
                      <a:pt x="510" y="1346"/>
                    </a:lnTo>
                    <a:lnTo>
                      <a:pt x="510" y="1346"/>
                    </a:lnTo>
                    <a:lnTo>
                      <a:pt x="510" y="1346"/>
                    </a:lnTo>
                    <a:lnTo>
                      <a:pt x="511" y="1345"/>
                    </a:lnTo>
                    <a:lnTo>
                      <a:pt x="511" y="1345"/>
                    </a:lnTo>
                    <a:lnTo>
                      <a:pt x="511" y="1344"/>
                    </a:lnTo>
                    <a:lnTo>
                      <a:pt x="511" y="1343"/>
                    </a:lnTo>
                    <a:lnTo>
                      <a:pt x="512" y="1342"/>
                    </a:lnTo>
                    <a:lnTo>
                      <a:pt x="512" y="1341"/>
                    </a:lnTo>
                    <a:lnTo>
                      <a:pt x="513" y="1340"/>
                    </a:lnTo>
                    <a:lnTo>
                      <a:pt x="513" y="1339"/>
                    </a:lnTo>
                    <a:lnTo>
                      <a:pt x="513" y="1339"/>
                    </a:lnTo>
                    <a:lnTo>
                      <a:pt x="513" y="1338"/>
                    </a:lnTo>
                    <a:lnTo>
                      <a:pt x="514" y="1337"/>
                    </a:lnTo>
                    <a:lnTo>
                      <a:pt x="514" y="1337"/>
                    </a:lnTo>
                    <a:lnTo>
                      <a:pt x="514" y="1337"/>
                    </a:lnTo>
                    <a:lnTo>
                      <a:pt x="514" y="1337"/>
                    </a:lnTo>
                    <a:lnTo>
                      <a:pt x="515" y="1337"/>
                    </a:lnTo>
                    <a:lnTo>
                      <a:pt x="515" y="1337"/>
                    </a:lnTo>
                    <a:lnTo>
                      <a:pt x="515" y="1337"/>
                    </a:lnTo>
                    <a:lnTo>
                      <a:pt x="516" y="1337"/>
                    </a:lnTo>
                    <a:lnTo>
                      <a:pt x="516" y="1337"/>
                    </a:lnTo>
                    <a:lnTo>
                      <a:pt x="516" y="1337"/>
                    </a:lnTo>
                    <a:lnTo>
                      <a:pt x="516" y="1337"/>
                    </a:lnTo>
                    <a:lnTo>
                      <a:pt x="517" y="1337"/>
                    </a:lnTo>
                    <a:lnTo>
                      <a:pt x="517" y="1337"/>
                    </a:lnTo>
                    <a:lnTo>
                      <a:pt x="517" y="1336"/>
                    </a:lnTo>
                    <a:lnTo>
                      <a:pt x="517" y="1335"/>
                    </a:lnTo>
                    <a:lnTo>
                      <a:pt x="518" y="1334"/>
                    </a:lnTo>
                    <a:lnTo>
                      <a:pt x="518" y="1333"/>
                    </a:lnTo>
                    <a:lnTo>
                      <a:pt x="519" y="1333"/>
                    </a:lnTo>
                    <a:lnTo>
                      <a:pt x="519" y="1333"/>
                    </a:lnTo>
                    <a:lnTo>
                      <a:pt x="519" y="1333"/>
                    </a:lnTo>
                    <a:lnTo>
                      <a:pt x="519" y="1333"/>
                    </a:lnTo>
                    <a:lnTo>
                      <a:pt x="520" y="1332"/>
                    </a:lnTo>
                    <a:lnTo>
                      <a:pt x="520" y="1331"/>
                    </a:lnTo>
                    <a:lnTo>
                      <a:pt x="520" y="1330"/>
                    </a:lnTo>
                    <a:lnTo>
                      <a:pt x="520" y="1328"/>
                    </a:lnTo>
                    <a:lnTo>
                      <a:pt x="521" y="1327"/>
                    </a:lnTo>
                    <a:lnTo>
                      <a:pt x="521" y="1326"/>
                    </a:lnTo>
                    <a:lnTo>
                      <a:pt x="521" y="1325"/>
                    </a:lnTo>
                    <a:lnTo>
                      <a:pt x="522" y="1324"/>
                    </a:lnTo>
                    <a:lnTo>
                      <a:pt x="522" y="1322"/>
                    </a:lnTo>
                    <a:lnTo>
                      <a:pt x="522" y="1321"/>
                    </a:lnTo>
                    <a:lnTo>
                      <a:pt x="523" y="1319"/>
                    </a:lnTo>
                    <a:lnTo>
                      <a:pt x="523" y="1317"/>
                    </a:lnTo>
                    <a:lnTo>
                      <a:pt x="523" y="1317"/>
                    </a:lnTo>
                    <a:lnTo>
                      <a:pt x="523" y="1316"/>
                    </a:lnTo>
                    <a:lnTo>
                      <a:pt x="524" y="1316"/>
                    </a:lnTo>
                    <a:lnTo>
                      <a:pt x="524" y="1315"/>
                    </a:lnTo>
                    <a:lnTo>
                      <a:pt x="524" y="1315"/>
                    </a:lnTo>
                    <a:lnTo>
                      <a:pt x="525" y="1315"/>
                    </a:lnTo>
                    <a:lnTo>
                      <a:pt x="525" y="1315"/>
                    </a:lnTo>
                    <a:lnTo>
                      <a:pt x="525" y="1315"/>
                    </a:lnTo>
                    <a:lnTo>
                      <a:pt x="525" y="1312"/>
                    </a:lnTo>
                    <a:lnTo>
                      <a:pt x="526" y="1310"/>
                    </a:lnTo>
                    <a:lnTo>
                      <a:pt x="526" y="1307"/>
                    </a:lnTo>
                    <a:lnTo>
                      <a:pt x="527" y="1304"/>
                    </a:lnTo>
                    <a:lnTo>
                      <a:pt x="527" y="1298"/>
                    </a:lnTo>
                    <a:lnTo>
                      <a:pt x="527" y="1292"/>
                    </a:lnTo>
                    <a:lnTo>
                      <a:pt x="527" y="1286"/>
                    </a:lnTo>
                    <a:lnTo>
                      <a:pt x="528" y="1280"/>
                    </a:lnTo>
                    <a:lnTo>
                      <a:pt x="528" y="1280"/>
                    </a:lnTo>
                    <a:lnTo>
                      <a:pt x="528" y="1280"/>
                    </a:lnTo>
                    <a:lnTo>
                      <a:pt x="528" y="1280"/>
                    </a:lnTo>
                    <a:lnTo>
                      <a:pt x="529" y="1280"/>
                    </a:lnTo>
                    <a:lnTo>
                      <a:pt x="529" y="1280"/>
                    </a:lnTo>
                    <a:lnTo>
                      <a:pt x="529" y="1280"/>
                    </a:lnTo>
                    <a:lnTo>
                      <a:pt x="530" y="1280"/>
                    </a:lnTo>
                    <a:lnTo>
                      <a:pt x="530" y="1280"/>
                    </a:lnTo>
                    <a:lnTo>
                      <a:pt x="530" y="1279"/>
                    </a:lnTo>
                    <a:lnTo>
                      <a:pt x="530" y="1279"/>
                    </a:lnTo>
                    <a:lnTo>
                      <a:pt x="531" y="1278"/>
                    </a:lnTo>
                    <a:lnTo>
                      <a:pt x="531" y="1278"/>
                    </a:lnTo>
                    <a:lnTo>
                      <a:pt x="531" y="1278"/>
                    </a:lnTo>
                    <a:lnTo>
                      <a:pt x="532" y="1278"/>
                    </a:lnTo>
                    <a:lnTo>
                      <a:pt x="532" y="1278"/>
                    </a:lnTo>
                    <a:lnTo>
                      <a:pt x="532" y="1278"/>
                    </a:lnTo>
                    <a:lnTo>
                      <a:pt x="533" y="1278"/>
                    </a:lnTo>
                    <a:lnTo>
                      <a:pt x="533" y="1278"/>
                    </a:lnTo>
                    <a:lnTo>
                      <a:pt x="533" y="1278"/>
                    </a:lnTo>
                    <a:lnTo>
                      <a:pt x="533" y="1278"/>
                    </a:lnTo>
                    <a:lnTo>
                      <a:pt x="534" y="1278"/>
                    </a:lnTo>
                    <a:lnTo>
                      <a:pt x="534" y="1278"/>
                    </a:lnTo>
                    <a:lnTo>
                      <a:pt x="534" y="1278"/>
                    </a:lnTo>
                    <a:lnTo>
                      <a:pt x="534" y="1278"/>
                    </a:lnTo>
                    <a:lnTo>
                      <a:pt x="535" y="1277"/>
                    </a:lnTo>
                    <a:lnTo>
                      <a:pt x="535" y="1275"/>
                    </a:lnTo>
                    <a:lnTo>
                      <a:pt x="536" y="1274"/>
                    </a:lnTo>
                    <a:lnTo>
                      <a:pt x="536" y="1273"/>
                    </a:lnTo>
                    <a:lnTo>
                      <a:pt x="536" y="1273"/>
                    </a:lnTo>
                    <a:lnTo>
                      <a:pt x="536" y="1273"/>
                    </a:lnTo>
                    <a:lnTo>
                      <a:pt x="537" y="1273"/>
                    </a:lnTo>
                    <a:lnTo>
                      <a:pt x="537" y="1273"/>
                    </a:lnTo>
                    <a:lnTo>
                      <a:pt x="537" y="1270"/>
                    </a:lnTo>
                    <a:lnTo>
                      <a:pt x="537" y="1268"/>
                    </a:lnTo>
                    <a:lnTo>
                      <a:pt x="538" y="1265"/>
                    </a:lnTo>
                    <a:lnTo>
                      <a:pt x="538" y="1262"/>
                    </a:lnTo>
                    <a:lnTo>
                      <a:pt x="538" y="1261"/>
                    </a:lnTo>
                    <a:lnTo>
                      <a:pt x="539" y="1261"/>
                    </a:lnTo>
                    <a:lnTo>
                      <a:pt x="539" y="1260"/>
                    </a:lnTo>
                    <a:lnTo>
                      <a:pt x="539" y="1260"/>
                    </a:lnTo>
                    <a:lnTo>
                      <a:pt x="539" y="1256"/>
                    </a:lnTo>
                    <a:lnTo>
                      <a:pt x="540" y="1252"/>
                    </a:lnTo>
                    <a:lnTo>
                      <a:pt x="540" y="1248"/>
                    </a:lnTo>
                    <a:lnTo>
                      <a:pt x="540" y="1244"/>
                    </a:lnTo>
                    <a:lnTo>
                      <a:pt x="540" y="1244"/>
                    </a:lnTo>
                    <a:lnTo>
                      <a:pt x="541" y="1243"/>
                    </a:lnTo>
                    <a:lnTo>
                      <a:pt x="541" y="1243"/>
                    </a:lnTo>
                    <a:lnTo>
                      <a:pt x="542" y="1242"/>
                    </a:lnTo>
                    <a:lnTo>
                      <a:pt x="542" y="1242"/>
                    </a:lnTo>
                    <a:lnTo>
                      <a:pt x="542" y="1242"/>
                    </a:lnTo>
                    <a:lnTo>
                      <a:pt x="542" y="1242"/>
                    </a:lnTo>
                    <a:lnTo>
                      <a:pt x="543" y="1242"/>
                    </a:lnTo>
                    <a:lnTo>
                      <a:pt x="543" y="1242"/>
                    </a:lnTo>
                    <a:lnTo>
                      <a:pt x="543" y="1242"/>
                    </a:lnTo>
                    <a:lnTo>
                      <a:pt x="543" y="1242"/>
                    </a:lnTo>
                    <a:lnTo>
                      <a:pt x="544" y="1242"/>
                    </a:lnTo>
                    <a:lnTo>
                      <a:pt x="544" y="1241"/>
                    </a:lnTo>
                    <a:lnTo>
                      <a:pt x="544" y="1240"/>
                    </a:lnTo>
                    <a:lnTo>
                      <a:pt x="545" y="1239"/>
                    </a:lnTo>
                    <a:lnTo>
                      <a:pt x="545" y="1238"/>
                    </a:lnTo>
                    <a:lnTo>
                      <a:pt x="545" y="1238"/>
                    </a:lnTo>
                    <a:lnTo>
                      <a:pt x="546" y="1238"/>
                    </a:lnTo>
                    <a:lnTo>
                      <a:pt x="546" y="1238"/>
                    </a:lnTo>
                    <a:lnTo>
                      <a:pt x="546" y="1238"/>
                    </a:lnTo>
                    <a:lnTo>
                      <a:pt x="546" y="1238"/>
                    </a:lnTo>
                    <a:lnTo>
                      <a:pt x="547" y="1238"/>
                    </a:lnTo>
                    <a:lnTo>
                      <a:pt x="547" y="1238"/>
                    </a:lnTo>
                    <a:lnTo>
                      <a:pt x="547" y="1238"/>
                    </a:lnTo>
                    <a:lnTo>
                      <a:pt x="548" y="1238"/>
                    </a:lnTo>
                    <a:lnTo>
                      <a:pt x="548" y="1238"/>
                    </a:lnTo>
                    <a:lnTo>
                      <a:pt x="548" y="1238"/>
                    </a:lnTo>
                    <a:lnTo>
                      <a:pt x="548" y="1238"/>
                    </a:lnTo>
                    <a:lnTo>
                      <a:pt x="549" y="1238"/>
                    </a:lnTo>
                    <a:lnTo>
                      <a:pt x="549" y="1238"/>
                    </a:lnTo>
                    <a:lnTo>
                      <a:pt x="549" y="1238"/>
                    </a:lnTo>
                    <a:lnTo>
                      <a:pt x="549" y="1238"/>
                    </a:lnTo>
                    <a:lnTo>
                      <a:pt x="550" y="1238"/>
                    </a:lnTo>
                    <a:lnTo>
                      <a:pt x="550" y="1238"/>
                    </a:lnTo>
                    <a:lnTo>
                      <a:pt x="551" y="1238"/>
                    </a:lnTo>
                    <a:lnTo>
                      <a:pt x="551" y="1238"/>
                    </a:lnTo>
                    <a:lnTo>
                      <a:pt x="551" y="1238"/>
                    </a:lnTo>
                    <a:lnTo>
                      <a:pt x="551" y="1238"/>
                    </a:lnTo>
                    <a:lnTo>
                      <a:pt x="552" y="1238"/>
                    </a:lnTo>
                    <a:lnTo>
                      <a:pt x="552" y="1238"/>
                    </a:lnTo>
                    <a:lnTo>
                      <a:pt x="552" y="1238"/>
                    </a:lnTo>
                    <a:lnTo>
                      <a:pt x="552" y="1238"/>
                    </a:lnTo>
                    <a:lnTo>
                      <a:pt x="553" y="1238"/>
                    </a:lnTo>
                    <a:lnTo>
                      <a:pt x="553" y="1238"/>
                    </a:lnTo>
                    <a:lnTo>
                      <a:pt x="553" y="1238"/>
                    </a:lnTo>
                    <a:lnTo>
                      <a:pt x="554" y="1238"/>
                    </a:lnTo>
                    <a:lnTo>
                      <a:pt x="554" y="1238"/>
                    </a:lnTo>
                    <a:lnTo>
                      <a:pt x="554" y="1238"/>
                    </a:lnTo>
                    <a:lnTo>
                      <a:pt x="554" y="1238"/>
                    </a:lnTo>
                    <a:lnTo>
                      <a:pt x="555" y="1238"/>
                    </a:lnTo>
                    <a:lnTo>
                      <a:pt x="555" y="1238"/>
                    </a:lnTo>
                    <a:lnTo>
                      <a:pt x="555" y="1238"/>
                    </a:lnTo>
                    <a:lnTo>
                      <a:pt x="556" y="1238"/>
                    </a:lnTo>
                    <a:lnTo>
                      <a:pt x="556" y="1238"/>
                    </a:lnTo>
                    <a:lnTo>
                      <a:pt x="556" y="1238"/>
                    </a:lnTo>
                    <a:lnTo>
                      <a:pt x="557" y="1238"/>
                    </a:lnTo>
                    <a:lnTo>
                      <a:pt x="557" y="1238"/>
                    </a:lnTo>
                    <a:lnTo>
                      <a:pt x="557" y="1238"/>
                    </a:lnTo>
                    <a:lnTo>
                      <a:pt x="557" y="1238"/>
                    </a:lnTo>
                    <a:lnTo>
                      <a:pt x="558" y="1238"/>
                    </a:lnTo>
                    <a:lnTo>
                      <a:pt x="558" y="1238"/>
                    </a:lnTo>
                    <a:lnTo>
                      <a:pt x="558" y="1238"/>
                    </a:lnTo>
                    <a:lnTo>
                      <a:pt x="558" y="1238"/>
                    </a:lnTo>
                    <a:lnTo>
                      <a:pt x="559" y="1238"/>
                    </a:lnTo>
                    <a:lnTo>
                      <a:pt x="559" y="1237"/>
                    </a:lnTo>
                    <a:lnTo>
                      <a:pt x="560" y="1237"/>
                    </a:lnTo>
                    <a:lnTo>
                      <a:pt x="560" y="1236"/>
                    </a:lnTo>
                    <a:lnTo>
                      <a:pt x="560" y="1236"/>
                    </a:lnTo>
                    <a:lnTo>
                      <a:pt x="560" y="1236"/>
                    </a:lnTo>
                    <a:lnTo>
                      <a:pt x="561" y="1236"/>
                    </a:lnTo>
                    <a:lnTo>
                      <a:pt x="561" y="1236"/>
                    </a:lnTo>
                    <a:lnTo>
                      <a:pt x="561" y="1236"/>
                    </a:lnTo>
                    <a:lnTo>
                      <a:pt x="561" y="1236"/>
                    </a:lnTo>
                    <a:lnTo>
                      <a:pt x="562" y="1236"/>
                    </a:lnTo>
                    <a:lnTo>
                      <a:pt x="562" y="1236"/>
                    </a:lnTo>
                    <a:lnTo>
                      <a:pt x="562" y="1236"/>
                    </a:lnTo>
                    <a:lnTo>
                      <a:pt x="563" y="1236"/>
                    </a:lnTo>
                    <a:lnTo>
                      <a:pt x="563" y="1236"/>
                    </a:lnTo>
                    <a:lnTo>
                      <a:pt x="563" y="1236"/>
                    </a:lnTo>
                    <a:lnTo>
                      <a:pt x="563" y="1236"/>
                    </a:lnTo>
                    <a:lnTo>
                      <a:pt x="564" y="1236"/>
                    </a:lnTo>
                    <a:lnTo>
                      <a:pt x="564" y="1236"/>
                    </a:lnTo>
                    <a:lnTo>
                      <a:pt x="564" y="1236"/>
                    </a:lnTo>
                    <a:lnTo>
                      <a:pt x="564" y="1236"/>
                    </a:lnTo>
                    <a:lnTo>
                      <a:pt x="565" y="1236"/>
                    </a:lnTo>
                    <a:lnTo>
                      <a:pt x="565" y="1236"/>
                    </a:lnTo>
                    <a:lnTo>
                      <a:pt x="566" y="1236"/>
                    </a:lnTo>
                    <a:lnTo>
                      <a:pt x="566" y="1236"/>
                    </a:lnTo>
                    <a:lnTo>
                      <a:pt x="566" y="1236"/>
                    </a:lnTo>
                    <a:lnTo>
                      <a:pt x="566" y="1236"/>
                    </a:lnTo>
                    <a:lnTo>
                      <a:pt x="567" y="1236"/>
                    </a:lnTo>
                    <a:lnTo>
                      <a:pt x="567" y="1236"/>
                    </a:lnTo>
                    <a:lnTo>
                      <a:pt x="567" y="1236"/>
                    </a:lnTo>
                    <a:lnTo>
                      <a:pt x="567" y="1236"/>
                    </a:lnTo>
                    <a:lnTo>
                      <a:pt x="568" y="1236"/>
                    </a:lnTo>
                    <a:lnTo>
                      <a:pt x="568" y="1236"/>
                    </a:lnTo>
                    <a:lnTo>
                      <a:pt x="568" y="1236"/>
                    </a:lnTo>
                    <a:lnTo>
                      <a:pt x="569" y="1236"/>
                    </a:lnTo>
                    <a:lnTo>
                      <a:pt x="569" y="1236"/>
                    </a:lnTo>
                    <a:lnTo>
                      <a:pt x="569" y="1236"/>
                    </a:lnTo>
                    <a:lnTo>
                      <a:pt x="570" y="1236"/>
                    </a:lnTo>
                    <a:lnTo>
                      <a:pt x="570" y="1236"/>
                    </a:lnTo>
                    <a:lnTo>
                      <a:pt x="570" y="1236"/>
                    </a:lnTo>
                    <a:lnTo>
                      <a:pt x="570" y="1236"/>
                    </a:lnTo>
                    <a:lnTo>
                      <a:pt x="571" y="1236"/>
                    </a:lnTo>
                    <a:lnTo>
                      <a:pt x="571" y="1236"/>
                    </a:lnTo>
                    <a:lnTo>
                      <a:pt x="571" y="1236"/>
                    </a:lnTo>
                    <a:lnTo>
                      <a:pt x="572" y="1236"/>
                    </a:lnTo>
                    <a:lnTo>
                      <a:pt x="572" y="1236"/>
                    </a:lnTo>
                    <a:lnTo>
                      <a:pt x="572" y="1236"/>
                    </a:lnTo>
                    <a:lnTo>
                      <a:pt x="572" y="1236"/>
                    </a:lnTo>
                    <a:lnTo>
                      <a:pt x="573" y="1236"/>
                    </a:lnTo>
                    <a:lnTo>
                      <a:pt x="573" y="1236"/>
                    </a:lnTo>
                    <a:lnTo>
                      <a:pt x="573" y="1236"/>
                    </a:lnTo>
                    <a:lnTo>
                      <a:pt x="573" y="1236"/>
                    </a:lnTo>
                    <a:lnTo>
                      <a:pt x="574" y="1236"/>
                    </a:lnTo>
                    <a:lnTo>
                      <a:pt x="574" y="1236"/>
                    </a:lnTo>
                    <a:lnTo>
                      <a:pt x="575" y="1236"/>
                    </a:lnTo>
                    <a:lnTo>
                      <a:pt x="575" y="1236"/>
                    </a:lnTo>
                    <a:lnTo>
                      <a:pt x="575" y="1236"/>
                    </a:lnTo>
                    <a:lnTo>
                      <a:pt x="575" y="1236"/>
                    </a:lnTo>
                    <a:lnTo>
                      <a:pt x="576" y="1236"/>
                    </a:lnTo>
                    <a:lnTo>
                      <a:pt x="576" y="1236"/>
                    </a:lnTo>
                    <a:lnTo>
                      <a:pt x="576" y="1236"/>
                    </a:lnTo>
                    <a:lnTo>
                      <a:pt x="576" y="1236"/>
                    </a:lnTo>
                    <a:lnTo>
                      <a:pt x="577" y="1236"/>
                    </a:lnTo>
                    <a:lnTo>
                      <a:pt x="577" y="1236"/>
                    </a:lnTo>
                    <a:lnTo>
                      <a:pt x="577" y="1236"/>
                    </a:lnTo>
                    <a:lnTo>
                      <a:pt x="578" y="1236"/>
                    </a:lnTo>
                    <a:lnTo>
                      <a:pt x="578" y="1236"/>
                    </a:lnTo>
                    <a:lnTo>
                      <a:pt x="578" y="1236"/>
                    </a:lnTo>
                    <a:lnTo>
                      <a:pt x="578" y="1236"/>
                    </a:lnTo>
                    <a:lnTo>
                      <a:pt x="579" y="1236"/>
                    </a:lnTo>
                    <a:lnTo>
                      <a:pt x="579" y="1236"/>
                    </a:lnTo>
                    <a:lnTo>
                      <a:pt x="579" y="1236"/>
                    </a:lnTo>
                    <a:lnTo>
                      <a:pt x="580" y="1236"/>
                    </a:lnTo>
                    <a:lnTo>
                      <a:pt x="580" y="1236"/>
                    </a:lnTo>
                    <a:lnTo>
                      <a:pt x="580" y="1236"/>
                    </a:lnTo>
                    <a:lnTo>
                      <a:pt x="581" y="1236"/>
                    </a:lnTo>
                    <a:lnTo>
                      <a:pt x="581" y="1236"/>
                    </a:lnTo>
                    <a:lnTo>
                      <a:pt x="581" y="1236"/>
                    </a:lnTo>
                    <a:lnTo>
                      <a:pt x="581" y="1236"/>
                    </a:lnTo>
                    <a:lnTo>
                      <a:pt x="582" y="1236"/>
                    </a:lnTo>
                    <a:lnTo>
                      <a:pt x="582" y="1236"/>
                    </a:lnTo>
                    <a:lnTo>
                      <a:pt x="582" y="1236"/>
                    </a:lnTo>
                    <a:lnTo>
                      <a:pt x="582" y="1236"/>
                    </a:lnTo>
                    <a:lnTo>
                      <a:pt x="583" y="1236"/>
                    </a:lnTo>
                    <a:lnTo>
                      <a:pt x="583" y="1236"/>
                    </a:lnTo>
                    <a:lnTo>
                      <a:pt x="584" y="1236"/>
                    </a:lnTo>
                    <a:lnTo>
                      <a:pt x="584" y="1236"/>
                    </a:lnTo>
                    <a:lnTo>
                      <a:pt x="584" y="1236"/>
                    </a:lnTo>
                    <a:lnTo>
                      <a:pt x="584" y="1236"/>
                    </a:lnTo>
                    <a:lnTo>
                      <a:pt x="585" y="1236"/>
                    </a:lnTo>
                    <a:lnTo>
                      <a:pt x="585" y="1236"/>
                    </a:lnTo>
                    <a:lnTo>
                      <a:pt x="585" y="1236"/>
                    </a:lnTo>
                    <a:lnTo>
                      <a:pt x="585" y="1236"/>
                    </a:lnTo>
                    <a:lnTo>
                      <a:pt x="586" y="1236"/>
                    </a:lnTo>
                    <a:lnTo>
                      <a:pt x="586" y="1236"/>
                    </a:lnTo>
                    <a:lnTo>
                      <a:pt x="586" y="1236"/>
                    </a:lnTo>
                    <a:lnTo>
                      <a:pt x="587" y="1236"/>
                    </a:lnTo>
                    <a:lnTo>
                      <a:pt x="587" y="1236"/>
                    </a:lnTo>
                    <a:lnTo>
                      <a:pt x="587" y="1236"/>
                    </a:lnTo>
                    <a:lnTo>
                      <a:pt x="587" y="1236"/>
                    </a:lnTo>
                    <a:lnTo>
                      <a:pt x="588" y="1236"/>
                    </a:lnTo>
                    <a:lnTo>
                      <a:pt x="588" y="1236"/>
                    </a:lnTo>
                    <a:lnTo>
                      <a:pt x="588" y="1236"/>
                    </a:lnTo>
                    <a:lnTo>
                      <a:pt x="588" y="1236"/>
                    </a:lnTo>
                    <a:lnTo>
                      <a:pt x="589" y="1236"/>
                    </a:lnTo>
                    <a:lnTo>
                      <a:pt x="589" y="1236"/>
                    </a:lnTo>
                    <a:lnTo>
                      <a:pt x="590" y="1236"/>
                    </a:lnTo>
                    <a:lnTo>
                      <a:pt x="590" y="1236"/>
                    </a:lnTo>
                    <a:lnTo>
                      <a:pt x="590" y="1236"/>
                    </a:lnTo>
                    <a:lnTo>
                      <a:pt x="590" y="1236"/>
                    </a:lnTo>
                    <a:lnTo>
                      <a:pt x="591" y="1236"/>
                    </a:lnTo>
                    <a:lnTo>
                      <a:pt x="591" y="1236"/>
                    </a:lnTo>
                    <a:lnTo>
                      <a:pt x="591" y="1236"/>
                    </a:lnTo>
                    <a:lnTo>
                      <a:pt x="591" y="1236"/>
                    </a:lnTo>
                    <a:lnTo>
                      <a:pt x="592" y="1236"/>
                    </a:lnTo>
                    <a:lnTo>
                      <a:pt x="592" y="1236"/>
                    </a:lnTo>
                    <a:lnTo>
                      <a:pt x="593" y="1236"/>
                    </a:lnTo>
                    <a:lnTo>
                      <a:pt x="593" y="1236"/>
                    </a:lnTo>
                    <a:lnTo>
                      <a:pt x="593" y="1236"/>
                    </a:lnTo>
                    <a:lnTo>
                      <a:pt x="593" y="1236"/>
                    </a:lnTo>
                    <a:lnTo>
                      <a:pt x="594" y="1236"/>
                    </a:lnTo>
                    <a:lnTo>
                      <a:pt x="594" y="1236"/>
                    </a:lnTo>
                    <a:lnTo>
                      <a:pt x="594" y="1236"/>
                    </a:lnTo>
                    <a:lnTo>
                      <a:pt x="595" y="1236"/>
                    </a:lnTo>
                    <a:lnTo>
                      <a:pt x="595" y="1236"/>
                    </a:lnTo>
                    <a:lnTo>
                      <a:pt x="595" y="1236"/>
                    </a:lnTo>
                    <a:lnTo>
                      <a:pt x="595" y="1236"/>
                    </a:lnTo>
                    <a:lnTo>
                      <a:pt x="596" y="1236"/>
                    </a:lnTo>
                    <a:lnTo>
                      <a:pt x="596" y="1236"/>
                    </a:lnTo>
                    <a:lnTo>
                      <a:pt x="596" y="1236"/>
                    </a:lnTo>
                    <a:lnTo>
                      <a:pt x="596" y="1236"/>
                    </a:lnTo>
                    <a:lnTo>
                      <a:pt x="597" y="1236"/>
                    </a:lnTo>
                    <a:lnTo>
                      <a:pt x="597" y="1236"/>
                    </a:lnTo>
                    <a:lnTo>
                      <a:pt x="598" y="1236"/>
                    </a:lnTo>
                    <a:lnTo>
                      <a:pt x="598" y="1236"/>
                    </a:lnTo>
                    <a:lnTo>
                      <a:pt x="598" y="1236"/>
                    </a:lnTo>
                    <a:lnTo>
                      <a:pt x="598" y="1236"/>
                    </a:lnTo>
                    <a:lnTo>
                      <a:pt x="599" y="1236"/>
                    </a:lnTo>
                    <a:lnTo>
                      <a:pt x="599" y="1236"/>
                    </a:lnTo>
                    <a:lnTo>
                      <a:pt x="599" y="1236"/>
                    </a:lnTo>
                    <a:lnTo>
                      <a:pt x="599" y="1236"/>
                    </a:lnTo>
                    <a:lnTo>
                      <a:pt x="600" y="1236"/>
                    </a:lnTo>
                    <a:lnTo>
                      <a:pt x="600" y="1236"/>
                    </a:lnTo>
                    <a:lnTo>
                      <a:pt x="600" y="1236"/>
                    </a:lnTo>
                    <a:lnTo>
                      <a:pt x="601" y="1236"/>
                    </a:lnTo>
                    <a:lnTo>
                      <a:pt x="601" y="1236"/>
                    </a:lnTo>
                    <a:lnTo>
                      <a:pt x="601" y="1236"/>
                    </a:lnTo>
                    <a:lnTo>
                      <a:pt x="601" y="1236"/>
                    </a:lnTo>
                    <a:lnTo>
                      <a:pt x="602" y="1236"/>
                    </a:lnTo>
                    <a:lnTo>
                      <a:pt x="602" y="1236"/>
                    </a:lnTo>
                    <a:lnTo>
                      <a:pt x="602" y="1236"/>
                    </a:lnTo>
                    <a:lnTo>
                      <a:pt x="603" y="1236"/>
                    </a:lnTo>
                    <a:lnTo>
                      <a:pt x="603" y="1236"/>
                    </a:lnTo>
                    <a:lnTo>
                      <a:pt x="603" y="1236"/>
                    </a:lnTo>
                    <a:lnTo>
                      <a:pt x="604" y="1236"/>
                    </a:lnTo>
                    <a:lnTo>
                      <a:pt x="604" y="1236"/>
                    </a:lnTo>
                    <a:lnTo>
                      <a:pt x="604" y="1236"/>
                    </a:lnTo>
                    <a:lnTo>
                      <a:pt x="604" y="1236"/>
                    </a:lnTo>
                    <a:lnTo>
                      <a:pt x="605" y="1236"/>
                    </a:lnTo>
                    <a:lnTo>
                      <a:pt x="605" y="1236"/>
                    </a:lnTo>
                    <a:lnTo>
                      <a:pt x="605" y="1236"/>
                    </a:lnTo>
                    <a:lnTo>
                      <a:pt x="605" y="1236"/>
                    </a:lnTo>
                    <a:lnTo>
                      <a:pt x="606" y="1236"/>
                    </a:lnTo>
                    <a:lnTo>
                      <a:pt x="606" y="1236"/>
                    </a:lnTo>
                    <a:lnTo>
                      <a:pt x="607" y="1236"/>
                    </a:lnTo>
                    <a:lnTo>
                      <a:pt x="607" y="1236"/>
                    </a:lnTo>
                    <a:lnTo>
                      <a:pt x="607" y="1236"/>
                    </a:lnTo>
                    <a:lnTo>
                      <a:pt x="607" y="1236"/>
                    </a:lnTo>
                    <a:lnTo>
                      <a:pt x="608" y="1236"/>
                    </a:lnTo>
                    <a:lnTo>
                      <a:pt x="608" y="1236"/>
                    </a:lnTo>
                    <a:lnTo>
                      <a:pt x="608" y="1236"/>
                    </a:lnTo>
                    <a:lnTo>
                      <a:pt x="608" y="1236"/>
                    </a:lnTo>
                    <a:lnTo>
                      <a:pt x="609" y="1236"/>
                    </a:lnTo>
                    <a:lnTo>
                      <a:pt x="609" y="1236"/>
                    </a:lnTo>
                    <a:lnTo>
                      <a:pt x="609" y="1236"/>
                    </a:lnTo>
                    <a:lnTo>
                      <a:pt x="610" y="1236"/>
                    </a:lnTo>
                    <a:lnTo>
                      <a:pt x="610" y="1236"/>
                    </a:lnTo>
                    <a:lnTo>
                      <a:pt x="610" y="1236"/>
                    </a:lnTo>
                    <a:lnTo>
                      <a:pt x="610" y="1236"/>
                    </a:lnTo>
                    <a:lnTo>
                      <a:pt x="611" y="1236"/>
                    </a:lnTo>
                    <a:lnTo>
                      <a:pt x="611" y="1236"/>
                    </a:lnTo>
                    <a:lnTo>
                      <a:pt x="611" y="1236"/>
                    </a:lnTo>
                    <a:lnTo>
                      <a:pt x="611" y="1236"/>
                    </a:lnTo>
                    <a:lnTo>
                      <a:pt x="612" y="1236"/>
                    </a:lnTo>
                    <a:lnTo>
                      <a:pt x="612" y="1236"/>
                    </a:lnTo>
                    <a:lnTo>
                      <a:pt x="613" y="1236"/>
                    </a:lnTo>
                    <a:lnTo>
                      <a:pt x="613" y="1236"/>
                    </a:lnTo>
                    <a:lnTo>
                      <a:pt x="613" y="1236"/>
                    </a:lnTo>
                    <a:lnTo>
                      <a:pt x="613" y="1236"/>
                    </a:lnTo>
                    <a:lnTo>
                      <a:pt x="614" y="1236"/>
                    </a:lnTo>
                    <a:lnTo>
                      <a:pt x="614" y="1236"/>
                    </a:lnTo>
                    <a:lnTo>
                      <a:pt x="614" y="1236"/>
                    </a:lnTo>
                    <a:lnTo>
                      <a:pt x="614" y="1236"/>
                    </a:lnTo>
                    <a:lnTo>
                      <a:pt x="615" y="1236"/>
                    </a:lnTo>
                    <a:lnTo>
                      <a:pt x="615" y="1236"/>
                    </a:lnTo>
                    <a:lnTo>
                      <a:pt x="615" y="1236"/>
                    </a:lnTo>
                    <a:lnTo>
                      <a:pt x="616" y="1236"/>
                    </a:lnTo>
                    <a:lnTo>
                      <a:pt x="616" y="1236"/>
                    </a:lnTo>
                    <a:lnTo>
                      <a:pt x="616" y="1236"/>
                    </a:lnTo>
                    <a:lnTo>
                      <a:pt x="617" y="1236"/>
                    </a:lnTo>
                    <a:lnTo>
                      <a:pt x="617" y="1236"/>
                    </a:lnTo>
                    <a:lnTo>
                      <a:pt x="617" y="1236"/>
                    </a:lnTo>
                    <a:lnTo>
                      <a:pt x="617" y="1236"/>
                    </a:lnTo>
                    <a:lnTo>
                      <a:pt x="618" y="1236"/>
                    </a:lnTo>
                    <a:lnTo>
                      <a:pt x="618" y="1236"/>
                    </a:lnTo>
                    <a:lnTo>
                      <a:pt x="618" y="1236"/>
                    </a:lnTo>
                    <a:lnTo>
                      <a:pt x="619" y="1236"/>
                    </a:lnTo>
                    <a:lnTo>
                      <a:pt x="619" y="1236"/>
                    </a:lnTo>
                    <a:lnTo>
                      <a:pt x="619" y="1236"/>
                    </a:lnTo>
                    <a:lnTo>
                      <a:pt x="619" y="1236"/>
                    </a:lnTo>
                    <a:lnTo>
                      <a:pt x="620" y="1236"/>
                    </a:lnTo>
                    <a:lnTo>
                      <a:pt x="620" y="1236"/>
                    </a:lnTo>
                    <a:lnTo>
                      <a:pt x="620" y="1236"/>
                    </a:lnTo>
                    <a:lnTo>
                      <a:pt x="620" y="1236"/>
                    </a:lnTo>
                    <a:lnTo>
                      <a:pt x="621" y="1240"/>
                    </a:lnTo>
                    <a:lnTo>
                      <a:pt x="621" y="1245"/>
                    </a:lnTo>
                    <a:lnTo>
                      <a:pt x="622" y="1250"/>
                    </a:lnTo>
                    <a:lnTo>
                      <a:pt x="622" y="1255"/>
                    </a:lnTo>
                    <a:lnTo>
                      <a:pt x="622" y="1262"/>
                    </a:lnTo>
                    <a:lnTo>
                      <a:pt x="622" y="1269"/>
                    </a:lnTo>
                    <a:lnTo>
                      <a:pt x="623" y="1275"/>
                    </a:lnTo>
                    <a:lnTo>
                      <a:pt x="623" y="1282"/>
                    </a:lnTo>
                    <a:lnTo>
                      <a:pt x="623" y="1283"/>
                    </a:lnTo>
                    <a:lnTo>
                      <a:pt x="623" y="1284"/>
                    </a:lnTo>
                    <a:lnTo>
                      <a:pt x="624" y="1285"/>
                    </a:lnTo>
                    <a:lnTo>
                      <a:pt x="624" y="1286"/>
                    </a:lnTo>
                    <a:lnTo>
                      <a:pt x="624" y="1286"/>
                    </a:lnTo>
                    <a:lnTo>
                      <a:pt x="625" y="1286"/>
                    </a:lnTo>
                    <a:lnTo>
                      <a:pt x="625" y="1286"/>
                    </a:lnTo>
                    <a:lnTo>
                      <a:pt x="625" y="1286"/>
                    </a:lnTo>
                    <a:lnTo>
                      <a:pt x="625" y="1286"/>
                    </a:lnTo>
                    <a:lnTo>
                      <a:pt x="626" y="1286"/>
                    </a:lnTo>
                    <a:lnTo>
                      <a:pt x="626" y="1286"/>
                    </a:lnTo>
                    <a:lnTo>
                      <a:pt x="626" y="1286"/>
                    </a:lnTo>
                    <a:lnTo>
                      <a:pt x="627" y="1286"/>
                    </a:lnTo>
                    <a:lnTo>
                      <a:pt x="627" y="1286"/>
                    </a:lnTo>
                    <a:lnTo>
                      <a:pt x="627" y="1286"/>
                    </a:lnTo>
                    <a:lnTo>
                      <a:pt x="628" y="1286"/>
                    </a:lnTo>
                    <a:lnTo>
                      <a:pt x="628" y="1288"/>
                    </a:lnTo>
                    <a:lnTo>
                      <a:pt x="628" y="1290"/>
                    </a:lnTo>
                    <a:lnTo>
                      <a:pt x="628" y="1291"/>
                    </a:lnTo>
                    <a:lnTo>
                      <a:pt x="629" y="1293"/>
                    </a:lnTo>
                    <a:lnTo>
                      <a:pt x="629" y="1299"/>
                    </a:lnTo>
                    <a:lnTo>
                      <a:pt x="629" y="1304"/>
                    </a:lnTo>
                    <a:lnTo>
                      <a:pt x="629" y="1310"/>
                    </a:lnTo>
                    <a:lnTo>
                      <a:pt x="630" y="1315"/>
                    </a:lnTo>
                    <a:lnTo>
                      <a:pt x="630" y="1321"/>
                    </a:lnTo>
                    <a:lnTo>
                      <a:pt x="631" y="1326"/>
                    </a:lnTo>
                    <a:lnTo>
                      <a:pt x="631" y="1332"/>
                    </a:lnTo>
                    <a:lnTo>
                      <a:pt x="631" y="1337"/>
                    </a:lnTo>
                    <a:lnTo>
                      <a:pt x="631" y="1347"/>
                    </a:lnTo>
                    <a:lnTo>
                      <a:pt x="632" y="1356"/>
                    </a:lnTo>
                    <a:lnTo>
                      <a:pt x="632" y="1366"/>
                    </a:lnTo>
                    <a:lnTo>
                      <a:pt x="632" y="1375"/>
                    </a:lnTo>
                    <a:lnTo>
                      <a:pt x="632" y="1375"/>
                    </a:lnTo>
                    <a:lnTo>
                      <a:pt x="633" y="1376"/>
                    </a:lnTo>
                    <a:lnTo>
                      <a:pt x="633" y="1377"/>
                    </a:lnTo>
                    <a:lnTo>
                      <a:pt x="633" y="1377"/>
                    </a:lnTo>
                    <a:lnTo>
                      <a:pt x="634" y="1380"/>
                    </a:lnTo>
                    <a:lnTo>
                      <a:pt x="634" y="1383"/>
                    </a:lnTo>
                    <a:lnTo>
                      <a:pt x="634" y="1386"/>
                    </a:lnTo>
                    <a:lnTo>
                      <a:pt x="634" y="1388"/>
                    </a:lnTo>
                    <a:lnTo>
                      <a:pt x="635" y="1388"/>
                    </a:lnTo>
                    <a:lnTo>
                      <a:pt x="635" y="1388"/>
                    </a:lnTo>
                    <a:lnTo>
                      <a:pt x="635" y="1388"/>
                    </a:lnTo>
                    <a:lnTo>
                      <a:pt x="635" y="1388"/>
                    </a:lnTo>
                    <a:lnTo>
                      <a:pt x="636" y="1388"/>
                    </a:lnTo>
                    <a:lnTo>
                      <a:pt x="636" y="1388"/>
                    </a:lnTo>
                    <a:lnTo>
                      <a:pt x="637" y="1388"/>
                    </a:lnTo>
                    <a:lnTo>
                      <a:pt x="637" y="1388"/>
                    </a:lnTo>
                    <a:lnTo>
                      <a:pt x="637" y="1396"/>
                    </a:lnTo>
                    <a:lnTo>
                      <a:pt x="637" y="1405"/>
                    </a:lnTo>
                    <a:lnTo>
                      <a:pt x="638" y="1413"/>
                    </a:lnTo>
                    <a:lnTo>
                      <a:pt x="638" y="1422"/>
                    </a:lnTo>
                    <a:lnTo>
                      <a:pt x="638" y="1422"/>
                    </a:lnTo>
                    <a:lnTo>
                      <a:pt x="638" y="1422"/>
                    </a:lnTo>
                    <a:lnTo>
                      <a:pt x="639" y="1422"/>
                    </a:lnTo>
                    <a:lnTo>
                      <a:pt x="639" y="1422"/>
                    </a:lnTo>
                    <a:lnTo>
                      <a:pt x="640" y="1423"/>
                    </a:lnTo>
                    <a:lnTo>
                      <a:pt x="640" y="1425"/>
                    </a:lnTo>
                    <a:lnTo>
                      <a:pt x="640" y="1427"/>
                    </a:lnTo>
                    <a:lnTo>
                      <a:pt x="640" y="1428"/>
                    </a:lnTo>
                    <a:lnTo>
                      <a:pt x="641" y="1429"/>
                    </a:lnTo>
                    <a:lnTo>
                      <a:pt x="641" y="1429"/>
                    </a:lnTo>
                    <a:lnTo>
                      <a:pt x="641" y="1430"/>
                    </a:lnTo>
                    <a:lnTo>
                      <a:pt x="641" y="1430"/>
                    </a:lnTo>
                    <a:lnTo>
                      <a:pt x="642" y="1430"/>
                    </a:lnTo>
                    <a:lnTo>
                      <a:pt x="642" y="1430"/>
                    </a:lnTo>
                    <a:lnTo>
                      <a:pt x="642" y="1430"/>
                    </a:lnTo>
                    <a:lnTo>
                      <a:pt x="643" y="1430"/>
                    </a:lnTo>
                    <a:lnTo>
                      <a:pt x="643" y="1430"/>
                    </a:lnTo>
                    <a:lnTo>
                      <a:pt x="643" y="1430"/>
                    </a:lnTo>
                    <a:lnTo>
                      <a:pt x="643" y="1430"/>
                    </a:lnTo>
                    <a:lnTo>
                      <a:pt x="644" y="1430"/>
                    </a:lnTo>
                    <a:lnTo>
                      <a:pt x="644" y="1430"/>
                    </a:lnTo>
                    <a:lnTo>
                      <a:pt x="644" y="1430"/>
                    </a:lnTo>
                    <a:lnTo>
                      <a:pt x="644" y="1430"/>
                    </a:lnTo>
                    <a:lnTo>
                      <a:pt x="645" y="1430"/>
                    </a:lnTo>
                    <a:lnTo>
                      <a:pt x="645" y="1430"/>
                    </a:lnTo>
                    <a:lnTo>
                      <a:pt x="646" y="1430"/>
                    </a:lnTo>
                    <a:lnTo>
                      <a:pt x="646" y="1430"/>
                    </a:lnTo>
                    <a:lnTo>
                      <a:pt x="646" y="1430"/>
                    </a:lnTo>
                    <a:lnTo>
                      <a:pt x="646" y="1431"/>
                    </a:lnTo>
                    <a:lnTo>
                      <a:pt x="647" y="1431"/>
                    </a:lnTo>
                    <a:lnTo>
                      <a:pt x="647" y="1432"/>
                    </a:lnTo>
                    <a:lnTo>
                      <a:pt x="647" y="1433"/>
                    </a:lnTo>
                    <a:lnTo>
                      <a:pt x="647" y="1433"/>
                    </a:lnTo>
                    <a:lnTo>
                      <a:pt x="648" y="1433"/>
                    </a:lnTo>
                    <a:lnTo>
                      <a:pt x="648" y="1433"/>
                    </a:lnTo>
                    <a:lnTo>
                      <a:pt x="648" y="1433"/>
                    </a:lnTo>
                    <a:lnTo>
                      <a:pt x="649" y="1433"/>
                    </a:lnTo>
                    <a:lnTo>
                      <a:pt x="649" y="1433"/>
                    </a:lnTo>
                    <a:lnTo>
                      <a:pt x="649" y="1433"/>
                    </a:lnTo>
                    <a:lnTo>
                      <a:pt x="650" y="1432"/>
                    </a:lnTo>
                    <a:lnTo>
                      <a:pt x="650" y="1431"/>
                    </a:lnTo>
                    <a:lnTo>
                      <a:pt x="650" y="1431"/>
                    </a:lnTo>
                    <a:lnTo>
                      <a:pt x="650" y="1430"/>
                    </a:lnTo>
                    <a:lnTo>
                      <a:pt x="651" y="1424"/>
                    </a:lnTo>
                    <a:lnTo>
                      <a:pt x="651" y="1418"/>
                    </a:lnTo>
                    <a:lnTo>
                      <a:pt x="651" y="1412"/>
                    </a:lnTo>
                    <a:lnTo>
                      <a:pt x="652" y="1406"/>
                    </a:lnTo>
                    <a:lnTo>
                      <a:pt x="652" y="1406"/>
                    </a:lnTo>
                    <a:lnTo>
                      <a:pt x="652" y="1407"/>
                    </a:lnTo>
                    <a:lnTo>
                      <a:pt x="652" y="1408"/>
                    </a:lnTo>
                    <a:lnTo>
                      <a:pt x="653" y="1409"/>
                    </a:lnTo>
                    <a:lnTo>
                      <a:pt x="653" y="1404"/>
                    </a:lnTo>
                    <a:lnTo>
                      <a:pt x="653" y="1403"/>
                    </a:lnTo>
                    <a:lnTo>
                      <a:pt x="653" y="1403"/>
                    </a:lnTo>
                    <a:lnTo>
                      <a:pt x="654" y="1402"/>
                    </a:lnTo>
                    <a:lnTo>
                      <a:pt x="654" y="1408"/>
                    </a:lnTo>
                    <a:lnTo>
                      <a:pt x="655" y="1408"/>
                    </a:lnTo>
                    <a:lnTo>
                      <a:pt x="655" y="1408"/>
                    </a:lnTo>
                    <a:lnTo>
                      <a:pt x="655" y="1408"/>
                    </a:lnTo>
                    <a:lnTo>
                      <a:pt x="655" y="1407"/>
                    </a:lnTo>
                    <a:lnTo>
                      <a:pt x="656" y="1408"/>
                    </a:lnTo>
                    <a:lnTo>
                      <a:pt x="656" y="1408"/>
                    </a:lnTo>
                    <a:lnTo>
                      <a:pt x="656" y="1409"/>
                    </a:lnTo>
                    <a:lnTo>
                      <a:pt x="656" y="1405"/>
                    </a:lnTo>
                    <a:lnTo>
                      <a:pt x="657" y="1404"/>
                    </a:lnTo>
                    <a:lnTo>
                      <a:pt x="657" y="1403"/>
                    </a:lnTo>
                    <a:lnTo>
                      <a:pt x="657" y="1402"/>
                    </a:lnTo>
                    <a:lnTo>
                      <a:pt x="658" y="1406"/>
                    </a:lnTo>
                    <a:lnTo>
                      <a:pt x="658" y="1406"/>
                    </a:lnTo>
                    <a:lnTo>
                      <a:pt x="658" y="1406"/>
                    </a:lnTo>
                    <a:lnTo>
                      <a:pt x="658" y="1406"/>
                    </a:lnTo>
                    <a:lnTo>
                      <a:pt x="659" y="1406"/>
                    </a:lnTo>
                    <a:lnTo>
                      <a:pt x="659" y="1407"/>
                    </a:lnTo>
                    <a:lnTo>
                      <a:pt x="659" y="1407"/>
                    </a:lnTo>
                    <a:lnTo>
                      <a:pt x="660" y="1408"/>
                    </a:lnTo>
                    <a:lnTo>
                      <a:pt x="660" y="1408"/>
                    </a:lnTo>
                    <a:lnTo>
                      <a:pt x="660" y="1409"/>
                    </a:lnTo>
                    <a:lnTo>
                      <a:pt x="661" y="1410"/>
                    </a:lnTo>
                    <a:lnTo>
                      <a:pt x="661" y="1411"/>
                    </a:lnTo>
                    <a:lnTo>
                      <a:pt x="661" y="1413"/>
                    </a:lnTo>
                    <a:lnTo>
                      <a:pt x="661" y="1413"/>
                    </a:lnTo>
                    <a:lnTo>
                      <a:pt x="662" y="1414"/>
                    </a:lnTo>
                    <a:lnTo>
                      <a:pt x="662" y="1414"/>
                    </a:lnTo>
                    <a:lnTo>
                      <a:pt x="662" y="1415"/>
                    </a:lnTo>
                    <a:lnTo>
                      <a:pt x="662" y="1415"/>
                    </a:lnTo>
                    <a:lnTo>
                      <a:pt x="663" y="1415"/>
                    </a:lnTo>
                    <a:lnTo>
                      <a:pt x="663" y="1415"/>
                    </a:lnTo>
                    <a:lnTo>
                      <a:pt x="664" y="1415"/>
                    </a:lnTo>
                    <a:lnTo>
                      <a:pt x="664" y="1415"/>
                    </a:lnTo>
                    <a:lnTo>
                      <a:pt x="664" y="1415"/>
                    </a:lnTo>
                    <a:lnTo>
                      <a:pt x="664" y="1415"/>
                    </a:lnTo>
                    <a:lnTo>
                      <a:pt x="665" y="1415"/>
                    </a:lnTo>
                    <a:lnTo>
                      <a:pt x="665" y="1415"/>
                    </a:lnTo>
                    <a:lnTo>
                      <a:pt x="665" y="1415"/>
                    </a:lnTo>
                    <a:lnTo>
                      <a:pt x="666" y="1415"/>
                    </a:lnTo>
                    <a:lnTo>
                      <a:pt x="666" y="1415"/>
                    </a:lnTo>
                    <a:lnTo>
                      <a:pt x="666" y="1416"/>
                    </a:lnTo>
                    <a:lnTo>
                      <a:pt x="666" y="1417"/>
                    </a:lnTo>
                    <a:lnTo>
                      <a:pt x="667" y="1418"/>
                    </a:lnTo>
                    <a:lnTo>
                      <a:pt x="667" y="1419"/>
                    </a:lnTo>
                    <a:lnTo>
                      <a:pt x="667" y="1419"/>
                    </a:lnTo>
                    <a:lnTo>
                      <a:pt x="667" y="1419"/>
                    </a:lnTo>
                    <a:lnTo>
                      <a:pt x="668" y="1419"/>
                    </a:lnTo>
                    <a:lnTo>
                      <a:pt x="668" y="1419"/>
                    </a:lnTo>
                    <a:lnTo>
                      <a:pt x="669" y="1420"/>
                    </a:lnTo>
                    <a:lnTo>
                      <a:pt x="669" y="1422"/>
                    </a:lnTo>
                    <a:lnTo>
                      <a:pt x="669" y="1423"/>
                    </a:lnTo>
                    <a:lnTo>
                      <a:pt x="669" y="1424"/>
                    </a:lnTo>
                    <a:lnTo>
                      <a:pt x="670" y="1425"/>
                    </a:lnTo>
                    <a:lnTo>
                      <a:pt x="670" y="1426"/>
                    </a:lnTo>
                    <a:lnTo>
                      <a:pt x="670" y="1427"/>
                    </a:lnTo>
                    <a:lnTo>
                      <a:pt x="670" y="1428"/>
                    </a:lnTo>
                    <a:lnTo>
                      <a:pt x="671" y="1429"/>
                    </a:lnTo>
                    <a:lnTo>
                      <a:pt x="671" y="1430"/>
                    </a:lnTo>
                    <a:lnTo>
                      <a:pt x="671" y="1431"/>
                    </a:lnTo>
                    <a:lnTo>
                      <a:pt x="672" y="1433"/>
                    </a:lnTo>
                    <a:lnTo>
                      <a:pt x="672" y="1433"/>
                    </a:lnTo>
                    <a:lnTo>
                      <a:pt x="672" y="1434"/>
                    </a:lnTo>
                    <a:lnTo>
                      <a:pt x="672" y="1434"/>
                    </a:lnTo>
                    <a:lnTo>
                      <a:pt x="673" y="1435"/>
                    </a:lnTo>
                    <a:lnTo>
                      <a:pt x="673" y="1435"/>
                    </a:lnTo>
                    <a:lnTo>
                      <a:pt x="673" y="1435"/>
                    </a:lnTo>
                    <a:lnTo>
                      <a:pt x="674" y="1435"/>
                    </a:lnTo>
                    <a:lnTo>
                      <a:pt x="674" y="1435"/>
                    </a:lnTo>
                    <a:lnTo>
                      <a:pt x="674" y="1437"/>
                    </a:lnTo>
                    <a:lnTo>
                      <a:pt x="675" y="1440"/>
                    </a:lnTo>
                    <a:lnTo>
                      <a:pt x="675" y="1443"/>
                    </a:lnTo>
                    <a:lnTo>
                      <a:pt x="675" y="1446"/>
                    </a:lnTo>
                    <a:lnTo>
                      <a:pt x="675" y="1452"/>
                    </a:lnTo>
                    <a:lnTo>
                      <a:pt x="676" y="1458"/>
                    </a:lnTo>
                    <a:lnTo>
                      <a:pt x="676" y="1464"/>
                    </a:lnTo>
                    <a:lnTo>
                      <a:pt x="676" y="1469"/>
                    </a:lnTo>
                    <a:lnTo>
                      <a:pt x="676" y="1468"/>
                    </a:lnTo>
                    <a:lnTo>
                      <a:pt x="677" y="1467"/>
                    </a:lnTo>
                    <a:lnTo>
                      <a:pt x="677" y="1466"/>
                    </a:lnTo>
                    <a:lnTo>
                      <a:pt x="678" y="1464"/>
                    </a:lnTo>
                    <a:lnTo>
                      <a:pt x="678" y="1463"/>
                    </a:lnTo>
                    <a:lnTo>
                      <a:pt x="678" y="1461"/>
                    </a:lnTo>
                    <a:lnTo>
                      <a:pt x="678" y="1459"/>
                    </a:lnTo>
                    <a:lnTo>
                      <a:pt x="679" y="1459"/>
                    </a:lnTo>
                    <a:lnTo>
                      <a:pt x="679" y="1460"/>
                    </a:lnTo>
                    <a:lnTo>
                      <a:pt x="679" y="1460"/>
                    </a:lnTo>
                    <a:lnTo>
                      <a:pt x="679" y="1461"/>
                    </a:lnTo>
                    <a:lnTo>
                      <a:pt x="680" y="1461"/>
                    </a:lnTo>
                    <a:lnTo>
                      <a:pt x="680" y="1461"/>
                    </a:lnTo>
                    <a:lnTo>
                      <a:pt x="680" y="1461"/>
                    </a:lnTo>
                    <a:lnTo>
                      <a:pt x="681" y="1461"/>
                    </a:lnTo>
                    <a:lnTo>
                      <a:pt x="681" y="1461"/>
                    </a:lnTo>
                    <a:lnTo>
                      <a:pt x="681" y="1461"/>
                    </a:lnTo>
                    <a:lnTo>
                      <a:pt x="681" y="1461"/>
                    </a:lnTo>
                    <a:lnTo>
                      <a:pt x="682" y="1461"/>
                    </a:lnTo>
                    <a:lnTo>
                      <a:pt x="682" y="1461"/>
                    </a:lnTo>
                    <a:lnTo>
                      <a:pt x="682" y="1461"/>
                    </a:lnTo>
                    <a:lnTo>
                      <a:pt x="682" y="1461"/>
                    </a:lnTo>
                    <a:lnTo>
                      <a:pt x="683" y="1461"/>
                    </a:lnTo>
                    <a:lnTo>
                      <a:pt x="683" y="1461"/>
                    </a:lnTo>
                    <a:lnTo>
                      <a:pt x="684" y="1463"/>
                    </a:lnTo>
                    <a:lnTo>
                      <a:pt x="684" y="1464"/>
                    </a:lnTo>
                    <a:lnTo>
                      <a:pt x="684" y="1465"/>
                    </a:lnTo>
                    <a:lnTo>
                      <a:pt x="684" y="1466"/>
                    </a:lnTo>
                    <a:lnTo>
                      <a:pt x="685" y="1466"/>
                    </a:lnTo>
                    <a:lnTo>
                      <a:pt x="685" y="1466"/>
                    </a:lnTo>
                    <a:lnTo>
                      <a:pt x="685" y="1466"/>
                    </a:lnTo>
                    <a:lnTo>
                      <a:pt x="685" y="1466"/>
                    </a:lnTo>
                    <a:lnTo>
                      <a:pt x="686" y="1469"/>
                    </a:lnTo>
                    <a:lnTo>
                      <a:pt x="686" y="1471"/>
                    </a:lnTo>
                    <a:lnTo>
                      <a:pt x="687" y="1474"/>
                    </a:lnTo>
                    <a:lnTo>
                      <a:pt x="687" y="1477"/>
                    </a:lnTo>
                    <a:lnTo>
                      <a:pt x="687" y="1478"/>
                    </a:lnTo>
                    <a:lnTo>
                      <a:pt x="687" y="1478"/>
                    </a:lnTo>
                    <a:lnTo>
                      <a:pt x="688" y="1479"/>
                    </a:lnTo>
                    <a:lnTo>
                      <a:pt x="688" y="1479"/>
                    </a:lnTo>
                    <a:lnTo>
                      <a:pt x="688" y="1483"/>
                    </a:lnTo>
                    <a:lnTo>
                      <a:pt x="688" y="1487"/>
                    </a:lnTo>
                    <a:lnTo>
                      <a:pt x="689" y="1491"/>
                    </a:lnTo>
                    <a:lnTo>
                      <a:pt x="689" y="1495"/>
                    </a:lnTo>
                    <a:lnTo>
                      <a:pt x="689" y="1495"/>
                    </a:lnTo>
                    <a:lnTo>
                      <a:pt x="690" y="1496"/>
                    </a:lnTo>
                    <a:lnTo>
                      <a:pt x="690" y="1496"/>
                    </a:lnTo>
                    <a:lnTo>
                      <a:pt x="690" y="1497"/>
                    </a:lnTo>
                    <a:lnTo>
                      <a:pt x="690" y="1497"/>
                    </a:lnTo>
                    <a:lnTo>
                      <a:pt x="691" y="1497"/>
                    </a:lnTo>
                    <a:lnTo>
                      <a:pt x="691" y="1497"/>
                    </a:lnTo>
                    <a:lnTo>
                      <a:pt x="691" y="1497"/>
                    </a:lnTo>
                    <a:lnTo>
                      <a:pt x="691" y="1497"/>
                    </a:lnTo>
                    <a:lnTo>
                      <a:pt x="692" y="1497"/>
                    </a:lnTo>
                    <a:lnTo>
                      <a:pt x="692" y="1497"/>
                    </a:lnTo>
                    <a:lnTo>
                      <a:pt x="693" y="1497"/>
                    </a:lnTo>
                    <a:lnTo>
                      <a:pt x="693" y="1498"/>
                    </a:lnTo>
                    <a:lnTo>
                      <a:pt x="693" y="1499"/>
                    </a:lnTo>
                    <a:lnTo>
                      <a:pt x="693" y="1500"/>
                    </a:lnTo>
                    <a:lnTo>
                      <a:pt x="694" y="1501"/>
                    </a:lnTo>
                    <a:lnTo>
                      <a:pt x="694" y="1501"/>
                    </a:lnTo>
                    <a:lnTo>
                      <a:pt x="694" y="1501"/>
                    </a:lnTo>
                    <a:lnTo>
                      <a:pt x="694" y="1501"/>
                    </a:lnTo>
                    <a:lnTo>
                      <a:pt x="695" y="1501"/>
                    </a:lnTo>
                    <a:lnTo>
                      <a:pt x="695" y="1501"/>
                    </a:lnTo>
                    <a:lnTo>
                      <a:pt x="695" y="1501"/>
                    </a:lnTo>
                    <a:lnTo>
                      <a:pt x="696" y="1501"/>
                    </a:lnTo>
                    <a:lnTo>
                      <a:pt x="696" y="1501"/>
                    </a:lnTo>
                    <a:lnTo>
                      <a:pt x="696" y="1501"/>
                    </a:lnTo>
                    <a:lnTo>
                      <a:pt x="697" y="1501"/>
                    </a:lnTo>
                    <a:lnTo>
                      <a:pt x="697" y="1501"/>
                    </a:lnTo>
                    <a:lnTo>
                      <a:pt x="697" y="1501"/>
                    </a:lnTo>
                    <a:lnTo>
                      <a:pt x="697" y="1501"/>
                    </a:lnTo>
                    <a:lnTo>
                      <a:pt x="698" y="1501"/>
                    </a:lnTo>
                    <a:lnTo>
                      <a:pt x="698" y="1501"/>
                    </a:lnTo>
                    <a:lnTo>
                      <a:pt x="698" y="1501"/>
                    </a:lnTo>
                    <a:lnTo>
                      <a:pt x="699" y="1501"/>
                    </a:lnTo>
                    <a:lnTo>
                      <a:pt x="699" y="1501"/>
                    </a:lnTo>
                    <a:lnTo>
                      <a:pt x="699" y="1501"/>
                    </a:lnTo>
                    <a:lnTo>
                      <a:pt x="699" y="1501"/>
                    </a:lnTo>
                    <a:lnTo>
                      <a:pt x="700" y="1501"/>
                    </a:lnTo>
                    <a:lnTo>
                      <a:pt x="700" y="1501"/>
                    </a:lnTo>
                    <a:lnTo>
                      <a:pt x="700" y="1501"/>
                    </a:lnTo>
                    <a:lnTo>
                      <a:pt x="700" y="1501"/>
                    </a:lnTo>
                    <a:lnTo>
                      <a:pt x="701" y="1501"/>
                    </a:lnTo>
                    <a:lnTo>
                      <a:pt x="701" y="1501"/>
                    </a:lnTo>
                    <a:lnTo>
                      <a:pt x="702" y="1501"/>
                    </a:lnTo>
                    <a:lnTo>
                      <a:pt x="702" y="1501"/>
                    </a:lnTo>
                    <a:lnTo>
                      <a:pt x="702" y="1501"/>
                    </a:lnTo>
                    <a:lnTo>
                      <a:pt x="702" y="1501"/>
                    </a:lnTo>
                    <a:lnTo>
                      <a:pt x="703" y="1501"/>
                    </a:lnTo>
                    <a:lnTo>
                      <a:pt x="703" y="1501"/>
                    </a:lnTo>
                    <a:lnTo>
                      <a:pt x="703" y="1501"/>
                    </a:lnTo>
                    <a:lnTo>
                      <a:pt x="703" y="1501"/>
                    </a:lnTo>
                    <a:lnTo>
                      <a:pt x="704" y="1501"/>
                    </a:lnTo>
                    <a:lnTo>
                      <a:pt x="704" y="1501"/>
                    </a:lnTo>
                    <a:lnTo>
                      <a:pt x="704" y="1501"/>
                    </a:lnTo>
                    <a:lnTo>
                      <a:pt x="705" y="1501"/>
                    </a:lnTo>
                    <a:lnTo>
                      <a:pt x="705" y="1501"/>
                    </a:lnTo>
                    <a:lnTo>
                      <a:pt x="705" y="1501"/>
                    </a:lnTo>
                    <a:lnTo>
                      <a:pt x="705" y="1501"/>
                    </a:lnTo>
                    <a:lnTo>
                      <a:pt x="706" y="1501"/>
                    </a:lnTo>
                    <a:lnTo>
                      <a:pt x="706" y="1501"/>
                    </a:lnTo>
                    <a:lnTo>
                      <a:pt x="706" y="1501"/>
                    </a:lnTo>
                    <a:lnTo>
                      <a:pt x="707" y="1501"/>
                    </a:lnTo>
                    <a:lnTo>
                      <a:pt x="707" y="1501"/>
                    </a:lnTo>
                    <a:lnTo>
                      <a:pt x="707" y="1501"/>
                    </a:lnTo>
                    <a:lnTo>
                      <a:pt x="708" y="1501"/>
                    </a:lnTo>
                    <a:lnTo>
                      <a:pt x="708" y="1502"/>
                    </a:lnTo>
                    <a:lnTo>
                      <a:pt x="708" y="1502"/>
                    </a:lnTo>
                    <a:lnTo>
                      <a:pt x="708" y="1503"/>
                    </a:lnTo>
                    <a:lnTo>
                      <a:pt x="709" y="1504"/>
                    </a:lnTo>
                    <a:lnTo>
                      <a:pt x="709" y="1504"/>
                    </a:lnTo>
                    <a:lnTo>
                      <a:pt x="709" y="1504"/>
                    </a:lnTo>
                    <a:lnTo>
                      <a:pt x="709" y="1504"/>
                    </a:lnTo>
                    <a:lnTo>
                      <a:pt x="710" y="1504"/>
                    </a:lnTo>
                    <a:lnTo>
                      <a:pt x="710" y="1504"/>
                    </a:lnTo>
                    <a:lnTo>
                      <a:pt x="711" y="1504"/>
                    </a:lnTo>
                    <a:lnTo>
                      <a:pt x="711" y="1504"/>
                    </a:lnTo>
                    <a:lnTo>
                      <a:pt x="711" y="1504"/>
                    </a:lnTo>
                    <a:lnTo>
                      <a:pt x="711" y="1504"/>
                    </a:lnTo>
                    <a:lnTo>
                      <a:pt x="712" y="1504"/>
                    </a:lnTo>
                    <a:lnTo>
                      <a:pt x="712" y="1504"/>
                    </a:lnTo>
                    <a:lnTo>
                      <a:pt x="712" y="1504"/>
                    </a:lnTo>
                    <a:lnTo>
                      <a:pt x="712" y="1504"/>
                    </a:lnTo>
                    <a:lnTo>
                      <a:pt x="713" y="1504"/>
                    </a:lnTo>
                    <a:lnTo>
                      <a:pt x="713" y="1504"/>
                    </a:lnTo>
                    <a:lnTo>
                      <a:pt x="713" y="1504"/>
                    </a:lnTo>
                    <a:lnTo>
                      <a:pt x="714" y="1504"/>
                    </a:lnTo>
                    <a:lnTo>
                      <a:pt x="714" y="1504"/>
                    </a:lnTo>
                    <a:lnTo>
                      <a:pt x="714" y="1504"/>
                    </a:lnTo>
                    <a:lnTo>
                      <a:pt x="714" y="1504"/>
                    </a:lnTo>
                    <a:lnTo>
                      <a:pt x="715" y="1504"/>
                    </a:lnTo>
                    <a:lnTo>
                      <a:pt x="715" y="1504"/>
                    </a:lnTo>
                    <a:lnTo>
                      <a:pt x="715" y="1504"/>
                    </a:lnTo>
                    <a:lnTo>
                      <a:pt x="715" y="1504"/>
                    </a:lnTo>
                    <a:lnTo>
                      <a:pt x="716" y="1504"/>
                    </a:lnTo>
                    <a:lnTo>
                      <a:pt x="716" y="1504"/>
                    </a:lnTo>
                    <a:lnTo>
                      <a:pt x="717" y="1504"/>
                    </a:lnTo>
                    <a:lnTo>
                      <a:pt x="717" y="1504"/>
                    </a:lnTo>
                    <a:lnTo>
                      <a:pt x="717" y="1504"/>
                    </a:lnTo>
                    <a:lnTo>
                      <a:pt x="717" y="1504"/>
                    </a:lnTo>
                    <a:lnTo>
                      <a:pt x="718" y="1504"/>
                    </a:lnTo>
                    <a:lnTo>
                      <a:pt x="718" y="1504"/>
                    </a:lnTo>
                    <a:lnTo>
                      <a:pt x="718" y="1504"/>
                    </a:lnTo>
                    <a:lnTo>
                      <a:pt x="718" y="1504"/>
                    </a:lnTo>
                    <a:lnTo>
                      <a:pt x="719" y="1504"/>
                    </a:lnTo>
                    <a:lnTo>
                      <a:pt x="719" y="1504"/>
                    </a:lnTo>
                    <a:lnTo>
                      <a:pt x="719" y="1504"/>
                    </a:lnTo>
                    <a:lnTo>
                      <a:pt x="720" y="1504"/>
                    </a:lnTo>
                    <a:lnTo>
                      <a:pt x="720" y="1504"/>
                    </a:lnTo>
                    <a:lnTo>
                      <a:pt x="720" y="1504"/>
                    </a:lnTo>
                    <a:lnTo>
                      <a:pt x="721" y="1504"/>
                    </a:lnTo>
                    <a:lnTo>
                      <a:pt x="721" y="1504"/>
                    </a:lnTo>
                    <a:lnTo>
                      <a:pt x="721" y="1504"/>
                    </a:lnTo>
                    <a:lnTo>
                      <a:pt x="721" y="1504"/>
                    </a:lnTo>
                    <a:lnTo>
                      <a:pt x="722" y="1504"/>
                    </a:lnTo>
                    <a:lnTo>
                      <a:pt x="722" y="1504"/>
                    </a:lnTo>
                    <a:lnTo>
                      <a:pt x="722" y="1504"/>
                    </a:lnTo>
                    <a:lnTo>
                      <a:pt x="723" y="1504"/>
                    </a:lnTo>
                    <a:lnTo>
                      <a:pt x="723" y="1504"/>
                    </a:lnTo>
                    <a:lnTo>
                      <a:pt x="723" y="1504"/>
                    </a:lnTo>
                    <a:lnTo>
                      <a:pt x="723" y="1504"/>
                    </a:lnTo>
                    <a:lnTo>
                      <a:pt x="724" y="1504"/>
                    </a:lnTo>
                    <a:lnTo>
                      <a:pt x="724" y="1504"/>
                    </a:lnTo>
                    <a:lnTo>
                      <a:pt x="724" y="1504"/>
                    </a:lnTo>
                    <a:lnTo>
                      <a:pt x="724" y="1504"/>
                    </a:lnTo>
                    <a:lnTo>
                      <a:pt x="725" y="1504"/>
                    </a:lnTo>
                    <a:lnTo>
                      <a:pt x="725" y="1504"/>
                    </a:lnTo>
                    <a:lnTo>
                      <a:pt x="726" y="1504"/>
                    </a:lnTo>
                    <a:lnTo>
                      <a:pt x="726" y="1504"/>
                    </a:lnTo>
                    <a:lnTo>
                      <a:pt x="726" y="1504"/>
                    </a:lnTo>
                    <a:lnTo>
                      <a:pt x="726" y="1504"/>
                    </a:lnTo>
                    <a:lnTo>
                      <a:pt x="727" y="1504"/>
                    </a:lnTo>
                    <a:lnTo>
                      <a:pt x="727" y="1504"/>
                    </a:lnTo>
                    <a:lnTo>
                      <a:pt x="727" y="1504"/>
                    </a:lnTo>
                    <a:lnTo>
                      <a:pt x="727" y="1504"/>
                    </a:lnTo>
                    <a:lnTo>
                      <a:pt x="728" y="1504"/>
                    </a:lnTo>
                    <a:lnTo>
                      <a:pt x="728" y="1504"/>
                    </a:lnTo>
                    <a:lnTo>
                      <a:pt x="728" y="1504"/>
                    </a:lnTo>
                    <a:lnTo>
                      <a:pt x="729" y="1504"/>
                    </a:lnTo>
                    <a:lnTo>
                      <a:pt x="729" y="1504"/>
                    </a:lnTo>
                    <a:lnTo>
                      <a:pt x="729" y="1504"/>
                    </a:lnTo>
                    <a:lnTo>
                      <a:pt x="729" y="1504"/>
                    </a:lnTo>
                    <a:lnTo>
                      <a:pt x="730" y="1504"/>
                    </a:lnTo>
                    <a:lnTo>
                      <a:pt x="730" y="1504"/>
                    </a:lnTo>
                    <a:lnTo>
                      <a:pt x="730" y="1504"/>
                    </a:lnTo>
                    <a:lnTo>
                      <a:pt x="731" y="1504"/>
                    </a:lnTo>
                    <a:lnTo>
                      <a:pt x="731" y="1504"/>
                    </a:lnTo>
                    <a:lnTo>
                      <a:pt x="731" y="1504"/>
                    </a:lnTo>
                    <a:lnTo>
                      <a:pt x="732" y="1504"/>
                    </a:lnTo>
                    <a:lnTo>
                      <a:pt x="732" y="1504"/>
                    </a:lnTo>
                    <a:lnTo>
                      <a:pt x="732" y="1504"/>
                    </a:lnTo>
                    <a:lnTo>
                      <a:pt x="732" y="1504"/>
                    </a:lnTo>
                    <a:lnTo>
                      <a:pt x="733" y="1504"/>
                    </a:lnTo>
                    <a:lnTo>
                      <a:pt x="733" y="1504"/>
                    </a:lnTo>
                    <a:lnTo>
                      <a:pt x="734" y="1504"/>
                    </a:lnTo>
                    <a:lnTo>
                      <a:pt x="734" y="1504"/>
                    </a:lnTo>
                    <a:lnTo>
                      <a:pt x="734" y="1504"/>
                    </a:lnTo>
                    <a:lnTo>
                      <a:pt x="734" y="1504"/>
                    </a:lnTo>
                    <a:lnTo>
                      <a:pt x="735" y="1504"/>
                    </a:lnTo>
                    <a:lnTo>
                      <a:pt x="735" y="1504"/>
                    </a:lnTo>
                    <a:lnTo>
                      <a:pt x="735" y="1504"/>
                    </a:lnTo>
                    <a:lnTo>
                      <a:pt x="735" y="1504"/>
                    </a:lnTo>
                    <a:lnTo>
                      <a:pt x="736" y="1504"/>
                    </a:lnTo>
                    <a:lnTo>
                      <a:pt x="736" y="1504"/>
                    </a:lnTo>
                    <a:lnTo>
                      <a:pt x="736" y="1504"/>
                    </a:lnTo>
                    <a:lnTo>
                      <a:pt x="737" y="1504"/>
                    </a:lnTo>
                    <a:lnTo>
                      <a:pt x="737" y="1504"/>
                    </a:lnTo>
                    <a:lnTo>
                      <a:pt x="737" y="1504"/>
                    </a:lnTo>
                    <a:lnTo>
                      <a:pt x="737" y="1504"/>
                    </a:lnTo>
                    <a:lnTo>
                      <a:pt x="738" y="1504"/>
                    </a:lnTo>
                    <a:lnTo>
                      <a:pt x="738" y="1504"/>
                    </a:lnTo>
                    <a:lnTo>
                      <a:pt x="738" y="1504"/>
                    </a:lnTo>
                    <a:lnTo>
                      <a:pt x="738" y="1504"/>
                    </a:lnTo>
                    <a:lnTo>
                      <a:pt x="739" y="1504"/>
                    </a:lnTo>
                    <a:lnTo>
                      <a:pt x="739" y="1504"/>
                    </a:lnTo>
                    <a:lnTo>
                      <a:pt x="740" y="1504"/>
                    </a:lnTo>
                    <a:lnTo>
                      <a:pt x="740" y="1504"/>
                    </a:lnTo>
                    <a:lnTo>
                      <a:pt x="740" y="1504"/>
                    </a:lnTo>
                    <a:lnTo>
                      <a:pt x="740" y="1504"/>
                    </a:lnTo>
                    <a:lnTo>
                      <a:pt x="741" y="1504"/>
                    </a:lnTo>
                    <a:lnTo>
                      <a:pt x="741" y="1504"/>
                    </a:lnTo>
                    <a:lnTo>
                      <a:pt x="741" y="1504"/>
                    </a:lnTo>
                    <a:lnTo>
                      <a:pt x="741" y="1504"/>
                    </a:lnTo>
                    <a:lnTo>
                      <a:pt x="742" y="1504"/>
                    </a:lnTo>
                    <a:lnTo>
                      <a:pt x="742" y="1504"/>
                    </a:lnTo>
                    <a:lnTo>
                      <a:pt x="742" y="1504"/>
                    </a:lnTo>
                    <a:lnTo>
                      <a:pt x="743" y="1504"/>
                    </a:lnTo>
                    <a:lnTo>
                      <a:pt x="743" y="1504"/>
                    </a:lnTo>
                    <a:lnTo>
                      <a:pt x="743" y="1504"/>
                    </a:lnTo>
                    <a:lnTo>
                      <a:pt x="744" y="1504"/>
                    </a:lnTo>
                    <a:lnTo>
                      <a:pt x="744" y="1504"/>
                    </a:lnTo>
                    <a:lnTo>
                      <a:pt x="744" y="1504"/>
                    </a:lnTo>
                    <a:lnTo>
                      <a:pt x="744" y="1504"/>
                    </a:lnTo>
                    <a:lnTo>
                      <a:pt x="745" y="1504"/>
                    </a:lnTo>
                    <a:lnTo>
                      <a:pt x="745" y="1504"/>
                    </a:lnTo>
                    <a:lnTo>
                      <a:pt x="745" y="1504"/>
                    </a:lnTo>
                    <a:lnTo>
                      <a:pt x="746" y="1504"/>
                    </a:lnTo>
                    <a:lnTo>
                      <a:pt x="746" y="1504"/>
                    </a:lnTo>
                    <a:lnTo>
                      <a:pt x="746" y="1504"/>
                    </a:lnTo>
                    <a:lnTo>
                      <a:pt x="746" y="1504"/>
                    </a:lnTo>
                    <a:lnTo>
                      <a:pt x="747" y="1504"/>
                    </a:lnTo>
                    <a:lnTo>
                      <a:pt x="747" y="1504"/>
                    </a:lnTo>
                    <a:lnTo>
                      <a:pt x="747" y="1504"/>
                    </a:lnTo>
                    <a:lnTo>
                      <a:pt x="747" y="1504"/>
                    </a:lnTo>
                    <a:lnTo>
                      <a:pt x="748" y="1504"/>
                    </a:lnTo>
                    <a:lnTo>
                      <a:pt x="748" y="1504"/>
                    </a:lnTo>
                    <a:lnTo>
                      <a:pt x="749" y="1504"/>
                    </a:lnTo>
                    <a:lnTo>
                      <a:pt x="749" y="1504"/>
                    </a:lnTo>
                    <a:lnTo>
                      <a:pt x="749" y="1504"/>
                    </a:lnTo>
                    <a:lnTo>
                      <a:pt x="749" y="1504"/>
                    </a:lnTo>
                    <a:lnTo>
                      <a:pt x="750" y="1504"/>
                    </a:lnTo>
                    <a:lnTo>
                      <a:pt x="750" y="1504"/>
                    </a:lnTo>
                    <a:lnTo>
                      <a:pt x="750" y="1504"/>
                    </a:lnTo>
                    <a:lnTo>
                      <a:pt x="750" y="1504"/>
                    </a:lnTo>
                    <a:lnTo>
                      <a:pt x="751" y="1504"/>
                    </a:lnTo>
                    <a:lnTo>
                      <a:pt x="751" y="1504"/>
                    </a:lnTo>
                    <a:lnTo>
                      <a:pt x="751" y="1504"/>
                    </a:lnTo>
                    <a:lnTo>
                      <a:pt x="752" y="1504"/>
                    </a:lnTo>
                    <a:lnTo>
                      <a:pt x="752" y="1504"/>
                    </a:lnTo>
                    <a:lnTo>
                      <a:pt x="752" y="1504"/>
                    </a:lnTo>
                    <a:lnTo>
                      <a:pt x="752" y="1504"/>
                    </a:lnTo>
                    <a:lnTo>
                      <a:pt x="753" y="1504"/>
                    </a:lnTo>
                    <a:lnTo>
                      <a:pt x="753" y="1504"/>
                    </a:lnTo>
                    <a:lnTo>
                      <a:pt x="753" y="1504"/>
                    </a:lnTo>
                    <a:lnTo>
                      <a:pt x="754" y="1504"/>
                    </a:lnTo>
                    <a:lnTo>
                      <a:pt x="754" y="1504"/>
                    </a:lnTo>
                    <a:lnTo>
                      <a:pt x="754" y="1504"/>
                    </a:lnTo>
                    <a:lnTo>
                      <a:pt x="755" y="1504"/>
                    </a:lnTo>
                    <a:lnTo>
                      <a:pt x="755" y="1504"/>
                    </a:lnTo>
                    <a:lnTo>
                      <a:pt x="755" y="1504"/>
                    </a:lnTo>
                    <a:lnTo>
                      <a:pt x="755" y="1504"/>
                    </a:lnTo>
                    <a:lnTo>
                      <a:pt x="756" y="1504"/>
                    </a:lnTo>
                    <a:lnTo>
                      <a:pt x="756" y="1504"/>
                    </a:lnTo>
                    <a:lnTo>
                      <a:pt x="756" y="1504"/>
                    </a:lnTo>
                    <a:lnTo>
                      <a:pt x="756" y="1504"/>
                    </a:lnTo>
                    <a:lnTo>
                      <a:pt x="757" y="1504"/>
                    </a:lnTo>
                    <a:lnTo>
                      <a:pt x="757" y="1504"/>
                    </a:lnTo>
                    <a:lnTo>
                      <a:pt x="758" y="1504"/>
                    </a:lnTo>
                    <a:lnTo>
                      <a:pt x="758" y="1504"/>
                    </a:lnTo>
                    <a:lnTo>
                      <a:pt x="758" y="1504"/>
                    </a:lnTo>
                    <a:lnTo>
                      <a:pt x="758" y="1504"/>
                    </a:lnTo>
                    <a:lnTo>
                      <a:pt x="759" y="1504"/>
                    </a:lnTo>
                    <a:lnTo>
                      <a:pt x="759" y="1504"/>
                    </a:lnTo>
                    <a:lnTo>
                      <a:pt x="759" y="1504"/>
                    </a:lnTo>
                    <a:lnTo>
                      <a:pt x="759" y="1504"/>
                    </a:lnTo>
                    <a:lnTo>
                      <a:pt x="760" y="1504"/>
                    </a:lnTo>
                    <a:lnTo>
                      <a:pt x="760" y="1504"/>
                    </a:lnTo>
                    <a:lnTo>
                      <a:pt x="760" y="1504"/>
                    </a:lnTo>
                    <a:lnTo>
                      <a:pt x="761" y="1504"/>
                    </a:lnTo>
                    <a:lnTo>
                      <a:pt x="761" y="1504"/>
                    </a:lnTo>
                    <a:lnTo>
                      <a:pt x="761" y="1504"/>
                    </a:lnTo>
                    <a:lnTo>
                      <a:pt x="761" y="1504"/>
                    </a:lnTo>
                    <a:lnTo>
                      <a:pt x="762" y="1504"/>
                    </a:lnTo>
                    <a:lnTo>
                      <a:pt x="762" y="1504"/>
                    </a:lnTo>
                    <a:lnTo>
                      <a:pt x="762" y="1504"/>
                    </a:lnTo>
                    <a:lnTo>
                      <a:pt x="762" y="1504"/>
                    </a:lnTo>
                    <a:lnTo>
                      <a:pt x="763" y="1504"/>
                    </a:lnTo>
                    <a:lnTo>
                      <a:pt x="763" y="1504"/>
                    </a:lnTo>
                    <a:lnTo>
                      <a:pt x="764" y="1504"/>
                    </a:lnTo>
                    <a:lnTo>
                      <a:pt x="764" y="1504"/>
                    </a:lnTo>
                    <a:lnTo>
                      <a:pt x="764" y="1504"/>
                    </a:lnTo>
                    <a:lnTo>
                      <a:pt x="764" y="1504"/>
                    </a:lnTo>
                    <a:lnTo>
                      <a:pt x="765" y="1504"/>
                    </a:lnTo>
                    <a:lnTo>
                      <a:pt x="765" y="1504"/>
                    </a:lnTo>
                    <a:lnTo>
                      <a:pt x="765" y="1504"/>
                    </a:lnTo>
                    <a:lnTo>
                      <a:pt x="765" y="1504"/>
                    </a:lnTo>
                    <a:lnTo>
                      <a:pt x="766" y="1504"/>
                    </a:lnTo>
                    <a:lnTo>
                      <a:pt x="766" y="1504"/>
                    </a:lnTo>
                    <a:lnTo>
                      <a:pt x="766" y="1504"/>
                    </a:lnTo>
                    <a:lnTo>
                      <a:pt x="767" y="1504"/>
                    </a:lnTo>
                    <a:lnTo>
                      <a:pt x="767" y="1504"/>
                    </a:lnTo>
                    <a:lnTo>
                      <a:pt x="767" y="1504"/>
                    </a:lnTo>
                    <a:lnTo>
                      <a:pt x="768" y="1504"/>
                    </a:lnTo>
                    <a:lnTo>
                      <a:pt x="768" y="1504"/>
                    </a:lnTo>
                    <a:lnTo>
                      <a:pt x="768" y="1504"/>
                    </a:lnTo>
                    <a:lnTo>
                      <a:pt x="768" y="1504"/>
                    </a:lnTo>
                    <a:lnTo>
                      <a:pt x="769" y="1504"/>
                    </a:lnTo>
                    <a:lnTo>
                      <a:pt x="769" y="1504"/>
                    </a:lnTo>
                    <a:lnTo>
                      <a:pt x="769" y="1504"/>
                    </a:lnTo>
                    <a:lnTo>
                      <a:pt x="770" y="1504"/>
                    </a:lnTo>
                    <a:lnTo>
                      <a:pt x="770" y="1504"/>
                    </a:lnTo>
                    <a:lnTo>
                      <a:pt x="770" y="1504"/>
                    </a:lnTo>
                    <a:lnTo>
                      <a:pt x="770" y="1504"/>
                    </a:lnTo>
                    <a:lnTo>
                      <a:pt x="771" y="1504"/>
                    </a:lnTo>
                    <a:lnTo>
                      <a:pt x="771" y="1504"/>
                    </a:lnTo>
                    <a:lnTo>
                      <a:pt x="771" y="1504"/>
                    </a:lnTo>
                    <a:lnTo>
                      <a:pt x="771" y="1504"/>
                    </a:lnTo>
                    <a:lnTo>
                      <a:pt x="772" y="1504"/>
                    </a:lnTo>
                    <a:lnTo>
                      <a:pt x="772" y="1504"/>
                    </a:lnTo>
                    <a:lnTo>
                      <a:pt x="773" y="1504"/>
                    </a:lnTo>
                    <a:lnTo>
                      <a:pt x="773" y="1504"/>
                    </a:lnTo>
                    <a:lnTo>
                      <a:pt x="773" y="1504"/>
                    </a:lnTo>
                    <a:lnTo>
                      <a:pt x="773" y="1504"/>
                    </a:lnTo>
                    <a:lnTo>
                      <a:pt x="774" y="1504"/>
                    </a:lnTo>
                    <a:lnTo>
                      <a:pt x="774" y="1504"/>
                    </a:lnTo>
                    <a:lnTo>
                      <a:pt x="774" y="1504"/>
                    </a:lnTo>
                    <a:lnTo>
                      <a:pt x="774" y="1504"/>
                    </a:lnTo>
                    <a:lnTo>
                      <a:pt x="775" y="1504"/>
                    </a:lnTo>
                    <a:lnTo>
                      <a:pt x="775" y="1504"/>
                    </a:lnTo>
                    <a:lnTo>
                      <a:pt x="775" y="1504"/>
                    </a:lnTo>
                    <a:lnTo>
                      <a:pt x="776" y="1504"/>
                    </a:lnTo>
                    <a:lnTo>
                      <a:pt x="776" y="1504"/>
                    </a:lnTo>
                    <a:lnTo>
                      <a:pt x="776" y="1504"/>
                    </a:lnTo>
                    <a:lnTo>
                      <a:pt x="776" y="1504"/>
                    </a:lnTo>
                    <a:lnTo>
                      <a:pt x="777" y="1504"/>
                    </a:lnTo>
                    <a:lnTo>
                      <a:pt x="777" y="1504"/>
                    </a:lnTo>
                    <a:lnTo>
                      <a:pt x="777" y="1504"/>
                    </a:lnTo>
                    <a:lnTo>
                      <a:pt x="778" y="1504"/>
                    </a:lnTo>
                    <a:lnTo>
                      <a:pt x="778" y="1504"/>
                    </a:lnTo>
                    <a:lnTo>
                      <a:pt x="778" y="1504"/>
                    </a:lnTo>
                    <a:lnTo>
                      <a:pt x="779" y="1504"/>
                    </a:lnTo>
                    <a:lnTo>
                      <a:pt x="779" y="1504"/>
                    </a:lnTo>
                    <a:lnTo>
                      <a:pt x="779" y="1504"/>
                    </a:lnTo>
                    <a:lnTo>
                      <a:pt x="779" y="1504"/>
                    </a:lnTo>
                    <a:lnTo>
                      <a:pt x="780" y="1504"/>
                    </a:lnTo>
                    <a:lnTo>
                      <a:pt x="780" y="1504"/>
                    </a:lnTo>
                    <a:lnTo>
                      <a:pt x="780" y="1504"/>
                    </a:lnTo>
                    <a:lnTo>
                      <a:pt x="780" y="1504"/>
                    </a:lnTo>
                    <a:lnTo>
                      <a:pt x="781" y="1504"/>
                    </a:lnTo>
                    <a:lnTo>
                      <a:pt x="781" y="1504"/>
                    </a:lnTo>
                    <a:lnTo>
                      <a:pt x="782" y="1504"/>
                    </a:lnTo>
                    <a:lnTo>
                      <a:pt x="782" y="1504"/>
                    </a:lnTo>
                    <a:lnTo>
                      <a:pt x="782" y="1504"/>
                    </a:lnTo>
                    <a:lnTo>
                      <a:pt x="782" y="1504"/>
                    </a:lnTo>
                    <a:lnTo>
                      <a:pt x="783" y="1504"/>
                    </a:lnTo>
                    <a:lnTo>
                      <a:pt x="783" y="1504"/>
                    </a:lnTo>
                    <a:lnTo>
                      <a:pt x="783" y="1504"/>
                    </a:lnTo>
                    <a:lnTo>
                      <a:pt x="783" y="1504"/>
                    </a:lnTo>
                    <a:lnTo>
                      <a:pt x="784" y="1504"/>
                    </a:lnTo>
                    <a:lnTo>
                      <a:pt x="784" y="1504"/>
                    </a:lnTo>
                    <a:lnTo>
                      <a:pt x="784" y="1504"/>
                    </a:lnTo>
                    <a:lnTo>
                      <a:pt x="785" y="1504"/>
                    </a:lnTo>
                    <a:lnTo>
                      <a:pt x="785" y="1504"/>
                    </a:lnTo>
                    <a:lnTo>
                      <a:pt x="785" y="1504"/>
                    </a:lnTo>
                    <a:lnTo>
                      <a:pt x="785" y="1504"/>
                    </a:lnTo>
                    <a:lnTo>
                      <a:pt x="786" y="1504"/>
                    </a:lnTo>
                    <a:lnTo>
                      <a:pt x="786" y="1504"/>
                    </a:lnTo>
                    <a:lnTo>
                      <a:pt x="786" y="1504"/>
                    </a:lnTo>
                    <a:lnTo>
                      <a:pt x="786" y="1504"/>
                    </a:lnTo>
                    <a:lnTo>
                      <a:pt x="787" y="1504"/>
                    </a:lnTo>
                    <a:lnTo>
                      <a:pt x="787" y="1504"/>
                    </a:lnTo>
                    <a:lnTo>
                      <a:pt x="788" y="1504"/>
                    </a:lnTo>
                    <a:lnTo>
                      <a:pt x="788" y="1504"/>
                    </a:lnTo>
                    <a:lnTo>
                      <a:pt x="788" y="1504"/>
                    </a:lnTo>
                    <a:lnTo>
                      <a:pt x="788" y="1504"/>
                    </a:lnTo>
                    <a:lnTo>
                      <a:pt x="789" y="1504"/>
                    </a:lnTo>
                    <a:lnTo>
                      <a:pt x="789" y="1504"/>
                    </a:lnTo>
                    <a:lnTo>
                      <a:pt x="789" y="1504"/>
                    </a:lnTo>
                    <a:lnTo>
                      <a:pt x="789" y="1504"/>
                    </a:lnTo>
                    <a:lnTo>
                      <a:pt x="790" y="1504"/>
                    </a:lnTo>
                    <a:lnTo>
                      <a:pt x="790" y="1504"/>
                    </a:lnTo>
                    <a:lnTo>
                      <a:pt x="791" y="1504"/>
                    </a:lnTo>
                    <a:lnTo>
                      <a:pt x="791" y="1504"/>
                    </a:lnTo>
                    <a:lnTo>
                      <a:pt x="791" y="1504"/>
                    </a:lnTo>
                    <a:lnTo>
                      <a:pt x="791" y="1504"/>
                    </a:lnTo>
                    <a:lnTo>
                      <a:pt x="792" y="1504"/>
                    </a:lnTo>
                    <a:lnTo>
                      <a:pt x="792" y="1504"/>
                    </a:lnTo>
                    <a:lnTo>
                      <a:pt x="792" y="1504"/>
                    </a:lnTo>
                    <a:lnTo>
                      <a:pt x="792" y="1504"/>
                    </a:lnTo>
                    <a:lnTo>
                      <a:pt x="793" y="1504"/>
                    </a:lnTo>
                    <a:lnTo>
                      <a:pt x="793" y="1504"/>
                    </a:lnTo>
                    <a:lnTo>
                      <a:pt x="793" y="1504"/>
                    </a:lnTo>
                    <a:lnTo>
                      <a:pt x="794" y="1504"/>
                    </a:lnTo>
                    <a:lnTo>
                      <a:pt x="794" y="1504"/>
                    </a:lnTo>
                    <a:lnTo>
                      <a:pt x="794" y="1504"/>
                    </a:lnTo>
                    <a:lnTo>
                      <a:pt x="794" y="1504"/>
                    </a:lnTo>
                    <a:lnTo>
                      <a:pt x="795" y="1504"/>
                    </a:lnTo>
                    <a:lnTo>
                      <a:pt x="795" y="1504"/>
                    </a:lnTo>
                    <a:lnTo>
                      <a:pt x="795" y="1504"/>
                    </a:lnTo>
                    <a:lnTo>
                      <a:pt x="795" y="1504"/>
                    </a:lnTo>
                    <a:lnTo>
                      <a:pt x="796" y="1504"/>
                    </a:lnTo>
                    <a:lnTo>
                      <a:pt x="796" y="1504"/>
                    </a:lnTo>
                    <a:lnTo>
                      <a:pt x="797" y="1504"/>
                    </a:lnTo>
                    <a:lnTo>
                      <a:pt x="797" y="1504"/>
                    </a:lnTo>
                    <a:lnTo>
                      <a:pt x="797" y="1504"/>
                    </a:lnTo>
                    <a:lnTo>
                      <a:pt x="797" y="1504"/>
                    </a:lnTo>
                    <a:lnTo>
                      <a:pt x="798" y="1504"/>
                    </a:lnTo>
                    <a:lnTo>
                      <a:pt x="798" y="1504"/>
                    </a:lnTo>
                    <a:lnTo>
                      <a:pt x="798" y="1504"/>
                    </a:lnTo>
                    <a:lnTo>
                      <a:pt x="798" y="1505"/>
                    </a:lnTo>
                    <a:lnTo>
                      <a:pt x="799" y="1505"/>
                    </a:lnTo>
                    <a:lnTo>
                      <a:pt x="799" y="1506"/>
                    </a:lnTo>
                    <a:lnTo>
                      <a:pt x="799" y="1512"/>
                    </a:lnTo>
                    <a:lnTo>
                      <a:pt x="800" y="1518"/>
                    </a:lnTo>
                    <a:lnTo>
                      <a:pt x="800" y="1524"/>
                    </a:lnTo>
                    <a:lnTo>
                      <a:pt x="800" y="1530"/>
                    </a:lnTo>
                    <a:lnTo>
                      <a:pt x="801" y="1530"/>
                    </a:lnTo>
                    <a:lnTo>
                      <a:pt x="801" y="1530"/>
                    </a:lnTo>
                    <a:lnTo>
                      <a:pt x="801" y="1530"/>
                    </a:lnTo>
                    <a:lnTo>
                      <a:pt x="802" y="1530"/>
                    </a:lnTo>
                    <a:lnTo>
                      <a:pt x="802" y="1537"/>
                    </a:lnTo>
                    <a:lnTo>
                      <a:pt x="802" y="1543"/>
                    </a:lnTo>
                    <a:lnTo>
                      <a:pt x="802" y="1550"/>
                    </a:lnTo>
                    <a:lnTo>
                      <a:pt x="803" y="1557"/>
                    </a:lnTo>
                    <a:lnTo>
                      <a:pt x="803" y="1557"/>
                    </a:lnTo>
                    <a:lnTo>
                      <a:pt x="803" y="1557"/>
                    </a:lnTo>
                    <a:lnTo>
                      <a:pt x="803" y="1557"/>
                    </a:lnTo>
                    <a:lnTo>
                      <a:pt x="804" y="1557"/>
                    </a:lnTo>
                    <a:lnTo>
                      <a:pt x="804" y="1558"/>
                    </a:lnTo>
                    <a:lnTo>
                      <a:pt x="805" y="1559"/>
                    </a:lnTo>
                    <a:lnTo>
                      <a:pt x="805" y="1560"/>
                    </a:lnTo>
                    <a:lnTo>
                      <a:pt x="805" y="1561"/>
                    </a:lnTo>
                    <a:lnTo>
                      <a:pt x="805" y="1566"/>
                    </a:lnTo>
                    <a:lnTo>
                      <a:pt x="806" y="1571"/>
                    </a:lnTo>
                    <a:lnTo>
                      <a:pt x="806" y="1576"/>
                    </a:lnTo>
                    <a:lnTo>
                      <a:pt x="806" y="1581"/>
                    </a:lnTo>
                    <a:lnTo>
                      <a:pt x="806" y="1581"/>
                    </a:lnTo>
                    <a:lnTo>
                      <a:pt x="807" y="1581"/>
                    </a:lnTo>
                    <a:lnTo>
                      <a:pt x="807" y="1581"/>
                    </a:lnTo>
                    <a:lnTo>
                      <a:pt x="807" y="1581"/>
                    </a:lnTo>
                    <a:lnTo>
                      <a:pt x="808" y="1581"/>
                    </a:lnTo>
                    <a:lnTo>
                      <a:pt x="808" y="1581"/>
                    </a:lnTo>
                    <a:lnTo>
                      <a:pt x="808" y="1581"/>
                    </a:lnTo>
                    <a:lnTo>
                      <a:pt x="808" y="1581"/>
                    </a:lnTo>
                    <a:lnTo>
                      <a:pt x="809" y="1581"/>
                    </a:lnTo>
                    <a:lnTo>
                      <a:pt x="809" y="1581"/>
                    </a:lnTo>
                    <a:lnTo>
                      <a:pt x="809" y="1581"/>
                    </a:lnTo>
                    <a:lnTo>
                      <a:pt x="809" y="1581"/>
                    </a:lnTo>
                    <a:lnTo>
                      <a:pt x="810" y="1581"/>
                    </a:lnTo>
                    <a:lnTo>
                      <a:pt x="810" y="1581"/>
                    </a:lnTo>
                    <a:lnTo>
                      <a:pt x="811" y="1581"/>
                    </a:lnTo>
                    <a:lnTo>
                      <a:pt x="811" y="1581"/>
                    </a:lnTo>
                    <a:lnTo>
                      <a:pt x="811" y="1581"/>
                    </a:lnTo>
                    <a:lnTo>
                      <a:pt x="811" y="1581"/>
                    </a:lnTo>
                    <a:lnTo>
                      <a:pt x="812" y="1581"/>
                    </a:lnTo>
                    <a:lnTo>
                      <a:pt x="812" y="1581"/>
                    </a:lnTo>
                    <a:lnTo>
                      <a:pt x="812" y="1581"/>
                    </a:lnTo>
                    <a:lnTo>
                      <a:pt x="812" y="1581"/>
                    </a:lnTo>
                    <a:lnTo>
                      <a:pt x="813" y="1581"/>
                    </a:lnTo>
                    <a:lnTo>
                      <a:pt x="813" y="1581"/>
                    </a:lnTo>
                    <a:lnTo>
                      <a:pt x="813" y="1581"/>
                    </a:lnTo>
                    <a:lnTo>
                      <a:pt x="814" y="1581"/>
                    </a:lnTo>
                    <a:lnTo>
                      <a:pt x="814" y="1581"/>
                    </a:lnTo>
                    <a:lnTo>
                      <a:pt x="814" y="1581"/>
                    </a:lnTo>
                    <a:lnTo>
                      <a:pt x="815" y="1581"/>
                    </a:lnTo>
                    <a:lnTo>
                      <a:pt x="815" y="1581"/>
                    </a:lnTo>
                    <a:lnTo>
                      <a:pt x="815" y="1581"/>
                    </a:lnTo>
                    <a:lnTo>
                      <a:pt x="815" y="1581"/>
                    </a:lnTo>
                    <a:lnTo>
                      <a:pt x="816" y="1581"/>
                    </a:lnTo>
                    <a:lnTo>
                      <a:pt x="816" y="1581"/>
                    </a:lnTo>
                    <a:lnTo>
                      <a:pt x="816" y="1581"/>
                    </a:lnTo>
                    <a:lnTo>
                      <a:pt x="817" y="1581"/>
                    </a:lnTo>
                    <a:lnTo>
                      <a:pt x="817" y="1581"/>
                    </a:lnTo>
                    <a:lnTo>
                      <a:pt x="817" y="1581"/>
                    </a:lnTo>
                    <a:lnTo>
                      <a:pt x="817" y="1581"/>
                    </a:lnTo>
                    <a:lnTo>
                      <a:pt x="818" y="1581"/>
                    </a:lnTo>
                    <a:lnTo>
                      <a:pt x="818" y="1581"/>
                    </a:lnTo>
                    <a:lnTo>
                      <a:pt x="818" y="1581"/>
                    </a:lnTo>
                    <a:lnTo>
                      <a:pt x="818" y="1581"/>
                    </a:lnTo>
                    <a:lnTo>
                      <a:pt x="819" y="1581"/>
                    </a:lnTo>
                    <a:lnTo>
                      <a:pt x="819" y="1582"/>
                    </a:lnTo>
                    <a:lnTo>
                      <a:pt x="820" y="1582"/>
                    </a:lnTo>
                    <a:lnTo>
                      <a:pt x="820" y="1583"/>
                    </a:lnTo>
                    <a:lnTo>
                      <a:pt x="820" y="1583"/>
                    </a:lnTo>
                    <a:lnTo>
                      <a:pt x="820" y="1583"/>
                    </a:lnTo>
                    <a:lnTo>
                      <a:pt x="821" y="1583"/>
                    </a:lnTo>
                    <a:lnTo>
                      <a:pt x="821" y="1583"/>
                    </a:lnTo>
                    <a:lnTo>
                      <a:pt x="821" y="1583"/>
                    </a:lnTo>
                    <a:lnTo>
                      <a:pt x="821" y="1583"/>
                    </a:lnTo>
                    <a:lnTo>
                      <a:pt x="822" y="1583"/>
                    </a:lnTo>
                    <a:lnTo>
                      <a:pt x="822" y="1583"/>
                    </a:lnTo>
                    <a:lnTo>
                      <a:pt x="822" y="1583"/>
                    </a:lnTo>
                    <a:lnTo>
                      <a:pt x="823" y="1583"/>
                    </a:lnTo>
                    <a:lnTo>
                      <a:pt x="823" y="1583"/>
                    </a:lnTo>
                    <a:lnTo>
                      <a:pt x="823" y="1583"/>
                    </a:lnTo>
                    <a:lnTo>
                      <a:pt x="823" y="1583"/>
                    </a:lnTo>
                    <a:lnTo>
                      <a:pt x="824" y="1583"/>
                    </a:lnTo>
                    <a:lnTo>
                      <a:pt x="824" y="1583"/>
                    </a:lnTo>
                    <a:lnTo>
                      <a:pt x="824" y="1583"/>
                    </a:lnTo>
                    <a:lnTo>
                      <a:pt x="825" y="1583"/>
                    </a:lnTo>
                    <a:lnTo>
                      <a:pt x="825" y="1584"/>
                    </a:lnTo>
                    <a:lnTo>
                      <a:pt x="825" y="1585"/>
                    </a:lnTo>
                    <a:lnTo>
                      <a:pt x="826" y="1587"/>
                    </a:lnTo>
                    <a:lnTo>
                      <a:pt x="826" y="1588"/>
                    </a:lnTo>
                    <a:lnTo>
                      <a:pt x="826" y="1589"/>
                    </a:lnTo>
                    <a:lnTo>
                      <a:pt x="826" y="1591"/>
                    </a:lnTo>
                    <a:lnTo>
                      <a:pt x="827" y="1593"/>
                    </a:lnTo>
                    <a:lnTo>
                      <a:pt x="827" y="1595"/>
                    </a:lnTo>
                    <a:lnTo>
                      <a:pt x="827" y="1595"/>
                    </a:lnTo>
                    <a:lnTo>
                      <a:pt x="827" y="1595"/>
                    </a:lnTo>
                    <a:lnTo>
                      <a:pt x="828" y="1595"/>
                    </a:lnTo>
                    <a:lnTo>
                      <a:pt x="828" y="1595"/>
                    </a:lnTo>
                    <a:lnTo>
                      <a:pt x="829" y="1595"/>
                    </a:lnTo>
                    <a:lnTo>
                      <a:pt x="829" y="1595"/>
                    </a:lnTo>
                    <a:lnTo>
                      <a:pt x="829" y="1595"/>
                    </a:lnTo>
                    <a:lnTo>
                      <a:pt x="829" y="1595"/>
                    </a:lnTo>
                    <a:lnTo>
                      <a:pt x="830" y="1595"/>
                    </a:lnTo>
                    <a:lnTo>
                      <a:pt x="830" y="1595"/>
                    </a:lnTo>
                    <a:lnTo>
                      <a:pt x="830" y="1595"/>
                    </a:lnTo>
                    <a:lnTo>
                      <a:pt x="830" y="1595"/>
                    </a:lnTo>
                    <a:lnTo>
                      <a:pt x="831" y="1595"/>
                    </a:lnTo>
                    <a:lnTo>
                      <a:pt x="831" y="1595"/>
                    </a:lnTo>
                    <a:lnTo>
                      <a:pt x="831" y="1595"/>
                    </a:lnTo>
                    <a:lnTo>
                      <a:pt x="832" y="1595"/>
                    </a:lnTo>
                    <a:lnTo>
                      <a:pt x="832" y="1595"/>
                    </a:lnTo>
                    <a:lnTo>
                      <a:pt x="832" y="1595"/>
                    </a:lnTo>
                    <a:lnTo>
                      <a:pt x="832" y="1595"/>
                    </a:lnTo>
                    <a:lnTo>
                      <a:pt x="833" y="1595"/>
                    </a:lnTo>
                    <a:lnTo>
                      <a:pt x="833" y="1595"/>
                    </a:lnTo>
                    <a:lnTo>
                      <a:pt x="833" y="1595"/>
                    </a:lnTo>
                    <a:lnTo>
                      <a:pt x="833" y="1595"/>
                    </a:lnTo>
                    <a:lnTo>
                      <a:pt x="834" y="1595"/>
                    </a:lnTo>
                    <a:lnTo>
                      <a:pt x="834" y="1595"/>
                    </a:lnTo>
                    <a:lnTo>
                      <a:pt x="835" y="1595"/>
                    </a:lnTo>
                    <a:lnTo>
                      <a:pt x="835" y="1595"/>
                    </a:lnTo>
                    <a:lnTo>
                      <a:pt x="835" y="1595"/>
                    </a:lnTo>
                    <a:lnTo>
                      <a:pt x="835" y="1595"/>
                    </a:lnTo>
                    <a:lnTo>
                      <a:pt x="836" y="1595"/>
                    </a:lnTo>
                    <a:lnTo>
                      <a:pt x="836" y="1595"/>
                    </a:lnTo>
                    <a:lnTo>
                      <a:pt x="836" y="1595"/>
                    </a:lnTo>
                    <a:lnTo>
                      <a:pt x="836" y="1595"/>
                    </a:lnTo>
                    <a:lnTo>
                      <a:pt x="837" y="1595"/>
                    </a:lnTo>
                    <a:lnTo>
                      <a:pt x="837" y="1595"/>
                    </a:lnTo>
                    <a:lnTo>
                      <a:pt x="837" y="1595"/>
                    </a:lnTo>
                    <a:lnTo>
                      <a:pt x="838" y="1595"/>
                    </a:lnTo>
                    <a:lnTo>
                      <a:pt x="838" y="1595"/>
                    </a:lnTo>
                    <a:lnTo>
                      <a:pt x="838" y="1595"/>
                    </a:lnTo>
                    <a:lnTo>
                      <a:pt x="839" y="1595"/>
                    </a:lnTo>
                    <a:lnTo>
                      <a:pt x="839" y="1595"/>
                    </a:lnTo>
                    <a:lnTo>
                      <a:pt x="839" y="1595"/>
                    </a:lnTo>
                    <a:lnTo>
                      <a:pt x="839" y="1595"/>
                    </a:lnTo>
                    <a:lnTo>
                      <a:pt x="840" y="1595"/>
                    </a:lnTo>
                    <a:lnTo>
                      <a:pt x="840" y="1595"/>
                    </a:lnTo>
                    <a:lnTo>
                      <a:pt x="840" y="1595"/>
                    </a:lnTo>
                    <a:lnTo>
                      <a:pt x="841" y="1595"/>
                    </a:lnTo>
                    <a:lnTo>
                      <a:pt x="841" y="1595"/>
                    </a:lnTo>
                    <a:lnTo>
                      <a:pt x="841" y="1595"/>
                    </a:lnTo>
                    <a:lnTo>
                      <a:pt x="841" y="1595"/>
                    </a:lnTo>
                    <a:lnTo>
                      <a:pt x="842" y="1595"/>
                    </a:lnTo>
                    <a:lnTo>
                      <a:pt x="842" y="1595"/>
                    </a:lnTo>
                    <a:lnTo>
                      <a:pt x="842" y="1595"/>
                    </a:lnTo>
                    <a:lnTo>
                      <a:pt x="842" y="1595"/>
                    </a:lnTo>
                    <a:lnTo>
                      <a:pt x="843" y="1595"/>
                    </a:lnTo>
                    <a:lnTo>
                      <a:pt x="843" y="1595"/>
                    </a:lnTo>
                    <a:lnTo>
                      <a:pt x="844" y="1595"/>
                    </a:lnTo>
                    <a:lnTo>
                      <a:pt x="844" y="1595"/>
                    </a:lnTo>
                    <a:lnTo>
                      <a:pt x="844" y="1595"/>
                    </a:lnTo>
                    <a:lnTo>
                      <a:pt x="844" y="1595"/>
                    </a:lnTo>
                    <a:lnTo>
                      <a:pt x="845" y="1595"/>
                    </a:lnTo>
                    <a:lnTo>
                      <a:pt x="845" y="1595"/>
                    </a:lnTo>
                    <a:lnTo>
                      <a:pt x="845" y="1595"/>
                    </a:lnTo>
                    <a:lnTo>
                      <a:pt x="845" y="1595"/>
                    </a:lnTo>
                    <a:lnTo>
                      <a:pt x="846" y="1595"/>
                    </a:lnTo>
                    <a:lnTo>
                      <a:pt x="846" y="1595"/>
                    </a:lnTo>
                    <a:lnTo>
                      <a:pt x="846" y="1595"/>
                    </a:lnTo>
                    <a:lnTo>
                      <a:pt x="847" y="1595"/>
                    </a:lnTo>
                    <a:lnTo>
                      <a:pt x="847" y="1595"/>
                    </a:lnTo>
                    <a:lnTo>
                      <a:pt x="847" y="1595"/>
                    </a:lnTo>
                    <a:lnTo>
                      <a:pt x="847" y="1595"/>
                    </a:lnTo>
                    <a:lnTo>
                      <a:pt x="848" y="1595"/>
                    </a:lnTo>
                    <a:lnTo>
                      <a:pt x="848" y="1595"/>
                    </a:lnTo>
                    <a:lnTo>
                      <a:pt x="848" y="1595"/>
                    </a:lnTo>
                    <a:lnTo>
                      <a:pt x="849" y="1595"/>
                    </a:lnTo>
                    <a:lnTo>
                      <a:pt x="849" y="1595"/>
                    </a:lnTo>
                    <a:lnTo>
                      <a:pt x="849" y="1595"/>
                    </a:lnTo>
                    <a:lnTo>
                      <a:pt x="850" y="1595"/>
                    </a:lnTo>
                    <a:lnTo>
                      <a:pt x="850" y="1595"/>
                    </a:lnTo>
                    <a:lnTo>
                      <a:pt x="850" y="1595"/>
                    </a:lnTo>
                    <a:lnTo>
                      <a:pt x="850" y="1595"/>
                    </a:lnTo>
                    <a:lnTo>
                      <a:pt x="851" y="1595"/>
                    </a:lnTo>
                    <a:lnTo>
                      <a:pt x="851" y="1595"/>
                    </a:lnTo>
                    <a:lnTo>
                      <a:pt x="851" y="1595"/>
                    </a:lnTo>
                    <a:lnTo>
                      <a:pt x="851" y="1595"/>
                    </a:lnTo>
                    <a:lnTo>
                      <a:pt x="852" y="1595"/>
                    </a:lnTo>
                    <a:lnTo>
                      <a:pt x="852" y="1595"/>
                    </a:lnTo>
                    <a:lnTo>
                      <a:pt x="853" y="1595"/>
                    </a:lnTo>
                    <a:lnTo>
                      <a:pt x="853" y="1595"/>
                    </a:lnTo>
                    <a:lnTo>
                      <a:pt x="853" y="1595"/>
                    </a:lnTo>
                    <a:lnTo>
                      <a:pt x="853" y="1595"/>
                    </a:lnTo>
                    <a:lnTo>
                      <a:pt x="854" y="1595"/>
                    </a:lnTo>
                    <a:lnTo>
                      <a:pt x="854" y="1595"/>
                    </a:lnTo>
                    <a:lnTo>
                      <a:pt x="854" y="1595"/>
                    </a:lnTo>
                    <a:lnTo>
                      <a:pt x="854" y="1595"/>
                    </a:lnTo>
                    <a:lnTo>
                      <a:pt x="855" y="1595"/>
                    </a:lnTo>
                    <a:lnTo>
                      <a:pt x="855" y="1595"/>
                    </a:lnTo>
                    <a:lnTo>
                      <a:pt x="855" y="1595"/>
                    </a:lnTo>
                    <a:lnTo>
                      <a:pt x="856" y="1595"/>
                    </a:lnTo>
                    <a:lnTo>
                      <a:pt x="856" y="1595"/>
                    </a:lnTo>
                    <a:lnTo>
                      <a:pt x="856" y="1595"/>
                    </a:lnTo>
                    <a:lnTo>
                      <a:pt x="856" y="1595"/>
                    </a:lnTo>
                    <a:lnTo>
                      <a:pt x="857" y="1595"/>
                    </a:lnTo>
                    <a:lnTo>
                      <a:pt x="857" y="1595"/>
                    </a:lnTo>
                    <a:lnTo>
                      <a:pt x="857" y="1595"/>
                    </a:lnTo>
                    <a:lnTo>
                      <a:pt x="858" y="1595"/>
                    </a:lnTo>
                    <a:lnTo>
                      <a:pt x="858" y="1595"/>
                    </a:lnTo>
                    <a:lnTo>
                      <a:pt x="858" y="1595"/>
                    </a:lnTo>
                    <a:lnTo>
                      <a:pt x="859" y="1595"/>
                    </a:lnTo>
                    <a:lnTo>
                      <a:pt x="859" y="1595"/>
                    </a:lnTo>
                    <a:lnTo>
                      <a:pt x="859" y="1595"/>
                    </a:lnTo>
                    <a:lnTo>
                      <a:pt x="859" y="1595"/>
                    </a:lnTo>
                    <a:lnTo>
                      <a:pt x="860" y="1595"/>
                    </a:lnTo>
                    <a:lnTo>
                      <a:pt x="860" y="1595"/>
                    </a:lnTo>
                    <a:lnTo>
                      <a:pt x="860" y="1595"/>
                    </a:lnTo>
                    <a:lnTo>
                      <a:pt x="860" y="1595"/>
                    </a:lnTo>
                    <a:lnTo>
                      <a:pt x="861" y="1595"/>
                    </a:lnTo>
                    <a:lnTo>
                      <a:pt x="861" y="1595"/>
                    </a:lnTo>
                    <a:lnTo>
                      <a:pt x="862" y="1595"/>
                    </a:lnTo>
                    <a:lnTo>
                      <a:pt x="862" y="1595"/>
                    </a:lnTo>
                    <a:lnTo>
                      <a:pt x="862" y="1595"/>
                    </a:lnTo>
                    <a:lnTo>
                      <a:pt x="862" y="1595"/>
                    </a:lnTo>
                    <a:lnTo>
                      <a:pt x="863" y="1595"/>
                    </a:lnTo>
                    <a:lnTo>
                      <a:pt x="863" y="1595"/>
                    </a:lnTo>
                    <a:lnTo>
                      <a:pt x="863" y="1595"/>
                    </a:lnTo>
                    <a:lnTo>
                      <a:pt x="863" y="1595"/>
                    </a:lnTo>
                    <a:lnTo>
                      <a:pt x="864" y="1595"/>
                    </a:lnTo>
                    <a:lnTo>
                      <a:pt x="864" y="1595"/>
                    </a:lnTo>
                    <a:lnTo>
                      <a:pt x="864" y="1595"/>
                    </a:lnTo>
                    <a:lnTo>
                      <a:pt x="865" y="1595"/>
                    </a:lnTo>
                    <a:lnTo>
                      <a:pt x="865" y="1595"/>
                    </a:lnTo>
                    <a:lnTo>
                      <a:pt x="865" y="1595"/>
                    </a:lnTo>
                    <a:lnTo>
                      <a:pt x="865" y="1595"/>
                    </a:lnTo>
                    <a:lnTo>
                      <a:pt x="866" y="1595"/>
                    </a:lnTo>
                    <a:lnTo>
                      <a:pt x="866" y="1595"/>
                    </a:lnTo>
                    <a:lnTo>
                      <a:pt x="866" y="1595"/>
                    </a:lnTo>
                    <a:lnTo>
                      <a:pt x="866" y="1595"/>
                    </a:lnTo>
                    <a:lnTo>
                      <a:pt x="867" y="1595"/>
                    </a:lnTo>
                    <a:lnTo>
                      <a:pt x="867" y="1595"/>
                    </a:lnTo>
                    <a:lnTo>
                      <a:pt x="868" y="1595"/>
                    </a:lnTo>
                    <a:lnTo>
                      <a:pt x="868" y="1595"/>
                    </a:lnTo>
                    <a:lnTo>
                      <a:pt x="868" y="1595"/>
                    </a:lnTo>
                    <a:lnTo>
                      <a:pt x="868" y="1595"/>
                    </a:lnTo>
                    <a:lnTo>
                      <a:pt x="869" y="1595"/>
                    </a:lnTo>
                    <a:lnTo>
                      <a:pt x="869" y="1595"/>
                    </a:lnTo>
                    <a:lnTo>
                      <a:pt x="869" y="1595"/>
                    </a:lnTo>
                    <a:lnTo>
                      <a:pt x="870" y="1595"/>
                    </a:lnTo>
                    <a:lnTo>
                      <a:pt x="870" y="1595"/>
                    </a:lnTo>
                    <a:lnTo>
                      <a:pt x="870" y="1595"/>
                    </a:lnTo>
                    <a:lnTo>
                      <a:pt x="870" y="1595"/>
                    </a:lnTo>
                    <a:lnTo>
                      <a:pt x="871" y="1595"/>
                    </a:lnTo>
                    <a:lnTo>
                      <a:pt x="871" y="1595"/>
                    </a:lnTo>
                    <a:lnTo>
                      <a:pt x="871" y="1595"/>
                    </a:lnTo>
                    <a:lnTo>
                      <a:pt x="872" y="1595"/>
                    </a:lnTo>
                    <a:lnTo>
                      <a:pt x="872" y="1595"/>
                    </a:lnTo>
                    <a:lnTo>
                      <a:pt x="872" y="1595"/>
                    </a:lnTo>
                    <a:lnTo>
                      <a:pt x="873" y="1595"/>
                    </a:lnTo>
                    <a:lnTo>
                      <a:pt x="873" y="1595"/>
                    </a:lnTo>
                    <a:lnTo>
                      <a:pt x="873" y="1595"/>
                    </a:lnTo>
                    <a:lnTo>
                      <a:pt x="873" y="1595"/>
                    </a:lnTo>
                    <a:lnTo>
                      <a:pt x="874" y="1595"/>
                    </a:lnTo>
                    <a:lnTo>
                      <a:pt x="874" y="1595"/>
                    </a:lnTo>
                    <a:lnTo>
                      <a:pt x="874" y="1595"/>
                    </a:lnTo>
                    <a:lnTo>
                      <a:pt x="874" y="1595"/>
                    </a:lnTo>
                    <a:lnTo>
                      <a:pt x="875" y="1595"/>
                    </a:lnTo>
                    <a:lnTo>
                      <a:pt x="875" y="1595"/>
                    </a:lnTo>
                    <a:lnTo>
                      <a:pt x="876" y="1595"/>
                    </a:lnTo>
                    <a:lnTo>
                      <a:pt x="876" y="1595"/>
                    </a:lnTo>
                    <a:lnTo>
                      <a:pt x="876" y="1595"/>
                    </a:lnTo>
                    <a:lnTo>
                      <a:pt x="876" y="1595"/>
                    </a:lnTo>
                    <a:lnTo>
                      <a:pt x="877" y="1595"/>
                    </a:lnTo>
                    <a:lnTo>
                      <a:pt x="877" y="1595"/>
                    </a:lnTo>
                    <a:lnTo>
                      <a:pt x="877" y="1595"/>
                    </a:lnTo>
                    <a:lnTo>
                      <a:pt x="877" y="1595"/>
                    </a:lnTo>
                    <a:lnTo>
                      <a:pt x="878" y="1595"/>
                    </a:lnTo>
                    <a:lnTo>
                      <a:pt x="878" y="1595"/>
                    </a:lnTo>
                    <a:lnTo>
                      <a:pt x="878" y="1595"/>
                    </a:lnTo>
                    <a:lnTo>
                      <a:pt x="879" y="1595"/>
                    </a:lnTo>
                    <a:lnTo>
                      <a:pt x="879" y="1595"/>
                    </a:lnTo>
                    <a:lnTo>
                      <a:pt x="879" y="1595"/>
                    </a:lnTo>
                    <a:lnTo>
                      <a:pt x="879" y="1595"/>
                    </a:lnTo>
                    <a:lnTo>
                      <a:pt x="880" y="1595"/>
                    </a:lnTo>
                    <a:lnTo>
                      <a:pt x="880" y="1595"/>
                    </a:lnTo>
                    <a:lnTo>
                      <a:pt x="880" y="1595"/>
                    </a:lnTo>
                    <a:lnTo>
                      <a:pt x="880" y="1595"/>
                    </a:lnTo>
                    <a:lnTo>
                      <a:pt x="881" y="1595"/>
                    </a:lnTo>
                    <a:lnTo>
                      <a:pt x="881" y="1595"/>
                    </a:lnTo>
                    <a:lnTo>
                      <a:pt x="882" y="1593"/>
                    </a:lnTo>
                    <a:lnTo>
                      <a:pt x="882" y="1592"/>
                    </a:lnTo>
                    <a:lnTo>
                      <a:pt x="882" y="1591"/>
                    </a:lnTo>
                    <a:lnTo>
                      <a:pt x="882" y="1590"/>
                    </a:lnTo>
                    <a:lnTo>
                      <a:pt x="883" y="1584"/>
                    </a:lnTo>
                    <a:lnTo>
                      <a:pt x="883" y="1579"/>
                    </a:lnTo>
                    <a:lnTo>
                      <a:pt x="883" y="1573"/>
                    </a:lnTo>
                    <a:lnTo>
                      <a:pt x="883" y="1568"/>
                    </a:lnTo>
                    <a:lnTo>
                      <a:pt x="884" y="1567"/>
                    </a:lnTo>
                    <a:lnTo>
                      <a:pt x="884" y="1567"/>
                    </a:lnTo>
                    <a:lnTo>
                      <a:pt x="884" y="1566"/>
                    </a:lnTo>
                    <a:lnTo>
                      <a:pt x="885" y="1566"/>
                    </a:lnTo>
                    <a:lnTo>
                      <a:pt x="885" y="1563"/>
                    </a:lnTo>
                    <a:lnTo>
                      <a:pt x="885" y="1560"/>
                    </a:lnTo>
                    <a:lnTo>
                      <a:pt x="886" y="1557"/>
                    </a:lnTo>
                    <a:lnTo>
                      <a:pt x="886" y="1554"/>
                    </a:lnTo>
                    <a:lnTo>
                      <a:pt x="886" y="1554"/>
                    </a:lnTo>
                    <a:lnTo>
                      <a:pt x="886" y="1554"/>
                    </a:lnTo>
                    <a:lnTo>
                      <a:pt x="887" y="1554"/>
                    </a:lnTo>
                    <a:lnTo>
                      <a:pt x="887" y="1554"/>
                    </a:lnTo>
                    <a:lnTo>
                      <a:pt x="887" y="1554"/>
                    </a:lnTo>
                    <a:lnTo>
                      <a:pt x="888" y="1554"/>
                    </a:lnTo>
                    <a:lnTo>
                      <a:pt x="888" y="1554"/>
                    </a:lnTo>
                    <a:lnTo>
                      <a:pt x="888" y="1554"/>
                    </a:lnTo>
                    <a:lnTo>
                      <a:pt x="888" y="1554"/>
                    </a:lnTo>
                    <a:lnTo>
                      <a:pt x="889" y="1554"/>
                    </a:lnTo>
                    <a:lnTo>
                      <a:pt x="889" y="1554"/>
                    </a:lnTo>
                    <a:lnTo>
                      <a:pt x="889" y="1554"/>
                    </a:lnTo>
                    <a:lnTo>
                      <a:pt x="889" y="1554"/>
                    </a:lnTo>
                    <a:lnTo>
                      <a:pt x="890" y="1554"/>
                    </a:lnTo>
                    <a:lnTo>
                      <a:pt x="890" y="1554"/>
                    </a:lnTo>
                    <a:lnTo>
                      <a:pt x="891" y="1554"/>
                    </a:lnTo>
                    <a:lnTo>
                      <a:pt x="891" y="1554"/>
                    </a:lnTo>
                    <a:lnTo>
                      <a:pt x="891" y="1554"/>
                    </a:lnTo>
                    <a:lnTo>
                      <a:pt x="891" y="1554"/>
                    </a:lnTo>
                    <a:lnTo>
                      <a:pt x="892" y="1554"/>
                    </a:lnTo>
                    <a:lnTo>
                      <a:pt x="892" y="1554"/>
                    </a:lnTo>
                    <a:lnTo>
                      <a:pt x="892" y="1554"/>
                    </a:lnTo>
                    <a:lnTo>
                      <a:pt x="892" y="1554"/>
                    </a:lnTo>
                    <a:lnTo>
                      <a:pt x="893" y="1554"/>
                    </a:lnTo>
                    <a:lnTo>
                      <a:pt x="893" y="1554"/>
                    </a:lnTo>
                    <a:lnTo>
                      <a:pt x="893" y="1554"/>
                    </a:lnTo>
                    <a:lnTo>
                      <a:pt x="894" y="1554"/>
                    </a:lnTo>
                    <a:lnTo>
                      <a:pt x="894" y="1554"/>
                    </a:lnTo>
                    <a:lnTo>
                      <a:pt x="894" y="1554"/>
                    </a:lnTo>
                    <a:lnTo>
                      <a:pt x="894" y="1554"/>
                    </a:lnTo>
                    <a:lnTo>
                      <a:pt x="895" y="1554"/>
                    </a:lnTo>
                    <a:lnTo>
                      <a:pt x="895" y="1554"/>
                    </a:lnTo>
                    <a:lnTo>
                      <a:pt x="895" y="1554"/>
                    </a:lnTo>
                    <a:lnTo>
                      <a:pt x="896" y="1554"/>
                    </a:lnTo>
                    <a:lnTo>
                      <a:pt x="896" y="1554"/>
                    </a:lnTo>
                    <a:lnTo>
                      <a:pt x="896" y="1554"/>
                    </a:lnTo>
                    <a:lnTo>
                      <a:pt x="897" y="1554"/>
                    </a:lnTo>
                    <a:lnTo>
                      <a:pt x="897" y="1554"/>
                    </a:lnTo>
                    <a:lnTo>
                      <a:pt x="897" y="1554"/>
                    </a:lnTo>
                    <a:lnTo>
                      <a:pt x="897" y="1554"/>
                    </a:lnTo>
                    <a:lnTo>
                      <a:pt x="898" y="1554"/>
                    </a:lnTo>
                    <a:lnTo>
                      <a:pt x="898" y="1554"/>
                    </a:lnTo>
                    <a:lnTo>
                      <a:pt x="898" y="1554"/>
                    </a:lnTo>
                    <a:lnTo>
                      <a:pt x="898" y="1554"/>
                    </a:lnTo>
                    <a:lnTo>
                      <a:pt x="899" y="1554"/>
                    </a:lnTo>
                    <a:lnTo>
                      <a:pt x="899" y="1554"/>
                    </a:lnTo>
                    <a:lnTo>
                      <a:pt x="900" y="1554"/>
                    </a:lnTo>
                    <a:lnTo>
                      <a:pt x="900" y="1554"/>
                    </a:lnTo>
                    <a:lnTo>
                      <a:pt x="900" y="1554"/>
                    </a:lnTo>
                    <a:lnTo>
                      <a:pt x="900" y="1554"/>
                    </a:lnTo>
                    <a:lnTo>
                      <a:pt x="901" y="1554"/>
                    </a:lnTo>
                    <a:lnTo>
                      <a:pt x="901" y="1554"/>
                    </a:lnTo>
                    <a:lnTo>
                      <a:pt x="901" y="1554"/>
                    </a:lnTo>
                    <a:lnTo>
                      <a:pt x="901" y="1554"/>
                    </a:lnTo>
                    <a:lnTo>
                      <a:pt x="902" y="1554"/>
                    </a:lnTo>
                    <a:lnTo>
                      <a:pt x="902" y="1554"/>
                    </a:lnTo>
                    <a:lnTo>
                      <a:pt x="902" y="1554"/>
                    </a:lnTo>
                    <a:lnTo>
                      <a:pt x="903" y="1554"/>
                    </a:lnTo>
                    <a:lnTo>
                      <a:pt x="903" y="1554"/>
                    </a:lnTo>
                    <a:lnTo>
                      <a:pt x="903" y="1554"/>
                    </a:lnTo>
                    <a:lnTo>
                      <a:pt x="903" y="1554"/>
                    </a:lnTo>
                    <a:lnTo>
                      <a:pt x="904" y="1554"/>
                    </a:lnTo>
                    <a:lnTo>
                      <a:pt x="904" y="1554"/>
                    </a:lnTo>
                    <a:lnTo>
                      <a:pt x="904" y="1554"/>
                    </a:lnTo>
                    <a:lnTo>
                      <a:pt x="904" y="1554"/>
                    </a:lnTo>
                    <a:lnTo>
                      <a:pt x="905" y="1554"/>
                    </a:lnTo>
                    <a:lnTo>
                      <a:pt x="905" y="1554"/>
                    </a:lnTo>
                    <a:lnTo>
                      <a:pt x="906" y="1554"/>
                    </a:lnTo>
                    <a:lnTo>
                      <a:pt x="906" y="1554"/>
                    </a:lnTo>
                    <a:lnTo>
                      <a:pt x="906" y="1554"/>
                    </a:lnTo>
                    <a:lnTo>
                      <a:pt x="906" y="1554"/>
                    </a:lnTo>
                    <a:lnTo>
                      <a:pt x="907" y="1554"/>
                    </a:lnTo>
                    <a:lnTo>
                      <a:pt x="907" y="1554"/>
                    </a:lnTo>
                    <a:lnTo>
                      <a:pt x="907" y="1554"/>
                    </a:lnTo>
                    <a:lnTo>
                      <a:pt x="907" y="1554"/>
                    </a:lnTo>
                    <a:lnTo>
                      <a:pt x="908" y="1554"/>
                    </a:lnTo>
                    <a:lnTo>
                      <a:pt x="908" y="1554"/>
                    </a:lnTo>
                    <a:lnTo>
                      <a:pt x="909" y="1554"/>
                    </a:lnTo>
                    <a:lnTo>
                      <a:pt x="909" y="1554"/>
                    </a:lnTo>
                    <a:lnTo>
                      <a:pt x="909" y="1554"/>
                    </a:lnTo>
                    <a:lnTo>
                      <a:pt x="909" y="1554"/>
                    </a:lnTo>
                    <a:lnTo>
                      <a:pt x="910" y="1554"/>
                    </a:lnTo>
                    <a:lnTo>
                      <a:pt x="910" y="1554"/>
                    </a:lnTo>
                    <a:lnTo>
                      <a:pt x="910" y="1554"/>
                    </a:lnTo>
                    <a:lnTo>
                      <a:pt x="910" y="1554"/>
                    </a:lnTo>
                    <a:lnTo>
                      <a:pt x="911" y="1554"/>
                    </a:lnTo>
                    <a:lnTo>
                      <a:pt x="911" y="1554"/>
                    </a:lnTo>
                    <a:lnTo>
                      <a:pt x="911" y="1554"/>
                    </a:lnTo>
                    <a:lnTo>
                      <a:pt x="912" y="1554"/>
                    </a:lnTo>
                    <a:lnTo>
                      <a:pt x="912" y="1554"/>
                    </a:lnTo>
                    <a:lnTo>
                      <a:pt x="912" y="1554"/>
                    </a:lnTo>
                    <a:lnTo>
                      <a:pt x="912" y="1554"/>
                    </a:lnTo>
                    <a:lnTo>
                      <a:pt x="913" y="1554"/>
                    </a:lnTo>
                    <a:lnTo>
                      <a:pt x="913" y="1554"/>
                    </a:lnTo>
                    <a:lnTo>
                      <a:pt x="913" y="1554"/>
                    </a:lnTo>
                    <a:lnTo>
                      <a:pt x="913" y="1554"/>
                    </a:lnTo>
                    <a:lnTo>
                      <a:pt x="914" y="1554"/>
                    </a:lnTo>
                    <a:lnTo>
                      <a:pt x="914" y="1554"/>
                    </a:lnTo>
                    <a:lnTo>
                      <a:pt x="915" y="1554"/>
                    </a:lnTo>
                    <a:lnTo>
                      <a:pt x="915" y="1554"/>
                    </a:lnTo>
                    <a:lnTo>
                      <a:pt x="915" y="1554"/>
                    </a:lnTo>
                    <a:lnTo>
                      <a:pt x="915" y="1553"/>
                    </a:lnTo>
                    <a:lnTo>
                      <a:pt x="916" y="1553"/>
                    </a:lnTo>
                    <a:lnTo>
                      <a:pt x="916" y="1552"/>
                    </a:lnTo>
                    <a:lnTo>
                      <a:pt x="916" y="1552"/>
                    </a:lnTo>
                    <a:lnTo>
                      <a:pt x="916" y="1552"/>
                    </a:lnTo>
                    <a:lnTo>
                      <a:pt x="917" y="1552"/>
                    </a:lnTo>
                    <a:lnTo>
                      <a:pt x="917" y="1552"/>
                    </a:lnTo>
                    <a:lnTo>
                      <a:pt x="917" y="1552"/>
                    </a:lnTo>
                    <a:lnTo>
                      <a:pt x="918" y="1552"/>
                    </a:lnTo>
                    <a:lnTo>
                      <a:pt x="918" y="1552"/>
                    </a:lnTo>
                    <a:lnTo>
                      <a:pt x="918" y="1552"/>
                    </a:lnTo>
                    <a:lnTo>
                      <a:pt x="919" y="1552"/>
                    </a:lnTo>
                    <a:lnTo>
                      <a:pt x="919" y="1552"/>
                    </a:lnTo>
                    <a:lnTo>
                      <a:pt x="919" y="1552"/>
                    </a:lnTo>
                    <a:lnTo>
                      <a:pt x="919" y="1552"/>
                    </a:lnTo>
                    <a:lnTo>
                      <a:pt x="920" y="1552"/>
                    </a:lnTo>
                    <a:lnTo>
                      <a:pt x="920" y="1552"/>
                    </a:lnTo>
                    <a:lnTo>
                      <a:pt x="920" y="1552"/>
                    </a:lnTo>
                    <a:lnTo>
                      <a:pt x="921" y="1552"/>
                    </a:lnTo>
                    <a:lnTo>
                      <a:pt x="921" y="1552"/>
                    </a:lnTo>
                    <a:lnTo>
                      <a:pt x="921" y="1552"/>
                    </a:lnTo>
                    <a:lnTo>
                      <a:pt x="921" y="1552"/>
                    </a:lnTo>
                    <a:lnTo>
                      <a:pt x="922" y="1552"/>
                    </a:lnTo>
                    <a:lnTo>
                      <a:pt x="922" y="1552"/>
                    </a:lnTo>
                    <a:lnTo>
                      <a:pt x="922" y="1552"/>
                    </a:lnTo>
                    <a:lnTo>
                      <a:pt x="922" y="1552"/>
                    </a:lnTo>
                    <a:lnTo>
                      <a:pt x="923" y="1552"/>
                    </a:lnTo>
                    <a:lnTo>
                      <a:pt x="923" y="1552"/>
                    </a:lnTo>
                    <a:lnTo>
                      <a:pt x="924" y="1552"/>
                    </a:lnTo>
                    <a:lnTo>
                      <a:pt x="924" y="1552"/>
                    </a:lnTo>
                    <a:lnTo>
                      <a:pt x="924" y="1552"/>
                    </a:lnTo>
                    <a:lnTo>
                      <a:pt x="924" y="1552"/>
                    </a:lnTo>
                    <a:lnTo>
                      <a:pt x="925" y="1552"/>
                    </a:lnTo>
                    <a:lnTo>
                      <a:pt x="925" y="1552"/>
                    </a:lnTo>
                    <a:lnTo>
                      <a:pt x="925" y="1552"/>
                    </a:lnTo>
                    <a:lnTo>
                      <a:pt x="925" y="1552"/>
                    </a:lnTo>
                    <a:lnTo>
                      <a:pt x="926" y="1552"/>
                    </a:lnTo>
                    <a:lnTo>
                      <a:pt x="926" y="1552"/>
                    </a:lnTo>
                    <a:lnTo>
                      <a:pt x="926" y="1552"/>
                    </a:lnTo>
                    <a:lnTo>
                      <a:pt x="927" y="1552"/>
                    </a:lnTo>
                    <a:lnTo>
                      <a:pt x="927" y="1552"/>
                    </a:lnTo>
                    <a:lnTo>
                      <a:pt x="927" y="1552"/>
                    </a:lnTo>
                    <a:lnTo>
                      <a:pt x="927" y="1552"/>
                    </a:lnTo>
                    <a:lnTo>
                      <a:pt x="928" y="1552"/>
                    </a:lnTo>
                    <a:lnTo>
                      <a:pt x="928" y="1552"/>
                    </a:lnTo>
                    <a:lnTo>
                      <a:pt x="928" y="1552"/>
                    </a:lnTo>
                    <a:lnTo>
                      <a:pt x="929" y="1552"/>
                    </a:lnTo>
                    <a:lnTo>
                      <a:pt x="929" y="1552"/>
                    </a:lnTo>
                    <a:lnTo>
                      <a:pt x="929" y="1552"/>
                    </a:lnTo>
                    <a:lnTo>
                      <a:pt x="930" y="1552"/>
                    </a:lnTo>
                    <a:lnTo>
                      <a:pt x="930" y="1552"/>
                    </a:lnTo>
                    <a:lnTo>
                      <a:pt x="930" y="1552"/>
                    </a:lnTo>
                    <a:lnTo>
                      <a:pt x="930" y="1552"/>
                    </a:lnTo>
                    <a:lnTo>
                      <a:pt x="931" y="1552"/>
                    </a:lnTo>
                    <a:lnTo>
                      <a:pt x="931" y="1552"/>
                    </a:lnTo>
                    <a:lnTo>
                      <a:pt x="931" y="1552"/>
                    </a:lnTo>
                    <a:lnTo>
                      <a:pt x="931" y="1552"/>
                    </a:lnTo>
                    <a:lnTo>
                      <a:pt x="932" y="1552"/>
                    </a:lnTo>
                    <a:lnTo>
                      <a:pt x="932" y="1552"/>
                    </a:lnTo>
                    <a:lnTo>
                      <a:pt x="933" y="1552"/>
                    </a:lnTo>
                    <a:lnTo>
                      <a:pt x="933" y="1552"/>
                    </a:lnTo>
                    <a:lnTo>
                      <a:pt x="933" y="1552"/>
                    </a:lnTo>
                    <a:lnTo>
                      <a:pt x="933" y="1552"/>
                    </a:lnTo>
                    <a:lnTo>
                      <a:pt x="934" y="1552"/>
                    </a:lnTo>
                    <a:lnTo>
                      <a:pt x="934" y="1552"/>
                    </a:lnTo>
                    <a:lnTo>
                      <a:pt x="934" y="1552"/>
                    </a:lnTo>
                    <a:lnTo>
                      <a:pt x="934" y="1552"/>
                    </a:lnTo>
                    <a:lnTo>
                      <a:pt x="935" y="1552"/>
                    </a:lnTo>
                    <a:lnTo>
                      <a:pt x="935" y="1552"/>
                    </a:lnTo>
                    <a:lnTo>
                      <a:pt x="935" y="1552"/>
                    </a:lnTo>
                    <a:lnTo>
                      <a:pt x="936" y="1552"/>
                    </a:lnTo>
                    <a:lnTo>
                      <a:pt x="936" y="1552"/>
                    </a:lnTo>
                    <a:lnTo>
                      <a:pt x="936" y="1552"/>
                    </a:lnTo>
                    <a:lnTo>
                      <a:pt x="936" y="1552"/>
                    </a:lnTo>
                    <a:lnTo>
                      <a:pt x="937" y="1552"/>
                    </a:lnTo>
                    <a:lnTo>
                      <a:pt x="937" y="1552"/>
                    </a:lnTo>
                    <a:lnTo>
                      <a:pt x="937" y="1552"/>
                    </a:lnTo>
                    <a:lnTo>
                      <a:pt x="937" y="1552"/>
                    </a:lnTo>
                    <a:lnTo>
                      <a:pt x="938" y="1552"/>
                    </a:lnTo>
                    <a:lnTo>
                      <a:pt x="938" y="1552"/>
                    </a:lnTo>
                    <a:lnTo>
                      <a:pt x="939" y="1552"/>
                    </a:lnTo>
                    <a:lnTo>
                      <a:pt x="939" y="1552"/>
                    </a:lnTo>
                    <a:lnTo>
                      <a:pt x="939" y="1552"/>
                    </a:lnTo>
                    <a:lnTo>
                      <a:pt x="939" y="1552"/>
                    </a:lnTo>
                    <a:lnTo>
                      <a:pt x="940" y="1552"/>
                    </a:lnTo>
                    <a:lnTo>
                      <a:pt x="940" y="1552"/>
                    </a:lnTo>
                    <a:lnTo>
                      <a:pt x="940" y="1552"/>
                    </a:lnTo>
                    <a:lnTo>
                      <a:pt x="941" y="1552"/>
                    </a:lnTo>
                    <a:lnTo>
                      <a:pt x="941" y="1552"/>
                    </a:lnTo>
                    <a:lnTo>
                      <a:pt x="941" y="1552"/>
                    </a:lnTo>
                    <a:lnTo>
                      <a:pt x="941" y="1552"/>
                    </a:lnTo>
                    <a:lnTo>
                      <a:pt x="942" y="1552"/>
                    </a:lnTo>
                    <a:lnTo>
                      <a:pt x="942" y="1552"/>
                    </a:lnTo>
                    <a:lnTo>
                      <a:pt x="942" y="1552"/>
                    </a:lnTo>
                    <a:lnTo>
                      <a:pt x="943" y="1552"/>
                    </a:lnTo>
                    <a:lnTo>
                      <a:pt x="943" y="1552"/>
                    </a:lnTo>
                    <a:lnTo>
                      <a:pt x="943" y="1552"/>
                    </a:lnTo>
                    <a:lnTo>
                      <a:pt x="944" y="1552"/>
                    </a:lnTo>
                    <a:lnTo>
                      <a:pt x="944" y="1552"/>
                    </a:lnTo>
                    <a:lnTo>
                      <a:pt x="944" y="1552"/>
                    </a:lnTo>
                    <a:lnTo>
                      <a:pt x="944" y="1552"/>
                    </a:lnTo>
                    <a:lnTo>
                      <a:pt x="945" y="1552"/>
                    </a:lnTo>
                    <a:lnTo>
                      <a:pt x="945" y="1552"/>
                    </a:lnTo>
                    <a:lnTo>
                      <a:pt x="945" y="1552"/>
                    </a:lnTo>
                    <a:lnTo>
                      <a:pt x="945" y="1552"/>
                    </a:lnTo>
                    <a:lnTo>
                      <a:pt x="946" y="1552"/>
                    </a:lnTo>
                    <a:lnTo>
                      <a:pt x="946" y="1552"/>
                    </a:lnTo>
                    <a:lnTo>
                      <a:pt x="947" y="1552"/>
                    </a:lnTo>
                    <a:lnTo>
                      <a:pt x="947" y="1552"/>
                    </a:lnTo>
                    <a:lnTo>
                      <a:pt x="947" y="1552"/>
                    </a:lnTo>
                    <a:lnTo>
                      <a:pt x="947" y="1552"/>
                    </a:lnTo>
                    <a:lnTo>
                      <a:pt x="948" y="1552"/>
                    </a:lnTo>
                    <a:lnTo>
                      <a:pt x="948" y="1552"/>
                    </a:lnTo>
                    <a:lnTo>
                      <a:pt x="948" y="1552"/>
                    </a:lnTo>
                    <a:lnTo>
                      <a:pt x="948" y="1552"/>
                    </a:lnTo>
                    <a:lnTo>
                      <a:pt x="949" y="1552"/>
                    </a:lnTo>
                    <a:lnTo>
                      <a:pt x="949" y="1552"/>
                    </a:lnTo>
                    <a:lnTo>
                      <a:pt x="949" y="1552"/>
                    </a:lnTo>
                    <a:lnTo>
                      <a:pt x="950" y="1552"/>
                    </a:lnTo>
                    <a:lnTo>
                      <a:pt x="950" y="1552"/>
                    </a:lnTo>
                    <a:lnTo>
                      <a:pt x="950" y="1552"/>
                    </a:lnTo>
                    <a:lnTo>
                      <a:pt x="950" y="1552"/>
                    </a:lnTo>
                    <a:lnTo>
                      <a:pt x="951" y="1552"/>
                    </a:lnTo>
                    <a:lnTo>
                      <a:pt x="951" y="1552"/>
                    </a:lnTo>
                    <a:lnTo>
                      <a:pt x="951" y="1552"/>
                    </a:lnTo>
                    <a:lnTo>
                      <a:pt x="951" y="1552"/>
                    </a:lnTo>
                    <a:lnTo>
                      <a:pt x="952" y="1552"/>
                    </a:lnTo>
                    <a:lnTo>
                      <a:pt x="952" y="1552"/>
                    </a:lnTo>
                    <a:lnTo>
                      <a:pt x="953" y="1552"/>
                    </a:lnTo>
                    <a:lnTo>
                      <a:pt x="953" y="1552"/>
                    </a:lnTo>
                    <a:lnTo>
                      <a:pt x="953" y="1552"/>
                    </a:lnTo>
                    <a:lnTo>
                      <a:pt x="953" y="1552"/>
                    </a:lnTo>
                    <a:lnTo>
                      <a:pt x="954" y="1552"/>
                    </a:lnTo>
                    <a:lnTo>
                      <a:pt x="954" y="1552"/>
                    </a:lnTo>
                    <a:lnTo>
                      <a:pt x="954" y="1552"/>
                    </a:lnTo>
                    <a:lnTo>
                      <a:pt x="954" y="1552"/>
                    </a:lnTo>
                    <a:lnTo>
                      <a:pt x="955" y="1552"/>
                    </a:lnTo>
                    <a:lnTo>
                      <a:pt x="955" y="1552"/>
                    </a:lnTo>
                    <a:lnTo>
                      <a:pt x="956" y="1552"/>
                    </a:lnTo>
                    <a:lnTo>
                      <a:pt x="956" y="1552"/>
                    </a:lnTo>
                    <a:lnTo>
                      <a:pt x="956" y="1552"/>
                    </a:lnTo>
                    <a:lnTo>
                      <a:pt x="956" y="1552"/>
                    </a:lnTo>
                    <a:lnTo>
                      <a:pt x="957" y="1552"/>
                    </a:lnTo>
                    <a:lnTo>
                      <a:pt x="957" y="1552"/>
                    </a:lnTo>
                    <a:lnTo>
                      <a:pt x="957" y="1552"/>
                    </a:lnTo>
                    <a:lnTo>
                      <a:pt x="957" y="1552"/>
                    </a:lnTo>
                    <a:lnTo>
                      <a:pt x="958" y="1552"/>
                    </a:lnTo>
                    <a:lnTo>
                      <a:pt x="958" y="1552"/>
                    </a:lnTo>
                    <a:lnTo>
                      <a:pt x="958" y="1552"/>
                    </a:lnTo>
                    <a:lnTo>
                      <a:pt x="959" y="1552"/>
                    </a:lnTo>
                    <a:lnTo>
                      <a:pt x="959" y="1552"/>
                    </a:lnTo>
                    <a:lnTo>
                      <a:pt x="959" y="1552"/>
                    </a:lnTo>
                    <a:lnTo>
                      <a:pt x="959" y="1552"/>
                    </a:lnTo>
                    <a:lnTo>
                      <a:pt x="960" y="1552"/>
                    </a:lnTo>
                    <a:lnTo>
                      <a:pt x="960" y="1552"/>
                    </a:lnTo>
                    <a:lnTo>
                      <a:pt x="960" y="1552"/>
                    </a:lnTo>
                    <a:lnTo>
                      <a:pt x="960" y="1552"/>
                    </a:lnTo>
                    <a:lnTo>
                      <a:pt x="961" y="1552"/>
                    </a:lnTo>
                    <a:lnTo>
                      <a:pt x="961" y="1552"/>
                    </a:lnTo>
                    <a:lnTo>
                      <a:pt x="962" y="1552"/>
                    </a:lnTo>
                    <a:lnTo>
                      <a:pt x="962" y="1552"/>
                    </a:lnTo>
                    <a:lnTo>
                      <a:pt x="962" y="1552"/>
                    </a:lnTo>
                    <a:lnTo>
                      <a:pt x="962" y="1552"/>
                    </a:lnTo>
                    <a:lnTo>
                      <a:pt x="963" y="1552"/>
                    </a:lnTo>
                    <a:lnTo>
                      <a:pt x="963" y="1552"/>
                    </a:lnTo>
                    <a:lnTo>
                      <a:pt x="963" y="1552"/>
                    </a:lnTo>
                    <a:lnTo>
                      <a:pt x="963" y="1552"/>
                    </a:lnTo>
                    <a:lnTo>
                      <a:pt x="964" y="1548"/>
                    </a:lnTo>
                    <a:lnTo>
                      <a:pt x="964" y="1545"/>
                    </a:lnTo>
                    <a:lnTo>
                      <a:pt x="964" y="1541"/>
                    </a:lnTo>
                    <a:lnTo>
                      <a:pt x="965" y="1537"/>
                    </a:lnTo>
                    <a:lnTo>
                      <a:pt x="965" y="1537"/>
                    </a:lnTo>
                    <a:lnTo>
                      <a:pt x="965" y="1537"/>
                    </a:lnTo>
                    <a:lnTo>
                      <a:pt x="966" y="1537"/>
                    </a:lnTo>
                    <a:lnTo>
                      <a:pt x="966" y="1537"/>
                    </a:lnTo>
                    <a:lnTo>
                      <a:pt x="966" y="1537"/>
                    </a:lnTo>
                    <a:lnTo>
                      <a:pt x="966" y="1537"/>
                    </a:lnTo>
                    <a:lnTo>
                      <a:pt x="967" y="1537"/>
                    </a:lnTo>
                    <a:lnTo>
                      <a:pt x="967" y="1537"/>
                    </a:lnTo>
                    <a:lnTo>
                      <a:pt x="967" y="1537"/>
                    </a:lnTo>
                    <a:lnTo>
                      <a:pt x="968" y="1537"/>
                    </a:lnTo>
                    <a:lnTo>
                      <a:pt x="968" y="1537"/>
                    </a:lnTo>
                    <a:lnTo>
                      <a:pt x="968" y="1537"/>
                    </a:lnTo>
                    <a:lnTo>
                      <a:pt x="968" y="1537"/>
                    </a:lnTo>
                    <a:lnTo>
                      <a:pt x="969" y="1537"/>
                    </a:lnTo>
                    <a:lnTo>
                      <a:pt x="969" y="1537"/>
                    </a:lnTo>
                    <a:lnTo>
                      <a:pt x="969" y="1537"/>
                    </a:lnTo>
                    <a:lnTo>
                      <a:pt x="969" y="1537"/>
                    </a:lnTo>
                    <a:lnTo>
                      <a:pt x="970" y="1537"/>
                    </a:lnTo>
                    <a:lnTo>
                      <a:pt x="970" y="1537"/>
                    </a:lnTo>
                    <a:lnTo>
                      <a:pt x="971" y="1537"/>
                    </a:lnTo>
                    <a:lnTo>
                      <a:pt x="971" y="1537"/>
                    </a:lnTo>
                    <a:lnTo>
                      <a:pt x="971" y="1537"/>
                    </a:lnTo>
                    <a:lnTo>
                      <a:pt x="971" y="1537"/>
                    </a:lnTo>
                    <a:lnTo>
                      <a:pt x="972" y="1537"/>
                    </a:lnTo>
                    <a:lnTo>
                      <a:pt x="972" y="1537"/>
                    </a:lnTo>
                    <a:lnTo>
                      <a:pt x="972" y="1537"/>
                    </a:lnTo>
                    <a:lnTo>
                      <a:pt x="972" y="1537"/>
                    </a:lnTo>
                    <a:lnTo>
                      <a:pt x="973" y="1537"/>
                    </a:lnTo>
                    <a:lnTo>
                      <a:pt x="973" y="1537"/>
                    </a:lnTo>
                    <a:lnTo>
                      <a:pt x="973" y="1537"/>
                    </a:lnTo>
                    <a:lnTo>
                      <a:pt x="974" y="1537"/>
                    </a:lnTo>
                    <a:lnTo>
                      <a:pt x="974" y="1537"/>
                    </a:lnTo>
                    <a:lnTo>
                      <a:pt x="974" y="1536"/>
                    </a:lnTo>
                    <a:lnTo>
                      <a:pt x="974" y="1534"/>
                    </a:lnTo>
                    <a:lnTo>
                      <a:pt x="975" y="1533"/>
                    </a:lnTo>
                    <a:lnTo>
                      <a:pt x="975" y="1532"/>
                    </a:lnTo>
                    <a:lnTo>
                      <a:pt x="975" y="1532"/>
                    </a:lnTo>
                    <a:lnTo>
                      <a:pt x="976" y="1531"/>
                    </a:lnTo>
                    <a:lnTo>
                      <a:pt x="976" y="1531"/>
                    </a:lnTo>
                    <a:lnTo>
                      <a:pt x="976" y="1530"/>
                    </a:lnTo>
                    <a:lnTo>
                      <a:pt x="977" y="1530"/>
                    </a:lnTo>
                    <a:lnTo>
                      <a:pt x="977" y="1530"/>
                    </a:lnTo>
                    <a:lnTo>
                      <a:pt x="977" y="1530"/>
                    </a:lnTo>
                    <a:lnTo>
                      <a:pt x="977" y="1530"/>
                    </a:lnTo>
                    <a:lnTo>
                      <a:pt x="978" y="1530"/>
                    </a:lnTo>
                    <a:lnTo>
                      <a:pt x="978" y="1530"/>
                    </a:lnTo>
                    <a:lnTo>
                      <a:pt x="978" y="1530"/>
                    </a:lnTo>
                    <a:lnTo>
                      <a:pt x="978" y="1530"/>
                    </a:lnTo>
                    <a:lnTo>
                      <a:pt x="979" y="1530"/>
                    </a:lnTo>
                    <a:lnTo>
                      <a:pt x="979" y="1530"/>
                    </a:lnTo>
                    <a:lnTo>
                      <a:pt x="980" y="1530"/>
                    </a:lnTo>
                    <a:lnTo>
                      <a:pt x="980" y="1530"/>
                    </a:lnTo>
                    <a:lnTo>
                      <a:pt x="980" y="1530"/>
                    </a:lnTo>
                    <a:lnTo>
                      <a:pt x="980" y="1530"/>
                    </a:lnTo>
                    <a:lnTo>
                      <a:pt x="981" y="1530"/>
                    </a:lnTo>
                    <a:lnTo>
                      <a:pt x="981" y="1530"/>
                    </a:lnTo>
                    <a:lnTo>
                      <a:pt x="981" y="1530"/>
                    </a:lnTo>
                    <a:lnTo>
                      <a:pt x="981" y="1530"/>
                    </a:lnTo>
                    <a:lnTo>
                      <a:pt x="982" y="1530"/>
                    </a:lnTo>
                    <a:lnTo>
                      <a:pt x="982" y="1530"/>
                    </a:lnTo>
                    <a:lnTo>
                      <a:pt x="982" y="1530"/>
                    </a:lnTo>
                    <a:lnTo>
                      <a:pt x="983" y="1530"/>
                    </a:lnTo>
                    <a:lnTo>
                      <a:pt x="983" y="1530"/>
                    </a:lnTo>
                    <a:lnTo>
                      <a:pt x="983" y="1530"/>
                    </a:lnTo>
                    <a:lnTo>
                      <a:pt x="983" y="1530"/>
                    </a:lnTo>
                    <a:lnTo>
                      <a:pt x="984" y="1530"/>
                    </a:lnTo>
                    <a:lnTo>
                      <a:pt x="984" y="1530"/>
                    </a:lnTo>
                    <a:lnTo>
                      <a:pt x="984" y="1530"/>
                    </a:lnTo>
                    <a:lnTo>
                      <a:pt x="984" y="1530"/>
                    </a:lnTo>
                    <a:lnTo>
                      <a:pt x="985" y="1530"/>
                    </a:lnTo>
                    <a:lnTo>
                      <a:pt x="985" y="1530"/>
                    </a:lnTo>
                    <a:lnTo>
                      <a:pt x="986" y="1530"/>
                    </a:lnTo>
                    <a:lnTo>
                      <a:pt x="986" y="1530"/>
                    </a:lnTo>
                    <a:lnTo>
                      <a:pt x="986" y="1530"/>
                    </a:lnTo>
                    <a:lnTo>
                      <a:pt x="986" y="1530"/>
                    </a:lnTo>
                    <a:lnTo>
                      <a:pt x="987" y="1530"/>
                    </a:lnTo>
                    <a:lnTo>
                      <a:pt x="987" y="1530"/>
                    </a:lnTo>
                    <a:lnTo>
                      <a:pt x="987" y="1530"/>
                    </a:lnTo>
                    <a:lnTo>
                      <a:pt x="987" y="1530"/>
                    </a:lnTo>
                    <a:lnTo>
                      <a:pt x="988" y="1530"/>
                    </a:lnTo>
                    <a:lnTo>
                      <a:pt x="988" y="1530"/>
                    </a:lnTo>
                    <a:lnTo>
                      <a:pt x="988" y="1530"/>
                    </a:lnTo>
                    <a:lnTo>
                      <a:pt x="989" y="1530"/>
                    </a:lnTo>
                    <a:lnTo>
                      <a:pt x="989" y="1530"/>
                    </a:lnTo>
                    <a:lnTo>
                      <a:pt x="989" y="1530"/>
                    </a:lnTo>
                    <a:lnTo>
                      <a:pt x="990" y="1530"/>
                    </a:lnTo>
                    <a:lnTo>
                      <a:pt x="990" y="1530"/>
                    </a:lnTo>
                    <a:lnTo>
                      <a:pt x="990" y="1530"/>
                    </a:lnTo>
                    <a:lnTo>
                      <a:pt x="990" y="1530"/>
                    </a:lnTo>
                    <a:lnTo>
                      <a:pt x="991" y="1530"/>
                    </a:lnTo>
                    <a:lnTo>
                      <a:pt x="991" y="1530"/>
                    </a:lnTo>
                    <a:lnTo>
                      <a:pt x="991" y="1530"/>
                    </a:lnTo>
                    <a:lnTo>
                      <a:pt x="992" y="1530"/>
                    </a:lnTo>
                    <a:lnTo>
                      <a:pt x="992" y="1530"/>
                    </a:lnTo>
                    <a:lnTo>
                      <a:pt x="992" y="1530"/>
                    </a:lnTo>
                    <a:lnTo>
                      <a:pt x="992" y="1530"/>
                    </a:lnTo>
                    <a:lnTo>
                      <a:pt x="993" y="1530"/>
                    </a:lnTo>
                    <a:lnTo>
                      <a:pt x="993" y="1530"/>
                    </a:lnTo>
                    <a:lnTo>
                      <a:pt x="993" y="1530"/>
                    </a:lnTo>
                    <a:lnTo>
                      <a:pt x="993" y="1530"/>
                    </a:lnTo>
                    <a:lnTo>
                      <a:pt x="994" y="1530"/>
                    </a:lnTo>
                    <a:lnTo>
                      <a:pt x="994" y="1530"/>
                    </a:lnTo>
                    <a:lnTo>
                      <a:pt x="995" y="1530"/>
                    </a:lnTo>
                    <a:lnTo>
                      <a:pt x="995" y="1530"/>
                    </a:lnTo>
                    <a:lnTo>
                      <a:pt x="995" y="1530"/>
                    </a:lnTo>
                    <a:lnTo>
                      <a:pt x="995" y="1530"/>
                    </a:lnTo>
                    <a:lnTo>
                      <a:pt x="996" y="1530"/>
                    </a:lnTo>
                    <a:lnTo>
                      <a:pt x="996" y="1530"/>
                    </a:lnTo>
                    <a:lnTo>
                      <a:pt x="996" y="1530"/>
                    </a:lnTo>
                    <a:lnTo>
                      <a:pt x="996" y="1530"/>
                    </a:lnTo>
                    <a:lnTo>
                      <a:pt x="997" y="1530"/>
                    </a:lnTo>
                    <a:lnTo>
                      <a:pt x="997" y="1530"/>
                    </a:lnTo>
                    <a:lnTo>
                      <a:pt x="997" y="1530"/>
                    </a:lnTo>
                    <a:lnTo>
                      <a:pt x="998" y="1530"/>
                    </a:lnTo>
                    <a:lnTo>
                      <a:pt x="998" y="1530"/>
                    </a:lnTo>
                    <a:lnTo>
                      <a:pt x="998" y="1530"/>
                    </a:lnTo>
                    <a:lnTo>
                      <a:pt x="998" y="1530"/>
                    </a:lnTo>
                    <a:lnTo>
                      <a:pt x="999" y="1530"/>
                    </a:lnTo>
                    <a:lnTo>
                      <a:pt x="999" y="1530"/>
                    </a:lnTo>
                    <a:lnTo>
                      <a:pt x="999" y="1530"/>
                    </a:lnTo>
                    <a:lnTo>
                      <a:pt x="1000" y="1530"/>
                    </a:lnTo>
                    <a:lnTo>
                      <a:pt x="1000" y="1530"/>
                    </a:lnTo>
                    <a:lnTo>
                      <a:pt x="1000" y="1530"/>
                    </a:lnTo>
                    <a:lnTo>
                      <a:pt x="1001" y="1530"/>
                    </a:lnTo>
                    <a:lnTo>
                      <a:pt x="1001" y="1530"/>
                    </a:lnTo>
                    <a:lnTo>
                      <a:pt x="1001" y="1530"/>
                    </a:lnTo>
                    <a:lnTo>
                      <a:pt x="1001" y="1530"/>
                    </a:lnTo>
                    <a:lnTo>
                      <a:pt x="1002" y="1530"/>
                    </a:lnTo>
                    <a:lnTo>
                      <a:pt x="1002" y="1530"/>
                    </a:lnTo>
                    <a:lnTo>
                      <a:pt x="1002" y="1530"/>
                    </a:lnTo>
                    <a:lnTo>
                      <a:pt x="1002" y="1530"/>
                    </a:lnTo>
                    <a:lnTo>
                      <a:pt x="1003" y="1530"/>
                    </a:lnTo>
                    <a:lnTo>
                      <a:pt x="1003" y="1530"/>
                    </a:lnTo>
                    <a:lnTo>
                      <a:pt x="1004" y="1530"/>
                    </a:lnTo>
                    <a:lnTo>
                      <a:pt x="1004" y="1530"/>
                    </a:lnTo>
                    <a:lnTo>
                      <a:pt x="1004" y="1530"/>
                    </a:lnTo>
                    <a:lnTo>
                      <a:pt x="1004" y="1530"/>
                    </a:lnTo>
                    <a:lnTo>
                      <a:pt x="1005" y="1530"/>
                    </a:lnTo>
                    <a:lnTo>
                      <a:pt x="1005" y="1530"/>
                    </a:lnTo>
                    <a:lnTo>
                      <a:pt x="1005" y="1530"/>
                    </a:lnTo>
                    <a:lnTo>
                      <a:pt x="1005" y="1530"/>
                    </a:lnTo>
                    <a:lnTo>
                      <a:pt x="1006" y="1530"/>
                    </a:lnTo>
                    <a:lnTo>
                      <a:pt x="1006" y="1530"/>
                    </a:lnTo>
                    <a:lnTo>
                      <a:pt x="1006" y="1530"/>
                    </a:lnTo>
                    <a:lnTo>
                      <a:pt x="1007" y="1530"/>
                    </a:lnTo>
                    <a:lnTo>
                      <a:pt x="1007" y="1530"/>
                    </a:lnTo>
                    <a:lnTo>
                      <a:pt x="1007" y="1530"/>
                    </a:lnTo>
                    <a:lnTo>
                      <a:pt x="1007" y="1530"/>
                    </a:lnTo>
                    <a:lnTo>
                      <a:pt x="1008" y="1530"/>
                    </a:lnTo>
                    <a:lnTo>
                      <a:pt x="1008" y="1530"/>
                    </a:lnTo>
                    <a:lnTo>
                      <a:pt x="1009" y="1530"/>
                    </a:lnTo>
                    <a:lnTo>
                      <a:pt x="1009" y="1530"/>
                    </a:lnTo>
                    <a:lnTo>
                      <a:pt x="1009" y="1530"/>
                    </a:lnTo>
                    <a:lnTo>
                      <a:pt x="1009" y="1530"/>
                    </a:lnTo>
                    <a:lnTo>
                      <a:pt x="1010" y="1530"/>
                    </a:lnTo>
                    <a:lnTo>
                      <a:pt x="1010" y="1530"/>
                    </a:lnTo>
                    <a:lnTo>
                      <a:pt x="1010" y="1530"/>
                    </a:lnTo>
                    <a:lnTo>
                      <a:pt x="1010" y="1530"/>
                    </a:lnTo>
                    <a:lnTo>
                      <a:pt x="1011" y="1530"/>
                    </a:lnTo>
                    <a:lnTo>
                      <a:pt x="1011" y="1530"/>
                    </a:lnTo>
                    <a:lnTo>
                      <a:pt x="1011" y="1530"/>
                    </a:lnTo>
                    <a:lnTo>
                      <a:pt x="1012" y="1530"/>
                    </a:lnTo>
                    <a:lnTo>
                      <a:pt x="1012" y="1530"/>
                    </a:lnTo>
                    <a:lnTo>
                      <a:pt x="1012" y="1530"/>
                    </a:lnTo>
                    <a:lnTo>
                      <a:pt x="1013" y="1530"/>
                    </a:lnTo>
                    <a:lnTo>
                      <a:pt x="1013" y="1530"/>
                    </a:lnTo>
                    <a:lnTo>
                      <a:pt x="1013" y="1530"/>
                    </a:lnTo>
                    <a:lnTo>
                      <a:pt x="1013" y="1530"/>
                    </a:lnTo>
                    <a:lnTo>
                      <a:pt x="1014" y="1530"/>
                    </a:lnTo>
                    <a:lnTo>
                      <a:pt x="1014" y="1530"/>
                    </a:lnTo>
                    <a:lnTo>
                      <a:pt x="1014" y="1530"/>
                    </a:lnTo>
                    <a:lnTo>
                      <a:pt x="1015" y="1530"/>
                    </a:lnTo>
                    <a:lnTo>
                      <a:pt x="1015" y="1530"/>
                    </a:lnTo>
                    <a:lnTo>
                      <a:pt x="1015" y="1530"/>
                    </a:lnTo>
                    <a:lnTo>
                      <a:pt x="1015" y="1530"/>
                    </a:lnTo>
                    <a:lnTo>
                      <a:pt x="1016" y="1530"/>
                    </a:lnTo>
                    <a:lnTo>
                      <a:pt x="1016" y="1530"/>
                    </a:lnTo>
                    <a:lnTo>
                      <a:pt x="1016" y="1530"/>
                    </a:lnTo>
                    <a:lnTo>
                      <a:pt x="1016" y="1530"/>
                    </a:lnTo>
                    <a:lnTo>
                      <a:pt x="1017" y="1530"/>
                    </a:lnTo>
                    <a:lnTo>
                      <a:pt x="1017" y="1530"/>
                    </a:lnTo>
                    <a:lnTo>
                      <a:pt x="1018" y="1530"/>
                    </a:lnTo>
                    <a:lnTo>
                      <a:pt x="1018" y="1530"/>
                    </a:lnTo>
                    <a:lnTo>
                      <a:pt x="1018" y="1530"/>
                    </a:lnTo>
                    <a:lnTo>
                      <a:pt x="1018" y="1530"/>
                    </a:lnTo>
                    <a:lnTo>
                      <a:pt x="1019" y="1530"/>
                    </a:lnTo>
                    <a:lnTo>
                      <a:pt x="1019" y="1530"/>
                    </a:lnTo>
                    <a:lnTo>
                      <a:pt x="1019" y="1530"/>
                    </a:lnTo>
                    <a:lnTo>
                      <a:pt x="1019" y="1530"/>
                    </a:lnTo>
                    <a:lnTo>
                      <a:pt x="1020" y="1530"/>
                    </a:lnTo>
                    <a:lnTo>
                      <a:pt x="1020" y="1530"/>
                    </a:lnTo>
                    <a:lnTo>
                      <a:pt x="1020" y="1530"/>
                    </a:lnTo>
                    <a:lnTo>
                      <a:pt x="1021" y="1529"/>
                    </a:lnTo>
                    <a:lnTo>
                      <a:pt x="1021" y="1528"/>
                    </a:lnTo>
                    <a:lnTo>
                      <a:pt x="1021" y="1527"/>
                    </a:lnTo>
                    <a:lnTo>
                      <a:pt x="1021" y="1526"/>
                    </a:lnTo>
                    <a:lnTo>
                      <a:pt x="1022" y="1519"/>
                    </a:lnTo>
                    <a:lnTo>
                      <a:pt x="1022" y="1512"/>
                    </a:lnTo>
                    <a:lnTo>
                      <a:pt x="1022" y="1506"/>
                    </a:lnTo>
                    <a:lnTo>
                      <a:pt x="1023" y="1499"/>
                    </a:lnTo>
                    <a:lnTo>
                      <a:pt x="1023" y="1499"/>
                    </a:lnTo>
                    <a:lnTo>
                      <a:pt x="1023" y="1499"/>
                    </a:lnTo>
                    <a:lnTo>
                      <a:pt x="1024" y="1499"/>
                    </a:lnTo>
                    <a:lnTo>
                      <a:pt x="1024" y="1499"/>
                    </a:lnTo>
                    <a:lnTo>
                      <a:pt x="1024" y="1499"/>
                    </a:lnTo>
                    <a:lnTo>
                      <a:pt x="1024" y="1499"/>
                    </a:lnTo>
                    <a:lnTo>
                      <a:pt x="1025" y="1499"/>
                    </a:lnTo>
                    <a:lnTo>
                      <a:pt x="1025" y="1499"/>
                    </a:lnTo>
                    <a:lnTo>
                      <a:pt x="1025" y="1499"/>
                    </a:lnTo>
                    <a:lnTo>
                      <a:pt x="1025" y="1499"/>
                    </a:lnTo>
                    <a:lnTo>
                      <a:pt x="1026" y="1499"/>
                    </a:lnTo>
                    <a:lnTo>
                      <a:pt x="1026" y="1499"/>
                    </a:lnTo>
                    <a:lnTo>
                      <a:pt x="1027" y="1499"/>
                    </a:lnTo>
                    <a:lnTo>
                      <a:pt x="1027" y="1499"/>
                    </a:lnTo>
                    <a:lnTo>
                      <a:pt x="1027" y="1499"/>
                    </a:lnTo>
                    <a:lnTo>
                      <a:pt x="1027" y="1499"/>
                    </a:lnTo>
                    <a:lnTo>
                      <a:pt x="1028" y="1499"/>
                    </a:lnTo>
                    <a:lnTo>
                      <a:pt x="1028" y="1499"/>
                    </a:lnTo>
                    <a:lnTo>
                      <a:pt x="1028" y="1499"/>
                    </a:lnTo>
                    <a:lnTo>
                      <a:pt x="1028" y="1499"/>
                    </a:lnTo>
                    <a:lnTo>
                      <a:pt x="1029" y="1499"/>
                    </a:lnTo>
                    <a:lnTo>
                      <a:pt x="1029" y="1499"/>
                    </a:lnTo>
                    <a:lnTo>
                      <a:pt x="1029" y="1499"/>
                    </a:lnTo>
                    <a:lnTo>
                      <a:pt x="1030" y="1499"/>
                    </a:lnTo>
                    <a:lnTo>
                      <a:pt x="1030" y="1499"/>
                    </a:lnTo>
                    <a:lnTo>
                      <a:pt x="1030" y="1500"/>
                    </a:lnTo>
                    <a:lnTo>
                      <a:pt x="1030" y="1501"/>
                    </a:lnTo>
                    <a:lnTo>
                      <a:pt x="1031" y="1502"/>
                    </a:lnTo>
                    <a:lnTo>
                      <a:pt x="1031" y="1504"/>
                    </a:lnTo>
                    <a:lnTo>
                      <a:pt x="1031" y="1509"/>
                    </a:lnTo>
                    <a:lnTo>
                      <a:pt x="1031" y="1514"/>
                    </a:lnTo>
                    <a:lnTo>
                      <a:pt x="1032" y="1520"/>
                    </a:lnTo>
                    <a:lnTo>
                      <a:pt x="1032" y="1526"/>
                    </a:lnTo>
                    <a:lnTo>
                      <a:pt x="1033" y="1526"/>
                    </a:lnTo>
                    <a:lnTo>
                      <a:pt x="1033" y="1527"/>
                    </a:lnTo>
                    <a:lnTo>
                      <a:pt x="1033" y="1527"/>
                    </a:lnTo>
                    <a:lnTo>
                      <a:pt x="1033" y="1528"/>
                    </a:lnTo>
                    <a:lnTo>
                      <a:pt x="1034" y="1531"/>
                    </a:lnTo>
                    <a:lnTo>
                      <a:pt x="1034" y="1533"/>
                    </a:lnTo>
                    <a:lnTo>
                      <a:pt x="1034" y="1536"/>
                    </a:lnTo>
                    <a:lnTo>
                      <a:pt x="1034" y="1539"/>
                    </a:lnTo>
                    <a:lnTo>
                      <a:pt x="1035" y="1539"/>
                    </a:lnTo>
                    <a:lnTo>
                      <a:pt x="1035" y="1539"/>
                    </a:lnTo>
                    <a:lnTo>
                      <a:pt x="1035" y="1539"/>
                    </a:lnTo>
                    <a:lnTo>
                      <a:pt x="1036" y="1539"/>
                    </a:lnTo>
                    <a:lnTo>
                      <a:pt x="1036" y="1539"/>
                    </a:lnTo>
                    <a:lnTo>
                      <a:pt x="1036" y="1539"/>
                    </a:lnTo>
                    <a:lnTo>
                      <a:pt x="1037" y="1539"/>
                    </a:lnTo>
                    <a:lnTo>
                      <a:pt x="1037" y="1539"/>
                    </a:lnTo>
                    <a:lnTo>
                      <a:pt x="1037" y="1539"/>
                    </a:lnTo>
                    <a:lnTo>
                      <a:pt x="1037" y="1539"/>
                    </a:lnTo>
                    <a:lnTo>
                      <a:pt x="1038" y="1539"/>
                    </a:lnTo>
                    <a:lnTo>
                      <a:pt x="1038" y="1539"/>
                    </a:lnTo>
                    <a:lnTo>
                      <a:pt x="1038" y="1539"/>
                    </a:lnTo>
                    <a:lnTo>
                      <a:pt x="1039" y="1539"/>
                    </a:lnTo>
                    <a:lnTo>
                      <a:pt x="1039" y="1539"/>
                    </a:lnTo>
                    <a:lnTo>
                      <a:pt x="1039" y="1539"/>
                    </a:lnTo>
                    <a:lnTo>
                      <a:pt x="1039" y="1539"/>
                    </a:lnTo>
                    <a:lnTo>
                      <a:pt x="1040" y="1539"/>
                    </a:lnTo>
                    <a:lnTo>
                      <a:pt x="1040" y="1539"/>
                    </a:lnTo>
                    <a:lnTo>
                      <a:pt x="1040" y="1539"/>
                    </a:lnTo>
                    <a:lnTo>
                      <a:pt x="1040" y="1539"/>
                    </a:lnTo>
                    <a:lnTo>
                      <a:pt x="1041" y="1539"/>
                    </a:lnTo>
                    <a:lnTo>
                      <a:pt x="1041" y="1539"/>
                    </a:lnTo>
                    <a:lnTo>
                      <a:pt x="1042" y="1539"/>
                    </a:lnTo>
                    <a:lnTo>
                      <a:pt x="1042" y="1539"/>
                    </a:lnTo>
                    <a:lnTo>
                      <a:pt x="1042" y="1539"/>
                    </a:lnTo>
                    <a:lnTo>
                      <a:pt x="1042" y="1539"/>
                    </a:lnTo>
                    <a:lnTo>
                      <a:pt x="1043" y="1539"/>
                    </a:lnTo>
                    <a:lnTo>
                      <a:pt x="1043" y="1539"/>
                    </a:lnTo>
                    <a:lnTo>
                      <a:pt x="1043" y="1539"/>
                    </a:lnTo>
                    <a:lnTo>
                      <a:pt x="1043" y="1539"/>
                    </a:lnTo>
                    <a:lnTo>
                      <a:pt x="1044" y="1539"/>
                    </a:lnTo>
                    <a:lnTo>
                      <a:pt x="1044" y="1539"/>
                    </a:lnTo>
                    <a:lnTo>
                      <a:pt x="1044" y="1539"/>
                    </a:lnTo>
                    <a:lnTo>
                      <a:pt x="1045" y="1539"/>
                    </a:lnTo>
                    <a:lnTo>
                      <a:pt x="1045" y="1539"/>
                    </a:lnTo>
                    <a:lnTo>
                      <a:pt x="1045" y="1539"/>
                    </a:lnTo>
                    <a:lnTo>
                      <a:pt x="1045" y="1539"/>
                    </a:lnTo>
                    <a:lnTo>
                      <a:pt x="1046" y="1539"/>
                    </a:lnTo>
                    <a:lnTo>
                      <a:pt x="1046" y="1539"/>
                    </a:lnTo>
                    <a:lnTo>
                      <a:pt x="1046" y="1539"/>
                    </a:lnTo>
                    <a:lnTo>
                      <a:pt x="1047" y="1539"/>
                    </a:lnTo>
                    <a:lnTo>
                      <a:pt x="1047" y="1539"/>
                    </a:lnTo>
                    <a:lnTo>
                      <a:pt x="1047" y="1539"/>
                    </a:lnTo>
                    <a:lnTo>
                      <a:pt x="1048" y="1539"/>
                    </a:lnTo>
                    <a:lnTo>
                      <a:pt x="1048" y="1539"/>
                    </a:lnTo>
                    <a:lnTo>
                      <a:pt x="1048" y="1539"/>
                    </a:lnTo>
                    <a:lnTo>
                      <a:pt x="1048" y="1539"/>
                    </a:lnTo>
                    <a:lnTo>
                      <a:pt x="1049" y="1539"/>
                    </a:lnTo>
                    <a:lnTo>
                      <a:pt x="1049" y="1539"/>
                    </a:lnTo>
                    <a:lnTo>
                      <a:pt x="1049" y="1539"/>
                    </a:lnTo>
                    <a:lnTo>
                      <a:pt x="1049" y="1539"/>
                    </a:lnTo>
                    <a:lnTo>
                      <a:pt x="1050" y="1539"/>
                    </a:lnTo>
                    <a:lnTo>
                      <a:pt x="1050" y="1539"/>
                    </a:lnTo>
                    <a:lnTo>
                      <a:pt x="1051" y="1539"/>
                    </a:lnTo>
                    <a:lnTo>
                      <a:pt x="1051" y="1539"/>
                    </a:lnTo>
                    <a:lnTo>
                      <a:pt x="1051" y="1538"/>
                    </a:lnTo>
                    <a:lnTo>
                      <a:pt x="1051" y="1537"/>
                    </a:lnTo>
                    <a:lnTo>
                      <a:pt x="1052" y="1537"/>
                    </a:lnTo>
                    <a:lnTo>
                      <a:pt x="1052" y="1536"/>
                    </a:lnTo>
                    <a:lnTo>
                      <a:pt x="1052" y="1536"/>
                    </a:lnTo>
                    <a:lnTo>
                      <a:pt x="1052" y="1535"/>
                    </a:lnTo>
                    <a:lnTo>
                      <a:pt x="1053" y="1534"/>
                    </a:lnTo>
                    <a:lnTo>
                      <a:pt x="1053" y="1528"/>
                    </a:lnTo>
                    <a:lnTo>
                      <a:pt x="1053" y="1522"/>
                    </a:lnTo>
                    <a:lnTo>
                      <a:pt x="1054" y="1516"/>
                    </a:lnTo>
                    <a:lnTo>
                      <a:pt x="1054" y="1510"/>
                    </a:lnTo>
                    <a:lnTo>
                      <a:pt x="1054" y="1510"/>
                    </a:lnTo>
                    <a:lnTo>
                      <a:pt x="1054" y="1510"/>
                    </a:lnTo>
                    <a:lnTo>
                      <a:pt x="1055" y="1510"/>
                    </a:lnTo>
                    <a:lnTo>
                      <a:pt x="1055" y="1510"/>
                    </a:lnTo>
                    <a:lnTo>
                      <a:pt x="1055" y="1510"/>
                    </a:lnTo>
                    <a:lnTo>
                      <a:pt x="1055" y="1510"/>
                    </a:lnTo>
                    <a:lnTo>
                      <a:pt x="1056" y="1510"/>
                    </a:lnTo>
                    <a:lnTo>
                      <a:pt x="1056" y="1510"/>
                    </a:lnTo>
                    <a:lnTo>
                      <a:pt x="1057" y="1510"/>
                    </a:lnTo>
                    <a:lnTo>
                      <a:pt x="1057" y="1510"/>
                    </a:lnTo>
                    <a:lnTo>
                      <a:pt x="1057" y="1510"/>
                    </a:lnTo>
                    <a:lnTo>
                      <a:pt x="1057" y="1510"/>
                    </a:lnTo>
                    <a:lnTo>
                      <a:pt x="1058" y="1510"/>
                    </a:lnTo>
                    <a:lnTo>
                      <a:pt x="1058" y="1510"/>
                    </a:lnTo>
                    <a:lnTo>
                      <a:pt x="1058" y="1510"/>
                    </a:lnTo>
                    <a:lnTo>
                      <a:pt x="1058" y="1510"/>
                    </a:lnTo>
                    <a:lnTo>
                      <a:pt x="1059" y="1506"/>
                    </a:lnTo>
                    <a:lnTo>
                      <a:pt x="1059" y="1502"/>
                    </a:lnTo>
                    <a:lnTo>
                      <a:pt x="1060" y="1499"/>
                    </a:lnTo>
                    <a:lnTo>
                      <a:pt x="1060" y="1495"/>
                    </a:lnTo>
                    <a:lnTo>
                      <a:pt x="1060" y="1491"/>
                    </a:lnTo>
                    <a:lnTo>
                      <a:pt x="1060" y="1488"/>
                    </a:lnTo>
                    <a:lnTo>
                      <a:pt x="1061" y="1485"/>
                    </a:lnTo>
                    <a:lnTo>
                      <a:pt x="1061" y="1481"/>
                    </a:lnTo>
                    <a:lnTo>
                      <a:pt x="1061" y="1481"/>
                    </a:lnTo>
                    <a:lnTo>
                      <a:pt x="1061" y="1481"/>
                    </a:lnTo>
                    <a:lnTo>
                      <a:pt x="1062" y="1481"/>
                    </a:lnTo>
                    <a:lnTo>
                      <a:pt x="1062" y="1481"/>
                    </a:lnTo>
                    <a:lnTo>
                      <a:pt x="1062" y="1476"/>
                    </a:lnTo>
                    <a:lnTo>
                      <a:pt x="1063" y="1471"/>
                    </a:lnTo>
                    <a:lnTo>
                      <a:pt x="1063" y="1466"/>
                    </a:lnTo>
                    <a:lnTo>
                      <a:pt x="1063" y="1461"/>
                    </a:lnTo>
                    <a:lnTo>
                      <a:pt x="1063" y="1458"/>
                    </a:lnTo>
                    <a:lnTo>
                      <a:pt x="1064" y="1454"/>
                    </a:lnTo>
                    <a:lnTo>
                      <a:pt x="1064" y="1451"/>
                    </a:lnTo>
                    <a:lnTo>
                      <a:pt x="1064" y="1448"/>
                    </a:lnTo>
                    <a:lnTo>
                      <a:pt x="1064" y="1448"/>
                    </a:lnTo>
                    <a:lnTo>
                      <a:pt x="1065" y="1448"/>
                    </a:lnTo>
                    <a:lnTo>
                      <a:pt x="1065" y="1448"/>
                    </a:lnTo>
                    <a:lnTo>
                      <a:pt x="1066" y="1448"/>
                    </a:lnTo>
                    <a:lnTo>
                      <a:pt x="1066" y="1448"/>
                    </a:lnTo>
                    <a:lnTo>
                      <a:pt x="1066" y="1448"/>
                    </a:lnTo>
                    <a:lnTo>
                      <a:pt x="1066" y="1448"/>
                    </a:lnTo>
                    <a:lnTo>
                      <a:pt x="1067" y="1448"/>
                    </a:lnTo>
                    <a:lnTo>
                      <a:pt x="1067" y="1448"/>
                    </a:lnTo>
                    <a:lnTo>
                      <a:pt x="1067" y="1448"/>
                    </a:lnTo>
                    <a:lnTo>
                      <a:pt x="1067" y="1448"/>
                    </a:lnTo>
                    <a:lnTo>
                      <a:pt x="1068" y="1448"/>
                    </a:lnTo>
                    <a:lnTo>
                      <a:pt x="1068" y="1448"/>
                    </a:lnTo>
                    <a:lnTo>
                      <a:pt x="1068" y="1448"/>
                    </a:lnTo>
                    <a:lnTo>
                      <a:pt x="1069" y="1448"/>
                    </a:lnTo>
                    <a:lnTo>
                      <a:pt x="1069" y="1448"/>
                    </a:lnTo>
                    <a:lnTo>
                      <a:pt x="1069" y="1448"/>
                    </a:lnTo>
                    <a:lnTo>
                      <a:pt x="1070" y="1448"/>
                    </a:lnTo>
                    <a:lnTo>
                      <a:pt x="1070" y="1448"/>
                    </a:lnTo>
                    <a:lnTo>
                      <a:pt x="1070" y="1448"/>
                    </a:lnTo>
                    <a:lnTo>
                      <a:pt x="1070" y="1448"/>
                    </a:lnTo>
                    <a:lnTo>
                      <a:pt x="1071" y="1448"/>
                    </a:lnTo>
                    <a:lnTo>
                      <a:pt x="1071" y="1448"/>
                    </a:lnTo>
                    <a:lnTo>
                      <a:pt x="1071" y="1448"/>
                    </a:lnTo>
                    <a:lnTo>
                      <a:pt x="1072" y="1448"/>
                    </a:lnTo>
                    <a:lnTo>
                      <a:pt x="1072" y="1448"/>
                    </a:lnTo>
                    <a:lnTo>
                      <a:pt x="1072" y="1448"/>
                    </a:lnTo>
                    <a:lnTo>
                      <a:pt x="1072" y="1448"/>
                    </a:lnTo>
                    <a:lnTo>
                      <a:pt x="1073" y="1448"/>
                    </a:lnTo>
                    <a:lnTo>
                      <a:pt x="1073" y="1448"/>
                    </a:lnTo>
                    <a:lnTo>
                      <a:pt x="1073" y="1448"/>
                    </a:lnTo>
                    <a:lnTo>
                      <a:pt x="1073" y="1448"/>
                    </a:lnTo>
                    <a:lnTo>
                      <a:pt x="1074" y="1448"/>
                    </a:lnTo>
                    <a:lnTo>
                      <a:pt x="1074" y="1448"/>
                    </a:lnTo>
                    <a:lnTo>
                      <a:pt x="1075" y="1448"/>
                    </a:lnTo>
                    <a:lnTo>
                      <a:pt x="1075" y="1448"/>
                    </a:lnTo>
                    <a:lnTo>
                      <a:pt x="1075" y="1448"/>
                    </a:lnTo>
                    <a:lnTo>
                      <a:pt x="1075" y="1448"/>
                    </a:lnTo>
                    <a:lnTo>
                      <a:pt x="1076" y="1448"/>
                    </a:lnTo>
                    <a:lnTo>
                      <a:pt x="1076" y="1448"/>
                    </a:lnTo>
                    <a:lnTo>
                      <a:pt x="1076" y="1448"/>
                    </a:lnTo>
                    <a:lnTo>
                      <a:pt x="1077" y="1448"/>
                    </a:lnTo>
                    <a:lnTo>
                      <a:pt x="1077" y="1448"/>
                    </a:lnTo>
                    <a:lnTo>
                      <a:pt x="1077" y="1448"/>
                    </a:lnTo>
                    <a:lnTo>
                      <a:pt x="1077" y="1448"/>
                    </a:lnTo>
                    <a:lnTo>
                      <a:pt x="1078" y="1447"/>
                    </a:lnTo>
                    <a:lnTo>
                      <a:pt x="1078" y="1446"/>
                    </a:lnTo>
                    <a:lnTo>
                      <a:pt x="1078" y="1446"/>
                    </a:lnTo>
                    <a:lnTo>
                      <a:pt x="1078" y="1446"/>
                    </a:lnTo>
                    <a:lnTo>
                      <a:pt x="1079" y="1446"/>
                    </a:lnTo>
                    <a:lnTo>
                      <a:pt x="1079" y="1446"/>
                    </a:lnTo>
                    <a:lnTo>
                      <a:pt x="1080" y="1446"/>
                    </a:lnTo>
                    <a:lnTo>
                      <a:pt x="1080" y="1446"/>
                    </a:lnTo>
                    <a:lnTo>
                      <a:pt x="1080" y="1446"/>
                    </a:lnTo>
                    <a:lnTo>
                      <a:pt x="1080" y="1446"/>
                    </a:lnTo>
                    <a:lnTo>
                      <a:pt x="1081" y="1446"/>
                    </a:lnTo>
                    <a:lnTo>
                      <a:pt x="1081" y="1446"/>
                    </a:lnTo>
                    <a:lnTo>
                      <a:pt x="1081" y="1446"/>
                    </a:lnTo>
                    <a:lnTo>
                      <a:pt x="1081" y="1446"/>
                    </a:lnTo>
                    <a:lnTo>
                      <a:pt x="1082" y="1446"/>
                    </a:lnTo>
                    <a:lnTo>
                      <a:pt x="1082" y="1446"/>
                    </a:lnTo>
                    <a:lnTo>
                      <a:pt x="1082" y="1446"/>
                    </a:lnTo>
                    <a:lnTo>
                      <a:pt x="1083" y="1446"/>
                    </a:lnTo>
                    <a:lnTo>
                      <a:pt x="1083" y="1446"/>
                    </a:lnTo>
                    <a:lnTo>
                      <a:pt x="1083" y="1446"/>
                    </a:lnTo>
                    <a:lnTo>
                      <a:pt x="1084" y="1446"/>
                    </a:lnTo>
                    <a:lnTo>
                      <a:pt x="1084" y="1446"/>
                    </a:lnTo>
                    <a:lnTo>
                      <a:pt x="1084" y="1446"/>
                    </a:lnTo>
                    <a:lnTo>
                      <a:pt x="1084" y="1446"/>
                    </a:lnTo>
                    <a:lnTo>
                      <a:pt x="1085" y="1446"/>
                    </a:lnTo>
                    <a:lnTo>
                      <a:pt x="1085" y="1446"/>
                    </a:lnTo>
                    <a:lnTo>
                      <a:pt x="1085" y="1446"/>
                    </a:lnTo>
                    <a:lnTo>
                      <a:pt x="1086" y="1446"/>
                    </a:lnTo>
                    <a:lnTo>
                      <a:pt x="1086" y="1446"/>
                    </a:lnTo>
                    <a:lnTo>
                      <a:pt x="1086" y="1446"/>
                    </a:lnTo>
                    <a:lnTo>
                      <a:pt x="1086" y="1446"/>
                    </a:lnTo>
                    <a:lnTo>
                      <a:pt x="1087" y="1446"/>
                    </a:lnTo>
                    <a:lnTo>
                      <a:pt x="1087" y="1446"/>
                    </a:lnTo>
                    <a:lnTo>
                      <a:pt x="1087" y="1446"/>
                    </a:lnTo>
                    <a:lnTo>
                      <a:pt x="1087" y="1446"/>
                    </a:lnTo>
                    <a:lnTo>
                      <a:pt x="1088" y="1446"/>
                    </a:lnTo>
                    <a:lnTo>
                      <a:pt x="1088" y="1446"/>
                    </a:lnTo>
                    <a:lnTo>
                      <a:pt x="1089" y="1446"/>
                    </a:lnTo>
                    <a:lnTo>
                      <a:pt x="1089" y="1446"/>
                    </a:lnTo>
                    <a:lnTo>
                      <a:pt x="1089" y="1446"/>
                    </a:lnTo>
                    <a:lnTo>
                      <a:pt x="1089" y="1446"/>
                    </a:lnTo>
                    <a:lnTo>
                      <a:pt x="1090" y="1446"/>
                    </a:lnTo>
                    <a:lnTo>
                      <a:pt x="1090" y="1446"/>
                    </a:lnTo>
                    <a:lnTo>
                      <a:pt x="1090" y="1446"/>
                    </a:lnTo>
                    <a:lnTo>
                      <a:pt x="1090" y="1446"/>
                    </a:lnTo>
                    <a:lnTo>
                      <a:pt x="1091" y="1446"/>
                    </a:lnTo>
                    <a:lnTo>
                      <a:pt x="1091" y="1446"/>
                    </a:lnTo>
                    <a:lnTo>
                      <a:pt x="1091" y="1446"/>
                    </a:lnTo>
                    <a:lnTo>
                      <a:pt x="1092" y="1446"/>
                    </a:lnTo>
                    <a:lnTo>
                      <a:pt x="1092" y="1446"/>
                    </a:lnTo>
                    <a:lnTo>
                      <a:pt x="1092" y="1446"/>
                    </a:lnTo>
                    <a:lnTo>
                      <a:pt x="1092" y="1446"/>
                    </a:lnTo>
                    <a:lnTo>
                      <a:pt x="1093" y="1446"/>
                    </a:lnTo>
                    <a:lnTo>
                      <a:pt x="1093" y="1446"/>
                    </a:lnTo>
                    <a:lnTo>
                      <a:pt x="1093" y="1446"/>
                    </a:lnTo>
                    <a:lnTo>
                      <a:pt x="1094" y="1446"/>
                    </a:lnTo>
                    <a:lnTo>
                      <a:pt x="1094" y="1446"/>
                    </a:lnTo>
                    <a:lnTo>
                      <a:pt x="1094" y="1446"/>
                    </a:lnTo>
                    <a:lnTo>
                      <a:pt x="1095" y="1446"/>
                    </a:lnTo>
                    <a:lnTo>
                      <a:pt x="1095" y="1446"/>
                    </a:lnTo>
                    <a:lnTo>
                      <a:pt x="1095" y="1446"/>
                    </a:lnTo>
                    <a:lnTo>
                      <a:pt x="1095" y="1446"/>
                    </a:lnTo>
                    <a:lnTo>
                      <a:pt x="1096" y="1446"/>
                    </a:lnTo>
                    <a:lnTo>
                      <a:pt x="1096" y="1446"/>
                    </a:lnTo>
                    <a:lnTo>
                      <a:pt x="1096" y="1446"/>
                    </a:lnTo>
                    <a:lnTo>
                      <a:pt x="1096" y="1446"/>
                    </a:lnTo>
                    <a:lnTo>
                      <a:pt x="1097" y="1446"/>
                    </a:lnTo>
                    <a:lnTo>
                      <a:pt x="1097" y="1446"/>
                    </a:lnTo>
                    <a:lnTo>
                      <a:pt x="1098" y="1446"/>
                    </a:lnTo>
                    <a:lnTo>
                      <a:pt x="1098" y="1446"/>
                    </a:lnTo>
                    <a:lnTo>
                      <a:pt x="1098" y="1446"/>
                    </a:lnTo>
                    <a:lnTo>
                      <a:pt x="1098" y="1446"/>
                    </a:lnTo>
                    <a:lnTo>
                      <a:pt x="1099" y="1446"/>
                    </a:lnTo>
                    <a:lnTo>
                      <a:pt x="1099" y="1446"/>
                    </a:lnTo>
                    <a:lnTo>
                      <a:pt x="1099" y="1446"/>
                    </a:lnTo>
                    <a:lnTo>
                      <a:pt x="1099" y="1445"/>
                    </a:lnTo>
                    <a:lnTo>
                      <a:pt x="1100" y="1445"/>
                    </a:lnTo>
                    <a:lnTo>
                      <a:pt x="1100" y="1444"/>
                    </a:lnTo>
                    <a:lnTo>
                      <a:pt x="1100" y="1444"/>
                    </a:lnTo>
                    <a:lnTo>
                      <a:pt x="1101" y="1444"/>
                    </a:lnTo>
                    <a:lnTo>
                      <a:pt x="1101" y="1444"/>
                    </a:lnTo>
                    <a:lnTo>
                      <a:pt x="1101" y="1444"/>
                    </a:lnTo>
                    <a:lnTo>
                      <a:pt x="1101" y="1444"/>
                    </a:lnTo>
                    <a:lnTo>
                      <a:pt x="1102" y="1444"/>
                    </a:lnTo>
                    <a:lnTo>
                      <a:pt x="1102" y="1444"/>
                    </a:lnTo>
                    <a:lnTo>
                      <a:pt x="1102" y="1444"/>
                    </a:lnTo>
                    <a:lnTo>
                      <a:pt x="1102" y="1444"/>
                    </a:lnTo>
                    <a:lnTo>
                      <a:pt x="1103" y="1444"/>
                    </a:lnTo>
                    <a:lnTo>
                      <a:pt x="1103" y="1444"/>
                    </a:lnTo>
                    <a:lnTo>
                      <a:pt x="1104" y="1444"/>
                    </a:lnTo>
                    <a:lnTo>
                      <a:pt x="1104" y="1444"/>
                    </a:lnTo>
                    <a:lnTo>
                      <a:pt x="1104" y="1444"/>
                    </a:lnTo>
                    <a:lnTo>
                      <a:pt x="1104" y="1444"/>
                    </a:lnTo>
                    <a:lnTo>
                      <a:pt x="1105" y="1444"/>
                    </a:lnTo>
                    <a:lnTo>
                      <a:pt x="1105" y="1444"/>
                    </a:lnTo>
                    <a:lnTo>
                      <a:pt x="1105" y="1444"/>
                    </a:lnTo>
                    <a:lnTo>
                      <a:pt x="1105" y="1444"/>
                    </a:lnTo>
                    <a:lnTo>
                      <a:pt x="1106" y="1444"/>
                    </a:lnTo>
                    <a:lnTo>
                      <a:pt x="1106" y="1444"/>
                    </a:lnTo>
                    <a:lnTo>
                      <a:pt x="1106" y="1444"/>
                    </a:lnTo>
                    <a:lnTo>
                      <a:pt x="1107" y="1444"/>
                    </a:lnTo>
                    <a:lnTo>
                      <a:pt x="1107" y="1444"/>
                    </a:lnTo>
                    <a:lnTo>
                      <a:pt x="1107" y="1444"/>
                    </a:lnTo>
                    <a:lnTo>
                      <a:pt x="1108" y="1444"/>
                    </a:lnTo>
                    <a:lnTo>
                      <a:pt x="1108" y="1444"/>
                    </a:lnTo>
                    <a:lnTo>
                      <a:pt x="1108" y="1444"/>
                    </a:lnTo>
                    <a:lnTo>
                      <a:pt x="1108" y="1444"/>
                    </a:lnTo>
                    <a:lnTo>
                      <a:pt x="1109" y="1444"/>
                    </a:lnTo>
                    <a:lnTo>
                      <a:pt x="1109" y="1444"/>
                    </a:lnTo>
                    <a:lnTo>
                      <a:pt x="1109" y="1444"/>
                    </a:lnTo>
                    <a:lnTo>
                      <a:pt x="1110" y="1444"/>
                    </a:lnTo>
                    <a:lnTo>
                      <a:pt x="1110" y="1444"/>
                    </a:lnTo>
                    <a:lnTo>
                      <a:pt x="1110" y="1444"/>
                    </a:lnTo>
                    <a:lnTo>
                      <a:pt x="1110" y="1444"/>
                    </a:lnTo>
                    <a:lnTo>
                      <a:pt x="1111" y="1444"/>
                    </a:lnTo>
                    <a:lnTo>
                      <a:pt x="1111" y="1444"/>
                    </a:lnTo>
                    <a:lnTo>
                      <a:pt x="1111" y="1444"/>
                    </a:lnTo>
                    <a:lnTo>
                      <a:pt x="1111" y="1444"/>
                    </a:lnTo>
                    <a:lnTo>
                      <a:pt x="1112" y="1444"/>
                    </a:lnTo>
                    <a:lnTo>
                      <a:pt x="1112" y="1444"/>
                    </a:lnTo>
                    <a:lnTo>
                      <a:pt x="1113" y="1448"/>
                    </a:lnTo>
                    <a:lnTo>
                      <a:pt x="1113" y="1451"/>
                    </a:lnTo>
                    <a:lnTo>
                      <a:pt x="1113" y="1455"/>
                    </a:lnTo>
                    <a:lnTo>
                      <a:pt x="1113" y="1459"/>
                    </a:lnTo>
                    <a:lnTo>
                      <a:pt x="1114" y="1459"/>
                    </a:lnTo>
                    <a:lnTo>
                      <a:pt x="1114" y="1459"/>
                    </a:lnTo>
                    <a:lnTo>
                      <a:pt x="1114" y="1459"/>
                    </a:lnTo>
                    <a:lnTo>
                      <a:pt x="1114" y="1459"/>
                    </a:lnTo>
                    <a:lnTo>
                      <a:pt x="1115" y="1459"/>
                    </a:lnTo>
                    <a:lnTo>
                      <a:pt x="1115" y="1459"/>
                    </a:lnTo>
                    <a:lnTo>
                      <a:pt x="1115" y="1459"/>
                    </a:lnTo>
                    <a:lnTo>
                      <a:pt x="1116" y="1459"/>
                    </a:lnTo>
                    <a:lnTo>
                      <a:pt x="1116" y="1459"/>
                    </a:lnTo>
                    <a:lnTo>
                      <a:pt x="1116" y="1459"/>
                    </a:lnTo>
                    <a:lnTo>
                      <a:pt x="1117" y="1459"/>
                    </a:lnTo>
                    <a:lnTo>
                      <a:pt x="1117" y="1459"/>
                    </a:lnTo>
                    <a:lnTo>
                      <a:pt x="1117" y="1459"/>
                    </a:lnTo>
                    <a:lnTo>
                      <a:pt x="1117" y="1459"/>
                    </a:lnTo>
                    <a:lnTo>
                      <a:pt x="1118" y="1459"/>
                    </a:lnTo>
                    <a:lnTo>
                      <a:pt x="1118" y="1459"/>
                    </a:lnTo>
                    <a:lnTo>
                      <a:pt x="1118" y="1459"/>
                    </a:lnTo>
                    <a:lnTo>
                      <a:pt x="1119" y="1459"/>
                    </a:lnTo>
                    <a:lnTo>
                      <a:pt x="1119" y="1459"/>
                    </a:lnTo>
                    <a:lnTo>
                      <a:pt x="1119" y="1459"/>
                    </a:lnTo>
                    <a:lnTo>
                      <a:pt x="1119" y="1459"/>
                    </a:lnTo>
                    <a:lnTo>
                      <a:pt x="1120" y="1459"/>
                    </a:lnTo>
                    <a:lnTo>
                      <a:pt x="1120" y="1459"/>
                    </a:lnTo>
                    <a:lnTo>
                      <a:pt x="1120" y="1459"/>
                    </a:lnTo>
                    <a:lnTo>
                      <a:pt x="1120" y="1459"/>
                    </a:lnTo>
                    <a:lnTo>
                      <a:pt x="1121" y="1459"/>
                    </a:lnTo>
                    <a:lnTo>
                      <a:pt x="1121" y="1459"/>
                    </a:lnTo>
                    <a:lnTo>
                      <a:pt x="1122" y="1458"/>
                    </a:lnTo>
                    <a:lnTo>
                      <a:pt x="1122" y="1458"/>
                    </a:lnTo>
                    <a:lnTo>
                      <a:pt x="1122" y="1458"/>
                    </a:lnTo>
                    <a:lnTo>
                      <a:pt x="1122" y="1457"/>
                    </a:lnTo>
                    <a:lnTo>
                      <a:pt x="1123" y="1457"/>
                    </a:lnTo>
                    <a:lnTo>
                      <a:pt x="1123" y="1458"/>
                    </a:lnTo>
                    <a:lnTo>
                      <a:pt x="1123" y="1459"/>
                    </a:lnTo>
                    <a:lnTo>
                      <a:pt x="1123" y="1460"/>
                    </a:lnTo>
                    <a:lnTo>
                      <a:pt x="1124" y="1461"/>
                    </a:lnTo>
                    <a:lnTo>
                      <a:pt x="1124" y="1462"/>
                    </a:lnTo>
                    <a:lnTo>
                      <a:pt x="1124" y="1463"/>
                    </a:lnTo>
                    <a:lnTo>
                      <a:pt x="1125" y="1463"/>
                    </a:lnTo>
                    <a:lnTo>
                      <a:pt x="1125" y="1464"/>
                    </a:lnTo>
                    <a:lnTo>
                      <a:pt x="1125" y="1464"/>
                    </a:lnTo>
                    <a:lnTo>
                      <a:pt x="1125" y="1464"/>
                    </a:lnTo>
                    <a:lnTo>
                      <a:pt x="1126" y="1464"/>
                    </a:lnTo>
                    <a:lnTo>
                      <a:pt x="1126" y="1464"/>
                    </a:lnTo>
                    <a:lnTo>
                      <a:pt x="1126" y="1464"/>
                    </a:lnTo>
                    <a:lnTo>
                      <a:pt x="1127" y="1464"/>
                    </a:lnTo>
                    <a:lnTo>
                      <a:pt x="1127" y="1464"/>
                    </a:lnTo>
                    <a:lnTo>
                      <a:pt x="1127" y="1464"/>
                    </a:lnTo>
                    <a:lnTo>
                      <a:pt x="1128" y="1464"/>
                    </a:lnTo>
                    <a:lnTo>
                      <a:pt x="1128" y="1464"/>
                    </a:lnTo>
                    <a:lnTo>
                      <a:pt x="1128" y="1464"/>
                    </a:lnTo>
                    <a:lnTo>
                      <a:pt x="1128" y="1464"/>
                    </a:lnTo>
                    <a:lnTo>
                      <a:pt x="1129" y="1464"/>
                    </a:lnTo>
                    <a:lnTo>
                      <a:pt x="1129" y="1464"/>
                    </a:lnTo>
                    <a:lnTo>
                      <a:pt x="1129" y="1464"/>
                    </a:lnTo>
                    <a:lnTo>
                      <a:pt x="1129" y="1464"/>
                    </a:lnTo>
                    <a:lnTo>
                      <a:pt x="1130" y="1464"/>
                    </a:lnTo>
                    <a:lnTo>
                      <a:pt x="1130" y="1464"/>
                    </a:lnTo>
                    <a:lnTo>
                      <a:pt x="1131" y="1464"/>
                    </a:lnTo>
                    <a:lnTo>
                      <a:pt x="1131" y="1464"/>
                    </a:lnTo>
                    <a:lnTo>
                      <a:pt x="1131" y="1464"/>
                    </a:lnTo>
                    <a:lnTo>
                      <a:pt x="1131" y="1464"/>
                    </a:lnTo>
                    <a:lnTo>
                      <a:pt x="1132" y="1464"/>
                    </a:lnTo>
                    <a:lnTo>
                      <a:pt x="1132" y="1464"/>
                    </a:lnTo>
                    <a:lnTo>
                      <a:pt x="1132" y="1464"/>
                    </a:lnTo>
                    <a:lnTo>
                      <a:pt x="1132" y="1464"/>
                    </a:lnTo>
                    <a:lnTo>
                      <a:pt x="1133" y="1464"/>
                    </a:lnTo>
                    <a:lnTo>
                      <a:pt x="1133" y="1464"/>
                    </a:lnTo>
                    <a:lnTo>
                      <a:pt x="1133" y="1464"/>
                    </a:lnTo>
                    <a:lnTo>
                      <a:pt x="1134" y="1464"/>
                    </a:lnTo>
                    <a:lnTo>
                      <a:pt x="1134" y="1464"/>
                    </a:lnTo>
                    <a:lnTo>
                      <a:pt x="1134" y="1464"/>
                    </a:lnTo>
                    <a:lnTo>
                      <a:pt x="1134" y="1464"/>
                    </a:lnTo>
                    <a:lnTo>
                      <a:pt x="1135" y="1464"/>
                    </a:lnTo>
                    <a:lnTo>
                      <a:pt x="1135" y="1464"/>
                    </a:lnTo>
                    <a:lnTo>
                      <a:pt x="1135" y="1464"/>
                    </a:lnTo>
                    <a:lnTo>
                      <a:pt x="1135" y="1464"/>
                    </a:lnTo>
                    <a:lnTo>
                      <a:pt x="1136" y="1464"/>
                    </a:lnTo>
                    <a:lnTo>
                      <a:pt x="1136" y="1464"/>
                    </a:lnTo>
                    <a:lnTo>
                      <a:pt x="1137" y="1464"/>
                    </a:lnTo>
                    <a:lnTo>
                      <a:pt x="1137" y="1464"/>
                    </a:lnTo>
                    <a:lnTo>
                      <a:pt x="1137" y="1464"/>
                    </a:lnTo>
                    <a:lnTo>
                      <a:pt x="1137" y="1464"/>
                    </a:lnTo>
                    <a:lnTo>
                      <a:pt x="1138" y="1464"/>
                    </a:lnTo>
                    <a:lnTo>
                      <a:pt x="1138" y="1464"/>
                    </a:lnTo>
                    <a:lnTo>
                      <a:pt x="1138" y="1464"/>
                    </a:lnTo>
                    <a:lnTo>
                      <a:pt x="1138" y="1464"/>
                    </a:lnTo>
                    <a:lnTo>
                      <a:pt x="1139" y="1464"/>
                    </a:lnTo>
                    <a:lnTo>
                      <a:pt x="1139" y="1464"/>
                    </a:lnTo>
                    <a:lnTo>
                      <a:pt x="1139" y="1464"/>
                    </a:lnTo>
                    <a:lnTo>
                      <a:pt x="1140" y="1464"/>
                    </a:lnTo>
                    <a:lnTo>
                      <a:pt x="1140" y="1464"/>
                    </a:lnTo>
                    <a:lnTo>
                      <a:pt x="1140" y="1464"/>
                    </a:lnTo>
                    <a:lnTo>
                      <a:pt x="1141" y="1464"/>
                    </a:lnTo>
                    <a:lnTo>
                      <a:pt x="1141" y="1464"/>
                    </a:lnTo>
                    <a:lnTo>
                      <a:pt x="1141" y="1464"/>
                    </a:lnTo>
                    <a:lnTo>
                      <a:pt x="1141" y="1464"/>
                    </a:lnTo>
                    <a:lnTo>
                      <a:pt x="1142" y="1464"/>
                    </a:lnTo>
                    <a:lnTo>
                      <a:pt x="1142" y="1464"/>
                    </a:lnTo>
                    <a:lnTo>
                      <a:pt x="1142" y="1464"/>
                    </a:lnTo>
                    <a:lnTo>
                      <a:pt x="1143" y="1464"/>
                    </a:lnTo>
                    <a:lnTo>
                      <a:pt x="1143" y="1464"/>
                    </a:lnTo>
                    <a:lnTo>
                      <a:pt x="1143" y="1464"/>
                    </a:lnTo>
                    <a:lnTo>
                      <a:pt x="1143" y="1464"/>
                    </a:lnTo>
                    <a:lnTo>
                      <a:pt x="1144" y="1464"/>
                    </a:lnTo>
                    <a:lnTo>
                      <a:pt x="1144" y="1464"/>
                    </a:lnTo>
                    <a:lnTo>
                      <a:pt x="1144" y="1464"/>
                    </a:lnTo>
                    <a:lnTo>
                      <a:pt x="1144" y="1464"/>
                    </a:lnTo>
                    <a:lnTo>
                      <a:pt x="1145" y="1464"/>
                    </a:lnTo>
                    <a:lnTo>
                      <a:pt x="1145" y="1464"/>
                    </a:lnTo>
                    <a:lnTo>
                      <a:pt x="1146" y="1464"/>
                    </a:lnTo>
                    <a:lnTo>
                      <a:pt x="1146" y="1464"/>
                    </a:lnTo>
                    <a:lnTo>
                      <a:pt x="1146" y="1464"/>
                    </a:lnTo>
                    <a:lnTo>
                      <a:pt x="1146" y="1464"/>
                    </a:lnTo>
                    <a:lnTo>
                      <a:pt x="1147" y="1464"/>
                    </a:lnTo>
                    <a:lnTo>
                      <a:pt x="1147" y="1464"/>
                    </a:lnTo>
                    <a:lnTo>
                      <a:pt x="1147" y="1464"/>
                    </a:lnTo>
                    <a:lnTo>
                      <a:pt x="1148" y="1464"/>
                    </a:lnTo>
                    <a:lnTo>
                      <a:pt x="1148" y="1464"/>
                    </a:lnTo>
                    <a:lnTo>
                      <a:pt x="1148" y="1464"/>
                    </a:lnTo>
                    <a:lnTo>
                      <a:pt x="1148" y="1464"/>
                    </a:lnTo>
                    <a:lnTo>
                      <a:pt x="1149" y="1464"/>
                    </a:lnTo>
                    <a:lnTo>
                      <a:pt x="1149" y="1464"/>
                    </a:lnTo>
                    <a:lnTo>
                      <a:pt x="1149" y="1464"/>
                    </a:lnTo>
                    <a:lnTo>
                      <a:pt x="1149" y="1464"/>
                    </a:lnTo>
                    <a:lnTo>
                      <a:pt x="1150" y="1464"/>
                    </a:lnTo>
                    <a:lnTo>
                      <a:pt x="1150" y="1464"/>
                    </a:lnTo>
                    <a:lnTo>
                      <a:pt x="1151" y="1464"/>
                    </a:lnTo>
                    <a:lnTo>
                      <a:pt x="1151" y="1464"/>
                    </a:lnTo>
                    <a:lnTo>
                      <a:pt x="1151" y="1464"/>
                    </a:lnTo>
                    <a:lnTo>
                      <a:pt x="1151" y="1464"/>
                    </a:lnTo>
                    <a:lnTo>
                      <a:pt x="1152" y="1464"/>
                    </a:lnTo>
                    <a:lnTo>
                      <a:pt x="1152" y="1464"/>
                    </a:lnTo>
                    <a:lnTo>
                      <a:pt x="1152" y="1464"/>
                    </a:lnTo>
                    <a:lnTo>
                      <a:pt x="1152" y="1464"/>
                    </a:lnTo>
                    <a:lnTo>
                      <a:pt x="1153" y="1464"/>
                    </a:lnTo>
                    <a:lnTo>
                      <a:pt x="1153" y="1464"/>
                    </a:lnTo>
                    <a:lnTo>
                      <a:pt x="1153" y="1464"/>
                    </a:lnTo>
                    <a:lnTo>
                      <a:pt x="1154" y="1464"/>
                    </a:lnTo>
                    <a:lnTo>
                      <a:pt x="1154" y="1464"/>
                    </a:lnTo>
                    <a:lnTo>
                      <a:pt x="1154" y="1464"/>
                    </a:lnTo>
                    <a:lnTo>
                      <a:pt x="1155" y="1464"/>
                    </a:lnTo>
                    <a:lnTo>
                      <a:pt x="1155" y="1464"/>
                    </a:lnTo>
                    <a:lnTo>
                      <a:pt x="1155" y="1464"/>
                    </a:lnTo>
                    <a:lnTo>
                      <a:pt x="1155" y="1464"/>
                    </a:lnTo>
                    <a:lnTo>
                      <a:pt x="1156" y="1464"/>
                    </a:lnTo>
                    <a:lnTo>
                      <a:pt x="1156" y="1464"/>
                    </a:lnTo>
                    <a:lnTo>
                      <a:pt x="1156" y="1464"/>
                    </a:lnTo>
                    <a:lnTo>
                      <a:pt x="1157" y="1464"/>
                    </a:lnTo>
                    <a:lnTo>
                      <a:pt x="1157" y="1464"/>
                    </a:lnTo>
                    <a:lnTo>
                      <a:pt x="1157" y="1464"/>
                    </a:lnTo>
                    <a:lnTo>
                      <a:pt x="1157" y="1464"/>
                    </a:lnTo>
                    <a:lnTo>
                      <a:pt x="1158" y="1464"/>
                    </a:lnTo>
                    <a:lnTo>
                      <a:pt x="1158" y="1464"/>
                    </a:lnTo>
                    <a:lnTo>
                      <a:pt x="1158" y="1464"/>
                    </a:lnTo>
                    <a:lnTo>
                      <a:pt x="1158" y="1464"/>
                    </a:lnTo>
                    <a:lnTo>
                      <a:pt x="1159" y="1464"/>
                    </a:lnTo>
                    <a:lnTo>
                      <a:pt x="1159" y="1464"/>
                    </a:lnTo>
                    <a:lnTo>
                      <a:pt x="1160" y="1464"/>
                    </a:lnTo>
                    <a:lnTo>
                      <a:pt x="1160" y="1464"/>
                    </a:lnTo>
                    <a:lnTo>
                      <a:pt x="1160" y="1464"/>
                    </a:lnTo>
                    <a:lnTo>
                      <a:pt x="1160" y="1464"/>
                    </a:lnTo>
                    <a:lnTo>
                      <a:pt x="1161" y="1464"/>
                    </a:lnTo>
                    <a:lnTo>
                      <a:pt x="1161" y="1464"/>
                    </a:lnTo>
                    <a:lnTo>
                      <a:pt x="1161" y="1464"/>
                    </a:lnTo>
                    <a:lnTo>
                      <a:pt x="1161" y="1464"/>
                    </a:lnTo>
                    <a:lnTo>
                      <a:pt x="1162" y="1464"/>
                    </a:lnTo>
                    <a:lnTo>
                      <a:pt x="1162" y="1464"/>
                    </a:lnTo>
                    <a:lnTo>
                      <a:pt x="1162" y="1464"/>
                    </a:lnTo>
                    <a:lnTo>
                      <a:pt x="1163" y="1464"/>
                    </a:lnTo>
                    <a:lnTo>
                      <a:pt x="1163" y="1464"/>
                    </a:lnTo>
                    <a:lnTo>
                      <a:pt x="1163" y="1464"/>
                    </a:lnTo>
                    <a:lnTo>
                      <a:pt x="1163" y="1464"/>
                    </a:lnTo>
                    <a:lnTo>
                      <a:pt x="1164" y="1464"/>
                    </a:lnTo>
                    <a:lnTo>
                      <a:pt x="1164" y="1464"/>
                    </a:lnTo>
                    <a:lnTo>
                      <a:pt x="1164" y="1463"/>
                    </a:lnTo>
                    <a:lnTo>
                      <a:pt x="1165" y="1463"/>
                    </a:lnTo>
                    <a:lnTo>
                      <a:pt x="1165" y="1462"/>
                    </a:lnTo>
                    <a:lnTo>
                      <a:pt x="1165" y="1461"/>
                    </a:lnTo>
                    <a:lnTo>
                      <a:pt x="1166" y="1460"/>
                    </a:lnTo>
                    <a:lnTo>
                      <a:pt x="1166" y="1459"/>
                    </a:lnTo>
                    <a:lnTo>
                      <a:pt x="1166" y="1458"/>
                    </a:lnTo>
                    <a:lnTo>
                      <a:pt x="1166" y="1457"/>
                    </a:lnTo>
                    <a:lnTo>
                      <a:pt x="1167" y="1457"/>
                    </a:lnTo>
                    <a:lnTo>
                      <a:pt x="1167" y="1457"/>
                    </a:lnTo>
                    <a:lnTo>
                      <a:pt x="1167" y="1457"/>
                    </a:lnTo>
                    <a:lnTo>
                      <a:pt x="1167" y="1457"/>
                    </a:lnTo>
                    <a:lnTo>
                      <a:pt x="1168" y="1457"/>
                    </a:lnTo>
                    <a:lnTo>
                      <a:pt x="1168" y="1457"/>
                    </a:lnTo>
                    <a:lnTo>
                      <a:pt x="1169" y="1457"/>
                    </a:lnTo>
                    <a:lnTo>
                      <a:pt x="1169" y="1457"/>
                    </a:lnTo>
                    <a:lnTo>
                      <a:pt x="1169" y="1457"/>
                    </a:lnTo>
                    <a:lnTo>
                      <a:pt x="1169" y="1458"/>
                    </a:lnTo>
                    <a:lnTo>
                      <a:pt x="1170" y="1459"/>
                    </a:lnTo>
                    <a:lnTo>
                      <a:pt x="1170" y="1460"/>
                    </a:lnTo>
                    <a:lnTo>
                      <a:pt x="1170" y="1461"/>
                    </a:lnTo>
                    <a:lnTo>
                      <a:pt x="1170" y="1468"/>
                    </a:lnTo>
                    <a:lnTo>
                      <a:pt x="1171" y="1475"/>
                    </a:lnTo>
                    <a:lnTo>
                      <a:pt x="1171" y="1481"/>
                    </a:lnTo>
                    <a:lnTo>
                      <a:pt x="1171" y="1488"/>
                    </a:lnTo>
                    <a:lnTo>
                      <a:pt x="1172" y="1488"/>
                    </a:lnTo>
                    <a:lnTo>
                      <a:pt x="1172" y="1488"/>
                    </a:lnTo>
                    <a:lnTo>
                      <a:pt x="1172" y="1488"/>
                    </a:lnTo>
                    <a:lnTo>
                      <a:pt x="1172" y="1488"/>
                    </a:lnTo>
                    <a:lnTo>
                      <a:pt x="1173" y="1488"/>
                    </a:lnTo>
                    <a:lnTo>
                      <a:pt x="1173" y="1488"/>
                    </a:lnTo>
                    <a:lnTo>
                      <a:pt x="1173" y="1488"/>
                    </a:lnTo>
                    <a:lnTo>
                      <a:pt x="1173" y="1488"/>
                    </a:lnTo>
                    <a:lnTo>
                      <a:pt x="1174" y="1488"/>
                    </a:lnTo>
                    <a:lnTo>
                      <a:pt x="1174" y="1488"/>
                    </a:lnTo>
                    <a:lnTo>
                      <a:pt x="1175" y="1488"/>
                    </a:lnTo>
                    <a:lnTo>
                      <a:pt x="1175" y="1488"/>
                    </a:lnTo>
                    <a:lnTo>
                      <a:pt x="1175" y="1488"/>
                    </a:lnTo>
                    <a:lnTo>
                      <a:pt x="1175" y="1488"/>
                    </a:lnTo>
                    <a:lnTo>
                      <a:pt x="1176" y="1488"/>
                    </a:lnTo>
                    <a:lnTo>
                      <a:pt x="1176" y="1488"/>
                    </a:lnTo>
                    <a:lnTo>
                      <a:pt x="1176" y="1488"/>
                    </a:lnTo>
                    <a:lnTo>
                      <a:pt x="1176" y="1488"/>
                    </a:lnTo>
                    <a:lnTo>
                      <a:pt x="1177" y="1488"/>
                    </a:lnTo>
                    <a:lnTo>
                      <a:pt x="1177" y="1488"/>
                    </a:lnTo>
                    <a:lnTo>
                      <a:pt x="1178" y="1488"/>
                    </a:lnTo>
                    <a:lnTo>
                      <a:pt x="1178" y="1488"/>
                    </a:lnTo>
                    <a:lnTo>
                      <a:pt x="1178" y="1488"/>
                    </a:lnTo>
                    <a:lnTo>
                      <a:pt x="1178" y="1488"/>
                    </a:lnTo>
                    <a:lnTo>
                      <a:pt x="1179" y="1488"/>
                    </a:lnTo>
                    <a:lnTo>
                      <a:pt x="1179" y="1488"/>
                    </a:lnTo>
                    <a:lnTo>
                      <a:pt x="1179" y="1488"/>
                    </a:lnTo>
                    <a:lnTo>
                      <a:pt x="1179" y="1488"/>
                    </a:lnTo>
                    <a:lnTo>
                      <a:pt x="1180" y="1488"/>
                    </a:lnTo>
                    <a:lnTo>
                      <a:pt x="1180" y="1488"/>
                    </a:lnTo>
                    <a:lnTo>
                      <a:pt x="1180" y="1488"/>
                    </a:lnTo>
                    <a:lnTo>
                      <a:pt x="1181" y="1488"/>
                    </a:lnTo>
                    <a:lnTo>
                      <a:pt x="1181" y="1488"/>
                    </a:lnTo>
                    <a:lnTo>
                      <a:pt x="1181" y="1488"/>
                    </a:lnTo>
                    <a:lnTo>
                      <a:pt x="1181" y="1488"/>
                    </a:lnTo>
                    <a:lnTo>
                      <a:pt x="1182" y="1487"/>
                    </a:lnTo>
                    <a:lnTo>
                      <a:pt x="1182" y="1487"/>
                    </a:lnTo>
                    <a:lnTo>
                      <a:pt x="1182" y="1486"/>
                    </a:lnTo>
                    <a:lnTo>
                      <a:pt x="1182" y="1486"/>
                    </a:lnTo>
                    <a:lnTo>
                      <a:pt x="1183" y="1478"/>
                    </a:lnTo>
                    <a:lnTo>
                      <a:pt x="1183" y="1469"/>
                    </a:lnTo>
                    <a:lnTo>
                      <a:pt x="1184" y="1461"/>
                    </a:lnTo>
                    <a:lnTo>
                      <a:pt x="1184" y="1452"/>
                    </a:lnTo>
                    <a:lnTo>
                      <a:pt x="1184" y="1452"/>
                    </a:lnTo>
                    <a:lnTo>
                      <a:pt x="1184" y="1451"/>
                    </a:lnTo>
                    <a:lnTo>
                      <a:pt x="1185" y="1451"/>
                    </a:lnTo>
                    <a:lnTo>
                      <a:pt x="1185" y="1450"/>
                    </a:lnTo>
                    <a:lnTo>
                      <a:pt x="1185" y="1450"/>
                    </a:lnTo>
                    <a:lnTo>
                      <a:pt x="1185" y="1450"/>
                    </a:lnTo>
                    <a:lnTo>
                      <a:pt x="1186" y="1450"/>
                    </a:lnTo>
                    <a:lnTo>
                      <a:pt x="1186" y="1450"/>
                    </a:lnTo>
                    <a:lnTo>
                      <a:pt x="1186" y="1450"/>
                    </a:lnTo>
                    <a:lnTo>
                      <a:pt x="1187" y="1450"/>
                    </a:lnTo>
                    <a:lnTo>
                      <a:pt x="1187" y="1450"/>
                    </a:lnTo>
                    <a:lnTo>
                      <a:pt x="1187" y="1450"/>
                    </a:lnTo>
                    <a:lnTo>
                      <a:pt x="1188" y="1449"/>
                    </a:lnTo>
                    <a:lnTo>
                      <a:pt x="1188" y="1448"/>
                    </a:lnTo>
                    <a:lnTo>
                      <a:pt x="1188" y="1447"/>
                    </a:lnTo>
                    <a:lnTo>
                      <a:pt x="1188" y="1446"/>
                    </a:lnTo>
                    <a:lnTo>
                      <a:pt x="1189" y="1446"/>
                    </a:lnTo>
                    <a:lnTo>
                      <a:pt x="1189" y="1446"/>
                    </a:lnTo>
                    <a:lnTo>
                      <a:pt x="1189" y="1446"/>
                    </a:lnTo>
                    <a:lnTo>
                      <a:pt x="1190" y="1446"/>
                    </a:lnTo>
                    <a:lnTo>
                      <a:pt x="1190" y="1446"/>
                    </a:lnTo>
                    <a:lnTo>
                      <a:pt x="1190" y="1446"/>
                    </a:lnTo>
                    <a:lnTo>
                      <a:pt x="1190" y="1446"/>
                    </a:lnTo>
                    <a:lnTo>
                      <a:pt x="1191" y="1446"/>
                    </a:lnTo>
                    <a:lnTo>
                      <a:pt x="1191" y="1446"/>
                    </a:lnTo>
                    <a:lnTo>
                      <a:pt x="1191" y="1446"/>
                    </a:lnTo>
                    <a:lnTo>
                      <a:pt x="1191" y="1446"/>
                    </a:lnTo>
                    <a:lnTo>
                      <a:pt x="1192" y="1446"/>
                    </a:lnTo>
                    <a:lnTo>
                      <a:pt x="1192" y="1442"/>
                    </a:lnTo>
                    <a:lnTo>
                      <a:pt x="1193" y="1438"/>
                    </a:lnTo>
                    <a:lnTo>
                      <a:pt x="1193" y="1434"/>
                    </a:lnTo>
                    <a:lnTo>
                      <a:pt x="1193" y="1430"/>
                    </a:lnTo>
                    <a:lnTo>
                      <a:pt x="1193" y="1414"/>
                    </a:lnTo>
                    <a:lnTo>
                      <a:pt x="1194" y="1397"/>
                    </a:lnTo>
                    <a:lnTo>
                      <a:pt x="1194" y="1381"/>
                    </a:lnTo>
                    <a:lnTo>
                      <a:pt x="1194" y="1364"/>
                    </a:lnTo>
                    <a:lnTo>
                      <a:pt x="1194" y="1348"/>
                    </a:lnTo>
                    <a:lnTo>
                      <a:pt x="1195" y="1332"/>
                    </a:lnTo>
                    <a:lnTo>
                      <a:pt x="1195" y="1316"/>
                    </a:lnTo>
                    <a:lnTo>
                      <a:pt x="1195" y="1300"/>
                    </a:lnTo>
                    <a:lnTo>
                      <a:pt x="1196" y="1292"/>
                    </a:lnTo>
                    <a:lnTo>
                      <a:pt x="1196" y="1285"/>
                    </a:lnTo>
                    <a:lnTo>
                      <a:pt x="1196" y="1278"/>
                    </a:lnTo>
                    <a:lnTo>
                      <a:pt x="1196" y="1271"/>
                    </a:lnTo>
                    <a:lnTo>
                      <a:pt x="1197" y="1268"/>
                    </a:lnTo>
                    <a:lnTo>
                      <a:pt x="1197" y="1264"/>
                    </a:lnTo>
                    <a:lnTo>
                      <a:pt x="1197" y="1261"/>
                    </a:lnTo>
                    <a:lnTo>
                      <a:pt x="1198" y="1258"/>
                    </a:lnTo>
                    <a:lnTo>
                      <a:pt x="1198" y="1257"/>
                    </a:lnTo>
                    <a:lnTo>
                      <a:pt x="1198" y="1257"/>
                    </a:lnTo>
                    <a:lnTo>
                      <a:pt x="1199" y="1256"/>
                    </a:lnTo>
                    <a:lnTo>
                      <a:pt x="1199" y="1255"/>
                    </a:lnTo>
                    <a:lnTo>
                      <a:pt x="1199" y="1255"/>
                    </a:lnTo>
                    <a:lnTo>
                      <a:pt x="1199" y="1256"/>
                    </a:lnTo>
                    <a:lnTo>
                      <a:pt x="1200" y="1257"/>
                    </a:lnTo>
                    <a:lnTo>
                      <a:pt x="1200" y="1257"/>
                    </a:lnTo>
                    <a:lnTo>
                      <a:pt x="1200" y="1250"/>
                    </a:lnTo>
                    <a:lnTo>
                      <a:pt x="1200" y="1244"/>
                    </a:lnTo>
                    <a:lnTo>
                      <a:pt x="1201" y="1237"/>
                    </a:lnTo>
                    <a:lnTo>
                      <a:pt x="1201" y="1230"/>
                    </a:lnTo>
                    <a:lnTo>
                      <a:pt x="1202" y="1213"/>
                    </a:lnTo>
                    <a:lnTo>
                      <a:pt x="1202" y="1202"/>
                    </a:lnTo>
                    <a:lnTo>
                      <a:pt x="1202" y="1190"/>
                    </a:lnTo>
                    <a:lnTo>
                      <a:pt x="1202" y="1178"/>
                    </a:lnTo>
                    <a:lnTo>
                      <a:pt x="1203" y="1167"/>
                    </a:lnTo>
                    <a:lnTo>
                      <a:pt x="1203" y="1149"/>
                    </a:lnTo>
                    <a:lnTo>
                      <a:pt x="1203" y="1131"/>
                    </a:lnTo>
                    <a:lnTo>
                      <a:pt x="1203" y="1113"/>
                    </a:lnTo>
                    <a:lnTo>
                      <a:pt x="1204" y="1097"/>
                    </a:lnTo>
                    <a:lnTo>
                      <a:pt x="1204" y="1080"/>
                    </a:lnTo>
                    <a:lnTo>
                      <a:pt x="1204" y="1064"/>
                    </a:lnTo>
                    <a:lnTo>
                      <a:pt x="1205" y="1047"/>
                    </a:lnTo>
                    <a:lnTo>
                      <a:pt x="1205" y="1044"/>
                    </a:lnTo>
                    <a:lnTo>
                      <a:pt x="1205" y="1042"/>
                    </a:lnTo>
                    <a:lnTo>
                      <a:pt x="1205" y="1039"/>
                    </a:lnTo>
                    <a:lnTo>
                      <a:pt x="1206" y="1036"/>
                    </a:lnTo>
                    <a:lnTo>
                      <a:pt x="1206" y="1030"/>
                    </a:lnTo>
                    <a:lnTo>
                      <a:pt x="1206" y="1024"/>
                    </a:lnTo>
                    <a:lnTo>
                      <a:pt x="1206" y="1018"/>
                    </a:lnTo>
                    <a:lnTo>
                      <a:pt x="1207" y="1012"/>
                    </a:lnTo>
                    <a:lnTo>
                      <a:pt x="1207" y="1011"/>
                    </a:lnTo>
                    <a:lnTo>
                      <a:pt x="1208" y="1015"/>
                    </a:lnTo>
                    <a:lnTo>
                      <a:pt x="1208" y="1018"/>
                    </a:lnTo>
                    <a:lnTo>
                      <a:pt x="1208" y="1021"/>
                    </a:lnTo>
                    <a:lnTo>
                      <a:pt x="1208" y="1025"/>
                    </a:lnTo>
                    <a:lnTo>
                      <a:pt x="1209" y="1028"/>
                    </a:lnTo>
                    <a:lnTo>
                      <a:pt x="1209" y="1031"/>
                    </a:lnTo>
                    <a:lnTo>
                      <a:pt x="1209" y="1035"/>
                    </a:lnTo>
                    <a:lnTo>
                      <a:pt x="1209" y="1038"/>
                    </a:lnTo>
                    <a:lnTo>
                      <a:pt x="1210" y="1038"/>
                    </a:lnTo>
                    <a:lnTo>
                      <a:pt x="1210" y="1038"/>
                    </a:lnTo>
                    <a:lnTo>
                      <a:pt x="1210" y="1038"/>
                    </a:lnTo>
                    <a:lnTo>
                      <a:pt x="1211" y="1038"/>
                    </a:lnTo>
                    <a:lnTo>
                      <a:pt x="1211" y="1043"/>
                    </a:lnTo>
                    <a:lnTo>
                      <a:pt x="1211" y="1048"/>
                    </a:lnTo>
                    <a:lnTo>
                      <a:pt x="1212" y="1053"/>
                    </a:lnTo>
                    <a:lnTo>
                      <a:pt x="1212" y="1058"/>
                    </a:lnTo>
                    <a:lnTo>
                      <a:pt x="1212" y="1062"/>
                    </a:lnTo>
                    <a:lnTo>
                      <a:pt x="1212" y="1066"/>
                    </a:lnTo>
                    <a:lnTo>
                      <a:pt x="1213" y="1070"/>
                    </a:lnTo>
                    <a:lnTo>
                      <a:pt x="1213" y="1071"/>
                    </a:lnTo>
                    <a:lnTo>
                      <a:pt x="1213" y="1069"/>
                    </a:lnTo>
                    <a:lnTo>
                      <a:pt x="1214" y="1067"/>
                    </a:lnTo>
                    <a:lnTo>
                      <a:pt x="1214" y="1065"/>
                    </a:lnTo>
                    <a:lnTo>
                      <a:pt x="1214" y="1062"/>
                    </a:lnTo>
                    <a:lnTo>
                      <a:pt x="1214" y="1059"/>
                    </a:lnTo>
                    <a:lnTo>
                      <a:pt x="1215" y="1057"/>
                    </a:lnTo>
                    <a:lnTo>
                      <a:pt x="1215" y="1054"/>
                    </a:lnTo>
                    <a:lnTo>
                      <a:pt x="1216" y="1054"/>
                    </a:lnTo>
                    <a:lnTo>
                      <a:pt x="1216" y="1054"/>
                    </a:lnTo>
                    <a:lnTo>
                      <a:pt x="1216" y="1054"/>
                    </a:lnTo>
                    <a:lnTo>
                      <a:pt x="1216" y="1054"/>
                    </a:lnTo>
                    <a:lnTo>
                      <a:pt x="1217" y="1053"/>
                    </a:lnTo>
                    <a:lnTo>
                      <a:pt x="1217" y="1053"/>
                    </a:lnTo>
                    <a:lnTo>
                      <a:pt x="1217" y="1052"/>
                    </a:lnTo>
                    <a:lnTo>
                      <a:pt x="1217" y="1051"/>
                    </a:lnTo>
                    <a:lnTo>
                      <a:pt x="1218" y="1051"/>
                    </a:lnTo>
                    <a:lnTo>
                      <a:pt x="1218" y="1051"/>
                    </a:lnTo>
                    <a:lnTo>
                      <a:pt x="1218" y="1051"/>
                    </a:lnTo>
                    <a:lnTo>
                      <a:pt x="1219" y="1051"/>
                    </a:lnTo>
                    <a:lnTo>
                      <a:pt x="1219" y="1051"/>
                    </a:lnTo>
                    <a:lnTo>
                      <a:pt x="1219" y="1051"/>
                    </a:lnTo>
                    <a:lnTo>
                      <a:pt x="1219" y="1051"/>
                    </a:lnTo>
                    <a:lnTo>
                      <a:pt x="1220" y="1051"/>
                    </a:lnTo>
                    <a:lnTo>
                      <a:pt x="1220" y="1051"/>
                    </a:lnTo>
                    <a:lnTo>
                      <a:pt x="1220" y="1051"/>
                    </a:lnTo>
                    <a:lnTo>
                      <a:pt x="1220" y="1051"/>
                    </a:lnTo>
                    <a:lnTo>
                      <a:pt x="1221" y="1051"/>
                    </a:lnTo>
                    <a:lnTo>
                      <a:pt x="1221" y="1051"/>
                    </a:lnTo>
                    <a:lnTo>
                      <a:pt x="1222" y="1051"/>
                    </a:lnTo>
                    <a:lnTo>
                      <a:pt x="1222" y="1051"/>
                    </a:lnTo>
                    <a:lnTo>
                      <a:pt x="1222" y="1051"/>
                    </a:lnTo>
                    <a:lnTo>
                      <a:pt x="1222" y="1051"/>
                    </a:lnTo>
                    <a:lnTo>
                      <a:pt x="1223" y="1051"/>
                    </a:lnTo>
                    <a:lnTo>
                      <a:pt x="1223" y="1051"/>
                    </a:lnTo>
                    <a:lnTo>
                      <a:pt x="1223" y="1051"/>
                    </a:lnTo>
                    <a:lnTo>
                      <a:pt x="1223" y="1051"/>
                    </a:lnTo>
                    <a:lnTo>
                      <a:pt x="1224" y="1051"/>
                    </a:lnTo>
                    <a:lnTo>
                      <a:pt x="1224" y="1051"/>
                    </a:lnTo>
                    <a:lnTo>
                      <a:pt x="1225" y="1051"/>
                    </a:lnTo>
                    <a:lnTo>
                      <a:pt x="1225" y="1051"/>
                    </a:lnTo>
                    <a:lnTo>
                      <a:pt x="1225" y="1051"/>
                    </a:lnTo>
                    <a:lnTo>
                      <a:pt x="1225" y="1051"/>
                    </a:lnTo>
                    <a:lnTo>
                      <a:pt x="1226" y="1051"/>
                    </a:lnTo>
                    <a:lnTo>
                      <a:pt x="1226" y="1051"/>
                    </a:lnTo>
                    <a:lnTo>
                      <a:pt x="1226" y="1052"/>
                    </a:lnTo>
                    <a:lnTo>
                      <a:pt x="1226" y="1053"/>
                    </a:lnTo>
                    <a:lnTo>
                      <a:pt x="1227" y="1053"/>
                    </a:lnTo>
                    <a:lnTo>
                      <a:pt x="1227" y="1054"/>
                    </a:lnTo>
                    <a:lnTo>
                      <a:pt x="1227" y="1054"/>
                    </a:lnTo>
                    <a:lnTo>
                      <a:pt x="1228" y="1054"/>
                    </a:lnTo>
                    <a:lnTo>
                      <a:pt x="1228" y="1054"/>
                    </a:lnTo>
                    <a:lnTo>
                      <a:pt x="1228" y="1054"/>
                    </a:lnTo>
                    <a:lnTo>
                      <a:pt x="1228" y="1054"/>
                    </a:lnTo>
                    <a:lnTo>
                      <a:pt x="1229" y="1054"/>
                    </a:lnTo>
                    <a:lnTo>
                      <a:pt x="1229" y="1054"/>
                    </a:lnTo>
                    <a:lnTo>
                      <a:pt x="1229" y="1054"/>
                    </a:lnTo>
                    <a:lnTo>
                      <a:pt x="1229" y="1054"/>
                    </a:lnTo>
                    <a:lnTo>
                      <a:pt x="1230" y="1054"/>
                    </a:lnTo>
                    <a:lnTo>
                      <a:pt x="1230" y="1054"/>
                    </a:lnTo>
                    <a:lnTo>
                      <a:pt x="1231" y="1054"/>
                    </a:lnTo>
                    <a:lnTo>
                      <a:pt x="1231" y="1054"/>
                    </a:lnTo>
                    <a:lnTo>
                      <a:pt x="1231" y="1054"/>
                    </a:lnTo>
                    <a:lnTo>
                      <a:pt x="1231" y="1054"/>
                    </a:lnTo>
                    <a:lnTo>
                      <a:pt x="1232" y="1054"/>
                    </a:lnTo>
                    <a:lnTo>
                      <a:pt x="1232" y="1054"/>
                    </a:lnTo>
                    <a:lnTo>
                      <a:pt x="1232" y="1054"/>
                    </a:lnTo>
                    <a:lnTo>
                      <a:pt x="1232" y="1054"/>
                    </a:lnTo>
                    <a:lnTo>
                      <a:pt x="1233" y="1054"/>
                    </a:lnTo>
                    <a:lnTo>
                      <a:pt x="1233" y="1054"/>
                    </a:lnTo>
                    <a:lnTo>
                      <a:pt x="1233" y="1054"/>
                    </a:lnTo>
                    <a:lnTo>
                      <a:pt x="1234" y="1054"/>
                    </a:lnTo>
                    <a:lnTo>
                      <a:pt x="1234" y="1054"/>
                    </a:lnTo>
                    <a:lnTo>
                      <a:pt x="1234" y="1054"/>
                    </a:lnTo>
                    <a:lnTo>
                      <a:pt x="1235" y="1054"/>
                    </a:lnTo>
                    <a:lnTo>
                      <a:pt x="1235" y="1054"/>
                    </a:lnTo>
                    <a:lnTo>
                      <a:pt x="1235" y="1054"/>
                    </a:lnTo>
                    <a:lnTo>
                      <a:pt x="1235" y="1054"/>
                    </a:lnTo>
                    <a:lnTo>
                      <a:pt x="1236" y="1054"/>
                    </a:lnTo>
                    <a:lnTo>
                      <a:pt x="1236" y="1054"/>
                    </a:lnTo>
                    <a:lnTo>
                      <a:pt x="1236" y="1054"/>
                    </a:lnTo>
                    <a:lnTo>
                      <a:pt x="1237" y="1054"/>
                    </a:lnTo>
                    <a:lnTo>
                      <a:pt x="1237" y="1054"/>
                    </a:lnTo>
                    <a:lnTo>
                      <a:pt x="1237" y="1054"/>
                    </a:lnTo>
                    <a:lnTo>
                      <a:pt x="1237" y="1054"/>
                    </a:lnTo>
                    <a:lnTo>
                      <a:pt x="1238" y="1054"/>
                    </a:lnTo>
                    <a:lnTo>
                      <a:pt x="1238" y="1054"/>
                    </a:lnTo>
                    <a:lnTo>
                      <a:pt x="1238" y="1054"/>
                    </a:lnTo>
                    <a:lnTo>
                      <a:pt x="1238" y="1054"/>
                    </a:lnTo>
                    <a:lnTo>
                      <a:pt x="1239" y="1054"/>
                    </a:lnTo>
                    <a:lnTo>
                      <a:pt x="1239" y="1054"/>
                    </a:lnTo>
                    <a:lnTo>
                      <a:pt x="1240" y="1054"/>
                    </a:lnTo>
                    <a:lnTo>
                      <a:pt x="1240" y="1054"/>
                    </a:lnTo>
                    <a:lnTo>
                      <a:pt x="1240" y="1054"/>
                    </a:lnTo>
                    <a:lnTo>
                      <a:pt x="1240" y="1054"/>
                    </a:lnTo>
                    <a:lnTo>
                      <a:pt x="1241" y="1054"/>
                    </a:lnTo>
                    <a:lnTo>
                      <a:pt x="1241" y="1054"/>
                    </a:lnTo>
                    <a:lnTo>
                      <a:pt x="1241" y="1054"/>
                    </a:lnTo>
                    <a:lnTo>
                      <a:pt x="1241" y="1054"/>
                    </a:lnTo>
                    <a:lnTo>
                      <a:pt x="1242" y="1054"/>
                    </a:lnTo>
                    <a:lnTo>
                      <a:pt x="1242" y="1054"/>
                    </a:lnTo>
                    <a:lnTo>
                      <a:pt x="1242" y="1054"/>
                    </a:lnTo>
                    <a:lnTo>
                      <a:pt x="1243" y="1054"/>
                    </a:lnTo>
                    <a:lnTo>
                      <a:pt x="1243" y="1054"/>
                    </a:lnTo>
                    <a:lnTo>
                      <a:pt x="1243" y="1054"/>
                    </a:lnTo>
                    <a:lnTo>
                      <a:pt x="1243" y="1054"/>
                    </a:lnTo>
                    <a:lnTo>
                      <a:pt x="1244" y="1054"/>
                    </a:lnTo>
                    <a:lnTo>
                      <a:pt x="1244" y="1054"/>
                    </a:lnTo>
                    <a:lnTo>
                      <a:pt x="1244" y="1054"/>
                    </a:lnTo>
                    <a:lnTo>
                      <a:pt x="1245" y="1054"/>
                    </a:lnTo>
                    <a:lnTo>
                      <a:pt x="1245" y="1054"/>
                    </a:lnTo>
                    <a:lnTo>
                      <a:pt x="1245" y="1054"/>
                    </a:lnTo>
                    <a:lnTo>
                      <a:pt x="1246" y="1054"/>
                    </a:lnTo>
                    <a:lnTo>
                      <a:pt x="1246" y="1054"/>
                    </a:lnTo>
                    <a:lnTo>
                      <a:pt x="1246" y="1054"/>
                    </a:lnTo>
                    <a:lnTo>
                      <a:pt x="1246" y="1054"/>
                    </a:lnTo>
                    <a:lnTo>
                      <a:pt x="1247" y="1054"/>
                    </a:lnTo>
                    <a:lnTo>
                      <a:pt x="1247" y="1054"/>
                    </a:lnTo>
                    <a:lnTo>
                      <a:pt x="1247" y="1054"/>
                    </a:lnTo>
                    <a:lnTo>
                      <a:pt x="1247" y="1054"/>
                    </a:lnTo>
                    <a:lnTo>
                      <a:pt x="1248" y="1053"/>
                    </a:lnTo>
                    <a:lnTo>
                      <a:pt x="1248" y="1053"/>
                    </a:lnTo>
                    <a:lnTo>
                      <a:pt x="1249" y="1053"/>
                    </a:lnTo>
                    <a:lnTo>
                      <a:pt x="1249" y="1053"/>
                    </a:lnTo>
                    <a:lnTo>
                      <a:pt x="1249" y="1054"/>
                    </a:lnTo>
                    <a:lnTo>
                      <a:pt x="1249" y="1054"/>
                    </a:lnTo>
                    <a:lnTo>
                      <a:pt x="1250" y="1054"/>
                    </a:lnTo>
                    <a:lnTo>
                      <a:pt x="1250" y="1054"/>
                    </a:lnTo>
                    <a:lnTo>
                      <a:pt x="1250" y="1054"/>
                    </a:lnTo>
                    <a:lnTo>
                      <a:pt x="1250" y="1054"/>
                    </a:lnTo>
                    <a:lnTo>
                      <a:pt x="1251" y="1054"/>
                    </a:lnTo>
                    <a:lnTo>
                      <a:pt x="1251" y="1054"/>
                    </a:lnTo>
                    <a:lnTo>
                      <a:pt x="1251" y="1054"/>
                    </a:lnTo>
                    <a:lnTo>
                      <a:pt x="1252" y="1054"/>
                    </a:lnTo>
                    <a:lnTo>
                      <a:pt x="1252" y="1054"/>
                    </a:lnTo>
                    <a:lnTo>
                      <a:pt x="1252" y="1054"/>
                    </a:lnTo>
                    <a:lnTo>
                      <a:pt x="1252" y="1054"/>
                    </a:lnTo>
                    <a:lnTo>
                      <a:pt x="1253" y="1054"/>
                    </a:lnTo>
                    <a:lnTo>
                      <a:pt x="1253" y="1054"/>
                    </a:lnTo>
                    <a:lnTo>
                      <a:pt x="1253" y="1054"/>
                    </a:lnTo>
                    <a:lnTo>
                      <a:pt x="1253" y="1054"/>
                    </a:lnTo>
                    <a:lnTo>
                      <a:pt x="1254" y="1054"/>
                    </a:lnTo>
                    <a:lnTo>
                      <a:pt x="1254" y="1054"/>
                    </a:lnTo>
                    <a:lnTo>
                      <a:pt x="1255" y="1054"/>
                    </a:lnTo>
                    <a:lnTo>
                      <a:pt x="1255" y="1054"/>
                    </a:lnTo>
                    <a:lnTo>
                      <a:pt x="1255" y="1054"/>
                    </a:lnTo>
                    <a:lnTo>
                      <a:pt x="1255" y="1054"/>
                    </a:lnTo>
                    <a:lnTo>
                      <a:pt x="1256" y="1054"/>
                    </a:lnTo>
                    <a:lnTo>
                      <a:pt x="1256" y="1054"/>
                    </a:lnTo>
                    <a:lnTo>
                      <a:pt x="1256" y="1054"/>
                    </a:lnTo>
                    <a:lnTo>
                      <a:pt x="1256" y="1054"/>
                    </a:lnTo>
                    <a:lnTo>
                      <a:pt x="1257" y="1054"/>
                    </a:lnTo>
                    <a:lnTo>
                      <a:pt x="1257" y="1054"/>
                    </a:lnTo>
                    <a:lnTo>
                      <a:pt x="1257" y="1054"/>
                    </a:lnTo>
                    <a:lnTo>
                      <a:pt x="1258" y="1054"/>
                    </a:lnTo>
                    <a:lnTo>
                      <a:pt x="1258" y="1054"/>
                    </a:lnTo>
                    <a:lnTo>
                      <a:pt x="1258" y="1054"/>
                    </a:lnTo>
                    <a:lnTo>
                      <a:pt x="1259" y="1054"/>
                    </a:lnTo>
                    <a:lnTo>
                      <a:pt x="1259" y="1054"/>
                    </a:lnTo>
                    <a:lnTo>
                      <a:pt x="1259" y="1054"/>
                    </a:lnTo>
                    <a:lnTo>
                      <a:pt x="1259" y="1054"/>
                    </a:lnTo>
                    <a:lnTo>
                      <a:pt x="1260" y="1054"/>
                    </a:lnTo>
                    <a:lnTo>
                      <a:pt x="1260" y="1054"/>
                    </a:lnTo>
                    <a:lnTo>
                      <a:pt x="1260" y="1054"/>
                    </a:lnTo>
                    <a:lnTo>
                      <a:pt x="1261" y="1046"/>
                    </a:lnTo>
                    <a:lnTo>
                      <a:pt x="1261" y="1039"/>
                    </a:lnTo>
                    <a:lnTo>
                      <a:pt x="1261" y="1032"/>
                    </a:lnTo>
                    <a:lnTo>
                      <a:pt x="1261" y="1025"/>
                    </a:lnTo>
                    <a:lnTo>
                      <a:pt x="1262" y="1019"/>
                    </a:lnTo>
                    <a:lnTo>
                      <a:pt x="1262" y="1013"/>
                    </a:lnTo>
                    <a:lnTo>
                      <a:pt x="1262" y="1007"/>
                    </a:lnTo>
                    <a:lnTo>
                      <a:pt x="1262" y="1001"/>
                    </a:lnTo>
                    <a:lnTo>
                      <a:pt x="1263" y="998"/>
                    </a:lnTo>
                    <a:lnTo>
                      <a:pt x="1263" y="996"/>
                    </a:lnTo>
                    <a:lnTo>
                      <a:pt x="1264" y="994"/>
                    </a:lnTo>
                    <a:lnTo>
                      <a:pt x="1264" y="992"/>
                    </a:lnTo>
                    <a:lnTo>
                      <a:pt x="1264" y="992"/>
                    </a:lnTo>
                    <a:lnTo>
                      <a:pt x="1264" y="992"/>
                    </a:lnTo>
                    <a:lnTo>
                      <a:pt x="1265" y="992"/>
                    </a:lnTo>
                    <a:lnTo>
                      <a:pt x="1265" y="992"/>
                    </a:lnTo>
                    <a:lnTo>
                      <a:pt x="1265" y="992"/>
                    </a:lnTo>
                    <a:lnTo>
                      <a:pt x="1265" y="992"/>
                    </a:lnTo>
                    <a:lnTo>
                      <a:pt x="1266" y="992"/>
                    </a:lnTo>
                    <a:lnTo>
                      <a:pt x="1266" y="992"/>
                    </a:lnTo>
                    <a:lnTo>
                      <a:pt x="1266" y="992"/>
                    </a:lnTo>
                    <a:lnTo>
                      <a:pt x="1267" y="992"/>
                    </a:lnTo>
                    <a:lnTo>
                      <a:pt x="1267" y="992"/>
                    </a:lnTo>
                    <a:lnTo>
                      <a:pt x="1267" y="992"/>
                    </a:lnTo>
                    <a:lnTo>
                      <a:pt x="1267" y="988"/>
                    </a:lnTo>
                    <a:lnTo>
                      <a:pt x="1268" y="985"/>
                    </a:lnTo>
                    <a:lnTo>
                      <a:pt x="1268" y="982"/>
                    </a:lnTo>
                    <a:lnTo>
                      <a:pt x="1268" y="978"/>
                    </a:lnTo>
                    <a:lnTo>
                      <a:pt x="1269" y="978"/>
                    </a:lnTo>
                    <a:lnTo>
                      <a:pt x="1269" y="978"/>
                    </a:lnTo>
                    <a:lnTo>
                      <a:pt x="1269" y="978"/>
                    </a:lnTo>
                    <a:lnTo>
                      <a:pt x="1270" y="978"/>
                    </a:lnTo>
                    <a:lnTo>
                      <a:pt x="1270" y="978"/>
                    </a:lnTo>
                    <a:lnTo>
                      <a:pt x="1270" y="979"/>
                    </a:lnTo>
                    <a:lnTo>
                      <a:pt x="1270" y="980"/>
                    </a:lnTo>
                    <a:lnTo>
                      <a:pt x="1271" y="980"/>
                    </a:lnTo>
                    <a:lnTo>
                      <a:pt x="1271" y="981"/>
                    </a:lnTo>
                    <a:lnTo>
                      <a:pt x="1271" y="981"/>
                    </a:lnTo>
                    <a:lnTo>
                      <a:pt x="1271" y="981"/>
                    </a:lnTo>
                    <a:lnTo>
                      <a:pt x="1272" y="981"/>
                    </a:lnTo>
                    <a:lnTo>
                      <a:pt x="1272" y="981"/>
                    </a:lnTo>
                    <a:lnTo>
                      <a:pt x="1273" y="981"/>
                    </a:lnTo>
                    <a:lnTo>
                      <a:pt x="1273" y="981"/>
                    </a:lnTo>
                    <a:lnTo>
                      <a:pt x="1273" y="981"/>
                    </a:lnTo>
                    <a:lnTo>
                      <a:pt x="1273" y="981"/>
                    </a:lnTo>
                    <a:lnTo>
                      <a:pt x="1274" y="981"/>
                    </a:lnTo>
                    <a:lnTo>
                      <a:pt x="1274" y="981"/>
                    </a:lnTo>
                    <a:lnTo>
                      <a:pt x="1274" y="981"/>
                    </a:lnTo>
                    <a:lnTo>
                      <a:pt x="1274" y="979"/>
                    </a:lnTo>
                    <a:lnTo>
                      <a:pt x="1275" y="977"/>
                    </a:lnTo>
                    <a:lnTo>
                      <a:pt x="1275" y="975"/>
                    </a:lnTo>
                    <a:lnTo>
                      <a:pt x="1275" y="974"/>
                    </a:lnTo>
                    <a:lnTo>
                      <a:pt x="1276" y="974"/>
                    </a:lnTo>
                    <a:lnTo>
                      <a:pt x="1276" y="974"/>
                    </a:lnTo>
                    <a:lnTo>
                      <a:pt x="1276" y="974"/>
                    </a:lnTo>
                    <a:lnTo>
                      <a:pt x="1276" y="974"/>
                    </a:lnTo>
                    <a:lnTo>
                      <a:pt x="1277" y="974"/>
                    </a:lnTo>
                    <a:lnTo>
                      <a:pt x="1277" y="974"/>
                    </a:lnTo>
                    <a:lnTo>
                      <a:pt x="1277" y="974"/>
                    </a:lnTo>
                    <a:lnTo>
                      <a:pt x="1277" y="974"/>
                    </a:lnTo>
                    <a:lnTo>
                      <a:pt x="1278" y="974"/>
                    </a:lnTo>
                    <a:lnTo>
                      <a:pt x="1278" y="973"/>
                    </a:lnTo>
                    <a:lnTo>
                      <a:pt x="1279" y="972"/>
                    </a:lnTo>
                    <a:lnTo>
                      <a:pt x="1279" y="972"/>
                    </a:lnTo>
                    <a:lnTo>
                      <a:pt x="1279" y="972"/>
                    </a:lnTo>
                    <a:lnTo>
                      <a:pt x="1279" y="972"/>
                    </a:lnTo>
                    <a:lnTo>
                      <a:pt x="1280" y="972"/>
                    </a:lnTo>
                    <a:lnTo>
                      <a:pt x="1280" y="972"/>
                    </a:lnTo>
                    <a:lnTo>
                      <a:pt x="1280" y="972"/>
                    </a:lnTo>
                    <a:lnTo>
                      <a:pt x="1280" y="972"/>
                    </a:lnTo>
                    <a:lnTo>
                      <a:pt x="1281" y="972"/>
                    </a:lnTo>
                    <a:lnTo>
                      <a:pt x="1281" y="972"/>
                    </a:lnTo>
                    <a:lnTo>
                      <a:pt x="1282" y="972"/>
                    </a:lnTo>
                    <a:lnTo>
                      <a:pt x="1282" y="972"/>
                    </a:lnTo>
                    <a:lnTo>
                      <a:pt x="1282" y="972"/>
                    </a:lnTo>
                    <a:lnTo>
                      <a:pt x="1282" y="972"/>
                    </a:lnTo>
                    <a:lnTo>
                      <a:pt x="1283" y="972"/>
                    </a:lnTo>
                    <a:lnTo>
                      <a:pt x="1283" y="972"/>
                    </a:lnTo>
                    <a:lnTo>
                      <a:pt x="1283" y="972"/>
                    </a:lnTo>
                    <a:lnTo>
                      <a:pt x="1284" y="972"/>
                    </a:lnTo>
                    <a:lnTo>
                      <a:pt x="1284" y="972"/>
                    </a:lnTo>
                    <a:lnTo>
                      <a:pt x="1284" y="972"/>
                    </a:lnTo>
                    <a:lnTo>
                      <a:pt x="1284" y="972"/>
                    </a:lnTo>
                    <a:lnTo>
                      <a:pt x="1285" y="972"/>
                    </a:lnTo>
                    <a:lnTo>
                      <a:pt x="1285" y="972"/>
                    </a:lnTo>
                    <a:lnTo>
                      <a:pt x="1285" y="972"/>
                    </a:lnTo>
                    <a:lnTo>
                      <a:pt x="1285" y="972"/>
                    </a:lnTo>
                    <a:lnTo>
                      <a:pt x="1286" y="972"/>
                    </a:lnTo>
                    <a:lnTo>
                      <a:pt x="1286" y="972"/>
                    </a:lnTo>
                    <a:lnTo>
                      <a:pt x="1287" y="972"/>
                    </a:lnTo>
                    <a:lnTo>
                      <a:pt x="1287" y="972"/>
                    </a:lnTo>
                    <a:lnTo>
                      <a:pt x="1287" y="972"/>
                    </a:lnTo>
                    <a:lnTo>
                      <a:pt x="1287" y="972"/>
                    </a:lnTo>
                    <a:lnTo>
                      <a:pt x="1288" y="972"/>
                    </a:lnTo>
                    <a:lnTo>
                      <a:pt x="1288" y="972"/>
                    </a:lnTo>
                    <a:lnTo>
                      <a:pt x="1288" y="972"/>
                    </a:lnTo>
                    <a:lnTo>
                      <a:pt x="1288" y="972"/>
                    </a:lnTo>
                    <a:lnTo>
                      <a:pt x="1289" y="972"/>
                    </a:lnTo>
                    <a:lnTo>
                      <a:pt x="1289" y="972"/>
                    </a:lnTo>
                    <a:lnTo>
                      <a:pt x="1289" y="972"/>
                    </a:lnTo>
                    <a:lnTo>
                      <a:pt x="1290" y="969"/>
                    </a:lnTo>
                    <a:lnTo>
                      <a:pt x="1290" y="967"/>
                    </a:lnTo>
                    <a:lnTo>
                      <a:pt x="1290" y="965"/>
                    </a:lnTo>
                    <a:lnTo>
                      <a:pt x="1290" y="963"/>
                    </a:lnTo>
                    <a:lnTo>
                      <a:pt x="1291" y="963"/>
                    </a:lnTo>
                    <a:lnTo>
                      <a:pt x="1291" y="963"/>
                    </a:lnTo>
                    <a:lnTo>
                      <a:pt x="1291" y="963"/>
                    </a:lnTo>
                    <a:lnTo>
                      <a:pt x="1292" y="963"/>
                    </a:lnTo>
                    <a:lnTo>
                      <a:pt x="1292" y="963"/>
                    </a:lnTo>
                    <a:lnTo>
                      <a:pt x="1292" y="963"/>
                    </a:lnTo>
                    <a:lnTo>
                      <a:pt x="1293" y="963"/>
                    </a:lnTo>
                    <a:lnTo>
                      <a:pt x="1293" y="963"/>
                    </a:lnTo>
                    <a:lnTo>
                      <a:pt x="1293" y="963"/>
                    </a:lnTo>
                    <a:lnTo>
                      <a:pt x="1293" y="963"/>
                    </a:lnTo>
                    <a:lnTo>
                      <a:pt x="1294" y="963"/>
                    </a:lnTo>
                    <a:lnTo>
                      <a:pt x="1294" y="963"/>
                    </a:lnTo>
                    <a:lnTo>
                      <a:pt x="1294" y="963"/>
                    </a:lnTo>
                    <a:lnTo>
                      <a:pt x="1294" y="963"/>
                    </a:lnTo>
                    <a:lnTo>
                      <a:pt x="1295" y="963"/>
                    </a:lnTo>
                    <a:lnTo>
                      <a:pt x="1295" y="963"/>
                    </a:lnTo>
                    <a:lnTo>
                      <a:pt x="1296" y="962"/>
                    </a:lnTo>
                    <a:lnTo>
                      <a:pt x="1296" y="961"/>
                    </a:lnTo>
                    <a:lnTo>
                      <a:pt x="1296" y="960"/>
                    </a:lnTo>
                    <a:lnTo>
                      <a:pt x="1296" y="959"/>
                    </a:lnTo>
                    <a:lnTo>
                      <a:pt x="1297" y="957"/>
                    </a:lnTo>
                    <a:lnTo>
                      <a:pt x="1297" y="956"/>
                    </a:lnTo>
                    <a:lnTo>
                      <a:pt x="1297" y="955"/>
                    </a:lnTo>
                    <a:lnTo>
                      <a:pt x="1297" y="954"/>
                    </a:lnTo>
                    <a:lnTo>
                      <a:pt x="1298" y="954"/>
                    </a:lnTo>
                    <a:lnTo>
                      <a:pt x="1298" y="954"/>
                    </a:lnTo>
                    <a:lnTo>
                      <a:pt x="1298" y="954"/>
                    </a:lnTo>
                    <a:lnTo>
                      <a:pt x="1299" y="954"/>
                    </a:lnTo>
                    <a:lnTo>
                      <a:pt x="1299" y="954"/>
                    </a:lnTo>
                    <a:lnTo>
                      <a:pt x="1299" y="954"/>
                    </a:lnTo>
                    <a:lnTo>
                      <a:pt x="1299" y="954"/>
                    </a:lnTo>
                    <a:lnTo>
                      <a:pt x="1300" y="954"/>
                    </a:lnTo>
                    <a:lnTo>
                      <a:pt x="1300" y="954"/>
                    </a:lnTo>
                    <a:lnTo>
                      <a:pt x="1300" y="954"/>
                    </a:lnTo>
                    <a:lnTo>
                      <a:pt x="1300" y="954"/>
                    </a:lnTo>
                    <a:lnTo>
                      <a:pt x="1301" y="954"/>
                    </a:lnTo>
                    <a:lnTo>
                      <a:pt x="1301" y="954"/>
                    </a:lnTo>
                    <a:lnTo>
                      <a:pt x="1302" y="954"/>
                    </a:lnTo>
                    <a:lnTo>
                      <a:pt x="1302" y="954"/>
                    </a:lnTo>
                    <a:lnTo>
                      <a:pt x="1302" y="954"/>
                    </a:lnTo>
                    <a:lnTo>
                      <a:pt x="1302" y="954"/>
                    </a:lnTo>
                    <a:lnTo>
                      <a:pt x="1303" y="954"/>
                    </a:lnTo>
                    <a:lnTo>
                      <a:pt x="1303" y="954"/>
                    </a:lnTo>
                    <a:lnTo>
                      <a:pt x="1303" y="954"/>
                    </a:lnTo>
                    <a:lnTo>
                      <a:pt x="1303" y="954"/>
                    </a:lnTo>
                    <a:lnTo>
                      <a:pt x="1304" y="954"/>
                    </a:lnTo>
                    <a:lnTo>
                      <a:pt x="1304" y="954"/>
                    </a:lnTo>
                    <a:lnTo>
                      <a:pt x="1304" y="954"/>
                    </a:lnTo>
                    <a:lnTo>
                      <a:pt x="1305" y="954"/>
                    </a:lnTo>
                    <a:lnTo>
                      <a:pt x="1305" y="954"/>
                    </a:lnTo>
                    <a:lnTo>
                      <a:pt x="1305" y="954"/>
                    </a:lnTo>
                    <a:lnTo>
                      <a:pt x="1306" y="954"/>
                    </a:lnTo>
                    <a:lnTo>
                      <a:pt x="1306" y="954"/>
                    </a:lnTo>
                    <a:lnTo>
                      <a:pt x="1306" y="954"/>
                    </a:lnTo>
                    <a:lnTo>
                      <a:pt x="1306" y="954"/>
                    </a:lnTo>
                    <a:lnTo>
                      <a:pt x="1307" y="954"/>
                    </a:lnTo>
                    <a:lnTo>
                      <a:pt x="1307" y="954"/>
                    </a:lnTo>
                    <a:lnTo>
                      <a:pt x="1307" y="954"/>
                    </a:lnTo>
                    <a:lnTo>
                      <a:pt x="1308" y="954"/>
                    </a:lnTo>
                    <a:lnTo>
                      <a:pt x="1308" y="954"/>
                    </a:lnTo>
                    <a:lnTo>
                      <a:pt x="1308" y="954"/>
                    </a:lnTo>
                    <a:lnTo>
                      <a:pt x="1308" y="954"/>
                    </a:lnTo>
                    <a:lnTo>
                      <a:pt x="1309" y="954"/>
                    </a:lnTo>
                    <a:lnTo>
                      <a:pt x="1309" y="954"/>
                    </a:lnTo>
                    <a:lnTo>
                      <a:pt x="1309" y="954"/>
                    </a:lnTo>
                    <a:lnTo>
                      <a:pt x="1309" y="954"/>
                    </a:lnTo>
                    <a:lnTo>
                      <a:pt x="1310" y="954"/>
                    </a:lnTo>
                    <a:lnTo>
                      <a:pt x="1310" y="954"/>
                    </a:lnTo>
                    <a:lnTo>
                      <a:pt x="1311" y="954"/>
                    </a:lnTo>
                    <a:lnTo>
                      <a:pt x="1311" y="954"/>
                    </a:lnTo>
                    <a:lnTo>
                      <a:pt x="1311" y="954"/>
                    </a:lnTo>
                    <a:lnTo>
                      <a:pt x="1311" y="954"/>
                    </a:lnTo>
                    <a:lnTo>
                      <a:pt x="1312" y="954"/>
                    </a:lnTo>
                    <a:lnTo>
                      <a:pt x="1312" y="954"/>
                    </a:lnTo>
                    <a:lnTo>
                      <a:pt x="1312" y="954"/>
                    </a:lnTo>
                    <a:lnTo>
                      <a:pt x="1312" y="954"/>
                    </a:lnTo>
                    <a:lnTo>
                      <a:pt x="1313" y="940"/>
                    </a:lnTo>
                    <a:lnTo>
                      <a:pt x="1313" y="927"/>
                    </a:lnTo>
                    <a:lnTo>
                      <a:pt x="1313" y="913"/>
                    </a:lnTo>
                    <a:lnTo>
                      <a:pt x="1314" y="900"/>
                    </a:lnTo>
                    <a:lnTo>
                      <a:pt x="1314" y="901"/>
                    </a:lnTo>
                    <a:lnTo>
                      <a:pt x="1314" y="902"/>
                    </a:lnTo>
                    <a:lnTo>
                      <a:pt x="1314" y="903"/>
                    </a:lnTo>
                    <a:lnTo>
                      <a:pt x="1315" y="904"/>
                    </a:lnTo>
                    <a:lnTo>
                      <a:pt x="1315" y="905"/>
                    </a:lnTo>
                    <a:lnTo>
                      <a:pt x="1315" y="904"/>
                    </a:lnTo>
                    <a:lnTo>
                      <a:pt x="1316" y="904"/>
                    </a:lnTo>
                    <a:lnTo>
                      <a:pt x="1316" y="903"/>
                    </a:lnTo>
                    <a:lnTo>
                      <a:pt x="1316" y="903"/>
                    </a:lnTo>
                    <a:lnTo>
                      <a:pt x="1317" y="903"/>
                    </a:lnTo>
                    <a:lnTo>
                      <a:pt x="1317" y="903"/>
                    </a:lnTo>
                    <a:lnTo>
                      <a:pt x="1317" y="903"/>
                    </a:lnTo>
                    <a:lnTo>
                      <a:pt x="1317" y="903"/>
                    </a:lnTo>
                    <a:lnTo>
                      <a:pt x="1318" y="903"/>
                    </a:lnTo>
                    <a:lnTo>
                      <a:pt x="1318" y="903"/>
                    </a:lnTo>
                    <a:lnTo>
                      <a:pt x="1318" y="903"/>
                    </a:lnTo>
                    <a:lnTo>
                      <a:pt x="1318" y="903"/>
                    </a:lnTo>
                    <a:lnTo>
                      <a:pt x="1319" y="903"/>
                    </a:lnTo>
                    <a:lnTo>
                      <a:pt x="1319" y="903"/>
                    </a:lnTo>
                    <a:lnTo>
                      <a:pt x="1320" y="903"/>
                    </a:lnTo>
                    <a:lnTo>
                      <a:pt x="1320" y="900"/>
                    </a:lnTo>
                    <a:lnTo>
                      <a:pt x="1320" y="898"/>
                    </a:lnTo>
                    <a:lnTo>
                      <a:pt x="1320" y="895"/>
                    </a:lnTo>
                    <a:lnTo>
                      <a:pt x="1321" y="892"/>
                    </a:lnTo>
                    <a:lnTo>
                      <a:pt x="1321" y="885"/>
                    </a:lnTo>
                    <a:lnTo>
                      <a:pt x="1321" y="878"/>
                    </a:lnTo>
                    <a:lnTo>
                      <a:pt x="1321" y="871"/>
                    </a:lnTo>
                    <a:lnTo>
                      <a:pt x="1322" y="863"/>
                    </a:lnTo>
                    <a:lnTo>
                      <a:pt x="1322" y="861"/>
                    </a:lnTo>
                    <a:lnTo>
                      <a:pt x="1322" y="859"/>
                    </a:lnTo>
                    <a:lnTo>
                      <a:pt x="1323" y="857"/>
                    </a:lnTo>
                    <a:lnTo>
                      <a:pt x="1323" y="854"/>
                    </a:lnTo>
                    <a:lnTo>
                      <a:pt x="1323" y="851"/>
                    </a:lnTo>
                    <a:lnTo>
                      <a:pt x="1323" y="849"/>
                    </a:lnTo>
                    <a:lnTo>
                      <a:pt x="1324" y="846"/>
                    </a:lnTo>
                    <a:lnTo>
                      <a:pt x="1324" y="843"/>
                    </a:lnTo>
                    <a:lnTo>
                      <a:pt x="1324" y="837"/>
                    </a:lnTo>
                    <a:lnTo>
                      <a:pt x="1324" y="830"/>
                    </a:lnTo>
                    <a:lnTo>
                      <a:pt x="1325" y="823"/>
                    </a:lnTo>
                    <a:lnTo>
                      <a:pt x="1325" y="817"/>
                    </a:lnTo>
                    <a:lnTo>
                      <a:pt x="1326" y="809"/>
                    </a:lnTo>
                    <a:lnTo>
                      <a:pt x="1326" y="802"/>
                    </a:lnTo>
                    <a:lnTo>
                      <a:pt x="1326" y="795"/>
                    </a:lnTo>
                    <a:lnTo>
                      <a:pt x="1326" y="788"/>
                    </a:lnTo>
                    <a:lnTo>
                      <a:pt x="1327" y="787"/>
                    </a:lnTo>
                    <a:lnTo>
                      <a:pt x="1327" y="786"/>
                    </a:lnTo>
                    <a:lnTo>
                      <a:pt x="1327" y="784"/>
                    </a:lnTo>
                    <a:lnTo>
                      <a:pt x="1327" y="783"/>
                    </a:lnTo>
                    <a:lnTo>
                      <a:pt x="1328" y="783"/>
                    </a:lnTo>
                    <a:lnTo>
                      <a:pt x="1328" y="783"/>
                    </a:lnTo>
                    <a:lnTo>
                      <a:pt x="1329" y="783"/>
                    </a:lnTo>
                    <a:lnTo>
                      <a:pt x="1329" y="783"/>
                    </a:lnTo>
                    <a:lnTo>
                      <a:pt x="1329" y="783"/>
                    </a:lnTo>
                    <a:lnTo>
                      <a:pt x="1329" y="783"/>
                    </a:lnTo>
                    <a:lnTo>
                      <a:pt x="1330" y="783"/>
                    </a:lnTo>
                    <a:lnTo>
                      <a:pt x="1330" y="783"/>
                    </a:lnTo>
                    <a:lnTo>
                      <a:pt x="1330" y="783"/>
                    </a:lnTo>
                    <a:lnTo>
                      <a:pt x="1330" y="784"/>
                    </a:lnTo>
                    <a:lnTo>
                      <a:pt x="1331" y="784"/>
                    </a:lnTo>
                    <a:lnTo>
                      <a:pt x="1331" y="785"/>
                    </a:lnTo>
                    <a:lnTo>
                      <a:pt x="1331" y="786"/>
                    </a:lnTo>
                    <a:lnTo>
                      <a:pt x="1332" y="794"/>
                    </a:lnTo>
                    <a:lnTo>
                      <a:pt x="1332" y="802"/>
                    </a:lnTo>
                    <a:lnTo>
                      <a:pt x="1332" y="810"/>
                    </a:lnTo>
                    <a:lnTo>
                      <a:pt x="1332" y="819"/>
                    </a:lnTo>
                    <a:lnTo>
                      <a:pt x="1333" y="819"/>
                    </a:lnTo>
                    <a:lnTo>
                      <a:pt x="1333" y="820"/>
                    </a:lnTo>
                    <a:lnTo>
                      <a:pt x="1333" y="821"/>
                    </a:lnTo>
                    <a:lnTo>
                      <a:pt x="1333" y="821"/>
                    </a:lnTo>
                    <a:lnTo>
                      <a:pt x="1334" y="821"/>
                    </a:lnTo>
                    <a:lnTo>
                      <a:pt x="1334" y="821"/>
                    </a:lnTo>
                    <a:lnTo>
                      <a:pt x="1335" y="821"/>
                    </a:lnTo>
                    <a:lnTo>
                      <a:pt x="1335" y="821"/>
                    </a:lnTo>
                    <a:lnTo>
                      <a:pt x="1335" y="820"/>
                    </a:lnTo>
                    <a:lnTo>
                      <a:pt x="1335" y="819"/>
                    </a:lnTo>
                    <a:lnTo>
                      <a:pt x="1336" y="819"/>
                    </a:lnTo>
                    <a:lnTo>
                      <a:pt x="1336" y="818"/>
                    </a:lnTo>
                    <a:lnTo>
                      <a:pt x="1336" y="819"/>
                    </a:lnTo>
                    <a:lnTo>
                      <a:pt x="1336" y="819"/>
                    </a:lnTo>
                    <a:lnTo>
                      <a:pt x="1337" y="820"/>
                    </a:lnTo>
                    <a:lnTo>
                      <a:pt x="1337" y="820"/>
                    </a:lnTo>
                    <a:lnTo>
                      <a:pt x="1337" y="819"/>
                    </a:lnTo>
                    <a:lnTo>
                      <a:pt x="1338" y="818"/>
                    </a:lnTo>
                    <a:lnTo>
                      <a:pt x="1338" y="817"/>
                    </a:lnTo>
                    <a:lnTo>
                      <a:pt x="1338" y="816"/>
                    </a:lnTo>
                    <a:lnTo>
                      <a:pt x="1339" y="816"/>
                    </a:lnTo>
                    <a:lnTo>
                      <a:pt x="1339" y="815"/>
                    </a:lnTo>
                    <a:lnTo>
                      <a:pt x="1339" y="815"/>
                    </a:lnTo>
                    <a:lnTo>
                      <a:pt x="1339" y="814"/>
                    </a:lnTo>
                    <a:lnTo>
                      <a:pt x="1340" y="813"/>
                    </a:lnTo>
                    <a:lnTo>
                      <a:pt x="1340" y="813"/>
                    </a:lnTo>
                    <a:lnTo>
                      <a:pt x="1340" y="812"/>
                    </a:lnTo>
                    <a:lnTo>
                      <a:pt x="1341" y="812"/>
                    </a:lnTo>
                    <a:lnTo>
                      <a:pt x="1341" y="815"/>
                    </a:lnTo>
                    <a:lnTo>
                      <a:pt x="1341" y="818"/>
                    </a:lnTo>
                    <a:lnTo>
                      <a:pt x="1341" y="822"/>
                    </a:lnTo>
                    <a:lnTo>
                      <a:pt x="1342" y="825"/>
                    </a:lnTo>
                    <a:lnTo>
                      <a:pt x="1342" y="841"/>
                    </a:lnTo>
                    <a:lnTo>
                      <a:pt x="1342" y="857"/>
                    </a:lnTo>
                    <a:lnTo>
                      <a:pt x="1342" y="873"/>
                    </a:lnTo>
                    <a:lnTo>
                      <a:pt x="1343" y="889"/>
                    </a:lnTo>
                    <a:lnTo>
                      <a:pt x="1343" y="905"/>
                    </a:lnTo>
                    <a:lnTo>
                      <a:pt x="1344" y="920"/>
                    </a:lnTo>
                    <a:lnTo>
                      <a:pt x="1344" y="936"/>
                    </a:lnTo>
                    <a:lnTo>
                      <a:pt x="1344" y="952"/>
                    </a:lnTo>
                    <a:lnTo>
                      <a:pt x="1344" y="959"/>
                    </a:lnTo>
                    <a:lnTo>
                      <a:pt x="1345" y="966"/>
                    </a:lnTo>
                    <a:lnTo>
                      <a:pt x="1345" y="974"/>
                    </a:lnTo>
                    <a:lnTo>
                      <a:pt x="1345" y="981"/>
                    </a:lnTo>
                    <a:lnTo>
                      <a:pt x="1345" y="984"/>
                    </a:lnTo>
                    <a:lnTo>
                      <a:pt x="1346" y="987"/>
                    </a:lnTo>
                    <a:lnTo>
                      <a:pt x="1346" y="990"/>
                    </a:lnTo>
                    <a:lnTo>
                      <a:pt x="1346" y="993"/>
                    </a:lnTo>
                    <a:lnTo>
                      <a:pt x="1347" y="993"/>
                    </a:lnTo>
                    <a:lnTo>
                      <a:pt x="1347" y="993"/>
                    </a:lnTo>
                    <a:lnTo>
                      <a:pt x="1347" y="993"/>
                    </a:lnTo>
                    <a:lnTo>
                      <a:pt x="1347" y="993"/>
                    </a:lnTo>
                    <a:lnTo>
                      <a:pt x="1348" y="993"/>
                    </a:lnTo>
                    <a:lnTo>
                      <a:pt x="1348" y="992"/>
                    </a:lnTo>
                    <a:lnTo>
                      <a:pt x="1348" y="992"/>
                    </a:lnTo>
                    <a:lnTo>
                      <a:pt x="1349" y="991"/>
                    </a:lnTo>
                    <a:lnTo>
                      <a:pt x="1349" y="998"/>
                    </a:lnTo>
                    <a:lnTo>
                      <a:pt x="1349" y="1004"/>
                    </a:lnTo>
                    <a:lnTo>
                      <a:pt x="1350" y="1011"/>
                    </a:lnTo>
                    <a:lnTo>
                      <a:pt x="1350" y="1018"/>
                    </a:lnTo>
                    <a:lnTo>
                      <a:pt x="1350" y="1036"/>
                    </a:lnTo>
                    <a:lnTo>
                      <a:pt x="1350" y="1054"/>
                    </a:lnTo>
                    <a:lnTo>
                      <a:pt x="1351" y="1071"/>
                    </a:lnTo>
                    <a:lnTo>
                      <a:pt x="1351" y="1089"/>
                    </a:lnTo>
                    <a:lnTo>
                      <a:pt x="1351" y="1107"/>
                    </a:lnTo>
                    <a:lnTo>
                      <a:pt x="1352" y="1125"/>
                    </a:lnTo>
                    <a:lnTo>
                      <a:pt x="1352" y="1142"/>
                    </a:lnTo>
                    <a:lnTo>
                      <a:pt x="1352" y="1154"/>
                    </a:lnTo>
                    <a:lnTo>
                      <a:pt x="1353" y="1165"/>
                    </a:lnTo>
                    <a:lnTo>
                      <a:pt x="1353" y="1175"/>
                    </a:lnTo>
                    <a:lnTo>
                      <a:pt x="1353" y="1186"/>
                    </a:lnTo>
                    <a:lnTo>
                      <a:pt x="1353" y="1200"/>
                    </a:lnTo>
                    <a:lnTo>
                      <a:pt x="1354" y="1201"/>
                    </a:lnTo>
                    <a:lnTo>
                      <a:pt x="1354" y="1201"/>
                    </a:lnTo>
                    <a:lnTo>
                      <a:pt x="1354" y="1202"/>
                    </a:lnTo>
                    <a:lnTo>
                      <a:pt x="1355" y="1204"/>
                    </a:lnTo>
                    <a:lnTo>
                      <a:pt x="1355" y="1210"/>
                    </a:lnTo>
                    <a:lnTo>
                      <a:pt x="1355" y="1217"/>
                    </a:lnTo>
                    <a:lnTo>
                      <a:pt x="1355" y="1223"/>
                    </a:lnTo>
                    <a:lnTo>
                      <a:pt x="1356" y="1228"/>
                    </a:lnTo>
                    <a:lnTo>
                      <a:pt x="1356" y="1227"/>
                    </a:lnTo>
                    <a:lnTo>
                      <a:pt x="1356" y="1227"/>
                    </a:lnTo>
                    <a:lnTo>
                      <a:pt x="1356" y="1226"/>
                    </a:lnTo>
                    <a:lnTo>
                      <a:pt x="1357" y="1227"/>
                    </a:lnTo>
                    <a:lnTo>
                      <a:pt x="1357" y="1227"/>
                    </a:lnTo>
                    <a:lnTo>
                      <a:pt x="1358" y="1227"/>
                    </a:lnTo>
                    <a:lnTo>
                      <a:pt x="1358" y="1227"/>
                    </a:lnTo>
                    <a:lnTo>
                      <a:pt x="1358" y="1227"/>
                    </a:lnTo>
                    <a:lnTo>
                      <a:pt x="1358" y="1227"/>
                    </a:lnTo>
                    <a:lnTo>
                      <a:pt x="1359" y="1227"/>
                    </a:lnTo>
                    <a:lnTo>
                      <a:pt x="1359" y="1227"/>
                    </a:lnTo>
                    <a:lnTo>
                      <a:pt x="1359" y="1221"/>
                    </a:lnTo>
                    <a:lnTo>
                      <a:pt x="1359" y="1215"/>
                    </a:lnTo>
                    <a:lnTo>
                      <a:pt x="1360" y="1208"/>
                    </a:lnTo>
                    <a:lnTo>
                      <a:pt x="1360" y="1202"/>
                    </a:lnTo>
                    <a:lnTo>
                      <a:pt x="1360" y="1201"/>
                    </a:lnTo>
                    <a:lnTo>
                      <a:pt x="1361" y="1200"/>
                    </a:lnTo>
                    <a:lnTo>
                      <a:pt x="1361" y="1199"/>
                    </a:lnTo>
                    <a:lnTo>
                      <a:pt x="1361" y="1198"/>
                    </a:lnTo>
                    <a:lnTo>
                      <a:pt x="1361" y="1198"/>
                    </a:lnTo>
                    <a:lnTo>
                      <a:pt x="1362" y="1200"/>
                    </a:lnTo>
                    <a:lnTo>
                      <a:pt x="1362" y="1202"/>
                    </a:lnTo>
                    <a:lnTo>
                      <a:pt x="1362" y="1204"/>
                    </a:lnTo>
                    <a:lnTo>
                      <a:pt x="1363" y="1207"/>
                    </a:lnTo>
                    <a:lnTo>
                      <a:pt x="1363" y="1209"/>
                    </a:lnTo>
                    <a:lnTo>
                      <a:pt x="1363" y="1212"/>
                    </a:lnTo>
                    <a:lnTo>
                      <a:pt x="1364" y="1215"/>
                    </a:lnTo>
                    <a:lnTo>
                      <a:pt x="1364" y="1217"/>
                    </a:lnTo>
                    <a:lnTo>
                      <a:pt x="1364" y="1217"/>
                    </a:lnTo>
                    <a:lnTo>
                      <a:pt x="1364" y="1216"/>
                    </a:lnTo>
                    <a:lnTo>
                      <a:pt x="1365" y="1216"/>
                    </a:lnTo>
                    <a:lnTo>
                      <a:pt x="1365" y="1214"/>
                    </a:lnTo>
                    <a:lnTo>
                      <a:pt x="1365" y="1213"/>
                    </a:lnTo>
                    <a:lnTo>
                      <a:pt x="1365" y="1211"/>
                    </a:lnTo>
                    <a:lnTo>
                      <a:pt x="1366" y="1210"/>
                    </a:lnTo>
                    <a:lnTo>
                      <a:pt x="1366" y="1210"/>
                    </a:lnTo>
                    <a:lnTo>
                      <a:pt x="1367" y="1209"/>
                    </a:lnTo>
                    <a:lnTo>
                      <a:pt x="1367" y="1208"/>
                    </a:lnTo>
                    <a:lnTo>
                      <a:pt x="1367" y="1207"/>
                    </a:lnTo>
                    <a:lnTo>
                      <a:pt x="1367" y="1207"/>
                    </a:lnTo>
                    <a:lnTo>
                      <a:pt x="1368" y="1207"/>
                    </a:lnTo>
                    <a:lnTo>
                      <a:pt x="1368" y="1207"/>
                    </a:lnTo>
                    <a:lnTo>
                      <a:pt x="1368" y="1207"/>
                    </a:lnTo>
                    <a:lnTo>
                      <a:pt x="1368" y="1207"/>
                    </a:lnTo>
                    <a:lnTo>
                      <a:pt x="1369" y="1207"/>
                    </a:lnTo>
                    <a:lnTo>
                      <a:pt x="1369" y="1207"/>
                    </a:lnTo>
                    <a:lnTo>
                      <a:pt x="1369" y="1207"/>
                    </a:lnTo>
                    <a:lnTo>
                      <a:pt x="1370" y="1207"/>
                    </a:lnTo>
                    <a:lnTo>
                      <a:pt x="1370" y="1207"/>
                    </a:lnTo>
                    <a:lnTo>
                      <a:pt x="1370" y="1207"/>
                    </a:lnTo>
                    <a:lnTo>
                      <a:pt x="1370" y="1207"/>
                    </a:lnTo>
                    <a:lnTo>
                      <a:pt x="1371" y="1207"/>
                    </a:lnTo>
                    <a:lnTo>
                      <a:pt x="1371" y="1207"/>
                    </a:lnTo>
                    <a:lnTo>
                      <a:pt x="1371" y="1207"/>
                    </a:lnTo>
                    <a:lnTo>
                      <a:pt x="1371" y="1207"/>
                    </a:lnTo>
                    <a:lnTo>
                      <a:pt x="1372" y="1207"/>
                    </a:lnTo>
                    <a:lnTo>
                      <a:pt x="1372" y="1207"/>
                    </a:lnTo>
                    <a:lnTo>
                      <a:pt x="1373" y="1207"/>
                    </a:lnTo>
                    <a:lnTo>
                      <a:pt x="1373" y="1207"/>
                    </a:lnTo>
                    <a:lnTo>
                      <a:pt x="1373" y="1195"/>
                    </a:lnTo>
                    <a:lnTo>
                      <a:pt x="1373" y="1183"/>
                    </a:lnTo>
                    <a:lnTo>
                      <a:pt x="1374" y="1172"/>
                    </a:lnTo>
                    <a:lnTo>
                      <a:pt x="1374" y="1160"/>
                    </a:lnTo>
                    <a:lnTo>
                      <a:pt x="1374" y="1159"/>
                    </a:lnTo>
                    <a:lnTo>
                      <a:pt x="1374" y="1158"/>
                    </a:lnTo>
                    <a:lnTo>
                      <a:pt x="1375" y="1157"/>
                    </a:lnTo>
                    <a:lnTo>
                      <a:pt x="1375" y="1155"/>
                    </a:lnTo>
                    <a:lnTo>
                      <a:pt x="1376" y="1155"/>
                    </a:lnTo>
                    <a:lnTo>
                      <a:pt x="1376" y="1155"/>
                    </a:lnTo>
                    <a:lnTo>
                      <a:pt x="1376" y="1155"/>
                    </a:lnTo>
                    <a:lnTo>
                      <a:pt x="1376" y="1155"/>
                    </a:lnTo>
                    <a:lnTo>
                      <a:pt x="1377" y="1155"/>
                    </a:lnTo>
                    <a:lnTo>
                      <a:pt x="1377" y="1155"/>
                    </a:lnTo>
                    <a:lnTo>
                      <a:pt x="1377" y="1155"/>
                    </a:lnTo>
                    <a:lnTo>
                      <a:pt x="1377" y="1155"/>
                    </a:lnTo>
                    <a:lnTo>
                      <a:pt x="1378" y="1155"/>
                    </a:lnTo>
                    <a:lnTo>
                      <a:pt x="1378" y="1155"/>
                    </a:lnTo>
                    <a:lnTo>
                      <a:pt x="1378" y="1155"/>
                    </a:lnTo>
                    <a:lnTo>
                      <a:pt x="1379" y="1155"/>
                    </a:lnTo>
                    <a:lnTo>
                      <a:pt x="1379" y="1140"/>
                    </a:lnTo>
                    <a:lnTo>
                      <a:pt x="1379" y="1125"/>
                    </a:lnTo>
                    <a:lnTo>
                      <a:pt x="1379" y="1109"/>
                    </a:lnTo>
                    <a:lnTo>
                      <a:pt x="1380" y="1093"/>
                    </a:lnTo>
                    <a:lnTo>
                      <a:pt x="1380" y="1085"/>
                    </a:lnTo>
                    <a:lnTo>
                      <a:pt x="1380" y="1077"/>
                    </a:lnTo>
                    <a:lnTo>
                      <a:pt x="1380" y="1069"/>
                    </a:lnTo>
                    <a:lnTo>
                      <a:pt x="1381" y="1060"/>
                    </a:lnTo>
                    <a:lnTo>
                      <a:pt x="1381" y="1053"/>
                    </a:lnTo>
                    <a:lnTo>
                      <a:pt x="1382" y="1045"/>
                    </a:lnTo>
                    <a:lnTo>
                      <a:pt x="1382" y="1037"/>
                    </a:lnTo>
                    <a:lnTo>
                      <a:pt x="1382" y="1029"/>
                    </a:lnTo>
                    <a:lnTo>
                      <a:pt x="1382" y="1021"/>
                    </a:lnTo>
                    <a:lnTo>
                      <a:pt x="1383" y="1013"/>
                    </a:lnTo>
                    <a:lnTo>
                      <a:pt x="1383" y="1004"/>
                    </a:lnTo>
                    <a:lnTo>
                      <a:pt x="1383" y="996"/>
                    </a:lnTo>
                    <a:lnTo>
                      <a:pt x="1383" y="988"/>
                    </a:lnTo>
                    <a:lnTo>
                      <a:pt x="1384" y="981"/>
                    </a:lnTo>
                    <a:lnTo>
                      <a:pt x="1384" y="973"/>
                    </a:lnTo>
                    <a:lnTo>
                      <a:pt x="1384" y="965"/>
                    </a:lnTo>
                    <a:lnTo>
                      <a:pt x="1385" y="957"/>
                    </a:lnTo>
                    <a:lnTo>
                      <a:pt x="1385" y="948"/>
                    </a:lnTo>
                    <a:lnTo>
                      <a:pt x="1385" y="940"/>
                    </a:lnTo>
                    <a:lnTo>
                      <a:pt x="1386" y="932"/>
                    </a:lnTo>
                    <a:lnTo>
                      <a:pt x="1386" y="924"/>
                    </a:lnTo>
                    <a:lnTo>
                      <a:pt x="1386" y="916"/>
                    </a:lnTo>
                    <a:lnTo>
                      <a:pt x="1386" y="909"/>
                    </a:lnTo>
                    <a:lnTo>
                      <a:pt x="1387" y="901"/>
                    </a:lnTo>
                    <a:lnTo>
                      <a:pt x="1387" y="893"/>
                    </a:lnTo>
                    <a:lnTo>
                      <a:pt x="1387" y="885"/>
                    </a:lnTo>
                    <a:lnTo>
                      <a:pt x="1388" y="878"/>
                    </a:lnTo>
                    <a:lnTo>
                      <a:pt x="1388" y="870"/>
                    </a:lnTo>
                    <a:lnTo>
                      <a:pt x="1388" y="862"/>
                    </a:lnTo>
                    <a:lnTo>
                      <a:pt x="1388" y="853"/>
                    </a:lnTo>
                    <a:lnTo>
                      <a:pt x="1389" y="845"/>
                    </a:lnTo>
                    <a:lnTo>
                      <a:pt x="1389" y="837"/>
                    </a:lnTo>
                    <a:lnTo>
                      <a:pt x="1389" y="829"/>
                    </a:lnTo>
                    <a:lnTo>
                      <a:pt x="1389" y="821"/>
                    </a:lnTo>
                    <a:lnTo>
                      <a:pt x="1390" y="813"/>
                    </a:lnTo>
                    <a:lnTo>
                      <a:pt x="1390" y="806"/>
                    </a:lnTo>
                    <a:lnTo>
                      <a:pt x="1391" y="798"/>
                    </a:lnTo>
                    <a:lnTo>
                      <a:pt x="1391" y="790"/>
                    </a:lnTo>
                    <a:lnTo>
                      <a:pt x="1391" y="782"/>
                    </a:lnTo>
                    <a:lnTo>
                      <a:pt x="1391" y="775"/>
                    </a:lnTo>
                    <a:lnTo>
                      <a:pt x="1392" y="767"/>
                    </a:lnTo>
                    <a:lnTo>
                      <a:pt x="1392" y="759"/>
                    </a:lnTo>
                    <a:lnTo>
                      <a:pt x="1392" y="751"/>
                    </a:lnTo>
                    <a:lnTo>
                      <a:pt x="1392" y="744"/>
                    </a:lnTo>
                    <a:lnTo>
                      <a:pt x="1393" y="740"/>
                    </a:lnTo>
                    <a:lnTo>
                      <a:pt x="1393" y="737"/>
                    </a:lnTo>
                    <a:lnTo>
                      <a:pt x="1393" y="734"/>
                    </a:lnTo>
                    <a:lnTo>
                      <a:pt x="1394" y="730"/>
                    </a:lnTo>
                    <a:lnTo>
                      <a:pt x="1394" y="730"/>
                    </a:lnTo>
                    <a:lnTo>
                      <a:pt x="1394" y="730"/>
                    </a:lnTo>
                    <a:lnTo>
                      <a:pt x="1394" y="730"/>
                    </a:lnTo>
                    <a:lnTo>
                      <a:pt x="1395" y="730"/>
                    </a:lnTo>
                    <a:lnTo>
                      <a:pt x="1395" y="730"/>
                    </a:lnTo>
                    <a:lnTo>
                      <a:pt x="1395" y="730"/>
                    </a:lnTo>
                    <a:lnTo>
                      <a:pt x="1396" y="730"/>
                    </a:lnTo>
                    <a:lnTo>
                      <a:pt x="1396" y="730"/>
                    </a:lnTo>
                    <a:lnTo>
                      <a:pt x="1396" y="730"/>
                    </a:lnTo>
                    <a:lnTo>
                      <a:pt x="1397" y="731"/>
                    </a:lnTo>
                    <a:lnTo>
                      <a:pt x="1397" y="732"/>
                    </a:lnTo>
                    <a:lnTo>
                      <a:pt x="1397" y="732"/>
                    </a:lnTo>
                    <a:lnTo>
                      <a:pt x="1397" y="733"/>
                    </a:lnTo>
                    <a:lnTo>
                      <a:pt x="1398" y="733"/>
                    </a:lnTo>
                    <a:lnTo>
                      <a:pt x="1398" y="733"/>
                    </a:lnTo>
                    <a:lnTo>
                      <a:pt x="1398" y="733"/>
                    </a:lnTo>
                    <a:lnTo>
                      <a:pt x="1398" y="733"/>
                    </a:lnTo>
                    <a:lnTo>
                      <a:pt x="1399" y="733"/>
                    </a:lnTo>
                    <a:lnTo>
                      <a:pt x="1399" y="733"/>
                    </a:lnTo>
                    <a:lnTo>
                      <a:pt x="1400" y="733"/>
                    </a:lnTo>
                    <a:lnTo>
                      <a:pt x="1400" y="733"/>
                    </a:lnTo>
                    <a:lnTo>
                      <a:pt x="1400" y="733"/>
                    </a:lnTo>
                    <a:lnTo>
                      <a:pt x="1400" y="733"/>
                    </a:lnTo>
                    <a:lnTo>
                      <a:pt x="1401" y="733"/>
                    </a:lnTo>
                    <a:lnTo>
                      <a:pt x="1401" y="728"/>
                    </a:lnTo>
                    <a:lnTo>
                      <a:pt x="1401" y="724"/>
                    </a:lnTo>
                    <a:lnTo>
                      <a:pt x="1401" y="719"/>
                    </a:lnTo>
                    <a:lnTo>
                      <a:pt x="1402" y="715"/>
                    </a:lnTo>
                    <a:lnTo>
                      <a:pt x="1402" y="709"/>
                    </a:lnTo>
                    <a:lnTo>
                      <a:pt x="1402" y="703"/>
                    </a:lnTo>
                    <a:lnTo>
                      <a:pt x="1403" y="697"/>
                    </a:lnTo>
                    <a:lnTo>
                      <a:pt x="1403" y="691"/>
                    </a:lnTo>
                    <a:lnTo>
                      <a:pt x="1403" y="681"/>
                    </a:lnTo>
                    <a:lnTo>
                      <a:pt x="1403" y="671"/>
                    </a:lnTo>
                    <a:lnTo>
                      <a:pt x="1404" y="662"/>
                    </a:lnTo>
                    <a:lnTo>
                      <a:pt x="1404" y="653"/>
                    </a:lnTo>
                    <a:lnTo>
                      <a:pt x="1404" y="645"/>
                    </a:lnTo>
                    <a:lnTo>
                      <a:pt x="1404" y="637"/>
                    </a:lnTo>
                    <a:lnTo>
                      <a:pt x="1405" y="629"/>
                    </a:lnTo>
                    <a:lnTo>
                      <a:pt x="1405" y="622"/>
                    </a:lnTo>
                    <a:lnTo>
                      <a:pt x="1406" y="613"/>
                    </a:lnTo>
                    <a:lnTo>
                      <a:pt x="1406" y="605"/>
                    </a:lnTo>
                    <a:lnTo>
                      <a:pt x="1406" y="597"/>
                    </a:lnTo>
                    <a:lnTo>
                      <a:pt x="1406" y="588"/>
                    </a:lnTo>
                    <a:lnTo>
                      <a:pt x="1407" y="581"/>
                    </a:lnTo>
                    <a:lnTo>
                      <a:pt x="1407" y="573"/>
                    </a:lnTo>
                    <a:lnTo>
                      <a:pt x="1407" y="565"/>
                    </a:lnTo>
                    <a:lnTo>
                      <a:pt x="1407" y="557"/>
                    </a:lnTo>
                    <a:lnTo>
                      <a:pt x="1408" y="550"/>
                    </a:lnTo>
                    <a:lnTo>
                      <a:pt x="1408" y="542"/>
                    </a:lnTo>
                    <a:lnTo>
                      <a:pt x="1408" y="534"/>
                    </a:lnTo>
                    <a:lnTo>
                      <a:pt x="1409" y="526"/>
                    </a:lnTo>
                    <a:lnTo>
                      <a:pt x="1409" y="519"/>
                    </a:lnTo>
                    <a:lnTo>
                      <a:pt x="1409" y="518"/>
                    </a:lnTo>
                    <a:lnTo>
                      <a:pt x="1410" y="518"/>
                    </a:lnTo>
                    <a:lnTo>
                      <a:pt x="1410" y="517"/>
                    </a:lnTo>
                    <a:lnTo>
                      <a:pt x="1410" y="516"/>
                    </a:lnTo>
                    <a:lnTo>
                      <a:pt x="1410" y="515"/>
                    </a:lnTo>
                    <a:lnTo>
                      <a:pt x="1411" y="513"/>
                    </a:lnTo>
                    <a:lnTo>
                      <a:pt x="1411" y="512"/>
                    </a:lnTo>
                    <a:lnTo>
                      <a:pt x="1411" y="510"/>
                    </a:lnTo>
                    <a:lnTo>
                      <a:pt x="1412" y="504"/>
                    </a:lnTo>
                    <a:lnTo>
                      <a:pt x="1412" y="499"/>
                    </a:lnTo>
                    <a:lnTo>
                      <a:pt x="1412" y="493"/>
                    </a:lnTo>
                    <a:lnTo>
                      <a:pt x="1412" y="488"/>
                    </a:lnTo>
                    <a:lnTo>
                      <a:pt x="1413" y="480"/>
                    </a:lnTo>
                    <a:lnTo>
                      <a:pt x="1413" y="472"/>
                    </a:lnTo>
                    <a:lnTo>
                      <a:pt x="1413" y="464"/>
                    </a:lnTo>
                    <a:lnTo>
                      <a:pt x="1413" y="457"/>
                    </a:lnTo>
                    <a:lnTo>
                      <a:pt x="1414" y="449"/>
                    </a:lnTo>
                    <a:lnTo>
                      <a:pt x="1414" y="441"/>
                    </a:lnTo>
                    <a:lnTo>
                      <a:pt x="1415" y="433"/>
                    </a:lnTo>
                    <a:lnTo>
                      <a:pt x="1415" y="426"/>
                    </a:lnTo>
                    <a:lnTo>
                      <a:pt x="1415" y="418"/>
                    </a:lnTo>
                    <a:lnTo>
                      <a:pt x="1415" y="410"/>
                    </a:lnTo>
                    <a:lnTo>
                      <a:pt x="1416" y="402"/>
                    </a:lnTo>
                    <a:lnTo>
                      <a:pt x="1416" y="395"/>
                    </a:lnTo>
                    <a:lnTo>
                      <a:pt x="1416" y="390"/>
                    </a:lnTo>
                    <a:lnTo>
                      <a:pt x="1416" y="386"/>
                    </a:lnTo>
                    <a:lnTo>
                      <a:pt x="1417" y="381"/>
                    </a:lnTo>
                    <a:lnTo>
                      <a:pt x="1417" y="377"/>
                    </a:lnTo>
                    <a:lnTo>
                      <a:pt x="1417" y="369"/>
                    </a:lnTo>
                    <a:lnTo>
                      <a:pt x="1418" y="361"/>
                    </a:lnTo>
                    <a:lnTo>
                      <a:pt x="1418" y="354"/>
                    </a:lnTo>
                    <a:lnTo>
                      <a:pt x="1418" y="346"/>
                    </a:lnTo>
                    <a:lnTo>
                      <a:pt x="1418" y="338"/>
                    </a:lnTo>
                    <a:lnTo>
                      <a:pt x="1419" y="330"/>
                    </a:lnTo>
                    <a:lnTo>
                      <a:pt x="1419" y="323"/>
                    </a:lnTo>
                    <a:lnTo>
                      <a:pt x="1419" y="321"/>
                    </a:lnTo>
                    <a:lnTo>
                      <a:pt x="1420" y="320"/>
                    </a:lnTo>
                    <a:lnTo>
                      <a:pt x="1420" y="319"/>
                    </a:lnTo>
                    <a:lnTo>
                      <a:pt x="1420" y="318"/>
                    </a:lnTo>
                    <a:lnTo>
                      <a:pt x="1421" y="318"/>
                    </a:lnTo>
                    <a:lnTo>
                      <a:pt x="1421" y="318"/>
                    </a:lnTo>
                    <a:lnTo>
                      <a:pt x="1421" y="318"/>
                    </a:lnTo>
                    <a:lnTo>
                      <a:pt x="1421" y="318"/>
                    </a:lnTo>
                    <a:lnTo>
                      <a:pt x="1422" y="318"/>
                    </a:lnTo>
                    <a:lnTo>
                      <a:pt x="1422" y="318"/>
                    </a:lnTo>
                    <a:lnTo>
                      <a:pt x="1422" y="318"/>
                    </a:lnTo>
                    <a:lnTo>
                      <a:pt x="1423" y="318"/>
                    </a:lnTo>
                    <a:lnTo>
                      <a:pt x="1423" y="318"/>
                    </a:lnTo>
                    <a:lnTo>
                      <a:pt x="1423" y="319"/>
                    </a:lnTo>
                    <a:lnTo>
                      <a:pt x="1424" y="320"/>
                    </a:lnTo>
                    <a:lnTo>
                      <a:pt x="1424" y="321"/>
                    </a:lnTo>
                    <a:lnTo>
                      <a:pt x="1424" y="323"/>
                    </a:lnTo>
                    <a:lnTo>
                      <a:pt x="1424" y="323"/>
                    </a:lnTo>
                    <a:lnTo>
                      <a:pt x="1425" y="323"/>
                    </a:lnTo>
                    <a:lnTo>
                      <a:pt x="1425" y="323"/>
                    </a:lnTo>
                    <a:lnTo>
                      <a:pt x="1425" y="323"/>
                    </a:lnTo>
                    <a:lnTo>
                      <a:pt x="1426" y="323"/>
                    </a:lnTo>
                    <a:lnTo>
                      <a:pt x="1426" y="323"/>
                    </a:lnTo>
                    <a:lnTo>
                      <a:pt x="1426" y="323"/>
                    </a:lnTo>
                    <a:lnTo>
                      <a:pt x="1426" y="323"/>
                    </a:lnTo>
                    <a:lnTo>
                      <a:pt x="1427" y="323"/>
                    </a:lnTo>
                    <a:lnTo>
                      <a:pt x="1427" y="324"/>
                    </a:lnTo>
                    <a:lnTo>
                      <a:pt x="1427" y="324"/>
                    </a:lnTo>
                    <a:lnTo>
                      <a:pt x="1427" y="324"/>
                    </a:lnTo>
                    <a:lnTo>
                      <a:pt x="1428" y="324"/>
                    </a:lnTo>
                    <a:lnTo>
                      <a:pt x="1428" y="323"/>
                    </a:lnTo>
                    <a:lnTo>
                      <a:pt x="1429" y="323"/>
                    </a:lnTo>
                    <a:lnTo>
                      <a:pt x="1429" y="323"/>
                    </a:lnTo>
                    <a:lnTo>
                      <a:pt x="1429" y="323"/>
                    </a:lnTo>
                    <a:lnTo>
                      <a:pt x="1429" y="323"/>
                    </a:lnTo>
                    <a:lnTo>
                      <a:pt x="1430" y="323"/>
                    </a:lnTo>
                    <a:lnTo>
                      <a:pt x="1430" y="323"/>
                    </a:lnTo>
                    <a:lnTo>
                      <a:pt x="1430" y="323"/>
                    </a:lnTo>
                    <a:lnTo>
                      <a:pt x="1430" y="323"/>
                    </a:lnTo>
                    <a:lnTo>
                      <a:pt x="1431" y="323"/>
                    </a:lnTo>
                    <a:lnTo>
                      <a:pt x="1431" y="323"/>
                    </a:lnTo>
                    <a:lnTo>
                      <a:pt x="1431" y="323"/>
                    </a:lnTo>
                    <a:lnTo>
                      <a:pt x="1432" y="323"/>
                    </a:lnTo>
                    <a:lnTo>
                      <a:pt x="1432" y="323"/>
                    </a:lnTo>
                    <a:lnTo>
                      <a:pt x="1432" y="323"/>
                    </a:lnTo>
                    <a:lnTo>
                      <a:pt x="1432" y="323"/>
                    </a:lnTo>
                    <a:lnTo>
                      <a:pt x="1433" y="323"/>
                    </a:lnTo>
                    <a:lnTo>
                      <a:pt x="1433" y="323"/>
                    </a:lnTo>
                    <a:lnTo>
                      <a:pt x="1433" y="323"/>
                    </a:lnTo>
                    <a:lnTo>
                      <a:pt x="1434" y="323"/>
                    </a:lnTo>
                    <a:lnTo>
                      <a:pt x="1434" y="323"/>
                    </a:lnTo>
                    <a:lnTo>
                      <a:pt x="1434" y="323"/>
                    </a:lnTo>
                    <a:lnTo>
                      <a:pt x="1435" y="321"/>
                    </a:lnTo>
                    <a:lnTo>
                      <a:pt x="1435" y="320"/>
                    </a:lnTo>
                    <a:lnTo>
                      <a:pt x="1435" y="319"/>
                    </a:lnTo>
                    <a:lnTo>
                      <a:pt x="1435" y="318"/>
                    </a:lnTo>
                    <a:lnTo>
                      <a:pt x="1436" y="315"/>
                    </a:lnTo>
                    <a:lnTo>
                      <a:pt x="1436" y="312"/>
                    </a:lnTo>
                    <a:lnTo>
                      <a:pt x="1436" y="308"/>
                    </a:lnTo>
                    <a:lnTo>
                      <a:pt x="1436" y="305"/>
                    </a:lnTo>
                    <a:lnTo>
                      <a:pt x="1437" y="304"/>
                    </a:lnTo>
                    <a:lnTo>
                      <a:pt x="1437" y="303"/>
                    </a:lnTo>
                    <a:lnTo>
                      <a:pt x="1438" y="301"/>
                    </a:lnTo>
                    <a:lnTo>
                      <a:pt x="1438" y="300"/>
                    </a:lnTo>
                    <a:lnTo>
                      <a:pt x="1438" y="300"/>
                    </a:lnTo>
                    <a:lnTo>
                      <a:pt x="1438" y="303"/>
                    </a:lnTo>
                    <a:lnTo>
                      <a:pt x="1439" y="305"/>
                    </a:lnTo>
                    <a:lnTo>
                      <a:pt x="1439" y="307"/>
                    </a:lnTo>
                    <a:lnTo>
                      <a:pt x="1439" y="309"/>
                    </a:lnTo>
                    <a:lnTo>
                      <a:pt x="1439" y="309"/>
                    </a:lnTo>
                    <a:lnTo>
                      <a:pt x="1440" y="309"/>
                    </a:lnTo>
                    <a:lnTo>
                      <a:pt x="1440" y="309"/>
                    </a:lnTo>
                    <a:lnTo>
                      <a:pt x="1440" y="309"/>
                    </a:lnTo>
                    <a:lnTo>
                      <a:pt x="1441" y="308"/>
                    </a:lnTo>
                    <a:lnTo>
                      <a:pt x="1441" y="308"/>
                    </a:lnTo>
                    <a:lnTo>
                      <a:pt x="1441" y="307"/>
                    </a:lnTo>
                    <a:lnTo>
                      <a:pt x="1441" y="301"/>
                    </a:lnTo>
                    <a:lnTo>
                      <a:pt x="1442" y="295"/>
                    </a:lnTo>
                    <a:lnTo>
                      <a:pt x="1442" y="289"/>
                    </a:lnTo>
                    <a:lnTo>
                      <a:pt x="1442" y="283"/>
                    </a:lnTo>
                    <a:lnTo>
                      <a:pt x="1443" y="276"/>
                    </a:lnTo>
                    <a:lnTo>
                      <a:pt x="1443" y="270"/>
                    </a:lnTo>
                    <a:lnTo>
                      <a:pt x="1443" y="263"/>
                    </a:lnTo>
                    <a:lnTo>
                      <a:pt x="1444" y="256"/>
                    </a:lnTo>
                    <a:lnTo>
                      <a:pt x="1444" y="249"/>
                    </a:lnTo>
                    <a:lnTo>
                      <a:pt x="1444" y="243"/>
                    </a:lnTo>
                    <a:lnTo>
                      <a:pt x="1444" y="237"/>
                    </a:lnTo>
                    <a:lnTo>
                      <a:pt x="1445" y="230"/>
                    </a:lnTo>
                    <a:lnTo>
                      <a:pt x="1445" y="224"/>
                    </a:lnTo>
                    <a:lnTo>
                      <a:pt x="1445" y="218"/>
                    </a:lnTo>
                    <a:lnTo>
                      <a:pt x="1445" y="212"/>
                    </a:lnTo>
                    <a:lnTo>
                      <a:pt x="1446" y="206"/>
                    </a:lnTo>
                    <a:lnTo>
                      <a:pt x="1446" y="201"/>
                    </a:lnTo>
                    <a:lnTo>
                      <a:pt x="1447" y="194"/>
                    </a:lnTo>
                    <a:lnTo>
                      <a:pt x="1447" y="188"/>
                    </a:lnTo>
                    <a:lnTo>
                      <a:pt x="1447" y="181"/>
                    </a:lnTo>
                    <a:lnTo>
                      <a:pt x="1447" y="174"/>
                    </a:lnTo>
                    <a:lnTo>
                      <a:pt x="1448" y="167"/>
                    </a:lnTo>
                    <a:lnTo>
                      <a:pt x="1448" y="159"/>
                    </a:lnTo>
                    <a:lnTo>
                      <a:pt x="1448" y="152"/>
                    </a:lnTo>
                    <a:lnTo>
                      <a:pt x="1448" y="145"/>
                    </a:lnTo>
                    <a:lnTo>
                      <a:pt x="1449" y="138"/>
                    </a:lnTo>
                    <a:lnTo>
                      <a:pt x="1449" y="130"/>
                    </a:lnTo>
                    <a:lnTo>
                      <a:pt x="1449" y="123"/>
                    </a:lnTo>
                    <a:lnTo>
                      <a:pt x="1450" y="117"/>
                    </a:lnTo>
                    <a:lnTo>
                      <a:pt x="1450" y="110"/>
                    </a:lnTo>
                    <a:lnTo>
                      <a:pt x="1450" y="103"/>
                    </a:lnTo>
                    <a:lnTo>
                      <a:pt x="1450" y="97"/>
                    </a:lnTo>
                    <a:lnTo>
                      <a:pt x="1451" y="89"/>
                    </a:lnTo>
                    <a:lnTo>
                      <a:pt x="1451" y="82"/>
                    </a:lnTo>
                    <a:lnTo>
                      <a:pt x="1451" y="75"/>
                    </a:lnTo>
                    <a:lnTo>
                      <a:pt x="1451" y="68"/>
                    </a:lnTo>
                    <a:lnTo>
                      <a:pt x="1452" y="61"/>
                    </a:lnTo>
                    <a:lnTo>
                      <a:pt x="1452" y="53"/>
                    </a:lnTo>
                    <a:lnTo>
                      <a:pt x="1453" y="46"/>
                    </a:lnTo>
                    <a:lnTo>
                      <a:pt x="1453" y="39"/>
                    </a:lnTo>
                    <a:lnTo>
                      <a:pt x="1453" y="32"/>
                    </a:lnTo>
                    <a:lnTo>
                      <a:pt x="1453" y="26"/>
                    </a:lnTo>
                    <a:lnTo>
                      <a:pt x="1454" y="19"/>
                    </a:lnTo>
                    <a:lnTo>
                      <a:pt x="1454" y="12"/>
                    </a:lnTo>
                    <a:lnTo>
                      <a:pt x="1454" y="11"/>
                    </a:lnTo>
                    <a:lnTo>
                      <a:pt x="1454" y="10"/>
                    </a:lnTo>
                    <a:lnTo>
                      <a:pt x="1455" y="9"/>
                    </a:lnTo>
                    <a:lnTo>
                      <a:pt x="1455" y="8"/>
                    </a:lnTo>
                    <a:lnTo>
                      <a:pt x="1455" y="8"/>
                    </a:lnTo>
                    <a:lnTo>
                      <a:pt x="1456" y="8"/>
                    </a:lnTo>
                    <a:lnTo>
                      <a:pt x="1456" y="8"/>
                    </a:lnTo>
                    <a:lnTo>
                      <a:pt x="1456" y="8"/>
                    </a:lnTo>
                    <a:lnTo>
                      <a:pt x="1457" y="8"/>
                    </a:lnTo>
                    <a:lnTo>
                      <a:pt x="1457" y="8"/>
                    </a:lnTo>
                    <a:lnTo>
                      <a:pt x="1457" y="8"/>
                    </a:lnTo>
                    <a:lnTo>
                      <a:pt x="1457" y="8"/>
                    </a:lnTo>
                    <a:lnTo>
                      <a:pt x="1458" y="8"/>
                    </a:lnTo>
                    <a:lnTo>
                      <a:pt x="1458" y="8"/>
                    </a:lnTo>
                    <a:lnTo>
                      <a:pt x="1458" y="8"/>
                    </a:lnTo>
                    <a:lnTo>
                      <a:pt x="1459" y="8"/>
                    </a:lnTo>
                    <a:lnTo>
                      <a:pt x="1459" y="6"/>
                    </a:lnTo>
                    <a:lnTo>
                      <a:pt x="1459" y="5"/>
                    </a:lnTo>
                    <a:lnTo>
                      <a:pt x="1459" y="3"/>
                    </a:lnTo>
                    <a:lnTo>
                      <a:pt x="1460" y="1"/>
                    </a:lnTo>
                    <a:lnTo>
                      <a:pt x="1460" y="1"/>
                    </a:lnTo>
                    <a:lnTo>
                      <a:pt x="1460" y="1"/>
                    </a:lnTo>
                    <a:lnTo>
                      <a:pt x="1460" y="1"/>
                    </a:lnTo>
                    <a:lnTo>
                      <a:pt x="1461" y="1"/>
                    </a:lnTo>
                    <a:lnTo>
                      <a:pt x="1461" y="0"/>
                    </a:lnTo>
                    <a:lnTo>
                      <a:pt x="1462" y="13"/>
                    </a:lnTo>
                    <a:lnTo>
                      <a:pt x="1462" y="26"/>
                    </a:lnTo>
                    <a:lnTo>
                      <a:pt x="1462" y="38"/>
                    </a:lnTo>
                    <a:lnTo>
                      <a:pt x="1462" y="52"/>
                    </a:lnTo>
                    <a:lnTo>
                      <a:pt x="1463" y="51"/>
                    </a:lnTo>
                    <a:lnTo>
                      <a:pt x="1463" y="51"/>
                    </a:lnTo>
                    <a:lnTo>
                      <a:pt x="1463" y="50"/>
                    </a:lnTo>
                    <a:lnTo>
                      <a:pt x="1463" y="50"/>
                    </a:lnTo>
                    <a:lnTo>
                      <a:pt x="1464" y="51"/>
                    </a:lnTo>
                    <a:lnTo>
                      <a:pt x="1464" y="51"/>
                    </a:lnTo>
                    <a:lnTo>
                      <a:pt x="1464" y="52"/>
                    </a:lnTo>
                    <a:lnTo>
                      <a:pt x="1465" y="52"/>
                    </a:lnTo>
                    <a:lnTo>
                      <a:pt x="1465" y="52"/>
                    </a:lnTo>
                    <a:lnTo>
                      <a:pt x="1465" y="52"/>
                    </a:lnTo>
                    <a:lnTo>
                      <a:pt x="1465" y="52"/>
                    </a:lnTo>
                    <a:lnTo>
                      <a:pt x="1466" y="52"/>
                    </a:lnTo>
                    <a:lnTo>
                      <a:pt x="1466" y="52"/>
                    </a:lnTo>
                    <a:lnTo>
                      <a:pt x="1466" y="52"/>
                    </a:lnTo>
                    <a:lnTo>
                      <a:pt x="1467" y="52"/>
                    </a:lnTo>
                    <a:lnTo>
                      <a:pt x="1467" y="52"/>
                    </a:lnTo>
                    <a:lnTo>
                      <a:pt x="1467" y="52"/>
                    </a:lnTo>
                    <a:lnTo>
                      <a:pt x="1468" y="52"/>
                    </a:lnTo>
                    <a:lnTo>
                      <a:pt x="1468" y="52"/>
                    </a:lnTo>
                    <a:lnTo>
                      <a:pt x="1468" y="52"/>
                    </a:lnTo>
                    <a:lnTo>
                      <a:pt x="1468" y="55"/>
                    </a:lnTo>
                    <a:lnTo>
                      <a:pt x="1469" y="58"/>
                    </a:lnTo>
                    <a:lnTo>
                      <a:pt x="1469" y="61"/>
                    </a:lnTo>
                    <a:lnTo>
                      <a:pt x="1469" y="63"/>
                    </a:lnTo>
                    <a:lnTo>
                      <a:pt x="1469" y="70"/>
                    </a:lnTo>
                    <a:lnTo>
                      <a:pt x="1470" y="76"/>
                    </a:lnTo>
                    <a:lnTo>
                      <a:pt x="1470" y="83"/>
                    </a:lnTo>
                    <a:lnTo>
                      <a:pt x="1471" y="90"/>
                    </a:lnTo>
                    <a:lnTo>
                      <a:pt x="1471" y="92"/>
                    </a:lnTo>
                    <a:lnTo>
                      <a:pt x="1471" y="94"/>
                    </a:lnTo>
                    <a:lnTo>
                      <a:pt x="1471" y="97"/>
                    </a:lnTo>
                    <a:lnTo>
                      <a:pt x="1472" y="99"/>
                    </a:lnTo>
                    <a:lnTo>
                      <a:pt x="1472" y="102"/>
                    </a:lnTo>
                    <a:lnTo>
                      <a:pt x="1472" y="105"/>
                    </a:lnTo>
                    <a:lnTo>
                      <a:pt x="1472" y="107"/>
                    </a:lnTo>
                    <a:lnTo>
                      <a:pt x="1473" y="110"/>
                    </a:lnTo>
                    <a:lnTo>
                      <a:pt x="1473" y="117"/>
                    </a:lnTo>
                    <a:lnTo>
                      <a:pt x="1473" y="123"/>
                    </a:lnTo>
                    <a:lnTo>
                      <a:pt x="1474" y="130"/>
                    </a:lnTo>
                    <a:lnTo>
                      <a:pt x="1474" y="136"/>
                    </a:lnTo>
                    <a:lnTo>
                      <a:pt x="1474" y="144"/>
                    </a:lnTo>
                    <a:lnTo>
                      <a:pt x="1474" y="151"/>
                    </a:lnTo>
                    <a:lnTo>
                      <a:pt x="1475" y="158"/>
                    </a:lnTo>
                    <a:lnTo>
                      <a:pt x="1475" y="165"/>
                    </a:lnTo>
                    <a:lnTo>
                      <a:pt x="1475" y="167"/>
                    </a:lnTo>
                    <a:lnTo>
                      <a:pt x="1475" y="168"/>
                    </a:lnTo>
                    <a:lnTo>
                      <a:pt x="1476" y="168"/>
                    </a:lnTo>
                    <a:lnTo>
                      <a:pt x="1476" y="170"/>
                    </a:lnTo>
                    <a:lnTo>
                      <a:pt x="1477" y="170"/>
                    </a:lnTo>
                    <a:lnTo>
                      <a:pt x="1477" y="170"/>
                    </a:lnTo>
                    <a:lnTo>
                      <a:pt x="1477" y="170"/>
                    </a:lnTo>
                    <a:lnTo>
                      <a:pt x="1477" y="170"/>
                    </a:lnTo>
                    <a:lnTo>
                      <a:pt x="1478" y="170"/>
                    </a:lnTo>
                    <a:lnTo>
                      <a:pt x="1478" y="170"/>
                    </a:lnTo>
                    <a:lnTo>
                      <a:pt x="1478" y="170"/>
                    </a:lnTo>
                    <a:lnTo>
                      <a:pt x="1478" y="170"/>
                    </a:lnTo>
                    <a:lnTo>
                      <a:pt x="1479" y="170"/>
                    </a:lnTo>
                    <a:lnTo>
                      <a:pt x="1479" y="170"/>
                    </a:lnTo>
                    <a:lnTo>
                      <a:pt x="1479" y="170"/>
                    </a:lnTo>
                    <a:lnTo>
                      <a:pt x="1480" y="170"/>
                    </a:lnTo>
                    <a:lnTo>
                      <a:pt x="1480" y="170"/>
                    </a:lnTo>
                    <a:lnTo>
                      <a:pt x="1480" y="170"/>
                    </a:lnTo>
                    <a:lnTo>
                      <a:pt x="1481" y="170"/>
                    </a:lnTo>
                    <a:lnTo>
                      <a:pt x="1481" y="170"/>
                    </a:lnTo>
                    <a:lnTo>
                      <a:pt x="1481" y="170"/>
                    </a:lnTo>
                    <a:lnTo>
                      <a:pt x="1481" y="170"/>
                    </a:lnTo>
                    <a:lnTo>
                      <a:pt x="1482" y="170"/>
                    </a:lnTo>
                    <a:lnTo>
                      <a:pt x="1482" y="170"/>
                    </a:lnTo>
                    <a:lnTo>
                      <a:pt x="1482" y="170"/>
                    </a:lnTo>
                    <a:lnTo>
                      <a:pt x="1483" y="170"/>
                    </a:lnTo>
                    <a:lnTo>
                      <a:pt x="1483" y="170"/>
                    </a:lnTo>
                    <a:lnTo>
                      <a:pt x="1483" y="170"/>
                    </a:lnTo>
                    <a:lnTo>
                      <a:pt x="1483" y="170"/>
                    </a:lnTo>
                    <a:lnTo>
                      <a:pt x="1484" y="171"/>
                    </a:lnTo>
                    <a:lnTo>
                      <a:pt x="1484" y="171"/>
                    </a:lnTo>
                    <a:lnTo>
                      <a:pt x="1484" y="172"/>
                    </a:lnTo>
                    <a:lnTo>
                      <a:pt x="1484" y="173"/>
                    </a:lnTo>
                    <a:lnTo>
                      <a:pt x="1485" y="173"/>
                    </a:lnTo>
                    <a:lnTo>
                      <a:pt x="1485" y="174"/>
                    </a:lnTo>
                    <a:lnTo>
                      <a:pt x="1486" y="174"/>
                    </a:lnTo>
                    <a:lnTo>
                      <a:pt x="1486" y="175"/>
                    </a:lnTo>
                    <a:lnTo>
                      <a:pt x="1486" y="176"/>
                    </a:lnTo>
                    <a:lnTo>
                      <a:pt x="1486" y="177"/>
                    </a:lnTo>
                    <a:lnTo>
                      <a:pt x="1487" y="179"/>
                    </a:lnTo>
                    <a:lnTo>
                      <a:pt x="1487" y="179"/>
                    </a:lnTo>
                    <a:lnTo>
                      <a:pt x="1487" y="180"/>
                    </a:lnTo>
                    <a:lnTo>
                      <a:pt x="1487" y="180"/>
                    </a:lnTo>
                    <a:lnTo>
                      <a:pt x="1488" y="181"/>
                    </a:lnTo>
                    <a:lnTo>
                      <a:pt x="1488" y="181"/>
                    </a:lnTo>
                    <a:lnTo>
                      <a:pt x="1488" y="182"/>
                    </a:lnTo>
                    <a:lnTo>
                      <a:pt x="1489" y="182"/>
                    </a:lnTo>
                    <a:lnTo>
                      <a:pt x="1489" y="183"/>
                    </a:lnTo>
                    <a:lnTo>
                      <a:pt x="1489" y="183"/>
                    </a:lnTo>
                    <a:lnTo>
                      <a:pt x="1489" y="184"/>
                    </a:lnTo>
                    <a:lnTo>
                      <a:pt x="1490" y="185"/>
                    </a:lnTo>
                    <a:lnTo>
                      <a:pt x="1490" y="185"/>
                    </a:lnTo>
                    <a:lnTo>
                      <a:pt x="1491" y="186"/>
                    </a:lnTo>
                    <a:lnTo>
                      <a:pt x="1491" y="186"/>
                    </a:lnTo>
                    <a:lnTo>
                      <a:pt x="1491" y="187"/>
                    </a:lnTo>
                    <a:lnTo>
                      <a:pt x="1491" y="186"/>
                    </a:lnTo>
                    <a:lnTo>
                      <a:pt x="1492" y="186"/>
                    </a:lnTo>
                    <a:lnTo>
                      <a:pt x="1492" y="185"/>
                    </a:lnTo>
                    <a:lnTo>
                      <a:pt x="1492" y="185"/>
                    </a:lnTo>
                    <a:lnTo>
                      <a:pt x="1492" y="185"/>
                    </a:lnTo>
                    <a:lnTo>
                      <a:pt x="1493" y="185"/>
                    </a:lnTo>
                    <a:lnTo>
                      <a:pt x="1493" y="185"/>
                    </a:lnTo>
                    <a:lnTo>
                      <a:pt x="1494" y="185"/>
                    </a:lnTo>
                    <a:lnTo>
                      <a:pt x="1494" y="185"/>
                    </a:lnTo>
                    <a:lnTo>
                      <a:pt x="1494" y="185"/>
                    </a:lnTo>
                    <a:lnTo>
                      <a:pt x="1494" y="185"/>
                    </a:lnTo>
                    <a:lnTo>
                      <a:pt x="1495" y="185"/>
                    </a:lnTo>
                    <a:lnTo>
                      <a:pt x="1495" y="185"/>
                    </a:lnTo>
                    <a:lnTo>
                      <a:pt x="1495" y="186"/>
                    </a:lnTo>
                    <a:lnTo>
                      <a:pt x="1495" y="186"/>
                    </a:lnTo>
                    <a:lnTo>
                      <a:pt x="1496" y="187"/>
                    </a:lnTo>
                    <a:lnTo>
                      <a:pt x="1496" y="188"/>
                    </a:lnTo>
                    <a:lnTo>
                      <a:pt x="1496" y="188"/>
                    </a:lnTo>
                    <a:lnTo>
                      <a:pt x="1497" y="188"/>
                    </a:lnTo>
                    <a:lnTo>
                      <a:pt x="1497" y="189"/>
                    </a:lnTo>
                    <a:lnTo>
                      <a:pt x="1497" y="189"/>
                    </a:lnTo>
                    <a:lnTo>
                      <a:pt x="1497" y="190"/>
                    </a:lnTo>
                    <a:lnTo>
                      <a:pt x="1498" y="191"/>
                    </a:lnTo>
                    <a:lnTo>
                      <a:pt x="1498" y="191"/>
                    </a:lnTo>
                    <a:lnTo>
                      <a:pt x="1498" y="192"/>
                    </a:lnTo>
                    <a:lnTo>
                      <a:pt x="1498" y="192"/>
                    </a:lnTo>
                    <a:lnTo>
                      <a:pt x="1499" y="192"/>
                    </a:lnTo>
                    <a:lnTo>
                      <a:pt x="1499" y="192"/>
                    </a:lnTo>
                    <a:lnTo>
                      <a:pt x="1500" y="192"/>
                    </a:lnTo>
                    <a:lnTo>
                      <a:pt x="1500" y="192"/>
                    </a:lnTo>
                    <a:lnTo>
                      <a:pt x="1500" y="192"/>
                    </a:lnTo>
                    <a:lnTo>
                      <a:pt x="1500" y="192"/>
                    </a:lnTo>
                    <a:lnTo>
                      <a:pt x="1501" y="192"/>
                    </a:lnTo>
                    <a:lnTo>
                      <a:pt x="1501" y="198"/>
                    </a:lnTo>
                    <a:lnTo>
                      <a:pt x="1501" y="204"/>
                    </a:lnTo>
                    <a:lnTo>
                      <a:pt x="1501" y="210"/>
                    </a:lnTo>
                    <a:lnTo>
                      <a:pt x="1502" y="216"/>
                    </a:lnTo>
                    <a:lnTo>
                      <a:pt x="1502" y="218"/>
                    </a:lnTo>
                    <a:lnTo>
                      <a:pt x="1502" y="221"/>
                    </a:lnTo>
                    <a:lnTo>
                      <a:pt x="1503" y="223"/>
                    </a:lnTo>
                    <a:lnTo>
                      <a:pt x="1503" y="221"/>
                    </a:lnTo>
                    <a:lnTo>
                      <a:pt x="1503" y="216"/>
                    </a:lnTo>
                    <a:lnTo>
                      <a:pt x="1504" y="212"/>
                    </a:lnTo>
                    <a:lnTo>
                      <a:pt x="1504" y="208"/>
                    </a:lnTo>
                    <a:lnTo>
                      <a:pt x="1504" y="205"/>
                    </a:lnTo>
                    <a:lnTo>
                      <a:pt x="1504" y="204"/>
                    </a:lnTo>
                    <a:lnTo>
                      <a:pt x="1505" y="203"/>
                    </a:lnTo>
                    <a:lnTo>
                      <a:pt x="1505" y="202"/>
                    </a:lnTo>
                    <a:lnTo>
                      <a:pt x="1505" y="203"/>
                    </a:lnTo>
                    <a:lnTo>
                      <a:pt x="1506" y="203"/>
                    </a:lnTo>
                    <a:lnTo>
                      <a:pt x="1506" y="203"/>
                    </a:lnTo>
                    <a:lnTo>
                      <a:pt x="1506" y="203"/>
                    </a:lnTo>
                    <a:lnTo>
                      <a:pt x="1506" y="203"/>
                    </a:lnTo>
                    <a:lnTo>
                      <a:pt x="1507" y="203"/>
                    </a:lnTo>
                    <a:lnTo>
                      <a:pt x="1507" y="203"/>
                    </a:lnTo>
                    <a:lnTo>
                      <a:pt x="1507" y="203"/>
                    </a:lnTo>
                    <a:lnTo>
                      <a:pt x="1507" y="203"/>
                    </a:lnTo>
                    <a:lnTo>
                      <a:pt x="1508" y="209"/>
                    </a:lnTo>
                    <a:lnTo>
                      <a:pt x="1508" y="215"/>
                    </a:lnTo>
                    <a:lnTo>
                      <a:pt x="1509" y="221"/>
                    </a:lnTo>
                    <a:lnTo>
                      <a:pt x="1509" y="227"/>
                    </a:lnTo>
                    <a:lnTo>
                      <a:pt x="1509" y="229"/>
                    </a:lnTo>
                    <a:lnTo>
                      <a:pt x="1509" y="230"/>
                    </a:lnTo>
                    <a:lnTo>
                      <a:pt x="1510" y="230"/>
                    </a:lnTo>
                    <a:lnTo>
                      <a:pt x="1510" y="232"/>
                    </a:lnTo>
                    <a:lnTo>
                      <a:pt x="1510" y="232"/>
                    </a:lnTo>
                    <a:lnTo>
                      <a:pt x="1510" y="232"/>
                    </a:lnTo>
                    <a:lnTo>
                      <a:pt x="1511" y="232"/>
                    </a:lnTo>
                    <a:lnTo>
                      <a:pt x="1511" y="232"/>
                    </a:lnTo>
                    <a:lnTo>
                      <a:pt x="1511" y="232"/>
                    </a:lnTo>
                    <a:lnTo>
                      <a:pt x="1512" y="232"/>
                    </a:lnTo>
                    <a:lnTo>
                      <a:pt x="1512" y="232"/>
                    </a:lnTo>
                    <a:lnTo>
                      <a:pt x="1512" y="231"/>
                    </a:lnTo>
                    <a:lnTo>
                      <a:pt x="1512" y="231"/>
                    </a:lnTo>
                    <a:lnTo>
                      <a:pt x="1513" y="231"/>
                    </a:lnTo>
                    <a:lnTo>
                      <a:pt x="1513" y="231"/>
                    </a:lnTo>
                    <a:lnTo>
                      <a:pt x="1513" y="231"/>
                    </a:lnTo>
                    <a:lnTo>
                      <a:pt x="1514" y="232"/>
                    </a:lnTo>
                    <a:lnTo>
                      <a:pt x="1514" y="233"/>
                    </a:lnTo>
                    <a:lnTo>
                      <a:pt x="1514" y="235"/>
                    </a:lnTo>
                    <a:lnTo>
                      <a:pt x="1515" y="236"/>
                    </a:lnTo>
                    <a:lnTo>
                      <a:pt x="1515" y="237"/>
                    </a:lnTo>
                    <a:lnTo>
                      <a:pt x="1515" y="238"/>
                    </a:lnTo>
                    <a:lnTo>
                      <a:pt x="1515" y="239"/>
                    </a:lnTo>
                    <a:lnTo>
                      <a:pt x="1516" y="241"/>
                    </a:lnTo>
                    <a:lnTo>
                      <a:pt x="1516" y="241"/>
                    </a:lnTo>
                    <a:lnTo>
                      <a:pt x="1516" y="241"/>
                    </a:lnTo>
                    <a:lnTo>
                      <a:pt x="1516" y="241"/>
                    </a:lnTo>
                    <a:lnTo>
                      <a:pt x="1517" y="240"/>
                    </a:lnTo>
                    <a:lnTo>
                      <a:pt x="1517" y="239"/>
                    </a:lnTo>
                    <a:lnTo>
                      <a:pt x="1518" y="239"/>
                    </a:lnTo>
                    <a:lnTo>
                      <a:pt x="1518" y="238"/>
                    </a:lnTo>
                    <a:lnTo>
                      <a:pt x="1518" y="238"/>
                    </a:lnTo>
                    <a:lnTo>
                      <a:pt x="1518" y="238"/>
                    </a:lnTo>
                    <a:lnTo>
                      <a:pt x="1519" y="238"/>
                    </a:lnTo>
                    <a:lnTo>
                      <a:pt x="1519" y="238"/>
                    </a:lnTo>
                    <a:lnTo>
                      <a:pt x="1519" y="238"/>
                    </a:lnTo>
                    <a:lnTo>
                      <a:pt x="1519" y="237"/>
                    </a:lnTo>
                    <a:lnTo>
                      <a:pt x="1520" y="237"/>
                    </a:lnTo>
                    <a:lnTo>
                      <a:pt x="1520" y="236"/>
                    </a:lnTo>
                    <a:lnTo>
                      <a:pt x="1520" y="236"/>
                    </a:lnTo>
                    <a:lnTo>
                      <a:pt x="1521" y="236"/>
                    </a:lnTo>
                    <a:lnTo>
                      <a:pt x="1521" y="236"/>
                    </a:lnTo>
                    <a:lnTo>
                      <a:pt x="1521" y="236"/>
                    </a:lnTo>
                    <a:lnTo>
                      <a:pt x="1521" y="236"/>
                    </a:lnTo>
                    <a:lnTo>
                      <a:pt x="1522" y="248"/>
                    </a:lnTo>
                    <a:lnTo>
                      <a:pt x="1522" y="259"/>
                    </a:lnTo>
                    <a:lnTo>
                      <a:pt x="1522" y="271"/>
                    </a:lnTo>
                    <a:lnTo>
                      <a:pt x="1522" y="283"/>
                    </a:lnTo>
                    <a:lnTo>
                      <a:pt x="1523" y="284"/>
                    </a:lnTo>
                    <a:lnTo>
                      <a:pt x="1523" y="285"/>
                    </a:lnTo>
                    <a:lnTo>
                      <a:pt x="1524" y="286"/>
                    </a:lnTo>
                    <a:lnTo>
                      <a:pt x="1524" y="287"/>
                    </a:lnTo>
                    <a:lnTo>
                      <a:pt x="1524" y="287"/>
                    </a:lnTo>
                    <a:lnTo>
                      <a:pt x="1524" y="287"/>
                    </a:lnTo>
                    <a:lnTo>
                      <a:pt x="1525" y="287"/>
                    </a:lnTo>
                    <a:lnTo>
                      <a:pt x="1525" y="287"/>
                    </a:lnTo>
                    <a:lnTo>
                      <a:pt x="1525" y="287"/>
                    </a:lnTo>
                    <a:lnTo>
                      <a:pt x="1525" y="287"/>
                    </a:lnTo>
                    <a:lnTo>
                      <a:pt x="1526" y="287"/>
                    </a:lnTo>
                    <a:lnTo>
                      <a:pt x="1526" y="287"/>
                    </a:lnTo>
                    <a:lnTo>
                      <a:pt x="1526" y="287"/>
                    </a:lnTo>
                    <a:lnTo>
                      <a:pt x="1527" y="287"/>
                    </a:lnTo>
                    <a:lnTo>
                      <a:pt x="1527" y="287"/>
                    </a:lnTo>
                    <a:lnTo>
                      <a:pt x="1527" y="287"/>
                    </a:lnTo>
                    <a:lnTo>
                      <a:pt x="1528" y="303"/>
                    </a:lnTo>
                    <a:lnTo>
                      <a:pt x="1528" y="318"/>
                    </a:lnTo>
                    <a:lnTo>
                      <a:pt x="1528" y="334"/>
                    </a:lnTo>
                    <a:lnTo>
                      <a:pt x="1528" y="349"/>
                    </a:lnTo>
                    <a:lnTo>
                      <a:pt x="1529" y="358"/>
                    </a:lnTo>
                    <a:lnTo>
                      <a:pt x="1529" y="366"/>
                    </a:lnTo>
                    <a:lnTo>
                      <a:pt x="1529" y="374"/>
                    </a:lnTo>
                    <a:lnTo>
                      <a:pt x="1530" y="382"/>
                    </a:lnTo>
                    <a:lnTo>
                      <a:pt x="1530" y="390"/>
                    </a:lnTo>
                    <a:lnTo>
                      <a:pt x="1530" y="398"/>
                    </a:lnTo>
                    <a:lnTo>
                      <a:pt x="1530" y="406"/>
                    </a:lnTo>
                    <a:lnTo>
                      <a:pt x="1531" y="414"/>
                    </a:lnTo>
                    <a:lnTo>
                      <a:pt x="1531" y="422"/>
                    </a:lnTo>
                    <a:lnTo>
                      <a:pt x="1531" y="430"/>
                    </a:lnTo>
                    <a:lnTo>
                      <a:pt x="1531" y="438"/>
                    </a:lnTo>
                    <a:lnTo>
                      <a:pt x="1532" y="447"/>
                    </a:lnTo>
                    <a:lnTo>
                      <a:pt x="1532" y="454"/>
                    </a:lnTo>
                    <a:lnTo>
                      <a:pt x="1533" y="462"/>
                    </a:lnTo>
                    <a:lnTo>
                      <a:pt x="1533" y="470"/>
                    </a:lnTo>
                    <a:lnTo>
                      <a:pt x="1533" y="478"/>
                    </a:lnTo>
                    <a:lnTo>
                      <a:pt x="1533" y="486"/>
                    </a:lnTo>
                    <a:lnTo>
                      <a:pt x="1534" y="494"/>
                    </a:lnTo>
                    <a:lnTo>
                      <a:pt x="1534" y="503"/>
                    </a:lnTo>
                    <a:lnTo>
                      <a:pt x="1534" y="511"/>
                    </a:lnTo>
                    <a:lnTo>
                      <a:pt x="1534" y="519"/>
                    </a:lnTo>
                    <a:lnTo>
                      <a:pt x="1535" y="526"/>
                    </a:lnTo>
                    <a:lnTo>
                      <a:pt x="1535" y="534"/>
                    </a:lnTo>
                    <a:lnTo>
                      <a:pt x="1535" y="542"/>
                    </a:lnTo>
                    <a:lnTo>
                      <a:pt x="1536" y="550"/>
                    </a:lnTo>
                    <a:lnTo>
                      <a:pt x="1536" y="557"/>
                    </a:lnTo>
                    <a:lnTo>
                      <a:pt x="1536" y="565"/>
                    </a:lnTo>
                    <a:lnTo>
                      <a:pt x="1536" y="573"/>
                    </a:lnTo>
                    <a:lnTo>
                      <a:pt x="1537" y="581"/>
                    </a:lnTo>
                    <a:lnTo>
                      <a:pt x="1537" y="589"/>
                    </a:lnTo>
                    <a:lnTo>
                      <a:pt x="1537" y="598"/>
                    </a:lnTo>
                    <a:lnTo>
                      <a:pt x="1538" y="606"/>
                    </a:lnTo>
                    <a:lnTo>
                      <a:pt x="1538" y="614"/>
                    </a:lnTo>
                    <a:lnTo>
                      <a:pt x="1538" y="622"/>
                    </a:lnTo>
                    <a:lnTo>
                      <a:pt x="1539" y="629"/>
                    </a:lnTo>
                    <a:lnTo>
                      <a:pt x="1539" y="637"/>
                    </a:lnTo>
                    <a:lnTo>
                      <a:pt x="1539" y="645"/>
                    </a:lnTo>
                    <a:lnTo>
                      <a:pt x="1539" y="653"/>
                    </a:lnTo>
                    <a:lnTo>
                      <a:pt x="1540" y="660"/>
                    </a:lnTo>
                    <a:lnTo>
                      <a:pt x="1540" y="668"/>
                    </a:lnTo>
                    <a:lnTo>
                      <a:pt x="1540" y="676"/>
                    </a:lnTo>
                    <a:lnTo>
                      <a:pt x="1540" y="684"/>
                    </a:lnTo>
                    <a:lnTo>
                      <a:pt x="1541" y="692"/>
                    </a:lnTo>
                    <a:lnTo>
                      <a:pt x="1541" y="699"/>
                    </a:lnTo>
                    <a:lnTo>
                      <a:pt x="1542" y="703"/>
                    </a:lnTo>
                    <a:lnTo>
                      <a:pt x="1542" y="706"/>
                    </a:lnTo>
                    <a:lnTo>
                      <a:pt x="1542" y="709"/>
                    </a:lnTo>
                    <a:lnTo>
                      <a:pt x="1542" y="713"/>
                    </a:lnTo>
                    <a:lnTo>
                      <a:pt x="1543" y="713"/>
                    </a:lnTo>
                    <a:lnTo>
                      <a:pt x="1543" y="713"/>
                    </a:lnTo>
                    <a:lnTo>
                      <a:pt x="1543" y="713"/>
                    </a:lnTo>
                    <a:lnTo>
                      <a:pt x="1543" y="713"/>
                    </a:lnTo>
                    <a:lnTo>
                      <a:pt x="1544" y="713"/>
                    </a:lnTo>
                    <a:lnTo>
                      <a:pt x="1544" y="713"/>
                    </a:lnTo>
                    <a:lnTo>
                      <a:pt x="1544" y="713"/>
                    </a:lnTo>
                    <a:lnTo>
                      <a:pt x="1545" y="712"/>
                    </a:lnTo>
                    <a:lnTo>
                      <a:pt x="1545" y="712"/>
                    </a:lnTo>
                    <a:lnTo>
                      <a:pt x="1545" y="711"/>
                    </a:lnTo>
                    <a:lnTo>
                      <a:pt x="1545" y="710"/>
                    </a:lnTo>
                    <a:lnTo>
                      <a:pt x="1546" y="710"/>
                    </a:lnTo>
                    <a:lnTo>
                      <a:pt x="1546" y="710"/>
                    </a:lnTo>
                    <a:lnTo>
                      <a:pt x="1546" y="710"/>
                    </a:lnTo>
                    <a:lnTo>
                      <a:pt x="1546" y="710"/>
                    </a:lnTo>
                    <a:lnTo>
                      <a:pt x="1547" y="710"/>
                    </a:lnTo>
                    <a:lnTo>
                      <a:pt x="1547" y="710"/>
                    </a:lnTo>
                    <a:lnTo>
                      <a:pt x="1548" y="710"/>
                    </a:lnTo>
                    <a:lnTo>
                      <a:pt x="1548" y="710"/>
                    </a:lnTo>
                    <a:lnTo>
                      <a:pt x="1548" y="710"/>
                    </a:lnTo>
                    <a:lnTo>
                      <a:pt x="1548" y="710"/>
                    </a:lnTo>
                    <a:lnTo>
                      <a:pt x="1549" y="710"/>
                    </a:lnTo>
                    <a:lnTo>
                      <a:pt x="1549" y="710"/>
                    </a:lnTo>
                    <a:lnTo>
                      <a:pt x="1549" y="709"/>
                    </a:lnTo>
                    <a:lnTo>
                      <a:pt x="1549" y="713"/>
                    </a:lnTo>
                    <a:lnTo>
                      <a:pt x="1550" y="716"/>
                    </a:lnTo>
                    <a:lnTo>
                      <a:pt x="1550" y="719"/>
                    </a:lnTo>
                    <a:lnTo>
                      <a:pt x="1551" y="724"/>
                    </a:lnTo>
                    <a:lnTo>
                      <a:pt x="1551" y="730"/>
                    </a:lnTo>
                    <a:lnTo>
                      <a:pt x="1551" y="736"/>
                    </a:lnTo>
                    <a:lnTo>
                      <a:pt x="1551" y="742"/>
                    </a:lnTo>
                    <a:lnTo>
                      <a:pt x="1552" y="748"/>
                    </a:lnTo>
                    <a:lnTo>
                      <a:pt x="1552" y="757"/>
                    </a:lnTo>
                    <a:lnTo>
                      <a:pt x="1552" y="767"/>
                    </a:lnTo>
                    <a:lnTo>
                      <a:pt x="1552" y="776"/>
                    </a:lnTo>
                    <a:lnTo>
                      <a:pt x="1553" y="786"/>
                    </a:lnTo>
                    <a:lnTo>
                      <a:pt x="1553" y="794"/>
                    </a:lnTo>
                    <a:lnTo>
                      <a:pt x="1553" y="801"/>
                    </a:lnTo>
                    <a:lnTo>
                      <a:pt x="1554" y="809"/>
                    </a:lnTo>
                    <a:lnTo>
                      <a:pt x="1554" y="808"/>
                    </a:lnTo>
                    <a:lnTo>
                      <a:pt x="1554" y="808"/>
                    </a:lnTo>
                    <a:lnTo>
                      <a:pt x="1554" y="808"/>
                    </a:lnTo>
                    <a:lnTo>
                      <a:pt x="1555" y="808"/>
                    </a:lnTo>
                    <a:lnTo>
                      <a:pt x="1555" y="816"/>
                    </a:lnTo>
                    <a:lnTo>
                      <a:pt x="1555" y="823"/>
                    </a:lnTo>
                    <a:lnTo>
                      <a:pt x="1555" y="830"/>
                    </a:lnTo>
                    <a:lnTo>
                      <a:pt x="1556" y="838"/>
                    </a:lnTo>
                    <a:lnTo>
                      <a:pt x="1556" y="845"/>
                    </a:lnTo>
                    <a:lnTo>
                      <a:pt x="1557" y="853"/>
                    </a:lnTo>
                    <a:lnTo>
                      <a:pt x="1557" y="861"/>
                    </a:lnTo>
                    <a:lnTo>
                      <a:pt x="1557" y="869"/>
                    </a:lnTo>
                    <a:lnTo>
                      <a:pt x="1557" y="877"/>
                    </a:lnTo>
                    <a:lnTo>
                      <a:pt x="1558" y="884"/>
                    </a:lnTo>
                    <a:lnTo>
                      <a:pt x="1558" y="892"/>
                    </a:lnTo>
                    <a:lnTo>
                      <a:pt x="1558" y="900"/>
                    </a:lnTo>
                    <a:lnTo>
                      <a:pt x="1559" y="907"/>
                    </a:lnTo>
                    <a:lnTo>
                      <a:pt x="1559" y="915"/>
                    </a:lnTo>
                    <a:lnTo>
                      <a:pt x="1559" y="923"/>
                    </a:lnTo>
                    <a:lnTo>
                      <a:pt x="1559" y="931"/>
                    </a:lnTo>
                    <a:lnTo>
                      <a:pt x="1560" y="939"/>
                    </a:lnTo>
                    <a:lnTo>
                      <a:pt x="1560" y="946"/>
                    </a:lnTo>
                    <a:lnTo>
                      <a:pt x="1560" y="954"/>
                    </a:lnTo>
                    <a:lnTo>
                      <a:pt x="1561" y="962"/>
                    </a:lnTo>
                    <a:lnTo>
                      <a:pt x="1561" y="969"/>
                    </a:lnTo>
                    <a:lnTo>
                      <a:pt x="1561" y="976"/>
                    </a:lnTo>
                    <a:lnTo>
                      <a:pt x="1562" y="983"/>
                    </a:lnTo>
                    <a:lnTo>
                      <a:pt x="1562" y="990"/>
                    </a:lnTo>
                    <a:lnTo>
                      <a:pt x="1562" y="998"/>
                    </a:lnTo>
                    <a:lnTo>
                      <a:pt x="1562" y="1006"/>
                    </a:lnTo>
                    <a:lnTo>
                      <a:pt x="1563" y="1014"/>
                    </a:lnTo>
                    <a:lnTo>
                      <a:pt x="1563" y="1022"/>
                    </a:lnTo>
                    <a:lnTo>
                      <a:pt x="1563" y="1029"/>
                    </a:lnTo>
                    <a:lnTo>
                      <a:pt x="1563" y="1036"/>
                    </a:lnTo>
                    <a:lnTo>
                      <a:pt x="1564" y="1043"/>
                    </a:lnTo>
                    <a:lnTo>
                      <a:pt x="1564" y="1050"/>
                    </a:lnTo>
                    <a:lnTo>
                      <a:pt x="1565" y="1058"/>
                    </a:lnTo>
                    <a:lnTo>
                      <a:pt x="1565" y="1066"/>
                    </a:lnTo>
                    <a:lnTo>
                      <a:pt x="1565" y="1074"/>
                    </a:lnTo>
                    <a:lnTo>
                      <a:pt x="1565" y="1081"/>
                    </a:lnTo>
                    <a:lnTo>
                      <a:pt x="1566" y="1089"/>
                    </a:lnTo>
                    <a:lnTo>
                      <a:pt x="1566" y="1097"/>
                    </a:lnTo>
                    <a:lnTo>
                      <a:pt x="1566" y="1105"/>
                    </a:lnTo>
                    <a:lnTo>
                      <a:pt x="1566" y="1112"/>
                    </a:lnTo>
                    <a:lnTo>
                      <a:pt x="1567" y="1120"/>
                    </a:lnTo>
                    <a:lnTo>
                      <a:pt x="1567" y="1127"/>
                    </a:lnTo>
                    <a:lnTo>
                      <a:pt x="1567" y="1134"/>
                    </a:lnTo>
                    <a:lnTo>
                      <a:pt x="1568" y="1141"/>
                    </a:lnTo>
                    <a:lnTo>
                      <a:pt x="1568" y="1149"/>
                    </a:lnTo>
                    <a:lnTo>
                      <a:pt x="1568" y="1150"/>
                    </a:lnTo>
                    <a:lnTo>
                      <a:pt x="1568" y="1151"/>
                    </a:lnTo>
                    <a:lnTo>
                      <a:pt x="1569" y="1152"/>
                    </a:lnTo>
                    <a:lnTo>
                      <a:pt x="1569" y="1154"/>
                    </a:lnTo>
                    <a:lnTo>
                      <a:pt x="1569" y="1154"/>
                    </a:lnTo>
                    <a:lnTo>
                      <a:pt x="1569" y="1154"/>
                    </a:lnTo>
                    <a:lnTo>
                      <a:pt x="1570" y="1154"/>
                    </a:lnTo>
                    <a:lnTo>
                      <a:pt x="1570" y="1154"/>
                    </a:lnTo>
                    <a:lnTo>
                      <a:pt x="1571" y="1154"/>
                    </a:lnTo>
                    <a:lnTo>
                      <a:pt x="1571" y="1154"/>
                    </a:lnTo>
                    <a:lnTo>
                      <a:pt x="1571" y="1154"/>
                    </a:lnTo>
                    <a:lnTo>
                      <a:pt x="1571" y="1154"/>
                    </a:lnTo>
                    <a:lnTo>
                      <a:pt x="1572" y="1154"/>
                    </a:lnTo>
                    <a:lnTo>
                      <a:pt x="1572" y="1154"/>
                    </a:lnTo>
                    <a:lnTo>
                      <a:pt x="1572" y="1155"/>
                    </a:lnTo>
                    <a:lnTo>
                      <a:pt x="1572" y="1155"/>
                    </a:lnTo>
                    <a:lnTo>
                      <a:pt x="1573" y="1155"/>
                    </a:lnTo>
                    <a:lnTo>
                      <a:pt x="1573" y="1155"/>
                    </a:lnTo>
                    <a:lnTo>
                      <a:pt x="1573" y="1155"/>
                    </a:lnTo>
                    <a:lnTo>
                      <a:pt x="1574" y="1155"/>
                    </a:lnTo>
                    <a:lnTo>
                      <a:pt x="1574" y="1155"/>
                    </a:lnTo>
                    <a:lnTo>
                      <a:pt x="1574" y="1155"/>
                    </a:lnTo>
                    <a:lnTo>
                      <a:pt x="1575" y="1155"/>
                    </a:lnTo>
                    <a:lnTo>
                      <a:pt x="1575" y="1155"/>
                    </a:lnTo>
                    <a:lnTo>
                      <a:pt x="1575" y="1155"/>
                    </a:lnTo>
                    <a:lnTo>
                      <a:pt x="1575" y="1155"/>
                    </a:lnTo>
                    <a:lnTo>
                      <a:pt x="1576" y="1155"/>
                    </a:lnTo>
                    <a:lnTo>
                      <a:pt x="1576" y="1155"/>
                    </a:lnTo>
                    <a:lnTo>
                      <a:pt x="1576" y="1156"/>
                    </a:lnTo>
                    <a:lnTo>
                      <a:pt x="1577" y="1157"/>
                    </a:lnTo>
                    <a:lnTo>
                      <a:pt x="1577" y="1157"/>
                    </a:lnTo>
                    <a:lnTo>
                      <a:pt x="1577" y="1158"/>
                    </a:lnTo>
                    <a:lnTo>
                      <a:pt x="1577" y="1158"/>
                    </a:lnTo>
                    <a:lnTo>
                      <a:pt x="1578" y="1158"/>
                    </a:lnTo>
                    <a:lnTo>
                      <a:pt x="1578" y="1158"/>
                    </a:lnTo>
                    <a:lnTo>
                      <a:pt x="1578" y="1158"/>
                    </a:lnTo>
                    <a:lnTo>
                      <a:pt x="1578" y="1158"/>
                    </a:lnTo>
                    <a:lnTo>
                      <a:pt x="1579" y="1158"/>
                    </a:lnTo>
                    <a:lnTo>
                      <a:pt x="1579" y="1158"/>
                    </a:lnTo>
                    <a:lnTo>
                      <a:pt x="1580" y="1158"/>
                    </a:lnTo>
                    <a:lnTo>
                      <a:pt x="1580" y="1158"/>
                    </a:lnTo>
                    <a:lnTo>
                      <a:pt x="1580" y="1158"/>
                    </a:lnTo>
                    <a:lnTo>
                      <a:pt x="1580" y="1158"/>
                    </a:lnTo>
                    <a:lnTo>
                      <a:pt x="1581" y="1158"/>
                    </a:lnTo>
                    <a:lnTo>
                      <a:pt x="1581" y="1158"/>
                    </a:lnTo>
                    <a:lnTo>
                      <a:pt x="1581" y="1158"/>
                    </a:lnTo>
                    <a:lnTo>
                      <a:pt x="1581" y="1158"/>
                    </a:lnTo>
                    <a:lnTo>
                      <a:pt x="1582" y="1158"/>
                    </a:lnTo>
                    <a:lnTo>
                      <a:pt x="1582" y="1158"/>
                    </a:lnTo>
                    <a:lnTo>
                      <a:pt x="1582" y="1158"/>
                    </a:lnTo>
                    <a:lnTo>
                      <a:pt x="1583" y="1158"/>
                    </a:lnTo>
                    <a:lnTo>
                      <a:pt x="1583" y="1157"/>
                    </a:lnTo>
                    <a:lnTo>
                      <a:pt x="1583" y="1157"/>
                    </a:lnTo>
                    <a:lnTo>
                      <a:pt x="1583" y="1157"/>
                    </a:lnTo>
                    <a:lnTo>
                      <a:pt x="1584" y="1157"/>
                    </a:lnTo>
                    <a:lnTo>
                      <a:pt x="1584" y="1151"/>
                    </a:lnTo>
                    <a:lnTo>
                      <a:pt x="1584" y="1147"/>
                    </a:lnTo>
                    <a:lnTo>
                      <a:pt x="1585" y="1143"/>
                    </a:lnTo>
                    <a:lnTo>
                      <a:pt x="1585" y="1139"/>
                    </a:lnTo>
                    <a:lnTo>
                      <a:pt x="1585" y="1142"/>
                    </a:lnTo>
                    <a:lnTo>
                      <a:pt x="1586" y="1143"/>
                    </a:lnTo>
                    <a:lnTo>
                      <a:pt x="1586" y="1145"/>
                    </a:lnTo>
                    <a:lnTo>
                      <a:pt x="1586" y="1146"/>
                    </a:lnTo>
                    <a:lnTo>
                      <a:pt x="1586" y="1147"/>
                    </a:lnTo>
                    <a:lnTo>
                      <a:pt x="1587" y="1147"/>
                    </a:lnTo>
                    <a:lnTo>
                      <a:pt x="1587" y="1147"/>
                    </a:lnTo>
                    <a:lnTo>
                      <a:pt x="1587" y="1147"/>
                    </a:lnTo>
                    <a:lnTo>
                      <a:pt x="1587" y="1147"/>
                    </a:lnTo>
                    <a:lnTo>
                      <a:pt x="1588" y="1147"/>
                    </a:lnTo>
                    <a:lnTo>
                      <a:pt x="1588" y="1147"/>
                    </a:lnTo>
                    <a:lnTo>
                      <a:pt x="1589" y="1147"/>
                    </a:lnTo>
                    <a:lnTo>
                      <a:pt x="1589" y="1147"/>
                    </a:lnTo>
                    <a:lnTo>
                      <a:pt x="1589" y="1147"/>
                    </a:lnTo>
                    <a:lnTo>
                      <a:pt x="1589" y="1148"/>
                    </a:lnTo>
                    <a:lnTo>
                      <a:pt x="1590" y="1148"/>
                    </a:lnTo>
                    <a:lnTo>
                      <a:pt x="1590" y="1149"/>
                    </a:lnTo>
                    <a:lnTo>
                      <a:pt x="1590" y="1155"/>
                    </a:lnTo>
                    <a:lnTo>
                      <a:pt x="1590" y="1161"/>
                    </a:lnTo>
                    <a:lnTo>
                      <a:pt x="1591" y="1167"/>
                    </a:lnTo>
                    <a:lnTo>
                      <a:pt x="1591" y="1174"/>
                    </a:lnTo>
                    <a:lnTo>
                      <a:pt x="1591" y="1180"/>
                    </a:lnTo>
                    <a:lnTo>
                      <a:pt x="1592" y="1187"/>
                    </a:lnTo>
                    <a:lnTo>
                      <a:pt x="1592" y="1193"/>
                    </a:lnTo>
                    <a:lnTo>
                      <a:pt x="1592" y="1200"/>
                    </a:lnTo>
                    <a:lnTo>
                      <a:pt x="1592" y="1207"/>
                    </a:lnTo>
                    <a:lnTo>
                      <a:pt x="1593" y="1215"/>
                    </a:lnTo>
                    <a:lnTo>
                      <a:pt x="1593" y="1222"/>
                    </a:lnTo>
                    <a:lnTo>
                      <a:pt x="1593" y="1229"/>
                    </a:lnTo>
                    <a:lnTo>
                      <a:pt x="1593" y="1236"/>
                    </a:lnTo>
                    <a:lnTo>
                      <a:pt x="1594" y="1243"/>
                    </a:lnTo>
                    <a:lnTo>
                      <a:pt x="1594" y="1250"/>
                    </a:lnTo>
                    <a:lnTo>
                      <a:pt x="1595" y="1258"/>
                    </a:lnTo>
                    <a:lnTo>
                      <a:pt x="1595" y="1264"/>
                    </a:lnTo>
                    <a:lnTo>
                      <a:pt x="1595" y="1271"/>
                    </a:lnTo>
                    <a:lnTo>
                      <a:pt x="1595" y="1278"/>
                    </a:lnTo>
                    <a:lnTo>
                      <a:pt x="1596" y="1284"/>
                    </a:lnTo>
                    <a:lnTo>
                      <a:pt x="1596" y="1291"/>
                    </a:lnTo>
                    <a:lnTo>
                      <a:pt x="1596" y="1299"/>
                    </a:lnTo>
                    <a:lnTo>
                      <a:pt x="1596" y="1306"/>
                    </a:lnTo>
                    <a:lnTo>
                      <a:pt x="1597" y="1313"/>
                    </a:lnTo>
                    <a:lnTo>
                      <a:pt x="1597" y="1320"/>
                    </a:lnTo>
                    <a:lnTo>
                      <a:pt x="1598" y="1327"/>
                    </a:lnTo>
                    <a:lnTo>
                      <a:pt x="1598" y="1334"/>
                    </a:lnTo>
                    <a:lnTo>
                      <a:pt x="1598" y="1342"/>
                    </a:lnTo>
                    <a:lnTo>
                      <a:pt x="1598" y="1348"/>
                    </a:lnTo>
                    <a:lnTo>
                      <a:pt x="1599" y="1355"/>
                    </a:lnTo>
                    <a:lnTo>
                      <a:pt x="1599" y="1362"/>
                    </a:lnTo>
                    <a:lnTo>
                      <a:pt x="1599" y="1368"/>
                    </a:lnTo>
                    <a:lnTo>
                      <a:pt x="1599" y="1375"/>
                    </a:lnTo>
                    <a:lnTo>
                      <a:pt x="1600" y="1383"/>
                    </a:lnTo>
                    <a:lnTo>
                      <a:pt x="1600" y="1390"/>
                    </a:lnTo>
                    <a:lnTo>
                      <a:pt x="1600" y="1397"/>
                    </a:lnTo>
                    <a:lnTo>
                      <a:pt x="1601" y="1404"/>
                    </a:lnTo>
                    <a:lnTo>
                      <a:pt x="1601" y="1411"/>
                    </a:lnTo>
                    <a:lnTo>
                      <a:pt x="1601" y="1419"/>
                    </a:lnTo>
                    <a:lnTo>
                      <a:pt x="1601" y="1426"/>
                    </a:lnTo>
                    <a:lnTo>
                      <a:pt x="1602" y="1433"/>
                    </a:lnTo>
                    <a:lnTo>
                      <a:pt x="1602" y="1439"/>
                    </a:lnTo>
                    <a:lnTo>
                      <a:pt x="1602" y="1446"/>
                    </a:lnTo>
                    <a:lnTo>
                      <a:pt x="1602" y="1452"/>
                    </a:lnTo>
                    <a:lnTo>
                      <a:pt x="1603" y="1454"/>
                    </a:lnTo>
                    <a:lnTo>
                      <a:pt x="1603" y="1455"/>
                    </a:lnTo>
                    <a:lnTo>
                      <a:pt x="1604" y="1456"/>
                    </a:lnTo>
                    <a:lnTo>
                      <a:pt x="1604" y="1457"/>
                    </a:lnTo>
                    <a:lnTo>
                      <a:pt x="1604" y="1457"/>
                    </a:lnTo>
                    <a:lnTo>
                      <a:pt x="1604" y="1457"/>
                    </a:lnTo>
                    <a:lnTo>
                      <a:pt x="1605" y="1457"/>
                    </a:lnTo>
                    <a:lnTo>
                      <a:pt x="1605" y="1457"/>
                    </a:lnTo>
                    <a:lnTo>
                      <a:pt x="1605" y="1457"/>
                    </a:lnTo>
                    <a:lnTo>
                      <a:pt x="1605" y="1457"/>
                    </a:lnTo>
                    <a:lnTo>
                      <a:pt x="1606" y="1457"/>
                    </a:lnTo>
                    <a:lnTo>
                      <a:pt x="1606" y="1457"/>
                    </a:lnTo>
                    <a:lnTo>
                      <a:pt x="1606" y="1457"/>
                    </a:lnTo>
                    <a:lnTo>
                      <a:pt x="1607" y="1457"/>
                    </a:lnTo>
                    <a:lnTo>
                      <a:pt x="1607" y="1457"/>
                    </a:lnTo>
                    <a:lnTo>
                      <a:pt x="1607" y="1457"/>
                    </a:lnTo>
                    <a:lnTo>
                      <a:pt x="1608" y="1458"/>
                    </a:lnTo>
                    <a:lnTo>
                      <a:pt x="1608" y="1460"/>
                    </a:lnTo>
                    <a:lnTo>
                      <a:pt x="1608" y="1462"/>
                    </a:lnTo>
                    <a:lnTo>
                      <a:pt x="1608" y="1464"/>
                    </a:lnTo>
                    <a:lnTo>
                      <a:pt x="1609" y="1464"/>
                    </a:lnTo>
                    <a:lnTo>
                      <a:pt x="1609" y="1464"/>
                    </a:lnTo>
                    <a:lnTo>
                      <a:pt x="1609" y="1464"/>
                    </a:lnTo>
                    <a:lnTo>
                      <a:pt x="1610" y="1464"/>
                    </a:lnTo>
                    <a:lnTo>
                      <a:pt x="1610" y="1465"/>
                    </a:lnTo>
                    <a:lnTo>
                      <a:pt x="1610" y="1466"/>
                    </a:lnTo>
                    <a:lnTo>
                      <a:pt x="1610" y="1467"/>
                    </a:lnTo>
                    <a:lnTo>
                      <a:pt x="1611" y="1468"/>
                    </a:lnTo>
                    <a:lnTo>
                      <a:pt x="1611" y="1469"/>
                    </a:lnTo>
                    <a:lnTo>
                      <a:pt x="1611" y="1469"/>
                    </a:lnTo>
                    <a:lnTo>
                      <a:pt x="1611" y="1470"/>
                    </a:lnTo>
                    <a:lnTo>
                      <a:pt x="1612" y="1470"/>
                    </a:lnTo>
                    <a:lnTo>
                      <a:pt x="1612" y="1470"/>
                    </a:lnTo>
                    <a:lnTo>
                      <a:pt x="1613" y="1470"/>
                    </a:lnTo>
                    <a:lnTo>
                      <a:pt x="1613" y="1470"/>
                    </a:lnTo>
                    <a:lnTo>
                      <a:pt x="1613" y="1470"/>
                    </a:lnTo>
                    <a:lnTo>
                      <a:pt x="1613" y="1470"/>
                    </a:lnTo>
                    <a:lnTo>
                      <a:pt x="1614" y="1470"/>
                    </a:lnTo>
                    <a:lnTo>
                      <a:pt x="1614" y="1470"/>
                    </a:lnTo>
                    <a:lnTo>
                      <a:pt x="1614" y="1470"/>
                    </a:lnTo>
                    <a:lnTo>
                      <a:pt x="1614" y="1470"/>
                    </a:lnTo>
                    <a:lnTo>
                      <a:pt x="1615" y="1470"/>
                    </a:lnTo>
                    <a:lnTo>
                      <a:pt x="1615" y="1470"/>
                    </a:lnTo>
                    <a:lnTo>
                      <a:pt x="1615" y="1456"/>
                    </a:lnTo>
                    <a:lnTo>
                      <a:pt x="1616" y="1442"/>
                    </a:lnTo>
                    <a:lnTo>
                      <a:pt x="1616" y="1427"/>
                    </a:lnTo>
                    <a:lnTo>
                      <a:pt x="1616" y="1413"/>
                    </a:lnTo>
                    <a:lnTo>
                      <a:pt x="1616" y="1408"/>
                    </a:lnTo>
                    <a:lnTo>
                      <a:pt x="1617" y="1404"/>
                    </a:lnTo>
                    <a:lnTo>
                      <a:pt x="1617" y="1399"/>
                    </a:lnTo>
                    <a:lnTo>
                      <a:pt x="1617" y="1395"/>
                    </a:lnTo>
                    <a:lnTo>
                      <a:pt x="1618" y="1394"/>
                    </a:lnTo>
                    <a:lnTo>
                      <a:pt x="1618" y="1393"/>
                    </a:lnTo>
                    <a:lnTo>
                      <a:pt x="1618" y="1393"/>
                    </a:lnTo>
                    <a:lnTo>
                      <a:pt x="1619" y="1392"/>
                    </a:lnTo>
                    <a:lnTo>
                      <a:pt x="1619" y="1393"/>
                    </a:lnTo>
                    <a:lnTo>
                      <a:pt x="1619" y="1393"/>
                    </a:lnTo>
                    <a:lnTo>
                      <a:pt x="1619" y="1393"/>
                    </a:lnTo>
                    <a:lnTo>
                      <a:pt x="1620" y="1393"/>
                    </a:lnTo>
                    <a:lnTo>
                      <a:pt x="1620" y="1391"/>
                    </a:lnTo>
                    <a:lnTo>
                      <a:pt x="1620" y="1389"/>
                    </a:lnTo>
                    <a:lnTo>
                      <a:pt x="1620" y="1388"/>
                    </a:lnTo>
                    <a:lnTo>
                      <a:pt x="1621" y="1386"/>
                    </a:lnTo>
                    <a:lnTo>
                      <a:pt x="1621" y="1386"/>
                    </a:lnTo>
                    <a:lnTo>
                      <a:pt x="1622" y="1386"/>
                    </a:lnTo>
                    <a:lnTo>
                      <a:pt x="1622" y="1386"/>
                    </a:lnTo>
                    <a:lnTo>
                      <a:pt x="1622" y="1386"/>
                    </a:lnTo>
                    <a:lnTo>
                      <a:pt x="1622" y="1386"/>
                    </a:lnTo>
                    <a:lnTo>
                      <a:pt x="1623" y="1386"/>
                    </a:lnTo>
                    <a:lnTo>
                      <a:pt x="1623" y="1386"/>
                    </a:lnTo>
                    <a:lnTo>
                      <a:pt x="1623" y="1386"/>
                    </a:lnTo>
                    <a:lnTo>
                      <a:pt x="1623" y="1386"/>
                    </a:lnTo>
                    <a:lnTo>
                      <a:pt x="1624" y="1386"/>
                    </a:lnTo>
                    <a:lnTo>
                      <a:pt x="1624" y="1386"/>
                    </a:lnTo>
                    <a:lnTo>
                      <a:pt x="1624" y="1386"/>
                    </a:lnTo>
                    <a:lnTo>
                      <a:pt x="1625" y="1386"/>
                    </a:lnTo>
                    <a:lnTo>
                      <a:pt x="1625" y="1386"/>
                    </a:lnTo>
                    <a:lnTo>
                      <a:pt x="1625" y="1386"/>
                    </a:lnTo>
                    <a:lnTo>
                      <a:pt x="1625" y="1386"/>
                    </a:lnTo>
                    <a:lnTo>
                      <a:pt x="1626" y="1386"/>
                    </a:lnTo>
                    <a:lnTo>
                      <a:pt x="1626" y="1386"/>
                    </a:lnTo>
                    <a:lnTo>
                      <a:pt x="1626" y="1386"/>
                    </a:lnTo>
                    <a:lnTo>
                      <a:pt x="1626" y="1386"/>
                    </a:lnTo>
                    <a:lnTo>
                      <a:pt x="1627" y="1386"/>
                    </a:lnTo>
                    <a:lnTo>
                      <a:pt x="1627" y="1386"/>
                    </a:lnTo>
                    <a:lnTo>
                      <a:pt x="1628" y="1386"/>
                    </a:lnTo>
                    <a:lnTo>
                      <a:pt x="1628" y="1386"/>
                    </a:lnTo>
                    <a:lnTo>
                      <a:pt x="1628" y="1386"/>
                    </a:lnTo>
                    <a:lnTo>
                      <a:pt x="1628" y="1386"/>
                    </a:lnTo>
                    <a:lnTo>
                      <a:pt x="1629" y="1386"/>
                    </a:lnTo>
                    <a:lnTo>
                      <a:pt x="1629" y="1386"/>
                    </a:lnTo>
                    <a:lnTo>
                      <a:pt x="1629" y="1386"/>
                    </a:lnTo>
                    <a:lnTo>
                      <a:pt x="1630" y="1386"/>
                    </a:lnTo>
                    <a:lnTo>
                      <a:pt x="1630" y="1386"/>
                    </a:lnTo>
                    <a:lnTo>
                      <a:pt x="1630" y="1386"/>
                    </a:lnTo>
                    <a:lnTo>
                      <a:pt x="1630" y="1386"/>
                    </a:lnTo>
                    <a:lnTo>
                      <a:pt x="1631" y="1386"/>
                    </a:lnTo>
                    <a:lnTo>
                      <a:pt x="1631" y="1386"/>
                    </a:lnTo>
                    <a:lnTo>
                      <a:pt x="1631" y="1386"/>
                    </a:lnTo>
                    <a:lnTo>
                      <a:pt x="1632" y="1386"/>
                    </a:lnTo>
                    <a:lnTo>
                      <a:pt x="1632" y="1386"/>
                    </a:lnTo>
                    <a:lnTo>
                      <a:pt x="1632" y="1386"/>
                    </a:lnTo>
                    <a:lnTo>
                      <a:pt x="1633" y="1386"/>
                    </a:lnTo>
                    <a:lnTo>
                      <a:pt x="1633" y="1386"/>
                    </a:lnTo>
                    <a:lnTo>
                      <a:pt x="1633" y="1386"/>
                    </a:lnTo>
                    <a:lnTo>
                      <a:pt x="1633" y="1386"/>
                    </a:lnTo>
                    <a:lnTo>
                      <a:pt x="1634" y="1386"/>
                    </a:lnTo>
                    <a:lnTo>
                      <a:pt x="1634" y="1386"/>
                    </a:lnTo>
                    <a:lnTo>
                      <a:pt x="1634" y="1386"/>
                    </a:lnTo>
                    <a:lnTo>
                      <a:pt x="1634" y="1386"/>
                    </a:lnTo>
                    <a:lnTo>
                      <a:pt x="1635" y="1386"/>
                    </a:lnTo>
                    <a:lnTo>
                      <a:pt x="1635" y="1386"/>
                    </a:lnTo>
                    <a:lnTo>
                      <a:pt x="1636" y="1386"/>
                    </a:lnTo>
                    <a:lnTo>
                      <a:pt x="1636" y="1386"/>
                    </a:lnTo>
                    <a:lnTo>
                      <a:pt x="1636" y="1386"/>
                    </a:lnTo>
                    <a:lnTo>
                      <a:pt x="1636" y="1386"/>
                    </a:lnTo>
                    <a:lnTo>
                      <a:pt x="1637" y="1386"/>
                    </a:lnTo>
                    <a:lnTo>
                      <a:pt x="1637" y="1386"/>
                    </a:lnTo>
                    <a:lnTo>
                      <a:pt x="1637" y="1386"/>
                    </a:lnTo>
                    <a:lnTo>
                      <a:pt x="1637" y="1386"/>
                    </a:lnTo>
                    <a:lnTo>
                      <a:pt x="1638" y="1386"/>
                    </a:lnTo>
                    <a:lnTo>
                      <a:pt x="1638" y="1386"/>
                    </a:lnTo>
                    <a:lnTo>
                      <a:pt x="1638" y="1386"/>
                    </a:lnTo>
                    <a:lnTo>
                      <a:pt x="1639" y="1386"/>
                    </a:lnTo>
                    <a:lnTo>
                      <a:pt x="1639" y="1386"/>
                    </a:lnTo>
                    <a:lnTo>
                      <a:pt x="1639" y="1386"/>
                    </a:lnTo>
                    <a:lnTo>
                      <a:pt x="1639" y="1386"/>
                    </a:lnTo>
                    <a:lnTo>
                      <a:pt x="1640" y="1386"/>
                    </a:lnTo>
                    <a:lnTo>
                      <a:pt x="1640" y="1387"/>
                    </a:lnTo>
                    <a:lnTo>
                      <a:pt x="1640" y="1388"/>
                    </a:lnTo>
                    <a:lnTo>
                      <a:pt x="1640" y="1389"/>
                    </a:lnTo>
                    <a:lnTo>
                      <a:pt x="1641" y="1390"/>
                    </a:lnTo>
                    <a:lnTo>
                      <a:pt x="1641" y="1390"/>
                    </a:lnTo>
                    <a:lnTo>
                      <a:pt x="1642" y="1390"/>
                    </a:lnTo>
                    <a:lnTo>
                      <a:pt x="1642" y="1390"/>
                    </a:lnTo>
                    <a:lnTo>
                      <a:pt x="1642" y="1390"/>
                    </a:lnTo>
                    <a:lnTo>
                      <a:pt x="1642" y="1390"/>
                    </a:lnTo>
                    <a:lnTo>
                      <a:pt x="1643" y="1390"/>
                    </a:lnTo>
                    <a:lnTo>
                      <a:pt x="1643" y="1390"/>
                    </a:lnTo>
                    <a:lnTo>
                      <a:pt x="1643" y="1390"/>
                    </a:lnTo>
                    <a:lnTo>
                      <a:pt x="1643" y="1390"/>
                    </a:lnTo>
                    <a:lnTo>
                      <a:pt x="1644" y="1390"/>
                    </a:lnTo>
                    <a:lnTo>
                      <a:pt x="1644" y="1390"/>
                    </a:lnTo>
                    <a:lnTo>
                      <a:pt x="1645" y="1390"/>
                    </a:lnTo>
                    <a:lnTo>
                      <a:pt x="1645" y="1390"/>
                    </a:lnTo>
                    <a:lnTo>
                      <a:pt x="1645" y="1390"/>
                    </a:lnTo>
                    <a:lnTo>
                      <a:pt x="1645" y="1390"/>
                    </a:lnTo>
                    <a:lnTo>
                      <a:pt x="1646" y="1390"/>
                    </a:lnTo>
                    <a:lnTo>
                      <a:pt x="1646" y="1390"/>
                    </a:lnTo>
                    <a:lnTo>
                      <a:pt x="1646" y="1390"/>
                    </a:lnTo>
                    <a:lnTo>
                      <a:pt x="1646" y="1390"/>
                    </a:lnTo>
                    <a:lnTo>
                      <a:pt x="1647" y="1390"/>
                    </a:lnTo>
                    <a:lnTo>
                      <a:pt x="1647" y="1390"/>
                    </a:lnTo>
                    <a:lnTo>
                      <a:pt x="1647" y="1390"/>
                    </a:lnTo>
                    <a:lnTo>
                      <a:pt x="1648" y="1390"/>
                    </a:lnTo>
                    <a:lnTo>
                      <a:pt x="1648" y="1390"/>
                    </a:lnTo>
                    <a:lnTo>
                      <a:pt x="1648" y="1390"/>
                    </a:lnTo>
                    <a:lnTo>
                      <a:pt x="1648" y="1390"/>
                    </a:lnTo>
                    <a:lnTo>
                      <a:pt x="1649" y="1390"/>
                    </a:lnTo>
                    <a:lnTo>
                      <a:pt x="1649" y="1390"/>
                    </a:lnTo>
                    <a:lnTo>
                      <a:pt x="1649" y="1390"/>
                    </a:lnTo>
                    <a:lnTo>
                      <a:pt x="1649" y="1390"/>
                    </a:lnTo>
                    <a:lnTo>
                      <a:pt x="1650" y="1390"/>
                    </a:lnTo>
                    <a:lnTo>
                      <a:pt x="1650" y="1390"/>
                    </a:lnTo>
                    <a:lnTo>
                      <a:pt x="1651" y="1390"/>
                    </a:lnTo>
                    <a:lnTo>
                      <a:pt x="1651" y="1390"/>
                    </a:lnTo>
                    <a:lnTo>
                      <a:pt x="1651" y="1390"/>
                    </a:lnTo>
                    <a:lnTo>
                      <a:pt x="1651" y="1390"/>
                    </a:lnTo>
                    <a:lnTo>
                      <a:pt x="1652" y="1395"/>
                    </a:lnTo>
                    <a:lnTo>
                      <a:pt x="1652" y="1399"/>
                    </a:lnTo>
                    <a:lnTo>
                      <a:pt x="1652" y="1404"/>
                    </a:lnTo>
                    <a:lnTo>
                      <a:pt x="1652" y="1408"/>
                    </a:lnTo>
                    <a:lnTo>
                      <a:pt x="1653" y="1410"/>
                    </a:lnTo>
                    <a:lnTo>
                      <a:pt x="1653" y="1413"/>
                    </a:lnTo>
                    <a:lnTo>
                      <a:pt x="1653" y="1415"/>
                    </a:lnTo>
                    <a:lnTo>
                      <a:pt x="1654" y="1417"/>
                    </a:lnTo>
                    <a:lnTo>
                      <a:pt x="1654" y="1417"/>
                    </a:lnTo>
                    <a:lnTo>
                      <a:pt x="1654" y="1417"/>
                    </a:lnTo>
                    <a:lnTo>
                      <a:pt x="1655" y="1417"/>
                    </a:lnTo>
                    <a:lnTo>
                      <a:pt x="1655" y="1417"/>
                    </a:lnTo>
                    <a:lnTo>
                      <a:pt x="1655" y="1417"/>
                    </a:lnTo>
                    <a:lnTo>
                      <a:pt x="1655" y="1417"/>
                    </a:lnTo>
                    <a:lnTo>
                      <a:pt x="1656" y="1417"/>
                    </a:lnTo>
                    <a:lnTo>
                      <a:pt x="1656" y="1417"/>
                    </a:lnTo>
                    <a:lnTo>
                      <a:pt x="1656" y="1417"/>
                    </a:lnTo>
                    <a:lnTo>
                      <a:pt x="1657" y="1417"/>
                    </a:lnTo>
                    <a:lnTo>
                      <a:pt x="1657" y="1417"/>
                    </a:lnTo>
                    <a:lnTo>
                      <a:pt x="1657" y="1417"/>
                    </a:lnTo>
                    <a:lnTo>
                      <a:pt x="1657" y="1417"/>
                    </a:lnTo>
                    <a:lnTo>
                      <a:pt x="1658" y="1417"/>
                    </a:lnTo>
                    <a:lnTo>
                      <a:pt x="1658" y="1417"/>
                    </a:lnTo>
                    <a:lnTo>
                      <a:pt x="1658" y="1417"/>
                    </a:lnTo>
                    <a:lnTo>
                      <a:pt x="1658" y="1417"/>
                    </a:lnTo>
                    <a:lnTo>
                      <a:pt x="1659" y="1417"/>
                    </a:lnTo>
                    <a:lnTo>
                      <a:pt x="1659" y="1417"/>
                    </a:lnTo>
                    <a:lnTo>
                      <a:pt x="1660" y="1417"/>
                    </a:lnTo>
                    <a:lnTo>
                      <a:pt x="1660" y="1417"/>
                    </a:lnTo>
                    <a:lnTo>
                      <a:pt x="1660" y="1417"/>
                    </a:lnTo>
                    <a:lnTo>
                      <a:pt x="1660" y="1417"/>
                    </a:lnTo>
                    <a:lnTo>
                      <a:pt x="1661" y="1417"/>
                    </a:lnTo>
                    <a:lnTo>
                      <a:pt x="1661" y="1417"/>
                    </a:lnTo>
                    <a:lnTo>
                      <a:pt x="1661" y="1418"/>
                    </a:lnTo>
                    <a:lnTo>
                      <a:pt x="1661" y="1419"/>
                    </a:lnTo>
                    <a:lnTo>
                      <a:pt x="1662" y="1419"/>
                    </a:lnTo>
                    <a:lnTo>
                      <a:pt x="1662" y="1420"/>
                    </a:lnTo>
                    <a:lnTo>
                      <a:pt x="1662" y="1420"/>
                    </a:lnTo>
                    <a:lnTo>
                      <a:pt x="1663" y="1421"/>
                    </a:lnTo>
                    <a:lnTo>
                      <a:pt x="1663" y="1422"/>
                    </a:lnTo>
                    <a:lnTo>
                      <a:pt x="1663" y="1422"/>
                    </a:lnTo>
                    <a:lnTo>
                      <a:pt x="1663" y="1422"/>
                    </a:lnTo>
                    <a:lnTo>
                      <a:pt x="1664" y="1422"/>
                    </a:lnTo>
                    <a:lnTo>
                      <a:pt x="1664" y="1422"/>
                    </a:lnTo>
                    <a:lnTo>
                      <a:pt x="1664" y="1422"/>
                    </a:lnTo>
                    <a:lnTo>
                      <a:pt x="1665" y="1422"/>
                    </a:lnTo>
                    <a:lnTo>
                      <a:pt x="1665" y="1422"/>
                    </a:lnTo>
                    <a:lnTo>
                      <a:pt x="1665" y="1422"/>
                    </a:lnTo>
                    <a:lnTo>
                      <a:pt x="1666" y="1422"/>
                    </a:lnTo>
                    <a:lnTo>
                      <a:pt x="1666" y="1423"/>
                    </a:lnTo>
                    <a:lnTo>
                      <a:pt x="1666" y="1423"/>
                    </a:lnTo>
                    <a:lnTo>
                      <a:pt x="1666" y="1424"/>
                    </a:lnTo>
                    <a:lnTo>
                      <a:pt x="1667" y="1424"/>
                    </a:lnTo>
                    <a:lnTo>
                      <a:pt x="1667" y="1424"/>
                    </a:lnTo>
                    <a:lnTo>
                      <a:pt x="1667" y="1424"/>
                    </a:lnTo>
                    <a:lnTo>
                      <a:pt x="1667" y="1424"/>
                    </a:lnTo>
                    <a:lnTo>
                      <a:pt x="1668" y="1424"/>
                    </a:lnTo>
                    <a:lnTo>
                      <a:pt x="1668" y="1425"/>
                    </a:lnTo>
                    <a:lnTo>
                      <a:pt x="1669" y="1425"/>
                    </a:lnTo>
                    <a:lnTo>
                      <a:pt x="1669" y="1426"/>
                    </a:lnTo>
                    <a:lnTo>
                      <a:pt x="1669" y="1426"/>
                    </a:lnTo>
                    <a:lnTo>
                      <a:pt x="1669" y="1426"/>
                    </a:lnTo>
                    <a:lnTo>
                      <a:pt x="1670" y="1426"/>
                    </a:lnTo>
                    <a:lnTo>
                      <a:pt x="1670" y="1426"/>
                    </a:lnTo>
                    <a:lnTo>
                      <a:pt x="1670" y="1426"/>
                    </a:lnTo>
                    <a:lnTo>
                      <a:pt x="1670" y="1426"/>
                    </a:lnTo>
                    <a:lnTo>
                      <a:pt x="1671" y="1426"/>
                    </a:lnTo>
                    <a:lnTo>
                      <a:pt x="1671" y="1426"/>
                    </a:lnTo>
                    <a:lnTo>
                      <a:pt x="1671" y="1426"/>
                    </a:lnTo>
                    <a:lnTo>
                      <a:pt x="1672" y="1426"/>
                    </a:lnTo>
                    <a:lnTo>
                      <a:pt x="1672" y="1426"/>
                    </a:lnTo>
                    <a:lnTo>
                      <a:pt x="1672" y="1426"/>
                    </a:lnTo>
                    <a:lnTo>
                      <a:pt x="1672" y="1426"/>
                    </a:lnTo>
                    <a:lnTo>
                      <a:pt x="1673" y="1426"/>
                    </a:lnTo>
                    <a:lnTo>
                      <a:pt x="1673" y="1426"/>
                    </a:lnTo>
                    <a:lnTo>
                      <a:pt x="1673" y="1426"/>
                    </a:lnTo>
                    <a:lnTo>
                      <a:pt x="1673" y="1426"/>
                    </a:lnTo>
                    <a:lnTo>
                      <a:pt x="1674" y="1426"/>
                    </a:lnTo>
                    <a:lnTo>
                      <a:pt x="1674" y="1426"/>
                    </a:lnTo>
                    <a:lnTo>
                      <a:pt x="1675" y="1426"/>
                    </a:lnTo>
                    <a:lnTo>
                      <a:pt x="1675" y="1426"/>
                    </a:lnTo>
                    <a:lnTo>
                      <a:pt x="1675" y="1426"/>
                    </a:lnTo>
                    <a:lnTo>
                      <a:pt x="1675" y="1426"/>
                    </a:lnTo>
                    <a:lnTo>
                      <a:pt x="1676" y="1426"/>
                    </a:lnTo>
                    <a:lnTo>
                      <a:pt x="1676" y="1426"/>
                    </a:lnTo>
                    <a:lnTo>
                      <a:pt x="1676" y="1426"/>
                    </a:lnTo>
                    <a:lnTo>
                      <a:pt x="1676" y="1426"/>
                    </a:lnTo>
                    <a:lnTo>
                      <a:pt x="1677" y="1426"/>
                    </a:lnTo>
                    <a:lnTo>
                      <a:pt x="1677" y="1426"/>
                    </a:lnTo>
                    <a:lnTo>
                      <a:pt x="1677" y="1426"/>
                    </a:lnTo>
                    <a:lnTo>
                      <a:pt x="1678" y="1426"/>
                    </a:lnTo>
                    <a:lnTo>
                      <a:pt x="1678" y="1426"/>
                    </a:lnTo>
                    <a:lnTo>
                      <a:pt x="1678" y="1426"/>
                    </a:lnTo>
                    <a:lnTo>
                      <a:pt x="1679" y="1426"/>
                    </a:lnTo>
                    <a:lnTo>
                      <a:pt x="1679" y="1426"/>
                    </a:lnTo>
                    <a:lnTo>
                      <a:pt x="1679" y="1426"/>
                    </a:lnTo>
                    <a:lnTo>
                      <a:pt x="1679" y="1426"/>
                    </a:lnTo>
                    <a:lnTo>
                      <a:pt x="1680" y="1426"/>
                    </a:lnTo>
                    <a:lnTo>
                      <a:pt x="1680" y="1426"/>
                    </a:lnTo>
                    <a:lnTo>
                      <a:pt x="1680" y="1426"/>
                    </a:lnTo>
                    <a:lnTo>
                      <a:pt x="1681" y="1426"/>
                    </a:lnTo>
                    <a:lnTo>
                      <a:pt x="1681" y="1426"/>
                    </a:lnTo>
                    <a:lnTo>
                      <a:pt x="1681" y="1426"/>
                    </a:lnTo>
                    <a:lnTo>
                      <a:pt x="1681" y="1426"/>
                    </a:lnTo>
                    <a:lnTo>
                      <a:pt x="1682" y="1426"/>
                    </a:lnTo>
                    <a:lnTo>
                      <a:pt x="1682" y="1426"/>
                    </a:lnTo>
                    <a:lnTo>
                      <a:pt x="1682" y="1426"/>
                    </a:lnTo>
                    <a:lnTo>
                      <a:pt x="1682" y="1426"/>
                    </a:lnTo>
                    <a:lnTo>
                      <a:pt x="1683" y="1426"/>
                    </a:lnTo>
                    <a:lnTo>
                      <a:pt x="1683" y="1426"/>
                    </a:lnTo>
                    <a:lnTo>
                      <a:pt x="1684" y="1426"/>
                    </a:lnTo>
                    <a:lnTo>
                      <a:pt x="1684" y="1426"/>
                    </a:lnTo>
                    <a:lnTo>
                      <a:pt x="1684" y="1426"/>
                    </a:lnTo>
                    <a:lnTo>
                      <a:pt x="1684" y="1426"/>
                    </a:lnTo>
                    <a:lnTo>
                      <a:pt x="1685" y="1426"/>
                    </a:lnTo>
                    <a:lnTo>
                      <a:pt x="1685" y="1426"/>
                    </a:lnTo>
                    <a:lnTo>
                      <a:pt x="1685" y="1426"/>
                    </a:lnTo>
                    <a:lnTo>
                      <a:pt x="1685" y="1426"/>
                    </a:lnTo>
                    <a:lnTo>
                      <a:pt x="1686" y="1426"/>
                    </a:lnTo>
                    <a:lnTo>
                      <a:pt x="1686" y="1426"/>
                    </a:lnTo>
                    <a:lnTo>
                      <a:pt x="1686" y="1426"/>
                    </a:lnTo>
                    <a:lnTo>
                      <a:pt x="1687" y="1426"/>
                    </a:lnTo>
                    <a:lnTo>
                      <a:pt x="1687" y="1426"/>
                    </a:lnTo>
                    <a:lnTo>
                      <a:pt x="1687" y="1426"/>
                    </a:lnTo>
                    <a:lnTo>
                      <a:pt x="1687" y="1426"/>
                    </a:lnTo>
                    <a:lnTo>
                      <a:pt x="1688" y="1426"/>
                    </a:lnTo>
                    <a:lnTo>
                      <a:pt x="1688" y="1426"/>
                    </a:lnTo>
                    <a:lnTo>
                      <a:pt x="1688" y="1426"/>
                    </a:lnTo>
                    <a:lnTo>
                      <a:pt x="1689" y="1426"/>
                    </a:lnTo>
                    <a:lnTo>
                      <a:pt x="1689" y="1426"/>
                    </a:lnTo>
                    <a:lnTo>
                      <a:pt x="1689" y="1426"/>
                    </a:lnTo>
                    <a:lnTo>
                      <a:pt x="1690" y="1426"/>
                    </a:lnTo>
                    <a:lnTo>
                      <a:pt x="1690" y="1426"/>
                    </a:lnTo>
                    <a:lnTo>
                      <a:pt x="1690" y="1426"/>
                    </a:lnTo>
                    <a:lnTo>
                      <a:pt x="1690" y="1426"/>
                    </a:lnTo>
                    <a:lnTo>
                      <a:pt x="1691" y="1426"/>
                    </a:lnTo>
                    <a:lnTo>
                      <a:pt x="1691" y="1426"/>
                    </a:lnTo>
                    <a:lnTo>
                      <a:pt x="1691" y="1426"/>
                    </a:lnTo>
                    <a:lnTo>
                      <a:pt x="1691" y="1426"/>
                    </a:lnTo>
                    <a:lnTo>
                      <a:pt x="1692" y="1426"/>
                    </a:lnTo>
                    <a:lnTo>
                      <a:pt x="1692" y="1426"/>
                    </a:lnTo>
                    <a:lnTo>
                      <a:pt x="1693" y="1426"/>
                    </a:lnTo>
                    <a:lnTo>
                      <a:pt x="1693" y="1426"/>
                    </a:lnTo>
                    <a:lnTo>
                      <a:pt x="1693" y="1426"/>
                    </a:lnTo>
                    <a:lnTo>
                      <a:pt x="1693" y="1427"/>
                    </a:lnTo>
                    <a:lnTo>
                      <a:pt x="1694" y="1427"/>
                    </a:lnTo>
                    <a:lnTo>
                      <a:pt x="1694" y="1428"/>
                    </a:lnTo>
                    <a:lnTo>
                      <a:pt x="1694" y="1428"/>
                    </a:lnTo>
                    <a:lnTo>
                      <a:pt x="1694" y="1428"/>
                    </a:lnTo>
                    <a:lnTo>
                      <a:pt x="1695" y="1428"/>
                    </a:lnTo>
                    <a:lnTo>
                      <a:pt x="1695" y="1428"/>
                    </a:lnTo>
                    <a:lnTo>
                      <a:pt x="1695" y="1428"/>
                    </a:lnTo>
                    <a:lnTo>
                      <a:pt x="1696" y="1428"/>
                    </a:lnTo>
                    <a:lnTo>
                      <a:pt x="1696" y="1428"/>
                    </a:lnTo>
                    <a:lnTo>
                      <a:pt x="1696" y="1428"/>
                    </a:lnTo>
                    <a:lnTo>
                      <a:pt x="1696" y="1428"/>
                    </a:lnTo>
                    <a:lnTo>
                      <a:pt x="1697" y="1428"/>
                    </a:lnTo>
                    <a:lnTo>
                      <a:pt x="1697" y="1428"/>
                    </a:lnTo>
                    <a:lnTo>
                      <a:pt x="1698" y="1428"/>
                    </a:lnTo>
                    <a:lnTo>
                      <a:pt x="1698" y="1428"/>
                    </a:lnTo>
                    <a:lnTo>
                      <a:pt x="1698" y="1429"/>
                    </a:lnTo>
                    <a:lnTo>
                      <a:pt x="1698" y="1430"/>
                    </a:lnTo>
                    <a:lnTo>
                      <a:pt x="1699" y="1431"/>
                    </a:lnTo>
                    <a:lnTo>
                      <a:pt x="1699" y="1433"/>
                    </a:lnTo>
                    <a:lnTo>
                      <a:pt x="1699" y="1433"/>
                    </a:lnTo>
                    <a:lnTo>
                      <a:pt x="1699" y="1433"/>
                    </a:lnTo>
                    <a:lnTo>
                      <a:pt x="1700" y="1433"/>
                    </a:lnTo>
                    <a:lnTo>
                      <a:pt x="1700" y="1433"/>
                    </a:lnTo>
                    <a:lnTo>
                      <a:pt x="1700" y="1433"/>
                    </a:lnTo>
                    <a:lnTo>
                      <a:pt x="1701" y="1433"/>
                    </a:lnTo>
                    <a:lnTo>
                      <a:pt x="1701" y="1433"/>
                    </a:lnTo>
                    <a:lnTo>
                      <a:pt x="1701" y="1433"/>
                    </a:lnTo>
                    <a:lnTo>
                      <a:pt x="1702" y="1433"/>
                    </a:lnTo>
                    <a:lnTo>
                      <a:pt x="1702" y="1433"/>
                    </a:lnTo>
                    <a:lnTo>
                      <a:pt x="1702" y="1433"/>
                    </a:lnTo>
                    <a:lnTo>
                      <a:pt x="1702" y="1433"/>
                    </a:lnTo>
                    <a:lnTo>
                      <a:pt x="1703" y="1441"/>
                    </a:lnTo>
                    <a:lnTo>
                      <a:pt x="1703" y="1449"/>
                    </a:lnTo>
                    <a:lnTo>
                      <a:pt x="1703" y="1458"/>
                    </a:lnTo>
                    <a:lnTo>
                      <a:pt x="1704" y="1466"/>
                    </a:lnTo>
                    <a:lnTo>
                      <a:pt x="1704" y="1466"/>
                    </a:lnTo>
                    <a:lnTo>
                      <a:pt x="1704" y="1467"/>
                    </a:lnTo>
                    <a:lnTo>
                      <a:pt x="1704" y="1467"/>
                    </a:lnTo>
                    <a:lnTo>
                      <a:pt x="1705" y="1468"/>
                    </a:lnTo>
                    <a:lnTo>
                      <a:pt x="1705" y="1468"/>
                    </a:lnTo>
                    <a:lnTo>
                      <a:pt x="1705" y="1468"/>
                    </a:lnTo>
                    <a:lnTo>
                      <a:pt x="1705" y="1468"/>
                    </a:lnTo>
                    <a:lnTo>
                      <a:pt x="1706" y="1468"/>
                    </a:lnTo>
                    <a:lnTo>
                      <a:pt x="1706" y="1468"/>
                    </a:lnTo>
                    <a:lnTo>
                      <a:pt x="1707" y="1468"/>
                    </a:lnTo>
                    <a:lnTo>
                      <a:pt x="1707" y="1468"/>
                    </a:lnTo>
                    <a:lnTo>
                      <a:pt x="1707" y="1468"/>
                    </a:lnTo>
                    <a:lnTo>
                      <a:pt x="1707" y="1468"/>
                    </a:lnTo>
                    <a:lnTo>
                      <a:pt x="1708" y="1468"/>
                    </a:lnTo>
                    <a:lnTo>
                      <a:pt x="1708" y="1468"/>
                    </a:lnTo>
                    <a:lnTo>
                      <a:pt x="1708" y="1468"/>
                    </a:lnTo>
                    <a:lnTo>
                      <a:pt x="1708" y="1468"/>
                    </a:lnTo>
                    <a:lnTo>
                      <a:pt x="1709" y="1468"/>
                    </a:lnTo>
                    <a:lnTo>
                      <a:pt x="1709" y="1468"/>
                    </a:lnTo>
                    <a:lnTo>
                      <a:pt x="1709" y="1468"/>
                    </a:lnTo>
                    <a:lnTo>
                      <a:pt x="1710" y="1469"/>
                    </a:lnTo>
                    <a:lnTo>
                      <a:pt x="1710" y="1469"/>
                    </a:lnTo>
                    <a:lnTo>
                      <a:pt x="1710" y="1470"/>
                    </a:lnTo>
                    <a:lnTo>
                      <a:pt x="1710" y="1470"/>
                    </a:lnTo>
                    <a:lnTo>
                      <a:pt x="1711" y="1470"/>
                    </a:lnTo>
                    <a:lnTo>
                      <a:pt x="1711" y="1470"/>
                    </a:lnTo>
                    <a:lnTo>
                      <a:pt x="1711" y="1470"/>
                    </a:lnTo>
                    <a:lnTo>
                      <a:pt x="1712" y="1470"/>
                    </a:lnTo>
                    <a:lnTo>
                      <a:pt x="1712" y="1471"/>
                    </a:lnTo>
                    <a:lnTo>
                      <a:pt x="1712" y="1471"/>
                    </a:lnTo>
                    <a:lnTo>
                      <a:pt x="1713" y="1472"/>
                    </a:lnTo>
                    <a:lnTo>
                      <a:pt x="1713" y="1472"/>
                    </a:lnTo>
                    <a:lnTo>
                      <a:pt x="1713" y="1472"/>
                    </a:lnTo>
                    <a:lnTo>
                      <a:pt x="1713" y="1472"/>
                    </a:lnTo>
                    <a:lnTo>
                      <a:pt x="1714" y="1472"/>
                    </a:lnTo>
                    <a:lnTo>
                      <a:pt x="1714" y="1472"/>
                    </a:lnTo>
                    <a:lnTo>
                      <a:pt x="1714" y="1472"/>
                    </a:lnTo>
                    <a:lnTo>
                      <a:pt x="1714" y="1472"/>
                    </a:lnTo>
                    <a:lnTo>
                      <a:pt x="1715" y="1472"/>
                    </a:lnTo>
                    <a:lnTo>
                      <a:pt x="1715" y="1472"/>
                    </a:lnTo>
                    <a:lnTo>
                      <a:pt x="1716" y="1473"/>
                    </a:lnTo>
                    <a:lnTo>
                      <a:pt x="1716" y="1473"/>
                    </a:lnTo>
                    <a:lnTo>
                      <a:pt x="1716" y="1474"/>
                    </a:lnTo>
                    <a:lnTo>
                      <a:pt x="1716" y="1475"/>
                    </a:lnTo>
                    <a:lnTo>
                      <a:pt x="1717" y="1475"/>
                    </a:lnTo>
                    <a:lnTo>
                      <a:pt x="1717" y="1475"/>
                    </a:lnTo>
                    <a:lnTo>
                      <a:pt x="1717" y="1475"/>
                    </a:lnTo>
                    <a:lnTo>
                      <a:pt x="1717" y="1475"/>
                    </a:lnTo>
                    <a:lnTo>
                      <a:pt x="1718" y="1475"/>
                    </a:lnTo>
                    <a:lnTo>
                      <a:pt x="1718" y="1475"/>
                    </a:lnTo>
                    <a:lnTo>
                      <a:pt x="1718" y="1475"/>
                    </a:lnTo>
                    <a:lnTo>
                      <a:pt x="1719" y="1475"/>
                    </a:lnTo>
                    <a:lnTo>
                      <a:pt x="1719" y="1475"/>
                    </a:lnTo>
                    <a:lnTo>
                      <a:pt x="1719" y="1475"/>
                    </a:lnTo>
                    <a:lnTo>
                      <a:pt x="1719" y="1475"/>
                    </a:lnTo>
                    <a:lnTo>
                      <a:pt x="1720" y="1475"/>
                    </a:lnTo>
                    <a:lnTo>
                      <a:pt x="1720" y="1475"/>
                    </a:lnTo>
                    <a:lnTo>
                      <a:pt x="1720" y="1475"/>
                    </a:lnTo>
                    <a:lnTo>
                      <a:pt x="1720" y="1475"/>
                    </a:lnTo>
                    <a:lnTo>
                      <a:pt x="1721" y="1475"/>
                    </a:lnTo>
                    <a:lnTo>
                      <a:pt x="1721" y="1475"/>
                    </a:lnTo>
                    <a:lnTo>
                      <a:pt x="1722" y="1475"/>
                    </a:lnTo>
                    <a:lnTo>
                      <a:pt x="1722" y="1475"/>
                    </a:lnTo>
                    <a:lnTo>
                      <a:pt x="1722" y="1475"/>
                    </a:lnTo>
                    <a:lnTo>
                      <a:pt x="1722" y="1475"/>
                    </a:lnTo>
                    <a:lnTo>
                      <a:pt x="1723" y="1475"/>
                    </a:lnTo>
                    <a:lnTo>
                      <a:pt x="1723" y="1475"/>
                    </a:lnTo>
                    <a:lnTo>
                      <a:pt x="1723" y="1475"/>
                    </a:lnTo>
                    <a:lnTo>
                      <a:pt x="1723" y="1475"/>
                    </a:lnTo>
                    <a:lnTo>
                      <a:pt x="1724" y="1475"/>
                    </a:lnTo>
                    <a:lnTo>
                      <a:pt x="1724" y="1475"/>
                    </a:lnTo>
                    <a:lnTo>
                      <a:pt x="1724" y="1475"/>
                    </a:lnTo>
                    <a:lnTo>
                      <a:pt x="1725" y="1475"/>
                    </a:lnTo>
                    <a:lnTo>
                      <a:pt x="1725" y="1475"/>
                    </a:lnTo>
                    <a:lnTo>
                      <a:pt x="1725" y="1475"/>
                    </a:lnTo>
                    <a:lnTo>
                      <a:pt x="1726" y="1475"/>
                    </a:lnTo>
                    <a:lnTo>
                      <a:pt x="1726" y="1475"/>
                    </a:lnTo>
                    <a:lnTo>
                      <a:pt x="1726" y="1475"/>
                    </a:lnTo>
                    <a:lnTo>
                      <a:pt x="1726" y="1475"/>
                    </a:lnTo>
                    <a:lnTo>
                      <a:pt x="1727" y="1475"/>
                    </a:lnTo>
                    <a:lnTo>
                      <a:pt x="1727" y="1475"/>
                    </a:lnTo>
                    <a:lnTo>
                      <a:pt x="1727" y="1475"/>
                    </a:lnTo>
                    <a:lnTo>
                      <a:pt x="1728" y="1475"/>
                    </a:lnTo>
                    <a:lnTo>
                      <a:pt x="1728" y="1475"/>
                    </a:lnTo>
                    <a:lnTo>
                      <a:pt x="1728" y="1475"/>
                    </a:lnTo>
                    <a:lnTo>
                      <a:pt x="1728" y="1475"/>
                    </a:lnTo>
                    <a:lnTo>
                      <a:pt x="1729" y="1475"/>
                    </a:lnTo>
                    <a:lnTo>
                      <a:pt x="1729" y="1475"/>
                    </a:lnTo>
                    <a:lnTo>
                      <a:pt x="1729" y="1475"/>
                    </a:lnTo>
                    <a:lnTo>
                      <a:pt x="1729" y="1475"/>
                    </a:lnTo>
                    <a:lnTo>
                      <a:pt x="1730" y="1475"/>
                    </a:lnTo>
                    <a:lnTo>
                      <a:pt x="1730" y="1475"/>
                    </a:lnTo>
                    <a:lnTo>
                      <a:pt x="1731" y="1475"/>
                    </a:lnTo>
                    <a:lnTo>
                      <a:pt x="1731" y="1475"/>
                    </a:lnTo>
                    <a:lnTo>
                      <a:pt x="1731" y="1475"/>
                    </a:lnTo>
                    <a:lnTo>
                      <a:pt x="1731" y="1475"/>
                    </a:lnTo>
                    <a:lnTo>
                      <a:pt x="1732" y="1476"/>
                    </a:lnTo>
                    <a:lnTo>
                      <a:pt x="1732" y="1477"/>
                    </a:lnTo>
                    <a:lnTo>
                      <a:pt x="1732" y="1478"/>
                    </a:lnTo>
                    <a:lnTo>
                      <a:pt x="1732" y="1479"/>
                    </a:lnTo>
                    <a:lnTo>
                      <a:pt x="1733" y="1486"/>
                    </a:lnTo>
                    <a:lnTo>
                      <a:pt x="1733" y="1493"/>
                    </a:lnTo>
                    <a:lnTo>
                      <a:pt x="1733" y="1501"/>
                    </a:lnTo>
                    <a:lnTo>
                      <a:pt x="1734" y="1508"/>
                    </a:lnTo>
                    <a:lnTo>
                      <a:pt x="1734" y="1508"/>
                    </a:lnTo>
                    <a:lnTo>
                      <a:pt x="1734" y="1508"/>
                    </a:lnTo>
                    <a:lnTo>
                      <a:pt x="1734" y="1508"/>
                    </a:lnTo>
                    <a:lnTo>
                      <a:pt x="1735" y="1508"/>
                    </a:lnTo>
                    <a:lnTo>
                      <a:pt x="1735" y="1508"/>
                    </a:lnTo>
                    <a:lnTo>
                      <a:pt x="1735" y="1508"/>
                    </a:lnTo>
                    <a:lnTo>
                      <a:pt x="1736" y="1508"/>
                    </a:lnTo>
                    <a:lnTo>
                      <a:pt x="1736" y="1508"/>
                    </a:lnTo>
                    <a:lnTo>
                      <a:pt x="1736" y="1508"/>
                    </a:lnTo>
                    <a:lnTo>
                      <a:pt x="1737" y="1508"/>
                    </a:lnTo>
                    <a:lnTo>
                      <a:pt x="1737" y="1508"/>
                    </a:lnTo>
                    <a:lnTo>
                      <a:pt x="1737" y="1508"/>
                    </a:lnTo>
                    <a:lnTo>
                      <a:pt x="1737" y="1508"/>
                    </a:lnTo>
                    <a:lnTo>
                      <a:pt x="1738" y="1508"/>
                    </a:lnTo>
                    <a:lnTo>
                      <a:pt x="1738" y="1508"/>
                    </a:lnTo>
                    <a:lnTo>
                      <a:pt x="1738" y="1508"/>
                    </a:lnTo>
                    <a:lnTo>
                      <a:pt x="1738" y="1508"/>
                    </a:lnTo>
                    <a:lnTo>
                      <a:pt x="1739" y="1508"/>
                    </a:lnTo>
                    <a:lnTo>
                      <a:pt x="1739" y="1508"/>
                    </a:lnTo>
                    <a:lnTo>
                      <a:pt x="1740" y="1508"/>
                    </a:lnTo>
                    <a:lnTo>
                      <a:pt x="1740" y="1508"/>
                    </a:lnTo>
                    <a:lnTo>
                      <a:pt x="1740" y="1508"/>
                    </a:lnTo>
                    <a:lnTo>
                      <a:pt x="1740" y="1508"/>
                    </a:lnTo>
                    <a:lnTo>
                      <a:pt x="1741" y="1508"/>
                    </a:lnTo>
                    <a:lnTo>
                      <a:pt x="1741" y="1508"/>
                    </a:lnTo>
                    <a:lnTo>
                      <a:pt x="1741" y="1508"/>
                    </a:lnTo>
                    <a:lnTo>
                      <a:pt x="1741" y="1508"/>
                    </a:lnTo>
                    <a:lnTo>
                      <a:pt x="1742" y="1508"/>
                    </a:lnTo>
                    <a:lnTo>
                      <a:pt x="1742" y="1508"/>
                    </a:lnTo>
                    <a:lnTo>
                      <a:pt x="1742" y="1508"/>
                    </a:lnTo>
                    <a:lnTo>
                      <a:pt x="1743" y="1508"/>
                    </a:lnTo>
                    <a:lnTo>
                      <a:pt x="1743" y="1508"/>
                    </a:lnTo>
                    <a:lnTo>
                      <a:pt x="1743" y="1508"/>
                    </a:lnTo>
                    <a:lnTo>
                      <a:pt x="1743" y="1508"/>
                    </a:lnTo>
                    <a:lnTo>
                      <a:pt x="1744" y="1508"/>
                    </a:lnTo>
                    <a:lnTo>
                      <a:pt x="1744" y="1508"/>
                    </a:lnTo>
                    <a:lnTo>
                      <a:pt x="1744" y="1508"/>
                    </a:lnTo>
                    <a:lnTo>
                      <a:pt x="1744" y="1508"/>
                    </a:lnTo>
                    <a:lnTo>
                      <a:pt x="1745" y="1508"/>
                    </a:lnTo>
                    <a:lnTo>
                      <a:pt x="1745" y="1508"/>
                    </a:lnTo>
                    <a:lnTo>
                      <a:pt x="1746" y="1508"/>
                    </a:lnTo>
                    <a:lnTo>
                      <a:pt x="1746" y="1508"/>
                    </a:lnTo>
                    <a:lnTo>
                      <a:pt x="1746" y="1508"/>
                    </a:lnTo>
                    <a:lnTo>
                      <a:pt x="1746" y="1508"/>
                    </a:lnTo>
                    <a:lnTo>
                      <a:pt x="1747" y="1508"/>
                    </a:lnTo>
                    <a:lnTo>
                      <a:pt x="1747" y="1508"/>
                    </a:lnTo>
                    <a:lnTo>
                      <a:pt x="1747" y="1508"/>
                    </a:lnTo>
                    <a:lnTo>
                      <a:pt x="1747" y="1508"/>
                    </a:lnTo>
                    <a:lnTo>
                      <a:pt x="1748" y="1508"/>
                    </a:lnTo>
                    <a:lnTo>
                      <a:pt x="1748" y="1508"/>
                    </a:lnTo>
                    <a:lnTo>
                      <a:pt x="1748" y="1508"/>
                    </a:lnTo>
                    <a:lnTo>
                      <a:pt x="1749" y="1508"/>
                    </a:lnTo>
                    <a:lnTo>
                      <a:pt x="1749" y="1508"/>
                    </a:lnTo>
                    <a:lnTo>
                      <a:pt x="1749" y="1508"/>
                    </a:lnTo>
                    <a:lnTo>
                      <a:pt x="1750" y="1508"/>
                    </a:lnTo>
                    <a:lnTo>
                      <a:pt x="1750" y="1508"/>
                    </a:lnTo>
                    <a:lnTo>
                      <a:pt x="1750" y="1508"/>
                    </a:lnTo>
                    <a:lnTo>
                      <a:pt x="1750" y="1508"/>
                    </a:lnTo>
                    <a:lnTo>
                      <a:pt x="1751" y="1508"/>
                    </a:lnTo>
                    <a:lnTo>
                      <a:pt x="1751" y="1508"/>
                    </a:lnTo>
                    <a:lnTo>
                      <a:pt x="1751" y="1508"/>
                    </a:lnTo>
                    <a:lnTo>
                      <a:pt x="1752" y="1508"/>
                    </a:lnTo>
                    <a:lnTo>
                      <a:pt x="1752" y="1508"/>
                    </a:lnTo>
                    <a:lnTo>
                      <a:pt x="1752" y="1508"/>
                    </a:lnTo>
                    <a:lnTo>
                      <a:pt x="1752" y="1508"/>
                    </a:lnTo>
                    <a:lnTo>
                      <a:pt x="1753" y="1508"/>
                    </a:lnTo>
                    <a:lnTo>
                      <a:pt x="1753" y="1508"/>
                    </a:lnTo>
                    <a:lnTo>
                      <a:pt x="1753" y="1508"/>
                    </a:lnTo>
                    <a:lnTo>
                      <a:pt x="1753" y="1508"/>
                    </a:lnTo>
                    <a:lnTo>
                      <a:pt x="1754" y="1508"/>
                    </a:lnTo>
                    <a:lnTo>
                      <a:pt x="1754" y="1508"/>
                    </a:lnTo>
                    <a:lnTo>
                      <a:pt x="1755" y="1508"/>
                    </a:lnTo>
                    <a:lnTo>
                      <a:pt x="1755" y="1508"/>
                    </a:lnTo>
                    <a:lnTo>
                      <a:pt x="1755" y="1508"/>
                    </a:lnTo>
                    <a:lnTo>
                      <a:pt x="1755" y="1508"/>
                    </a:lnTo>
                    <a:lnTo>
                      <a:pt x="1756" y="1508"/>
                    </a:lnTo>
                    <a:lnTo>
                      <a:pt x="1756" y="1508"/>
                    </a:lnTo>
                    <a:lnTo>
                      <a:pt x="1756" y="1508"/>
                    </a:lnTo>
                    <a:lnTo>
                      <a:pt x="1756" y="1508"/>
                    </a:lnTo>
                    <a:lnTo>
                      <a:pt x="1757" y="1508"/>
                    </a:lnTo>
                    <a:lnTo>
                      <a:pt x="1757" y="1508"/>
                    </a:lnTo>
                    <a:lnTo>
                      <a:pt x="1757" y="1508"/>
                    </a:lnTo>
                    <a:lnTo>
                      <a:pt x="1758" y="1508"/>
                    </a:lnTo>
                    <a:lnTo>
                      <a:pt x="1758" y="1508"/>
                    </a:lnTo>
                    <a:lnTo>
                      <a:pt x="1758" y="1508"/>
                    </a:lnTo>
                    <a:lnTo>
                      <a:pt x="1758" y="1508"/>
                    </a:lnTo>
                    <a:lnTo>
                      <a:pt x="1759" y="1508"/>
                    </a:lnTo>
                    <a:lnTo>
                      <a:pt x="1759" y="1508"/>
                    </a:lnTo>
                    <a:lnTo>
                      <a:pt x="1759" y="1508"/>
                    </a:lnTo>
                    <a:lnTo>
                      <a:pt x="1760" y="1508"/>
                    </a:lnTo>
                    <a:lnTo>
                      <a:pt x="1760" y="1508"/>
                    </a:lnTo>
                    <a:lnTo>
                      <a:pt x="1760" y="1508"/>
                    </a:lnTo>
                    <a:lnTo>
                      <a:pt x="1761" y="1508"/>
                    </a:lnTo>
                    <a:lnTo>
                      <a:pt x="1761" y="1508"/>
                    </a:lnTo>
                    <a:lnTo>
                      <a:pt x="1761" y="1508"/>
                    </a:lnTo>
                    <a:lnTo>
                      <a:pt x="1761" y="1508"/>
                    </a:lnTo>
                    <a:lnTo>
                      <a:pt x="1762" y="1508"/>
                    </a:lnTo>
                    <a:lnTo>
                      <a:pt x="1762" y="1508"/>
                    </a:lnTo>
                    <a:lnTo>
                      <a:pt x="1762" y="1508"/>
                    </a:lnTo>
                    <a:lnTo>
                      <a:pt x="1762" y="1508"/>
                    </a:lnTo>
                    <a:lnTo>
                      <a:pt x="1763" y="1508"/>
                    </a:lnTo>
                    <a:lnTo>
                      <a:pt x="1763" y="1508"/>
                    </a:lnTo>
                    <a:lnTo>
                      <a:pt x="1764" y="1508"/>
                    </a:lnTo>
                    <a:lnTo>
                      <a:pt x="1764" y="1508"/>
                    </a:lnTo>
                    <a:lnTo>
                      <a:pt x="1764" y="1522"/>
                    </a:lnTo>
                    <a:lnTo>
                      <a:pt x="1764" y="1537"/>
                    </a:lnTo>
                    <a:lnTo>
                      <a:pt x="1765" y="1551"/>
                    </a:lnTo>
                    <a:lnTo>
                      <a:pt x="1765" y="1566"/>
                    </a:lnTo>
                    <a:lnTo>
                      <a:pt x="1765" y="1570"/>
                    </a:lnTo>
                    <a:lnTo>
                      <a:pt x="1766" y="1574"/>
                    </a:lnTo>
                    <a:lnTo>
                      <a:pt x="1766" y="1579"/>
                    </a:lnTo>
                    <a:lnTo>
                      <a:pt x="1766" y="1583"/>
                    </a:lnTo>
                    <a:lnTo>
                      <a:pt x="1766" y="1584"/>
                    </a:lnTo>
                    <a:lnTo>
                      <a:pt x="1767" y="1585"/>
                    </a:lnTo>
                    <a:lnTo>
                      <a:pt x="1767" y="1587"/>
                    </a:lnTo>
                    <a:lnTo>
                      <a:pt x="1767" y="1588"/>
                    </a:lnTo>
                    <a:lnTo>
                      <a:pt x="1767" y="1588"/>
                    </a:lnTo>
                    <a:lnTo>
                      <a:pt x="1768" y="1588"/>
                    </a:lnTo>
                    <a:lnTo>
                      <a:pt x="1768" y="1588"/>
                    </a:lnTo>
                    <a:lnTo>
                      <a:pt x="1769" y="1588"/>
                    </a:lnTo>
                    <a:lnTo>
                      <a:pt x="1769" y="1589"/>
                    </a:lnTo>
                    <a:lnTo>
                      <a:pt x="1769" y="1591"/>
                    </a:lnTo>
                    <a:lnTo>
                      <a:pt x="1769" y="1593"/>
                    </a:lnTo>
                    <a:lnTo>
                      <a:pt x="1770" y="1595"/>
                    </a:lnTo>
                    <a:lnTo>
                      <a:pt x="1770" y="1595"/>
                    </a:lnTo>
                    <a:lnTo>
                      <a:pt x="1770" y="1595"/>
                    </a:lnTo>
                    <a:lnTo>
                      <a:pt x="1770" y="1595"/>
                    </a:lnTo>
                    <a:lnTo>
                      <a:pt x="1771" y="1595"/>
                    </a:lnTo>
                    <a:lnTo>
                      <a:pt x="1771" y="1595"/>
                    </a:lnTo>
                    <a:lnTo>
                      <a:pt x="1771" y="1595"/>
                    </a:lnTo>
                    <a:lnTo>
                      <a:pt x="1772" y="1595"/>
                    </a:lnTo>
                    <a:lnTo>
                      <a:pt x="1772" y="1595"/>
                    </a:lnTo>
                    <a:lnTo>
                      <a:pt x="1772" y="1595"/>
                    </a:lnTo>
                    <a:lnTo>
                      <a:pt x="1773" y="1595"/>
                    </a:lnTo>
                    <a:lnTo>
                      <a:pt x="1773" y="1595"/>
                    </a:lnTo>
                    <a:lnTo>
                      <a:pt x="1773" y="1595"/>
                    </a:lnTo>
                    <a:lnTo>
                      <a:pt x="1773" y="1595"/>
                    </a:lnTo>
                    <a:lnTo>
                      <a:pt x="1774" y="1595"/>
                    </a:lnTo>
                    <a:lnTo>
                      <a:pt x="1774" y="1595"/>
                    </a:lnTo>
                    <a:lnTo>
                      <a:pt x="1774" y="1595"/>
                    </a:lnTo>
                    <a:lnTo>
                      <a:pt x="1775" y="1595"/>
                    </a:lnTo>
                    <a:lnTo>
                      <a:pt x="1775" y="1595"/>
                    </a:lnTo>
                    <a:lnTo>
                      <a:pt x="1775" y="1595"/>
                    </a:lnTo>
                    <a:lnTo>
                      <a:pt x="1775" y="1595"/>
                    </a:lnTo>
                    <a:lnTo>
                      <a:pt x="1776" y="1595"/>
                    </a:lnTo>
                    <a:lnTo>
                      <a:pt x="1776" y="1595"/>
                    </a:lnTo>
                    <a:lnTo>
                      <a:pt x="1776" y="1595"/>
                    </a:lnTo>
                    <a:lnTo>
                      <a:pt x="1776" y="1595"/>
                    </a:lnTo>
                    <a:lnTo>
                      <a:pt x="1777" y="1595"/>
                    </a:lnTo>
                    <a:lnTo>
                      <a:pt x="1777" y="1595"/>
                    </a:lnTo>
                    <a:lnTo>
                      <a:pt x="1778" y="1595"/>
                    </a:lnTo>
                    <a:lnTo>
                      <a:pt x="1778" y="1595"/>
                    </a:lnTo>
                    <a:lnTo>
                      <a:pt x="1778" y="1595"/>
                    </a:lnTo>
                    <a:lnTo>
                      <a:pt x="1778" y="1595"/>
                    </a:lnTo>
                    <a:lnTo>
                      <a:pt x="1779" y="1595"/>
                    </a:lnTo>
                    <a:lnTo>
                      <a:pt x="1779" y="1595"/>
                    </a:lnTo>
                    <a:lnTo>
                      <a:pt x="1779" y="1595"/>
                    </a:lnTo>
                    <a:lnTo>
                      <a:pt x="1779" y="1595"/>
                    </a:lnTo>
                    <a:lnTo>
                      <a:pt x="1780" y="1595"/>
                    </a:lnTo>
                    <a:lnTo>
                      <a:pt x="1780" y="1595"/>
                    </a:lnTo>
                    <a:lnTo>
                      <a:pt x="1780" y="1595"/>
                    </a:lnTo>
                    <a:lnTo>
                      <a:pt x="1781" y="1595"/>
                    </a:lnTo>
                    <a:lnTo>
                      <a:pt x="1781" y="1595"/>
                    </a:lnTo>
                    <a:lnTo>
                      <a:pt x="1781" y="1595"/>
                    </a:lnTo>
                    <a:lnTo>
                      <a:pt x="1781" y="1595"/>
                    </a:lnTo>
                    <a:lnTo>
                      <a:pt x="1782" y="1595"/>
                    </a:lnTo>
                    <a:lnTo>
                      <a:pt x="1782" y="1595"/>
                    </a:lnTo>
                    <a:lnTo>
                      <a:pt x="1782" y="1595"/>
                    </a:lnTo>
                    <a:lnTo>
                      <a:pt x="1783" y="1595"/>
                    </a:lnTo>
                    <a:lnTo>
                      <a:pt x="1783" y="1595"/>
                    </a:lnTo>
                    <a:lnTo>
                      <a:pt x="1783" y="1595"/>
                    </a:lnTo>
                    <a:lnTo>
                      <a:pt x="1784" y="1595"/>
                    </a:lnTo>
                    <a:lnTo>
                      <a:pt x="1784" y="1595"/>
                    </a:lnTo>
                    <a:lnTo>
                      <a:pt x="1784" y="1595"/>
                    </a:lnTo>
                    <a:lnTo>
                      <a:pt x="1784" y="1595"/>
                    </a:lnTo>
                    <a:lnTo>
                      <a:pt x="1785" y="1595"/>
                    </a:lnTo>
                    <a:lnTo>
                      <a:pt x="1785" y="1595"/>
                    </a:lnTo>
                    <a:lnTo>
                      <a:pt x="1785" y="1595"/>
                    </a:lnTo>
                    <a:lnTo>
                      <a:pt x="1785" y="1595"/>
                    </a:lnTo>
                    <a:lnTo>
                      <a:pt x="1786" y="1595"/>
                    </a:lnTo>
                    <a:lnTo>
                      <a:pt x="1786" y="1595"/>
                    </a:lnTo>
                    <a:lnTo>
                      <a:pt x="1787" y="1595"/>
                    </a:lnTo>
                    <a:lnTo>
                      <a:pt x="1787" y="1595"/>
                    </a:lnTo>
                    <a:lnTo>
                      <a:pt x="1787" y="1595"/>
                    </a:lnTo>
                    <a:lnTo>
                      <a:pt x="1787" y="1595"/>
                    </a:lnTo>
                    <a:lnTo>
                      <a:pt x="1788" y="1595"/>
                    </a:lnTo>
                    <a:lnTo>
                      <a:pt x="1788" y="1595"/>
                    </a:lnTo>
                    <a:lnTo>
                      <a:pt x="1788" y="1595"/>
                    </a:lnTo>
                    <a:lnTo>
                      <a:pt x="1788" y="1595"/>
                    </a:lnTo>
                    <a:lnTo>
                      <a:pt x="1789" y="1595"/>
                    </a:lnTo>
                    <a:lnTo>
                      <a:pt x="1789" y="1595"/>
                    </a:lnTo>
                    <a:lnTo>
                      <a:pt x="1789" y="1595"/>
                    </a:lnTo>
                    <a:lnTo>
                      <a:pt x="1790" y="1595"/>
                    </a:lnTo>
                    <a:lnTo>
                      <a:pt x="1790" y="1595"/>
                    </a:lnTo>
                    <a:lnTo>
                      <a:pt x="1790" y="1595"/>
                    </a:lnTo>
                    <a:lnTo>
                      <a:pt x="1790" y="1595"/>
                    </a:lnTo>
                    <a:lnTo>
                      <a:pt x="1791" y="1595"/>
                    </a:lnTo>
                    <a:lnTo>
                      <a:pt x="1791" y="1595"/>
                    </a:lnTo>
                    <a:lnTo>
                      <a:pt x="1791" y="1595"/>
                    </a:lnTo>
                    <a:lnTo>
                      <a:pt x="1791" y="1595"/>
                    </a:lnTo>
                    <a:lnTo>
                      <a:pt x="1792" y="1595"/>
                    </a:lnTo>
                    <a:lnTo>
                      <a:pt x="1792" y="1595"/>
                    </a:lnTo>
                    <a:lnTo>
                      <a:pt x="1793" y="1595"/>
                    </a:lnTo>
                    <a:lnTo>
                      <a:pt x="1793" y="1595"/>
                    </a:lnTo>
                    <a:lnTo>
                      <a:pt x="1793" y="1595"/>
                    </a:lnTo>
                    <a:lnTo>
                      <a:pt x="1793" y="1595"/>
                    </a:lnTo>
                    <a:lnTo>
                      <a:pt x="1794" y="1595"/>
                    </a:lnTo>
                    <a:lnTo>
                      <a:pt x="1794" y="1595"/>
                    </a:lnTo>
                    <a:lnTo>
                      <a:pt x="1794" y="1595"/>
                    </a:lnTo>
                    <a:lnTo>
                      <a:pt x="1794" y="1595"/>
                    </a:lnTo>
                    <a:lnTo>
                      <a:pt x="1795" y="1595"/>
                    </a:lnTo>
                    <a:lnTo>
                      <a:pt x="1795" y="1595"/>
                    </a:lnTo>
                    <a:lnTo>
                      <a:pt x="1795" y="1595"/>
                    </a:lnTo>
                    <a:lnTo>
                      <a:pt x="1796" y="1595"/>
                    </a:lnTo>
                    <a:lnTo>
                      <a:pt x="1796" y="1595"/>
                    </a:lnTo>
                    <a:lnTo>
                      <a:pt x="1796" y="1595"/>
                    </a:lnTo>
                    <a:lnTo>
                      <a:pt x="1797" y="1595"/>
                    </a:lnTo>
                    <a:lnTo>
                      <a:pt x="1797" y="1595"/>
                    </a:lnTo>
                    <a:lnTo>
                      <a:pt x="1797" y="1595"/>
                    </a:lnTo>
                    <a:lnTo>
                      <a:pt x="1797" y="1595"/>
                    </a:lnTo>
                    <a:lnTo>
                      <a:pt x="1798" y="1595"/>
                    </a:lnTo>
                    <a:lnTo>
                      <a:pt x="1798" y="1595"/>
                    </a:lnTo>
                    <a:lnTo>
                      <a:pt x="1798" y="1595"/>
                    </a:lnTo>
                    <a:lnTo>
                      <a:pt x="1799" y="1595"/>
                    </a:lnTo>
                    <a:lnTo>
                      <a:pt x="1799" y="1595"/>
                    </a:lnTo>
                    <a:lnTo>
                      <a:pt x="1799" y="1595"/>
                    </a:lnTo>
                    <a:lnTo>
                      <a:pt x="1799" y="1595"/>
                    </a:lnTo>
                    <a:lnTo>
                      <a:pt x="1800" y="1595"/>
                    </a:lnTo>
                    <a:lnTo>
                      <a:pt x="1800" y="1595"/>
                    </a:lnTo>
                    <a:lnTo>
                      <a:pt x="1800" y="1595"/>
                    </a:lnTo>
                    <a:lnTo>
                      <a:pt x="1800" y="1595"/>
                    </a:lnTo>
                    <a:lnTo>
                      <a:pt x="1801" y="1595"/>
                    </a:lnTo>
                    <a:lnTo>
                      <a:pt x="1801" y="1595"/>
                    </a:lnTo>
                    <a:lnTo>
                      <a:pt x="1802" y="1595"/>
                    </a:lnTo>
                    <a:lnTo>
                      <a:pt x="1802" y="1595"/>
                    </a:lnTo>
                    <a:lnTo>
                      <a:pt x="1802" y="1595"/>
                    </a:lnTo>
                    <a:lnTo>
                      <a:pt x="1802" y="1595"/>
                    </a:lnTo>
                    <a:lnTo>
                      <a:pt x="1803" y="1595"/>
                    </a:lnTo>
                    <a:lnTo>
                      <a:pt x="1803" y="1595"/>
                    </a:lnTo>
                    <a:lnTo>
                      <a:pt x="1803" y="1595"/>
                    </a:lnTo>
                    <a:lnTo>
                      <a:pt x="1803" y="1595"/>
                    </a:lnTo>
                    <a:lnTo>
                      <a:pt x="1804" y="1595"/>
                    </a:lnTo>
                    <a:lnTo>
                      <a:pt x="1804" y="1595"/>
                    </a:lnTo>
                    <a:lnTo>
                      <a:pt x="1804" y="1595"/>
                    </a:lnTo>
                    <a:lnTo>
                      <a:pt x="1805" y="1595"/>
                    </a:lnTo>
                    <a:lnTo>
                      <a:pt x="1805" y="1595"/>
                    </a:lnTo>
                    <a:lnTo>
                      <a:pt x="1805" y="1595"/>
                    </a:lnTo>
                    <a:lnTo>
                      <a:pt x="1805" y="1595"/>
                    </a:lnTo>
                    <a:lnTo>
                      <a:pt x="1806" y="1595"/>
                    </a:lnTo>
                    <a:lnTo>
                      <a:pt x="1806" y="1595"/>
                    </a:lnTo>
                    <a:lnTo>
                      <a:pt x="1806" y="1595"/>
                    </a:lnTo>
                    <a:lnTo>
                      <a:pt x="1807" y="1595"/>
                    </a:lnTo>
                    <a:lnTo>
                      <a:pt x="1807" y="1595"/>
                    </a:lnTo>
                    <a:lnTo>
                      <a:pt x="1807" y="1595"/>
                    </a:lnTo>
                    <a:lnTo>
                      <a:pt x="1808" y="1595"/>
                    </a:lnTo>
                    <a:lnTo>
                      <a:pt x="1808" y="1595"/>
                    </a:lnTo>
                    <a:lnTo>
                      <a:pt x="1808" y="1595"/>
                    </a:lnTo>
                    <a:lnTo>
                      <a:pt x="1808" y="1595"/>
                    </a:lnTo>
                    <a:lnTo>
                      <a:pt x="1809" y="1595"/>
                    </a:lnTo>
                    <a:lnTo>
                      <a:pt x="1809" y="1595"/>
                    </a:lnTo>
                    <a:lnTo>
                      <a:pt x="1809" y="1595"/>
                    </a:lnTo>
                    <a:lnTo>
                      <a:pt x="1809" y="1595"/>
                    </a:lnTo>
                    <a:lnTo>
                      <a:pt x="1810" y="1595"/>
                    </a:lnTo>
                    <a:lnTo>
                      <a:pt x="1810" y="1595"/>
                    </a:lnTo>
                    <a:lnTo>
                      <a:pt x="1811" y="1595"/>
                    </a:lnTo>
                    <a:lnTo>
                      <a:pt x="1811" y="1595"/>
                    </a:lnTo>
                    <a:lnTo>
                      <a:pt x="1811" y="1595"/>
                    </a:lnTo>
                    <a:lnTo>
                      <a:pt x="1811" y="1595"/>
                    </a:lnTo>
                    <a:lnTo>
                      <a:pt x="1812" y="1595"/>
                    </a:lnTo>
                    <a:lnTo>
                      <a:pt x="1812" y="1595"/>
                    </a:lnTo>
                    <a:lnTo>
                      <a:pt x="1812" y="1595"/>
                    </a:lnTo>
                    <a:lnTo>
                      <a:pt x="1812" y="1595"/>
                    </a:lnTo>
                    <a:lnTo>
                      <a:pt x="1813" y="1595"/>
                    </a:lnTo>
                    <a:lnTo>
                      <a:pt x="1813" y="1595"/>
                    </a:lnTo>
                    <a:lnTo>
                      <a:pt x="1813" y="1595"/>
                    </a:lnTo>
                    <a:lnTo>
                      <a:pt x="1814" y="1595"/>
                    </a:lnTo>
                    <a:lnTo>
                      <a:pt x="1814" y="1595"/>
                    </a:lnTo>
                    <a:lnTo>
                      <a:pt x="1814" y="1595"/>
                    </a:lnTo>
                    <a:lnTo>
                      <a:pt x="1814" y="1595"/>
                    </a:lnTo>
                    <a:lnTo>
                      <a:pt x="1815" y="1595"/>
                    </a:lnTo>
                    <a:lnTo>
                      <a:pt x="1815" y="1595"/>
                    </a:lnTo>
                    <a:lnTo>
                      <a:pt x="1815" y="1595"/>
                    </a:lnTo>
                    <a:lnTo>
                      <a:pt x="1815" y="1595"/>
                    </a:lnTo>
                    <a:lnTo>
                      <a:pt x="1816" y="1595"/>
                    </a:lnTo>
                    <a:lnTo>
                      <a:pt x="1816" y="1595"/>
                    </a:lnTo>
                    <a:lnTo>
                      <a:pt x="1817" y="1595"/>
                    </a:lnTo>
                    <a:lnTo>
                      <a:pt x="1817" y="1595"/>
                    </a:lnTo>
                    <a:lnTo>
                      <a:pt x="1817" y="1595"/>
                    </a:lnTo>
                    <a:lnTo>
                      <a:pt x="1817" y="1595"/>
                    </a:lnTo>
                    <a:lnTo>
                      <a:pt x="1818" y="1595"/>
                    </a:lnTo>
                    <a:lnTo>
                      <a:pt x="1818" y="1595"/>
                    </a:lnTo>
                    <a:lnTo>
                      <a:pt x="1818" y="1595"/>
                    </a:lnTo>
                    <a:lnTo>
                      <a:pt x="1818" y="1595"/>
                    </a:lnTo>
                    <a:lnTo>
                      <a:pt x="1819" y="1595"/>
                    </a:lnTo>
                    <a:lnTo>
                      <a:pt x="1819" y="1595"/>
                    </a:lnTo>
                    <a:lnTo>
                      <a:pt x="1820" y="1595"/>
                    </a:lnTo>
                    <a:lnTo>
                      <a:pt x="1820" y="1595"/>
                    </a:lnTo>
                    <a:lnTo>
                      <a:pt x="1820" y="1595"/>
                    </a:lnTo>
                    <a:lnTo>
                      <a:pt x="1820" y="1595"/>
                    </a:lnTo>
                    <a:lnTo>
                      <a:pt x="1821" y="1595"/>
                    </a:lnTo>
                    <a:lnTo>
                      <a:pt x="1821" y="1595"/>
                    </a:lnTo>
                    <a:lnTo>
                      <a:pt x="1821" y="1595"/>
                    </a:lnTo>
                    <a:lnTo>
                      <a:pt x="1821" y="1595"/>
                    </a:lnTo>
                    <a:lnTo>
                      <a:pt x="1822" y="1595"/>
                    </a:lnTo>
                    <a:lnTo>
                      <a:pt x="1822" y="1595"/>
                    </a:lnTo>
                    <a:lnTo>
                      <a:pt x="1822" y="1595"/>
                    </a:lnTo>
                    <a:lnTo>
                      <a:pt x="1823" y="1595"/>
                    </a:lnTo>
                    <a:lnTo>
                      <a:pt x="1823" y="1595"/>
                    </a:lnTo>
                    <a:lnTo>
                      <a:pt x="1823" y="1595"/>
                    </a:lnTo>
                    <a:lnTo>
                      <a:pt x="1823" y="1595"/>
                    </a:lnTo>
                    <a:lnTo>
                      <a:pt x="1824" y="1595"/>
                    </a:lnTo>
                    <a:lnTo>
                      <a:pt x="1824" y="1595"/>
                    </a:lnTo>
                    <a:lnTo>
                      <a:pt x="1824" y="1595"/>
                    </a:lnTo>
                    <a:lnTo>
                      <a:pt x="1824" y="1595"/>
                    </a:lnTo>
                    <a:lnTo>
                      <a:pt x="1825" y="1595"/>
                    </a:lnTo>
                    <a:lnTo>
                      <a:pt x="1825" y="1595"/>
                    </a:lnTo>
                    <a:lnTo>
                      <a:pt x="1826" y="1595"/>
                    </a:lnTo>
                    <a:lnTo>
                      <a:pt x="1826" y="1595"/>
                    </a:lnTo>
                    <a:lnTo>
                      <a:pt x="1826" y="1595"/>
                    </a:lnTo>
                    <a:lnTo>
                      <a:pt x="1826" y="1595"/>
                    </a:lnTo>
                    <a:lnTo>
                      <a:pt x="1827" y="1595"/>
                    </a:lnTo>
                    <a:lnTo>
                      <a:pt x="1827" y="1595"/>
                    </a:lnTo>
                    <a:lnTo>
                      <a:pt x="1827" y="1595"/>
                    </a:lnTo>
                    <a:lnTo>
                      <a:pt x="1827" y="1595"/>
                    </a:lnTo>
                    <a:lnTo>
                      <a:pt x="1828" y="1595"/>
                    </a:lnTo>
                    <a:lnTo>
                      <a:pt x="1828" y="1595"/>
                    </a:lnTo>
                    <a:lnTo>
                      <a:pt x="1828" y="1595"/>
                    </a:lnTo>
                    <a:lnTo>
                      <a:pt x="1829" y="1595"/>
                    </a:lnTo>
                    <a:lnTo>
                      <a:pt x="1829" y="1595"/>
                    </a:lnTo>
                    <a:lnTo>
                      <a:pt x="1829" y="1595"/>
                    </a:lnTo>
                    <a:lnTo>
                      <a:pt x="1830" y="1595"/>
                    </a:lnTo>
                    <a:lnTo>
                      <a:pt x="1830" y="1595"/>
                    </a:lnTo>
                    <a:lnTo>
                      <a:pt x="1830" y="1595"/>
                    </a:lnTo>
                    <a:lnTo>
                      <a:pt x="1830" y="1595"/>
                    </a:lnTo>
                    <a:lnTo>
                      <a:pt x="1831" y="1595"/>
                    </a:lnTo>
                    <a:lnTo>
                      <a:pt x="1831" y="1595"/>
                    </a:lnTo>
                    <a:lnTo>
                      <a:pt x="1831" y="1595"/>
                    </a:lnTo>
                    <a:lnTo>
                      <a:pt x="1832" y="1595"/>
                    </a:lnTo>
                    <a:lnTo>
                      <a:pt x="1832" y="1595"/>
                    </a:lnTo>
                    <a:lnTo>
                      <a:pt x="1832" y="1595"/>
                    </a:lnTo>
                    <a:lnTo>
                      <a:pt x="1832" y="1595"/>
                    </a:lnTo>
                    <a:lnTo>
                      <a:pt x="1833" y="1595"/>
                    </a:lnTo>
                    <a:lnTo>
                      <a:pt x="1833" y="1595"/>
                    </a:lnTo>
                    <a:lnTo>
                      <a:pt x="1833" y="1595"/>
                    </a:lnTo>
                    <a:lnTo>
                      <a:pt x="1833" y="1595"/>
                    </a:lnTo>
                    <a:lnTo>
                      <a:pt x="1834" y="1595"/>
                    </a:lnTo>
                    <a:lnTo>
                      <a:pt x="1834" y="1595"/>
                    </a:lnTo>
                    <a:lnTo>
                      <a:pt x="1835" y="1595"/>
                    </a:lnTo>
                    <a:lnTo>
                      <a:pt x="1835" y="1595"/>
                    </a:lnTo>
                    <a:lnTo>
                      <a:pt x="1835" y="1595"/>
                    </a:lnTo>
                    <a:lnTo>
                      <a:pt x="1835" y="1595"/>
                    </a:lnTo>
                    <a:lnTo>
                      <a:pt x="1836" y="1595"/>
                    </a:lnTo>
                    <a:lnTo>
                      <a:pt x="1836" y="1595"/>
                    </a:lnTo>
                    <a:lnTo>
                      <a:pt x="1836" y="1595"/>
                    </a:lnTo>
                    <a:lnTo>
                      <a:pt x="1837" y="1595"/>
                    </a:lnTo>
                    <a:lnTo>
                      <a:pt x="1837" y="1595"/>
                    </a:lnTo>
                    <a:lnTo>
                      <a:pt x="1837" y="1595"/>
                    </a:lnTo>
                    <a:lnTo>
                      <a:pt x="1837" y="1595"/>
                    </a:lnTo>
                    <a:lnTo>
                      <a:pt x="1838" y="1595"/>
                    </a:lnTo>
                    <a:lnTo>
                      <a:pt x="1838" y="1595"/>
                    </a:lnTo>
                    <a:lnTo>
                      <a:pt x="1838" y="1595"/>
                    </a:lnTo>
                    <a:lnTo>
                      <a:pt x="1838" y="1595"/>
                    </a:lnTo>
                    <a:lnTo>
                      <a:pt x="1839" y="1595"/>
                    </a:lnTo>
                    <a:lnTo>
                      <a:pt x="1839" y="1595"/>
                    </a:lnTo>
                    <a:lnTo>
                      <a:pt x="1840" y="1595"/>
                    </a:lnTo>
                    <a:lnTo>
                      <a:pt x="1840" y="1595"/>
                    </a:lnTo>
                    <a:lnTo>
                      <a:pt x="1840" y="1595"/>
                    </a:lnTo>
                    <a:lnTo>
                      <a:pt x="1840" y="1595"/>
                    </a:lnTo>
                    <a:lnTo>
                      <a:pt x="1841" y="1595"/>
                    </a:lnTo>
                    <a:lnTo>
                      <a:pt x="1841" y="1595"/>
                    </a:lnTo>
                    <a:lnTo>
                      <a:pt x="1841" y="1595"/>
                    </a:lnTo>
                    <a:lnTo>
                      <a:pt x="1841" y="1595"/>
                    </a:lnTo>
                    <a:lnTo>
                      <a:pt x="1842" y="1595"/>
                    </a:lnTo>
                    <a:lnTo>
                      <a:pt x="1842" y="1595"/>
                    </a:lnTo>
                    <a:lnTo>
                      <a:pt x="1842" y="1595"/>
                    </a:lnTo>
                    <a:lnTo>
                      <a:pt x="1843" y="1595"/>
                    </a:lnTo>
                    <a:lnTo>
                      <a:pt x="1843" y="1595"/>
                    </a:lnTo>
                    <a:lnTo>
                      <a:pt x="1843" y="1595"/>
                    </a:lnTo>
                    <a:lnTo>
                      <a:pt x="1844" y="1595"/>
                    </a:lnTo>
                    <a:lnTo>
                      <a:pt x="1844" y="1595"/>
                    </a:lnTo>
                    <a:lnTo>
                      <a:pt x="1844" y="1595"/>
                    </a:lnTo>
                    <a:lnTo>
                      <a:pt x="1844" y="1595"/>
                    </a:lnTo>
                    <a:lnTo>
                      <a:pt x="1845" y="1595"/>
                    </a:lnTo>
                    <a:lnTo>
                      <a:pt x="1845" y="1595"/>
                    </a:lnTo>
                    <a:lnTo>
                      <a:pt x="1845" y="1595"/>
                    </a:lnTo>
                    <a:lnTo>
                      <a:pt x="1846" y="1595"/>
                    </a:lnTo>
                    <a:lnTo>
                      <a:pt x="1846" y="1595"/>
                    </a:lnTo>
                    <a:lnTo>
                      <a:pt x="1846" y="1595"/>
                    </a:lnTo>
                    <a:lnTo>
                      <a:pt x="1846" y="1595"/>
                    </a:lnTo>
                    <a:lnTo>
                      <a:pt x="1847" y="1595"/>
                    </a:lnTo>
                    <a:lnTo>
                      <a:pt x="1847" y="1595"/>
                    </a:lnTo>
                    <a:lnTo>
                      <a:pt x="1847" y="1595"/>
                    </a:lnTo>
                    <a:lnTo>
                      <a:pt x="1847" y="1595"/>
                    </a:lnTo>
                    <a:lnTo>
                      <a:pt x="1848" y="1595"/>
                    </a:lnTo>
                    <a:lnTo>
                      <a:pt x="1848" y="1595"/>
                    </a:lnTo>
                    <a:lnTo>
                      <a:pt x="1849" y="1595"/>
                    </a:lnTo>
                    <a:lnTo>
                      <a:pt x="1849" y="1595"/>
                    </a:lnTo>
                    <a:lnTo>
                      <a:pt x="1849" y="1595"/>
                    </a:lnTo>
                    <a:lnTo>
                      <a:pt x="1849" y="1595"/>
                    </a:lnTo>
                    <a:lnTo>
                      <a:pt x="1850" y="1595"/>
                    </a:lnTo>
                    <a:lnTo>
                      <a:pt x="1850" y="1595"/>
                    </a:lnTo>
                    <a:lnTo>
                      <a:pt x="1850" y="1595"/>
                    </a:lnTo>
                    <a:lnTo>
                      <a:pt x="1850" y="1595"/>
                    </a:lnTo>
                    <a:lnTo>
                      <a:pt x="1851" y="1595"/>
                    </a:lnTo>
                    <a:lnTo>
                      <a:pt x="1851" y="1595"/>
                    </a:lnTo>
                    <a:lnTo>
                      <a:pt x="1851" y="1595"/>
                    </a:lnTo>
                    <a:lnTo>
                      <a:pt x="1852" y="1595"/>
                    </a:lnTo>
                    <a:lnTo>
                      <a:pt x="1852" y="1595"/>
                    </a:lnTo>
                    <a:lnTo>
                      <a:pt x="1852" y="1595"/>
                    </a:lnTo>
                    <a:lnTo>
                      <a:pt x="1852" y="1595"/>
                    </a:lnTo>
                    <a:lnTo>
                      <a:pt x="1853" y="1595"/>
                    </a:lnTo>
                    <a:lnTo>
                      <a:pt x="1853" y="1595"/>
                    </a:lnTo>
                    <a:lnTo>
                      <a:pt x="1853" y="1595"/>
                    </a:lnTo>
                    <a:lnTo>
                      <a:pt x="1854" y="1595"/>
                    </a:lnTo>
                    <a:lnTo>
                      <a:pt x="1854" y="1595"/>
                    </a:lnTo>
                    <a:lnTo>
                      <a:pt x="1854" y="1595"/>
                    </a:lnTo>
                    <a:lnTo>
                      <a:pt x="1855" y="1595"/>
                    </a:lnTo>
                    <a:lnTo>
                      <a:pt x="1855" y="1595"/>
                    </a:lnTo>
                    <a:lnTo>
                      <a:pt x="1855" y="1595"/>
                    </a:lnTo>
                    <a:lnTo>
                      <a:pt x="1855" y="1595"/>
                    </a:lnTo>
                    <a:lnTo>
                      <a:pt x="1856" y="1595"/>
                    </a:lnTo>
                    <a:lnTo>
                      <a:pt x="1856" y="1595"/>
                    </a:lnTo>
                    <a:lnTo>
                      <a:pt x="1856" y="1595"/>
                    </a:lnTo>
                    <a:lnTo>
                      <a:pt x="1856" y="1595"/>
                    </a:lnTo>
                    <a:lnTo>
                      <a:pt x="1857" y="1595"/>
                    </a:lnTo>
                    <a:lnTo>
                      <a:pt x="1857" y="1595"/>
                    </a:lnTo>
                    <a:lnTo>
                      <a:pt x="1858" y="1595"/>
                    </a:lnTo>
                    <a:lnTo>
                      <a:pt x="1858" y="1595"/>
                    </a:lnTo>
                    <a:lnTo>
                      <a:pt x="1858" y="1595"/>
                    </a:lnTo>
                    <a:lnTo>
                      <a:pt x="1858" y="1595"/>
                    </a:lnTo>
                    <a:lnTo>
                      <a:pt x="1859" y="1595"/>
                    </a:lnTo>
                    <a:lnTo>
                      <a:pt x="1859" y="1595"/>
                    </a:lnTo>
                    <a:lnTo>
                      <a:pt x="1859" y="1595"/>
                    </a:lnTo>
                    <a:lnTo>
                      <a:pt x="1859" y="1595"/>
                    </a:lnTo>
                    <a:lnTo>
                      <a:pt x="1860" y="1595"/>
                    </a:lnTo>
                    <a:lnTo>
                      <a:pt x="1860" y="1595"/>
                    </a:lnTo>
                    <a:lnTo>
                      <a:pt x="1860" y="1595"/>
                    </a:lnTo>
                    <a:lnTo>
                      <a:pt x="1861" y="1595"/>
                    </a:lnTo>
                    <a:lnTo>
                      <a:pt x="1861" y="1595"/>
                    </a:lnTo>
                    <a:lnTo>
                      <a:pt x="1861" y="1595"/>
                    </a:lnTo>
                    <a:lnTo>
                      <a:pt x="1861" y="1595"/>
                    </a:lnTo>
                    <a:lnTo>
                      <a:pt x="1862" y="1595"/>
                    </a:lnTo>
                    <a:lnTo>
                      <a:pt x="1862" y="1595"/>
                    </a:lnTo>
                    <a:lnTo>
                      <a:pt x="1862" y="1595"/>
                    </a:lnTo>
                    <a:lnTo>
                      <a:pt x="1862" y="1595"/>
                    </a:lnTo>
                    <a:lnTo>
                      <a:pt x="1863" y="1595"/>
                    </a:lnTo>
                    <a:lnTo>
                      <a:pt x="1863" y="1595"/>
                    </a:lnTo>
                    <a:lnTo>
                      <a:pt x="1864" y="1595"/>
                    </a:lnTo>
                    <a:lnTo>
                      <a:pt x="1864" y="1595"/>
                    </a:lnTo>
                    <a:lnTo>
                      <a:pt x="1864" y="1595"/>
                    </a:lnTo>
                    <a:lnTo>
                      <a:pt x="1864" y="1595"/>
                    </a:lnTo>
                    <a:lnTo>
                      <a:pt x="1865" y="1595"/>
                    </a:lnTo>
                    <a:lnTo>
                      <a:pt x="1865" y="1595"/>
                    </a:lnTo>
                    <a:lnTo>
                      <a:pt x="1865" y="1595"/>
                    </a:lnTo>
                    <a:lnTo>
                      <a:pt x="1865" y="1595"/>
                    </a:lnTo>
                    <a:lnTo>
                      <a:pt x="1866" y="1595"/>
                    </a:lnTo>
                    <a:lnTo>
                      <a:pt x="1866" y="1595"/>
                    </a:lnTo>
                    <a:lnTo>
                      <a:pt x="1867" y="1595"/>
                    </a:lnTo>
                    <a:lnTo>
                      <a:pt x="1867" y="1595"/>
                    </a:lnTo>
                    <a:lnTo>
                      <a:pt x="1867" y="1595"/>
                    </a:lnTo>
                    <a:lnTo>
                      <a:pt x="1867" y="1595"/>
                    </a:lnTo>
                    <a:lnTo>
                      <a:pt x="1868" y="1595"/>
                    </a:lnTo>
                    <a:lnTo>
                      <a:pt x="1868" y="1595"/>
                    </a:lnTo>
                    <a:lnTo>
                      <a:pt x="1868" y="1595"/>
                    </a:lnTo>
                    <a:lnTo>
                      <a:pt x="1868" y="1595"/>
                    </a:lnTo>
                    <a:lnTo>
                      <a:pt x="1869" y="1595"/>
                    </a:lnTo>
                    <a:lnTo>
                      <a:pt x="1869" y="1595"/>
                    </a:lnTo>
                    <a:lnTo>
                      <a:pt x="1869" y="1595"/>
                    </a:lnTo>
                    <a:lnTo>
                      <a:pt x="1870" y="1595"/>
                    </a:lnTo>
                    <a:lnTo>
                      <a:pt x="1870" y="1595"/>
                    </a:lnTo>
                    <a:lnTo>
                      <a:pt x="1870" y="1595"/>
                    </a:lnTo>
                    <a:lnTo>
                      <a:pt x="1870" y="1595"/>
                    </a:lnTo>
                    <a:lnTo>
                      <a:pt x="1871" y="1595"/>
                    </a:lnTo>
                    <a:lnTo>
                      <a:pt x="1871" y="1595"/>
                    </a:lnTo>
                    <a:lnTo>
                      <a:pt x="1871" y="1595"/>
                    </a:lnTo>
                    <a:lnTo>
                      <a:pt x="1871" y="1595"/>
                    </a:lnTo>
                    <a:lnTo>
                      <a:pt x="1872" y="1595"/>
                    </a:lnTo>
                    <a:lnTo>
                      <a:pt x="1872" y="1595"/>
                    </a:lnTo>
                    <a:lnTo>
                      <a:pt x="1873" y="1595"/>
                    </a:lnTo>
                    <a:lnTo>
                      <a:pt x="1873" y="1595"/>
                    </a:lnTo>
                    <a:lnTo>
                      <a:pt x="1873" y="1595"/>
                    </a:lnTo>
                    <a:lnTo>
                      <a:pt x="1873" y="1595"/>
                    </a:lnTo>
                    <a:lnTo>
                      <a:pt x="1874" y="1595"/>
                    </a:lnTo>
                    <a:lnTo>
                      <a:pt x="1874" y="1595"/>
                    </a:lnTo>
                    <a:lnTo>
                      <a:pt x="1874" y="1595"/>
                    </a:lnTo>
                    <a:lnTo>
                      <a:pt x="1874" y="1595"/>
                    </a:lnTo>
                    <a:lnTo>
                      <a:pt x="1875" y="1595"/>
                    </a:lnTo>
                    <a:lnTo>
                      <a:pt x="1875" y="1595"/>
                    </a:lnTo>
                    <a:lnTo>
                      <a:pt x="1875" y="1595"/>
                    </a:lnTo>
                    <a:lnTo>
                      <a:pt x="1876" y="1595"/>
                    </a:lnTo>
                    <a:lnTo>
                      <a:pt x="1876" y="1595"/>
                    </a:lnTo>
                    <a:lnTo>
                      <a:pt x="1876" y="1595"/>
                    </a:lnTo>
                    <a:lnTo>
                      <a:pt x="1877" y="1595"/>
                    </a:lnTo>
                    <a:lnTo>
                      <a:pt x="1877" y="1595"/>
                    </a:lnTo>
                    <a:lnTo>
                      <a:pt x="1877" y="1595"/>
                    </a:lnTo>
                    <a:lnTo>
                      <a:pt x="1877" y="1595"/>
                    </a:lnTo>
                    <a:lnTo>
                      <a:pt x="1878" y="1595"/>
                    </a:lnTo>
                    <a:lnTo>
                      <a:pt x="1878" y="1595"/>
                    </a:lnTo>
                    <a:lnTo>
                      <a:pt x="1878" y="1595"/>
                    </a:lnTo>
                    <a:lnTo>
                      <a:pt x="1879" y="1595"/>
                    </a:lnTo>
                    <a:lnTo>
                      <a:pt x="1879" y="1595"/>
                    </a:lnTo>
                    <a:lnTo>
                      <a:pt x="1879" y="1595"/>
                    </a:lnTo>
                    <a:lnTo>
                      <a:pt x="1879" y="1595"/>
                    </a:lnTo>
                    <a:lnTo>
                      <a:pt x="1880" y="1595"/>
                    </a:lnTo>
                    <a:lnTo>
                      <a:pt x="1880" y="1595"/>
                    </a:lnTo>
                    <a:lnTo>
                      <a:pt x="1880" y="1595"/>
                    </a:lnTo>
                    <a:lnTo>
                      <a:pt x="1880" y="1595"/>
                    </a:lnTo>
                    <a:lnTo>
                      <a:pt x="1881" y="1595"/>
                    </a:lnTo>
                    <a:lnTo>
                      <a:pt x="1881" y="1595"/>
                    </a:lnTo>
                    <a:lnTo>
                      <a:pt x="1882" y="1595"/>
                    </a:lnTo>
                    <a:lnTo>
                      <a:pt x="1882" y="1595"/>
                    </a:lnTo>
                    <a:lnTo>
                      <a:pt x="1882" y="1595"/>
                    </a:lnTo>
                    <a:lnTo>
                      <a:pt x="1882" y="1595"/>
                    </a:lnTo>
                    <a:lnTo>
                      <a:pt x="1883" y="1595"/>
                    </a:lnTo>
                    <a:lnTo>
                      <a:pt x="1883" y="1595"/>
                    </a:lnTo>
                    <a:lnTo>
                      <a:pt x="1883" y="1595"/>
                    </a:lnTo>
                    <a:lnTo>
                      <a:pt x="1883" y="1595"/>
                    </a:lnTo>
                    <a:lnTo>
                      <a:pt x="1884" y="1595"/>
                    </a:lnTo>
                    <a:lnTo>
                      <a:pt x="1884" y="1595"/>
                    </a:lnTo>
                    <a:lnTo>
                      <a:pt x="1884" y="1595"/>
                    </a:lnTo>
                    <a:lnTo>
                      <a:pt x="1885" y="1595"/>
                    </a:lnTo>
                    <a:lnTo>
                      <a:pt x="1885" y="1595"/>
                    </a:lnTo>
                    <a:lnTo>
                      <a:pt x="1885" y="1595"/>
                    </a:lnTo>
                    <a:lnTo>
                      <a:pt x="1885" y="1595"/>
                    </a:lnTo>
                    <a:lnTo>
                      <a:pt x="1886" y="1595"/>
                    </a:lnTo>
                    <a:lnTo>
                      <a:pt x="1886" y="1595"/>
                    </a:lnTo>
                    <a:lnTo>
                      <a:pt x="1886" y="1595"/>
                    </a:lnTo>
                    <a:lnTo>
                      <a:pt x="1887" y="1595"/>
                    </a:lnTo>
                    <a:lnTo>
                      <a:pt x="1887" y="1595"/>
                    </a:lnTo>
                    <a:lnTo>
                      <a:pt x="1887" y="1595"/>
                    </a:lnTo>
                    <a:lnTo>
                      <a:pt x="1888" y="1595"/>
                    </a:lnTo>
                    <a:lnTo>
                      <a:pt x="1888" y="1595"/>
                    </a:lnTo>
                    <a:lnTo>
                      <a:pt x="1888" y="1595"/>
                    </a:lnTo>
                    <a:lnTo>
                      <a:pt x="1888" y="1595"/>
                    </a:lnTo>
                    <a:lnTo>
                      <a:pt x="1889" y="1595"/>
                    </a:lnTo>
                    <a:lnTo>
                      <a:pt x="1889" y="1595"/>
                    </a:lnTo>
                    <a:lnTo>
                      <a:pt x="1889" y="1595"/>
                    </a:lnTo>
                    <a:lnTo>
                      <a:pt x="1889" y="1595"/>
                    </a:lnTo>
                    <a:lnTo>
                      <a:pt x="1890" y="1595"/>
                    </a:lnTo>
                    <a:lnTo>
                      <a:pt x="1890" y="1595"/>
                    </a:lnTo>
                    <a:lnTo>
                      <a:pt x="1891" y="1595"/>
                    </a:lnTo>
                    <a:lnTo>
                      <a:pt x="1891" y="1595"/>
                    </a:lnTo>
                    <a:lnTo>
                      <a:pt x="1891" y="1595"/>
                    </a:lnTo>
                    <a:lnTo>
                      <a:pt x="1891" y="1595"/>
                    </a:lnTo>
                    <a:lnTo>
                      <a:pt x="1892" y="1595"/>
                    </a:lnTo>
                    <a:lnTo>
                      <a:pt x="1892" y="1595"/>
                    </a:lnTo>
                    <a:lnTo>
                      <a:pt x="1892" y="1595"/>
                    </a:lnTo>
                    <a:lnTo>
                      <a:pt x="1892" y="1595"/>
                    </a:lnTo>
                    <a:lnTo>
                      <a:pt x="1893" y="1595"/>
                    </a:lnTo>
                    <a:lnTo>
                      <a:pt x="1893" y="1595"/>
                    </a:lnTo>
                    <a:lnTo>
                      <a:pt x="1893" y="1595"/>
                    </a:lnTo>
                    <a:lnTo>
                      <a:pt x="1894" y="1595"/>
                    </a:lnTo>
                    <a:lnTo>
                      <a:pt x="1894" y="1595"/>
                    </a:lnTo>
                    <a:lnTo>
                      <a:pt x="1894" y="1595"/>
                    </a:lnTo>
                    <a:lnTo>
                      <a:pt x="1894" y="1595"/>
                    </a:lnTo>
                    <a:lnTo>
                      <a:pt x="1895" y="1595"/>
                    </a:lnTo>
                    <a:lnTo>
                      <a:pt x="1895" y="1595"/>
                    </a:lnTo>
                    <a:lnTo>
                      <a:pt x="1895" y="1595"/>
                    </a:lnTo>
                    <a:lnTo>
                      <a:pt x="1895" y="1595"/>
                    </a:lnTo>
                    <a:lnTo>
                      <a:pt x="1896" y="1595"/>
                    </a:lnTo>
                    <a:lnTo>
                      <a:pt x="1896" y="1595"/>
                    </a:lnTo>
                    <a:lnTo>
                      <a:pt x="1897" y="1595"/>
                    </a:lnTo>
                    <a:lnTo>
                      <a:pt x="1897" y="1595"/>
                    </a:lnTo>
                    <a:lnTo>
                      <a:pt x="1897" y="1595"/>
                    </a:lnTo>
                    <a:lnTo>
                      <a:pt x="1897" y="1595"/>
                    </a:lnTo>
                    <a:lnTo>
                      <a:pt x="1898" y="1595"/>
                    </a:lnTo>
                    <a:lnTo>
                      <a:pt x="1898" y="1595"/>
                    </a:lnTo>
                    <a:lnTo>
                      <a:pt x="1898" y="1595"/>
                    </a:lnTo>
                    <a:lnTo>
                      <a:pt x="1898" y="1595"/>
                    </a:lnTo>
                    <a:lnTo>
                      <a:pt x="1899" y="1595"/>
                    </a:lnTo>
                    <a:lnTo>
                      <a:pt x="1899" y="1595"/>
                    </a:lnTo>
                    <a:lnTo>
                      <a:pt x="1899" y="1595"/>
                    </a:lnTo>
                    <a:lnTo>
                      <a:pt x="1900" y="1595"/>
                    </a:lnTo>
                    <a:lnTo>
                      <a:pt x="1900" y="1595"/>
                    </a:lnTo>
                    <a:lnTo>
                      <a:pt x="1900" y="1595"/>
                    </a:lnTo>
                    <a:lnTo>
                      <a:pt x="1901" y="1595"/>
                    </a:lnTo>
                    <a:lnTo>
                      <a:pt x="1901" y="1595"/>
                    </a:lnTo>
                    <a:lnTo>
                      <a:pt x="1901" y="1595"/>
                    </a:lnTo>
                    <a:lnTo>
                      <a:pt x="1901" y="1595"/>
                    </a:lnTo>
                    <a:lnTo>
                      <a:pt x="1902" y="1595"/>
                    </a:lnTo>
                    <a:lnTo>
                      <a:pt x="1902" y="1595"/>
                    </a:lnTo>
                    <a:lnTo>
                      <a:pt x="1902" y="1595"/>
                    </a:lnTo>
                    <a:lnTo>
                      <a:pt x="1903" y="1595"/>
                    </a:lnTo>
                    <a:lnTo>
                      <a:pt x="1903" y="1595"/>
                    </a:lnTo>
                    <a:lnTo>
                      <a:pt x="1903" y="1595"/>
                    </a:lnTo>
                    <a:lnTo>
                      <a:pt x="1903" y="1595"/>
                    </a:lnTo>
                    <a:lnTo>
                      <a:pt x="1904" y="1595"/>
                    </a:lnTo>
                    <a:lnTo>
                      <a:pt x="1904" y="1595"/>
                    </a:lnTo>
                    <a:lnTo>
                      <a:pt x="1905" y="1595"/>
                    </a:lnTo>
                    <a:lnTo>
                      <a:pt x="1905" y="1595"/>
                    </a:lnTo>
                    <a:lnTo>
                      <a:pt x="1905" y="1595"/>
                    </a:lnTo>
                    <a:lnTo>
                      <a:pt x="1905" y="1595"/>
                    </a:lnTo>
                    <a:lnTo>
                      <a:pt x="1906" y="1595"/>
                    </a:lnTo>
                    <a:lnTo>
                      <a:pt x="1906" y="1595"/>
                    </a:lnTo>
                    <a:lnTo>
                      <a:pt x="1906" y="1595"/>
                    </a:lnTo>
                    <a:lnTo>
                      <a:pt x="1906" y="1595"/>
                    </a:lnTo>
                    <a:lnTo>
                      <a:pt x="1907" y="1595"/>
                    </a:lnTo>
                    <a:lnTo>
                      <a:pt x="1907" y="1595"/>
                    </a:lnTo>
                    <a:lnTo>
                      <a:pt x="1907" y="1595"/>
                    </a:lnTo>
                    <a:lnTo>
                      <a:pt x="1908" y="1595"/>
                    </a:lnTo>
                    <a:lnTo>
                      <a:pt x="1908" y="1595"/>
                    </a:lnTo>
                    <a:lnTo>
                      <a:pt x="1908" y="1595"/>
                    </a:lnTo>
                    <a:lnTo>
                      <a:pt x="1908" y="1595"/>
                    </a:lnTo>
                    <a:lnTo>
                      <a:pt x="1909" y="1595"/>
                    </a:lnTo>
                    <a:lnTo>
                      <a:pt x="1909" y="1595"/>
                    </a:lnTo>
                    <a:lnTo>
                      <a:pt x="1909" y="1595"/>
                    </a:lnTo>
                    <a:lnTo>
                      <a:pt x="1909" y="1595"/>
                    </a:lnTo>
                    <a:lnTo>
                      <a:pt x="1910" y="1595"/>
                    </a:lnTo>
                    <a:lnTo>
                      <a:pt x="1910" y="1595"/>
                    </a:lnTo>
                    <a:lnTo>
                      <a:pt x="1911" y="1595"/>
                    </a:lnTo>
                    <a:lnTo>
                      <a:pt x="1911" y="1595"/>
                    </a:lnTo>
                    <a:lnTo>
                      <a:pt x="1911" y="1595"/>
                    </a:lnTo>
                    <a:lnTo>
                      <a:pt x="1911" y="1595"/>
                    </a:lnTo>
                    <a:lnTo>
                      <a:pt x="1912" y="1595"/>
                    </a:lnTo>
                    <a:lnTo>
                      <a:pt x="1912" y="1595"/>
                    </a:lnTo>
                    <a:lnTo>
                      <a:pt x="1912" y="1595"/>
                    </a:lnTo>
                    <a:lnTo>
                      <a:pt x="1912" y="1595"/>
                    </a:lnTo>
                    <a:lnTo>
                      <a:pt x="1913" y="1595"/>
                    </a:lnTo>
                    <a:lnTo>
                      <a:pt x="1913" y="1595"/>
                    </a:lnTo>
                    <a:lnTo>
                      <a:pt x="1914" y="1595"/>
                    </a:lnTo>
                    <a:lnTo>
                      <a:pt x="1914" y="1595"/>
                    </a:lnTo>
                    <a:lnTo>
                      <a:pt x="1914" y="1595"/>
                    </a:lnTo>
                    <a:lnTo>
                      <a:pt x="1914" y="1595"/>
                    </a:lnTo>
                    <a:lnTo>
                      <a:pt x="1915" y="1595"/>
                    </a:lnTo>
                    <a:lnTo>
                      <a:pt x="1915" y="1595"/>
                    </a:lnTo>
                    <a:lnTo>
                      <a:pt x="1915" y="1595"/>
                    </a:lnTo>
                    <a:lnTo>
                      <a:pt x="1915" y="1595"/>
                    </a:lnTo>
                    <a:lnTo>
                      <a:pt x="1916" y="1595"/>
                    </a:lnTo>
                    <a:lnTo>
                      <a:pt x="1916" y="1595"/>
                    </a:lnTo>
                    <a:lnTo>
                      <a:pt x="1916" y="1595"/>
                    </a:lnTo>
                    <a:lnTo>
                      <a:pt x="1917" y="1595"/>
                    </a:lnTo>
                    <a:lnTo>
                      <a:pt x="1917" y="1595"/>
                    </a:lnTo>
                    <a:lnTo>
                      <a:pt x="1917" y="1595"/>
                    </a:lnTo>
                    <a:lnTo>
                      <a:pt x="1917" y="1595"/>
                    </a:lnTo>
                    <a:lnTo>
                      <a:pt x="1918" y="1595"/>
                    </a:lnTo>
                    <a:lnTo>
                      <a:pt x="1918" y="1595"/>
                    </a:lnTo>
                    <a:lnTo>
                      <a:pt x="1918" y="1595"/>
                    </a:lnTo>
                    <a:lnTo>
                      <a:pt x="1918" y="1595"/>
                    </a:lnTo>
                    <a:lnTo>
                      <a:pt x="1919" y="1595"/>
                    </a:lnTo>
                    <a:lnTo>
                      <a:pt x="1919" y="1595"/>
                    </a:lnTo>
                    <a:lnTo>
                      <a:pt x="1920" y="1595"/>
                    </a:lnTo>
                    <a:lnTo>
                      <a:pt x="1920" y="1595"/>
                    </a:lnTo>
                    <a:lnTo>
                      <a:pt x="1920" y="1595"/>
                    </a:lnTo>
                    <a:lnTo>
                      <a:pt x="1920" y="1595"/>
                    </a:lnTo>
                    <a:lnTo>
                      <a:pt x="1921" y="1595"/>
                    </a:lnTo>
                    <a:lnTo>
                      <a:pt x="1921" y="1595"/>
                    </a:lnTo>
                    <a:lnTo>
                      <a:pt x="1921" y="1595"/>
                    </a:lnTo>
                    <a:lnTo>
                      <a:pt x="1921" y="1595"/>
                    </a:lnTo>
                    <a:lnTo>
                      <a:pt x="1922" y="1595"/>
                    </a:lnTo>
                    <a:lnTo>
                      <a:pt x="1922" y="1595"/>
                    </a:lnTo>
                    <a:lnTo>
                      <a:pt x="1922" y="1595"/>
                    </a:lnTo>
                    <a:lnTo>
                      <a:pt x="1923" y="1595"/>
                    </a:lnTo>
                    <a:lnTo>
                      <a:pt x="1923" y="1595"/>
                    </a:lnTo>
                    <a:lnTo>
                      <a:pt x="1923" y="1595"/>
                    </a:lnTo>
                    <a:lnTo>
                      <a:pt x="1924" y="1595"/>
                    </a:lnTo>
                    <a:lnTo>
                      <a:pt x="1924" y="1595"/>
                    </a:lnTo>
                    <a:lnTo>
                      <a:pt x="1924" y="1595"/>
                    </a:lnTo>
                    <a:lnTo>
                      <a:pt x="1924" y="1595"/>
                    </a:lnTo>
                    <a:lnTo>
                      <a:pt x="1925" y="1595"/>
                    </a:lnTo>
                    <a:lnTo>
                      <a:pt x="1925" y="1595"/>
                    </a:lnTo>
                    <a:lnTo>
                      <a:pt x="1925" y="1595"/>
                    </a:lnTo>
                    <a:lnTo>
                      <a:pt x="1926" y="1595"/>
                    </a:lnTo>
                    <a:lnTo>
                      <a:pt x="1926" y="1595"/>
                    </a:lnTo>
                    <a:lnTo>
                      <a:pt x="1926" y="1595"/>
                    </a:lnTo>
                    <a:lnTo>
                      <a:pt x="1926" y="1595"/>
                    </a:lnTo>
                    <a:lnTo>
                      <a:pt x="1927" y="1595"/>
                    </a:lnTo>
                    <a:lnTo>
                      <a:pt x="1927" y="1595"/>
                    </a:lnTo>
                    <a:lnTo>
                      <a:pt x="1927" y="1595"/>
                    </a:lnTo>
                    <a:lnTo>
                      <a:pt x="1927" y="1595"/>
                    </a:lnTo>
                    <a:lnTo>
                      <a:pt x="1928" y="1595"/>
                    </a:lnTo>
                    <a:lnTo>
                      <a:pt x="1928" y="1595"/>
                    </a:lnTo>
                    <a:lnTo>
                      <a:pt x="1929" y="1595"/>
                    </a:lnTo>
                    <a:lnTo>
                      <a:pt x="1929" y="1595"/>
                    </a:lnTo>
                    <a:lnTo>
                      <a:pt x="1929" y="1595"/>
                    </a:lnTo>
                    <a:lnTo>
                      <a:pt x="1929" y="1595"/>
                    </a:lnTo>
                    <a:lnTo>
                      <a:pt x="1930" y="1588"/>
                    </a:lnTo>
                    <a:lnTo>
                      <a:pt x="1930" y="1582"/>
                    </a:lnTo>
                    <a:lnTo>
                      <a:pt x="1930" y="1576"/>
                    </a:lnTo>
                    <a:lnTo>
                      <a:pt x="1930" y="1570"/>
                    </a:lnTo>
                    <a:lnTo>
                      <a:pt x="1931" y="1568"/>
                    </a:lnTo>
                    <a:lnTo>
                      <a:pt x="1931" y="1566"/>
                    </a:lnTo>
                    <a:lnTo>
                      <a:pt x="1931" y="1563"/>
                    </a:lnTo>
                    <a:lnTo>
                      <a:pt x="1932" y="1561"/>
                    </a:lnTo>
                    <a:lnTo>
                      <a:pt x="1932" y="1561"/>
                    </a:lnTo>
                    <a:lnTo>
                      <a:pt x="1932" y="1561"/>
                    </a:lnTo>
                    <a:lnTo>
                      <a:pt x="1932" y="1561"/>
                    </a:lnTo>
                    <a:lnTo>
                      <a:pt x="1933" y="1561"/>
                    </a:lnTo>
                    <a:lnTo>
                      <a:pt x="1933" y="1561"/>
                    </a:lnTo>
                    <a:lnTo>
                      <a:pt x="1933" y="1561"/>
                    </a:lnTo>
                    <a:lnTo>
                      <a:pt x="1934" y="1561"/>
                    </a:lnTo>
                    <a:lnTo>
                      <a:pt x="1934" y="1561"/>
                    </a:lnTo>
                    <a:lnTo>
                      <a:pt x="1934" y="1561"/>
                    </a:lnTo>
                    <a:lnTo>
                      <a:pt x="1935" y="1561"/>
                    </a:lnTo>
                    <a:lnTo>
                      <a:pt x="1935" y="1561"/>
                    </a:lnTo>
                    <a:lnTo>
                      <a:pt x="1935" y="1561"/>
                    </a:lnTo>
                    <a:lnTo>
                      <a:pt x="1935" y="1561"/>
                    </a:lnTo>
                    <a:lnTo>
                      <a:pt x="1936" y="1561"/>
                    </a:lnTo>
                    <a:lnTo>
                      <a:pt x="1936" y="1561"/>
                    </a:lnTo>
                    <a:lnTo>
                      <a:pt x="1936" y="1561"/>
                    </a:lnTo>
                    <a:lnTo>
                      <a:pt x="1936" y="1561"/>
                    </a:lnTo>
                    <a:lnTo>
                      <a:pt x="1937" y="1561"/>
                    </a:lnTo>
                    <a:lnTo>
                      <a:pt x="1937" y="1561"/>
                    </a:lnTo>
                    <a:lnTo>
                      <a:pt x="1938" y="1561"/>
                    </a:lnTo>
                    <a:lnTo>
                      <a:pt x="1938" y="1561"/>
                    </a:lnTo>
                    <a:lnTo>
                      <a:pt x="1938" y="1561"/>
                    </a:lnTo>
                    <a:lnTo>
                      <a:pt x="1938" y="1561"/>
                    </a:lnTo>
                    <a:lnTo>
                      <a:pt x="1939" y="1561"/>
                    </a:lnTo>
                    <a:lnTo>
                      <a:pt x="1939" y="1561"/>
                    </a:lnTo>
                    <a:lnTo>
                      <a:pt x="1939" y="1561"/>
                    </a:lnTo>
                    <a:lnTo>
                      <a:pt x="1939" y="1561"/>
                    </a:lnTo>
                    <a:lnTo>
                      <a:pt x="1940" y="1561"/>
                    </a:lnTo>
                    <a:lnTo>
                      <a:pt x="1940" y="1561"/>
                    </a:lnTo>
                    <a:lnTo>
                      <a:pt x="1940" y="1561"/>
                    </a:lnTo>
                    <a:lnTo>
                      <a:pt x="1941" y="1561"/>
                    </a:lnTo>
                    <a:lnTo>
                      <a:pt x="1941" y="1561"/>
                    </a:lnTo>
                    <a:lnTo>
                      <a:pt x="1941" y="1561"/>
                    </a:lnTo>
                    <a:lnTo>
                      <a:pt x="1941" y="1561"/>
                    </a:lnTo>
                    <a:lnTo>
                      <a:pt x="1942" y="1561"/>
                    </a:lnTo>
                    <a:lnTo>
                      <a:pt x="1942" y="1561"/>
                    </a:lnTo>
                    <a:lnTo>
                      <a:pt x="1942" y="1561"/>
                    </a:lnTo>
                    <a:lnTo>
                      <a:pt x="1942" y="1561"/>
                    </a:lnTo>
                    <a:lnTo>
                      <a:pt x="1943" y="1561"/>
                    </a:lnTo>
                    <a:lnTo>
                      <a:pt x="1943" y="1561"/>
                    </a:lnTo>
                    <a:lnTo>
                      <a:pt x="1944" y="1561"/>
                    </a:lnTo>
                    <a:lnTo>
                      <a:pt x="1944" y="1561"/>
                    </a:lnTo>
                    <a:lnTo>
                      <a:pt x="1944" y="1561"/>
                    </a:lnTo>
                    <a:lnTo>
                      <a:pt x="1944" y="1561"/>
                    </a:lnTo>
                    <a:lnTo>
                      <a:pt x="1945" y="1561"/>
                    </a:lnTo>
                    <a:lnTo>
                      <a:pt x="1945" y="1561"/>
                    </a:lnTo>
                    <a:lnTo>
                      <a:pt x="1945" y="1561"/>
                    </a:lnTo>
                    <a:lnTo>
                      <a:pt x="1945" y="1561"/>
                    </a:lnTo>
                    <a:lnTo>
                      <a:pt x="1946" y="1561"/>
                    </a:lnTo>
                    <a:lnTo>
                      <a:pt x="1946" y="1561"/>
                    </a:lnTo>
                    <a:lnTo>
                      <a:pt x="1946" y="1561"/>
                    </a:lnTo>
                    <a:lnTo>
                      <a:pt x="1947" y="1561"/>
                    </a:lnTo>
                    <a:lnTo>
                      <a:pt x="1947" y="1561"/>
                    </a:lnTo>
                    <a:lnTo>
                      <a:pt x="1947" y="1561"/>
                    </a:lnTo>
                    <a:lnTo>
                      <a:pt x="1948" y="1561"/>
                    </a:lnTo>
                    <a:lnTo>
                      <a:pt x="1948" y="1561"/>
                    </a:lnTo>
                    <a:lnTo>
                      <a:pt x="1948" y="1561"/>
                    </a:lnTo>
                    <a:lnTo>
                      <a:pt x="1948" y="1561"/>
                    </a:lnTo>
                    <a:lnTo>
                      <a:pt x="1949" y="1561"/>
                    </a:lnTo>
                    <a:lnTo>
                      <a:pt x="1949" y="1561"/>
                    </a:lnTo>
                    <a:lnTo>
                      <a:pt x="1949" y="1561"/>
                    </a:lnTo>
                    <a:lnTo>
                      <a:pt x="1950" y="1561"/>
                    </a:lnTo>
                    <a:lnTo>
                      <a:pt x="1950" y="1561"/>
                    </a:lnTo>
                    <a:lnTo>
                      <a:pt x="1950" y="1561"/>
                    </a:lnTo>
                    <a:lnTo>
                      <a:pt x="1950" y="1561"/>
                    </a:lnTo>
                    <a:lnTo>
                      <a:pt x="1951" y="1561"/>
                    </a:lnTo>
                    <a:lnTo>
                      <a:pt x="1951" y="1561"/>
                    </a:lnTo>
                    <a:lnTo>
                      <a:pt x="1951" y="1561"/>
                    </a:lnTo>
                    <a:lnTo>
                      <a:pt x="1951" y="1561"/>
                    </a:lnTo>
                    <a:lnTo>
                      <a:pt x="1952" y="1561"/>
                    </a:lnTo>
                    <a:lnTo>
                      <a:pt x="1952" y="1561"/>
                    </a:lnTo>
                    <a:lnTo>
                      <a:pt x="1953" y="1561"/>
                    </a:lnTo>
                    <a:lnTo>
                      <a:pt x="1953" y="1561"/>
                    </a:lnTo>
                    <a:lnTo>
                      <a:pt x="1953" y="1561"/>
                    </a:lnTo>
                    <a:lnTo>
                      <a:pt x="1953" y="1561"/>
                    </a:lnTo>
                    <a:lnTo>
                      <a:pt x="1954" y="1561"/>
                    </a:lnTo>
                    <a:lnTo>
                      <a:pt x="1954" y="1561"/>
                    </a:lnTo>
                    <a:lnTo>
                      <a:pt x="1954" y="1561"/>
                    </a:lnTo>
                    <a:lnTo>
                      <a:pt x="1954" y="1561"/>
                    </a:lnTo>
                    <a:lnTo>
                      <a:pt x="1955" y="1561"/>
                    </a:lnTo>
                    <a:lnTo>
                      <a:pt x="1955" y="1561"/>
                    </a:lnTo>
                    <a:lnTo>
                      <a:pt x="1955" y="1561"/>
                    </a:lnTo>
                    <a:lnTo>
                      <a:pt x="1956" y="1561"/>
                    </a:lnTo>
                    <a:lnTo>
                      <a:pt x="1956" y="1561"/>
                    </a:lnTo>
                    <a:lnTo>
                      <a:pt x="1956" y="1561"/>
                    </a:lnTo>
                    <a:lnTo>
                      <a:pt x="1956" y="1561"/>
                    </a:lnTo>
                    <a:lnTo>
                      <a:pt x="1957" y="1561"/>
                    </a:lnTo>
                    <a:lnTo>
                      <a:pt x="1957" y="1561"/>
                    </a:lnTo>
                    <a:lnTo>
                      <a:pt x="1957" y="1561"/>
                    </a:lnTo>
                    <a:lnTo>
                      <a:pt x="1958" y="1561"/>
                    </a:lnTo>
                    <a:lnTo>
                      <a:pt x="1958" y="1561"/>
                    </a:lnTo>
                    <a:lnTo>
                      <a:pt x="1958" y="1561"/>
                    </a:lnTo>
                    <a:lnTo>
                      <a:pt x="1959" y="1561"/>
                    </a:lnTo>
                    <a:lnTo>
                      <a:pt x="1959" y="1561"/>
                    </a:lnTo>
                    <a:lnTo>
                      <a:pt x="1959" y="1561"/>
                    </a:lnTo>
                    <a:lnTo>
                      <a:pt x="1959" y="1561"/>
                    </a:lnTo>
                    <a:lnTo>
                      <a:pt x="1960" y="1561"/>
                    </a:lnTo>
                    <a:lnTo>
                      <a:pt x="1960" y="1561"/>
                    </a:lnTo>
                    <a:lnTo>
                      <a:pt x="1960" y="1561"/>
                    </a:lnTo>
                    <a:lnTo>
                      <a:pt x="1960" y="1561"/>
                    </a:lnTo>
                    <a:lnTo>
                      <a:pt x="1961" y="1561"/>
                    </a:lnTo>
                    <a:lnTo>
                      <a:pt x="1961" y="1561"/>
                    </a:lnTo>
                    <a:lnTo>
                      <a:pt x="1962" y="1561"/>
                    </a:lnTo>
                    <a:lnTo>
                      <a:pt x="1962" y="1561"/>
                    </a:lnTo>
                    <a:lnTo>
                      <a:pt x="1962" y="1561"/>
                    </a:lnTo>
                    <a:lnTo>
                      <a:pt x="1962" y="1561"/>
                    </a:lnTo>
                    <a:lnTo>
                      <a:pt x="1963" y="1561"/>
                    </a:lnTo>
                    <a:lnTo>
                      <a:pt x="1963" y="1561"/>
                    </a:lnTo>
                    <a:lnTo>
                      <a:pt x="1963" y="1561"/>
                    </a:lnTo>
                    <a:lnTo>
                      <a:pt x="1963" y="1561"/>
                    </a:lnTo>
                    <a:lnTo>
                      <a:pt x="1964" y="1561"/>
                    </a:lnTo>
                    <a:lnTo>
                      <a:pt x="1964" y="1561"/>
                    </a:lnTo>
                    <a:lnTo>
                      <a:pt x="1964" y="1561"/>
                    </a:lnTo>
                    <a:lnTo>
                      <a:pt x="1965" y="1561"/>
                    </a:lnTo>
                    <a:lnTo>
                      <a:pt x="1965" y="1561"/>
                    </a:lnTo>
                    <a:lnTo>
                      <a:pt x="1965" y="1561"/>
                    </a:lnTo>
                    <a:lnTo>
                      <a:pt x="1965" y="1561"/>
                    </a:lnTo>
                    <a:lnTo>
                      <a:pt x="1966" y="1561"/>
                    </a:lnTo>
                    <a:lnTo>
                      <a:pt x="1966" y="1561"/>
                    </a:lnTo>
                    <a:lnTo>
                      <a:pt x="1966" y="1561"/>
                    </a:lnTo>
                    <a:lnTo>
                      <a:pt x="1966" y="1561"/>
                    </a:lnTo>
                    <a:lnTo>
                      <a:pt x="1967" y="1561"/>
                    </a:lnTo>
                    <a:lnTo>
                      <a:pt x="1967" y="1561"/>
                    </a:lnTo>
                    <a:lnTo>
                      <a:pt x="1968" y="1561"/>
                    </a:lnTo>
                    <a:lnTo>
                      <a:pt x="1968" y="1561"/>
                    </a:lnTo>
                    <a:lnTo>
                      <a:pt x="1968" y="1561"/>
                    </a:lnTo>
                    <a:lnTo>
                      <a:pt x="1968" y="1561"/>
                    </a:lnTo>
                    <a:lnTo>
                      <a:pt x="1969" y="1561"/>
                    </a:lnTo>
                    <a:lnTo>
                      <a:pt x="1969" y="1561"/>
                    </a:lnTo>
                    <a:lnTo>
                      <a:pt x="1969" y="1561"/>
                    </a:lnTo>
                    <a:lnTo>
                      <a:pt x="1969" y="1561"/>
                    </a:lnTo>
                    <a:lnTo>
                      <a:pt x="1970" y="1561"/>
                    </a:lnTo>
                    <a:lnTo>
                      <a:pt x="1970" y="1561"/>
                    </a:lnTo>
                    <a:lnTo>
                      <a:pt x="1971" y="1561"/>
                    </a:lnTo>
                    <a:lnTo>
                      <a:pt x="1971" y="1561"/>
                    </a:lnTo>
                    <a:lnTo>
                      <a:pt x="1971" y="1561"/>
                    </a:lnTo>
                    <a:lnTo>
                      <a:pt x="1971" y="1561"/>
                    </a:lnTo>
                    <a:lnTo>
                      <a:pt x="1972" y="1561"/>
                    </a:lnTo>
                    <a:lnTo>
                      <a:pt x="1972" y="1561"/>
                    </a:lnTo>
                    <a:lnTo>
                      <a:pt x="1972" y="1561"/>
                    </a:lnTo>
                    <a:lnTo>
                      <a:pt x="1973" y="1561"/>
                    </a:lnTo>
                    <a:lnTo>
                      <a:pt x="1973" y="1561"/>
                    </a:lnTo>
                    <a:lnTo>
                      <a:pt x="1973" y="1561"/>
                    </a:lnTo>
                    <a:lnTo>
                      <a:pt x="1973" y="1561"/>
                    </a:lnTo>
                    <a:lnTo>
                      <a:pt x="1974" y="1561"/>
                    </a:lnTo>
                    <a:lnTo>
                      <a:pt x="1974" y="1561"/>
                    </a:lnTo>
                    <a:lnTo>
                      <a:pt x="1974" y="1561"/>
                    </a:lnTo>
                    <a:lnTo>
                      <a:pt x="1974" y="1561"/>
                    </a:lnTo>
                    <a:lnTo>
                      <a:pt x="1975" y="1561"/>
                    </a:lnTo>
                    <a:lnTo>
                      <a:pt x="1975" y="1561"/>
                    </a:lnTo>
                    <a:lnTo>
                      <a:pt x="1976" y="1561"/>
                    </a:lnTo>
                    <a:lnTo>
                      <a:pt x="1976" y="1561"/>
                    </a:lnTo>
                    <a:lnTo>
                      <a:pt x="1976" y="1561"/>
                    </a:lnTo>
                    <a:lnTo>
                      <a:pt x="1976" y="1561"/>
                    </a:lnTo>
                    <a:lnTo>
                      <a:pt x="1977" y="1561"/>
                    </a:lnTo>
                    <a:lnTo>
                      <a:pt x="1977" y="1561"/>
                    </a:lnTo>
                    <a:lnTo>
                      <a:pt x="1977" y="1561"/>
                    </a:lnTo>
                    <a:lnTo>
                      <a:pt x="1977" y="1561"/>
                    </a:lnTo>
                    <a:lnTo>
                      <a:pt x="1978" y="1561"/>
                    </a:lnTo>
                    <a:lnTo>
                      <a:pt x="1978" y="1561"/>
                    </a:lnTo>
                    <a:lnTo>
                      <a:pt x="1978" y="1561"/>
                    </a:lnTo>
                    <a:lnTo>
                      <a:pt x="1979" y="1561"/>
                    </a:lnTo>
                    <a:lnTo>
                      <a:pt x="1979" y="1561"/>
                    </a:lnTo>
                    <a:lnTo>
                      <a:pt x="1979" y="1561"/>
                    </a:lnTo>
                    <a:lnTo>
                      <a:pt x="1979" y="1561"/>
                    </a:lnTo>
                    <a:lnTo>
                      <a:pt x="1980" y="1561"/>
                    </a:lnTo>
                    <a:lnTo>
                      <a:pt x="1980" y="1561"/>
                    </a:lnTo>
                    <a:lnTo>
                      <a:pt x="1980" y="1561"/>
                    </a:lnTo>
                    <a:lnTo>
                      <a:pt x="1981" y="1561"/>
                    </a:lnTo>
                    <a:lnTo>
                      <a:pt x="1981" y="1561"/>
                    </a:lnTo>
                    <a:lnTo>
                      <a:pt x="1981" y="1561"/>
                    </a:lnTo>
                    <a:lnTo>
                      <a:pt x="1982" y="1561"/>
                    </a:lnTo>
                    <a:lnTo>
                      <a:pt x="1982" y="1561"/>
                    </a:lnTo>
                    <a:lnTo>
                      <a:pt x="1982" y="1561"/>
                    </a:lnTo>
                    <a:lnTo>
                      <a:pt x="1982" y="1561"/>
                    </a:lnTo>
                    <a:lnTo>
                      <a:pt x="1983" y="1561"/>
                    </a:lnTo>
                    <a:lnTo>
                      <a:pt x="1983" y="1561"/>
                    </a:lnTo>
                    <a:lnTo>
                      <a:pt x="1983" y="1561"/>
                    </a:lnTo>
                    <a:lnTo>
                      <a:pt x="1983" y="1561"/>
                    </a:lnTo>
                    <a:lnTo>
                      <a:pt x="1984" y="1561"/>
                    </a:lnTo>
                    <a:lnTo>
                      <a:pt x="1984" y="1561"/>
                    </a:lnTo>
                    <a:lnTo>
                      <a:pt x="1985" y="1561"/>
                    </a:lnTo>
                    <a:lnTo>
                      <a:pt x="1985" y="1561"/>
                    </a:lnTo>
                    <a:lnTo>
                      <a:pt x="1985" y="1561"/>
                    </a:lnTo>
                    <a:lnTo>
                      <a:pt x="1985" y="1561"/>
                    </a:lnTo>
                    <a:lnTo>
                      <a:pt x="1986" y="1561"/>
                    </a:lnTo>
                    <a:lnTo>
                      <a:pt x="1986" y="1561"/>
                    </a:lnTo>
                    <a:lnTo>
                      <a:pt x="1986" y="1561"/>
                    </a:lnTo>
                    <a:lnTo>
                      <a:pt x="1986" y="1561"/>
                    </a:lnTo>
                    <a:lnTo>
                      <a:pt x="1987" y="1561"/>
                    </a:lnTo>
                    <a:lnTo>
                      <a:pt x="1987" y="1561"/>
                    </a:lnTo>
                    <a:lnTo>
                      <a:pt x="1987" y="1561"/>
                    </a:lnTo>
                    <a:lnTo>
                      <a:pt x="1988" y="1561"/>
                    </a:lnTo>
                    <a:lnTo>
                      <a:pt x="1988" y="1561"/>
                    </a:lnTo>
                    <a:lnTo>
                      <a:pt x="1988" y="1561"/>
                    </a:lnTo>
                    <a:lnTo>
                      <a:pt x="1988" y="1561"/>
                    </a:lnTo>
                    <a:lnTo>
                      <a:pt x="1989" y="1561"/>
                    </a:lnTo>
                    <a:lnTo>
                      <a:pt x="1989" y="1561"/>
                    </a:lnTo>
                    <a:lnTo>
                      <a:pt x="1989" y="1561"/>
                    </a:lnTo>
                    <a:lnTo>
                      <a:pt x="1989" y="1561"/>
                    </a:lnTo>
                    <a:lnTo>
                      <a:pt x="1990" y="1561"/>
                    </a:lnTo>
                    <a:lnTo>
                      <a:pt x="1990" y="1561"/>
                    </a:lnTo>
                    <a:lnTo>
                      <a:pt x="1991" y="1561"/>
                    </a:lnTo>
                    <a:lnTo>
                      <a:pt x="1991" y="1561"/>
                    </a:lnTo>
                    <a:lnTo>
                      <a:pt x="1991" y="1561"/>
                    </a:lnTo>
                    <a:lnTo>
                      <a:pt x="1991" y="1561"/>
                    </a:lnTo>
                    <a:lnTo>
                      <a:pt x="1992" y="1561"/>
                    </a:lnTo>
                    <a:lnTo>
                      <a:pt x="1992" y="1561"/>
                    </a:lnTo>
                    <a:lnTo>
                      <a:pt x="1992" y="1561"/>
                    </a:lnTo>
                    <a:lnTo>
                      <a:pt x="1992" y="1561"/>
                    </a:lnTo>
                    <a:lnTo>
                      <a:pt x="1993" y="1561"/>
                    </a:lnTo>
                    <a:lnTo>
                      <a:pt x="1993" y="1561"/>
                    </a:lnTo>
                    <a:lnTo>
                      <a:pt x="1993" y="1561"/>
                    </a:lnTo>
                    <a:lnTo>
                      <a:pt x="1994" y="1561"/>
                    </a:lnTo>
                    <a:lnTo>
                      <a:pt x="1994" y="1561"/>
                    </a:lnTo>
                    <a:lnTo>
                      <a:pt x="1994" y="1561"/>
                    </a:lnTo>
                    <a:lnTo>
                      <a:pt x="1995" y="1561"/>
                    </a:lnTo>
                    <a:lnTo>
                      <a:pt x="1995" y="1561"/>
                    </a:lnTo>
                    <a:lnTo>
                      <a:pt x="1995" y="1561"/>
                    </a:lnTo>
                    <a:lnTo>
                      <a:pt x="1995" y="1561"/>
                    </a:lnTo>
                    <a:lnTo>
                      <a:pt x="1996" y="1561"/>
                    </a:lnTo>
                    <a:lnTo>
                      <a:pt x="1996" y="1561"/>
                    </a:lnTo>
                    <a:lnTo>
                      <a:pt x="1996" y="1561"/>
                    </a:lnTo>
                    <a:lnTo>
                      <a:pt x="1997" y="1561"/>
                    </a:lnTo>
                    <a:lnTo>
                      <a:pt x="1997" y="1561"/>
                    </a:lnTo>
                    <a:lnTo>
                      <a:pt x="1997" y="1561"/>
                    </a:lnTo>
                    <a:lnTo>
                      <a:pt x="1997" y="1561"/>
                    </a:lnTo>
                    <a:lnTo>
                      <a:pt x="1998" y="1561"/>
                    </a:lnTo>
                    <a:lnTo>
                      <a:pt x="1998" y="1561"/>
                    </a:lnTo>
                    <a:lnTo>
                      <a:pt x="1998" y="1561"/>
                    </a:lnTo>
                    <a:lnTo>
                      <a:pt x="1998" y="1561"/>
                    </a:lnTo>
                    <a:lnTo>
                      <a:pt x="1999" y="1561"/>
                    </a:lnTo>
                    <a:lnTo>
                      <a:pt x="1999" y="1561"/>
                    </a:lnTo>
                    <a:lnTo>
                      <a:pt x="2000" y="1561"/>
                    </a:lnTo>
                    <a:lnTo>
                      <a:pt x="2000" y="1561"/>
                    </a:lnTo>
                    <a:lnTo>
                      <a:pt x="2000" y="1561"/>
                    </a:lnTo>
                    <a:lnTo>
                      <a:pt x="2000" y="1561"/>
                    </a:lnTo>
                    <a:lnTo>
                      <a:pt x="2001" y="1561"/>
                    </a:lnTo>
                    <a:lnTo>
                      <a:pt x="2001" y="1561"/>
                    </a:lnTo>
                    <a:lnTo>
                      <a:pt x="2001" y="1561"/>
                    </a:lnTo>
                    <a:lnTo>
                      <a:pt x="2001" y="1561"/>
                    </a:lnTo>
                    <a:lnTo>
                      <a:pt x="2002" y="1561"/>
                    </a:lnTo>
                    <a:lnTo>
                      <a:pt x="2002" y="1561"/>
                    </a:lnTo>
                    <a:lnTo>
                      <a:pt x="2002" y="1561"/>
                    </a:lnTo>
                    <a:lnTo>
                      <a:pt x="2003" y="1561"/>
                    </a:lnTo>
                    <a:lnTo>
                      <a:pt x="2003" y="1561"/>
                    </a:lnTo>
                    <a:lnTo>
                      <a:pt x="2003" y="1561"/>
                    </a:lnTo>
                    <a:lnTo>
                      <a:pt x="2003" y="1561"/>
                    </a:lnTo>
                    <a:lnTo>
                      <a:pt x="2004" y="1561"/>
                    </a:lnTo>
                    <a:lnTo>
                      <a:pt x="2004" y="1561"/>
                    </a:lnTo>
                    <a:lnTo>
                      <a:pt x="2004" y="1561"/>
                    </a:lnTo>
                    <a:lnTo>
                      <a:pt x="2005" y="1561"/>
                    </a:lnTo>
                    <a:lnTo>
                      <a:pt x="2005" y="1561"/>
                    </a:lnTo>
                    <a:lnTo>
                      <a:pt x="2005" y="1561"/>
                    </a:lnTo>
                    <a:lnTo>
                      <a:pt x="2006" y="1561"/>
                    </a:lnTo>
                    <a:lnTo>
                      <a:pt x="2006" y="1561"/>
                    </a:lnTo>
                    <a:lnTo>
                      <a:pt x="2006" y="1561"/>
                    </a:lnTo>
                    <a:lnTo>
                      <a:pt x="2006" y="1561"/>
                    </a:lnTo>
                    <a:lnTo>
                      <a:pt x="2007" y="1561"/>
                    </a:lnTo>
                    <a:lnTo>
                      <a:pt x="2007" y="1561"/>
                    </a:lnTo>
                    <a:lnTo>
                      <a:pt x="2007" y="1561"/>
                    </a:lnTo>
                    <a:lnTo>
                      <a:pt x="2007" y="1561"/>
                    </a:lnTo>
                    <a:lnTo>
                      <a:pt x="2008" y="1561"/>
                    </a:lnTo>
                    <a:lnTo>
                      <a:pt x="2008" y="1561"/>
                    </a:lnTo>
                    <a:lnTo>
                      <a:pt x="2009" y="1561"/>
                    </a:lnTo>
                    <a:lnTo>
                      <a:pt x="2009" y="1561"/>
                    </a:lnTo>
                    <a:lnTo>
                      <a:pt x="2009" y="1561"/>
                    </a:lnTo>
                    <a:lnTo>
                      <a:pt x="2009" y="1561"/>
                    </a:lnTo>
                    <a:lnTo>
                      <a:pt x="2010" y="1561"/>
                    </a:lnTo>
                    <a:lnTo>
                      <a:pt x="2010" y="1561"/>
                    </a:lnTo>
                    <a:lnTo>
                      <a:pt x="2010" y="1561"/>
                    </a:lnTo>
                    <a:lnTo>
                      <a:pt x="2010" y="1561"/>
                    </a:lnTo>
                    <a:lnTo>
                      <a:pt x="2011" y="1561"/>
                    </a:lnTo>
                    <a:lnTo>
                      <a:pt x="2011" y="1561"/>
                    </a:lnTo>
                    <a:lnTo>
                      <a:pt x="2011" y="1561"/>
                    </a:lnTo>
                    <a:lnTo>
                      <a:pt x="2012" y="1561"/>
                    </a:lnTo>
                    <a:lnTo>
                      <a:pt x="2012" y="1561"/>
                    </a:lnTo>
                    <a:lnTo>
                      <a:pt x="2012" y="1561"/>
                    </a:lnTo>
                    <a:lnTo>
                      <a:pt x="2012" y="1561"/>
                    </a:lnTo>
                    <a:lnTo>
                      <a:pt x="2013" y="1561"/>
                    </a:lnTo>
                    <a:lnTo>
                      <a:pt x="2013" y="1561"/>
                    </a:lnTo>
                    <a:lnTo>
                      <a:pt x="2013" y="1561"/>
                    </a:lnTo>
                    <a:lnTo>
                      <a:pt x="2013" y="1561"/>
                    </a:lnTo>
                    <a:lnTo>
                      <a:pt x="2014" y="1561"/>
                    </a:lnTo>
                    <a:lnTo>
                      <a:pt x="2014" y="1561"/>
                    </a:lnTo>
                    <a:lnTo>
                      <a:pt x="2015" y="1561"/>
                    </a:lnTo>
                    <a:lnTo>
                      <a:pt x="2015" y="1561"/>
                    </a:lnTo>
                    <a:lnTo>
                      <a:pt x="2015" y="1561"/>
                    </a:lnTo>
                    <a:lnTo>
                      <a:pt x="2015" y="1561"/>
                    </a:lnTo>
                    <a:lnTo>
                      <a:pt x="2016" y="1561"/>
                    </a:lnTo>
                    <a:lnTo>
                      <a:pt x="2016" y="1561"/>
                    </a:lnTo>
                    <a:lnTo>
                      <a:pt x="2016" y="1561"/>
                    </a:lnTo>
                    <a:lnTo>
                      <a:pt x="2016" y="1561"/>
                    </a:lnTo>
                    <a:lnTo>
                      <a:pt x="2017" y="1561"/>
                    </a:lnTo>
                    <a:lnTo>
                      <a:pt x="2017" y="1561"/>
                    </a:lnTo>
                    <a:lnTo>
                      <a:pt x="2017" y="1561"/>
                    </a:lnTo>
                    <a:lnTo>
                      <a:pt x="2018" y="1561"/>
                    </a:lnTo>
                    <a:lnTo>
                      <a:pt x="2018" y="1561"/>
                    </a:lnTo>
                    <a:lnTo>
                      <a:pt x="2018" y="1561"/>
                    </a:lnTo>
                    <a:lnTo>
                      <a:pt x="2019" y="1561"/>
                    </a:lnTo>
                    <a:lnTo>
                      <a:pt x="2019" y="1561"/>
                    </a:lnTo>
                    <a:lnTo>
                      <a:pt x="2019" y="1561"/>
                    </a:lnTo>
                    <a:lnTo>
                      <a:pt x="2019" y="1561"/>
                    </a:lnTo>
                    <a:lnTo>
                      <a:pt x="2020" y="1561"/>
                    </a:lnTo>
                    <a:lnTo>
                      <a:pt x="2020" y="1561"/>
                    </a:lnTo>
                    <a:lnTo>
                      <a:pt x="2020" y="1561"/>
                    </a:lnTo>
                    <a:lnTo>
                      <a:pt x="2021" y="1561"/>
                    </a:lnTo>
                    <a:lnTo>
                      <a:pt x="2021" y="1561"/>
                    </a:lnTo>
                    <a:lnTo>
                      <a:pt x="2021" y="1561"/>
                    </a:lnTo>
                    <a:lnTo>
                      <a:pt x="2021" y="1561"/>
                    </a:lnTo>
                    <a:lnTo>
                      <a:pt x="2022" y="1561"/>
                    </a:lnTo>
                    <a:lnTo>
                      <a:pt x="2022" y="1561"/>
                    </a:lnTo>
                    <a:lnTo>
                      <a:pt x="2022" y="1561"/>
                    </a:lnTo>
                    <a:lnTo>
                      <a:pt x="2022" y="1561"/>
                    </a:lnTo>
                    <a:lnTo>
                      <a:pt x="2023" y="1561"/>
                    </a:lnTo>
                    <a:lnTo>
                      <a:pt x="2023" y="1561"/>
                    </a:lnTo>
                    <a:lnTo>
                      <a:pt x="2024" y="1561"/>
                    </a:lnTo>
                    <a:lnTo>
                      <a:pt x="2024" y="1561"/>
                    </a:lnTo>
                    <a:lnTo>
                      <a:pt x="2024" y="1561"/>
                    </a:lnTo>
                    <a:lnTo>
                      <a:pt x="2024" y="1561"/>
                    </a:lnTo>
                    <a:lnTo>
                      <a:pt x="2025" y="1561"/>
                    </a:lnTo>
                    <a:lnTo>
                      <a:pt x="2025" y="1561"/>
                    </a:lnTo>
                    <a:lnTo>
                      <a:pt x="2025" y="1561"/>
                    </a:lnTo>
                    <a:lnTo>
                      <a:pt x="2025" y="1561"/>
                    </a:lnTo>
                    <a:lnTo>
                      <a:pt x="2026" y="1561"/>
                    </a:lnTo>
                    <a:lnTo>
                      <a:pt x="2026" y="1561"/>
                    </a:lnTo>
                    <a:lnTo>
                      <a:pt x="2026" y="1561"/>
                    </a:lnTo>
                    <a:lnTo>
                      <a:pt x="2027" y="1561"/>
                    </a:lnTo>
                    <a:lnTo>
                      <a:pt x="2027" y="1561"/>
                    </a:lnTo>
                    <a:lnTo>
                      <a:pt x="2027" y="1561"/>
                    </a:lnTo>
                    <a:lnTo>
                      <a:pt x="2028" y="1561"/>
                    </a:lnTo>
                    <a:lnTo>
                      <a:pt x="2028" y="1561"/>
                    </a:lnTo>
                    <a:lnTo>
                      <a:pt x="2028" y="1561"/>
                    </a:lnTo>
                    <a:lnTo>
                      <a:pt x="2028" y="1561"/>
                    </a:lnTo>
                    <a:lnTo>
                      <a:pt x="2029" y="1561"/>
                    </a:lnTo>
                    <a:lnTo>
                      <a:pt x="2029" y="1561"/>
                    </a:lnTo>
                    <a:lnTo>
                      <a:pt x="2029" y="1561"/>
                    </a:lnTo>
                    <a:lnTo>
                      <a:pt x="2030" y="1561"/>
                    </a:lnTo>
                    <a:lnTo>
                      <a:pt x="2030" y="1561"/>
                    </a:lnTo>
                    <a:lnTo>
                      <a:pt x="2030" y="1561"/>
                    </a:lnTo>
                    <a:lnTo>
                      <a:pt x="2030" y="1561"/>
                    </a:lnTo>
                    <a:lnTo>
                      <a:pt x="2031" y="1561"/>
                    </a:lnTo>
                    <a:lnTo>
                      <a:pt x="2031" y="1561"/>
                    </a:lnTo>
                    <a:lnTo>
                      <a:pt x="2031" y="1561"/>
                    </a:lnTo>
                    <a:lnTo>
                      <a:pt x="2031" y="1561"/>
                    </a:lnTo>
                    <a:lnTo>
                      <a:pt x="2032" y="1561"/>
                    </a:lnTo>
                    <a:lnTo>
                      <a:pt x="2032" y="1561"/>
                    </a:lnTo>
                    <a:lnTo>
                      <a:pt x="2033" y="1561"/>
                    </a:lnTo>
                    <a:lnTo>
                      <a:pt x="2033" y="1561"/>
                    </a:lnTo>
                    <a:lnTo>
                      <a:pt x="2033" y="1561"/>
                    </a:lnTo>
                    <a:lnTo>
                      <a:pt x="2033" y="1561"/>
                    </a:lnTo>
                    <a:lnTo>
                      <a:pt x="2034" y="1561"/>
                    </a:lnTo>
                    <a:lnTo>
                      <a:pt x="2034" y="1561"/>
                    </a:lnTo>
                    <a:lnTo>
                      <a:pt x="2034" y="1561"/>
                    </a:lnTo>
                    <a:lnTo>
                      <a:pt x="2034" y="1561"/>
                    </a:lnTo>
                    <a:lnTo>
                      <a:pt x="2035" y="1561"/>
                    </a:lnTo>
                    <a:lnTo>
                      <a:pt x="2035" y="1561"/>
                    </a:lnTo>
                    <a:lnTo>
                      <a:pt x="2035" y="1561"/>
                    </a:lnTo>
                    <a:lnTo>
                      <a:pt x="2036" y="1561"/>
                    </a:lnTo>
                    <a:lnTo>
                      <a:pt x="2036" y="1561"/>
                    </a:lnTo>
                    <a:lnTo>
                      <a:pt x="2036" y="1561"/>
                    </a:lnTo>
                    <a:lnTo>
                      <a:pt x="2036" y="1561"/>
                    </a:lnTo>
                    <a:lnTo>
                      <a:pt x="2037" y="1561"/>
                    </a:lnTo>
                    <a:lnTo>
                      <a:pt x="2037" y="1561"/>
                    </a:lnTo>
                    <a:lnTo>
                      <a:pt x="2037" y="1561"/>
                    </a:lnTo>
                    <a:lnTo>
                      <a:pt x="2038" y="1561"/>
                    </a:lnTo>
                    <a:lnTo>
                      <a:pt x="2038" y="1561"/>
                    </a:lnTo>
                    <a:lnTo>
                      <a:pt x="2038" y="1561"/>
                    </a:lnTo>
                    <a:lnTo>
                      <a:pt x="2039" y="1561"/>
                    </a:lnTo>
                    <a:lnTo>
                      <a:pt x="2039" y="1561"/>
                    </a:lnTo>
                    <a:lnTo>
                      <a:pt x="2039" y="1561"/>
                    </a:lnTo>
                    <a:lnTo>
                      <a:pt x="2039" y="1561"/>
                    </a:lnTo>
                    <a:lnTo>
                      <a:pt x="2040" y="1561"/>
                    </a:lnTo>
                    <a:lnTo>
                      <a:pt x="2040" y="1561"/>
                    </a:lnTo>
                    <a:lnTo>
                      <a:pt x="2040" y="1561"/>
                    </a:lnTo>
                    <a:lnTo>
                      <a:pt x="2041" y="1561"/>
                    </a:lnTo>
                    <a:lnTo>
                      <a:pt x="2041" y="1561"/>
                    </a:lnTo>
                    <a:lnTo>
                      <a:pt x="2041" y="1561"/>
                    </a:lnTo>
                    <a:lnTo>
                      <a:pt x="2042" y="1561"/>
                    </a:lnTo>
                    <a:lnTo>
                      <a:pt x="2042" y="1561"/>
                    </a:lnTo>
                    <a:lnTo>
                      <a:pt x="2042" y="1561"/>
                    </a:lnTo>
                    <a:lnTo>
                      <a:pt x="2042" y="1561"/>
                    </a:lnTo>
                    <a:lnTo>
                      <a:pt x="2043" y="1561"/>
                    </a:lnTo>
                    <a:lnTo>
                      <a:pt x="2043" y="1561"/>
                    </a:lnTo>
                    <a:lnTo>
                      <a:pt x="2043" y="1561"/>
                    </a:lnTo>
                    <a:lnTo>
                      <a:pt x="2044" y="1561"/>
                    </a:lnTo>
                    <a:lnTo>
                      <a:pt x="2044" y="1561"/>
                    </a:lnTo>
                    <a:lnTo>
                      <a:pt x="2044" y="1561"/>
                    </a:lnTo>
                    <a:lnTo>
                      <a:pt x="2044" y="1561"/>
                    </a:lnTo>
                    <a:lnTo>
                      <a:pt x="2045" y="1561"/>
                    </a:lnTo>
                    <a:lnTo>
                      <a:pt x="2045" y="1561"/>
                    </a:lnTo>
                    <a:lnTo>
                      <a:pt x="2045" y="1561"/>
                    </a:lnTo>
                    <a:lnTo>
                      <a:pt x="2045" y="1561"/>
                    </a:lnTo>
                    <a:lnTo>
                      <a:pt x="2046" y="1561"/>
                    </a:lnTo>
                    <a:lnTo>
                      <a:pt x="2046" y="1561"/>
                    </a:lnTo>
                    <a:lnTo>
                      <a:pt x="2047" y="1561"/>
                    </a:lnTo>
                    <a:lnTo>
                      <a:pt x="2047" y="1561"/>
                    </a:lnTo>
                    <a:lnTo>
                      <a:pt x="2047" y="1561"/>
                    </a:lnTo>
                    <a:lnTo>
                      <a:pt x="2047" y="1561"/>
                    </a:lnTo>
                    <a:lnTo>
                      <a:pt x="2048" y="1561"/>
                    </a:lnTo>
                    <a:lnTo>
                      <a:pt x="2048" y="1561"/>
                    </a:lnTo>
                    <a:lnTo>
                      <a:pt x="2048" y="1561"/>
                    </a:lnTo>
                    <a:lnTo>
                      <a:pt x="2048" y="1561"/>
                    </a:lnTo>
                    <a:lnTo>
                      <a:pt x="2049" y="1561"/>
                    </a:lnTo>
                    <a:lnTo>
                      <a:pt x="2049" y="1561"/>
                    </a:lnTo>
                    <a:lnTo>
                      <a:pt x="2049" y="1561"/>
                    </a:lnTo>
                    <a:lnTo>
                      <a:pt x="2050" y="1561"/>
                    </a:lnTo>
                    <a:lnTo>
                      <a:pt x="2050" y="1561"/>
                    </a:lnTo>
                    <a:lnTo>
                      <a:pt x="2050" y="1561"/>
                    </a:lnTo>
                    <a:lnTo>
                      <a:pt x="2050" y="1561"/>
                    </a:lnTo>
                    <a:lnTo>
                      <a:pt x="2051" y="1561"/>
                    </a:lnTo>
                    <a:lnTo>
                      <a:pt x="2051" y="1561"/>
                    </a:lnTo>
                    <a:lnTo>
                      <a:pt x="2051" y="1561"/>
                    </a:lnTo>
                    <a:lnTo>
                      <a:pt x="2052" y="1561"/>
                    </a:lnTo>
                    <a:lnTo>
                      <a:pt x="2052" y="1561"/>
                    </a:lnTo>
                    <a:lnTo>
                      <a:pt x="2052" y="1561"/>
                    </a:lnTo>
                    <a:lnTo>
                      <a:pt x="2053" y="1561"/>
                    </a:lnTo>
                    <a:lnTo>
                      <a:pt x="2053" y="1561"/>
                    </a:lnTo>
                    <a:lnTo>
                      <a:pt x="2053" y="1561"/>
                    </a:lnTo>
                    <a:lnTo>
                      <a:pt x="2053" y="1561"/>
                    </a:lnTo>
                    <a:lnTo>
                      <a:pt x="2054" y="1561"/>
                    </a:lnTo>
                    <a:lnTo>
                      <a:pt x="2054" y="1561"/>
                    </a:lnTo>
                    <a:lnTo>
                      <a:pt x="2054" y="1561"/>
                    </a:lnTo>
                    <a:lnTo>
                      <a:pt x="2054" y="1561"/>
                    </a:lnTo>
                    <a:lnTo>
                      <a:pt x="2055" y="1561"/>
                    </a:lnTo>
                    <a:lnTo>
                      <a:pt x="2055" y="1561"/>
                    </a:lnTo>
                    <a:lnTo>
                      <a:pt x="2056" y="1561"/>
                    </a:lnTo>
                    <a:lnTo>
                      <a:pt x="2056" y="1561"/>
                    </a:lnTo>
                    <a:lnTo>
                      <a:pt x="2056" y="1561"/>
                    </a:lnTo>
                    <a:lnTo>
                      <a:pt x="2056" y="1561"/>
                    </a:lnTo>
                    <a:lnTo>
                      <a:pt x="2057" y="1561"/>
                    </a:lnTo>
                    <a:lnTo>
                      <a:pt x="2057" y="1561"/>
                    </a:lnTo>
                    <a:lnTo>
                      <a:pt x="2057" y="1561"/>
                    </a:lnTo>
                    <a:lnTo>
                      <a:pt x="2057" y="1561"/>
                    </a:lnTo>
                    <a:lnTo>
                      <a:pt x="2058" y="1561"/>
                    </a:lnTo>
                    <a:lnTo>
                      <a:pt x="2058" y="1561"/>
                    </a:lnTo>
                    <a:lnTo>
                      <a:pt x="2058" y="1561"/>
                    </a:lnTo>
                    <a:lnTo>
                      <a:pt x="2059" y="1561"/>
                    </a:lnTo>
                    <a:lnTo>
                      <a:pt x="2059" y="1561"/>
                    </a:lnTo>
                    <a:lnTo>
                      <a:pt x="2059" y="1561"/>
                    </a:lnTo>
                    <a:lnTo>
                      <a:pt x="2059" y="1561"/>
                    </a:lnTo>
                    <a:lnTo>
                      <a:pt x="2060" y="1561"/>
                    </a:lnTo>
                    <a:lnTo>
                      <a:pt x="2060" y="1561"/>
                    </a:lnTo>
                    <a:lnTo>
                      <a:pt x="2060" y="1561"/>
                    </a:lnTo>
                    <a:lnTo>
                      <a:pt x="2060" y="1561"/>
                    </a:lnTo>
                    <a:lnTo>
                      <a:pt x="2061" y="1561"/>
                    </a:lnTo>
                    <a:lnTo>
                      <a:pt x="2061" y="1561"/>
                    </a:lnTo>
                    <a:lnTo>
                      <a:pt x="2062" y="1561"/>
                    </a:lnTo>
                    <a:lnTo>
                      <a:pt x="2062" y="1561"/>
                    </a:lnTo>
                    <a:lnTo>
                      <a:pt x="2062" y="1561"/>
                    </a:lnTo>
                    <a:lnTo>
                      <a:pt x="2062" y="1561"/>
                    </a:lnTo>
                    <a:lnTo>
                      <a:pt x="2063" y="1561"/>
                    </a:lnTo>
                    <a:lnTo>
                      <a:pt x="2063" y="1561"/>
                    </a:lnTo>
                    <a:lnTo>
                      <a:pt x="2063" y="1561"/>
                    </a:lnTo>
                    <a:lnTo>
                      <a:pt x="2063" y="1561"/>
                    </a:lnTo>
                    <a:lnTo>
                      <a:pt x="2064" y="1561"/>
                    </a:lnTo>
                    <a:lnTo>
                      <a:pt x="2064" y="1561"/>
                    </a:lnTo>
                    <a:lnTo>
                      <a:pt x="2064" y="1561"/>
                    </a:lnTo>
                    <a:lnTo>
                      <a:pt x="2065" y="1561"/>
                    </a:lnTo>
                    <a:lnTo>
                      <a:pt x="2065" y="1561"/>
                    </a:lnTo>
                    <a:lnTo>
                      <a:pt x="2065" y="1561"/>
                    </a:lnTo>
                    <a:lnTo>
                      <a:pt x="2066" y="1561"/>
                    </a:lnTo>
                    <a:lnTo>
                      <a:pt x="2066" y="1561"/>
                    </a:lnTo>
                    <a:lnTo>
                      <a:pt x="2066" y="1561"/>
                    </a:lnTo>
                    <a:lnTo>
                      <a:pt x="2066" y="1561"/>
                    </a:lnTo>
                    <a:lnTo>
                      <a:pt x="2067" y="1561"/>
                    </a:lnTo>
                    <a:lnTo>
                      <a:pt x="2067" y="1561"/>
                    </a:lnTo>
                    <a:lnTo>
                      <a:pt x="2067" y="1561"/>
                    </a:lnTo>
                    <a:lnTo>
                      <a:pt x="2068" y="1561"/>
                    </a:lnTo>
                    <a:lnTo>
                      <a:pt x="2068" y="1561"/>
                    </a:lnTo>
                    <a:lnTo>
                      <a:pt x="2068" y="1561"/>
                    </a:lnTo>
                    <a:lnTo>
                      <a:pt x="2068" y="1561"/>
                    </a:lnTo>
                    <a:lnTo>
                      <a:pt x="2069" y="1561"/>
                    </a:lnTo>
                    <a:lnTo>
                      <a:pt x="2069" y="1561"/>
                    </a:lnTo>
                    <a:lnTo>
                      <a:pt x="2069" y="1561"/>
                    </a:lnTo>
                    <a:lnTo>
                      <a:pt x="2069" y="1561"/>
                    </a:lnTo>
                    <a:lnTo>
                      <a:pt x="2070" y="1561"/>
                    </a:lnTo>
                    <a:lnTo>
                      <a:pt x="2070" y="1561"/>
                    </a:lnTo>
                    <a:lnTo>
                      <a:pt x="2071" y="1561"/>
                    </a:lnTo>
                    <a:lnTo>
                      <a:pt x="2071" y="1561"/>
                    </a:lnTo>
                    <a:lnTo>
                      <a:pt x="2071" y="1561"/>
                    </a:lnTo>
                    <a:lnTo>
                      <a:pt x="2071" y="1561"/>
                    </a:lnTo>
                    <a:lnTo>
                      <a:pt x="2072" y="1561"/>
                    </a:lnTo>
                    <a:lnTo>
                      <a:pt x="2072" y="1561"/>
                    </a:lnTo>
                    <a:lnTo>
                      <a:pt x="2072" y="1561"/>
                    </a:lnTo>
                    <a:lnTo>
                      <a:pt x="2072" y="1561"/>
                    </a:lnTo>
                    <a:lnTo>
                      <a:pt x="2073" y="1561"/>
                    </a:lnTo>
                    <a:lnTo>
                      <a:pt x="2073" y="1561"/>
                    </a:lnTo>
                    <a:lnTo>
                      <a:pt x="2073" y="1561"/>
                    </a:lnTo>
                    <a:lnTo>
                      <a:pt x="2074" y="1561"/>
                    </a:lnTo>
                    <a:lnTo>
                      <a:pt x="2074" y="1561"/>
                    </a:lnTo>
                    <a:lnTo>
                      <a:pt x="2074" y="1561"/>
                    </a:lnTo>
                    <a:lnTo>
                      <a:pt x="2074" y="1561"/>
                    </a:lnTo>
                    <a:lnTo>
                      <a:pt x="2075" y="1561"/>
                    </a:lnTo>
                    <a:lnTo>
                      <a:pt x="2075" y="1561"/>
                    </a:lnTo>
                    <a:lnTo>
                      <a:pt x="2075" y="1561"/>
                    </a:lnTo>
                    <a:lnTo>
                      <a:pt x="2076" y="1561"/>
                    </a:lnTo>
                    <a:lnTo>
                      <a:pt x="2076" y="1561"/>
                    </a:lnTo>
                    <a:lnTo>
                      <a:pt x="2076" y="1561"/>
                    </a:lnTo>
                    <a:lnTo>
                      <a:pt x="2077" y="1561"/>
                    </a:lnTo>
                    <a:lnTo>
                      <a:pt x="2077" y="1561"/>
                    </a:lnTo>
                    <a:lnTo>
                      <a:pt x="2077" y="1561"/>
                    </a:lnTo>
                    <a:lnTo>
                      <a:pt x="2077" y="1561"/>
                    </a:lnTo>
                    <a:lnTo>
                      <a:pt x="2078" y="1561"/>
                    </a:lnTo>
                    <a:lnTo>
                      <a:pt x="2078" y="1561"/>
                    </a:lnTo>
                    <a:lnTo>
                      <a:pt x="2078" y="1567"/>
                    </a:lnTo>
                    <a:lnTo>
                      <a:pt x="2078" y="1573"/>
                    </a:lnTo>
                    <a:lnTo>
                      <a:pt x="2079" y="1579"/>
                    </a:lnTo>
                    <a:lnTo>
                      <a:pt x="2079" y="1585"/>
                    </a:lnTo>
                    <a:lnTo>
                      <a:pt x="2080" y="1588"/>
                    </a:lnTo>
                    <a:lnTo>
                      <a:pt x="2080" y="1590"/>
                    </a:lnTo>
                    <a:lnTo>
                      <a:pt x="2080" y="1592"/>
                    </a:lnTo>
                    <a:lnTo>
                      <a:pt x="2080" y="1595"/>
                    </a:lnTo>
                    <a:lnTo>
                      <a:pt x="2081" y="1595"/>
                    </a:lnTo>
                    <a:lnTo>
                      <a:pt x="2081" y="1595"/>
                    </a:lnTo>
                    <a:lnTo>
                      <a:pt x="2081" y="1595"/>
                    </a:lnTo>
                    <a:lnTo>
                      <a:pt x="2081" y="1595"/>
                    </a:lnTo>
                    <a:lnTo>
                      <a:pt x="2082" y="1595"/>
                    </a:lnTo>
                    <a:lnTo>
                      <a:pt x="2082" y="1595"/>
                    </a:lnTo>
                    <a:lnTo>
                      <a:pt x="2082" y="1595"/>
                    </a:lnTo>
                    <a:lnTo>
                      <a:pt x="2083" y="1595"/>
                    </a:lnTo>
                    <a:lnTo>
                      <a:pt x="2083" y="1595"/>
                    </a:lnTo>
                    <a:lnTo>
                      <a:pt x="2083" y="1595"/>
                    </a:lnTo>
                    <a:lnTo>
                      <a:pt x="2083" y="1595"/>
                    </a:lnTo>
                    <a:lnTo>
                      <a:pt x="2084" y="1595"/>
                    </a:lnTo>
                    <a:lnTo>
                      <a:pt x="2084" y="1595"/>
                    </a:lnTo>
                    <a:lnTo>
                      <a:pt x="2084" y="1595"/>
                    </a:lnTo>
                    <a:lnTo>
                      <a:pt x="2084" y="1595"/>
                    </a:lnTo>
                    <a:lnTo>
                      <a:pt x="2085" y="1595"/>
                    </a:lnTo>
                    <a:lnTo>
                      <a:pt x="2085" y="1595"/>
                    </a:lnTo>
                    <a:lnTo>
                      <a:pt x="2086" y="1595"/>
                    </a:lnTo>
                    <a:lnTo>
                      <a:pt x="2086" y="1595"/>
                    </a:lnTo>
                    <a:lnTo>
                      <a:pt x="2086" y="1595"/>
                    </a:lnTo>
                    <a:lnTo>
                      <a:pt x="2086" y="1595"/>
                    </a:lnTo>
                    <a:lnTo>
                      <a:pt x="2087" y="1595"/>
                    </a:lnTo>
                    <a:lnTo>
                      <a:pt x="2087" y="1595"/>
                    </a:lnTo>
                    <a:lnTo>
                      <a:pt x="2087" y="1595"/>
                    </a:lnTo>
                    <a:lnTo>
                      <a:pt x="2087" y="1595"/>
                    </a:lnTo>
                    <a:lnTo>
                      <a:pt x="2088" y="1595"/>
                    </a:lnTo>
                    <a:lnTo>
                      <a:pt x="2088" y="1595"/>
                    </a:lnTo>
                    <a:lnTo>
                      <a:pt x="2089" y="1595"/>
                    </a:lnTo>
                    <a:lnTo>
                      <a:pt x="2089" y="1595"/>
                    </a:lnTo>
                    <a:lnTo>
                      <a:pt x="2089" y="1595"/>
                    </a:lnTo>
                    <a:lnTo>
                      <a:pt x="2089" y="1595"/>
                    </a:lnTo>
                    <a:lnTo>
                      <a:pt x="2090" y="1595"/>
                    </a:lnTo>
                    <a:lnTo>
                      <a:pt x="2090" y="1595"/>
                    </a:lnTo>
                    <a:lnTo>
                      <a:pt x="2090" y="1595"/>
                    </a:lnTo>
                    <a:lnTo>
                      <a:pt x="2090" y="1595"/>
                    </a:lnTo>
                    <a:lnTo>
                      <a:pt x="2091" y="1595"/>
                    </a:lnTo>
                    <a:lnTo>
                      <a:pt x="2091" y="1595"/>
                    </a:lnTo>
                    <a:lnTo>
                      <a:pt x="2091" y="1595"/>
                    </a:lnTo>
                    <a:lnTo>
                      <a:pt x="2092" y="1595"/>
                    </a:lnTo>
                    <a:lnTo>
                      <a:pt x="2092" y="1595"/>
                    </a:lnTo>
                    <a:lnTo>
                      <a:pt x="2092" y="1595"/>
                    </a:lnTo>
                    <a:lnTo>
                      <a:pt x="2092" y="1595"/>
                    </a:lnTo>
                    <a:lnTo>
                      <a:pt x="2093" y="1595"/>
                    </a:lnTo>
                    <a:lnTo>
                      <a:pt x="2093" y="1595"/>
                    </a:lnTo>
                    <a:lnTo>
                      <a:pt x="2093" y="1595"/>
                    </a:lnTo>
                    <a:lnTo>
                      <a:pt x="2093" y="1595"/>
                    </a:lnTo>
                    <a:lnTo>
                      <a:pt x="2094" y="1595"/>
                    </a:lnTo>
                    <a:lnTo>
                      <a:pt x="2094" y="1595"/>
                    </a:lnTo>
                    <a:lnTo>
                      <a:pt x="2095" y="1595"/>
                    </a:lnTo>
                    <a:lnTo>
                      <a:pt x="2095" y="1595"/>
                    </a:lnTo>
                    <a:lnTo>
                      <a:pt x="2095" y="1595"/>
                    </a:lnTo>
                    <a:lnTo>
                      <a:pt x="2095" y="1595"/>
                    </a:lnTo>
                    <a:lnTo>
                      <a:pt x="2096" y="1595"/>
                    </a:lnTo>
                    <a:lnTo>
                      <a:pt x="2096" y="1595"/>
                    </a:lnTo>
                    <a:lnTo>
                      <a:pt x="2096" y="1595"/>
                    </a:lnTo>
                    <a:lnTo>
                      <a:pt x="2096" y="1595"/>
                    </a:lnTo>
                    <a:lnTo>
                      <a:pt x="2097" y="1595"/>
                    </a:lnTo>
                    <a:lnTo>
                      <a:pt x="2097" y="1595"/>
                    </a:lnTo>
                    <a:lnTo>
                      <a:pt x="2097" y="1595"/>
                    </a:lnTo>
                    <a:lnTo>
                      <a:pt x="2098" y="1595"/>
                    </a:lnTo>
                    <a:lnTo>
                      <a:pt x="2098" y="1595"/>
                    </a:lnTo>
                    <a:lnTo>
                      <a:pt x="2098" y="1595"/>
                    </a:lnTo>
                    <a:lnTo>
                      <a:pt x="2099" y="1595"/>
                    </a:lnTo>
                    <a:lnTo>
                      <a:pt x="2099" y="1595"/>
                    </a:lnTo>
                    <a:lnTo>
                      <a:pt x="2099" y="1595"/>
                    </a:lnTo>
                    <a:lnTo>
                      <a:pt x="2099" y="1595"/>
                    </a:lnTo>
                    <a:lnTo>
                      <a:pt x="2100" y="1595"/>
                    </a:lnTo>
                    <a:lnTo>
                      <a:pt x="2100" y="1595"/>
                    </a:lnTo>
                    <a:lnTo>
                      <a:pt x="2100" y="1595"/>
                    </a:lnTo>
                    <a:lnTo>
                      <a:pt x="2101" y="1595"/>
                    </a:lnTo>
                    <a:lnTo>
                      <a:pt x="2101" y="1595"/>
                    </a:lnTo>
                    <a:lnTo>
                      <a:pt x="2101" y="1595"/>
                    </a:lnTo>
                    <a:lnTo>
                      <a:pt x="2101" y="1595"/>
                    </a:lnTo>
                    <a:lnTo>
                      <a:pt x="2102" y="1595"/>
                    </a:lnTo>
                    <a:lnTo>
                      <a:pt x="2102" y="1595"/>
                    </a:lnTo>
                    <a:lnTo>
                      <a:pt x="2102" y="1595"/>
                    </a:lnTo>
                    <a:lnTo>
                      <a:pt x="2102" y="1595"/>
                    </a:lnTo>
                    <a:lnTo>
                      <a:pt x="2103" y="1595"/>
                    </a:lnTo>
                    <a:lnTo>
                      <a:pt x="2103" y="1595"/>
                    </a:lnTo>
                    <a:lnTo>
                      <a:pt x="2104" y="1595"/>
                    </a:lnTo>
                    <a:lnTo>
                      <a:pt x="2104" y="1595"/>
                    </a:lnTo>
                    <a:lnTo>
                      <a:pt x="2104" y="1595"/>
                    </a:lnTo>
                    <a:lnTo>
                      <a:pt x="2104" y="1595"/>
                    </a:lnTo>
                    <a:lnTo>
                      <a:pt x="2105" y="1595"/>
                    </a:lnTo>
                    <a:lnTo>
                      <a:pt x="2105" y="1595"/>
                    </a:lnTo>
                    <a:lnTo>
                      <a:pt x="2105" y="1595"/>
                    </a:lnTo>
                    <a:lnTo>
                      <a:pt x="2105" y="1595"/>
                    </a:lnTo>
                    <a:lnTo>
                      <a:pt x="2106" y="1595"/>
                    </a:lnTo>
                    <a:lnTo>
                      <a:pt x="2106" y="1595"/>
                    </a:lnTo>
                    <a:lnTo>
                      <a:pt x="2106" y="1595"/>
                    </a:lnTo>
                    <a:lnTo>
                      <a:pt x="2107" y="1595"/>
                    </a:lnTo>
                    <a:lnTo>
                      <a:pt x="2107" y="1595"/>
                    </a:lnTo>
                    <a:lnTo>
                      <a:pt x="2107" y="1595"/>
                    </a:lnTo>
                    <a:lnTo>
                      <a:pt x="2107" y="1595"/>
                    </a:lnTo>
                    <a:lnTo>
                      <a:pt x="2108" y="1595"/>
                    </a:lnTo>
                    <a:lnTo>
                      <a:pt x="2108" y="1595"/>
                    </a:lnTo>
                    <a:lnTo>
                      <a:pt x="2108" y="1595"/>
                    </a:lnTo>
                    <a:lnTo>
                      <a:pt x="2109" y="1595"/>
                    </a:lnTo>
                    <a:lnTo>
                      <a:pt x="2109" y="1595"/>
                    </a:lnTo>
                    <a:lnTo>
                      <a:pt x="2109" y="1595"/>
                    </a:lnTo>
                    <a:lnTo>
                      <a:pt x="2110" y="1595"/>
                    </a:lnTo>
                    <a:lnTo>
                      <a:pt x="2110" y="1595"/>
                    </a:lnTo>
                    <a:lnTo>
                      <a:pt x="2110" y="1595"/>
                    </a:lnTo>
                    <a:lnTo>
                      <a:pt x="2110" y="1595"/>
                    </a:lnTo>
                    <a:lnTo>
                      <a:pt x="2111" y="1595"/>
                    </a:lnTo>
                    <a:lnTo>
                      <a:pt x="2111" y="1595"/>
                    </a:lnTo>
                    <a:lnTo>
                      <a:pt x="2111" y="1595"/>
                    </a:lnTo>
                    <a:lnTo>
                      <a:pt x="2112" y="1595"/>
                    </a:lnTo>
                    <a:lnTo>
                      <a:pt x="2112" y="1595"/>
                    </a:lnTo>
                    <a:lnTo>
                      <a:pt x="2112" y="1595"/>
                    </a:lnTo>
                    <a:lnTo>
                      <a:pt x="2113" y="1595"/>
                    </a:lnTo>
                    <a:lnTo>
                      <a:pt x="2113" y="1595"/>
                    </a:lnTo>
                    <a:lnTo>
                      <a:pt x="2113" y="1595"/>
                    </a:lnTo>
                    <a:lnTo>
                      <a:pt x="2113" y="1595"/>
                    </a:lnTo>
                    <a:lnTo>
                      <a:pt x="2114" y="1595"/>
                    </a:lnTo>
                    <a:lnTo>
                      <a:pt x="2114" y="1595"/>
                    </a:lnTo>
                    <a:lnTo>
                      <a:pt x="2114" y="1595"/>
                    </a:lnTo>
                    <a:lnTo>
                      <a:pt x="2115" y="1595"/>
                    </a:lnTo>
                    <a:lnTo>
                      <a:pt x="2115" y="1595"/>
                    </a:lnTo>
                    <a:lnTo>
                      <a:pt x="2115" y="1595"/>
                    </a:lnTo>
                    <a:lnTo>
                      <a:pt x="2115" y="1595"/>
                    </a:lnTo>
                    <a:lnTo>
                      <a:pt x="2116" y="1595"/>
                    </a:lnTo>
                    <a:lnTo>
                      <a:pt x="2116" y="1595"/>
                    </a:lnTo>
                    <a:lnTo>
                      <a:pt x="2116" y="1595"/>
                    </a:lnTo>
                    <a:lnTo>
                      <a:pt x="2116" y="1595"/>
                    </a:lnTo>
                    <a:lnTo>
                      <a:pt x="2117" y="1595"/>
                    </a:lnTo>
                    <a:lnTo>
                      <a:pt x="2117" y="1595"/>
                    </a:lnTo>
                    <a:lnTo>
                      <a:pt x="2118" y="1595"/>
                    </a:lnTo>
                    <a:lnTo>
                      <a:pt x="2118" y="1595"/>
                    </a:lnTo>
                    <a:lnTo>
                      <a:pt x="2118" y="1595"/>
                    </a:lnTo>
                    <a:lnTo>
                      <a:pt x="2118" y="1595"/>
                    </a:lnTo>
                    <a:lnTo>
                      <a:pt x="2119" y="1595"/>
                    </a:lnTo>
                    <a:lnTo>
                      <a:pt x="2119" y="1595"/>
                    </a:lnTo>
                    <a:lnTo>
                      <a:pt x="2119" y="1595"/>
                    </a:lnTo>
                    <a:lnTo>
                      <a:pt x="2119" y="1595"/>
                    </a:lnTo>
                    <a:lnTo>
                      <a:pt x="2120" y="1595"/>
                    </a:lnTo>
                    <a:lnTo>
                      <a:pt x="2120" y="1595"/>
                    </a:lnTo>
                    <a:lnTo>
                      <a:pt x="2120" y="1595"/>
                    </a:lnTo>
                    <a:lnTo>
                      <a:pt x="2121" y="1595"/>
                    </a:lnTo>
                    <a:lnTo>
                      <a:pt x="2121" y="1595"/>
                    </a:lnTo>
                    <a:lnTo>
                      <a:pt x="2121" y="1595"/>
                    </a:lnTo>
                    <a:lnTo>
                      <a:pt x="2121" y="1595"/>
                    </a:lnTo>
                    <a:lnTo>
                      <a:pt x="2122" y="1595"/>
                    </a:lnTo>
                    <a:lnTo>
                      <a:pt x="2122" y="1595"/>
                    </a:lnTo>
                    <a:lnTo>
                      <a:pt x="2122" y="1595"/>
                    </a:lnTo>
                    <a:lnTo>
                      <a:pt x="2123" y="1595"/>
                    </a:lnTo>
                    <a:lnTo>
                      <a:pt x="2123" y="1595"/>
                    </a:lnTo>
                    <a:lnTo>
                      <a:pt x="2123" y="1595"/>
                    </a:lnTo>
                    <a:lnTo>
                      <a:pt x="2124" y="1595"/>
                    </a:lnTo>
                    <a:lnTo>
                      <a:pt x="2124" y="1595"/>
                    </a:lnTo>
                    <a:lnTo>
                      <a:pt x="2124" y="1595"/>
                    </a:lnTo>
                    <a:lnTo>
                      <a:pt x="2124" y="1595"/>
                    </a:lnTo>
                    <a:lnTo>
                      <a:pt x="2125" y="1595"/>
                    </a:lnTo>
                    <a:lnTo>
                      <a:pt x="2125" y="1595"/>
                    </a:lnTo>
                    <a:lnTo>
                      <a:pt x="2125" y="1595"/>
                    </a:lnTo>
                    <a:lnTo>
                      <a:pt x="2125" y="1595"/>
                    </a:lnTo>
                    <a:lnTo>
                      <a:pt x="2126" y="1595"/>
                    </a:lnTo>
                    <a:lnTo>
                      <a:pt x="2126" y="1595"/>
                    </a:lnTo>
                    <a:lnTo>
                      <a:pt x="2127" y="1595"/>
                    </a:lnTo>
                    <a:lnTo>
                      <a:pt x="2127" y="1595"/>
                    </a:lnTo>
                    <a:lnTo>
                      <a:pt x="2127" y="1595"/>
                    </a:lnTo>
                    <a:lnTo>
                      <a:pt x="2127" y="1595"/>
                    </a:lnTo>
                    <a:lnTo>
                      <a:pt x="2128" y="1595"/>
                    </a:lnTo>
                    <a:lnTo>
                      <a:pt x="2128" y="1595"/>
                    </a:lnTo>
                    <a:lnTo>
                      <a:pt x="2128" y="1595"/>
                    </a:lnTo>
                    <a:lnTo>
                      <a:pt x="2128" y="1595"/>
                    </a:lnTo>
                    <a:lnTo>
                      <a:pt x="2129" y="1595"/>
                    </a:lnTo>
                    <a:lnTo>
                      <a:pt x="2129" y="1595"/>
                    </a:lnTo>
                    <a:lnTo>
                      <a:pt x="2129" y="1595"/>
                    </a:lnTo>
                    <a:lnTo>
                      <a:pt x="2130" y="1595"/>
                    </a:lnTo>
                    <a:lnTo>
                      <a:pt x="2130" y="1595"/>
                    </a:lnTo>
                    <a:lnTo>
                      <a:pt x="2130" y="1595"/>
                    </a:lnTo>
                    <a:lnTo>
                      <a:pt x="2130" y="1595"/>
                    </a:lnTo>
                    <a:lnTo>
                      <a:pt x="2131" y="1595"/>
                    </a:lnTo>
                    <a:lnTo>
                      <a:pt x="2131" y="1595"/>
                    </a:lnTo>
                    <a:lnTo>
                      <a:pt x="2131" y="1595"/>
                    </a:lnTo>
                    <a:lnTo>
                      <a:pt x="2131" y="1595"/>
                    </a:lnTo>
                    <a:lnTo>
                      <a:pt x="2132" y="1595"/>
                    </a:lnTo>
                    <a:lnTo>
                      <a:pt x="2132" y="1595"/>
                    </a:lnTo>
                    <a:lnTo>
                      <a:pt x="2133" y="1595"/>
                    </a:lnTo>
                    <a:lnTo>
                      <a:pt x="2133" y="1595"/>
                    </a:lnTo>
                    <a:lnTo>
                      <a:pt x="2133" y="1595"/>
                    </a:lnTo>
                    <a:lnTo>
                      <a:pt x="2133" y="1595"/>
                    </a:lnTo>
                    <a:lnTo>
                      <a:pt x="2134" y="1595"/>
                    </a:lnTo>
                    <a:lnTo>
                      <a:pt x="2134" y="1595"/>
                    </a:lnTo>
                    <a:lnTo>
                      <a:pt x="2134" y="1595"/>
                    </a:lnTo>
                    <a:lnTo>
                      <a:pt x="2134" y="1595"/>
                    </a:lnTo>
                    <a:lnTo>
                      <a:pt x="2135" y="1595"/>
                    </a:lnTo>
                    <a:lnTo>
                      <a:pt x="2135" y="1595"/>
                    </a:lnTo>
                    <a:lnTo>
                      <a:pt x="2136" y="1595"/>
                    </a:lnTo>
                    <a:lnTo>
                      <a:pt x="2136" y="1595"/>
                    </a:lnTo>
                    <a:lnTo>
                      <a:pt x="2136" y="1595"/>
                    </a:lnTo>
                    <a:lnTo>
                      <a:pt x="2136" y="1595"/>
                    </a:lnTo>
                    <a:lnTo>
                      <a:pt x="2137" y="1595"/>
                    </a:lnTo>
                    <a:lnTo>
                      <a:pt x="2137" y="1595"/>
                    </a:lnTo>
                    <a:lnTo>
                      <a:pt x="2137" y="1595"/>
                    </a:lnTo>
                    <a:lnTo>
                      <a:pt x="2137" y="1595"/>
                    </a:lnTo>
                    <a:lnTo>
                      <a:pt x="2138" y="1595"/>
                    </a:lnTo>
                    <a:lnTo>
                      <a:pt x="2138" y="1595"/>
                    </a:lnTo>
                    <a:lnTo>
                      <a:pt x="2138" y="1595"/>
                    </a:lnTo>
                    <a:lnTo>
                      <a:pt x="2139" y="1595"/>
                    </a:lnTo>
                    <a:lnTo>
                      <a:pt x="2139" y="1595"/>
                    </a:lnTo>
                    <a:lnTo>
                      <a:pt x="2139" y="1595"/>
                    </a:lnTo>
                    <a:lnTo>
                      <a:pt x="2139" y="1595"/>
                    </a:lnTo>
                    <a:lnTo>
                      <a:pt x="2140" y="1595"/>
                    </a:lnTo>
                    <a:lnTo>
                      <a:pt x="2140" y="1595"/>
                    </a:lnTo>
                    <a:lnTo>
                      <a:pt x="2140" y="1595"/>
                    </a:lnTo>
                    <a:lnTo>
                      <a:pt x="2140" y="1595"/>
                    </a:lnTo>
                    <a:lnTo>
                      <a:pt x="2141" y="1595"/>
                    </a:lnTo>
                    <a:lnTo>
                      <a:pt x="2141" y="1595"/>
                    </a:lnTo>
                    <a:lnTo>
                      <a:pt x="2142" y="1595"/>
                    </a:lnTo>
                    <a:lnTo>
                      <a:pt x="2142" y="1585"/>
                    </a:lnTo>
                    <a:lnTo>
                      <a:pt x="2142" y="1575"/>
                    </a:lnTo>
                    <a:lnTo>
                      <a:pt x="2142" y="1566"/>
                    </a:lnTo>
                    <a:lnTo>
                      <a:pt x="2143" y="1557"/>
                    </a:lnTo>
                    <a:lnTo>
                      <a:pt x="2143" y="1554"/>
                    </a:lnTo>
                    <a:lnTo>
                      <a:pt x="2143" y="1552"/>
                    </a:lnTo>
                    <a:lnTo>
                      <a:pt x="2143" y="1550"/>
                    </a:lnTo>
                    <a:lnTo>
                      <a:pt x="2144" y="1548"/>
                    </a:lnTo>
                    <a:lnTo>
                      <a:pt x="2144" y="1543"/>
                    </a:lnTo>
                    <a:lnTo>
                      <a:pt x="2144" y="1539"/>
                    </a:lnTo>
                    <a:lnTo>
                      <a:pt x="2145" y="1534"/>
                    </a:lnTo>
                    <a:lnTo>
                      <a:pt x="2145" y="1530"/>
                    </a:lnTo>
                    <a:lnTo>
                      <a:pt x="2145" y="1530"/>
                    </a:lnTo>
                    <a:lnTo>
                      <a:pt x="2146" y="1530"/>
                    </a:lnTo>
                    <a:lnTo>
                      <a:pt x="2146" y="1530"/>
                    </a:lnTo>
                    <a:lnTo>
                      <a:pt x="2146" y="1530"/>
                    </a:lnTo>
                    <a:lnTo>
                      <a:pt x="2146" y="1530"/>
                    </a:lnTo>
                    <a:lnTo>
                      <a:pt x="2147" y="1530"/>
                    </a:lnTo>
                    <a:lnTo>
                      <a:pt x="2147" y="1530"/>
                    </a:lnTo>
                    <a:lnTo>
                      <a:pt x="2147" y="1530"/>
                    </a:lnTo>
                    <a:lnTo>
                      <a:pt x="2148" y="1530"/>
                    </a:lnTo>
                    <a:lnTo>
                      <a:pt x="2148" y="1530"/>
                    </a:lnTo>
                    <a:lnTo>
                      <a:pt x="2148" y="1530"/>
                    </a:lnTo>
                    <a:lnTo>
                      <a:pt x="2148" y="1530"/>
                    </a:lnTo>
                    <a:lnTo>
                      <a:pt x="2149" y="1530"/>
                    </a:lnTo>
                    <a:lnTo>
                      <a:pt x="2149" y="1530"/>
                    </a:lnTo>
                    <a:lnTo>
                      <a:pt x="2149" y="1530"/>
                    </a:lnTo>
                    <a:lnTo>
                      <a:pt x="2149" y="1530"/>
                    </a:lnTo>
                    <a:lnTo>
                      <a:pt x="2150" y="1529"/>
                    </a:lnTo>
                    <a:lnTo>
                      <a:pt x="2150" y="1529"/>
                    </a:lnTo>
                    <a:lnTo>
                      <a:pt x="2151" y="1528"/>
                    </a:lnTo>
                    <a:lnTo>
                      <a:pt x="2151" y="1528"/>
                    </a:lnTo>
                    <a:lnTo>
                      <a:pt x="2151" y="1528"/>
                    </a:lnTo>
                    <a:lnTo>
                      <a:pt x="2151" y="1528"/>
                    </a:lnTo>
                    <a:lnTo>
                      <a:pt x="2152" y="1528"/>
                    </a:lnTo>
                    <a:lnTo>
                      <a:pt x="2152" y="1528"/>
                    </a:lnTo>
                    <a:lnTo>
                      <a:pt x="2152" y="1528"/>
                    </a:lnTo>
                    <a:lnTo>
                      <a:pt x="2152" y="1528"/>
                    </a:lnTo>
                    <a:lnTo>
                      <a:pt x="2153" y="1528"/>
                    </a:lnTo>
                    <a:lnTo>
                      <a:pt x="2153" y="1528"/>
                    </a:lnTo>
                    <a:lnTo>
                      <a:pt x="2153" y="1528"/>
                    </a:lnTo>
                    <a:lnTo>
                      <a:pt x="2154" y="1528"/>
                    </a:lnTo>
                    <a:lnTo>
                      <a:pt x="2154" y="1528"/>
                    </a:lnTo>
                    <a:lnTo>
                      <a:pt x="2154" y="1528"/>
                    </a:lnTo>
                    <a:lnTo>
                      <a:pt x="2154" y="1528"/>
                    </a:lnTo>
                    <a:lnTo>
                      <a:pt x="2155" y="1528"/>
                    </a:lnTo>
                    <a:lnTo>
                      <a:pt x="2155" y="1528"/>
                    </a:lnTo>
                    <a:lnTo>
                      <a:pt x="2155" y="1528"/>
                    </a:lnTo>
                    <a:lnTo>
                      <a:pt x="2156" y="1528"/>
                    </a:lnTo>
                    <a:lnTo>
                      <a:pt x="2156" y="1528"/>
                    </a:lnTo>
                    <a:lnTo>
                      <a:pt x="2156" y="1528"/>
                    </a:lnTo>
                    <a:lnTo>
                      <a:pt x="2157" y="1528"/>
                    </a:lnTo>
                    <a:lnTo>
                      <a:pt x="2157" y="1528"/>
                    </a:lnTo>
                    <a:lnTo>
                      <a:pt x="2157" y="1528"/>
                    </a:lnTo>
                    <a:lnTo>
                      <a:pt x="2157" y="1528"/>
                    </a:lnTo>
                    <a:lnTo>
                      <a:pt x="2158" y="1528"/>
                    </a:lnTo>
                    <a:lnTo>
                      <a:pt x="2158" y="1525"/>
                    </a:lnTo>
                    <a:lnTo>
                      <a:pt x="2158" y="1522"/>
                    </a:lnTo>
                    <a:lnTo>
                      <a:pt x="2158" y="1520"/>
                    </a:lnTo>
                    <a:lnTo>
                      <a:pt x="2159" y="1517"/>
                    </a:lnTo>
                    <a:lnTo>
                      <a:pt x="2159" y="1499"/>
                    </a:lnTo>
                    <a:lnTo>
                      <a:pt x="2160" y="1481"/>
                    </a:lnTo>
                    <a:lnTo>
                      <a:pt x="2160" y="1464"/>
                    </a:lnTo>
                    <a:lnTo>
                      <a:pt x="2160" y="1446"/>
                    </a:lnTo>
                    <a:lnTo>
                      <a:pt x="2160" y="1444"/>
                    </a:lnTo>
                    <a:lnTo>
                      <a:pt x="2161" y="1443"/>
                    </a:lnTo>
                    <a:lnTo>
                      <a:pt x="2161" y="1441"/>
                    </a:lnTo>
                    <a:lnTo>
                      <a:pt x="2161" y="1439"/>
                    </a:lnTo>
                    <a:lnTo>
                      <a:pt x="2161" y="1437"/>
                    </a:lnTo>
                    <a:lnTo>
                      <a:pt x="2162" y="1435"/>
                    </a:lnTo>
                    <a:lnTo>
                      <a:pt x="2162" y="1433"/>
                    </a:lnTo>
                    <a:lnTo>
                      <a:pt x="2162" y="1430"/>
                    </a:lnTo>
                    <a:lnTo>
                      <a:pt x="2163" y="1430"/>
                    </a:lnTo>
                    <a:lnTo>
                      <a:pt x="2163" y="1430"/>
                    </a:lnTo>
                    <a:lnTo>
                      <a:pt x="2163" y="1430"/>
                    </a:lnTo>
                    <a:lnTo>
                      <a:pt x="2163" y="1430"/>
                    </a:lnTo>
                    <a:lnTo>
                      <a:pt x="2164" y="1430"/>
                    </a:lnTo>
                    <a:lnTo>
                      <a:pt x="2164" y="1430"/>
                    </a:lnTo>
                    <a:lnTo>
                      <a:pt x="2164" y="1430"/>
                    </a:lnTo>
                    <a:lnTo>
                      <a:pt x="2164" y="1430"/>
                    </a:lnTo>
                    <a:lnTo>
                      <a:pt x="2165" y="1428"/>
                    </a:lnTo>
                    <a:lnTo>
                      <a:pt x="2165" y="1426"/>
                    </a:lnTo>
                    <a:lnTo>
                      <a:pt x="2166" y="1424"/>
                    </a:lnTo>
                    <a:lnTo>
                      <a:pt x="2166" y="1422"/>
                    </a:lnTo>
                    <a:lnTo>
                      <a:pt x="2166" y="1410"/>
                    </a:lnTo>
                    <a:lnTo>
                      <a:pt x="2166" y="1398"/>
                    </a:lnTo>
                    <a:lnTo>
                      <a:pt x="2167" y="1387"/>
                    </a:lnTo>
                    <a:lnTo>
                      <a:pt x="2167" y="1375"/>
                    </a:lnTo>
                    <a:lnTo>
                      <a:pt x="2167" y="1368"/>
                    </a:lnTo>
                    <a:lnTo>
                      <a:pt x="2167" y="1361"/>
                    </a:lnTo>
                    <a:lnTo>
                      <a:pt x="2168" y="1353"/>
                    </a:lnTo>
                    <a:lnTo>
                      <a:pt x="2168" y="1346"/>
                    </a:lnTo>
                    <a:lnTo>
                      <a:pt x="2168" y="1346"/>
                    </a:lnTo>
                    <a:lnTo>
                      <a:pt x="2169" y="1346"/>
                    </a:lnTo>
                    <a:lnTo>
                      <a:pt x="2169" y="1346"/>
                    </a:lnTo>
                    <a:lnTo>
                      <a:pt x="2169" y="1346"/>
                    </a:lnTo>
                    <a:lnTo>
                      <a:pt x="2170" y="1346"/>
                    </a:lnTo>
                    <a:lnTo>
                      <a:pt x="2170" y="1346"/>
                    </a:lnTo>
                    <a:lnTo>
                      <a:pt x="2170" y="1346"/>
                    </a:lnTo>
                    <a:lnTo>
                      <a:pt x="2170" y="1346"/>
                    </a:lnTo>
                    <a:lnTo>
                      <a:pt x="2171" y="1346"/>
                    </a:lnTo>
                    <a:lnTo>
                      <a:pt x="2171" y="1346"/>
                    </a:lnTo>
                    <a:lnTo>
                      <a:pt x="2171" y="1346"/>
                    </a:lnTo>
                    <a:lnTo>
                      <a:pt x="2172" y="1346"/>
                    </a:lnTo>
                    <a:lnTo>
                      <a:pt x="2172" y="1346"/>
                    </a:lnTo>
                    <a:lnTo>
                      <a:pt x="2172" y="1346"/>
                    </a:lnTo>
                    <a:lnTo>
                      <a:pt x="2172" y="1346"/>
                    </a:lnTo>
                    <a:lnTo>
                      <a:pt x="2173" y="1346"/>
                    </a:lnTo>
                    <a:lnTo>
                      <a:pt x="2173" y="1346"/>
                    </a:lnTo>
                    <a:lnTo>
                      <a:pt x="2173" y="1346"/>
                    </a:lnTo>
                    <a:lnTo>
                      <a:pt x="2173" y="1346"/>
                    </a:lnTo>
                    <a:lnTo>
                      <a:pt x="2174" y="1346"/>
                    </a:lnTo>
                    <a:lnTo>
                      <a:pt x="2174" y="1342"/>
                    </a:lnTo>
                    <a:lnTo>
                      <a:pt x="2175" y="1337"/>
                    </a:lnTo>
                    <a:lnTo>
                      <a:pt x="2175" y="1333"/>
                    </a:lnTo>
                    <a:lnTo>
                      <a:pt x="2175" y="1328"/>
                    </a:lnTo>
                    <a:lnTo>
                      <a:pt x="2175" y="1323"/>
                    </a:lnTo>
                    <a:lnTo>
                      <a:pt x="2176" y="1317"/>
                    </a:lnTo>
                    <a:lnTo>
                      <a:pt x="2176" y="1312"/>
                    </a:lnTo>
                    <a:lnTo>
                      <a:pt x="2176" y="1306"/>
                    </a:lnTo>
                    <a:lnTo>
                      <a:pt x="2176" y="1306"/>
                    </a:lnTo>
                    <a:lnTo>
                      <a:pt x="2177" y="1305"/>
                    </a:lnTo>
                    <a:lnTo>
                      <a:pt x="2177" y="1305"/>
                    </a:lnTo>
                    <a:lnTo>
                      <a:pt x="2177" y="1304"/>
                    </a:lnTo>
                    <a:lnTo>
                      <a:pt x="2178" y="1304"/>
                    </a:lnTo>
                    <a:lnTo>
                      <a:pt x="2178" y="1303"/>
                    </a:lnTo>
                    <a:lnTo>
                      <a:pt x="2178" y="1302"/>
                    </a:lnTo>
                    <a:lnTo>
                      <a:pt x="2178" y="1302"/>
                    </a:lnTo>
                    <a:lnTo>
                      <a:pt x="2179" y="1297"/>
                    </a:lnTo>
                    <a:lnTo>
                      <a:pt x="2179" y="1292"/>
                    </a:lnTo>
                    <a:lnTo>
                      <a:pt x="2180" y="1287"/>
                    </a:lnTo>
                    <a:lnTo>
                      <a:pt x="2180" y="1282"/>
                    </a:lnTo>
                    <a:lnTo>
                      <a:pt x="2180" y="1281"/>
                    </a:lnTo>
                    <a:lnTo>
                      <a:pt x="2180" y="1281"/>
                    </a:lnTo>
                    <a:lnTo>
                      <a:pt x="2181" y="1280"/>
                    </a:lnTo>
                    <a:lnTo>
                      <a:pt x="2181" y="1280"/>
                    </a:lnTo>
                    <a:lnTo>
                      <a:pt x="2181" y="1279"/>
                    </a:lnTo>
                    <a:lnTo>
                      <a:pt x="2181" y="1279"/>
                    </a:lnTo>
                    <a:lnTo>
                      <a:pt x="2182" y="1278"/>
                    </a:lnTo>
                    <a:lnTo>
                      <a:pt x="2182" y="1278"/>
                    </a:lnTo>
                    <a:lnTo>
                      <a:pt x="2183" y="1276"/>
                    </a:lnTo>
                    <a:lnTo>
                      <a:pt x="2183" y="1274"/>
                    </a:lnTo>
                    <a:lnTo>
                      <a:pt x="2183" y="1272"/>
                    </a:lnTo>
                    <a:lnTo>
                      <a:pt x="2183" y="1271"/>
                    </a:lnTo>
                    <a:lnTo>
                      <a:pt x="2184" y="1270"/>
                    </a:lnTo>
                    <a:lnTo>
                      <a:pt x="2184" y="1270"/>
                    </a:lnTo>
                    <a:lnTo>
                      <a:pt x="2184" y="1269"/>
                    </a:lnTo>
                    <a:lnTo>
                      <a:pt x="2184" y="1269"/>
                    </a:lnTo>
                    <a:lnTo>
                      <a:pt x="2185" y="1268"/>
                    </a:lnTo>
                    <a:lnTo>
                      <a:pt x="2185" y="1268"/>
                    </a:lnTo>
                    <a:lnTo>
                      <a:pt x="2185" y="1267"/>
                    </a:lnTo>
                    <a:lnTo>
                      <a:pt x="2186" y="1266"/>
                    </a:lnTo>
                    <a:lnTo>
                      <a:pt x="2186" y="1266"/>
                    </a:lnTo>
                    <a:lnTo>
                      <a:pt x="2186" y="1266"/>
                    </a:lnTo>
                    <a:lnTo>
                      <a:pt x="2186" y="1266"/>
                    </a:lnTo>
                    <a:lnTo>
                      <a:pt x="2187" y="1266"/>
                    </a:lnTo>
                    <a:lnTo>
                      <a:pt x="2187" y="1261"/>
                    </a:lnTo>
                    <a:lnTo>
                      <a:pt x="2187" y="1255"/>
                    </a:lnTo>
                    <a:lnTo>
                      <a:pt x="2187" y="1250"/>
                    </a:lnTo>
                    <a:lnTo>
                      <a:pt x="2188" y="1244"/>
                    </a:lnTo>
                    <a:lnTo>
                      <a:pt x="2188" y="1243"/>
                    </a:lnTo>
                    <a:lnTo>
                      <a:pt x="2189" y="1241"/>
                    </a:lnTo>
                    <a:lnTo>
                      <a:pt x="2189" y="1239"/>
                    </a:lnTo>
                    <a:lnTo>
                      <a:pt x="2189" y="1238"/>
                    </a:lnTo>
                    <a:lnTo>
                      <a:pt x="2189" y="1238"/>
                    </a:lnTo>
                    <a:lnTo>
                      <a:pt x="2190" y="1238"/>
                    </a:lnTo>
                    <a:lnTo>
                      <a:pt x="2190" y="1238"/>
                    </a:lnTo>
                    <a:lnTo>
                      <a:pt x="2190" y="1238"/>
                    </a:lnTo>
                    <a:lnTo>
                      <a:pt x="2190" y="1238"/>
                    </a:lnTo>
                    <a:lnTo>
                      <a:pt x="2191" y="1238"/>
                    </a:lnTo>
                    <a:lnTo>
                      <a:pt x="2191" y="1238"/>
                    </a:lnTo>
                    <a:lnTo>
                      <a:pt x="2191" y="1238"/>
                    </a:lnTo>
                    <a:lnTo>
                      <a:pt x="2192" y="1238"/>
                    </a:lnTo>
                    <a:lnTo>
                      <a:pt x="2192" y="1238"/>
                    </a:lnTo>
                    <a:lnTo>
                      <a:pt x="2192" y="1238"/>
                    </a:lnTo>
                    <a:lnTo>
                      <a:pt x="2193" y="1238"/>
                    </a:lnTo>
                    <a:lnTo>
                      <a:pt x="2193" y="1238"/>
                    </a:lnTo>
                    <a:lnTo>
                      <a:pt x="2193" y="1238"/>
                    </a:lnTo>
                    <a:lnTo>
                      <a:pt x="2193" y="1238"/>
                    </a:lnTo>
                    <a:lnTo>
                      <a:pt x="2194" y="1238"/>
                    </a:lnTo>
                    <a:lnTo>
                      <a:pt x="2194" y="1237"/>
                    </a:lnTo>
                    <a:lnTo>
                      <a:pt x="2194" y="1236"/>
                    </a:lnTo>
                    <a:lnTo>
                      <a:pt x="2195" y="1234"/>
                    </a:lnTo>
                    <a:lnTo>
                      <a:pt x="2195" y="1233"/>
                    </a:lnTo>
                    <a:lnTo>
                      <a:pt x="2195" y="1233"/>
                    </a:lnTo>
                    <a:lnTo>
                      <a:pt x="2195" y="1232"/>
                    </a:lnTo>
                    <a:lnTo>
                      <a:pt x="2196" y="1231"/>
                    </a:lnTo>
                    <a:lnTo>
                      <a:pt x="2196" y="1231"/>
                    </a:lnTo>
                    <a:lnTo>
                      <a:pt x="2196" y="1230"/>
                    </a:lnTo>
                    <a:lnTo>
                      <a:pt x="2196" y="1230"/>
                    </a:lnTo>
                    <a:lnTo>
                      <a:pt x="2197" y="1229"/>
                    </a:lnTo>
                    <a:lnTo>
                      <a:pt x="2197" y="1229"/>
                    </a:lnTo>
                    <a:lnTo>
                      <a:pt x="2198" y="1229"/>
                    </a:lnTo>
                    <a:lnTo>
                      <a:pt x="2198" y="1229"/>
                    </a:lnTo>
                    <a:lnTo>
                      <a:pt x="2198" y="1229"/>
                    </a:lnTo>
                    <a:lnTo>
                      <a:pt x="2198" y="1229"/>
                    </a:lnTo>
                    <a:lnTo>
                      <a:pt x="2199" y="1229"/>
                    </a:lnTo>
                    <a:lnTo>
                      <a:pt x="2199" y="1229"/>
                    </a:lnTo>
                    <a:lnTo>
                      <a:pt x="2199" y="1229"/>
                    </a:lnTo>
                    <a:lnTo>
                      <a:pt x="2199" y="1229"/>
                    </a:lnTo>
                    <a:lnTo>
                      <a:pt x="2200" y="1228"/>
                    </a:lnTo>
                    <a:lnTo>
                      <a:pt x="2200" y="1227"/>
                    </a:lnTo>
                    <a:lnTo>
                      <a:pt x="2200" y="1225"/>
                    </a:lnTo>
                    <a:lnTo>
                      <a:pt x="2201" y="1224"/>
                    </a:lnTo>
                    <a:lnTo>
                      <a:pt x="2201" y="1224"/>
                    </a:lnTo>
                    <a:lnTo>
                      <a:pt x="2201" y="1223"/>
                    </a:lnTo>
                    <a:lnTo>
                      <a:pt x="2201" y="1223"/>
                    </a:lnTo>
                    <a:lnTo>
                      <a:pt x="2202" y="1222"/>
                    </a:lnTo>
                    <a:lnTo>
                      <a:pt x="2202" y="1221"/>
                    </a:lnTo>
                    <a:lnTo>
                      <a:pt x="2202" y="1220"/>
                    </a:lnTo>
                    <a:lnTo>
                      <a:pt x="2203" y="1219"/>
                    </a:lnTo>
                    <a:lnTo>
                      <a:pt x="2203" y="1218"/>
                    </a:lnTo>
                    <a:lnTo>
                      <a:pt x="2203" y="1218"/>
                    </a:lnTo>
                    <a:lnTo>
                      <a:pt x="2204" y="1218"/>
                    </a:lnTo>
                    <a:lnTo>
                      <a:pt x="2204" y="1218"/>
                    </a:lnTo>
                    <a:lnTo>
                      <a:pt x="2204" y="1218"/>
                    </a:lnTo>
                    <a:lnTo>
                      <a:pt x="2204" y="1218"/>
                    </a:lnTo>
                    <a:lnTo>
                      <a:pt x="2205" y="1218"/>
                    </a:lnTo>
                    <a:lnTo>
                      <a:pt x="2205" y="1218"/>
                    </a:lnTo>
                    <a:lnTo>
                      <a:pt x="2205" y="1218"/>
                    </a:lnTo>
                    <a:lnTo>
                      <a:pt x="2205" y="1218"/>
                    </a:lnTo>
                    <a:lnTo>
                      <a:pt x="2206" y="1218"/>
                    </a:lnTo>
                    <a:lnTo>
                      <a:pt x="2206" y="1218"/>
                    </a:lnTo>
                    <a:lnTo>
                      <a:pt x="2207" y="1218"/>
                    </a:lnTo>
                    <a:lnTo>
                      <a:pt x="2207" y="1218"/>
                    </a:lnTo>
                    <a:lnTo>
                      <a:pt x="2207" y="1218"/>
                    </a:lnTo>
                    <a:lnTo>
                      <a:pt x="2207" y="1218"/>
                    </a:lnTo>
                    <a:lnTo>
                      <a:pt x="2208" y="1218"/>
                    </a:lnTo>
                    <a:lnTo>
                      <a:pt x="2208" y="1217"/>
                    </a:lnTo>
                    <a:lnTo>
                      <a:pt x="2208" y="1217"/>
                    </a:lnTo>
                    <a:lnTo>
                      <a:pt x="2208" y="1216"/>
                    </a:lnTo>
                    <a:lnTo>
                      <a:pt x="2209" y="1216"/>
                    </a:lnTo>
                    <a:lnTo>
                      <a:pt x="2209" y="1214"/>
                    </a:lnTo>
                    <a:lnTo>
                      <a:pt x="2209" y="1212"/>
                    </a:lnTo>
                    <a:lnTo>
                      <a:pt x="2210" y="1210"/>
                    </a:lnTo>
                    <a:lnTo>
                      <a:pt x="2210" y="1209"/>
                    </a:lnTo>
                    <a:lnTo>
                      <a:pt x="2210" y="1209"/>
                    </a:lnTo>
                    <a:lnTo>
                      <a:pt x="2210" y="1209"/>
                    </a:lnTo>
                    <a:lnTo>
                      <a:pt x="2211" y="1209"/>
                    </a:lnTo>
                    <a:lnTo>
                      <a:pt x="2211" y="1209"/>
                    </a:lnTo>
                    <a:lnTo>
                      <a:pt x="2211" y="1209"/>
                    </a:lnTo>
                    <a:lnTo>
                      <a:pt x="2211" y="1209"/>
                    </a:lnTo>
                    <a:lnTo>
                      <a:pt x="2212" y="1209"/>
                    </a:lnTo>
                    <a:lnTo>
                      <a:pt x="2212" y="1209"/>
                    </a:lnTo>
                    <a:lnTo>
                      <a:pt x="2213" y="1209"/>
                    </a:lnTo>
                    <a:lnTo>
                      <a:pt x="2213" y="1209"/>
                    </a:lnTo>
                    <a:lnTo>
                      <a:pt x="2213" y="1209"/>
                    </a:lnTo>
                    <a:lnTo>
                      <a:pt x="2213" y="1209"/>
                    </a:lnTo>
                    <a:lnTo>
                      <a:pt x="2214" y="1209"/>
                    </a:lnTo>
                    <a:lnTo>
                      <a:pt x="2214" y="1209"/>
                    </a:lnTo>
                    <a:lnTo>
                      <a:pt x="2214" y="1209"/>
                    </a:lnTo>
                    <a:lnTo>
                      <a:pt x="2214" y="1209"/>
                    </a:lnTo>
                    <a:lnTo>
                      <a:pt x="2215" y="1209"/>
                    </a:lnTo>
                    <a:lnTo>
                      <a:pt x="2215" y="1209"/>
                    </a:lnTo>
                    <a:lnTo>
                      <a:pt x="2215" y="1209"/>
                    </a:lnTo>
                    <a:lnTo>
                      <a:pt x="2216" y="1209"/>
                    </a:lnTo>
                    <a:lnTo>
                      <a:pt x="2216" y="1209"/>
                    </a:lnTo>
                    <a:lnTo>
                      <a:pt x="2216" y="1209"/>
                    </a:lnTo>
                    <a:lnTo>
                      <a:pt x="2217" y="1209"/>
                    </a:lnTo>
                    <a:lnTo>
                      <a:pt x="2217" y="1209"/>
                    </a:lnTo>
                    <a:lnTo>
                      <a:pt x="2217" y="1209"/>
                    </a:lnTo>
                    <a:lnTo>
                      <a:pt x="2217" y="1209"/>
                    </a:lnTo>
                    <a:lnTo>
                      <a:pt x="2218" y="1209"/>
                    </a:lnTo>
                    <a:lnTo>
                      <a:pt x="2218" y="1209"/>
                    </a:lnTo>
                    <a:lnTo>
                      <a:pt x="2218" y="1209"/>
                    </a:lnTo>
                    <a:lnTo>
                      <a:pt x="2219" y="1209"/>
                    </a:lnTo>
                    <a:lnTo>
                      <a:pt x="2219" y="1209"/>
                    </a:lnTo>
                    <a:lnTo>
                      <a:pt x="2219" y="1209"/>
                    </a:lnTo>
                    <a:lnTo>
                      <a:pt x="2219" y="1209"/>
                    </a:lnTo>
                    <a:lnTo>
                      <a:pt x="2220" y="1209"/>
                    </a:lnTo>
                    <a:lnTo>
                      <a:pt x="2220" y="1209"/>
                    </a:lnTo>
                    <a:lnTo>
                      <a:pt x="2220" y="1209"/>
                    </a:lnTo>
                    <a:lnTo>
                      <a:pt x="2220" y="1207"/>
                    </a:lnTo>
                    <a:lnTo>
                      <a:pt x="2221" y="1205"/>
                    </a:lnTo>
                    <a:lnTo>
                      <a:pt x="2221" y="1204"/>
                    </a:lnTo>
                    <a:lnTo>
                      <a:pt x="2222" y="1202"/>
                    </a:lnTo>
                    <a:lnTo>
                      <a:pt x="2222" y="1202"/>
                    </a:lnTo>
                    <a:lnTo>
                      <a:pt x="2222" y="1202"/>
                    </a:lnTo>
                    <a:lnTo>
                      <a:pt x="2222" y="1202"/>
                    </a:lnTo>
                    <a:lnTo>
                      <a:pt x="2223" y="1202"/>
                    </a:lnTo>
                    <a:lnTo>
                      <a:pt x="2223" y="1201"/>
                    </a:lnTo>
                    <a:lnTo>
                      <a:pt x="2223" y="1199"/>
                    </a:lnTo>
                    <a:lnTo>
                      <a:pt x="2223" y="1197"/>
                    </a:lnTo>
                    <a:lnTo>
                      <a:pt x="2224" y="1196"/>
                    </a:lnTo>
                    <a:lnTo>
                      <a:pt x="2224" y="1188"/>
                    </a:lnTo>
                    <a:lnTo>
                      <a:pt x="2224" y="1180"/>
                    </a:lnTo>
                    <a:lnTo>
                      <a:pt x="2225" y="1172"/>
                    </a:lnTo>
                    <a:lnTo>
                      <a:pt x="2225" y="1165"/>
                    </a:lnTo>
                    <a:lnTo>
                      <a:pt x="2225" y="1163"/>
                    </a:lnTo>
                    <a:lnTo>
                      <a:pt x="2225" y="1162"/>
                    </a:lnTo>
                    <a:lnTo>
                      <a:pt x="2226" y="1161"/>
                    </a:lnTo>
                    <a:lnTo>
                      <a:pt x="2226" y="1160"/>
                    </a:lnTo>
                    <a:lnTo>
                      <a:pt x="2226" y="1160"/>
                    </a:lnTo>
                    <a:lnTo>
                      <a:pt x="2227" y="1160"/>
                    </a:lnTo>
                    <a:lnTo>
                      <a:pt x="2227" y="1160"/>
                    </a:lnTo>
                    <a:lnTo>
                      <a:pt x="2227" y="1160"/>
                    </a:lnTo>
                    <a:lnTo>
                      <a:pt x="2228" y="1160"/>
                    </a:lnTo>
                    <a:lnTo>
                      <a:pt x="2228" y="1160"/>
                    </a:lnTo>
                    <a:lnTo>
                      <a:pt x="2228" y="1160"/>
                    </a:lnTo>
                    <a:lnTo>
                      <a:pt x="2228" y="1160"/>
                    </a:lnTo>
                    <a:lnTo>
                      <a:pt x="2229" y="1160"/>
                    </a:lnTo>
                    <a:lnTo>
                      <a:pt x="2229" y="1159"/>
                    </a:lnTo>
                    <a:lnTo>
                      <a:pt x="2229" y="1158"/>
                    </a:lnTo>
                    <a:lnTo>
                      <a:pt x="2229" y="1158"/>
                    </a:lnTo>
                    <a:lnTo>
                      <a:pt x="2230" y="1157"/>
                    </a:lnTo>
                    <a:lnTo>
                      <a:pt x="2230" y="1155"/>
                    </a:lnTo>
                    <a:lnTo>
                      <a:pt x="2231" y="1154"/>
                    </a:lnTo>
                    <a:lnTo>
                      <a:pt x="2231" y="1154"/>
                    </a:lnTo>
                    <a:lnTo>
                      <a:pt x="2231" y="1154"/>
                    </a:lnTo>
                    <a:lnTo>
                      <a:pt x="2231" y="1154"/>
                    </a:lnTo>
                    <a:lnTo>
                      <a:pt x="2232" y="1154"/>
                    </a:lnTo>
                    <a:lnTo>
                      <a:pt x="2232" y="1154"/>
                    </a:lnTo>
                    <a:lnTo>
                      <a:pt x="2232" y="1154"/>
                    </a:lnTo>
                    <a:lnTo>
                      <a:pt x="2232" y="1154"/>
                    </a:lnTo>
                    <a:lnTo>
                      <a:pt x="2233" y="1154"/>
                    </a:lnTo>
                    <a:lnTo>
                      <a:pt x="2233" y="1154"/>
                    </a:lnTo>
                    <a:lnTo>
                      <a:pt x="2233" y="1154"/>
                    </a:lnTo>
                    <a:lnTo>
                      <a:pt x="2234" y="1154"/>
                    </a:lnTo>
                    <a:lnTo>
                      <a:pt x="2234" y="1154"/>
                    </a:lnTo>
                    <a:lnTo>
                      <a:pt x="2234" y="1154"/>
                    </a:lnTo>
                    <a:lnTo>
                      <a:pt x="2234" y="1154"/>
                    </a:lnTo>
                    <a:lnTo>
                      <a:pt x="2235" y="1154"/>
                    </a:lnTo>
                    <a:lnTo>
                      <a:pt x="2235" y="1154"/>
                    </a:lnTo>
                    <a:lnTo>
                      <a:pt x="2235" y="1154"/>
                    </a:lnTo>
                    <a:lnTo>
                      <a:pt x="2235" y="1154"/>
                    </a:lnTo>
                    <a:lnTo>
                      <a:pt x="2236" y="1154"/>
                    </a:lnTo>
                    <a:lnTo>
                      <a:pt x="2236" y="1154"/>
                    </a:lnTo>
                    <a:lnTo>
                      <a:pt x="2237" y="1154"/>
                    </a:lnTo>
                    <a:lnTo>
                      <a:pt x="2237" y="1154"/>
                    </a:lnTo>
                    <a:lnTo>
                      <a:pt x="2237" y="1154"/>
                    </a:lnTo>
                    <a:lnTo>
                      <a:pt x="2237" y="1154"/>
                    </a:lnTo>
                    <a:lnTo>
                      <a:pt x="2238" y="1154"/>
                    </a:lnTo>
                    <a:lnTo>
                      <a:pt x="2238" y="1154"/>
                    </a:lnTo>
                    <a:lnTo>
                      <a:pt x="2238" y="1154"/>
                    </a:lnTo>
                    <a:lnTo>
                      <a:pt x="2238" y="1154"/>
                    </a:lnTo>
                    <a:lnTo>
                      <a:pt x="2239" y="1154"/>
                    </a:lnTo>
                    <a:lnTo>
                      <a:pt x="2239" y="1154"/>
                    </a:lnTo>
                    <a:lnTo>
                      <a:pt x="2240" y="1154"/>
                    </a:lnTo>
                    <a:lnTo>
                      <a:pt x="2240" y="1154"/>
                    </a:lnTo>
                    <a:lnTo>
                      <a:pt x="2240" y="1154"/>
                    </a:lnTo>
                    <a:lnTo>
                      <a:pt x="2240" y="1154"/>
                    </a:lnTo>
                    <a:lnTo>
                      <a:pt x="2241" y="1154"/>
                    </a:lnTo>
                    <a:lnTo>
                      <a:pt x="2241" y="1154"/>
                    </a:lnTo>
                    <a:lnTo>
                      <a:pt x="2241" y="1154"/>
                    </a:lnTo>
                    <a:lnTo>
                      <a:pt x="2241" y="1151"/>
                    </a:lnTo>
                    <a:lnTo>
                      <a:pt x="2242" y="1149"/>
                    </a:lnTo>
                    <a:lnTo>
                      <a:pt x="2242" y="1147"/>
                    </a:lnTo>
                    <a:lnTo>
                      <a:pt x="2242" y="1145"/>
                    </a:lnTo>
                    <a:lnTo>
                      <a:pt x="2243" y="1143"/>
                    </a:lnTo>
                    <a:lnTo>
                      <a:pt x="2243" y="1142"/>
                    </a:lnTo>
                    <a:lnTo>
                      <a:pt x="2243" y="1141"/>
                    </a:lnTo>
                    <a:lnTo>
                      <a:pt x="2243" y="1140"/>
                    </a:lnTo>
                    <a:lnTo>
                      <a:pt x="2244" y="1135"/>
                    </a:lnTo>
                    <a:lnTo>
                      <a:pt x="2244" y="1130"/>
                    </a:lnTo>
                    <a:lnTo>
                      <a:pt x="2244" y="1125"/>
                    </a:lnTo>
                    <a:lnTo>
                      <a:pt x="2244" y="1120"/>
                    </a:lnTo>
                    <a:lnTo>
                      <a:pt x="2245" y="1120"/>
                    </a:lnTo>
                    <a:lnTo>
                      <a:pt x="2245" y="1119"/>
                    </a:lnTo>
                    <a:lnTo>
                      <a:pt x="2246" y="1119"/>
                    </a:lnTo>
                    <a:lnTo>
                      <a:pt x="2246" y="1118"/>
                    </a:lnTo>
                    <a:lnTo>
                      <a:pt x="2246" y="1118"/>
                    </a:lnTo>
                    <a:lnTo>
                      <a:pt x="2246" y="1118"/>
                    </a:lnTo>
                    <a:lnTo>
                      <a:pt x="2247" y="1118"/>
                    </a:lnTo>
                    <a:lnTo>
                      <a:pt x="2247" y="1118"/>
                    </a:lnTo>
                    <a:lnTo>
                      <a:pt x="2247" y="1118"/>
                    </a:lnTo>
                    <a:lnTo>
                      <a:pt x="2248" y="1118"/>
                    </a:lnTo>
                    <a:lnTo>
                      <a:pt x="2248" y="1118"/>
                    </a:lnTo>
                    <a:lnTo>
                      <a:pt x="2248" y="1118"/>
                    </a:lnTo>
                    <a:lnTo>
                      <a:pt x="2248" y="1118"/>
                    </a:lnTo>
                    <a:lnTo>
                      <a:pt x="2249" y="1118"/>
                    </a:lnTo>
                    <a:lnTo>
                      <a:pt x="2249" y="1118"/>
                    </a:lnTo>
                    <a:lnTo>
                      <a:pt x="2249" y="1118"/>
                    </a:lnTo>
                    <a:lnTo>
                      <a:pt x="2250" y="1118"/>
                    </a:lnTo>
                    <a:lnTo>
                      <a:pt x="2250" y="1118"/>
                    </a:lnTo>
                    <a:lnTo>
                      <a:pt x="2250" y="1118"/>
                    </a:lnTo>
                    <a:lnTo>
                      <a:pt x="2251" y="1118"/>
                    </a:lnTo>
                    <a:lnTo>
                      <a:pt x="2251" y="1118"/>
                    </a:lnTo>
                    <a:lnTo>
                      <a:pt x="2251" y="1118"/>
                    </a:lnTo>
                    <a:lnTo>
                      <a:pt x="2251" y="1118"/>
                    </a:lnTo>
                    <a:lnTo>
                      <a:pt x="2252" y="1118"/>
                    </a:lnTo>
                    <a:lnTo>
                      <a:pt x="2252" y="1118"/>
                    </a:lnTo>
                    <a:lnTo>
                      <a:pt x="2252" y="1118"/>
                    </a:lnTo>
                    <a:lnTo>
                      <a:pt x="2252" y="1118"/>
                    </a:lnTo>
                    <a:lnTo>
                      <a:pt x="2253" y="1118"/>
                    </a:lnTo>
                    <a:lnTo>
                      <a:pt x="2253" y="1118"/>
                    </a:lnTo>
                    <a:lnTo>
                      <a:pt x="2254" y="1118"/>
                    </a:lnTo>
                    <a:lnTo>
                      <a:pt x="2254" y="1118"/>
                    </a:lnTo>
                    <a:lnTo>
                      <a:pt x="2254" y="1118"/>
                    </a:lnTo>
                    <a:lnTo>
                      <a:pt x="2254" y="1118"/>
                    </a:lnTo>
                    <a:lnTo>
                      <a:pt x="2255" y="1118"/>
                    </a:lnTo>
                    <a:lnTo>
                      <a:pt x="2255" y="1118"/>
                    </a:lnTo>
                    <a:lnTo>
                      <a:pt x="2255" y="1118"/>
                    </a:lnTo>
                    <a:lnTo>
                      <a:pt x="2255" y="1118"/>
                    </a:lnTo>
                    <a:lnTo>
                      <a:pt x="2256" y="1118"/>
                    </a:lnTo>
                    <a:lnTo>
                      <a:pt x="2256" y="1118"/>
                    </a:lnTo>
                    <a:lnTo>
                      <a:pt x="2256" y="1118"/>
                    </a:lnTo>
                    <a:lnTo>
                      <a:pt x="2257" y="1118"/>
                    </a:lnTo>
                    <a:lnTo>
                      <a:pt x="2257" y="1118"/>
                    </a:lnTo>
                    <a:lnTo>
                      <a:pt x="2257" y="1118"/>
                    </a:lnTo>
                    <a:lnTo>
                      <a:pt x="2257" y="1118"/>
                    </a:lnTo>
                    <a:lnTo>
                      <a:pt x="2258" y="1118"/>
                    </a:lnTo>
                    <a:lnTo>
                      <a:pt x="2258" y="1118"/>
                    </a:lnTo>
                    <a:lnTo>
                      <a:pt x="2258" y="1118"/>
                    </a:lnTo>
                    <a:lnTo>
                      <a:pt x="2258" y="1118"/>
                    </a:lnTo>
                    <a:lnTo>
                      <a:pt x="2259" y="1118"/>
                    </a:lnTo>
                    <a:lnTo>
                      <a:pt x="2259" y="1118"/>
                    </a:lnTo>
                    <a:lnTo>
                      <a:pt x="2260" y="1118"/>
                    </a:lnTo>
                    <a:lnTo>
                      <a:pt x="2260" y="1118"/>
                    </a:lnTo>
                    <a:lnTo>
                      <a:pt x="2260" y="1118"/>
                    </a:lnTo>
                    <a:lnTo>
                      <a:pt x="2260" y="1118"/>
                    </a:lnTo>
                    <a:lnTo>
                      <a:pt x="2261" y="1118"/>
                    </a:lnTo>
                    <a:lnTo>
                      <a:pt x="2261" y="1118"/>
                    </a:lnTo>
                    <a:lnTo>
                      <a:pt x="2261" y="1118"/>
                    </a:lnTo>
                    <a:lnTo>
                      <a:pt x="2261" y="1118"/>
                    </a:lnTo>
                    <a:lnTo>
                      <a:pt x="2262" y="1118"/>
                    </a:lnTo>
                    <a:lnTo>
                      <a:pt x="2262" y="1118"/>
                    </a:lnTo>
                    <a:lnTo>
                      <a:pt x="2262" y="1118"/>
                    </a:lnTo>
                    <a:lnTo>
                      <a:pt x="2263" y="1118"/>
                    </a:lnTo>
                    <a:lnTo>
                      <a:pt x="2263" y="1118"/>
                    </a:lnTo>
                    <a:lnTo>
                      <a:pt x="2263" y="1118"/>
                    </a:lnTo>
                    <a:lnTo>
                      <a:pt x="2264" y="1118"/>
                    </a:lnTo>
                    <a:lnTo>
                      <a:pt x="2264" y="1118"/>
                    </a:lnTo>
                    <a:lnTo>
                      <a:pt x="2264" y="1118"/>
                    </a:lnTo>
                    <a:lnTo>
                      <a:pt x="2264" y="1118"/>
                    </a:lnTo>
                    <a:lnTo>
                      <a:pt x="2265" y="1118"/>
                    </a:lnTo>
                    <a:lnTo>
                      <a:pt x="2265" y="1118"/>
                    </a:lnTo>
                    <a:lnTo>
                      <a:pt x="2265" y="1118"/>
                    </a:lnTo>
                    <a:lnTo>
                      <a:pt x="2266" y="1118"/>
                    </a:lnTo>
                    <a:lnTo>
                      <a:pt x="2266" y="1118"/>
                    </a:lnTo>
                    <a:lnTo>
                      <a:pt x="2266" y="1118"/>
                    </a:lnTo>
                    <a:lnTo>
                      <a:pt x="2266" y="1118"/>
                    </a:lnTo>
                    <a:lnTo>
                      <a:pt x="2267" y="1118"/>
                    </a:lnTo>
                    <a:lnTo>
                      <a:pt x="2267" y="1118"/>
                    </a:lnTo>
                    <a:lnTo>
                      <a:pt x="2267" y="1118"/>
                    </a:lnTo>
                    <a:lnTo>
                      <a:pt x="2267" y="1118"/>
                    </a:lnTo>
                    <a:lnTo>
                      <a:pt x="2268" y="1118"/>
                    </a:lnTo>
                    <a:lnTo>
                      <a:pt x="2268" y="1118"/>
                    </a:lnTo>
                    <a:lnTo>
                      <a:pt x="2269" y="1118"/>
                    </a:lnTo>
                    <a:lnTo>
                      <a:pt x="2269" y="1118"/>
                    </a:lnTo>
                    <a:lnTo>
                      <a:pt x="2269" y="1118"/>
                    </a:lnTo>
                    <a:lnTo>
                      <a:pt x="2269" y="1118"/>
                    </a:lnTo>
                    <a:lnTo>
                      <a:pt x="2270" y="1118"/>
                    </a:lnTo>
                    <a:lnTo>
                      <a:pt x="2270" y="1118"/>
                    </a:lnTo>
                    <a:lnTo>
                      <a:pt x="2270" y="1118"/>
                    </a:lnTo>
                    <a:lnTo>
                      <a:pt x="2270" y="1118"/>
                    </a:lnTo>
                    <a:lnTo>
                      <a:pt x="2271" y="1118"/>
                    </a:lnTo>
                    <a:lnTo>
                      <a:pt x="2271" y="1118"/>
                    </a:lnTo>
                    <a:lnTo>
                      <a:pt x="2271" y="1118"/>
                    </a:lnTo>
                    <a:lnTo>
                      <a:pt x="2272" y="1118"/>
                    </a:lnTo>
                    <a:lnTo>
                      <a:pt x="2272" y="1118"/>
                    </a:lnTo>
                    <a:lnTo>
                      <a:pt x="2272" y="1118"/>
                    </a:lnTo>
                    <a:lnTo>
                      <a:pt x="2272" y="1118"/>
                    </a:lnTo>
                    <a:lnTo>
                      <a:pt x="2273" y="1118"/>
                    </a:lnTo>
                    <a:lnTo>
                      <a:pt x="2273" y="1118"/>
                    </a:lnTo>
                    <a:lnTo>
                      <a:pt x="2273" y="1118"/>
                    </a:lnTo>
                    <a:lnTo>
                      <a:pt x="2274" y="1118"/>
                    </a:lnTo>
                    <a:lnTo>
                      <a:pt x="2274" y="1118"/>
                    </a:lnTo>
                    <a:lnTo>
                      <a:pt x="2274" y="1118"/>
                    </a:lnTo>
                    <a:lnTo>
                      <a:pt x="2275" y="1118"/>
                    </a:lnTo>
                    <a:lnTo>
                      <a:pt x="2275" y="1118"/>
                    </a:lnTo>
                    <a:lnTo>
                      <a:pt x="2275" y="1118"/>
                    </a:lnTo>
                    <a:lnTo>
                      <a:pt x="2275" y="1118"/>
                    </a:lnTo>
                    <a:lnTo>
                      <a:pt x="2276" y="1118"/>
                    </a:lnTo>
                    <a:lnTo>
                      <a:pt x="2276" y="1118"/>
                    </a:lnTo>
                    <a:lnTo>
                      <a:pt x="2276" y="1118"/>
                    </a:lnTo>
                    <a:lnTo>
                      <a:pt x="2276" y="1118"/>
                    </a:lnTo>
                    <a:lnTo>
                      <a:pt x="2277" y="1118"/>
                    </a:lnTo>
                    <a:lnTo>
                      <a:pt x="2277" y="1118"/>
                    </a:lnTo>
                    <a:lnTo>
                      <a:pt x="2278" y="1118"/>
                    </a:lnTo>
                    <a:lnTo>
                      <a:pt x="2278" y="1118"/>
                    </a:lnTo>
                    <a:lnTo>
                      <a:pt x="2278" y="1118"/>
                    </a:lnTo>
                    <a:lnTo>
                      <a:pt x="2278" y="1118"/>
                    </a:lnTo>
                    <a:lnTo>
                      <a:pt x="2279" y="1118"/>
                    </a:lnTo>
                    <a:lnTo>
                      <a:pt x="2279" y="1118"/>
                    </a:lnTo>
                    <a:lnTo>
                      <a:pt x="2279" y="1118"/>
                    </a:lnTo>
                    <a:lnTo>
                      <a:pt x="2279" y="1118"/>
                    </a:lnTo>
                    <a:lnTo>
                      <a:pt x="2280" y="1118"/>
                    </a:lnTo>
                    <a:lnTo>
                      <a:pt x="2280" y="1118"/>
                    </a:lnTo>
                    <a:lnTo>
                      <a:pt x="2280" y="1118"/>
                    </a:lnTo>
                    <a:lnTo>
                      <a:pt x="2281" y="1118"/>
                    </a:lnTo>
                    <a:lnTo>
                      <a:pt x="2281" y="1118"/>
                    </a:lnTo>
                    <a:lnTo>
                      <a:pt x="2281" y="1118"/>
                    </a:lnTo>
                    <a:lnTo>
                      <a:pt x="2281" y="1118"/>
                    </a:lnTo>
                    <a:lnTo>
                      <a:pt x="2282" y="1118"/>
                    </a:lnTo>
                    <a:lnTo>
                      <a:pt x="2282" y="1118"/>
                    </a:lnTo>
                    <a:lnTo>
                      <a:pt x="2282" y="1118"/>
                    </a:lnTo>
                    <a:lnTo>
                      <a:pt x="2282" y="1118"/>
                    </a:lnTo>
                    <a:lnTo>
                      <a:pt x="2283" y="1118"/>
                    </a:lnTo>
                    <a:lnTo>
                      <a:pt x="2283" y="1118"/>
                    </a:lnTo>
                    <a:lnTo>
                      <a:pt x="2284" y="1118"/>
                    </a:lnTo>
                    <a:lnTo>
                      <a:pt x="2284" y="1118"/>
                    </a:lnTo>
                    <a:lnTo>
                      <a:pt x="2284" y="1118"/>
                    </a:lnTo>
                    <a:lnTo>
                      <a:pt x="2284" y="1118"/>
                    </a:lnTo>
                    <a:lnTo>
                      <a:pt x="2285" y="1118"/>
                    </a:lnTo>
                    <a:lnTo>
                      <a:pt x="2285" y="1118"/>
                    </a:lnTo>
                    <a:lnTo>
                      <a:pt x="2285" y="1118"/>
                    </a:lnTo>
                    <a:lnTo>
                      <a:pt x="2285" y="1118"/>
                    </a:lnTo>
                    <a:lnTo>
                      <a:pt x="2286" y="1118"/>
                    </a:lnTo>
                    <a:lnTo>
                      <a:pt x="2286" y="1118"/>
                    </a:lnTo>
                    <a:lnTo>
                      <a:pt x="2286" y="1118"/>
                    </a:lnTo>
                    <a:lnTo>
                      <a:pt x="2287" y="1118"/>
                    </a:lnTo>
                    <a:lnTo>
                      <a:pt x="2287" y="1118"/>
                    </a:lnTo>
                    <a:lnTo>
                      <a:pt x="2287" y="1118"/>
                    </a:lnTo>
                    <a:lnTo>
                      <a:pt x="2288" y="1118"/>
                    </a:lnTo>
                    <a:lnTo>
                      <a:pt x="2288" y="1118"/>
                    </a:lnTo>
                    <a:lnTo>
                      <a:pt x="2288" y="1118"/>
                    </a:lnTo>
                    <a:lnTo>
                      <a:pt x="2288" y="1118"/>
                    </a:lnTo>
                    <a:lnTo>
                      <a:pt x="2289" y="1118"/>
                    </a:lnTo>
                    <a:lnTo>
                      <a:pt x="2289" y="1118"/>
                    </a:lnTo>
                    <a:lnTo>
                      <a:pt x="2289" y="1118"/>
                    </a:lnTo>
                    <a:lnTo>
                      <a:pt x="2290" y="1118"/>
                    </a:lnTo>
                    <a:lnTo>
                      <a:pt x="2290" y="1118"/>
                    </a:lnTo>
                    <a:lnTo>
                      <a:pt x="2290" y="1118"/>
                    </a:lnTo>
                    <a:lnTo>
                      <a:pt x="2290" y="1127"/>
                    </a:lnTo>
                    <a:lnTo>
                      <a:pt x="2291" y="1137"/>
                    </a:lnTo>
                    <a:lnTo>
                      <a:pt x="2291" y="1146"/>
                    </a:lnTo>
                    <a:lnTo>
                      <a:pt x="2291" y="1155"/>
                    </a:lnTo>
                    <a:lnTo>
                      <a:pt x="2291" y="1158"/>
                    </a:lnTo>
                    <a:lnTo>
                      <a:pt x="2292" y="1160"/>
                    </a:lnTo>
                    <a:lnTo>
                      <a:pt x="2292" y="1162"/>
                    </a:lnTo>
                    <a:lnTo>
                      <a:pt x="2293" y="1165"/>
                    </a:lnTo>
                    <a:lnTo>
                      <a:pt x="2293" y="1169"/>
                    </a:lnTo>
                    <a:lnTo>
                      <a:pt x="2293" y="1174"/>
                    </a:lnTo>
                    <a:lnTo>
                      <a:pt x="2293" y="1178"/>
                    </a:lnTo>
                    <a:lnTo>
                      <a:pt x="2294" y="1182"/>
                    </a:lnTo>
                    <a:lnTo>
                      <a:pt x="2294" y="1182"/>
                    </a:lnTo>
                    <a:lnTo>
                      <a:pt x="2294" y="1182"/>
                    </a:lnTo>
                    <a:lnTo>
                      <a:pt x="2294" y="1182"/>
                    </a:lnTo>
                    <a:lnTo>
                      <a:pt x="2295" y="1182"/>
                    </a:lnTo>
                    <a:lnTo>
                      <a:pt x="2295" y="1182"/>
                    </a:lnTo>
                    <a:lnTo>
                      <a:pt x="2295" y="1182"/>
                    </a:lnTo>
                    <a:lnTo>
                      <a:pt x="2296" y="1182"/>
                    </a:lnTo>
                    <a:lnTo>
                      <a:pt x="2296" y="1182"/>
                    </a:lnTo>
                    <a:lnTo>
                      <a:pt x="2296" y="1182"/>
                    </a:lnTo>
                    <a:lnTo>
                      <a:pt x="2297" y="1182"/>
                    </a:lnTo>
                    <a:lnTo>
                      <a:pt x="2297" y="1182"/>
                    </a:lnTo>
                    <a:lnTo>
                      <a:pt x="2297" y="1182"/>
                    </a:lnTo>
                    <a:lnTo>
                      <a:pt x="2297" y="1182"/>
                    </a:lnTo>
                    <a:lnTo>
                      <a:pt x="2298" y="1182"/>
                    </a:lnTo>
                    <a:lnTo>
                      <a:pt x="2298" y="1182"/>
                    </a:lnTo>
                    <a:lnTo>
                      <a:pt x="2298" y="1182"/>
                    </a:lnTo>
                    <a:lnTo>
                      <a:pt x="2299" y="1183"/>
                    </a:lnTo>
                    <a:lnTo>
                      <a:pt x="2299" y="1183"/>
                    </a:lnTo>
                    <a:lnTo>
                      <a:pt x="2299" y="1184"/>
                    </a:lnTo>
                    <a:lnTo>
                      <a:pt x="2299" y="1184"/>
                    </a:lnTo>
                    <a:lnTo>
                      <a:pt x="2300" y="1184"/>
                    </a:lnTo>
                    <a:lnTo>
                      <a:pt x="2300" y="1184"/>
                    </a:lnTo>
                    <a:lnTo>
                      <a:pt x="2300" y="1184"/>
                    </a:lnTo>
                    <a:lnTo>
                      <a:pt x="2300" y="1184"/>
                    </a:lnTo>
                    <a:lnTo>
                      <a:pt x="2301" y="1184"/>
                    </a:lnTo>
                    <a:lnTo>
                      <a:pt x="2301" y="1184"/>
                    </a:lnTo>
                    <a:lnTo>
                      <a:pt x="2302" y="1184"/>
                    </a:lnTo>
                    <a:lnTo>
                      <a:pt x="2302" y="1184"/>
                    </a:lnTo>
                    <a:lnTo>
                      <a:pt x="2302" y="1184"/>
                    </a:lnTo>
                    <a:lnTo>
                      <a:pt x="2302" y="1184"/>
                    </a:lnTo>
                    <a:lnTo>
                      <a:pt x="2303" y="1184"/>
                    </a:lnTo>
                    <a:lnTo>
                      <a:pt x="2303" y="1184"/>
                    </a:lnTo>
                    <a:lnTo>
                      <a:pt x="2303" y="1184"/>
                    </a:lnTo>
                    <a:lnTo>
                      <a:pt x="2303" y="1184"/>
                    </a:lnTo>
                    <a:lnTo>
                      <a:pt x="2304" y="1184"/>
                    </a:lnTo>
                    <a:lnTo>
                      <a:pt x="2304" y="1184"/>
                    </a:lnTo>
                    <a:lnTo>
                      <a:pt x="2304" y="1184"/>
                    </a:lnTo>
                    <a:lnTo>
                      <a:pt x="2305" y="1184"/>
                    </a:lnTo>
                    <a:lnTo>
                      <a:pt x="2305" y="1184"/>
                    </a:lnTo>
                    <a:lnTo>
                      <a:pt x="2305" y="1184"/>
                    </a:lnTo>
                    <a:lnTo>
                      <a:pt x="2305" y="1184"/>
                    </a:lnTo>
                    <a:lnTo>
                      <a:pt x="2306" y="1184"/>
                    </a:lnTo>
                    <a:lnTo>
                      <a:pt x="2306" y="1184"/>
                    </a:lnTo>
                    <a:lnTo>
                      <a:pt x="2306" y="1184"/>
                    </a:lnTo>
                    <a:lnTo>
                      <a:pt x="2307" y="1187"/>
                    </a:lnTo>
                    <a:lnTo>
                      <a:pt x="2307" y="1190"/>
                    </a:lnTo>
                    <a:lnTo>
                      <a:pt x="2307" y="1193"/>
                    </a:lnTo>
                    <a:lnTo>
                      <a:pt x="2308" y="1196"/>
                    </a:lnTo>
                    <a:lnTo>
                      <a:pt x="2308" y="1213"/>
                    </a:lnTo>
                    <a:lnTo>
                      <a:pt x="2308" y="1231"/>
                    </a:lnTo>
                    <a:lnTo>
                      <a:pt x="2308" y="1249"/>
                    </a:lnTo>
                    <a:lnTo>
                      <a:pt x="2309" y="1266"/>
                    </a:lnTo>
                    <a:lnTo>
                      <a:pt x="2309" y="1268"/>
                    </a:lnTo>
                    <a:lnTo>
                      <a:pt x="2309" y="1270"/>
                    </a:lnTo>
                    <a:lnTo>
                      <a:pt x="2309" y="1271"/>
                    </a:lnTo>
                    <a:lnTo>
                      <a:pt x="2310" y="1273"/>
                    </a:lnTo>
                    <a:lnTo>
                      <a:pt x="2310" y="1275"/>
                    </a:lnTo>
                    <a:lnTo>
                      <a:pt x="2311" y="1278"/>
                    </a:lnTo>
                    <a:lnTo>
                      <a:pt x="2311" y="1280"/>
                    </a:lnTo>
                    <a:lnTo>
                      <a:pt x="2311" y="1282"/>
                    </a:lnTo>
                    <a:lnTo>
                      <a:pt x="2311" y="1282"/>
                    </a:lnTo>
                    <a:lnTo>
                      <a:pt x="2312" y="1282"/>
                    </a:lnTo>
                    <a:lnTo>
                      <a:pt x="2312" y="1282"/>
                    </a:lnTo>
                    <a:lnTo>
                      <a:pt x="2312" y="1282"/>
                    </a:lnTo>
                    <a:lnTo>
                      <a:pt x="2312" y="1282"/>
                    </a:lnTo>
                    <a:lnTo>
                      <a:pt x="2313" y="1282"/>
                    </a:lnTo>
                    <a:lnTo>
                      <a:pt x="2313" y="1282"/>
                    </a:lnTo>
                    <a:lnTo>
                      <a:pt x="2313" y="1282"/>
                    </a:lnTo>
                    <a:lnTo>
                      <a:pt x="2314" y="1284"/>
                    </a:lnTo>
                    <a:lnTo>
                      <a:pt x="2314" y="1286"/>
                    </a:lnTo>
                    <a:lnTo>
                      <a:pt x="2314" y="1289"/>
                    </a:lnTo>
                    <a:lnTo>
                      <a:pt x="2314" y="1291"/>
                    </a:lnTo>
                    <a:lnTo>
                      <a:pt x="2315" y="1302"/>
                    </a:lnTo>
                    <a:lnTo>
                      <a:pt x="2315" y="1314"/>
                    </a:lnTo>
                    <a:lnTo>
                      <a:pt x="2315" y="1326"/>
                    </a:lnTo>
                    <a:lnTo>
                      <a:pt x="2315" y="1337"/>
                    </a:lnTo>
                    <a:lnTo>
                      <a:pt x="2316" y="1343"/>
                    </a:lnTo>
                    <a:lnTo>
                      <a:pt x="2316" y="1350"/>
                    </a:lnTo>
                    <a:lnTo>
                      <a:pt x="2317" y="1357"/>
                    </a:lnTo>
                    <a:lnTo>
                      <a:pt x="2317" y="1358"/>
                    </a:lnTo>
                    <a:lnTo>
                      <a:pt x="2317" y="1353"/>
                    </a:lnTo>
                    <a:lnTo>
                      <a:pt x="2317" y="1347"/>
                    </a:lnTo>
                    <a:lnTo>
                      <a:pt x="2318" y="1342"/>
                    </a:lnTo>
                    <a:lnTo>
                      <a:pt x="2318" y="1341"/>
                    </a:lnTo>
                    <a:lnTo>
                      <a:pt x="2318" y="1340"/>
                    </a:lnTo>
                    <a:lnTo>
                      <a:pt x="2319" y="1339"/>
                    </a:lnTo>
                    <a:lnTo>
                      <a:pt x="2319" y="1337"/>
                    </a:lnTo>
                    <a:lnTo>
                      <a:pt x="2319" y="1337"/>
                    </a:lnTo>
                    <a:lnTo>
                      <a:pt x="2319" y="1337"/>
                    </a:lnTo>
                    <a:lnTo>
                      <a:pt x="2320" y="1337"/>
                    </a:lnTo>
                    <a:lnTo>
                      <a:pt x="2320" y="1337"/>
                    </a:lnTo>
                    <a:lnTo>
                      <a:pt x="2320" y="1336"/>
                    </a:lnTo>
                    <a:lnTo>
                      <a:pt x="2321" y="1335"/>
                    </a:lnTo>
                    <a:lnTo>
                      <a:pt x="2321" y="1334"/>
                    </a:lnTo>
                    <a:lnTo>
                      <a:pt x="2321" y="1333"/>
                    </a:lnTo>
                    <a:lnTo>
                      <a:pt x="2322" y="1329"/>
                    </a:lnTo>
                    <a:lnTo>
                      <a:pt x="2322" y="1325"/>
                    </a:lnTo>
                    <a:lnTo>
                      <a:pt x="2322" y="1321"/>
                    </a:lnTo>
                    <a:lnTo>
                      <a:pt x="2322" y="1317"/>
                    </a:lnTo>
                    <a:lnTo>
                      <a:pt x="2323" y="1316"/>
                    </a:lnTo>
                    <a:lnTo>
                      <a:pt x="2323" y="1319"/>
                    </a:lnTo>
                    <a:lnTo>
                      <a:pt x="2323" y="1321"/>
                    </a:lnTo>
                    <a:lnTo>
                      <a:pt x="2323" y="1324"/>
                    </a:lnTo>
                    <a:lnTo>
                      <a:pt x="2324" y="1328"/>
                    </a:lnTo>
                    <a:lnTo>
                      <a:pt x="2324" y="1334"/>
                    </a:lnTo>
                    <a:lnTo>
                      <a:pt x="2325" y="1340"/>
                    </a:lnTo>
                    <a:lnTo>
                      <a:pt x="2325" y="1345"/>
                    </a:lnTo>
                    <a:lnTo>
                      <a:pt x="2325" y="1350"/>
                    </a:lnTo>
                    <a:lnTo>
                      <a:pt x="2325" y="1350"/>
                    </a:lnTo>
                    <a:lnTo>
                      <a:pt x="2326" y="1350"/>
                    </a:lnTo>
                    <a:lnTo>
                      <a:pt x="2326" y="1350"/>
                    </a:lnTo>
                    <a:lnTo>
                      <a:pt x="2326" y="1346"/>
                    </a:lnTo>
                    <a:lnTo>
                      <a:pt x="2326" y="1341"/>
                    </a:lnTo>
                    <a:lnTo>
                      <a:pt x="2327" y="1337"/>
                    </a:lnTo>
                    <a:lnTo>
                      <a:pt x="2327" y="1332"/>
                    </a:lnTo>
                    <a:lnTo>
                      <a:pt x="2327" y="1333"/>
                    </a:lnTo>
                    <a:lnTo>
                      <a:pt x="2328" y="1338"/>
                    </a:lnTo>
                    <a:lnTo>
                      <a:pt x="2328" y="1343"/>
                    </a:lnTo>
                    <a:lnTo>
                      <a:pt x="2328" y="1348"/>
                    </a:lnTo>
                    <a:lnTo>
                      <a:pt x="2328" y="1353"/>
                    </a:lnTo>
                    <a:lnTo>
                      <a:pt x="2329" y="1353"/>
                    </a:lnTo>
                    <a:lnTo>
                      <a:pt x="2329" y="1354"/>
                    </a:lnTo>
                    <a:lnTo>
                      <a:pt x="2329" y="1354"/>
                    </a:lnTo>
                    <a:lnTo>
                      <a:pt x="2329" y="1355"/>
                    </a:lnTo>
                    <a:lnTo>
                      <a:pt x="2330" y="1355"/>
                    </a:lnTo>
                    <a:lnTo>
                      <a:pt x="2330" y="1356"/>
                    </a:lnTo>
                    <a:lnTo>
                      <a:pt x="2331" y="1357"/>
                    </a:lnTo>
                    <a:lnTo>
                      <a:pt x="2331" y="1357"/>
                    </a:lnTo>
                    <a:lnTo>
                      <a:pt x="2331" y="1359"/>
                    </a:lnTo>
                    <a:lnTo>
                      <a:pt x="2331" y="1361"/>
                    </a:lnTo>
                    <a:lnTo>
                      <a:pt x="2332" y="1362"/>
                    </a:lnTo>
                    <a:lnTo>
                      <a:pt x="2332" y="1364"/>
                    </a:lnTo>
                    <a:lnTo>
                      <a:pt x="2332" y="1364"/>
                    </a:lnTo>
                    <a:lnTo>
                      <a:pt x="2332" y="1365"/>
                    </a:lnTo>
                    <a:lnTo>
                      <a:pt x="2333" y="1366"/>
                    </a:lnTo>
                    <a:lnTo>
                      <a:pt x="2333" y="1366"/>
                    </a:lnTo>
                    <a:lnTo>
                      <a:pt x="2333" y="1367"/>
                    </a:lnTo>
                    <a:lnTo>
                      <a:pt x="2334" y="1367"/>
                    </a:lnTo>
                    <a:lnTo>
                      <a:pt x="2334" y="1368"/>
                    </a:lnTo>
                    <a:lnTo>
                      <a:pt x="2334" y="1368"/>
                    </a:lnTo>
                    <a:lnTo>
                      <a:pt x="2335" y="1368"/>
                    </a:lnTo>
                    <a:lnTo>
                      <a:pt x="2335" y="1368"/>
                    </a:lnTo>
                    <a:lnTo>
                      <a:pt x="2335" y="1368"/>
                    </a:lnTo>
                    <a:lnTo>
                      <a:pt x="2335" y="1368"/>
                    </a:lnTo>
                    <a:lnTo>
                      <a:pt x="2336" y="1374"/>
                    </a:lnTo>
                    <a:lnTo>
                      <a:pt x="2336" y="1380"/>
                    </a:lnTo>
                    <a:lnTo>
                      <a:pt x="2336" y="1385"/>
                    </a:lnTo>
                    <a:lnTo>
                      <a:pt x="2337" y="1390"/>
                    </a:lnTo>
                    <a:lnTo>
                      <a:pt x="2337" y="1392"/>
                    </a:lnTo>
                    <a:lnTo>
                      <a:pt x="2337" y="1394"/>
                    </a:lnTo>
                    <a:lnTo>
                      <a:pt x="2337" y="1395"/>
                    </a:lnTo>
                    <a:lnTo>
                      <a:pt x="2338" y="1397"/>
                    </a:lnTo>
                    <a:lnTo>
                      <a:pt x="2338" y="1397"/>
                    </a:lnTo>
                    <a:lnTo>
                      <a:pt x="2338" y="1397"/>
                    </a:lnTo>
                    <a:lnTo>
                      <a:pt x="2338" y="1397"/>
                    </a:lnTo>
                    <a:lnTo>
                      <a:pt x="2339" y="1397"/>
                    </a:lnTo>
                    <a:lnTo>
                      <a:pt x="2339" y="1397"/>
                    </a:lnTo>
                    <a:lnTo>
                      <a:pt x="2340" y="1397"/>
                    </a:lnTo>
                    <a:lnTo>
                      <a:pt x="2340" y="1397"/>
                    </a:lnTo>
                    <a:lnTo>
                      <a:pt x="2340" y="1397"/>
                    </a:lnTo>
                    <a:lnTo>
                      <a:pt x="2340" y="1397"/>
                    </a:lnTo>
                    <a:lnTo>
                      <a:pt x="2341" y="1397"/>
                    </a:lnTo>
                    <a:lnTo>
                      <a:pt x="2341" y="1397"/>
                    </a:lnTo>
                    <a:lnTo>
                      <a:pt x="2341" y="1397"/>
                    </a:lnTo>
                    <a:lnTo>
                      <a:pt x="2341" y="1397"/>
                    </a:lnTo>
                    <a:lnTo>
                      <a:pt x="2342" y="1397"/>
                    </a:lnTo>
                    <a:lnTo>
                      <a:pt x="2342" y="1397"/>
                    </a:lnTo>
                    <a:lnTo>
                      <a:pt x="2342" y="1397"/>
                    </a:lnTo>
                    <a:lnTo>
                      <a:pt x="2343" y="1398"/>
                    </a:lnTo>
                    <a:lnTo>
                      <a:pt x="2343" y="1399"/>
                    </a:lnTo>
                    <a:lnTo>
                      <a:pt x="2343" y="1401"/>
                    </a:lnTo>
                    <a:lnTo>
                      <a:pt x="2343" y="1402"/>
                    </a:lnTo>
                    <a:lnTo>
                      <a:pt x="2344" y="1402"/>
                    </a:lnTo>
                    <a:lnTo>
                      <a:pt x="2344" y="1403"/>
                    </a:lnTo>
                    <a:lnTo>
                      <a:pt x="2344" y="1403"/>
                    </a:lnTo>
                    <a:lnTo>
                      <a:pt x="2345" y="1404"/>
                    </a:lnTo>
                    <a:lnTo>
                      <a:pt x="2345" y="1404"/>
                    </a:lnTo>
                    <a:lnTo>
                      <a:pt x="2345" y="1405"/>
                    </a:lnTo>
                    <a:lnTo>
                      <a:pt x="2346" y="1405"/>
                    </a:lnTo>
                    <a:lnTo>
                      <a:pt x="2346" y="1406"/>
                    </a:lnTo>
                    <a:lnTo>
                      <a:pt x="2346" y="1406"/>
                    </a:lnTo>
                    <a:lnTo>
                      <a:pt x="2346" y="1406"/>
                    </a:lnTo>
                    <a:lnTo>
                      <a:pt x="2347" y="1406"/>
                    </a:lnTo>
                    <a:lnTo>
                      <a:pt x="2347" y="1406"/>
                    </a:lnTo>
                    <a:lnTo>
                      <a:pt x="2347" y="1406"/>
                    </a:lnTo>
                    <a:lnTo>
                      <a:pt x="2347" y="1406"/>
                    </a:lnTo>
                    <a:lnTo>
                      <a:pt x="2348" y="1406"/>
                    </a:lnTo>
                    <a:lnTo>
                      <a:pt x="2348" y="1406"/>
                    </a:lnTo>
                    <a:lnTo>
                      <a:pt x="2349" y="1407"/>
                    </a:lnTo>
                    <a:lnTo>
                      <a:pt x="2349" y="1408"/>
                    </a:lnTo>
                    <a:lnTo>
                      <a:pt x="2349" y="1409"/>
                    </a:lnTo>
                    <a:lnTo>
                      <a:pt x="2349" y="1410"/>
                    </a:lnTo>
                    <a:lnTo>
                      <a:pt x="2350" y="1411"/>
                    </a:lnTo>
                    <a:lnTo>
                      <a:pt x="2350" y="1411"/>
                    </a:lnTo>
                    <a:lnTo>
                      <a:pt x="2350" y="1412"/>
                    </a:lnTo>
                    <a:lnTo>
                      <a:pt x="2350" y="1413"/>
                    </a:lnTo>
                    <a:lnTo>
                      <a:pt x="2351" y="1414"/>
                    </a:lnTo>
                    <a:lnTo>
                      <a:pt x="2351" y="1415"/>
                    </a:lnTo>
                    <a:lnTo>
                      <a:pt x="2351" y="1416"/>
                    </a:lnTo>
                    <a:lnTo>
                      <a:pt x="2352" y="1417"/>
                    </a:lnTo>
                    <a:lnTo>
                      <a:pt x="2352" y="1417"/>
                    </a:lnTo>
                    <a:lnTo>
                      <a:pt x="2352" y="1417"/>
                    </a:lnTo>
                    <a:lnTo>
                      <a:pt x="2352" y="1417"/>
                    </a:lnTo>
                    <a:lnTo>
                      <a:pt x="2353" y="1417"/>
                    </a:lnTo>
                    <a:lnTo>
                      <a:pt x="2353" y="1417"/>
                    </a:lnTo>
                    <a:lnTo>
                      <a:pt x="2353" y="1417"/>
                    </a:lnTo>
                    <a:lnTo>
                      <a:pt x="2354" y="1417"/>
                    </a:lnTo>
                    <a:lnTo>
                      <a:pt x="2354" y="1417"/>
                    </a:lnTo>
                    <a:lnTo>
                      <a:pt x="2354" y="1417"/>
                    </a:lnTo>
                    <a:lnTo>
                      <a:pt x="2355" y="1417"/>
                    </a:lnTo>
                    <a:lnTo>
                      <a:pt x="2355" y="1417"/>
                    </a:lnTo>
                    <a:lnTo>
                      <a:pt x="2355" y="1417"/>
                    </a:lnTo>
                    <a:lnTo>
                      <a:pt x="2355" y="1417"/>
                    </a:lnTo>
                    <a:lnTo>
                      <a:pt x="2356" y="1417"/>
                    </a:lnTo>
                    <a:lnTo>
                      <a:pt x="2356" y="1417"/>
                    </a:lnTo>
                    <a:lnTo>
                      <a:pt x="2356" y="1417"/>
                    </a:lnTo>
                    <a:lnTo>
                      <a:pt x="2356" y="1417"/>
                    </a:lnTo>
                    <a:lnTo>
                      <a:pt x="2357" y="1418"/>
                    </a:lnTo>
                    <a:lnTo>
                      <a:pt x="2357" y="1419"/>
                    </a:lnTo>
                    <a:lnTo>
                      <a:pt x="2358" y="1419"/>
                    </a:lnTo>
                    <a:lnTo>
                      <a:pt x="2358" y="1421"/>
                    </a:lnTo>
                    <a:lnTo>
                      <a:pt x="2358" y="1423"/>
                    </a:lnTo>
                    <a:lnTo>
                      <a:pt x="2358" y="1424"/>
                    </a:lnTo>
                    <a:lnTo>
                      <a:pt x="2359" y="1426"/>
                    </a:lnTo>
                    <a:lnTo>
                      <a:pt x="2359" y="1426"/>
                    </a:lnTo>
                    <a:lnTo>
                      <a:pt x="2359" y="1426"/>
                    </a:lnTo>
                    <a:lnTo>
                      <a:pt x="2359" y="1426"/>
                    </a:lnTo>
                    <a:lnTo>
                      <a:pt x="2360" y="1426"/>
                    </a:lnTo>
                    <a:lnTo>
                      <a:pt x="2360" y="1426"/>
                    </a:lnTo>
                    <a:lnTo>
                      <a:pt x="2360" y="1426"/>
                    </a:lnTo>
                    <a:lnTo>
                      <a:pt x="2361" y="1426"/>
                    </a:lnTo>
                    <a:lnTo>
                      <a:pt x="2361" y="1426"/>
                    </a:lnTo>
                    <a:lnTo>
                      <a:pt x="2361" y="1426"/>
                    </a:lnTo>
                    <a:lnTo>
                      <a:pt x="2361" y="1426"/>
                    </a:lnTo>
                    <a:lnTo>
                      <a:pt x="2362" y="1426"/>
                    </a:lnTo>
                    <a:lnTo>
                      <a:pt x="2362" y="1426"/>
                    </a:lnTo>
                    <a:lnTo>
                      <a:pt x="2362" y="1426"/>
                    </a:lnTo>
                    <a:lnTo>
                      <a:pt x="2362" y="1426"/>
                    </a:lnTo>
                    <a:lnTo>
                      <a:pt x="2363" y="1426"/>
                    </a:lnTo>
                    <a:lnTo>
                      <a:pt x="2363" y="1426"/>
                    </a:lnTo>
                    <a:lnTo>
                      <a:pt x="2364" y="1426"/>
                    </a:lnTo>
                    <a:lnTo>
                      <a:pt x="2364" y="1426"/>
                    </a:lnTo>
                    <a:lnTo>
                      <a:pt x="2364" y="1426"/>
                    </a:lnTo>
                    <a:lnTo>
                      <a:pt x="2364" y="1426"/>
                    </a:lnTo>
                    <a:lnTo>
                      <a:pt x="2365" y="1426"/>
                    </a:lnTo>
                    <a:lnTo>
                      <a:pt x="2365" y="1426"/>
                    </a:lnTo>
                    <a:lnTo>
                      <a:pt x="2365" y="1426"/>
                    </a:lnTo>
                    <a:lnTo>
                      <a:pt x="2365" y="1426"/>
                    </a:lnTo>
                    <a:lnTo>
                      <a:pt x="2366" y="1426"/>
                    </a:lnTo>
                    <a:lnTo>
                      <a:pt x="2366" y="1426"/>
                    </a:lnTo>
                    <a:lnTo>
                      <a:pt x="2366" y="1426"/>
                    </a:lnTo>
                    <a:lnTo>
                      <a:pt x="2367" y="1426"/>
                    </a:lnTo>
                    <a:lnTo>
                      <a:pt x="2367" y="1426"/>
                    </a:lnTo>
                    <a:lnTo>
                      <a:pt x="2367" y="1426"/>
                    </a:lnTo>
                    <a:lnTo>
                      <a:pt x="2368" y="1426"/>
                    </a:lnTo>
                    <a:lnTo>
                      <a:pt x="2368" y="1426"/>
                    </a:lnTo>
                    <a:lnTo>
                      <a:pt x="2368" y="1426"/>
                    </a:lnTo>
                    <a:lnTo>
                      <a:pt x="2368" y="1426"/>
                    </a:lnTo>
                    <a:lnTo>
                      <a:pt x="2369" y="1426"/>
                    </a:lnTo>
                    <a:lnTo>
                      <a:pt x="2369" y="1426"/>
                    </a:lnTo>
                    <a:lnTo>
                      <a:pt x="2369" y="1428"/>
                    </a:lnTo>
                    <a:lnTo>
                      <a:pt x="2370" y="1429"/>
                    </a:lnTo>
                    <a:lnTo>
                      <a:pt x="2370" y="1431"/>
                    </a:lnTo>
                    <a:lnTo>
                      <a:pt x="2370" y="1433"/>
                    </a:lnTo>
                    <a:lnTo>
                      <a:pt x="2370" y="1433"/>
                    </a:lnTo>
                    <a:lnTo>
                      <a:pt x="2371" y="1433"/>
                    </a:lnTo>
                    <a:lnTo>
                      <a:pt x="2371" y="1433"/>
                    </a:lnTo>
                    <a:lnTo>
                      <a:pt x="2371" y="1433"/>
                    </a:lnTo>
                    <a:lnTo>
                      <a:pt x="2371" y="1434"/>
                    </a:lnTo>
                    <a:lnTo>
                      <a:pt x="2372" y="1436"/>
                    </a:lnTo>
                    <a:lnTo>
                      <a:pt x="2372" y="1437"/>
                    </a:lnTo>
                    <a:lnTo>
                      <a:pt x="2373" y="1439"/>
                    </a:lnTo>
                    <a:lnTo>
                      <a:pt x="2373" y="1447"/>
                    </a:lnTo>
                    <a:lnTo>
                      <a:pt x="2373" y="1455"/>
                    </a:lnTo>
                    <a:lnTo>
                      <a:pt x="2373" y="1463"/>
                    </a:lnTo>
                    <a:lnTo>
                      <a:pt x="2374" y="1470"/>
                    </a:lnTo>
                    <a:lnTo>
                      <a:pt x="2374" y="1471"/>
                    </a:lnTo>
                    <a:lnTo>
                      <a:pt x="2374" y="1472"/>
                    </a:lnTo>
                    <a:lnTo>
                      <a:pt x="2374" y="1473"/>
                    </a:lnTo>
                    <a:lnTo>
                      <a:pt x="2375" y="1475"/>
                    </a:lnTo>
                  </a:path>
                </a:pathLst>
              </a:custGeom>
              <a:noFill/>
              <a:ln w="28575" cap="flat">
                <a:solidFill>
                  <a:srgbClr val="FF0000">
                    <a:alpha val="69804"/>
                  </a:srgb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401" name="Line 131">
              <a:extLst>
                <a:ext uri="{FF2B5EF4-FFF2-40B4-BE49-F238E27FC236}">
                  <a16:creationId xmlns:a16="http://schemas.microsoft.com/office/drawing/2014/main" id="{B1895B98-CBFC-6724-B451-00933D76D5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9861" y="3147594"/>
              <a:ext cx="0" cy="1265658"/>
            </a:xfrm>
            <a:prstGeom prst="line">
              <a:avLst/>
            </a:prstGeom>
            <a:noFill/>
            <a:ln w="4763" cap="flat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453" name="Freeform 442">
              <a:extLst>
                <a:ext uri="{FF2B5EF4-FFF2-40B4-BE49-F238E27FC236}">
                  <a16:creationId xmlns:a16="http://schemas.microsoft.com/office/drawing/2014/main" id="{731BB6EA-196F-3764-8831-37ED2F826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5686" y="3659497"/>
              <a:ext cx="1188402" cy="288616"/>
            </a:xfrm>
            <a:custGeom>
              <a:avLst/>
              <a:gdLst>
                <a:gd name="T0" fmla="*/ 38 w 2504"/>
                <a:gd name="T1" fmla="*/ 732 h 976"/>
                <a:gd name="T2" fmla="*/ 77 w 2504"/>
                <a:gd name="T3" fmla="*/ 393 h 976"/>
                <a:gd name="T4" fmla="*/ 116 w 2504"/>
                <a:gd name="T5" fmla="*/ 790 h 976"/>
                <a:gd name="T6" fmla="*/ 155 w 2504"/>
                <a:gd name="T7" fmla="*/ 677 h 976"/>
                <a:gd name="T8" fmla="*/ 194 w 2504"/>
                <a:gd name="T9" fmla="*/ 764 h 976"/>
                <a:gd name="T10" fmla="*/ 234 w 2504"/>
                <a:gd name="T11" fmla="*/ 669 h 976"/>
                <a:gd name="T12" fmla="*/ 273 w 2504"/>
                <a:gd name="T13" fmla="*/ 777 h 976"/>
                <a:gd name="T14" fmla="*/ 312 w 2504"/>
                <a:gd name="T15" fmla="*/ 438 h 976"/>
                <a:gd name="T16" fmla="*/ 351 w 2504"/>
                <a:gd name="T17" fmla="*/ 813 h 976"/>
                <a:gd name="T18" fmla="*/ 389 w 2504"/>
                <a:gd name="T19" fmla="*/ 729 h 976"/>
                <a:gd name="T20" fmla="*/ 430 w 2504"/>
                <a:gd name="T21" fmla="*/ 754 h 976"/>
                <a:gd name="T22" fmla="*/ 469 w 2504"/>
                <a:gd name="T23" fmla="*/ 754 h 976"/>
                <a:gd name="T24" fmla="*/ 508 w 2504"/>
                <a:gd name="T25" fmla="*/ 607 h 976"/>
                <a:gd name="T26" fmla="*/ 547 w 2504"/>
                <a:gd name="T27" fmla="*/ 497 h 976"/>
                <a:gd name="T28" fmla="*/ 587 w 2504"/>
                <a:gd name="T29" fmla="*/ 709 h 976"/>
                <a:gd name="T30" fmla="*/ 627 w 2504"/>
                <a:gd name="T31" fmla="*/ 730 h 976"/>
                <a:gd name="T32" fmla="*/ 666 w 2504"/>
                <a:gd name="T33" fmla="*/ 503 h 976"/>
                <a:gd name="T34" fmla="*/ 705 w 2504"/>
                <a:gd name="T35" fmla="*/ 485 h 976"/>
                <a:gd name="T36" fmla="*/ 744 w 2504"/>
                <a:gd name="T37" fmla="*/ 766 h 976"/>
                <a:gd name="T38" fmla="*/ 783 w 2504"/>
                <a:gd name="T39" fmla="*/ 761 h 976"/>
                <a:gd name="T40" fmla="*/ 823 w 2504"/>
                <a:gd name="T41" fmla="*/ 699 h 976"/>
                <a:gd name="T42" fmla="*/ 862 w 2504"/>
                <a:gd name="T43" fmla="*/ 751 h 976"/>
                <a:gd name="T44" fmla="*/ 903 w 2504"/>
                <a:gd name="T45" fmla="*/ 782 h 976"/>
                <a:gd name="T46" fmla="*/ 944 w 2504"/>
                <a:gd name="T47" fmla="*/ 741 h 976"/>
                <a:gd name="T48" fmla="*/ 983 w 2504"/>
                <a:gd name="T49" fmla="*/ 764 h 976"/>
                <a:gd name="T50" fmla="*/ 1023 w 2504"/>
                <a:gd name="T51" fmla="*/ 772 h 976"/>
                <a:gd name="T52" fmla="*/ 1065 w 2504"/>
                <a:gd name="T53" fmla="*/ 745 h 976"/>
                <a:gd name="T54" fmla="*/ 1105 w 2504"/>
                <a:gd name="T55" fmla="*/ 803 h 976"/>
                <a:gd name="T56" fmla="*/ 1146 w 2504"/>
                <a:gd name="T57" fmla="*/ 664 h 976"/>
                <a:gd name="T58" fmla="*/ 1187 w 2504"/>
                <a:gd name="T59" fmla="*/ 728 h 976"/>
                <a:gd name="T60" fmla="*/ 1228 w 2504"/>
                <a:gd name="T61" fmla="*/ 728 h 976"/>
                <a:gd name="T62" fmla="*/ 1267 w 2504"/>
                <a:gd name="T63" fmla="*/ 746 h 976"/>
                <a:gd name="T64" fmla="*/ 1309 w 2504"/>
                <a:gd name="T65" fmla="*/ 704 h 976"/>
                <a:gd name="T66" fmla="*/ 1349 w 2504"/>
                <a:gd name="T67" fmla="*/ 215 h 976"/>
                <a:gd name="T68" fmla="*/ 1388 w 2504"/>
                <a:gd name="T69" fmla="*/ 311 h 976"/>
                <a:gd name="T70" fmla="*/ 1427 w 2504"/>
                <a:gd name="T71" fmla="*/ 784 h 976"/>
                <a:gd name="T72" fmla="*/ 1466 w 2504"/>
                <a:gd name="T73" fmla="*/ 743 h 976"/>
                <a:gd name="T74" fmla="*/ 1507 w 2504"/>
                <a:gd name="T75" fmla="*/ 244 h 976"/>
                <a:gd name="T76" fmla="*/ 1548 w 2504"/>
                <a:gd name="T77" fmla="*/ 770 h 976"/>
                <a:gd name="T78" fmla="*/ 1587 w 2504"/>
                <a:gd name="T79" fmla="*/ 751 h 976"/>
                <a:gd name="T80" fmla="*/ 1625 w 2504"/>
                <a:gd name="T81" fmla="*/ 748 h 976"/>
                <a:gd name="T82" fmla="*/ 1665 w 2504"/>
                <a:gd name="T83" fmla="*/ 764 h 976"/>
                <a:gd name="T84" fmla="*/ 1704 w 2504"/>
                <a:gd name="T85" fmla="*/ 721 h 976"/>
                <a:gd name="T86" fmla="*/ 1743 w 2504"/>
                <a:gd name="T87" fmla="*/ 729 h 976"/>
                <a:gd name="T88" fmla="*/ 1781 w 2504"/>
                <a:gd name="T89" fmla="*/ 751 h 976"/>
                <a:gd name="T90" fmla="*/ 1818 w 2504"/>
                <a:gd name="T91" fmla="*/ 512 h 976"/>
                <a:gd name="T92" fmla="*/ 1859 w 2504"/>
                <a:gd name="T93" fmla="*/ 720 h 976"/>
                <a:gd name="T94" fmla="*/ 1897 w 2504"/>
                <a:gd name="T95" fmla="*/ 307 h 976"/>
                <a:gd name="T96" fmla="*/ 1935 w 2504"/>
                <a:gd name="T97" fmla="*/ 736 h 976"/>
                <a:gd name="T98" fmla="*/ 1973 w 2504"/>
                <a:gd name="T99" fmla="*/ 332 h 976"/>
                <a:gd name="T100" fmla="*/ 2013 w 2504"/>
                <a:gd name="T101" fmla="*/ 779 h 976"/>
                <a:gd name="T102" fmla="*/ 2053 w 2504"/>
                <a:gd name="T103" fmla="*/ 788 h 976"/>
                <a:gd name="T104" fmla="*/ 2093 w 2504"/>
                <a:gd name="T105" fmla="*/ 768 h 976"/>
                <a:gd name="T106" fmla="*/ 2131 w 2504"/>
                <a:gd name="T107" fmla="*/ 747 h 976"/>
                <a:gd name="T108" fmla="*/ 2171 w 2504"/>
                <a:gd name="T109" fmla="*/ 718 h 976"/>
                <a:gd name="T110" fmla="*/ 2210 w 2504"/>
                <a:gd name="T111" fmla="*/ 788 h 976"/>
                <a:gd name="T112" fmla="*/ 2249 w 2504"/>
                <a:gd name="T113" fmla="*/ 796 h 976"/>
                <a:gd name="T114" fmla="*/ 2288 w 2504"/>
                <a:gd name="T115" fmla="*/ 784 h 976"/>
                <a:gd name="T116" fmla="*/ 2327 w 2504"/>
                <a:gd name="T117" fmla="*/ 751 h 976"/>
                <a:gd name="T118" fmla="*/ 2368 w 2504"/>
                <a:gd name="T119" fmla="*/ 741 h 976"/>
                <a:gd name="T120" fmla="*/ 2409 w 2504"/>
                <a:gd name="T121" fmla="*/ 781 h 976"/>
                <a:gd name="T122" fmla="*/ 2448 w 2504"/>
                <a:gd name="T123" fmla="*/ 720 h 976"/>
                <a:gd name="T124" fmla="*/ 2487 w 2504"/>
                <a:gd name="T125" fmla="*/ 680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04" h="976">
                  <a:moveTo>
                    <a:pt x="0" y="751"/>
                  </a:moveTo>
                  <a:lnTo>
                    <a:pt x="1" y="746"/>
                  </a:lnTo>
                  <a:lnTo>
                    <a:pt x="1" y="796"/>
                  </a:lnTo>
                  <a:lnTo>
                    <a:pt x="1" y="783"/>
                  </a:lnTo>
                  <a:lnTo>
                    <a:pt x="1" y="782"/>
                  </a:lnTo>
                  <a:lnTo>
                    <a:pt x="2" y="426"/>
                  </a:lnTo>
                  <a:lnTo>
                    <a:pt x="2" y="853"/>
                  </a:lnTo>
                  <a:lnTo>
                    <a:pt x="3" y="810"/>
                  </a:lnTo>
                  <a:lnTo>
                    <a:pt x="3" y="810"/>
                  </a:lnTo>
                  <a:lnTo>
                    <a:pt x="3" y="811"/>
                  </a:lnTo>
                  <a:lnTo>
                    <a:pt x="3" y="754"/>
                  </a:lnTo>
                  <a:lnTo>
                    <a:pt x="4" y="793"/>
                  </a:lnTo>
                  <a:lnTo>
                    <a:pt x="4" y="794"/>
                  </a:lnTo>
                  <a:lnTo>
                    <a:pt x="5" y="754"/>
                  </a:lnTo>
                  <a:lnTo>
                    <a:pt x="6" y="811"/>
                  </a:lnTo>
                  <a:lnTo>
                    <a:pt x="6" y="775"/>
                  </a:lnTo>
                  <a:lnTo>
                    <a:pt x="6" y="775"/>
                  </a:lnTo>
                  <a:lnTo>
                    <a:pt x="6" y="805"/>
                  </a:lnTo>
                  <a:lnTo>
                    <a:pt x="7" y="753"/>
                  </a:lnTo>
                  <a:lnTo>
                    <a:pt x="7" y="775"/>
                  </a:lnTo>
                  <a:lnTo>
                    <a:pt x="7" y="775"/>
                  </a:lnTo>
                  <a:lnTo>
                    <a:pt x="8" y="776"/>
                  </a:lnTo>
                  <a:lnTo>
                    <a:pt x="8" y="735"/>
                  </a:lnTo>
                  <a:lnTo>
                    <a:pt x="9" y="740"/>
                  </a:lnTo>
                  <a:lnTo>
                    <a:pt x="9" y="740"/>
                  </a:lnTo>
                  <a:lnTo>
                    <a:pt x="10" y="775"/>
                  </a:lnTo>
                  <a:lnTo>
                    <a:pt x="10" y="737"/>
                  </a:lnTo>
                  <a:lnTo>
                    <a:pt x="10" y="765"/>
                  </a:lnTo>
                  <a:lnTo>
                    <a:pt x="10" y="765"/>
                  </a:lnTo>
                  <a:lnTo>
                    <a:pt x="11" y="772"/>
                  </a:lnTo>
                  <a:lnTo>
                    <a:pt x="12" y="713"/>
                  </a:lnTo>
                  <a:lnTo>
                    <a:pt x="12" y="714"/>
                  </a:lnTo>
                  <a:lnTo>
                    <a:pt x="12" y="714"/>
                  </a:lnTo>
                  <a:lnTo>
                    <a:pt x="12" y="748"/>
                  </a:lnTo>
                  <a:lnTo>
                    <a:pt x="13" y="703"/>
                  </a:lnTo>
                  <a:lnTo>
                    <a:pt x="13" y="735"/>
                  </a:lnTo>
                  <a:lnTo>
                    <a:pt x="13" y="735"/>
                  </a:lnTo>
                  <a:lnTo>
                    <a:pt x="14" y="784"/>
                  </a:lnTo>
                  <a:lnTo>
                    <a:pt x="15" y="283"/>
                  </a:lnTo>
                  <a:lnTo>
                    <a:pt x="15" y="394"/>
                  </a:lnTo>
                  <a:lnTo>
                    <a:pt x="15" y="394"/>
                  </a:lnTo>
                  <a:lnTo>
                    <a:pt x="15" y="352"/>
                  </a:lnTo>
                  <a:lnTo>
                    <a:pt x="16" y="743"/>
                  </a:lnTo>
                  <a:lnTo>
                    <a:pt x="16" y="725"/>
                  </a:lnTo>
                  <a:lnTo>
                    <a:pt x="16" y="725"/>
                  </a:lnTo>
                  <a:lnTo>
                    <a:pt x="17" y="664"/>
                  </a:lnTo>
                  <a:lnTo>
                    <a:pt x="18" y="757"/>
                  </a:lnTo>
                  <a:lnTo>
                    <a:pt x="18" y="757"/>
                  </a:lnTo>
                  <a:lnTo>
                    <a:pt x="18" y="757"/>
                  </a:lnTo>
                  <a:lnTo>
                    <a:pt x="19" y="762"/>
                  </a:lnTo>
                  <a:lnTo>
                    <a:pt x="19" y="740"/>
                  </a:lnTo>
                  <a:lnTo>
                    <a:pt x="19" y="740"/>
                  </a:lnTo>
                  <a:lnTo>
                    <a:pt x="19" y="740"/>
                  </a:lnTo>
                  <a:lnTo>
                    <a:pt x="20" y="758"/>
                  </a:lnTo>
                  <a:lnTo>
                    <a:pt x="20" y="704"/>
                  </a:lnTo>
                  <a:lnTo>
                    <a:pt x="21" y="747"/>
                  </a:lnTo>
                  <a:lnTo>
                    <a:pt x="21" y="747"/>
                  </a:lnTo>
                  <a:lnTo>
                    <a:pt x="22" y="716"/>
                  </a:lnTo>
                  <a:lnTo>
                    <a:pt x="22" y="823"/>
                  </a:lnTo>
                  <a:lnTo>
                    <a:pt x="22" y="751"/>
                  </a:lnTo>
                  <a:lnTo>
                    <a:pt x="22" y="751"/>
                  </a:lnTo>
                  <a:lnTo>
                    <a:pt x="23" y="782"/>
                  </a:lnTo>
                  <a:lnTo>
                    <a:pt x="23" y="726"/>
                  </a:lnTo>
                  <a:lnTo>
                    <a:pt x="24" y="755"/>
                  </a:lnTo>
                  <a:lnTo>
                    <a:pt x="24" y="755"/>
                  </a:lnTo>
                  <a:lnTo>
                    <a:pt x="25" y="746"/>
                  </a:lnTo>
                  <a:lnTo>
                    <a:pt x="25" y="860"/>
                  </a:lnTo>
                  <a:lnTo>
                    <a:pt x="25" y="770"/>
                  </a:lnTo>
                  <a:lnTo>
                    <a:pt x="25" y="770"/>
                  </a:lnTo>
                  <a:lnTo>
                    <a:pt x="26" y="774"/>
                  </a:lnTo>
                  <a:lnTo>
                    <a:pt x="26" y="262"/>
                  </a:lnTo>
                  <a:lnTo>
                    <a:pt x="27" y="684"/>
                  </a:lnTo>
                  <a:lnTo>
                    <a:pt x="27" y="684"/>
                  </a:lnTo>
                  <a:lnTo>
                    <a:pt x="28" y="833"/>
                  </a:lnTo>
                  <a:lnTo>
                    <a:pt x="28" y="824"/>
                  </a:lnTo>
                  <a:lnTo>
                    <a:pt x="28" y="824"/>
                  </a:lnTo>
                  <a:lnTo>
                    <a:pt x="29" y="773"/>
                  </a:lnTo>
                  <a:lnTo>
                    <a:pt x="30" y="847"/>
                  </a:lnTo>
                  <a:lnTo>
                    <a:pt x="30" y="825"/>
                  </a:lnTo>
                  <a:lnTo>
                    <a:pt x="30" y="825"/>
                  </a:lnTo>
                  <a:lnTo>
                    <a:pt x="30" y="855"/>
                  </a:lnTo>
                  <a:lnTo>
                    <a:pt x="31" y="261"/>
                  </a:lnTo>
                  <a:lnTo>
                    <a:pt x="31" y="573"/>
                  </a:lnTo>
                  <a:lnTo>
                    <a:pt x="31" y="573"/>
                  </a:lnTo>
                  <a:lnTo>
                    <a:pt x="32" y="306"/>
                  </a:lnTo>
                  <a:lnTo>
                    <a:pt x="33" y="772"/>
                  </a:lnTo>
                  <a:lnTo>
                    <a:pt x="33" y="766"/>
                  </a:lnTo>
                  <a:lnTo>
                    <a:pt x="33" y="766"/>
                  </a:lnTo>
                  <a:lnTo>
                    <a:pt x="34" y="729"/>
                  </a:lnTo>
                  <a:lnTo>
                    <a:pt x="34" y="745"/>
                  </a:lnTo>
                  <a:lnTo>
                    <a:pt x="34" y="745"/>
                  </a:lnTo>
                  <a:lnTo>
                    <a:pt x="35" y="268"/>
                  </a:lnTo>
                  <a:lnTo>
                    <a:pt x="36" y="759"/>
                  </a:lnTo>
                  <a:lnTo>
                    <a:pt x="36" y="749"/>
                  </a:lnTo>
                  <a:lnTo>
                    <a:pt x="36" y="749"/>
                  </a:lnTo>
                  <a:lnTo>
                    <a:pt x="37" y="708"/>
                  </a:lnTo>
                  <a:lnTo>
                    <a:pt x="37" y="711"/>
                  </a:lnTo>
                  <a:lnTo>
                    <a:pt x="37" y="711"/>
                  </a:lnTo>
                  <a:lnTo>
                    <a:pt x="38" y="698"/>
                  </a:lnTo>
                  <a:lnTo>
                    <a:pt x="38" y="732"/>
                  </a:lnTo>
                  <a:lnTo>
                    <a:pt x="39" y="723"/>
                  </a:lnTo>
                  <a:lnTo>
                    <a:pt x="39" y="723"/>
                  </a:lnTo>
                  <a:lnTo>
                    <a:pt x="39" y="725"/>
                  </a:lnTo>
                  <a:lnTo>
                    <a:pt x="40" y="695"/>
                  </a:lnTo>
                  <a:lnTo>
                    <a:pt x="40" y="711"/>
                  </a:lnTo>
                  <a:lnTo>
                    <a:pt x="40" y="711"/>
                  </a:lnTo>
                  <a:lnTo>
                    <a:pt x="41" y="705"/>
                  </a:lnTo>
                  <a:lnTo>
                    <a:pt x="42" y="722"/>
                  </a:lnTo>
                  <a:lnTo>
                    <a:pt x="42" y="718"/>
                  </a:lnTo>
                  <a:lnTo>
                    <a:pt x="42" y="718"/>
                  </a:lnTo>
                  <a:lnTo>
                    <a:pt x="43" y="481"/>
                  </a:lnTo>
                  <a:lnTo>
                    <a:pt x="43" y="797"/>
                  </a:lnTo>
                  <a:lnTo>
                    <a:pt x="43" y="723"/>
                  </a:lnTo>
                  <a:lnTo>
                    <a:pt x="43" y="723"/>
                  </a:lnTo>
                  <a:lnTo>
                    <a:pt x="44" y="780"/>
                  </a:lnTo>
                  <a:lnTo>
                    <a:pt x="45" y="740"/>
                  </a:lnTo>
                  <a:lnTo>
                    <a:pt x="45" y="740"/>
                  </a:lnTo>
                  <a:lnTo>
                    <a:pt x="46" y="706"/>
                  </a:lnTo>
                  <a:lnTo>
                    <a:pt x="46" y="725"/>
                  </a:lnTo>
                  <a:lnTo>
                    <a:pt x="46" y="725"/>
                  </a:lnTo>
                  <a:lnTo>
                    <a:pt x="48" y="739"/>
                  </a:lnTo>
                  <a:lnTo>
                    <a:pt x="48" y="295"/>
                  </a:lnTo>
                  <a:lnTo>
                    <a:pt x="48" y="442"/>
                  </a:lnTo>
                  <a:lnTo>
                    <a:pt x="48" y="442"/>
                  </a:lnTo>
                  <a:lnTo>
                    <a:pt x="48" y="315"/>
                  </a:lnTo>
                  <a:lnTo>
                    <a:pt x="49" y="761"/>
                  </a:lnTo>
                  <a:lnTo>
                    <a:pt x="49" y="720"/>
                  </a:lnTo>
                  <a:lnTo>
                    <a:pt x="49" y="720"/>
                  </a:lnTo>
                  <a:lnTo>
                    <a:pt x="50" y="747"/>
                  </a:lnTo>
                  <a:lnTo>
                    <a:pt x="51" y="718"/>
                  </a:lnTo>
                  <a:lnTo>
                    <a:pt x="51" y="737"/>
                  </a:lnTo>
                  <a:lnTo>
                    <a:pt x="51" y="737"/>
                  </a:lnTo>
                  <a:lnTo>
                    <a:pt x="51" y="694"/>
                  </a:lnTo>
                  <a:lnTo>
                    <a:pt x="52" y="746"/>
                  </a:lnTo>
                  <a:lnTo>
                    <a:pt x="52" y="738"/>
                  </a:lnTo>
                  <a:lnTo>
                    <a:pt x="52" y="738"/>
                  </a:lnTo>
                  <a:lnTo>
                    <a:pt x="53" y="696"/>
                  </a:lnTo>
                  <a:lnTo>
                    <a:pt x="54" y="744"/>
                  </a:lnTo>
                  <a:lnTo>
                    <a:pt x="54" y="739"/>
                  </a:lnTo>
                  <a:lnTo>
                    <a:pt x="54" y="739"/>
                  </a:lnTo>
                  <a:lnTo>
                    <a:pt x="55" y="701"/>
                  </a:lnTo>
                  <a:lnTo>
                    <a:pt x="55" y="743"/>
                  </a:lnTo>
                  <a:lnTo>
                    <a:pt x="55" y="737"/>
                  </a:lnTo>
                  <a:lnTo>
                    <a:pt x="55" y="737"/>
                  </a:lnTo>
                  <a:lnTo>
                    <a:pt x="56" y="739"/>
                  </a:lnTo>
                  <a:lnTo>
                    <a:pt x="56" y="705"/>
                  </a:lnTo>
                  <a:lnTo>
                    <a:pt x="57" y="734"/>
                  </a:lnTo>
                  <a:lnTo>
                    <a:pt x="57" y="734"/>
                  </a:lnTo>
                  <a:lnTo>
                    <a:pt x="58" y="716"/>
                  </a:lnTo>
                  <a:lnTo>
                    <a:pt x="58" y="753"/>
                  </a:lnTo>
                  <a:lnTo>
                    <a:pt x="58" y="742"/>
                  </a:lnTo>
                  <a:lnTo>
                    <a:pt x="58" y="742"/>
                  </a:lnTo>
                  <a:lnTo>
                    <a:pt x="59" y="752"/>
                  </a:lnTo>
                  <a:lnTo>
                    <a:pt x="60" y="721"/>
                  </a:lnTo>
                  <a:lnTo>
                    <a:pt x="60" y="725"/>
                  </a:lnTo>
                  <a:lnTo>
                    <a:pt x="60" y="725"/>
                  </a:lnTo>
                  <a:lnTo>
                    <a:pt x="61" y="744"/>
                  </a:lnTo>
                  <a:lnTo>
                    <a:pt x="61" y="714"/>
                  </a:lnTo>
                  <a:lnTo>
                    <a:pt x="61" y="725"/>
                  </a:lnTo>
                  <a:lnTo>
                    <a:pt x="61" y="725"/>
                  </a:lnTo>
                  <a:lnTo>
                    <a:pt x="63" y="733"/>
                  </a:lnTo>
                  <a:lnTo>
                    <a:pt x="63" y="307"/>
                  </a:lnTo>
                  <a:lnTo>
                    <a:pt x="63" y="323"/>
                  </a:lnTo>
                  <a:lnTo>
                    <a:pt x="63" y="323"/>
                  </a:lnTo>
                  <a:lnTo>
                    <a:pt x="63" y="318"/>
                  </a:lnTo>
                  <a:lnTo>
                    <a:pt x="64" y="770"/>
                  </a:lnTo>
                  <a:lnTo>
                    <a:pt x="64" y="755"/>
                  </a:lnTo>
                  <a:lnTo>
                    <a:pt x="64" y="755"/>
                  </a:lnTo>
                  <a:lnTo>
                    <a:pt x="65" y="792"/>
                  </a:lnTo>
                  <a:lnTo>
                    <a:pt x="66" y="757"/>
                  </a:lnTo>
                  <a:lnTo>
                    <a:pt x="66" y="757"/>
                  </a:lnTo>
                  <a:lnTo>
                    <a:pt x="66" y="312"/>
                  </a:lnTo>
                  <a:lnTo>
                    <a:pt x="67" y="789"/>
                  </a:lnTo>
                  <a:lnTo>
                    <a:pt x="67" y="766"/>
                  </a:lnTo>
                  <a:lnTo>
                    <a:pt x="67" y="766"/>
                  </a:lnTo>
                  <a:lnTo>
                    <a:pt x="68" y="777"/>
                  </a:lnTo>
                  <a:lnTo>
                    <a:pt x="69" y="725"/>
                  </a:lnTo>
                  <a:lnTo>
                    <a:pt x="69" y="747"/>
                  </a:lnTo>
                  <a:lnTo>
                    <a:pt x="69" y="747"/>
                  </a:lnTo>
                  <a:lnTo>
                    <a:pt x="70" y="688"/>
                  </a:lnTo>
                  <a:lnTo>
                    <a:pt x="70" y="819"/>
                  </a:lnTo>
                  <a:lnTo>
                    <a:pt x="70" y="770"/>
                  </a:lnTo>
                  <a:lnTo>
                    <a:pt x="70" y="770"/>
                  </a:lnTo>
                  <a:lnTo>
                    <a:pt x="71" y="775"/>
                  </a:lnTo>
                  <a:lnTo>
                    <a:pt x="72" y="718"/>
                  </a:lnTo>
                  <a:lnTo>
                    <a:pt x="72" y="718"/>
                  </a:lnTo>
                  <a:lnTo>
                    <a:pt x="72" y="718"/>
                  </a:lnTo>
                  <a:lnTo>
                    <a:pt x="72" y="753"/>
                  </a:lnTo>
                  <a:lnTo>
                    <a:pt x="73" y="341"/>
                  </a:lnTo>
                  <a:lnTo>
                    <a:pt x="73" y="438"/>
                  </a:lnTo>
                  <a:lnTo>
                    <a:pt x="73" y="438"/>
                  </a:lnTo>
                  <a:lnTo>
                    <a:pt x="74" y="393"/>
                  </a:lnTo>
                  <a:lnTo>
                    <a:pt x="75" y="813"/>
                  </a:lnTo>
                  <a:lnTo>
                    <a:pt x="75" y="802"/>
                  </a:lnTo>
                  <a:lnTo>
                    <a:pt x="75" y="802"/>
                  </a:lnTo>
                  <a:lnTo>
                    <a:pt x="75" y="807"/>
                  </a:lnTo>
                  <a:lnTo>
                    <a:pt x="76" y="322"/>
                  </a:lnTo>
                  <a:lnTo>
                    <a:pt x="76" y="394"/>
                  </a:lnTo>
                  <a:lnTo>
                    <a:pt x="76" y="394"/>
                  </a:lnTo>
                  <a:lnTo>
                    <a:pt x="77" y="393"/>
                  </a:lnTo>
                  <a:lnTo>
                    <a:pt x="78" y="808"/>
                  </a:lnTo>
                  <a:lnTo>
                    <a:pt x="78" y="806"/>
                  </a:lnTo>
                  <a:lnTo>
                    <a:pt x="78" y="806"/>
                  </a:lnTo>
                  <a:lnTo>
                    <a:pt x="78" y="825"/>
                  </a:lnTo>
                  <a:lnTo>
                    <a:pt x="79" y="752"/>
                  </a:lnTo>
                  <a:lnTo>
                    <a:pt x="79" y="754"/>
                  </a:lnTo>
                  <a:lnTo>
                    <a:pt x="79" y="754"/>
                  </a:lnTo>
                  <a:lnTo>
                    <a:pt x="80" y="762"/>
                  </a:lnTo>
                  <a:lnTo>
                    <a:pt x="80" y="732"/>
                  </a:lnTo>
                  <a:lnTo>
                    <a:pt x="81" y="746"/>
                  </a:lnTo>
                  <a:lnTo>
                    <a:pt x="81" y="746"/>
                  </a:lnTo>
                  <a:lnTo>
                    <a:pt x="81" y="725"/>
                  </a:lnTo>
                  <a:lnTo>
                    <a:pt x="81" y="758"/>
                  </a:lnTo>
                  <a:lnTo>
                    <a:pt x="82" y="753"/>
                  </a:lnTo>
                  <a:lnTo>
                    <a:pt x="82" y="753"/>
                  </a:lnTo>
                  <a:lnTo>
                    <a:pt x="83" y="710"/>
                  </a:lnTo>
                  <a:lnTo>
                    <a:pt x="83" y="812"/>
                  </a:lnTo>
                  <a:lnTo>
                    <a:pt x="84" y="759"/>
                  </a:lnTo>
                  <a:lnTo>
                    <a:pt x="84" y="759"/>
                  </a:lnTo>
                  <a:lnTo>
                    <a:pt x="85" y="715"/>
                  </a:lnTo>
                  <a:lnTo>
                    <a:pt x="85" y="749"/>
                  </a:lnTo>
                  <a:lnTo>
                    <a:pt x="85" y="749"/>
                  </a:lnTo>
                  <a:lnTo>
                    <a:pt x="86" y="710"/>
                  </a:lnTo>
                  <a:lnTo>
                    <a:pt x="87" y="814"/>
                  </a:lnTo>
                  <a:lnTo>
                    <a:pt x="87" y="758"/>
                  </a:lnTo>
                  <a:lnTo>
                    <a:pt x="87" y="758"/>
                  </a:lnTo>
                  <a:lnTo>
                    <a:pt x="88" y="345"/>
                  </a:lnTo>
                  <a:lnTo>
                    <a:pt x="88" y="518"/>
                  </a:lnTo>
                  <a:lnTo>
                    <a:pt x="88" y="518"/>
                  </a:lnTo>
                  <a:lnTo>
                    <a:pt x="90" y="796"/>
                  </a:lnTo>
                  <a:lnTo>
                    <a:pt x="90" y="379"/>
                  </a:lnTo>
                  <a:lnTo>
                    <a:pt x="90" y="488"/>
                  </a:lnTo>
                  <a:lnTo>
                    <a:pt x="90" y="488"/>
                  </a:lnTo>
                  <a:lnTo>
                    <a:pt x="90" y="397"/>
                  </a:lnTo>
                  <a:lnTo>
                    <a:pt x="91" y="765"/>
                  </a:lnTo>
                  <a:lnTo>
                    <a:pt x="91" y="732"/>
                  </a:lnTo>
                  <a:lnTo>
                    <a:pt x="91" y="732"/>
                  </a:lnTo>
                  <a:lnTo>
                    <a:pt x="92" y="722"/>
                  </a:lnTo>
                  <a:lnTo>
                    <a:pt x="93" y="753"/>
                  </a:lnTo>
                  <a:lnTo>
                    <a:pt x="93" y="722"/>
                  </a:lnTo>
                  <a:lnTo>
                    <a:pt x="93" y="722"/>
                  </a:lnTo>
                  <a:lnTo>
                    <a:pt x="94" y="743"/>
                  </a:lnTo>
                  <a:lnTo>
                    <a:pt x="94" y="697"/>
                  </a:lnTo>
                  <a:lnTo>
                    <a:pt x="94" y="699"/>
                  </a:lnTo>
                  <a:lnTo>
                    <a:pt x="94" y="699"/>
                  </a:lnTo>
                  <a:lnTo>
                    <a:pt x="95" y="805"/>
                  </a:lnTo>
                  <a:lnTo>
                    <a:pt x="96" y="748"/>
                  </a:lnTo>
                  <a:lnTo>
                    <a:pt x="96" y="748"/>
                  </a:lnTo>
                  <a:lnTo>
                    <a:pt x="96" y="351"/>
                  </a:lnTo>
                  <a:lnTo>
                    <a:pt x="97" y="734"/>
                  </a:lnTo>
                  <a:lnTo>
                    <a:pt x="97" y="734"/>
                  </a:lnTo>
                  <a:lnTo>
                    <a:pt x="98" y="729"/>
                  </a:lnTo>
                  <a:lnTo>
                    <a:pt x="98" y="789"/>
                  </a:lnTo>
                  <a:lnTo>
                    <a:pt x="99" y="772"/>
                  </a:lnTo>
                  <a:lnTo>
                    <a:pt x="99" y="772"/>
                  </a:lnTo>
                  <a:lnTo>
                    <a:pt x="99" y="775"/>
                  </a:lnTo>
                  <a:lnTo>
                    <a:pt x="100" y="388"/>
                  </a:lnTo>
                  <a:lnTo>
                    <a:pt x="100" y="772"/>
                  </a:lnTo>
                  <a:lnTo>
                    <a:pt x="100" y="772"/>
                  </a:lnTo>
                  <a:lnTo>
                    <a:pt x="101" y="743"/>
                  </a:lnTo>
                  <a:lnTo>
                    <a:pt x="102" y="790"/>
                  </a:lnTo>
                  <a:lnTo>
                    <a:pt x="102" y="766"/>
                  </a:lnTo>
                  <a:lnTo>
                    <a:pt x="102" y="766"/>
                  </a:lnTo>
                  <a:lnTo>
                    <a:pt x="102" y="746"/>
                  </a:lnTo>
                  <a:lnTo>
                    <a:pt x="103" y="827"/>
                  </a:lnTo>
                  <a:lnTo>
                    <a:pt x="103" y="794"/>
                  </a:lnTo>
                  <a:lnTo>
                    <a:pt x="103" y="794"/>
                  </a:lnTo>
                  <a:lnTo>
                    <a:pt x="104" y="801"/>
                  </a:lnTo>
                  <a:lnTo>
                    <a:pt x="105" y="742"/>
                  </a:lnTo>
                  <a:lnTo>
                    <a:pt x="105" y="768"/>
                  </a:lnTo>
                  <a:lnTo>
                    <a:pt x="105" y="768"/>
                  </a:lnTo>
                  <a:lnTo>
                    <a:pt x="106" y="775"/>
                  </a:lnTo>
                  <a:lnTo>
                    <a:pt x="106" y="388"/>
                  </a:lnTo>
                  <a:lnTo>
                    <a:pt x="106" y="442"/>
                  </a:lnTo>
                  <a:lnTo>
                    <a:pt x="106" y="442"/>
                  </a:lnTo>
                  <a:lnTo>
                    <a:pt x="107" y="433"/>
                  </a:lnTo>
                  <a:lnTo>
                    <a:pt x="108" y="772"/>
                  </a:lnTo>
                  <a:lnTo>
                    <a:pt x="108" y="732"/>
                  </a:lnTo>
                  <a:lnTo>
                    <a:pt x="108" y="732"/>
                  </a:lnTo>
                  <a:lnTo>
                    <a:pt x="108" y="751"/>
                  </a:lnTo>
                  <a:lnTo>
                    <a:pt x="109" y="723"/>
                  </a:lnTo>
                  <a:lnTo>
                    <a:pt x="109" y="723"/>
                  </a:lnTo>
                  <a:lnTo>
                    <a:pt x="109" y="723"/>
                  </a:lnTo>
                  <a:lnTo>
                    <a:pt x="109" y="721"/>
                  </a:lnTo>
                  <a:lnTo>
                    <a:pt x="111" y="741"/>
                  </a:lnTo>
                  <a:lnTo>
                    <a:pt x="111" y="736"/>
                  </a:lnTo>
                  <a:lnTo>
                    <a:pt x="111" y="736"/>
                  </a:lnTo>
                  <a:lnTo>
                    <a:pt x="111" y="731"/>
                  </a:lnTo>
                  <a:lnTo>
                    <a:pt x="112" y="812"/>
                  </a:lnTo>
                  <a:lnTo>
                    <a:pt x="113" y="766"/>
                  </a:lnTo>
                  <a:lnTo>
                    <a:pt x="113" y="766"/>
                  </a:lnTo>
                  <a:lnTo>
                    <a:pt x="113" y="768"/>
                  </a:lnTo>
                  <a:lnTo>
                    <a:pt x="114" y="715"/>
                  </a:lnTo>
                  <a:lnTo>
                    <a:pt x="114" y="766"/>
                  </a:lnTo>
                  <a:lnTo>
                    <a:pt x="114" y="766"/>
                  </a:lnTo>
                  <a:lnTo>
                    <a:pt x="114" y="768"/>
                  </a:lnTo>
                  <a:lnTo>
                    <a:pt x="115" y="369"/>
                  </a:lnTo>
                  <a:lnTo>
                    <a:pt x="116" y="762"/>
                  </a:lnTo>
                  <a:lnTo>
                    <a:pt x="116" y="762"/>
                  </a:lnTo>
                  <a:lnTo>
                    <a:pt x="116" y="790"/>
                  </a:lnTo>
                  <a:lnTo>
                    <a:pt x="117" y="721"/>
                  </a:lnTo>
                  <a:lnTo>
                    <a:pt x="117" y="746"/>
                  </a:lnTo>
                  <a:lnTo>
                    <a:pt x="117" y="746"/>
                  </a:lnTo>
                  <a:lnTo>
                    <a:pt x="118" y="750"/>
                  </a:lnTo>
                  <a:lnTo>
                    <a:pt x="118" y="664"/>
                  </a:lnTo>
                  <a:lnTo>
                    <a:pt x="119" y="749"/>
                  </a:lnTo>
                  <a:lnTo>
                    <a:pt x="119" y="749"/>
                  </a:lnTo>
                  <a:lnTo>
                    <a:pt x="119" y="755"/>
                  </a:lnTo>
                  <a:lnTo>
                    <a:pt x="119" y="697"/>
                  </a:lnTo>
                  <a:lnTo>
                    <a:pt x="120" y="725"/>
                  </a:lnTo>
                  <a:lnTo>
                    <a:pt x="120" y="725"/>
                  </a:lnTo>
                  <a:lnTo>
                    <a:pt x="121" y="733"/>
                  </a:lnTo>
                  <a:lnTo>
                    <a:pt x="122" y="696"/>
                  </a:lnTo>
                  <a:lnTo>
                    <a:pt x="122" y="707"/>
                  </a:lnTo>
                  <a:lnTo>
                    <a:pt x="122" y="707"/>
                  </a:lnTo>
                  <a:lnTo>
                    <a:pt x="122" y="703"/>
                  </a:lnTo>
                  <a:lnTo>
                    <a:pt x="123" y="769"/>
                  </a:lnTo>
                  <a:lnTo>
                    <a:pt x="123" y="746"/>
                  </a:lnTo>
                  <a:lnTo>
                    <a:pt x="123" y="746"/>
                  </a:lnTo>
                  <a:lnTo>
                    <a:pt x="124" y="723"/>
                  </a:lnTo>
                  <a:lnTo>
                    <a:pt x="125" y="751"/>
                  </a:lnTo>
                  <a:lnTo>
                    <a:pt x="125" y="751"/>
                  </a:lnTo>
                  <a:lnTo>
                    <a:pt x="125" y="751"/>
                  </a:lnTo>
                  <a:lnTo>
                    <a:pt x="125" y="758"/>
                  </a:lnTo>
                  <a:lnTo>
                    <a:pt x="125" y="725"/>
                  </a:lnTo>
                  <a:lnTo>
                    <a:pt x="126" y="752"/>
                  </a:lnTo>
                  <a:lnTo>
                    <a:pt x="126" y="752"/>
                  </a:lnTo>
                  <a:lnTo>
                    <a:pt x="126" y="755"/>
                  </a:lnTo>
                  <a:lnTo>
                    <a:pt x="127" y="712"/>
                  </a:lnTo>
                  <a:lnTo>
                    <a:pt x="128" y="750"/>
                  </a:lnTo>
                  <a:lnTo>
                    <a:pt x="128" y="750"/>
                  </a:lnTo>
                  <a:lnTo>
                    <a:pt x="128" y="714"/>
                  </a:lnTo>
                  <a:lnTo>
                    <a:pt x="129" y="757"/>
                  </a:lnTo>
                  <a:lnTo>
                    <a:pt x="129" y="756"/>
                  </a:lnTo>
                  <a:lnTo>
                    <a:pt x="129" y="756"/>
                  </a:lnTo>
                  <a:lnTo>
                    <a:pt x="129" y="757"/>
                  </a:lnTo>
                  <a:lnTo>
                    <a:pt x="130" y="728"/>
                  </a:lnTo>
                  <a:lnTo>
                    <a:pt x="131" y="746"/>
                  </a:lnTo>
                  <a:lnTo>
                    <a:pt x="131" y="746"/>
                  </a:lnTo>
                  <a:lnTo>
                    <a:pt x="131" y="748"/>
                  </a:lnTo>
                  <a:lnTo>
                    <a:pt x="132" y="725"/>
                  </a:lnTo>
                  <a:lnTo>
                    <a:pt x="132" y="735"/>
                  </a:lnTo>
                  <a:lnTo>
                    <a:pt x="132" y="735"/>
                  </a:lnTo>
                  <a:lnTo>
                    <a:pt x="133" y="737"/>
                  </a:lnTo>
                  <a:lnTo>
                    <a:pt x="133" y="705"/>
                  </a:lnTo>
                  <a:lnTo>
                    <a:pt x="134" y="721"/>
                  </a:lnTo>
                  <a:lnTo>
                    <a:pt x="134" y="721"/>
                  </a:lnTo>
                  <a:lnTo>
                    <a:pt x="134" y="711"/>
                  </a:lnTo>
                  <a:lnTo>
                    <a:pt x="134" y="752"/>
                  </a:lnTo>
                  <a:lnTo>
                    <a:pt x="135" y="720"/>
                  </a:lnTo>
                  <a:lnTo>
                    <a:pt x="135" y="720"/>
                  </a:lnTo>
                  <a:lnTo>
                    <a:pt x="135" y="712"/>
                  </a:lnTo>
                  <a:lnTo>
                    <a:pt x="136" y="746"/>
                  </a:lnTo>
                  <a:lnTo>
                    <a:pt x="137" y="714"/>
                  </a:lnTo>
                  <a:lnTo>
                    <a:pt x="137" y="714"/>
                  </a:lnTo>
                  <a:lnTo>
                    <a:pt x="137" y="742"/>
                  </a:lnTo>
                  <a:lnTo>
                    <a:pt x="138" y="712"/>
                  </a:lnTo>
                  <a:lnTo>
                    <a:pt x="138" y="732"/>
                  </a:lnTo>
                  <a:lnTo>
                    <a:pt x="138" y="732"/>
                  </a:lnTo>
                  <a:lnTo>
                    <a:pt x="139" y="711"/>
                  </a:lnTo>
                  <a:lnTo>
                    <a:pt x="139" y="744"/>
                  </a:lnTo>
                  <a:lnTo>
                    <a:pt x="140" y="740"/>
                  </a:lnTo>
                  <a:lnTo>
                    <a:pt x="140" y="740"/>
                  </a:lnTo>
                  <a:lnTo>
                    <a:pt x="140" y="779"/>
                  </a:lnTo>
                  <a:lnTo>
                    <a:pt x="141" y="726"/>
                  </a:lnTo>
                  <a:lnTo>
                    <a:pt x="141" y="753"/>
                  </a:lnTo>
                  <a:lnTo>
                    <a:pt x="141" y="753"/>
                  </a:lnTo>
                  <a:lnTo>
                    <a:pt x="141" y="366"/>
                  </a:lnTo>
                  <a:lnTo>
                    <a:pt x="143" y="772"/>
                  </a:lnTo>
                  <a:lnTo>
                    <a:pt x="143" y="761"/>
                  </a:lnTo>
                  <a:lnTo>
                    <a:pt x="143" y="761"/>
                  </a:lnTo>
                  <a:lnTo>
                    <a:pt x="144" y="722"/>
                  </a:lnTo>
                  <a:lnTo>
                    <a:pt x="144" y="742"/>
                  </a:lnTo>
                  <a:lnTo>
                    <a:pt x="144" y="742"/>
                  </a:lnTo>
                  <a:lnTo>
                    <a:pt x="145" y="784"/>
                  </a:lnTo>
                  <a:lnTo>
                    <a:pt x="146" y="738"/>
                  </a:lnTo>
                  <a:lnTo>
                    <a:pt x="146" y="740"/>
                  </a:lnTo>
                  <a:lnTo>
                    <a:pt x="146" y="740"/>
                  </a:lnTo>
                  <a:lnTo>
                    <a:pt x="146" y="741"/>
                  </a:lnTo>
                  <a:lnTo>
                    <a:pt x="146" y="407"/>
                  </a:lnTo>
                  <a:lnTo>
                    <a:pt x="147" y="475"/>
                  </a:lnTo>
                  <a:lnTo>
                    <a:pt x="147" y="475"/>
                  </a:lnTo>
                  <a:lnTo>
                    <a:pt x="147" y="475"/>
                  </a:lnTo>
                  <a:lnTo>
                    <a:pt x="148" y="764"/>
                  </a:lnTo>
                  <a:lnTo>
                    <a:pt x="149" y="747"/>
                  </a:lnTo>
                  <a:lnTo>
                    <a:pt x="149" y="747"/>
                  </a:lnTo>
                  <a:lnTo>
                    <a:pt x="150" y="723"/>
                  </a:lnTo>
                  <a:lnTo>
                    <a:pt x="150" y="737"/>
                  </a:lnTo>
                  <a:lnTo>
                    <a:pt x="150" y="737"/>
                  </a:lnTo>
                  <a:lnTo>
                    <a:pt x="150" y="722"/>
                  </a:lnTo>
                  <a:lnTo>
                    <a:pt x="151" y="764"/>
                  </a:lnTo>
                  <a:lnTo>
                    <a:pt x="152" y="739"/>
                  </a:lnTo>
                  <a:lnTo>
                    <a:pt x="152" y="739"/>
                  </a:lnTo>
                  <a:lnTo>
                    <a:pt x="152" y="753"/>
                  </a:lnTo>
                  <a:lnTo>
                    <a:pt x="153" y="394"/>
                  </a:lnTo>
                  <a:lnTo>
                    <a:pt x="153" y="505"/>
                  </a:lnTo>
                  <a:lnTo>
                    <a:pt x="153" y="505"/>
                  </a:lnTo>
                  <a:lnTo>
                    <a:pt x="153" y="428"/>
                  </a:lnTo>
                  <a:lnTo>
                    <a:pt x="155" y="677"/>
                  </a:lnTo>
                  <a:lnTo>
                    <a:pt x="155" y="677"/>
                  </a:lnTo>
                  <a:lnTo>
                    <a:pt x="155" y="677"/>
                  </a:lnTo>
                  <a:lnTo>
                    <a:pt x="155" y="707"/>
                  </a:lnTo>
                  <a:lnTo>
                    <a:pt x="155" y="640"/>
                  </a:lnTo>
                  <a:lnTo>
                    <a:pt x="156" y="696"/>
                  </a:lnTo>
                  <a:lnTo>
                    <a:pt x="156" y="696"/>
                  </a:lnTo>
                  <a:lnTo>
                    <a:pt x="156" y="717"/>
                  </a:lnTo>
                  <a:lnTo>
                    <a:pt x="157" y="657"/>
                  </a:lnTo>
                  <a:lnTo>
                    <a:pt x="158" y="690"/>
                  </a:lnTo>
                  <a:lnTo>
                    <a:pt x="158" y="690"/>
                  </a:lnTo>
                  <a:lnTo>
                    <a:pt x="158" y="666"/>
                  </a:lnTo>
                  <a:lnTo>
                    <a:pt x="158" y="722"/>
                  </a:lnTo>
                  <a:lnTo>
                    <a:pt x="159" y="705"/>
                  </a:lnTo>
                  <a:lnTo>
                    <a:pt x="159" y="705"/>
                  </a:lnTo>
                  <a:lnTo>
                    <a:pt x="160" y="677"/>
                  </a:lnTo>
                  <a:lnTo>
                    <a:pt x="160" y="707"/>
                  </a:lnTo>
                  <a:lnTo>
                    <a:pt x="161" y="692"/>
                  </a:lnTo>
                  <a:lnTo>
                    <a:pt x="161" y="692"/>
                  </a:lnTo>
                  <a:lnTo>
                    <a:pt x="161" y="697"/>
                  </a:lnTo>
                  <a:lnTo>
                    <a:pt x="161" y="664"/>
                  </a:lnTo>
                  <a:lnTo>
                    <a:pt x="162" y="676"/>
                  </a:lnTo>
                  <a:lnTo>
                    <a:pt x="162" y="676"/>
                  </a:lnTo>
                  <a:lnTo>
                    <a:pt x="164" y="779"/>
                  </a:lnTo>
                  <a:lnTo>
                    <a:pt x="164" y="352"/>
                  </a:lnTo>
                  <a:lnTo>
                    <a:pt x="164" y="352"/>
                  </a:lnTo>
                  <a:lnTo>
                    <a:pt x="164" y="352"/>
                  </a:lnTo>
                  <a:lnTo>
                    <a:pt x="164" y="775"/>
                  </a:lnTo>
                  <a:lnTo>
                    <a:pt x="164" y="336"/>
                  </a:lnTo>
                  <a:lnTo>
                    <a:pt x="165" y="726"/>
                  </a:lnTo>
                  <a:lnTo>
                    <a:pt x="165" y="726"/>
                  </a:lnTo>
                  <a:lnTo>
                    <a:pt x="166" y="705"/>
                  </a:lnTo>
                  <a:lnTo>
                    <a:pt x="167" y="738"/>
                  </a:lnTo>
                  <a:lnTo>
                    <a:pt x="167" y="723"/>
                  </a:lnTo>
                  <a:lnTo>
                    <a:pt x="167" y="723"/>
                  </a:lnTo>
                  <a:lnTo>
                    <a:pt x="167" y="723"/>
                  </a:lnTo>
                  <a:lnTo>
                    <a:pt x="167" y="785"/>
                  </a:lnTo>
                  <a:lnTo>
                    <a:pt x="168" y="774"/>
                  </a:lnTo>
                  <a:lnTo>
                    <a:pt x="168" y="774"/>
                  </a:lnTo>
                  <a:lnTo>
                    <a:pt x="169" y="795"/>
                  </a:lnTo>
                  <a:lnTo>
                    <a:pt x="170" y="793"/>
                  </a:lnTo>
                  <a:lnTo>
                    <a:pt x="170" y="793"/>
                  </a:lnTo>
                  <a:lnTo>
                    <a:pt x="170" y="587"/>
                  </a:lnTo>
                  <a:lnTo>
                    <a:pt x="171" y="595"/>
                  </a:lnTo>
                  <a:lnTo>
                    <a:pt x="171" y="595"/>
                  </a:lnTo>
                  <a:lnTo>
                    <a:pt x="171" y="743"/>
                  </a:lnTo>
                  <a:lnTo>
                    <a:pt x="172" y="575"/>
                  </a:lnTo>
                  <a:lnTo>
                    <a:pt x="173" y="638"/>
                  </a:lnTo>
                  <a:lnTo>
                    <a:pt x="173" y="638"/>
                  </a:lnTo>
                  <a:lnTo>
                    <a:pt x="173" y="298"/>
                  </a:lnTo>
                  <a:lnTo>
                    <a:pt x="174" y="708"/>
                  </a:lnTo>
                  <a:lnTo>
                    <a:pt x="174" y="638"/>
                  </a:lnTo>
                  <a:lnTo>
                    <a:pt x="174" y="638"/>
                  </a:lnTo>
                  <a:lnTo>
                    <a:pt x="174" y="705"/>
                  </a:lnTo>
                  <a:lnTo>
                    <a:pt x="175" y="599"/>
                  </a:lnTo>
                  <a:lnTo>
                    <a:pt x="176" y="682"/>
                  </a:lnTo>
                  <a:lnTo>
                    <a:pt x="176" y="682"/>
                  </a:lnTo>
                  <a:lnTo>
                    <a:pt x="176" y="624"/>
                  </a:lnTo>
                  <a:lnTo>
                    <a:pt x="177" y="755"/>
                  </a:lnTo>
                  <a:lnTo>
                    <a:pt x="177" y="643"/>
                  </a:lnTo>
                  <a:lnTo>
                    <a:pt x="177" y="643"/>
                  </a:lnTo>
                  <a:lnTo>
                    <a:pt x="178" y="746"/>
                  </a:lnTo>
                  <a:lnTo>
                    <a:pt x="179" y="600"/>
                  </a:lnTo>
                  <a:lnTo>
                    <a:pt x="179" y="688"/>
                  </a:lnTo>
                  <a:lnTo>
                    <a:pt x="179" y="688"/>
                  </a:lnTo>
                  <a:lnTo>
                    <a:pt x="179" y="691"/>
                  </a:lnTo>
                  <a:lnTo>
                    <a:pt x="179" y="561"/>
                  </a:lnTo>
                  <a:lnTo>
                    <a:pt x="180" y="638"/>
                  </a:lnTo>
                  <a:lnTo>
                    <a:pt x="180" y="638"/>
                  </a:lnTo>
                  <a:lnTo>
                    <a:pt x="180" y="585"/>
                  </a:lnTo>
                  <a:lnTo>
                    <a:pt x="182" y="800"/>
                  </a:lnTo>
                  <a:lnTo>
                    <a:pt x="182" y="791"/>
                  </a:lnTo>
                  <a:lnTo>
                    <a:pt x="182" y="791"/>
                  </a:lnTo>
                  <a:lnTo>
                    <a:pt x="182" y="805"/>
                  </a:lnTo>
                  <a:lnTo>
                    <a:pt x="183" y="620"/>
                  </a:lnTo>
                  <a:lnTo>
                    <a:pt x="183" y="620"/>
                  </a:lnTo>
                  <a:lnTo>
                    <a:pt x="183" y="620"/>
                  </a:lnTo>
                  <a:lnTo>
                    <a:pt x="184" y="578"/>
                  </a:lnTo>
                  <a:lnTo>
                    <a:pt x="184" y="802"/>
                  </a:lnTo>
                  <a:lnTo>
                    <a:pt x="185" y="775"/>
                  </a:lnTo>
                  <a:lnTo>
                    <a:pt x="185" y="775"/>
                  </a:lnTo>
                  <a:lnTo>
                    <a:pt x="185" y="639"/>
                  </a:lnTo>
                  <a:lnTo>
                    <a:pt x="186" y="793"/>
                  </a:lnTo>
                  <a:lnTo>
                    <a:pt x="186" y="789"/>
                  </a:lnTo>
                  <a:lnTo>
                    <a:pt x="186" y="789"/>
                  </a:lnTo>
                  <a:lnTo>
                    <a:pt x="187" y="594"/>
                  </a:lnTo>
                  <a:lnTo>
                    <a:pt x="187" y="807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89" y="331"/>
                  </a:lnTo>
                  <a:lnTo>
                    <a:pt x="189" y="353"/>
                  </a:lnTo>
                  <a:lnTo>
                    <a:pt x="189" y="353"/>
                  </a:lnTo>
                  <a:lnTo>
                    <a:pt x="191" y="793"/>
                  </a:lnTo>
                  <a:lnTo>
                    <a:pt x="191" y="792"/>
                  </a:lnTo>
                  <a:lnTo>
                    <a:pt x="191" y="792"/>
                  </a:lnTo>
                  <a:lnTo>
                    <a:pt x="192" y="330"/>
                  </a:lnTo>
                  <a:lnTo>
                    <a:pt x="192" y="644"/>
                  </a:lnTo>
                  <a:lnTo>
                    <a:pt x="192" y="644"/>
                  </a:lnTo>
                  <a:lnTo>
                    <a:pt x="193" y="375"/>
                  </a:lnTo>
                  <a:lnTo>
                    <a:pt x="194" y="772"/>
                  </a:lnTo>
                  <a:lnTo>
                    <a:pt x="194" y="764"/>
                  </a:lnTo>
                  <a:lnTo>
                    <a:pt x="194" y="764"/>
                  </a:lnTo>
                  <a:lnTo>
                    <a:pt x="194" y="782"/>
                  </a:lnTo>
                  <a:lnTo>
                    <a:pt x="195" y="397"/>
                  </a:lnTo>
                  <a:lnTo>
                    <a:pt x="195" y="553"/>
                  </a:lnTo>
                  <a:lnTo>
                    <a:pt x="195" y="553"/>
                  </a:lnTo>
                  <a:lnTo>
                    <a:pt x="196" y="395"/>
                  </a:lnTo>
                  <a:lnTo>
                    <a:pt x="196" y="784"/>
                  </a:lnTo>
                  <a:lnTo>
                    <a:pt x="197" y="572"/>
                  </a:lnTo>
                  <a:lnTo>
                    <a:pt x="197" y="572"/>
                  </a:lnTo>
                  <a:lnTo>
                    <a:pt x="197" y="410"/>
                  </a:lnTo>
                  <a:lnTo>
                    <a:pt x="198" y="779"/>
                  </a:lnTo>
                  <a:lnTo>
                    <a:pt x="198" y="753"/>
                  </a:lnTo>
                  <a:lnTo>
                    <a:pt x="198" y="753"/>
                  </a:lnTo>
                  <a:lnTo>
                    <a:pt x="199" y="764"/>
                  </a:lnTo>
                  <a:lnTo>
                    <a:pt x="199" y="734"/>
                  </a:lnTo>
                  <a:lnTo>
                    <a:pt x="200" y="759"/>
                  </a:lnTo>
                  <a:lnTo>
                    <a:pt x="200" y="759"/>
                  </a:lnTo>
                  <a:lnTo>
                    <a:pt x="200" y="605"/>
                  </a:lnTo>
                  <a:lnTo>
                    <a:pt x="201" y="767"/>
                  </a:lnTo>
                  <a:lnTo>
                    <a:pt x="201" y="767"/>
                  </a:lnTo>
                  <a:lnTo>
                    <a:pt x="201" y="767"/>
                  </a:lnTo>
                  <a:lnTo>
                    <a:pt x="202" y="782"/>
                  </a:lnTo>
                  <a:lnTo>
                    <a:pt x="202" y="764"/>
                  </a:lnTo>
                  <a:lnTo>
                    <a:pt x="203" y="775"/>
                  </a:lnTo>
                  <a:lnTo>
                    <a:pt x="203" y="775"/>
                  </a:lnTo>
                  <a:lnTo>
                    <a:pt x="203" y="776"/>
                  </a:lnTo>
                  <a:lnTo>
                    <a:pt x="203" y="646"/>
                  </a:lnTo>
                  <a:lnTo>
                    <a:pt x="204" y="762"/>
                  </a:lnTo>
                  <a:lnTo>
                    <a:pt x="204" y="762"/>
                  </a:lnTo>
                  <a:lnTo>
                    <a:pt x="205" y="763"/>
                  </a:lnTo>
                  <a:lnTo>
                    <a:pt x="205" y="699"/>
                  </a:lnTo>
                  <a:lnTo>
                    <a:pt x="206" y="748"/>
                  </a:lnTo>
                  <a:lnTo>
                    <a:pt x="206" y="748"/>
                  </a:lnTo>
                  <a:lnTo>
                    <a:pt x="206" y="766"/>
                  </a:lnTo>
                  <a:lnTo>
                    <a:pt x="207" y="665"/>
                  </a:lnTo>
                  <a:lnTo>
                    <a:pt x="207" y="665"/>
                  </a:lnTo>
                  <a:lnTo>
                    <a:pt x="207" y="665"/>
                  </a:lnTo>
                  <a:lnTo>
                    <a:pt x="208" y="761"/>
                  </a:lnTo>
                  <a:lnTo>
                    <a:pt x="209" y="649"/>
                  </a:lnTo>
                  <a:lnTo>
                    <a:pt x="209" y="719"/>
                  </a:lnTo>
                  <a:lnTo>
                    <a:pt x="209" y="719"/>
                  </a:lnTo>
                  <a:lnTo>
                    <a:pt x="210" y="780"/>
                  </a:lnTo>
                  <a:lnTo>
                    <a:pt x="210" y="419"/>
                  </a:lnTo>
                  <a:lnTo>
                    <a:pt x="210" y="703"/>
                  </a:lnTo>
                  <a:lnTo>
                    <a:pt x="210" y="703"/>
                  </a:lnTo>
                  <a:lnTo>
                    <a:pt x="211" y="349"/>
                  </a:lnTo>
                  <a:lnTo>
                    <a:pt x="212" y="735"/>
                  </a:lnTo>
                  <a:lnTo>
                    <a:pt x="212" y="661"/>
                  </a:lnTo>
                  <a:lnTo>
                    <a:pt x="212" y="661"/>
                  </a:lnTo>
                  <a:lnTo>
                    <a:pt x="213" y="582"/>
                  </a:lnTo>
                  <a:lnTo>
                    <a:pt x="213" y="737"/>
                  </a:lnTo>
                  <a:lnTo>
                    <a:pt x="213" y="679"/>
                  </a:lnTo>
                  <a:lnTo>
                    <a:pt x="213" y="679"/>
                  </a:lnTo>
                  <a:lnTo>
                    <a:pt x="214" y="629"/>
                  </a:lnTo>
                  <a:lnTo>
                    <a:pt x="215" y="773"/>
                  </a:lnTo>
                  <a:lnTo>
                    <a:pt x="215" y="772"/>
                  </a:lnTo>
                  <a:lnTo>
                    <a:pt x="215" y="772"/>
                  </a:lnTo>
                  <a:lnTo>
                    <a:pt x="216" y="761"/>
                  </a:lnTo>
                  <a:lnTo>
                    <a:pt x="216" y="788"/>
                  </a:lnTo>
                  <a:lnTo>
                    <a:pt x="216" y="788"/>
                  </a:lnTo>
                  <a:lnTo>
                    <a:pt x="216" y="788"/>
                  </a:lnTo>
                  <a:lnTo>
                    <a:pt x="217" y="660"/>
                  </a:lnTo>
                  <a:lnTo>
                    <a:pt x="218" y="778"/>
                  </a:lnTo>
                  <a:lnTo>
                    <a:pt x="218" y="778"/>
                  </a:lnTo>
                  <a:lnTo>
                    <a:pt x="219" y="680"/>
                  </a:lnTo>
                  <a:lnTo>
                    <a:pt x="219" y="792"/>
                  </a:lnTo>
                  <a:lnTo>
                    <a:pt x="219" y="786"/>
                  </a:lnTo>
                  <a:lnTo>
                    <a:pt x="219" y="786"/>
                  </a:lnTo>
                  <a:lnTo>
                    <a:pt x="220" y="702"/>
                  </a:lnTo>
                  <a:lnTo>
                    <a:pt x="221" y="796"/>
                  </a:lnTo>
                  <a:lnTo>
                    <a:pt x="221" y="789"/>
                  </a:lnTo>
                  <a:lnTo>
                    <a:pt x="221" y="789"/>
                  </a:lnTo>
                  <a:lnTo>
                    <a:pt x="222" y="659"/>
                  </a:lnTo>
                  <a:lnTo>
                    <a:pt x="222" y="731"/>
                  </a:lnTo>
                  <a:lnTo>
                    <a:pt x="222" y="731"/>
                  </a:lnTo>
                  <a:lnTo>
                    <a:pt x="223" y="753"/>
                  </a:lnTo>
                  <a:lnTo>
                    <a:pt x="223" y="674"/>
                  </a:lnTo>
                  <a:lnTo>
                    <a:pt x="224" y="702"/>
                  </a:lnTo>
                  <a:lnTo>
                    <a:pt x="224" y="702"/>
                  </a:lnTo>
                  <a:lnTo>
                    <a:pt x="224" y="758"/>
                  </a:lnTo>
                  <a:lnTo>
                    <a:pt x="225" y="644"/>
                  </a:lnTo>
                  <a:lnTo>
                    <a:pt x="225" y="663"/>
                  </a:lnTo>
                  <a:lnTo>
                    <a:pt x="225" y="663"/>
                  </a:lnTo>
                  <a:lnTo>
                    <a:pt x="226" y="746"/>
                  </a:lnTo>
                  <a:lnTo>
                    <a:pt x="227" y="684"/>
                  </a:lnTo>
                  <a:lnTo>
                    <a:pt x="227" y="684"/>
                  </a:lnTo>
                  <a:lnTo>
                    <a:pt x="228" y="745"/>
                  </a:lnTo>
                  <a:lnTo>
                    <a:pt x="228" y="732"/>
                  </a:lnTo>
                  <a:lnTo>
                    <a:pt x="228" y="732"/>
                  </a:lnTo>
                  <a:lnTo>
                    <a:pt x="229" y="642"/>
                  </a:lnTo>
                  <a:lnTo>
                    <a:pt x="229" y="743"/>
                  </a:lnTo>
                  <a:lnTo>
                    <a:pt x="230" y="741"/>
                  </a:lnTo>
                  <a:lnTo>
                    <a:pt x="230" y="741"/>
                  </a:lnTo>
                  <a:lnTo>
                    <a:pt x="230" y="778"/>
                  </a:lnTo>
                  <a:lnTo>
                    <a:pt x="231" y="772"/>
                  </a:lnTo>
                  <a:lnTo>
                    <a:pt x="231" y="772"/>
                  </a:lnTo>
                  <a:lnTo>
                    <a:pt x="232" y="363"/>
                  </a:lnTo>
                  <a:lnTo>
                    <a:pt x="233" y="766"/>
                  </a:lnTo>
                  <a:lnTo>
                    <a:pt x="233" y="766"/>
                  </a:lnTo>
                  <a:lnTo>
                    <a:pt x="233" y="768"/>
                  </a:lnTo>
                  <a:lnTo>
                    <a:pt x="234" y="669"/>
                  </a:lnTo>
                  <a:lnTo>
                    <a:pt x="234" y="740"/>
                  </a:lnTo>
                  <a:lnTo>
                    <a:pt x="234" y="740"/>
                  </a:lnTo>
                  <a:lnTo>
                    <a:pt x="235" y="763"/>
                  </a:lnTo>
                  <a:lnTo>
                    <a:pt x="236" y="592"/>
                  </a:lnTo>
                  <a:lnTo>
                    <a:pt x="236" y="592"/>
                  </a:lnTo>
                  <a:lnTo>
                    <a:pt x="236" y="592"/>
                  </a:lnTo>
                  <a:lnTo>
                    <a:pt x="236" y="774"/>
                  </a:lnTo>
                  <a:lnTo>
                    <a:pt x="237" y="387"/>
                  </a:lnTo>
                  <a:lnTo>
                    <a:pt x="237" y="411"/>
                  </a:lnTo>
                  <a:lnTo>
                    <a:pt x="237" y="411"/>
                  </a:lnTo>
                  <a:lnTo>
                    <a:pt x="237" y="402"/>
                  </a:lnTo>
                  <a:lnTo>
                    <a:pt x="238" y="778"/>
                  </a:lnTo>
                  <a:lnTo>
                    <a:pt x="239" y="680"/>
                  </a:lnTo>
                  <a:lnTo>
                    <a:pt x="239" y="680"/>
                  </a:lnTo>
                  <a:lnTo>
                    <a:pt x="239" y="644"/>
                  </a:lnTo>
                  <a:lnTo>
                    <a:pt x="240" y="792"/>
                  </a:lnTo>
                  <a:lnTo>
                    <a:pt x="240" y="778"/>
                  </a:lnTo>
                  <a:lnTo>
                    <a:pt x="240" y="778"/>
                  </a:lnTo>
                  <a:lnTo>
                    <a:pt x="241" y="780"/>
                  </a:lnTo>
                  <a:lnTo>
                    <a:pt x="242" y="378"/>
                  </a:lnTo>
                  <a:lnTo>
                    <a:pt x="242" y="388"/>
                  </a:lnTo>
                  <a:lnTo>
                    <a:pt x="242" y="388"/>
                  </a:lnTo>
                  <a:lnTo>
                    <a:pt x="243" y="773"/>
                  </a:lnTo>
                  <a:lnTo>
                    <a:pt x="243" y="715"/>
                  </a:lnTo>
                  <a:lnTo>
                    <a:pt x="243" y="715"/>
                  </a:lnTo>
                  <a:lnTo>
                    <a:pt x="244" y="776"/>
                  </a:lnTo>
                  <a:lnTo>
                    <a:pt x="245" y="632"/>
                  </a:lnTo>
                  <a:lnTo>
                    <a:pt x="245" y="632"/>
                  </a:lnTo>
                  <a:lnTo>
                    <a:pt x="245" y="628"/>
                  </a:lnTo>
                  <a:lnTo>
                    <a:pt x="245" y="391"/>
                  </a:lnTo>
                  <a:lnTo>
                    <a:pt x="246" y="789"/>
                  </a:lnTo>
                  <a:lnTo>
                    <a:pt x="246" y="786"/>
                  </a:lnTo>
                  <a:lnTo>
                    <a:pt x="246" y="786"/>
                  </a:lnTo>
                  <a:lnTo>
                    <a:pt x="247" y="686"/>
                  </a:lnTo>
                  <a:lnTo>
                    <a:pt x="248" y="786"/>
                  </a:lnTo>
                  <a:lnTo>
                    <a:pt x="248" y="786"/>
                  </a:lnTo>
                  <a:lnTo>
                    <a:pt x="248" y="786"/>
                  </a:lnTo>
                  <a:lnTo>
                    <a:pt x="249" y="704"/>
                  </a:lnTo>
                  <a:lnTo>
                    <a:pt x="249" y="792"/>
                  </a:lnTo>
                  <a:lnTo>
                    <a:pt x="249" y="792"/>
                  </a:lnTo>
                  <a:lnTo>
                    <a:pt x="250" y="793"/>
                  </a:lnTo>
                  <a:lnTo>
                    <a:pt x="250" y="415"/>
                  </a:lnTo>
                  <a:lnTo>
                    <a:pt x="251" y="757"/>
                  </a:lnTo>
                  <a:lnTo>
                    <a:pt x="251" y="757"/>
                  </a:lnTo>
                  <a:lnTo>
                    <a:pt x="251" y="773"/>
                  </a:lnTo>
                  <a:lnTo>
                    <a:pt x="252" y="692"/>
                  </a:lnTo>
                  <a:lnTo>
                    <a:pt x="252" y="734"/>
                  </a:lnTo>
                  <a:lnTo>
                    <a:pt x="252" y="735"/>
                  </a:lnTo>
                  <a:lnTo>
                    <a:pt x="253" y="778"/>
                  </a:lnTo>
                  <a:lnTo>
                    <a:pt x="253" y="416"/>
                  </a:lnTo>
                  <a:lnTo>
                    <a:pt x="254" y="665"/>
                  </a:lnTo>
                  <a:lnTo>
                    <a:pt x="254" y="664"/>
                  </a:lnTo>
                  <a:lnTo>
                    <a:pt x="254" y="432"/>
                  </a:lnTo>
                  <a:lnTo>
                    <a:pt x="255" y="780"/>
                  </a:lnTo>
                  <a:lnTo>
                    <a:pt x="255" y="764"/>
                  </a:lnTo>
                  <a:lnTo>
                    <a:pt x="255" y="764"/>
                  </a:lnTo>
                  <a:lnTo>
                    <a:pt x="256" y="730"/>
                  </a:lnTo>
                  <a:lnTo>
                    <a:pt x="256" y="764"/>
                  </a:lnTo>
                  <a:lnTo>
                    <a:pt x="257" y="741"/>
                  </a:lnTo>
                  <a:lnTo>
                    <a:pt x="257" y="741"/>
                  </a:lnTo>
                  <a:lnTo>
                    <a:pt x="258" y="759"/>
                  </a:lnTo>
                  <a:lnTo>
                    <a:pt x="258" y="663"/>
                  </a:lnTo>
                  <a:lnTo>
                    <a:pt x="258" y="714"/>
                  </a:lnTo>
                  <a:lnTo>
                    <a:pt x="258" y="714"/>
                  </a:lnTo>
                  <a:lnTo>
                    <a:pt x="259" y="642"/>
                  </a:lnTo>
                  <a:lnTo>
                    <a:pt x="260" y="784"/>
                  </a:lnTo>
                  <a:lnTo>
                    <a:pt x="260" y="782"/>
                  </a:lnTo>
                  <a:lnTo>
                    <a:pt x="260" y="782"/>
                  </a:lnTo>
                  <a:lnTo>
                    <a:pt x="261" y="664"/>
                  </a:lnTo>
                  <a:lnTo>
                    <a:pt x="261" y="772"/>
                  </a:lnTo>
                  <a:lnTo>
                    <a:pt x="261" y="772"/>
                  </a:lnTo>
                  <a:lnTo>
                    <a:pt x="262" y="773"/>
                  </a:lnTo>
                  <a:lnTo>
                    <a:pt x="262" y="400"/>
                  </a:lnTo>
                  <a:lnTo>
                    <a:pt x="263" y="723"/>
                  </a:lnTo>
                  <a:lnTo>
                    <a:pt x="263" y="723"/>
                  </a:lnTo>
                  <a:lnTo>
                    <a:pt x="263" y="775"/>
                  </a:lnTo>
                  <a:lnTo>
                    <a:pt x="264" y="761"/>
                  </a:lnTo>
                  <a:lnTo>
                    <a:pt x="264" y="761"/>
                  </a:lnTo>
                  <a:lnTo>
                    <a:pt x="265" y="762"/>
                  </a:lnTo>
                  <a:lnTo>
                    <a:pt x="265" y="420"/>
                  </a:lnTo>
                  <a:lnTo>
                    <a:pt x="266" y="715"/>
                  </a:lnTo>
                  <a:lnTo>
                    <a:pt x="266" y="716"/>
                  </a:lnTo>
                  <a:lnTo>
                    <a:pt x="266" y="778"/>
                  </a:lnTo>
                  <a:lnTo>
                    <a:pt x="267" y="748"/>
                  </a:lnTo>
                  <a:lnTo>
                    <a:pt x="267" y="748"/>
                  </a:lnTo>
                  <a:lnTo>
                    <a:pt x="268" y="772"/>
                  </a:lnTo>
                  <a:lnTo>
                    <a:pt x="268" y="422"/>
                  </a:lnTo>
                  <a:lnTo>
                    <a:pt x="269" y="436"/>
                  </a:lnTo>
                  <a:lnTo>
                    <a:pt x="269" y="436"/>
                  </a:lnTo>
                  <a:lnTo>
                    <a:pt x="270" y="790"/>
                  </a:lnTo>
                  <a:lnTo>
                    <a:pt x="270" y="419"/>
                  </a:lnTo>
                  <a:lnTo>
                    <a:pt x="270" y="566"/>
                  </a:lnTo>
                  <a:lnTo>
                    <a:pt x="270" y="571"/>
                  </a:lnTo>
                  <a:lnTo>
                    <a:pt x="271" y="458"/>
                  </a:lnTo>
                  <a:lnTo>
                    <a:pt x="271" y="792"/>
                  </a:lnTo>
                  <a:lnTo>
                    <a:pt x="272" y="691"/>
                  </a:lnTo>
                  <a:lnTo>
                    <a:pt x="272" y="691"/>
                  </a:lnTo>
                  <a:lnTo>
                    <a:pt x="272" y="638"/>
                  </a:lnTo>
                  <a:lnTo>
                    <a:pt x="273" y="785"/>
                  </a:lnTo>
                  <a:lnTo>
                    <a:pt x="273" y="777"/>
                  </a:lnTo>
                  <a:lnTo>
                    <a:pt x="273" y="777"/>
                  </a:lnTo>
                  <a:lnTo>
                    <a:pt x="274" y="781"/>
                  </a:lnTo>
                  <a:lnTo>
                    <a:pt x="274" y="763"/>
                  </a:lnTo>
                  <a:lnTo>
                    <a:pt x="275" y="775"/>
                  </a:lnTo>
                  <a:lnTo>
                    <a:pt x="275" y="775"/>
                  </a:lnTo>
                  <a:lnTo>
                    <a:pt x="276" y="595"/>
                  </a:lnTo>
                  <a:lnTo>
                    <a:pt x="276" y="781"/>
                  </a:lnTo>
                  <a:lnTo>
                    <a:pt x="276" y="778"/>
                  </a:lnTo>
                  <a:lnTo>
                    <a:pt x="276" y="778"/>
                  </a:lnTo>
                  <a:lnTo>
                    <a:pt x="277" y="708"/>
                  </a:lnTo>
                  <a:lnTo>
                    <a:pt x="278" y="790"/>
                  </a:lnTo>
                  <a:lnTo>
                    <a:pt x="278" y="788"/>
                  </a:lnTo>
                  <a:lnTo>
                    <a:pt x="278" y="788"/>
                  </a:lnTo>
                  <a:lnTo>
                    <a:pt x="279" y="422"/>
                  </a:lnTo>
                  <a:lnTo>
                    <a:pt x="279" y="776"/>
                  </a:lnTo>
                  <a:lnTo>
                    <a:pt x="279" y="776"/>
                  </a:lnTo>
                  <a:lnTo>
                    <a:pt x="281" y="681"/>
                  </a:lnTo>
                  <a:lnTo>
                    <a:pt x="281" y="784"/>
                  </a:lnTo>
                  <a:lnTo>
                    <a:pt x="281" y="784"/>
                  </a:lnTo>
                  <a:lnTo>
                    <a:pt x="281" y="784"/>
                  </a:lnTo>
                  <a:lnTo>
                    <a:pt x="281" y="788"/>
                  </a:lnTo>
                  <a:lnTo>
                    <a:pt x="282" y="742"/>
                  </a:lnTo>
                  <a:lnTo>
                    <a:pt x="282" y="766"/>
                  </a:lnTo>
                  <a:lnTo>
                    <a:pt x="282" y="766"/>
                  </a:lnTo>
                  <a:lnTo>
                    <a:pt x="283" y="774"/>
                  </a:lnTo>
                  <a:lnTo>
                    <a:pt x="284" y="576"/>
                  </a:lnTo>
                  <a:lnTo>
                    <a:pt x="284" y="626"/>
                  </a:lnTo>
                  <a:lnTo>
                    <a:pt x="284" y="626"/>
                  </a:lnTo>
                  <a:lnTo>
                    <a:pt x="285" y="777"/>
                  </a:lnTo>
                  <a:lnTo>
                    <a:pt x="285" y="409"/>
                  </a:lnTo>
                  <a:lnTo>
                    <a:pt x="285" y="436"/>
                  </a:lnTo>
                  <a:lnTo>
                    <a:pt x="285" y="436"/>
                  </a:lnTo>
                  <a:lnTo>
                    <a:pt x="286" y="415"/>
                  </a:lnTo>
                  <a:lnTo>
                    <a:pt x="287" y="707"/>
                  </a:lnTo>
                  <a:lnTo>
                    <a:pt x="287" y="610"/>
                  </a:lnTo>
                  <a:lnTo>
                    <a:pt x="287" y="610"/>
                  </a:lnTo>
                  <a:lnTo>
                    <a:pt x="288" y="569"/>
                  </a:lnTo>
                  <a:lnTo>
                    <a:pt x="288" y="747"/>
                  </a:lnTo>
                  <a:lnTo>
                    <a:pt x="288" y="702"/>
                  </a:lnTo>
                  <a:lnTo>
                    <a:pt x="288" y="702"/>
                  </a:lnTo>
                  <a:lnTo>
                    <a:pt x="290" y="779"/>
                  </a:lnTo>
                  <a:lnTo>
                    <a:pt x="290" y="582"/>
                  </a:lnTo>
                  <a:lnTo>
                    <a:pt x="290" y="582"/>
                  </a:lnTo>
                  <a:lnTo>
                    <a:pt x="290" y="582"/>
                  </a:lnTo>
                  <a:lnTo>
                    <a:pt x="291" y="392"/>
                  </a:lnTo>
                  <a:lnTo>
                    <a:pt x="291" y="780"/>
                  </a:lnTo>
                  <a:lnTo>
                    <a:pt x="291" y="779"/>
                  </a:lnTo>
                  <a:lnTo>
                    <a:pt x="291" y="779"/>
                  </a:lnTo>
                  <a:lnTo>
                    <a:pt x="292" y="392"/>
                  </a:lnTo>
                  <a:lnTo>
                    <a:pt x="293" y="780"/>
                  </a:lnTo>
                  <a:lnTo>
                    <a:pt x="293" y="780"/>
                  </a:lnTo>
                  <a:lnTo>
                    <a:pt x="293" y="780"/>
                  </a:lnTo>
                  <a:lnTo>
                    <a:pt x="293" y="780"/>
                  </a:lnTo>
                  <a:lnTo>
                    <a:pt x="294" y="619"/>
                  </a:lnTo>
                  <a:lnTo>
                    <a:pt x="294" y="780"/>
                  </a:lnTo>
                  <a:lnTo>
                    <a:pt x="294" y="780"/>
                  </a:lnTo>
                  <a:lnTo>
                    <a:pt x="296" y="661"/>
                  </a:lnTo>
                  <a:lnTo>
                    <a:pt x="296" y="774"/>
                  </a:lnTo>
                  <a:lnTo>
                    <a:pt x="296" y="774"/>
                  </a:lnTo>
                  <a:lnTo>
                    <a:pt x="297" y="371"/>
                  </a:lnTo>
                  <a:lnTo>
                    <a:pt x="297" y="738"/>
                  </a:lnTo>
                  <a:lnTo>
                    <a:pt x="297" y="738"/>
                  </a:lnTo>
                  <a:lnTo>
                    <a:pt x="298" y="762"/>
                  </a:lnTo>
                  <a:lnTo>
                    <a:pt x="299" y="367"/>
                  </a:lnTo>
                  <a:lnTo>
                    <a:pt x="299" y="565"/>
                  </a:lnTo>
                  <a:lnTo>
                    <a:pt x="299" y="565"/>
                  </a:lnTo>
                  <a:lnTo>
                    <a:pt x="300" y="754"/>
                  </a:lnTo>
                  <a:lnTo>
                    <a:pt x="300" y="742"/>
                  </a:lnTo>
                  <a:lnTo>
                    <a:pt x="300" y="742"/>
                  </a:lnTo>
                  <a:lnTo>
                    <a:pt x="301" y="638"/>
                  </a:lnTo>
                  <a:lnTo>
                    <a:pt x="301" y="775"/>
                  </a:lnTo>
                  <a:lnTo>
                    <a:pt x="302" y="735"/>
                  </a:lnTo>
                  <a:lnTo>
                    <a:pt x="302" y="735"/>
                  </a:lnTo>
                  <a:lnTo>
                    <a:pt x="302" y="655"/>
                  </a:lnTo>
                  <a:lnTo>
                    <a:pt x="303" y="776"/>
                  </a:lnTo>
                  <a:lnTo>
                    <a:pt x="303" y="694"/>
                  </a:lnTo>
                  <a:lnTo>
                    <a:pt x="303" y="694"/>
                  </a:lnTo>
                  <a:lnTo>
                    <a:pt x="304" y="601"/>
                  </a:lnTo>
                  <a:lnTo>
                    <a:pt x="304" y="776"/>
                  </a:lnTo>
                  <a:lnTo>
                    <a:pt x="305" y="753"/>
                  </a:lnTo>
                  <a:lnTo>
                    <a:pt x="305" y="753"/>
                  </a:lnTo>
                  <a:lnTo>
                    <a:pt x="306" y="707"/>
                  </a:lnTo>
                  <a:lnTo>
                    <a:pt x="306" y="784"/>
                  </a:lnTo>
                  <a:lnTo>
                    <a:pt x="306" y="773"/>
                  </a:lnTo>
                  <a:lnTo>
                    <a:pt x="306" y="773"/>
                  </a:lnTo>
                  <a:lnTo>
                    <a:pt x="307" y="773"/>
                  </a:lnTo>
                  <a:lnTo>
                    <a:pt x="307" y="348"/>
                  </a:lnTo>
                  <a:lnTo>
                    <a:pt x="308" y="750"/>
                  </a:lnTo>
                  <a:lnTo>
                    <a:pt x="308" y="750"/>
                  </a:lnTo>
                  <a:lnTo>
                    <a:pt x="308" y="753"/>
                  </a:lnTo>
                  <a:lnTo>
                    <a:pt x="309" y="679"/>
                  </a:lnTo>
                  <a:lnTo>
                    <a:pt x="309" y="731"/>
                  </a:lnTo>
                  <a:lnTo>
                    <a:pt x="309" y="731"/>
                  </a:lnTo>
                  <a:lnTo>
                    <a:pt x="310" y="766"/>
                  </a:lnTo>
                  <a:lnTo>
                    <a:pt x="310" y="577"/>
                  </a:lnTo>
                  <a:lnTo>
                    <a:pt x="311" y="659"/>
                  </a:lnTo>
                  <a:lnTo>
                    <a:pt x="311" y="659"/>
                  </a:lnTo>
                  <a:lnTo>
                    <a:pt x="312" y="762"/>
                  </a:lnTo>
                  <a:lnTo>
                    <a:pt x="312" y="370"/>
                  </a:lnTo>
                  <a:lnTo>
                    <a:pt x="312" y="438"/>
                  </a:lnTo>
                  <a:lnTo>
                    <a:pt x="312" y="438"/>
                  </a:lnTo>
                  <a:lnTo>
                    <a:pt x="313" y="373"/>
                  </a:lnTo>
                  <a:lnTo>
                    <a:pt x="313" y="749"/>
                  </a:lnTo>
                  <a:lnTo>
                    <a:pt x="314" y="708"/>
                  </a:lnTo>
                  <a:lnTo>
                    <a:pt x="314" y="708"/>
                  </a:lnTo>
                  <a:lnTo>
                    <a:pt x="315" y="737"/>
                  </a:lnTo>
                  <a:lnTo>
                    <a:pt x="315" y="638"/>
                  </a:lnTo>
                  <a:lnTo>
                    <a:pt x="315" y="682"/>
                  </a:lnTo>
                  <a:lnTo>
                    <a:pt x="315" y="682"/>
                  </a:lnTo>
                  <a:lnTo>
                    <a:pt x="316" y="643"/>
                  </a:lnTo>
                  <a:lnTo>
                    <a:pt x="317" y="754"/>
                  </a:lnTo>
                  <a:lnTo>
                    <a:pt x="317" y="748"/>
                  </a:lnTo>
                  <a:lnTo>
                    <a:pt x="317" y="748"/>
                  </a:lnTo>
                  <a:lnTo>
                    <a:pt x="318" y="649"/>
                  </a:lnTo>
                  <a:lnTo>
                    <a:pt x="318" y="810"/>
                  </a:lnTo>
                  <a:lnTo>
                    <a:pt x="318" y="801"/>
                  </a:lnTo>
                  <a:lnTo>
                    <a:pt x="318" y="801"/>
                  </a:lnTo>
                  <a:lnTo>
                    <a:pt x="320" y="595"/>
                  </a:lnTo>
                  <a:lnTo>
                    <a:pt x="320" y="775"/>
                  </a:lnTo>
                  <a:lnTo>
                    <a:pt x="320" y="775"/>
                  </a:lnTo>
                  <a:lnTo>
                    <a:pt x="320" y="798"/>
                  </a:lnTo>
                  <a:lnTo>
                    <a:pt x="321" y="755"/>
                  </a:lnTo>
                  <a:lnTo>
                    <a:pt x="321" y="755"/>
                  </a:lnTo>
                  <a:lnTo>
                    <a:pt x="321" y="755"/>
                  </a:lnTo>
                  <a:lnTo>
                    <a:pt x="323" y="538"/>
                  </a:lnTo>
                  <a:lnTo>
                    <a:pt x="323" y="802"/>
                  </a:lnTo>
                  <a:lnTo>
                    <a:pt x="323" y="792"/>
                  </a:lnTo>
                  <a:lnTo>
                    <a:pt x="323" y="792"/>
                  </a:lnTo>
                  <a:lnTo>
                    <a:pt x="324" y="824"/>
                  </a:lnTo>
                  <a:lnTo>
                    <a:pt x="324" y="621"/>
                  </a:lnTo>
                  <a:lnTo>
                    <a:pt x="324" y="759"/>
                  </a:lnTo>
                  <a:lnTo>
                    <a:pt x="324" y="759"/>
                  </a:lnTo>
                  <a:lnTo>
                    <a:pt x="325" y="679"/>
                  </a:lnTo>
                  <a:lnTo>
                    <a:pt x="325" y="811"/>
                  </a:lnTo>
                  <a:lnTo>
                    <a:pt x="326" y="732"/>
                  </a:lnTo>
                  <a:lnTo>
                    <a:pt x="326" y="732"/>
                  </a:lnTo>
                  <a:lnTo>
                    <a:pt x="327" y="780"/>
                  </a:lnTo>
                  <a:lnTo>
                    <a:pt x="327" y="638"/>
                  </a:lnTo>
                  <a:lnTo>
                    <a:pt x="327" y="746"/>
                  </a:lnTo>
                  <a:lnTo>
                    <a:pt x="327" y="746"/>
                  </a:lnTo>
                  <a:lnTo>
                    <a:pt x="328" y="616"/>
                  </a:lnTo>
                  <a:lnTo>
                    <a:pt x="329" y="784"/>
                  </a:lnTo>
                  <a:lnTo>
                    <a:pt x="329" y="784"/>
                  </a:lnTo>
                  <a:lnTo>
                    <a:pt x="329" y="784"/>
                  </a:lnTo>
                  <a:lnTo>
                    <a:pt x="330" y="664"/>
                  </a:lnTo>
                  <a:lnTo>
                    <a:pt x="330" y="809"/>
                  </a:lnTo>
                  <a:lnTo>
                    <a:pt x="330" y="786"/>
                  </a:lnTo>
                  <a:lnTo>
                    <a:pt x="330" y="786"/>
                  </a:lnTo>
                  <a:lnTo>
                    <a:pt x="331" y="804"/>
                  </a:lnTo>
                  <a:lnTo>
                    <a:pt x="332" y="654"/>
                  </a:lnTo>
                  <a:lnTo>
                    <a:pt x="332" y="654"/>
                  </a:lnTo>
                  <a:lnTo>
                    <a:pt x="332" y="654"/>
                  </a:lnTo>
                  <a:lnTo>
                    <a:pt x="333" y="747"/>
                  </a:lnTo>
                  <a:lnTo>
                    <a:pt x="333" y="616"/>
                  </a:lnTo>
                  <a:lnTo>
                    <a:pt x="333" y="721"/>
                  </a:lnTo>
                  <a:lnTo>
                    <a:pt x="333" y="721"/>
                  </a:lnTo>
                  <a:lnTo>
                    <a:pt x="334" y="614"/>
                  </a:lnTo>
                  <a:lnTo>
                    <a:pt x="334" y="958"/>
                  </a:lnTo>
                  <a:lnTo>
                    <a:pt x="335" y="957"/>
                  </a:lnTo>
                  <a:lnTo>
                    <a:pt x="335" y="957"/>
                  </a:lnTo>
                  <a:lnTo>
                    <a:pt x="335" y="956"/>
                  </a:lnTo>
                  <a:lnTo>
                    <a:pt x="336" y="969"/>
                  </a:lnTo>
                  <a:lnTo>
                    <a:pt x="336" y="969"/>
                  </a:lnTo>
                  <a:lnTo>
                    <a:pt x="336" y="969"/>
                  </a:lnTo>
                  <a:lnTo>
                    <a:pt x="337" y="976"/>
                  </a:lnTo>
                  <a:lnTo>
                    <a:pt x="337" y="785"/>
                  </a:lnTo>
                  <a:lnTo>
                    <a:pt x="338" y="939"/>
                  </a:lnTo>
                  <a:lnTo>
                    <a:pt x="338" y="939"/>
                  </a:lnTo>
                  <a:lnTo>
                    <a:pt x="339" y="506"/>
                  </a:lnTo>
                  <a:lnTo>
                    <a:pt x="339" y="646"/>
                  </a:lnTo>
                  <a:lnTo>
                    <a:pt x="339" y="646"/>
                  </a:lnTo>
                  <a:lnTo>
                    <a:pt x="340" y="896"/>
                  </a:lnTo>
                  <a:lnTo>
                    <a:pt x="341" y="738"/>
                  </a:lnTo>
                  <a:lnTo>
                    <a:pt x="341" y="738"/>
                  </a:lnTo>
                  <a:lnTo>
                    <a:pt x="342" y="486"/>
                  </a:lnTo>
                  <a:lnTo>
                    <a:pt x="342" y="530"/>
                  </a:lnTo>
                  <a:lnTo>
                    <a:pt x="342" y="530"/>
                  </a:lnTo>
                  <a:lnTo>
                    <a:pt x="343" y="490"/>
                  </a:lnTo>
                  <a:lnTo>
                    <a:pt x="344" y="885"/>
                  </a:lnTo>
                  <a:lnTo>
                    <a:pt x="344" y="885"/>
                  </a:lnTo>
                  <a:lnTo>
                    <a:pt x="344" y="885"/>
                  </a:lnTo>
                  <a:lnTo>
                    <a:pt x="345" y="475"/>
                  </a:lnTo>
                  <a:lnTo>
                    <a:pt x="345" y="475"/>
                  </a:lnTo>
                  <a:lnTo>
                    <a:pt x="345" y="475"/>
                  </a:lnTo>
                  <a:lnTo>
                    <a:pt x="346" y="589"/>
                  </a:lnTo>
                  <a:lnTo>
                    <a:pt x="347" y="470"/>
                  </a:lnTo>
                  <a:lnTo>
                    <a:pt x="347" y="475"/>
                  </a:lnTo>
                  <a:lnTo>
                    <a:pt x="347" y="475"/>
                  </a:lnTo>
                  <a:lnTo>
                    <a:pt x="347" y="471"/>
                  </a:lnTo>
                  <a:lnTo>
                    <a:pt x="348" y="840"/>
                  </a:lnTo>
                  <a:lnTo>
                    <a:pt x="348" y="805"/>
                  </a:lnTo>
                  <a:lnTo>
                    <a:pt x="348" y="805"/>
                  </a:lnTo>
                  <a:lnTo>
                    <a:pt x="350" y="825"/>
                  </a:lnTo>
                  <a:lnTo>
                    <a:pt x="350" y="802"/>
                  </a:lnTo>
                  <a:lnTo>
                    <a:pt x="350" y="802"/>
                  </a:lnTo>
                  <a:lnTo>
                    <a:pt x="350" y="802"/>
                  </a:lnTo>
                  <a:lnTo>
                    <a:pt x="351" y="478"/>
                  </a:lnTo>
                  <a:lnTo>
                    <a:pt x="351" y="813"/>
                  </a:lnTo>
                  <a:lnTo>
                    <a:pt x="351" y="813"/>
                  </a:lnTo>
                  <a:lnTo>
                    <a:pt x="351" y="813"/>
                  </a:lnTo>
                  <a:lnTo>
                    <a:pt x="352" y="655"/>
                  </a:lnTo>
                  <a:lnTo>
                    <a:pt x="353" y="849"/>
                  </a:lnTo>
                  <a:lnTo>
                    <a:pt x="353" y="849"/>
                  </a:lnTo>
                  <a:lnTo>
                    <a:pt x="353" y="849"/>
                  </a:lnTo>
                  <a:lnTo>
                    <a:pt x="353" y="849"/>
                  </a:lnTo>
                  <a:lnTo>
                    <a:pt x="354" y="471"/>
                  </a:lnTo>
                  <a:lnTo>
                    <a:pt x="354" y="799"/>
                  </a:lnTo>
                  <a:lnTo>
                    <a:pt x="354" y="799"/>
                  </a:lnTo>
                  <a:lnTo>
                    <a:pt x="355" y="808"/>
                  </a:lnTo>
                  <a:lnTo>
                    <a:pt x="356" y="644"/>
                  </a:lnTo>
                  <a:lnTo>
                    <a:pt x="356" y="700"/>
                  </a:lnTo>
                  <a:lnTo>
                    <a:pt x="356" y="700"/>
                  </a:lnTo>
                  <a:lnTo>
                    <a:pt x="357" y="789"/>
                  </a:lnTo>
                  <a:lnTo>
                    <a:pt x="357" y="474"/>
                  </a:lnTo>
                  <a:lnTo>
                    <a:pt x="357" y="666"/>
                  </a:lnTo>
                  <a:lnTo>
                    <a:pt x="357" y="666"/>
                  </a:lnTo>
                  <a:lnTo>
                    <a:pt x="358" y="794"/>
                  </a:lnTo>
                  <a:lnTo>
                    <a:pt x="359" y="641"/>
                  </a:lnTo>
                  <a:lnTo>
                    <a:pt x="359" y="657"/>
                  </a:lnTo>
                  <a:lnTo>
                    <a:pt x="359" y="657"/>
                  </a:lnTo>
                  <a:lnTo>
                    <a:pt x="359" y="655"/>
                  </a:lnTo>
                  <a:lnTo>
                    <a:pt x="360" y="778"/>
                  </a:lnTo>
                  <a:lnTo>
                    <a:pt x="360" y="765"/>
                  </a:lnTo>
                  <a:lnTo>
                    <a:pt x="360" y="765"/>
                  </a:lnTo>
                  <a:lnTo>
                    <a:pt x="361" y="766"/>
                  </a:lnTo>
                  <a:lnTo>
                    <a:pt x="362" y="720"/>
                  </a:lnTo>
                  <a:lnTo>
                    <a:pt x="362" y="720"/>
                  </a:lnTo>
                  <a:lnTo>
                    <a:pt x="362" y="720"/>
                  </a:lnTo>
                  <a:lnTo>
                    <a:pt x="362" y="665"/>
                  </a:lnTo>
                  <a:lnTo>
                    <a:pt x="363" y="774"/>
                  </a:lnTo>
                  <a:lnTo>
                    <a:pt x="363" y="741"/>
                  </a:lnTo>
                  <a:lnTo>
                    <a:pt x="363" y="741"/>
                  </a:lnTo>
                  <a:lnTo>
                    <a:pt x="364" y="671"/>
                  </a:lnTo>
                  <a:lnTo>
                    <a:pt x="365" y="778"/>
                  </a:lnTo>
                  <a:lnTo>
                    <a:pt x="365" y="778"/>
                  </a:lnTo>
                  <a:lnTo>
                    <a:pt x="365" y="778"/>
                  </a:lnTo>
                  <a:lnTo>
                    <a:pt x="366" y="767"/>
                  </a:lnTo>
                  <a:lnTo>
                    <a:pt x="366" y="768"/>
                  </a:lnTo>
                  <a:lnTo>
                    <a:pt x="366" y="768"/>
                  </a:lnTo>
                  <a:lnTo>
                    <a:pt x="367" y="745"/>
                  </a:lnTo>
                  <a:lnTo>
                    <a:pt x="368" y="825"/>
                  </a:lnTo>
                  <a:lnTo>
                    <a:pt x="368" y="825"/>
                  </a:lnTo>
                  <a:lnTo>
                    <a:pt x="368" y="825"/>
                  </a:lnTo>
                  <a:lnTo>
                    <a:pt x="369" y="828"/>
                  </a:lnTo>
                  <a:lnTo>
                    <a:pt x="369" y="819"/>
                  </a:lnTo>
                  <a:lnTo>
                    <a:pt x="369" y="819"/>
                  </a:lnTo>
                  <a:lnTo>
                    <a:pt x="369" y="819"/>
                  </a:lnTo>
                  <a:lnTo>
                    <a:pt x="371" y="757"/>
                  </a:lnTo>
                  <a:lnTo>
                    <a:pt x="371" y="841"/>
                  </a:lnTo>
                  <a:lnTo>
                    <a:pt x="371" y="841"/>
                  </a:lnTo>
                  <a:lnTo>
                    <a:pt x="371" y="841"/>
                  </a:lnTo>
                  <a:lnTo>
                    <a:pt x="371" y="842"/>
                  </a:lnTo>
                  <a:lnTo>
                    <a:pt x="372" y="643"/>
                  </a:lnTo>
                  <a:lnTo>
                    <a:pt x="372" y="702"/>
                  </a:lnTo>
                  <a:lnTo>
                    <a:pt x="372" y="702"/>
                  </a:lnTo>
                  <a:lnTo>
                    <a:pt x="373" y="797"/>
                  </a:lnTo>
                  <a:lnTo>
                    <a:pt x="374" y="627"/>
                  </a:lnTo>
                  <a:lnTo>
                    <a:pt x="374" y="683"/>
                  </a:lnTo>
                  <a:lnTo>
                    <a:pt x="374" y="683"/>
                  </a:lnTo>
                  <a:lnTo>
                    <a:pt x="375" y="794"/>
                  </a:lnTo>
                  <a:lnTo>
                    <a:pt x="375" y="477"/>
                  </a:lnTo>
                  <a:lnTo>
                    <a:pt x="375" y="479"/>
                  </a:lnTo>
                  <a:lnTo>
                    <a:pt x="375" y="479"/>
                  </a:lnTo>
                  <a:lnTo>
                    <a:pt x="375" y="476"/>
                  </a:lnTo>
                  <a:lnTo>
                    <a:pt x="377" y="712"/>
                  </a:lnTo>
                  <a:lnTo>
                    <a:pt x="377" y="712"/>
                  </a:lnTo>
                  <a:lnTo>
                    <a:pt x="377" y="712"/>
                  </a:lnTo>
                  <a:lnTo>
                    <a:pt x="377" y="735"/>
                  </a:lnTo>
                  <a:lnTo>
                    <a:pt x="378" y="481"/>
                  </a:lnTo>
                  <a:lnTo>
                    <a:pt x="378" y="481"/>
                  </a:lnTo>
                  <a:lnTo>
                    <a:pt x="378" y="481"/>
                  </a:lnTo>
                  <a:lnTo>
                    <a:pt x="380" y="476"/>
                  </a:lnTo>
                  <a:lnTo>
                    <a:pt x="380" y="654"/>
                  </a:lnTo>
                  <a:lnTo>
                    <a:pt x="380" y="601"/>
                  </a:lnTo>
                  <a:lnTo>
                    <a:pt x="380" y="601"/>
                  </a:lnTo>
                  <a:lnTo>
                    <a:pt x="381" y="572"/>
                  </a:lnTo>
                  <a:lnTo>
                    <a:pt x="381" y="756"/>
                  </a:lnTo>
                  <a:lnTo>
                    <a:pt x="381" y="753"/>
                  </a:lnTo>
                  <a:lnTo>
                    <a:pt x="381" y="753"/>
                  </a:lnTo>
                  <a:lnTo>
                    <a:pt x="382" y="754"/>
                  </a:lnTo>
                  <a:lnTo>
                    <a:pt x="383" y="723"/>
                  </a:lnTo>
                  <a:lnTo>
                    <a:pt x="383" y="724"/>
                  </a:lnTo>
                  <a:lnTo>
                    <a:pt x="383" y="724"/>
                  </a:lnTo>
                  <a:lnTo>
                    <a:pt x="384" y="674"/>
                  </a:lnTo>
                  <a:lnTo>
                    <a:pt x="384" y="823"/>
                  </a:lnTo>
                  <a:lnTo>
                    <a:pt x="384" y="823"/>
                  </a:lnTo>
                  <a:lnTo>
                    <a:pt x="384" y="823"/>
                  </a:lnTo>
                  <a:lnTo>
                    <a:pt x="385" y="824"/>
                  </a:lnTo>
                  <a:lnTo>
                    <a:pt x="386" y="612"/>
                  </a:lnTo>
                  <a:lnTo>
                    <a:pt x="386" y="808"/>
                  </a:lnTo>
                  <a:lnTo>
                    <a:pt x="386" y="808"/>
                  </a:lnTo>
                  <a:lnTo>
                    <a:pt x="388" y="676"/>
                  </a:lnTo>
                  <a:lnTo>
                    <a:pt x="388" y="815"/>
                  </a:lnTo>
                  <a:lnTo>
                    <a:pt x="388" y="815"/>
                  </a:lnTo>
                  <a:lnTo>
                    <a:pt x="388" y="815"/>
                  </a:lnTo>
                  <a:lnTo>
                    <a:pt x="388" y="816"/>
                  </a:lnTo>
                  <a:lnTo>
                    <a:pt x="389" y="706"/>
                  </a:lnTo>
                  <a:lnTo>
                    <a:pt x="389" y="749"/>
                  </a:lnTo>
                  <a:lnTo>
                    <a:pt x="389" y="749"/>
                  </a:lnTo>
                  <a:lnTo>
                    <a:pt x="389" y="729"/>
                  </a:lnTo>
                  <a:lnTo>
                    <a:pt x="390" y="802"/>
                  </a:lnTo>
                  <a:lnTo>
                    <a:pt x="391" y="764"/>
                  </a:lnTo>
                  <a:lnTo>
                    <a:pt x="391" y="764"/>
                  </a:lnTo>
                  <a:lnTo>
                    <a:pt x="391" y="832"/>
                  </a:lnTo>
                  <a:lnTo>
                    <a:pt x="392" y="748"/>
                  </a:lnTo>
                  <a:lnTo>
                    <a:pt x="392" y="765"/>
                  </a:lnTo>
                  <a:lnTo>
                    <a:pt x="392" y="765"/>
                  </a:lnTo>
                  <a:lnTo>
                    <a:pt x="392" y="746"/>
                  </a:lnTo>
                  <a:lnTo>
                    <a:pt x="393" y="823"/>
                  </a:lnTo>
                  <a:lnTo>
                    <a:pt x="394" y="781"/>
                  </a:lnTo>
                  <a:lnTo>
                    <a:pt x="394" y="781"/>
                  </a:lnTo>
                  <a:lnTo>
                    <a:pt x="394" y="747"/>
                  </a:lnTo>
                  <a:lnTo>
                    <a:pt x="395" y="822"/>
                  </a:lnTo>
                  <a:lnTo>
                    <a:pt x="395" y="806"/>
                  </a:lnTo>
                  <a:lnTo>
                    <a:pt x="395" y="806"/>
                  </a:lnTo>
                  <a:lnTo>
                    <a:pt x="396" y="470"/>
                  </a:lnTo>
                  <a:lnTo>
                    <a:pt x="397" y="618"/>
                  </a:lnTo>
                  <a:lnTo>
                    <a:pt x="397" y="618"/>
                  </a:lnTo>
                  <a:lnTo>
                    <a:pt x="397" y="617"/>
                  </a:lnTo>
                  <a:lnTo>
                    <a:pt x="398" y="694"/>
                  </a:lnTo>
                  <a:lnTo>
                    <a:pt x="398" y="692"/>
                  </a:lnTo>
                  <a:lnTo>
                    <a:pt x="398" y="692"/>
                  </a:lnTo>
                  <a:lnTo>
                    <a:pt x="399" y="605"/>
                  </a:lnTo>
                  <a:lnTo>
                    <a:pt x="400" y="737"/>
                  </a:lnTo>
                  <a:lnTo>
                    <a:pt x="400" y="735"/>
                  </a:lnTo>
                  <a:lnTo>
                    <a:pt x="400" y="735"/>
                  </a:lnTo>
                  <a:lnTo>
                    <a:pt x="400" y="702"/>
                  </a:lnTo>
                  <a:lnTo>
                    <a:pt x="401" y="712"/>
                  </a:lnTo>
                  <a:lnTo>
                    <a:pt x="401" y="712"/>
                  </a:lnTo>
                  <a:lnTo>
                    <a:pt x="403" y="471"/>
                  </a:lnTo>
                  <a:lnTo>
                    <a:pt x="403" y="497"/>
                  </a:lnTo>
                  <a:lnTo>
                    <a:pt x="403" y="497"/>
                  </a:lnTo>
                  <a:lnTo>
                    <a:pt x="403" y="471"/>
                  </a:lnTo>
                  <a:lnTo>
                    <a:pt x="403" y="723"/>
                  </a:lnTo>
                  <a:lnTo>
                    <a:pt x="404" y="693"/>
                  </a:lnTo>
                  <a:lnTo>
                    <a:pt x="404" y="693"/>
                  </a:lnTo>
                  <a:lnTo>
                    <a:pt x="405" y="757"/>
                  </a:lnTo>
                  <a:lnTo>
                    <a:pt x="406" y="562"/>
                  </a:lnTo>
                  <a:lnTo>
                    <a:pt x="406" y="691"/>
                  </a:lnTo>
                  <a:lnTo>
                    <a:pt x="406" y="691"/>
                  </a:lnTo>
                  <a:lnTo>
                    <a:pt x="406" y="544"/>
                  </a:lnTo>
                  <a:lnTo>
                    <a:pt x="407" y="739"/>
                  </a:lnTo>
                  <a:lnTo>
                    <a:pt x="407" y="729"/>
                  </a:lnTo>
                  <a:lnTo>
                    <a:pt x="407" y="729"/>
                  </a:lnTo>
                  <a:lnTo>
                    <a:pt x="409" y="643"/>
                  </a:lnTo>
                  <a:lnTo>
                    <a:pt x="409" y="704"/>
                  </a:lnTo>
                  <a:lnTo>
                    <a:pt x="409" y="704"/>
                  </a:lnTo>
                  <a:lnTo>
                    <a:pt x="409" y="624"/>
                  </a:lnTo>
                  <a:lnTo>
                    <a:pt x="410" y="763"/>
                  </a:lnTo>
                  <a:lnTo>
                    <a:pt x="410" y="749"/>
                  </a:lnTo>
                  <a:lnTo>
                    <a:pt x="410" y="749"/>
                  </a:lnTo>
                  <a:lnTo>
                    <a:pt x="411" y="724"/>
                  </a:lnTo>
                  <a:lnTo>
                    <a:pt x="412" y="735"/>
                  </a:lnTo>
                  <a:lnTo>
                    <a:pt x="412" y="735"/>
                  </a:lnTo>
                  <a:lnTo>
                    <a:pt x="412" y="646"/>
                  </a:lnTo>
                  <a:lnTo>
                    <a:pt x="413" y="787"/>
                  </a:lnTo>
                  <a:lnTo>
                    <a:pt x="413" y="786"/>
                  </a:lnTo>
                  <a:lnTo>
                    <a:pt x="413" y="786"/>
                  </a:lnTo>
                  <a:lnTo>
                    <a:pt x="413" y="787"/>
                  </a:lnTo>
                  <a:lnTo>
                    <a:pt x="414" y="613"/>
                  </a:lnTo>
                  <a:lnTo>
                    <a:pt x="415" y="771"/>
                  </a:lnTo>
                  <a:lnTo>
                    <a:pt x="415" y="771"/>
                  </a:lnTo>
                  <a:lnTo>
                    <a:pt x="415" y="699"/>
                  </a:lnTo>
                  <a:lnTo>
                    <a:pt x="416" y="808"/>
                  </a:lnTo>
                  <a:lnTo>
                    <a:pt x="416" y="808"/>
                  </a:lnTo>
                  <a:lnTo>
                    <a:pt x="416" y="808"/>
                  </a:lnTo>
                  <a:lnTo>
                    <a:pt x="417" y="817"/>
                  </a:lnTo>
                  <a:lnTo>
                    <a:pt x="418" y="657"/>
                  </a:lnTo>
                  <a:lnTo>
                    <a:pt x="418" y="676"/>
                  </a:lnTo>
                  <a:lnTo>
                    <a:pt x="418" y="676"/>
                  </a:lnTo>
                  <a:lnTo>
                    <a:pt x="418" y="805"/>
                  </a:lnTo>
                  <a:lnTo>
                    <a:pt x="419" y="773"/>
                  </a:lnTo>
                  <a:lnTo>
                    <a:pt x="419" y="773"/>
                  </a:lnTo>
                  <a:lnTo>
                    <a:pt x="420" y="805"/>
                  </a:lnTo>
                  <a:lnTo>
                    <a:pt x="421" y="662"/>
                  </a:lnTo>
                  <a:lnTo>
                    <a:pt x="421" y="698"/>
                  </a:lnTo>
                  <a:lnTo>
                    <a:pt x="421" y="698"/>
                  </a:lnTo>
                  <a:lnTo>
                    <a:pt x="421" y="668"/>
                  </a:lnTo>
                  <a:lnTo>
                    <a:pt x="422" y="795"/>
                  </a:lnTo>
                  <a:lnTo>
                    <a:pt x="422" y="792"/>
                  </a:lnTo>
                  <a:lnTo>
                    <a:pt x="422" y="792"/>
                  </a:lnTo>
                  <a:lnTo>
                    <a:pt x="422" y="795"/>
                  </a:lnTo>
                  <a:lnTo>
                    <a:pt x="424" y="784"/>
                  </a:lnTo>
                  <a:lnTo>
                    <a:pt x="424" y="784"/>
                  </a:lnTo>
                  <a:lnTo>
                    <a:pt x="424" y="784"/>
                  </a:lnTo>
                  <a:lnTo>
                    <a:pt x="424" y="790"/>
                  </a:lnTo>
                  <a:lnTo>
                    <a:pt x="425" y="777"/>
                  </a:lnTo>
                  <a:lnTo>
                    <a:pt x="425" y="777"/>
                  </a:lnTo>
                  <a:lnTo>
                    <a:pt x="425" y="777"/>
                  </a:lnTo>
                  <a:lnTo>
                    <a:pt x="425" y="704"/>
                  </a:lnTo>
                  <a:lnTo>
                    <a:pt x="427" y="839"/>
                  </a:lnTo>
                  <a:lnTo>
                    <a:pt x="427" y="839"/>
                  </a:lnTo>
                  <a:lnTo>
                    <a:pt x="427" y="839"/>
                  </a:lnTo>
                  <a:lnTo>
                    <a:pt x="427" y="741"/>
                  </a:lnTo>
                  <a:lnTo>
                    <a:pt x="428" y="843"/>
                  </a:lnTo>
                  <a:lnTo>
                    <a:pt x="428" y="843"/>
                  </a:lnTo>
                  <a:lnTo>
                    <a:pt x="428" y="843"/>
                  </a:lnTo>
                  <a:lnTo>
                    <a:pt x="428" y="844"/>
                  </a:lnTo>
                  <a:lnTo>
                    <a:pt x="429" y="671"/>
                  </a:lnTo>
                  <a:lnTo>
                    <a:pt x="430" y="754"/>
                  </a:lnTo>
                  <a:lnTo>
                    <a:pt x="430" y="754"/>
                  </a:lnTo>
                  <a:lnTo>
                    <a:pt x="430" y="753"/>
                  </a:lnTo>
                  <a:lnTo>
                    <a:pt x="431" y="798"/>
                  </a:lnTo>
                  <a:lnTo>
                    <a:pt x="431" y="786"/>
                  </a:lnTo>
                  <a:lnTo>
                    <a:pt x="431" y="786"/>
                  </a:lnTo>
                  <a:lnTo>
                    <a:pt x="431" y="787"/>
                  </a:lnTo>
                  <a:lnTo>
                    <a:pt x="432" y="672"/>
                  </a:lnTo>
                  <a:lnTo>
                    <a:pt x="433" y="730"/>
                  </a:lnTo>
                  <a:lnTo>
                    <a:pt x="433" y="730"/>
                  </a:lnTo>
                  <a:lnTo>
                    <a:pt x="433" y="675"/>
                  </a:lnTo>
                  <a:lnTo>
                    <a:pt x="433" y="816"/>
                  </a:lnTo>
                  <a:lnTo>
                    <a:pt x="434" y="796"/>
                  </a:lnTo>
                  <a:lnTo>
                    <a:pt x="434" y="796"/>
                  </a:lnTo>
                  <a:lnTo>
                    <a:pt x="435" y="798"/>
                  </a:lnTo>
                  <a:lnTo>
                    <a:pt x="435" y="676"/>
                  </a:lnTo>
                  <a:lnTo>
                    <a:pt x="436" y="743"/>
                  </a:lnTo>
                  <a:lnTo>
                    <a:pt x="436" y="743"/>
                  </a:lnTo>
                  <a:lnTo>
                    <a:pt x="436" y="822"/>
                  </a:lnTo>
                  <a:lnTo>
                    <a:pt x="437" y="666"/>
                  </a:lnTo>
                  <a:lnTo>
                    <a:pt x="437" y="770"/>
                  </a:lnTo>
                  <a:lnTo>
                    <a:pt x="437" y="770"/>
                  </a:lnTo>
                  <a:lnTo>
                    <a:pt x="437" y="681"/>
                  </a:lnTo>
                  <a:lnTo>
                    <a:pt x="438" y="822"/>
                  </a:lnTo>
                  <a:lnTo>
                    <a:pt x="439" y="754"/>
                  </a:lnTo>
                  <a:lnTo>
                    <a:pt x="439" y="754"/>
                  </a:lnTo>
                  <a:lnTo>
                    <a:pt x="439" y="746"/>
                  </a:lnTo>
                  <a:lnTo>
                    <a:pt x="440" y="844"/>
                  </a:lnTo>
                  <a:lnTo>
                    <a:pt x="440" y="806"/>
                  </a:lnTo>
                  <a:lnTo>
                    <a:pt x="440" y="806"/>
                  </a:lnTo>
                  <a:lnTo>
                    <a:pt x="440" y="818"/>
                  </a:lnTo>
                  <a:lnTo>
                    <a:pt x="442" y="804"/>
                  </a:lnTo>
                  <a:lnTo>
                    <a:pt x="442" y="806"/>
                  </a:lnTo>
                  <a:lnTo>
                    <a:pt x="442" y="806"/>
                  </a:lnTo>
                  <a:lnTo>
                    <a:pt x="443" y="474"/>
                  </a:lnTo>
                  <a:lnTo>
                    <a:pt x="443" y="776"/>
                  </a:lnTo>
                  <a:lnTo>
                    <a:pt x="443" y="776"/>
                  </a:lnTo>
                  <a:lnTo>
                    <a:pt x="443" y="778"/>
                  </a:lnTo>
                  <a:lnTo>
                    <a:pt x="444" y="587"/>
                  </a:lnTo>
                  <a:lnTo>
                    <a:pt x="445" y="772"/>
                  </a:lnTo>
                  <a:lnTo>
                    <a:pt x="445" y="772"/>
                  </a:lnTo>
                  <a:lnTo>
                    <a:pt x="445" y="773"/>
                  </a:lnTo>
                  <a:lnTo>
                    <a:pt x="446" y="655"/>
                  </a:lnTo>
                  <a:lnTo>
                    <a:pt x="446" y="763"/>
                  </a:lnTo>
                  <a:lnTo>
                    <a:pt x="446" y="763"/>
                  </a:lnTo>
                  <a:lnTo>
                    <a:pt x="447" y="786"/>
                  </a:lnTo>
                  <a:lnTo>
                    <a:pt x="448" y="658"/>
                  </a:lnTo>
                  <a:lnTo>
                    <a:pt x="448" y="683"/>
                  </a:lnTo>
                  <a:lnTo>
                    <a:pt x="448" y="683"/>
                  </a:lnTo>
                  <a:lnTo>
                    <a:pt x="448" y="795"/>
                  </a:lnTo>
                  <a:lnTo>
                    <a:pt x="449" y="769"/>
                  </a:lnTo>
                  <a:lnTo>
                    <a:pt x="449" y="769"/>
                  </a:lnTo>
                  <a:lnTo>
                    <a:pt x="451" y="472"/>
                  </a:lnTo>
                  <a:lnTo>
                    <a:pt x="451" y="472"/>
                  </a:lnTo>
                  <a:lnTo>
                    <a:pt x="451" y="472"/>
                  </a:lnTo>
                  <a:lnTo>
                    <a:pt x="451" y="467"/>
                  </a:lnTo>
                  <a:lnTo>
                    <a:pt x="452" y="713"/>
                  </a:lnTo>
                  <a:lnTo>
                    <a:pt x="452" y="638"/>
                  </a:lnTo>
                  <a:lnTo>
                    <a:pt x="452" y="638"/>
                  </a:lnTo>
                  <a:lnTo>
                    <a:pt x="452" y="694"/>
                  </a:lnTo>
                  <a:lnTo>
                    <a:pt x="454" y="610"/>
                  </a:lnTo>
                  <a:lnTo>
                    <a:pt x="454" y="631"/>
                  </a:lnTo>
                  <a:lnTo>
                    <a:pt x="454" y="631"/>
                  </a:lnTo>
                  <a:lnTo>
                    <a:pt x="454" y="726"/>
                  </a:lnTo>
                  <a:lnTo>
                    <a:pt x="455" y="573"/>
                  </a:lnTo>
                  <a:lnTo>
                    <a:pt x="455" y="573"/>
                  </a:lnTo>
                  <a:lnTo>
                    <a:pt x="455" y="573"/>
                  </a:lnTo>
                  <a:lnTo>
                    <a:pt x="456" y="466"/>
                  </a:lnTo>
                  <a:lnTo>
                    <a:pt x="457" y="694"/>
                  </a:lnTo>
                  <a:lnTo>
                    <a:pt x="457" y="694"/>
                  </a:lnTo>
                  <a:lnTo>
                    <a:pt x="457" y="694"/>
                  </a:lnTo>
                  <a:lnTo>
                    <a:pt x="458" y="609"/>
                  </a:lnTo>
                  <a:lnTo>
                    <a:pt x="458" y="742"/>
                  </a:lnTo>
                  <a:lnTo>
                    <a:pt x="458" y="742"/>
                  </a:lnTo>
                  <a:lnTo>
                    <a:pt x="458" y="742"/>
                  </a:lnTo>
                  <a:lnTo>
                    <a:pt x="459" y="627"/>
                  </a:lnTo>
                  <a:lnTo>
                    <a:pt x="460" y="762"/>
                  </a:lnTo>
                  <a:lnTo>
                    <a:pt x="460" y="762"/>
                  </a:lnTo>
                  <a:lnTo>
                    <a:pt x="460" y="762"/>
                  </a:lnTo>
                  <a:lnTo>
                    <a:pt x="460" y="763"/>
                  </a:lnTo>
                  <a:lnTo>
                    <a:pt x="461" y="573"/>
                  </a:lnTo>
                  <a:lnTo>
                    <a:pt x="461" y="641"/>
                  </a:lnTo>
                  <a:lnTo>
                    <a:pt x="461" y="641"/>
                  </a:lnTo>
                  <a:lnTo>
                    <a:pt x="462" y="754"/>
                  </a:lnTo>
                  <a:lnTo>
                    <a:pt x="463" y="733"/>
                  </a:lnTo>
                  <a:lnTo>
                    <a:pt x="463" y="733"/>
                  </a:lnTo>
                  <a:lnTo>
                    <a:pt x="463" y="773"/>
                  </a:lnTo>
                  <a:lnTo>
                    <a:pt x="464" y="631"/>
                  </a:lnTo>
                  <a:lnTo>
                    <a:pt x="464" y="631"/>
                  </a:lnTo>
                  <a:lnTo>
                    <a:pt x="464" y="631"/>
                  </a:lnTo>
                  <a:lnTo>
                    <a:pt x="464" y="631"/>
                  </a:lnTo>
                  <a:lnTo>
                    <a:pt x="465" y="757"/>
                  </a:lnTo>
                  <a:lnTo>
                    <a:pt x="466" y="701"/>
                  </a:lnTo>
                  <a:lnTo>
                    <a:pt x="466" y="701"/>
                  </a:lnTo>
                  <a:lnTo>
                    <a:pt x="466" y="630"/>
                  </a:lnTo>
                  <a:lnTo>
                    <a:pt x="467" y="763"/>
                  </a:lnTo>
                  <a:lnTo>
                    <a:pt x="467" y="760"/>
                  </a:lnTo>
                  <a:lnTo>
                    <a:pt x="467" y="760"/>
                  </a:lnTo>
                  <a:lnTo>
                    <a:pt x="468" y="650"/>
                  </a:lnTo>
                  <a:lnTo>
                    <a:pt x="468" y="785"/>
                  </a:lnTo>
                  <a:lnTo>
                    <a:pt x="469" y="754"/>
                  </a:lnTo>
                  <a:lnTo>
                    <a:pt x="469" y="754"/>
                  </a:lnTo>
                  <a:lnTo>
                    <a:pt x="470" y="801"/>
                  </a:lnTo>
                  <a:lnTo>
                    <a:pt x="470" y="628"/>
                  </a:lnTo>
                  <a:lnTo>
                    <a:pt x="470" y="628"/>
                  </a:lnTo>
                  <a:lnTo>
                    <a:pt x="470" y="628"/>
                  </a:lnTo>
                  <a:lnTo>
                    <a:pt x="471" y="464"/>
                  </a:lnTo>
                  <a:lnTo>
                    <a:pt x="472" y="718"/>
                  </a:lnTo>
                  <a:lnTo>
                    <a:pt x="472" y="685"/>
                  </a:lnTo>
                  <a:lnTo>
                    <a:pt x="472" y="685"/>
                  </a:lnTo>
                  <a:lnTo>
                    <a:pt x="473" y="672"/>
                  </a:lnTo>
                  <a:lnTo>
                    <a:pt x="473" y="767"/>
                  </a:lnTo>
                  <a:lnTo>
                    <a:pt x="473" y="765"/>
                  </a:lnTo>
                  <a:lnTo>
                    <a:pt x="473" y="765"/>
                  </a:lnTo>
                  <a:lnTo>
                    <a:pt x="474" y="608"/>
                  </a:lnTo>
                  <a:lnTo>
                    <a:pt x="475" y="718"/>
                  </a:lnTo>
                  <a:lnTo>
                    <a:pt x="475" y="718"/>
                  </a:lnTo>
                  <a:lnTo>
                    <a:pt x="475" y="733"/>
                  </a:lnTo>
                  <a:lnTo>
                    <a:pt x="476" y="704"/>
                  </a:lnTo>
                  <a:lnTo>
                    <a:pt x="476" y="708"/>
                  </a:lnTo>
                  <a:lnTo>
                    <a:pt x="476" y="708"/>
                  </a:lnTo>
                  <a:lnTo>
                    <a:pt x="477" y="732"/>
                  </a:lnTo>
                  <a:lnTo>
                    <a:pt x="478" y="652"/>
                  </a:lnTo>
                  <a:lnTo>
                    <a:pt x="478" y="701"/>
                  </a:lnTo>
                  <a:lnTo>
                    <a:pt x="478" y="701"/>
                  </a:lnTo>
                  <a:lnTo>
                    <a:pt x="478" y="608"/>
                  </a:lnTo>
                  <a:lnTo>
                    <a:pt x="478" y="757"/>
                  </a:lnTo>
                  <a:lnTo>
                    <a:pt x="479" y="637"/>
                  </a:lnTo>
                  <a:lnTo>
                    <a:pt x="479" y="637"/>
                  </a:lnTo>
                  <a:lnTo>
                    <a:pt x="480" y="633"/>
                  </a:lnTo>
                  <a:lnTo>
                    <a:pt x="481" y="730"/>
                  </a:lnTo>
                  <a:lnTo>
                    <a:pt x="481" y="725"/>
                  </a:lnTo>
                  <a:lnTo>
                    <a:pt x="481" y="725"/>
                  </a:lnTo>
                  <a:lnTo>
                    <a:pt x="482" y="631"/>
                  </a:lnTo>
                  <a:lnTo>
                    <a:pt x="482" y="637"/>
                  </a:lnTo>
                  <a:lnTo>
                    <a:pt x="482" y="637"/>
                  </a:lnTo>
                  <a:lnTo>
                    <a:pt x="484" y="730"/>
                  </a:lnTo>
                  <a:lnTo>
                    <a:pt x="484" y="649"/>
                  </a:lnTo>
                  <a:lnTo>
                    <a:pt x="484" y="649"/>
                  </a:lnTo>
                  <a:lnTo>
                    <a:pt x="485" y="632"/>
                  </a:lnTo>
                  <a:lnTo>
                    <a:pt x="485" y="794"/>
                  </a:lnTo>
                  <a:lnTo>
                    <a:pt x="485" y="794"/>
                  </a:lnTo>
                  <a:lnTo>
                    <a:pt x="485" y="794"/>
                  </a:lnTo>
                  <a:lnTo>
                    <a:pt x="486" y="798"/>
                  </a:lnTo>
                  <a:lnTo>
                    <a:pt x="486" y="468"/>
                  </a:lnTo>
                  <a:lnTo>
                    <a:pt x="487" y="472"/>
                  </a:lnTo>
                  <a:lnTo>
                    <a:pt x="487" y="472"/>
                  </a:lnTo>
                  <a:lnTo>
                    <a:pt x="487" y="468"/>
                  </a:lnTo>
                  <a:lnTo>
                    <a:pt x="487" y="699"/>
                  </a:lnTo>
                  <a:lnTo>
                    <a:pt x="488" y="689"/>
                  </a:lnTo>
                  <a:lnTo>
                    <a:pt x="488" y="689"/>
                  </a:lnTo>
                  <a:lnTo>
                    <a:pt x="490" y="469"/>
                  </a:lnTo>
                  <a:lnTo>
                    <a:pt x="490" y="726"/>
                  </a:lnTo>
                  <a:lnTo>
                    <a:pt x="490" y="726"/>
                  </a:lnTo>
                  <a:lnTo>
                    <a:pt x="490" y="726"/>
                  </a:lnTo>
                  <a:lnTo>
                    <a:pt x="490" y="780"/>
                  </a:lnTo>
                  <a:lnTo>
                    <a:pt x="491" y="506"/>
                  </a:lnTo>
                  <a:lnTo>
                    <a:pt x="491" y="506"/>
                  </a:lnTo>
                  <a:lnTo>
                    <a:pt x="491" y="506"/>
                  </a:lnTo>
                  <a:lnTo>
                    <a:pt x="492" y="786"/>
                  </a:lnTo>
                  <a:lnTo>
                    <a:pt x="493" y="721"/>
                  </a:lnTo>
                  <a:lnTo>
                    <a:pt x="493" y="721"/>
                  </a:lnTo>
                  <a:lnTo>
                    <a:pt x="493" y="593"/>
                  </a:lnTo>
                  <a:lnTo>
                    <a:pt x="494" y="729"/>
                  </a:lnTo>
                  <a:lnTo>
                    <a:pt x="494" y="689"/>
                  </a:lnTo>
                  <a:lnTo>
                    <a:pt x="494" y="689"/>
                  </a:lnTo>
                  <a:lnTo>
                    <a:pt x="495" y="617"/>
                  </a:lnTo>
                  <a:lnTo>
                    <a:pt x="496" y="771"/>
                  </a:lnTo>
                  <a:lnTo>
                    <a:pt x="496" y="749"/>
                  </a:lnTo>
                  <a:lnTo>
                    <a:pt x="496" y="749"/>
                  </a:lnTo>
                  <a:lnTo>
                    <a:pt x="496" y="799"/>
                  </a:lnTo>
                  <a:lnTo>
                    <a:pt x="497" y="547"/>
                  </a:lnTo>
                  <a:lnTo>
                    <a:pt x="497" y="765"/>
                  </a:lnTo>
                  <a:lnTo>
                    <a:pt x="497" y="765"/>
                  </a:lnTo>
                  <a:lnTo>
                    <a:pt x="499" y="553"/>
                  </a:lnTo>
                  <a:lnTo>
                    <a:pt x="499" y="725"/>
                  </a:lnTo>
                  <a:lnTo>
                    <a:pt x="499" y="725"/>
                  </a:lnTo>
                  <a:lnTo>
                    <a:pt x="499" y="628"/>
                  </a:lnTo>
                  <a:lnTo>
                    <a:pt x="500" y="785"/>
                  </a:lnTo>
                  <a:lnTo>
                    <a:pt x="500" y="705"/>
                  </a:lnTo>
                  <a:lnTo>
                    <a:pt x="500" y="705"/>
                  </a:lnTo>
                  <a:lnTo>
                    <a:pt x="501" y="704"/>
                  </a:lnTo>
                  <a:lnTo>
                    <a:pt x="501" y="890"/>
                  </a:lnTo>
                  <a:lnTo>
                    <a:pt x="502" y="890"/>
                  </a:lnTo>
                  <a:lnTo>
                    <a:pt x="502" y="890"/>
                  </a:lnTo>
                  <a:lnTo>
                    <a:pt x="502" y="898"/>
                  </a:lnTo>
                  <a:lnTo>
                    <a:pt x="503" y="875"/>
                  </a:lnTo>
                  <a:lnTo>
                    <a:pt x="503" y="889"/>
                  </a:lnTo>
                  <a:lnTo>
                    <a:pt x="503" y="889"/>
                  </a:lnTo>
                  <a:lnTo>
                    <a:pt x="504" y="896"/>
                  </a:lnTo>
                  <a:lnTo>
                    <a:pt x="504" y="556"/>
                  </a:lnTo>
                  <a:lnTo>
                    <a:pt x="505" y="704"/>
                  </a:lnTo>
                  <a:lnTo>
                    <a:pt x="505" y="704"/>
                  </a:lnTo>
                  <a:lnTo>
                    <a:pt x="506" y="504"/>
                  </a:lnTo>
                  <a:lnTo>
                    <a:pt x="506" y="878"/>
                  </a:lnTo>
                  <a:lnTo>
                    <a:pt x="506" y="714"/>
                  </a:lnTo>
                  <a:lnTo>
                    <a:pt x="506" y="714"/>
                  </a:lnTo>
                  <a:lnTo>
                    <a:pt x="507" y="890"/>
                  </a:lnTo>
                  <a:lnTo>
                    <a:pt x="508" y="552"/>
                  </a:lnTo>
                  <a:lnTo>
                    <a:pt x="508" y="605"/>
                  </a:lnTo>
                  <a:lnTo>
                    <a:pt x="508" y="607"/>
                  </a:lnTo>
                  <a:lnTo>
                    <a:pt x="508" y="579"/>
                  </a:lnTo>
                  <a:lnTo>
                    <a:pt x="508" y="829"/>
                  </a:lnTo>
                  <a:lnTo>
                    <a:pt x="509" y="766"/>
                  </a:lnTo>
                  <a:lnTo>
                    <a:pt x="509" y="765"/>
                  </a:lnTo>
                  <a:lnTo>
                    <a:pt x="510" y="807"/>
                  </a:lnTo>
                  <a:lnTo>
                    <a:pt x="511" y="618"/>
                  </a:lnTo>
                  <a:lnTo>
                    <a:pt x="511" y="619"/>
                  </a:lnTo>
                  <a:lnTo>
                    <a:pt x="511" y="619"/>
                  </a:lnTo>
                  <a:lnTo>
                    <a:pt x="511" y="534"/>
                  </a:lnTo>
                  <a:lnTo>
                    <a:pt x="512" y="794"/>
                  </a:lnTo>
                  <a:lnTo>
                    <a:pt x="512" y="670"/>
                  </a:lnTo>
                  <a:lnTo>
                    <a:pt x="512" y="673"/>
                  </a:lnTo>
                  <a:lnTo>
                    <a:pt x="513" y="814"/>
                  </a:lnTo>
                  <a:lnTo>
                    <a:pt x="513" y="648"/>
                  </a:lnTo>
                  <a:lnTo>
                    <a:pt x="514" y="773"/>
                  </a:lnTo>
                  <a:lnTo>
                    <a:pt x="514" y="774"/>
                  </a:lnTo>
                  <a:lnTo>
                    <a:pt x="514" y="678"/>
                  </a:lnTo>
                  <a:lnTo>
                    <a:pt x="515" y="863"/>
                  </a:lnTo>
                  <a:lnTo>
                    <a:pt x="515" y="862"/>
                  </a:lnTo>
                  <a:lnTo>
                    <a:pt x="515" y="862"/>
                  </a:lnTo>
                  <a:lnTo>
                    <a:pt x="516" y="859"/>
                  </a:lnTo>
                  <a:lnTo>
                    <a:pt x="516" y="879"/>
                  </a:lnTo>
                  <a:lnTo>
                    <a:pt x="517" y="870"/>
                  </a:lnTo>
                  <a:lnTo>
                    <a:pt x="517" y="870"/>
                  </a:lnTo>
                  <a:lnTo>
                    <a:pt x="517" y="877"/>
                  </a:lnTo>
                  <a:lnTo>
                    <a:pt x="517" y="671"/>
                  </a:lnTo>
                  <a:lnTo>
                    <a:pt x="518" y="856"/>
                  </a:lnTo>
                  <a:lnTo>
                    <a:pt x="518" y="856"/>
                  </a:lnTo>
                  <a:lnTo>
                    <a:pt x="519" y="857"/>
                  </a:lnTo>
                  <a:lnTo>
                    <a:pt x="519" y="536"/>
                  </a:lnTo>
                  <a:lnTo>
                    <a:pt x="520" y="841"/>
                  </a:lnTo>
                  <a:lnTo>
                    <a:pt x="520" y="841"/>
                  </a:lnTo>
                  <a:lnTo>
                    <a:pt x="520" y="681"/>
                  </a:lnTo>
                  <a:lnTo>
                    <a:pt x="521" y="848"/>
                  </a:lnTo>
                  <a:lnTo>
                    <a:pt x="521" y="848"/>
                  </a:lnTo>
                  <a:lnTo>
                    <a:pt x="522" y="853"/>
                  </a:lnTo>
                  <a:lnTo>
                    <a:pt x="522" y="504"/>
                  </a:lnTo>
                  <a:lnTo>
                    <a:pt x="523" y="814"/>
                  </a:lnTo>
                  <a:lnTo>
                    <a:pt x="523" y="813"/>
                  </a:lnTo>
                  <a:lnTo>
                    <a:pt x="523" y="831"/>
                  </a:lnTo>
                  <a:lnTo>
                    <a:pt x="524" y="702"/>
                  </a:lnTo>
                  <a:lnTo>
                    <a:pt x="524" y="715"/>
                  </a:lnTo>
                  <a:lnTo>
                    <a:pt x="524" y="715"/>
                  </a:lnTo>
                  <a:lnTo>
                    <a:pt x="525" y="831"/>
                  </a:lnTo>
                  <a:lnTo>
                    <a:pt x="526" y="805"/>
                  </a:lnTo>
                  <a:lnTo>
                    <a:pt x="526" y="806"/>
                  </a:lnTo>
                  <a:lnTo>
                    <a:pt x="527" y="776"/>
                  </a:lnTo>
                  <a:lnTo>
                    <a:pt x="527" y="819"/>
                  </a:lnTo>
                  <a:lnTo>
                    <a:pt x="527" y="810"/>
                  </a:lnTo>
                  <a:lnTo>
                    <a:pt x="527" y="810"/>
                  </a:lnTo>
                  <a:lnTo>
                    <a:pt x="527" y="810"/>
                  </a:lnTo>
                  <a:lnTo>
                    <a:pt x="529" y="819"/>
                  </a:lnTo>
                  <a:lnTo>
                    <a:pt x="529" y="819"/>
                  </a:lnTo>
                  <a:lnTo>
                    <a:pt x="529" y="819"/>
                  </a:lnTo>
                  <a:lnTo>
                    <a:pt x="530" y="764"/>
                  </a:lnTo>
                  <a:lnTo>
                    <a:pt x="530" y="817"/>
                  </a:lnTo>
                  <a:lnTo>
                    <a:pt x="530" y="817"/>
                  </a:lnTo>
                  <a:lnTo>
                    <a:pt x="531" y="766"/>
                  </a:lnTo>
                  <a:lnTo>
                    <a:pt x="532" y="813"/>
                  </a:lnTo>
                  <a:lnTo>
                    <a:pt x="532" y="813"/>
                  </a:lnTo>
                  <a:lnTo>
                    <a:pt x="532" y="807"/>
                  </a:lnTo>
                  <a:lnTo>
                    <a:pt x="533" y="815"/>
                  </a:lnTo>
                  <a:lnTo>
                    <a:pt x="533" y="815"/>
                  </a:lnTo>
                  <a:lnTo>
                    <a:pt x="533" y="815"/>
                  </a:lnTo>
                  <a:lnTo>
                    <a:pt x="534" y="571"/>
                  </a:lnTo>
                  <a:lnTo>
                    <a:pt x="535" y="823"/>
                  </a:lnTo>
                  <a:lnTo>
                    <a:pt x="535" y="823"/>
                  </a:lnTo>
                  <a:lnTo>
                    <a:pt x="535" y="823"/>
                  </a:lnTo>
                  <a:lnTo>
                    <a:pt x="536" y="831"/>
                  </a:lnTo>
                  <a:lnTo>
                    <a:pt x="536" y="814"/>
                  </a:lnTo>
                  <a:lnTo>
                    <a:pt x="536" y="825"/>
                  </a:lnTo>
                  <a:lnTo>
                    <a:pt x="536" y="825"/>
                  </a:lnTo>
                  <a:lnTo>
                    <a:pt x="537" y="827"/>
                  </a:lnTo>
                  <a:lnTo>
                    <a:pt x="537" y="588"/>
                  </a:lnTo>
                  <a:lnTo>
                    <a:pt x="538" y="801"/>
                  </a:lnTo>
                  <a:lnTo>
                    <a:pt x="538" y="801"/>
                  </a:lnTo>
                  <a:lnTo>
                    <a:pt x="539" y="824"/>
                  </a:lnTo>
                  <a:lnTo>
                    <a:pt x="539" y="485"/>
                  </a:lnTo>
                  <a:lnTo>
                    <a:pt x="539" y="496"/>
                  </a:lnTo>
                  <a:lnTo>
                    <a:pt x="539" y="496"/>
                  </a:lnTo>
                  <a:lnTo>
                    <a:pt x="540" y="768"/>
                  </a:lnTo>
                  <a:lnTo>
                    <a:pt x="540" y="479"/>
                  </a:lnTo>
                  <a:lnTo>
                    <a:pt x="541" y="585"/>
                  </a:lnTo>
                  <a:lnTo>
                    <a:pt x="541" y="585"/>
                  </a:lnTo>
                  <a:lnTo>
                    <a:pt x="541" y="482"/>
                  </a:lnTo>
                  <a:lnTo>
                    <a:pt x="542" y="776"/>
                  </a:lnTo>
                  <a:lnTo>
                    <a:pt x="542" y="639"/>
                  </a:lnTo>
                  <a:lnTo>
                    <a:pt x="542" y="639"/>
                  </a:lnTo>
                  <a:lnTo>
                    <a:pt x="543" y="626"/>
                  </a:lnTo>
                  <a:lnTo>
                    <a:pt x="544" y="760"/>
                  </a:lnTo>
                  <a:lnTo>
                    <a:pt x="544" y="754"/>
                  </a:lnTo>
                  <a:lnTo>
                    <a:pt x="544" y="754"/>
                  </a:lnTo>
                  <a:lnTo>
                    <a:pt x="545" y="786"/>
                  </a:lnTo>
                  <a:lnTo>
                    <a:pt x="545" y="734"/>
                  </a:lnTo>
                  <a:lnTo>
                    <a:pt x="545" y="760"/>
                  </a:lnTo>
                  <a:lnTo>
                    <a:pt x="545" y="760"/>
                  </a:lnTo>
                  <a:lnTo>
                    <a:pt x="547" y="641"/>
                  </a:lnTo>
                  <a:lnTo>
                    <a:pt x="547" y="718"/>
                  </a:lnTo>
                  <a:lnTo>
                    <a:pt x="547" y="718"/>
                  </a:lnTo>
                  <a:lnTo>
                    <a:pt x="547" y="497"/>
                  </a:lnTo>
                  <a:lnTo>
                    <a:pt x="548" y="654"/>
                  </a:lnTo>
                  <a:lnTo>
                    <a:pt x="548" y="654"/>
                  </a:lnTo>
                  <a:lnTo>
                    <a:pt x="549" y="801"/>
                  </a:lnTo>
                  <a:lnTo>
                    <a:pt x="550" y="778"/>
                  </a:lnTo>
                  <a:lnTo>
                    <a:pt x="550" y="778"/>
                  </a:lnTo>
                  <a:lnTo>
                    <a:pt x="551" y="794"/>
                  </a:lnTo>
                  <a:lnTo>
                    <a:pt x="551" y="563"/>
                  </a:lnTo>
                  <a:lnTo>
                    <a:pt x="551" y="790"/>
                  </a:lnTo>
                  <a:lnTo>
                    <a:pt x="551" y="790"/>
                  </a:lnTo>
                  <a:lnTo>
                    <a:pt x="552" y="478"/>
                  </a:lnTo>
                  <a:lnTo>
                    <a:pt x="553" y="802"/>
                  </a:lnTo>
                  <a:lnTo>
                    <a:pt x="553" y="802"/>
                  </a:lnTo>
                  <a:lnTo>
                    <a:pt x="553" y="802"/>
                  </a:lnTo>
                  <a:lnTo>
                    <a:pt x="553" y="825"/>
                  </a:lnTo>
                  <a:lnTo>
                    <a:pt x="554" y="476"/>
                  </a:lnTo>
                  <a:lnTo>
                    <a:pt x="554" y="561"/>
                  </a:lnTo>
                  <a:lnTo>
                    <a:pt x="554" y="561"/>
                  </a:lnTo>
                  <a:lnTo>
                    <a:pt x="555" y="814"/>
                  </a:lnTo>
                  <a:lnTo>
                    <a:pt x="556" y="575"/>
                  </a:lnTo>
                  <a:lnTo>
                    <a:pt x="556" y="575"/>
                  </a:lnTo>
                  <a:lnTo>
                    <a:pt x="556" y="568"/>
                  </a:lnTo>
                  <a:lnTo>
                    <a:pt x="557" y="789"/>
                  </a:lnTo>
                  <a:lnTo>
                    <a:pt x="557" y="633"/>
                  </a:lnTo>
                  <a:lnTo>
                    <a:pt x="557" y="633"/>
                  </a:lnTo>
                  <a:lnTo>
                    <a:pt x="558" y="554"/>
                  </a:lnTo>
                  <a:lnTo>
                    <a:pt x="558" y="794"/>
                  </a:lnTo>
                  <a:lnTo>
                    <a:pt x="559" y="594"/>
                  </a:lnTo>
                  <a:lnTo>
                    <a:pt x="559" y="594"/>
                  </a:lnTo>
                  <a:lnTo>
                    <a:pt x="559" y="551"/>
                  </a:lnTo>
                  <a:lnTo>
                    <a:pt x="560" y="781"/>
                  </a:lnTo>
                  <a:lnTo>
                    <a:pt x="560" y="556"/>
                  </a:lnTo>
                  <a:lnTo>
                    <a:pt x="560" y="556"/>
                  </a:lnTo>
                  <a:lnTo>
                    <a:pt x="561" y="536"/>
                  </a:lnTo>
                  <a:lnTo>
                    <a:pt x="562" y="789"/>
                  </a:lnTo>
                  <a:lnTo>
                    <a:pt x="562" y="782"/>
                  </a:lnTo>
                  <a:lnTo>
                    <a:pt x="562" y="782"/>
                  </a:lnTo>
                  <a:lnTo>
                    <a:pt x="563" y="480"/>
                  </a:lnTo>
                  <a:lnTo>
                    <a:pt x="563" y="759"/>
                  </a:lnTo>
                  <a:lnTo>
                    <a:pt x="563" y="759"/>
                  </a:lnTo>
                  <a:lnTo>
                    <a:pt x="564" y="748"/>
                  </a:lnTo>
                  <a:lnTo>
                    <a:pt x="565" y="771"/>
                  </a:lnTo>
                  <a:lnTo>
                    <a:pt x="565" y="771"/>
                  </a:lnTo>
                  <a:lnTo>
                    <a:pt x="565" y="771"/>
                  </a:lnTo>
                  <a:lnTo>
                    <a:pt x="566" y="773"/>
                  </a:lnTo>
                  <a:lnTo>
                    <a:pt x="566" y="717"/>
                  </a:lnTo>
                  <a:lnTo>
                    <a:pt x="566" y="763"/>
                  </a:lnTo>
                  <a:lnTo>
                    <a:pt x="566" y="763"/>
                  </a:lnTo>
                  <a:lnTo>
                    <a:pt x="567" y="760"/>
                  </a:lnTo>
                  <a:lnTo>
                    <a:pt x="567" y="772"/>
                  </a:lnTo>
                  <a:lnTo>
                    <a:pt x="568" y="770"/>
                  </a:lnTo>
                  <a:lnTo>
                    <a:pt x="568" y="770"/>
                  </a:lnTo>
                  <a:lnTo>
                    <a:pt x="569" y="779"/>
                  </a:lnTo>
                  <a:lnTo>
                    <a:pt x="569" y="670"/>
                  </a:lnTo>
                  <a:lnTo>
                    <a:pt x="569" y="721"/>
                  </a:lnTo>
                  <a:lnTo>
                    <a:pt x="569" y="721"/>
                  </a:lnTo>
                  <a:lnTo>
                    <a:pt x="570" y="656"/>
                  </a:lnTo>
                  <a:lnTo>
                    <a:pt x="570" y="790"/>
                  </a:lnTo>
                  <a:lnTo>
                    <a:pt x="571" y="774"/>
                  </a:lnTo>
                  <a:lnTo>
                    <a:pt x="571" y="774"/>
                  </a:lnTo>
                  <a:lnTo>
                    <a:pt x="572" y="788"/>
                  </a:lnTo>
                  <a:lnTo>
                    <a:pt x="572" y="478"/>
                  </a:lnTo>
                  <a:lnTo>
                    <a:pt x="572" y="478"/>
                  </a:lnTo>
                  <a:lnTo>
                    <a:pt x="572" y="478"/>
                  </a:lnTo>
                  <a:lnTo>
                    <a:pt x="573" y="476"/>
                  </a:lnTo>
                  <a:lnTo>
                    <a:pt x="573" y="779"/>
                  </a:lnTo>
                  <a:lnTo>
                    <a:pt x="574" y="771"/>
                  </a:lnTo>
                  <a:lnTo>
                    <a:pt x="574" y="771"/>
                  </a:lnTo>
                  <a:lnTo>
                    <a:pt x="575" y="778"/>
                  </a:lnTo>
                  <a:lnTo>
                    <a:pt x="575" y="756"/>
                  </a:lnTo>
                  <a:lnTo>
                    <a:pt x="575" y="756"/>
                  </a:lnTo>
                  <a:lnTo>
                    <a:pt x="575" y="756"/>
                  </a:lnTo>
                  <a:lnTo>
                    <a:pt x="576" y="712"/>
                  </a:lnTo>
                  <a:lnTo>
                    <a:pt x="577" y="781"/>
                  </a:lnTo>
                  <a:lnTo>
                    <a:pt x="577" y="780"/>
                  </a:lnTo>
                  <a:lnTo>
                    <a:pt x="577" y="780"/>
                  </a:lnTo>
                  <a:lnTo>
                    <a:pt x="578" y="744"/>
                  </a:lnTo>
                  <a:lnTo>
                    <a:pt x="578" y="744"/>
                  </a:lnTo>
                  <a:lnTo>
                    <a:pt x="578" y="744"/>
                  </a:lnTo>
                  <a:lnTo>
                    <a:pt x="579" y="713"/>
                  </a:lnTo>
                  <a:lnTo>
                    <a:pt x="580" y="791"/>
                  </a:lnTo>
                  <a:lnTo>
                    <a:pt x="580" y="791"/>
                  </a:lnTo>
                  <a:lnTo>
                    <a:pt x="580" y="791"/>
                  </a:lnTo>
                  <a:lnTo>
                    <a:pt x="580" y="792"/>
                  </a:lnTo>
                  <a:lnTo>
                    <a:pt x="581" y="475"/>
                  </a:lnTo>
                  <a:lnTo>
                    <a:pt x="581" y="771"/>
                  </a:lnTo>
                  <a:lnTo>
                    <a:pt x="581" y="771"/>
                  </a:lnTo>
                  <a:lnTo>
                    <a:pt x="582" y="783"/>
                  </a:lnTo>
                  <a:lnTo>
                    <a:pt x="583" y="562"/>
                  </a:lnTo>
                  <a:lnTo>
                    <a:pt x="583" y="674"/>
                  </a:lnTo>
                  <a:lnTo>
                    <a:pt x="583" y="674"/>
                  </a:lnTo>
                  <a:lnTo>
                    <a:pt x="584" y="800"/>
                  </a:lnTo>
                  <a:lnTo>
                    <a:pt x="584" y="779"/>
                  </a:lnTo>
                  <a:lnTo>
                    <a:pt x="584" y="779"/>
                  </a:lnTo>
                  <a:lnTo>
                    <a:pt x="585" y="796"/>
                  </a:lnTo>
                  <a:lnTo>
                    <a:pt x="586" y="474"/>
                  </a:lnTo>
                  <a:lnTo>
                    <a:pt x="586" y="484"/>
                  </a:lnTo>
                  <a:lnTo>
                    <a:pt x="586" y="484"/>
                  </a:lnTo>
                  <a:lnTo>
                    <a:pt x="587" y="770"/>
                  </a:lnTo>
                  <a:lnTo>
                    <a:pt x="587" y="709"/>
                  </a:lnTo>
                  <a:lnTo>
                    <a:pt x="587" y="709"/>
                  </a:lnTo>
                  <a:lnTo>
                    <a:pt x="588" y="767"/>
                  </a:lnTo>
                  <a:lnTo>
                    <a:pt x="589" y="764"/>
                  </a:lnTo>
                  <a:lnTo>
                    <a:pt x="589" y="764"/>
                  </a:lnTo>
                  <a:lnTo>
                    <a:pt x="589" y="758"/>
                  </a:lnTo>
                  <a:lnTo>
                    <a:pt x="590" y="766"/>
                  </a:lnTo>
                  <a:lnTo>
                    <a:pt x="590" y="763"/>
                  </a:lnTo>
                  <a:lnTo>
                    <a:pt x="590" y="763"/>
                  </a:lnTo>
                  <a:lnTo>
                    <a:pt x="591" y="769"/>
                  </a:lnTo>
                  <a:lnTo>
                    <a:pt x="592" y="768"/>
                  </a:lnTo>
                  <a:lnTo>
                    <a:pt x="592" y="768"/>
                  </a:lnTo>
                  <a:lnTo>
                    <a:pt x="593" y="557"/>
                  </a:lnTo>
                  <a:lnTo>
                    <a:pt x="593" y="793"/>
                  </a:lnTo>
                  <a:lnTo>
                    <a:pt x="593" y="793"/>
                  </a:lnTo>
                  <a:lnTo>
                    <a:pt x="593" y="793"/>
                  </a:lnTo>
                  <a:lnTo>
                    <a:pt x="594" y="795"/>
                  </a:lnTo>
                  <a:lnTo>
                    <a:pt x="594" y="571"/>
                  </a:lnTo>
                  <a:lnTo>
                    <a:pt x="595" y="789"/>
                  </a:lnTo>
                  <a:lnTo>
                    <a:pt x="595" y="789"/>
                  </a:lnTo>
                  <a:lnTo>
                    <a:pt x="595" y="812"/>
                  </a:lnTo>
                  <a:lnTo>
                    <a:pt x="596" y="733"/>
                  </a:lnTo>
                  <a:lnTo>
                    <a:pt x="596" y="777"/>
                  </a:lnTo>
                  <a:lnTo>
                    <a:pt x="596" y="777"/>
                  </a:lnTo>
                  <a:lnTo>
                    <a:pt x="597" y="768"/>
                  </a:lnTo>
                  <a:lnTo>
                    <a:pt x="598" y="781"/>
                  </a:lnTo>
                  <a:lnTo>
                    <a:pt x="598" y="781"/>
                  </a:lnTo>
                  <a:lnTo>
                    <a:pt x="598" y="781"/>
                  </a:lnTo>
                  <a:lnTo>
                    <a:pt x="599" y="783"/>
                  </a:lnTo>
                  <a:lnTo>
                    <a:pt x="599" y="723"/>
                  </a:lnTo>
                  <a:lnTo>
                    <a:pt x="599" y="735"/>
                  </a:lnTo>
                  <a:lnTo>
                    <a:pt x="599" y="735"/>
                  </a:lnTo>
                  <a:lnTo>
                    <a:pt x="600" y="727"/>
                  </a:lnTo>
                  <a:lnTo>
                    <a:pt x="600" y="790"/>
                  </a:lnTo>
                  <a:lnTo>
                    <a:pt x="601" y="783"/>
                  </a:lnTo>
                  <a:lnTo>
                    <a:pt x="601" y="783"/>
                  </a:lnTo>
                  <a:lnTo>
                    <a:pt x="602" y="785"/>
                  </a:lnTo>
                  <a:lnTo>
                    <a:pt x="602" y="727"/>
                  </a:lnTo>
                  <a:lnTo>
                    <a:pt x="602" y="771"/>
                  </a:lnTo>
                  <a:lnTo>
                    <a:pt x="602" y="771"/>
                  </a:lnTo>
                  <a:lnTo>
                    <a:pt x="604" y="787"/>
                  </a:lnTo>
                  <a:lnTo>
                    <a:pt x="604" y="719"/>
                  </a:lnTo>
                  <a:lnTo>
                    <a:pt x="604" y="753"/>
                  </a:lnTo>
                  <a:lnTo>
                    <a:pt x="604" y="753"/>
                  </a:lnTo>
                  <a:lnTo>
                    <a:pt x="604" y="718"/>
                  </a:lnTo>
                  <a:lnTo>
                    <a:pt x="605" y="784"/>
                  </a:lnTo>
                  <a:lnTo>
                    <a:pt x="605" y="745"/>
                  </a:lnTo>
                  <a:lnTo>
                    <a:pt x="605" y="745"/>
                  </a:lnTo>
                  <a:lnTo>
                    <a:pt x="606" y="537"/>
                  </a:lnTo>
                  <a:lnTo>
                    <a:pt x="607" y="815"/>
                  </a:lnTo>
                  <a:lnTo>
                    <a:pt x="607" y="792"/>
                  </a:lnTo>
                  <a:lnTo>
                    <a:pt x="607" y="792"/>
                  </a:lnTo>
                  <a:lnTo>
                    <a:pt x="607" y="770"/>
                  </a:lnTo>
                  <a:lnTo>
                    <a:pt x="608" y="786"/>
                  </a:lnTo>
                  <a:lnTo>
                    <a:pt x="608" y="786"/>
                  </a:lnTo>
                  <a:lnTo>
                    <a:pt x="610" y="675"/>
                  </a:lnTo>
                  <a:lnTo>
                    <a:pt x="610" y="806"/>
                  </a:lnTo>
                  <a:lnTo>
                    <a:pt x="610" y="806"/>
                  </a:lnTo>
                  <a:lnTo>
                    <a:pt x="610" y="806"/>
                  </a:lnTo>
                  <a:lnTo>
                    <a:pt x="611" y="470"/>
                  </a:lnTo>
                  <a:lnTo>
                    <a:pt x="611" y="783"/>
                  </a:lnTo>
                  <a:lnTo>
                    <a:pt x="611" y="783"/>
                  </a:lnTo>
                  <a:lnTo>
                    <a:pt x="612" y="788"/>
                  </a:lnTo>
                  <a:lnTo>
                    <a:pt x="613" y="717"/>
                  </a:lnTo>
                  <a:lnTo>
                    <a:pt x="613" y="755"/>
                  </a:lnTo>
                  <a:lnTo>
                    <a:pt x="613" y="755"/>
                  </a:lnTo>
                  <a:lnTo>
                    <a:pt x="614" y="760"/>
                  </a:lnTo>
                  <a:lnTo>
                    <a:pt x="614" y="467"/>
                  </a:lnTo>
                  <a:lnTo>
                    <a:pt x="614" y="536"/>
                  </a:lnTo>
                  <a:lnTo>
                    <a:pt x="614" y="536"/>
                  </a:lnTo>
                  <a:lnTo>
                    <a:pt x="615" y="469"/>
                  </a:lnTo>
                  <a:lnTo>
                    <a:pt x="616" y="731"/>
                  </a:lnTo>
                  <a:lnTo>
                    <a:pt x="616" y="731"/>
                  </a:lnTo>
                  <a:lnTo>
                    <a:pt x="616" y="731"/>
                  </a:lnTo>
                  <a:lnTo>
                    <a:pt x="617" y="735"/>
                  </a:lnTo>
                  <a:lnTo>
                    <a:pt x="617" y="538"/>
                  </a:lnTo>
                  <a:lnTo>
                    <a:pt x="617" y="573"/>
                  </a:lnTo>
                  <a:lnTo>
                    <a:pt x="617" y="573"/>
                  </a:lnTo>
                  <a:lnTo>
                    <a:pt x="619" y="732"/>
                  </a:lnTo>
                  <a:lnTo>
                    <a:pt x="619" y="732"/>
                  </a:lnTo>
                  <a:lnTo>
                    <a:pt x="619" y="732"/>
                  </a:lnTo>
                  <a:lnTo>
                    <a:pt x="619" y="733"/>
                  </a:lnTo>
                  <a:lnTo>
                    <a:pt x="620" y="626"/>
                  </a:lnTo>
                  <a:lnTo>
                    <a:pt x="620" y="626"/>
                  </a:lnTo>
                  <a:lnTo>
                    <a:pt x="620" y="626"/>
                  </a:lnTo>
                  <a:lnTo>
                    <a:pt x="621" y="472"/>
                  </a:lnTo>
                  <a:lnTo>
                    <a:pt x="622" y="660"/>
                  </a:lnTo>
                  <a:lnTo>
                    <a:pt x="622" y="660"/>
                  </a:lnTo>
                  <a:lnTo>
                    <a:pt x="622" y="660"/>
                  </a:lnTo>
                  <a:lnTo>
                    <a:pt x="623" y="573"/>
                  </a:lnTo>
                  <a:lnTo>
                    <a:pt x="623" y="712"/>
                  </a:lnTo>
                  <a:lnTo>
                    <a:pt x="623" y="712"/>
                  </a:lnTo>
                  <a:lnTo>
                    <a:pt x="623" y="712"/>
                  </a:lnTo>
                  <a:lnTo>
                    <a:pt x="624" y="672"/>
                  </a:lnTo>
                  <a:lnTo>
                    <a:pt x="625" y="725"/>
                  </a:lnTo>
                  <a:lnTo>
                    <a:pt x="625" y="724"/>
                  </a:lnTo>
                  <a:lnTo>
                    <a:pt x="625" y="724"/>
                  </a:lnTo>
                  <a:lnTo>
                    <a:pt x="626" y="687"/>
                  </a:lnTo>
                  <a:lnTo>
                    <a:pt x="626" y="729"/>
                  </a:lnTo>
                  <a:lnTo>
                    <a:pt x="626" y="729"/>
                  </a:lnTo>
                  <a:lnTo>
                    <a:pt x="626" y="729"/>
                  </a:lnTo>
                  <a:lnTo>
                    <a:pt x="627" y="730"/>
                  </a:lnTo>
                  <a:lnTo>
                    <a:pt x="628" y="471"/>
                  </a:lnTo>
                  <a:lnTo>
                    <a:pt x="628" y="499"/>
                  </a:lnTo>
                  <a:lnTo>
                    <a:pt x="628" y="499"/>
                  </a:lnTo>
                  <a:lnTo>
                    <a:pt x="628" y="475"/>
                  </a:lnTo>
                  <a:lnTo>
                    <a:pt x="629" y="730"/>
                  </a:lnTo>
                  <a:lnTo>
                    <a:pt x="629" y="607"/>
                  </a:lnTo>
                  <a:lnTo>
                    <a:pt x="629" y="607"/>
                  </a:lnTo>
                  <a:lnTo>
                    <a:pt x="630" y="556"/>
                  </a:lnTo>
                  <a:lnTo>
                    <a:pt x="630" y="736"/>
                  </a:lnTo>
                  <a:lnTo>
                    <a:pt x="631" y="709"/>
                  </a:lnTo>
                  <a:lnTo>
                    <a:pt x="631" y="709"/>
                  </a:lnTo>
                  <a:lnTo>
                    <a:pt x="631" y="699"/>
                  </a:lnTo>
                  <a:lnTo>
                    <a:pt x="631" y="722"/>
                  </a:lnTo>
                  <a:lnTo>
                    <a:pt x="632" y="706"/>
                  </a:lnTo>
                  <a:lnTo>
                    <a:pt x="632" y="706"/>
                  </a:lnTo>
                  <a:lnTo>
                    <a:pt x="634" y="721"/>
                  </a:lnTo>
                  <a:lnTo>
                    <a:pt x="634" y="464"/>
                  </a:lnTo>
                  <a:lnTo>
                    <a:pt x="634" y="464"/>
                  </a:lnTo>
                  <a:lnTo>
                    <a:pt x="634" y="464"/>
                  </a:lnTo>
                  <a:lnTo>
                    <a:pt x="635" y="751"/>
                  </a:lnTo>
                  <a:lnTo>
                    <a:pt x="635" y="479"/>
                  </a:lnTo>
                  <a:lnTo>
                    <a:pt x="635" y="479"/>
                  </a:lnTo>
                  <a:lnTo>
                    <a:pt x="636" y="464"/>
                  </a:lnTo>
                  <a:lnTo>
                    <a:pt x="637" y="782"/>
                  </a:lnTo>
                  <a:lnTo>
                    <a:pt x="637" y="704"/>
                  </a:lnTo>
                  <a:lnTo>
                    <a:pt x="637" y="704"/>
                  </a:lnTo>
                  <a:lnTo>
                    <a:pt x="638" y="564"/>
                  </a:lnTo>
                  <a:lnTo>
                    <a:pt x="638" y="734"/>
                  </a:lnTo>
                  <a:lnTo>
                    <a:pt x="638" y="732"/>
                  </a:lnTo>
                  <a:lnTo>
                    <a:pt x="638" y="732"/>
                  </a:lnTo>
                  <a:lnTo>
                    <a:pt x="639" y="459"/>
                  </a:lnTo>
                  <a:lnTo>
                    <a:pt x="640" y="751"/>
                  </a:lnTo>
                  <a:lnTo>
                    <a:pt x="640" y="751"/>
                  </a:lnTo>
                  <a:lnTo>
                    <a:pt x="640" y="751"/>
                  </a:lnTo>
                  <a:lnTo>
                    <a:pt x="640" y="751"/>
                  </a:lnTo>
                  <a:lnTo>
                    <a:pt x="641" y="677"/>
                  </a:lnTo>
                  <a:lnTo>
                    <a:pt x="641" y="717"/>
                  </a:lnTo>
                  <a:lnTo>
                    <a:pt x="641" y="717"/>
                  </a:lnTo>
                  <a:lnTo>
                    <a:pt x="641" y="717"/>
                  </a:lnTo>
                  <a:lnTo>
                    <a:pt x="642" y="702"/>
                  </a:lnTo>
                  <a:lnTo>
                    <a:pt x="643" y="713"/>
                  </a:lnTo>
                  <a:lnTo>
                    <a:pt x="643" y="713"/>
                  </a:lnTo>
                  <a:lnTo>
                    <a:pt x="644" y="738"/>
                  </a:lnTo>
                  <a:lnTo>
                    <a:pt x="644" y="456"/>
                  </a:lnTo>
                  <a:lnTo>
                    <a:pt x="644" y="484"/>
                  </a:lnTo>
                  <a:lnTo>
                    <a:pt x="644" y="484"/>
                  </a:lnTo>
                  <a:lnTo>
                    <a:pt x="645" y="457"/>
                  </a:lnTo>
                  <a:lnTo>
                    <a:pt x="646" y="745"/>
                  </a:lnTo>
                  <a:lnTo>
                    <a:pt x="646" y="690"/>
                  </a:lnTo>
                  <a:lnTo>
                    <a:pt x="646" y="690"/>
                  </a:lnTo>
                  <a:lnTo>
                    <a:pt x="646" y="688"/>
                  </a:lnTo>
                  <a:lnTo>
                    <a:pt x="647" y="718"/>
                  </a:lnTo>
                  <a:lnTo>
                    <a:pt x="647" y="717"/>
                  </a:lnTo>
                  <a:lnTo>
                    <a:pt x="647" y="717"/>
                  </a:lnTo>
                  <a:lnTo>
                    <a:pt x="649" y="720"/>
                  </a:lnTo>
                  <a:lnTo>
                    <a:pt x="649" y="512"/>
                  </a:lnTo>
                  <a:lnTo>
                    <a:pt x="649" y="596"/>
                  </a:lnTo>
                  <a:lnTo>
                    <a:pt x="649" y="596"/>
                  </a:lnTo>
                  <a:lnTo>
                    <a:pt x="649" y="501"/>
                  </a:lnTo>
                  <a:lnTo>
                    <a:pt x="650" y="725"/>
                  </a:lnTo>
                  <a:lnTo>
                    <a:pt x="650" y="640"/>
                  </a:lnTo>
                  <a:lnTo>
                    <a:pt x="650" y="640"/>
                  </a:lnTo>
                  <a:lnTo>
                    <a:pt x="651" y="452"/>
                  </a:lnTo>
                  <a:lnTo>
                    <a:pt x="652" y="719"/>
                  </a:lnTo>
                  <a:lnTo>
                    <a:pt x="652" y="719"/>
                  </a:lnTo>
                  <a:lnTo>
                    <a:pt x="652" y="719"/>
                  </a:lnTo>
                  <a:lnTo>
                    <a:pt x="652" y="767"/>
                  </a:lnTo>
                  <a:lnTo>
                    <a:pt x="653" y="556"/>
                  </a:lnTo>
                  <a:lnTo>
                    <a:pt x="653" y="563"/>
                  </a:lnTo>
                  <a:lnTo>
                    <a:pt x="653" y="563"/>
                  </a:lnTo>
                  <a:lnTo>
                    <a:pt x="654" y="558"/>
                  </a:lnTo>
                  <a:lnTo>
                    <a:pt x="655" y="744"/>
                  </a:lnTo>
                  <a:lnTo>
                    <a:pt x="655" y="742"/>
                  </a:lnTo>
                  <a:lnTo>
                    <a:pt x="655" y="742"/>
                  </a:lnTo>
                  <a:lnTo>
                    <a:pt x="656" y="521"/>
                  </a:lnTo>
                  <a:lnTo>
                    <a:pt x="656" y="726"/>
                  </a:lnTo>
                  <a:lnTo>
                    <a:pt x="656" y="726"/>
                  </a:lnTo>
                  <a:lnTo>
                    <a:pt x="657" y="451"/>
                  </a:lnTo>
                  <a:lnTo>
                    <a:pt x="658" y="776"/>
                  </a:lnTo>
                  <a:lnTo>
                    <a:pt x="658" y="530"/>
                  </a:lnTo>
                  <a:lnTo>
                    <a:pt x="658" y="530"/>
                  </a:lnTo>
                  <a:lnTo>
                    <a:pt x="658" y="455"/>
                  </a:lnTo>
                  <a:lnTo>
                    <a:pt x="659" y="761"/>
                  </a:lnTo>
                  <a:lnTo>
                    <a:pt x="659" y="514"/>
                  </a:lnTo>
                  <a:lnTo>
                    <a:pt x="659" y="514"/>
                  </a:lnTo>
                  <a:lnTo>
                    <a:pt x="661" y="493"/>
                  </a:lnTo>
                  <a:lnTo>
                    <a:pt x="661" y="748"/>
                  </a:lnTo>
                  <a:lnTo>
                    <a:pt x="661" y="707"/>
                  </a:lnTo>
                  <a:lnTo>
                    <a:pt x="661" y="707"/>
                  </a:lnTo>
                  <a:lnTo>
                    <a:pt x="662" y="450"/>
                  </a:lnTo>
                  <a:lnTo>
                    <a:pt x="662" y="740"/>
                  </a:lnTo>
                  <a:lnTo>
                    <a:pt x="662" y="452"/>
                  </a:lnTo>
                  <a:lnTo>
                    <a:pt x="662" y="452"/>
                  </a:lnTo>
                  <a:lnTo>
                    <a:pt x="664" y="755"/>
                  </a:lnTo>
                  <a:lnTo>
                    <a:pt x="664" y="755"/>
                  </a:lnTo>
                  <a:lnTo>
                    <a:pt x="664" y="755"/>
                  </a:lnTo>
                  <a:lnTo>
                    <a:pt x="665" y="764"/>
                  </a:lnTo>
                  <a:lnTo>
                    <a:pt x="666" y="503"/>
                  </a:lnTo>
                  <a:lnTo>
                    <a:pt x="666" y="503"/>
                  </a:lnTo>
                  <a:lnTo>
                    <a:pt x="666" y="503"/>
                  </a:lnTo>
                  <a:lnTo>
                    <a:pt x="667" y="764"/>
                  </a:lnTo>
                  <a:lnTo>
                    <a:pt x="667" y="671"/>
                  </a:lnTo>
                  <a:lnTo>
                    <a:pt x="667" y="671"/>
                  </a:lnTo>
                  <a:lnTo>
                    <a:pt x="667" y="564"/>
                  </a:lnTo>
                  <a:lnTo>
                    <a:pt x="668" y="764"/>
                  </a:lnTo>
                  <a:lnTo>
                    <a:pt x="669" y="764"/>
                  </a:lnTo>
                  <a:lnTo>
                    <a:pt x="669" y="764"/>
                  </a:lnTo>
                  <a:lnTo>
                    <a:pt x="669" y="761"/>
                  </a:lnTo>
                  <a:lnTo>
                    <a:pt x="670" y="773"/>
                  </a:lnTo>
                  <a:lnTo>
                    <a:pt x="670" y="773"/>
                  </a:lnTo>
                  <a:lnTo>
                    <a:pt x="670" y="773"/>
                  </a:lnTo>
                  <a:lnTo>
                    <a:pt x="671" y="780"/>
                  </a:lnTo>
                  <a:lnTo>
                    <a:pt x="671" y="416"/>
                  </a:lnTo>
                  <a:lnTo>
                    <a:pt x="672" y="518"/>
                  </a:lnTo>
                  <a:lnTo>
                    <a:pt x="672" y="518"/>
                  </a:lnTo>
                  <a:lnTo>
                    <a:pt x="672" y="452"/>
                  </a:lnTo>
                  <a:lnTo>
                    <a:pt x="673" y="721"/>
                  </a:lnTo>
                  <a:lnTo>
                    <a:pt x="673" y="702"/>
                  </a:lnTo>
                  <a:lnTo>
                    <a:pt x="673" y="702"/>
                  </a:lnTo>
                  <a:lnTo>
                    <a:pt x="673" y="700"/>
                  </a:lnTo>
                  <a:lnTo>
                    <a:pt x="674" y="784"/>
                  </a:lnTo>
                  <a:lnTo>
                    <a:pt x="675" y="751"/>
                  </a:lnTo>
                  <a:lnTo>
                    <a:pt x="675" y="751"/>
                  </a:lnTo>
                  <a:lnTo>
                    <a:pt x="675" y="729"/>
                  </a:lnTo>
                  <a:lnTo>
                    <a:pt x="676" y="758"/>
                  </a:lnTo>
                  <a:lnTo>
                    <a:pt x="676" y="745"/>
                  </a:lnTo>
                  <a:lnTo>
                    <a:pt x="676" y="745"/>
                  </a:lnTo>
                  <a:lnTo>
                    <a:pt x="677" y="766"/>
                  </a:lnTo>
                  <a:lnTo>
                    <a:pt x="678" y="470"/>
                  </a:lnTo>
                  <a:lnTo>
                    <a:pt x="678" y="474"/>
                  </a:lnTo>
                  <a:lnTo>
                    <a:pt x="678" y="474"/>
                  </a:lnTo>
                  <a:lnTo>
                    <a:pt x="678" y="290"/>
                  </a:lnTo>
                  <a:lnTo>
                    <a:pt x="679" y="698"/>
                  </a:lnTo>
                  <a:lnTo>
                    <a:pt x="679" y="698"/>
                  </a:lnTo>
                  <a:lnTo>
                    <a:pt x="679" y="698"/>
                  </a:lnTo>
                  <a:lnTo>
                    <a:pt x="679" y="666"/>
                  </a:lnTo>
                  <a:lnTo>
                    <a:pt x="680" y="733"/>
                  </a:lnTo>
                  <a:lnTo>
                    <a:pt x="681" y="713"/>
                  </a:lnTo>
                  <a:lnTo>
                    <a:pt x="681" y="713"/>
                  </a:lnTo>
                  <a:lnTo>
                    <a:pt x="681" y="704"/>
                  </a:lnTo>
                  <a:lnTo>
                    <a:pt x="682" y="765"/>
                  </a:lnTo>
                  <a:lnTo>
                    <a:pt x="682" y="765"/>
                  </a:lnTo>
                  <a:lnTo>
                    <a:pt x="682" y="765"/>
                  </a:lnTo>
                  <a:lnTo>
                    <a:pt x="682" y="764"/>
                  </a:lnTo>
                  <a:lnTo>
                    <a:pt x="684" y="782"/>
                  </a:lnTo>
                  <a:lnTo>
                    <a:pt x="684" y="778"/>
                  </a:lnTo>
                  <a:lnTo>
                    <a:pt x="684" y="778"/>
                  </a:lnTo>
                  <a:lnTo>
                    <a:pt x="684" y="729"/>
                  </a:lnTo>
                  <a:lnTo>
                    <a:pt x="685" y="776"/>
                  </a:lnTo>
                  <a:lnTo>
                    <a:pt x="685" y="776"/>
                  </a:lnTo>
                  <a:lnTo>
                    <a:pt x="686" y="779"/>
                  </a:lnTo>
                  <a:lnTo>
                    <a:pt x="686" y="284"/>
                  </a:lnTo>
                  <a:lnTo>
                    <a:pt x="687" y="745"/>
                  </a:lnTo>
                  <a:lnTo>
                    <a:pt x="687" y="745"/>
                  </a:lnTo>
                  <a:lnTo>
                    <a:pt x="688" y="721"/>
                  </a:lnTo>
                  <a:lnTo>
                    <a:pt x="688" y="766"/>
                  </a:lnTo>
                  <a:lnTo>
                    <a:pt x="688" y="766"/>
                  </a:lnTo>
                  <a:lnTo>
                    <a:pt x="688" y="766"/>
                  </a:lnTo>
                  <a:lnTo>
                    <a:pt x="688" y="770"/>
                  </a:lnTo>
                  <a:lnTo>
                    <a:pt x="689" y="658"/>
                  </a:lnTo>
                  <a:lnTo>
                    <a:pt x="690" y="744"/>
                  </a:lnTo>
                  <a:lnTo>
                    <a:pt x="690" y="744"/>
                  </a:lnTo>
                  <a:lnTo>
                    <a:pt x="691" y="768"/>
                  </a:lnTo>
                  <a:lnTo>
                    <a:pt x="691" y="736"/>
                  </a:lnTo>
                  <a:lnTo>
                    <a:pt x="691" y="757"/>
                  </a:lnTo>
                  <a:lnTo>
                    <a:pt x="691" y="757"/>
                  </a:lnTo>
                  <a:lnTo>
                    <a:pt x="691" y="735"/>
                  </a:lnTo>
                  <a:lnTo>
                    <a:pt x="692" y="771"/>
                  </a:lnTo>
                  <a:lnTo>
                    <a:pt x="693" y="761"/>
                  </a:lnTo>
                  <a:lnTo>
                    <a:pt x="693" y="761"/>
                  </a:lnTo>
                  <a:lnTo>
                    <a:pt x="693" y="742"/>
                  </a:lnTo>
                  <a:lnTo>
                    <a:pt x="694" y="774"/>
                  </a:lnTo>
                  <a:lnTo>
                    <a:pt x="694" y="774"/>
                  </a:lnTo>
                  <a:lnTo>
                    <a:pt x="694" y="774"/>
                  </a:lnTo>
                  <a:lnTo>
                    <a:pt x="694" y="765"/>
                  </a:lnTo>
                  <a:lnTo>
                    <a:pt x="694" y="777"/>
                  </a:lnTo>
                  <a:lnTo>
                    <a:pt x="696" y="769"/>
                  </a:lnTo>
                  <a:lnTo>
                    <a:pt x="696" y="769"/>
                  </a:lnTo>
                  <a:lnTo>
                    <a:pt x="696" y="746"/>
                  </a:lnTo>
                  <a:lnTo>
                    <a:pt x="697" y="765"/>
                  </a:lnTo>
                  <a:lnTo>
                    <a:pt x="697" y="765"/>
                  </a:lnTo>
                  <a:lnTo>
                    <a:pt x="697" y="766"/>
                  </a:lnTo>
                  <a:lnTo>
                    <a:pt x="698" y="744"/>
                  </a:lnTo>
                  <a:lnTo>
                    <a:pt x="699" y="762"/>
                  </a:lnTo>
                  <a:lnTo>
                    <a:pt x="699" y="762"/>
                  </a:lnTo>
                  <a:lnTo>
                    <a:pt x="699" y="768"/>
                  </a:lnTo>
                  <a:lnTo>
                    <a:pt x="700" y="765"/>
                  </a:lnTo>
                  <a:lnTo>
                    <a:pt x="700" y="765"/>
                  </a:lnTo>
                  <a:lnTo>
                    <a:pt x="700" y="766"/>
                  </a:lnTo>
                  <a:lnTo>
                    <a:pt x="702" y="442"/>
                  </a:lnTo>
                  <a:lnTo>
                    <a:pt x="702" y="743"/>
                  </a:lnTo>
                  <a:lnTo>
                    <a:pt x="702" y="743"/>
                  </a:lnTo>
                  <a:lnTo>
                    <a:pt x="703" y="738"/>
                  </a:lnTo>
                  <a:lnTo>
                    <a:pt x="703" y="764"/>
                  </a:lnTo>
                  <a:lnTo>
                    <a:pt x="703" y="762"/>
                  </a:lnTo>
                  <a:lnTo>
                    <a:pt x="703" y="762"/>
                  </a:lnTo>
                  <a:lnTo>
                    <a:pt x="704" y="764"/>
                  </a:lnTo>
                  <a:lnTo>
                    <a:pt x="704" y="469"/>
                  </a:lnTo>
                  <a:lnTo>
                    <a:pt x="705" y="485"/>
                  </a:lnTo>
                  <a:lnTo>
                    <a:pt x="705" y="485"/>
                  </a:lnTo>
                  <a:lnTo>
                    <a:pt x="705" y="748"/>
                  </a:lnTo>
                  <a:lnTo>
                    <a:pt x="706" y="628"/>
                  </a:lnTo>
                  <a:lnTo>
                    <a:pt x="706" y="628"/>
                  </a:lnTo>
                  <a:lnTo>
                    <a:pt x="707" y="745"/>
                  </a:lnTo>
                  <a:lnTo>
                    <a:pt x="708" y="604"/>
                  </a:lnTo>
                  <a:lnTo>
                    <a:pt x="708" y="705"/>
                  </a:lnTo>
                  <a:lnTo>
                    <a:pt x="708" y="705"/>
                  </a:lnTo>
                  <a:lnTo>
                    <a:pt x="708" y="618"/>
                  </a:lnTo>
                  <a:lnTo>
                    <a:pt x="709" y="752"/>
                  </a:lnTo>
                  <a:lnTo>
                    <a:pt x="709" y="730"/>
                  </a:lnTo>
                  <a:lnTo>
                    <a:pt x="709" y="730"/>
                  </a:lnTo>
                  <a:lnTo>
                    <a:pt x="710" y="717"/>
                  </a:lnTo>
                  <a:lnTo>
                    <a:pt x="711" y="749"/>
                  </a:lnTo>
                  <a:lnTo>
                    <a:pt x="711" y="748"/>
                  </a:lnTo>
                  <a:lnTo>
                    <a:pt x="711" y="748"/>
                  </a:lnTo>
                  <a:lnTo>
                    <a:pt x="711" y="756"/>
                  </a:lnTo>
                  <a:lnTo>
                    <a:pt x="712" y="728"/>
                  </a:lnTo>
                  <a:lnTo>
                    <a:pt x="712" y="747"/>
                  </a:lnTo>
                  <a:lnTo>
                    <a:pt x="712" y="747"/>
                  </a:lnTo>
                  <a:lnTo>
                    <a:pt x="712" y="748"/>
                  </a:lnTo>
                  <a:lnTo>
                    <a:pt x="714" y="720"/>
                  </a:lnTo>
                  <a:lnTo>
                    <a:pt x="714" y="737"/>
                  </a:lnTo>
                  <a:lnTo>
                    <a:pt x="714" y="737"/>
                  </a:lnTo>
                  <a:lnTo>
                    <a:pt x="714" y="740"/>
                  </a:lnTo>
                  <a:lnTo>
                    <a:pt x="714" y="658"/>
                  </a:lnTo>
                  <a:lnTo>
                    <a:pt x="715" y="714"/>
                  </a:lnTo>
                  <a:lnTo>
                    <a:pt x="715" y="714"/>
                  </a:lnTo>
                  <a:lnTo>
                    <a:pt x="715" y="662"/>
                  </a:lnTo>
                  <a:lnTo>
                    <a:pt x="717" y="774"/>
                  </a:lnTo>
                  <a:lnTo>
                    <a:pt x="717" y="773"/>
                  </a:lnTo>
                  <a:lnTo>
                    <a:pt x="717" y="773"/>
                  </a:lnTo>
                  <a:lnTo>
                    <a:pt x="717" y="773"/>
                  </a:lnTo>
                  <a:lnTo>
                    <a:pt x="718" y="412"/>
                  </a:lnTo>
                  <a:lnTo>
                    <a:pt x="718" y="465"/>
                  </a:lnTo>
                  <a:lnTo>
                    <a:pt x="718" y="465"/>
                  </a:lnTo>
                  <a:lnTo>
                    <a:pt x="719" y="750"/>
                  </a:lnTo>
                  <a:lnTo>
                    <a:pt x="720" y="729"/>
                  </a:lnTo>
                  <a:lnTo>
                    <a:pt x="720" y="729"/>
                  </a:lnTo>
                  <a:lnTo>
                    <a:pt x="720" y="764"/>
                  </a:lnTo>
                  <a:lnTo>
                    <a:pt x="721" y="640"/>
                  </a:lnTo>
                  <a:lnTo>
                    <a:pt x="721" y="738"/>
                  </a:lnTo>
                  <a:lnTo>
                    <a:pt x="721" y="738"/>
                  </a:lnTo>
                  <a:lnTo>
                    <a:pt x="722" y="763"/>
                  </a:lnTo>
                  <a:lnTo>
                    <a:pt x="723" y="447"/>
                  </a:lnTo>
                  <a:lnTo>
                    <a:pt x="723" y="458"/>
                  </a:lnTo>
                  <a:lnTo>
                    <a:pt x="723" y="458"/>
                  </a:lnTo>
                  <a:lnTo>
                    <a:pt x="723" y="455"/>
                  </a:lnTo>
                  <a:lnTo>
                    <a:pt x="724" y="737"/>
                  </a:lnTo>
                  <a:lnTo>
                    <a:pt x="724" y="495"/>
                  </a:lnTo>
                  <a:lnTo>
                    <a:pt x="724" y="495"/>
                  </a:lnTo>
                  <a:lnTo>
                    <a:pt x="724" y="433"/>
                  </a:lnTo>
                  <a:lnTo>
                    <a:pt x="725" y="732"/>
                  </a:lnTo>
                  <a:lnTo>
                    <a:pt x="726" y="465"/>
                  </a:lnTo>
                  <a:lnTo>
                    <a:pt x="726" y="465"/>
                  </a:lnTo>
                  <a:lnTo>
                    <a:pt x="726" y="456"/>
                  </a:lnTo>
                  <a:lnTo>
                    <a:pt x="727" y="731"/>
                  </a:lnTo>
                  <a:lnTo>
                    <a:pt x="727" y="731"/>
                  </a:lnTo>
                  <a:lnTo>
                    <a:pt x="727" y="731"/>
                  </a:lnTo>
                  <a:lnTo>
                    <a:pt x="728" y="390"/>
                  </a:lnTo>
                  <a:lnTo>
                    <a:pt x="729" y="728"/>
                  </a:lnTo>
                  <a:lnTo>
                    <a:pt x="729" y="728"/>
                  </a:lnTo>
                  <a:lnTo>
                    <a:pt x="729" y="637"/>
                  </a:lnTo>
                  <a:lnTo>
                    <a:pt x="730" y="739"/>
                  </a:lnTo>
                  <a:lnTo>
                    <a:pt x="730" y="739"/>
                  </a:lnTo>
                  <a:lnTo>
                    <a:pt x="730" y="739"/>
                  </a:lnTo>
                  <a:lnTo>
                    <a:pt x="731" y="763"/>
                  </a:lnTo>
                  <a:lnTo>
                    <a:pt x="732" y="758"/>
                  </a:lnTo>
                  <a:lnTo>
                    <a:pt x="732" y="758"/>
                  </a:lnTo>
                  <a:lnTo>
                    <a:pt x="732" y="760"/>
                  </a:lnTo>
                  <a:lnTo>
                    <a:pt x="733" y="737"/>
                  </a:lnTo>
                  <a:lnTo>
                    <a:pt x="733" y="749"/>
                  </a:lnTo>
                  <a:lnTo>
                    <a:pt x="733" y="749"/>
                  </a:lnTo>
                  <a:lnTo>
                    <a:pt x="735" y="771"/>
                  </a:lnTo>
                  <a:lnTo>
                    <a:pt x="735" y="766"/>
                  </a:lnTo>
                  <a:lnTo>
                    <a:pt x="735" y="766"/>
                  </a:lnTo>
                  <a:lnTo>
                    <a:pt x="735" y="768"/>
                  </a:lnTo>
                  <a:lnTo>
                    <a:pt x="736" y="729"/>
                  </a:lnTo>
                  <a:lnTo>
                    <a:pt x="736" y="729"/>
                  </a:lnTo>
                  <a:lnTo>
                    <a:pt x="736" y="729"/>
                  </a:lnTo>
                  <a:lnTo>
                    <a:pt x="737" y="724"/>
                  </a:lnTo>
                  <a:lnTo>
                    <a:pt x="737" y="763"/>
                  </a:lnTo>
                  <a:lnTo>
                    <a:pt x="738" y="747"/>
                  </a:lnTo>
                  <a:lnTo>
                    <a:pt x="738" y="747"/>
                  </a:lnTo>
                  <a:lnTo>
                    <a:pt x="739" y="764"/>
                  </a:lnTo>
                  <a:lnTo>
                    <a:pt x="739" y="645"/>
                  </a:lnTo>
                  <a:lnTo>
                    <a:pt x="739" y="647"/>
                  </a:lnTo>
                  <a:lnTo>
                    <a:pt x="739" y="647"/>
                  </a:lnTo>
                  <a:lnTo>
                    <a:pt x="740" y="638"/>
                  </a:lnTo>
                  <a:lnTo>
                    <a:pt x="741" y="768"/>
                  </a:lnTo>
                  <a:lnTo>
                    <a:pt x="741" y="768"/>
                  </a:lnTo>
                  <a:lnTo>
                    <a:pt x="741" y="768"/>
                  </a:lnTo>
                  <a:lnTo>
                    <a:pt x="741" y="775"/>
                  </a:lnTo>
                  <a:lnTo>
                    <a:pt x="741" y="758"/>
                  </a:lnTo>
                  <a:lnTo>
                    <a:pt x="742" y="763"/>
                  </a:lnTo>
                  <a:lnTo>
                    <a:pt x="742" y="763"/>
                  </a:lnTo>
                  <a:lnTo>
                    <a:pt x="743" y="748"/>
                  </a:lnTo>
                  <a:lnTo>
                    <a:pt x="744" y="765"/>
                  </a:lnTo>
                  <a:lnTo>
                    <a:pt x="744" y="765"/>
                  </a:lnTo>
                  <a:lnTo>
                    <a:pt x="744" y="765"/>
                  </a:lnTo>
                  <a:lnTo>
                    <a:pt x="744" y="766"/>
                  </a:lnTo>
                  <a:lnTo>
                    <a:pt x="745" y="755"/>
                  </a:lnTo>
                  <a:lnTo>
                    <a:pt x="745" y="760"/>
                  </a:lnTo>
                  <a:lnTo>
                    <a:pt x="745" y="760"/>
                  </a:lnTo>
                  <a:lnTo>
                    <a:pt x="746" y="748"/>
                  </a:lnTo>
                  <a:lnTo>
                    <a:pt x="747" y="765"/>
                  </a:lnTo>
                  <a:lnTo>
                    <a:pt x="747" y="765"/>
                  </a:lnTo>
                  <a:lnTo>
                    <a:pt x="747" y="765"/>
                  </a:lnTo>
                  <a:lnTo>
                    <a:pt x="747" y="766"/>
                  </a:lnTo>
                  <a:lnTo>
                    <a:pt x="747" y="659"/>
                  </a:lnTo>
                  <a:lnTo>
                    <a:pt x="748" y="748"/>
                  </a:lnTo>
                  <a:lnTo>
                    <a:pt x="748" y="748"/>
                  </a:lnTo>
                  <a:lnTo>
                    <a:pt x="749" y="765"/>
                  </a:lnTo>
                  <a:lnTo>
                    <a:pt x="749" y="459"/>
                  </a:lnTo>
                  <a:lnTo>
                    <a:pt x="750" y="477"/>
                  </a:lnTo>
                  <a:lnTo>
                    <a:pt x="750" y="477"/>
                  </a:lnTo>
                  <a:lnTo>
                    <a:pt x="750" y="451"/>
                  </a:lnTo>
                  <a:lnTo>
                    <a:pt x="751" y="756"/>
                  </a:lnTo>
                  <a:lnTo>
                    <a:pt x="751" y="754"/>
                  </a:lnTo>
                  <a:lnTo>
                    <a:pt x="751" y="754"/>
                  </a:lnTo>
                  <a:lnTo>
                    <a:pt x="752" y="759"/>
                  </a:lnTo>
                  <a:lnTo>
                    <a:pt x="753" y="628"/>
                  </a:lnTo>
                  <a:lnTo>
                    <a:pt x="753" y="647"/>
                  </a:lnTo>
                  <a:lnTo>
                    <a:pt x="753" y="647"/>
                  </a:lnTo>
                  <a:lnTo>
                    <a:pt x="753" y="644"/>
                  </a:lnTo>
                  <a:lnTo>
                    <a:pt x="754" y="755"/>
                  </a:lnTo>
                  <a:lnTo>
                    <a:pt x="754" y="749"/>
                  </a:lnTo>
                  <a:lnTo>
                    <a:pt x="754" y="749"/>
                  </a:lnTo>
                  <a:lnTo>
                    <a:pt x="755" y="745"/>
                  </a:lnTo>
                  <a:lnTo>
                    <a:pt x="756" y="760"/>
                  </a:lnTo>
                  <a:lnTo>
                    <a:pt x="756" y="760"/>
                  </a:lnTo>
                  <a:lnTo>
                    <a:pt x="756" y="760"/>
                  </a:lnTo>
                  <a:lnTo>
                    <a:pt x="756" y="755"/>
                  </a:lnTo>
                  <a:lnTo>
                    <a:pt x="757" y="763"/>
                  </a:lnTo>
                  <a:lnTo>
                    <a:pt x="757" y="763"/>
                  </a:lnTo>
                  <a:lnTo>
                    <a:pt x="757" y="763"/>
                  </a:lnTo>
                  <a:lnTo>
                    <a:pt x="758" y="758"/>
                  </a:lnTo>
                  <a:lnTo>
                    <a:pt x="758" y="763"/>
                  </a:lnTo>
                  <a:lnTo>
                    <a:pt x="759" y="762"/>
                  </a:lnTo>
                  <a:lnTo>
                    <a:pt x="759" y="762"/>
                  </a:lnTo>
                  <a:lnTo>
                    <a:pt x="759" y="765"/>
                  </a:lnTo>
                  <a:lnTo>
                    <a:pt x="760" y="446"/>
                  </a:lnTo>
                  <a:lnTo>
                    <a:pt x="760" y="655"/>
                  </a:lnTo>
                  <a:lnTo>
                    <a:pt x="760" y="655"/>
                  </a:lnTo>
                  <a:lnTo>
                    <a:pt x="761" y="724"/>
                  </a:lnTo>
                  <a:lnTo>
                    <a:pt x="761" y="466"/>
                  </a:lnTo>
                  <a:lnTo>
                    <a:pt x="762" y="580"/>
                  </a:lnTo>
                  <a:lnTo>
                    <a:pt x="762" y="580"/>
                  </a:lnTo>
                  <a:lnTo>
                    <a:pt x="762" y="755"/>
                  </a:lnTo>
                  <a:lnTo>
                    <a:pt x="763" y="742"/>
                  </a:lnTo>
                  <a:lnTo>
                    <a:pt x="763" y="742"/>
                  </a:lnTo>
                  <a:lnTo>
                    <a:pt x="765" y="762"/>
                  </a:lnTo>
                  <a:lnTo>
                    <a:pt x="765" y="760"/>
                  </a:lnTo>
                  <a:lnTo>
                    <a:pt x="765" y="760"/>
                  </a:lnTo>
                  <a:lnTo>
                    <a:pt x="765" y="761"/>
                  </a:lnTo>
                  <a:lnTo>
                    <a:pt x="766" y="748"/>
                  </a:lnTo>
                  <a:lnTo>
                    <a:pt x="766" y="752"/>
                  </a:lnTo>
                  <a:lnTo>
                    <a:pt x="766" y="752"/>
                  </a:lnTo>
                  <a:lnTo>
                    <a:pt x="767" y="748"/>
                  </a:lnTo>
                  <a:lnTo>
                    <a:pt x="767" y="762"/>
                  </a:lnTo>
                  <a:lnTo>
                    <a:pt x="768" y="757"/>
                  </a:lnTo>
                  <a:lnTo>
                    <a:pt x="768" y="757"/>
                  </a:lnTo>
                  <a:lnTo>
                    <a:pt x="768" y="762"/>
                  </a:lnTo>
                  <a:lnTo>
                    <a:pt x="769" y="749"/>
                  </a:lnTo>
                  <a:lnTo>
                    <a:pt x="769" y="750"/>
                  </a:lnTo>
                  <a:lnTo>
                    <a:pt x="769" y="750"/>
                  </a:lnTo>
                  <a:lnTo>
                    <a:pt x="770" y="749"/>
                  </a:lnTo>
                  <a:lnTo>
                    <a:pt x="770" y="766"/>
                  </a:lnTo>
                  <a:lnTo>
                    <a:pt x="771" y="750"/>
                  </a:lnTo>
                  <a:lnTo>
                    <a:pt x="771" y="750"/>
                  </a:lnTo>
                  <a:lnTo>
                    <a:pt x="771" y="749"/>
                  </a:lnTo>
                  <a:lnTo>
                    <a:pt x="772" y="766"/>
                  </a:lnTo>
                  <a:lnTo>
                    <a:pt x="772" y="765"/>
                  </a:lnTo>
                  <a:lnTo>
                    <a:pt x="772" y="765"/>
                  </a:lnTo>
                  <a:lnTo>
                    <a:pt x="773" y="407"/>
                  </a:lnTo>
                  <a:lnTo>
                    <a:pt x="774" y="756"/>
                  </a:lnTo>
                  <a:lnTo>
                    <a:pt x="774" y="756"/>
                  </a:lnTo>
                  <a:lnTo>
                    <a:pt x="774" y="755"/>
                  </a:lnTo>
                  <a:lnTo>
                    <a:pt x="774" y="765"/>
                  </a:lnTo>
                  <a:lnTo>
                    <a:pt x="775" y="761"/>
                  </a:lnTo>
                  <a:lnTo>
                    <a:pt x="775" y="761"/>
                  </a:lnTo>
                  <a:lnTo>
                    <a:pt x="777" y="729"/>
                  </a:lnTo>
                  <a:lnTo>
                    <a:pt x="777" y="762"/>
                  </a:lnTo>
                  <a:lnTo>
                    <a:pt x="777" y="759"/>
                  </a:lnTo>
                  <a:lnTo>
                    <a:pt x="777" y="759"/>
                  </a:lnTo>
                  <a:lnTo>
                    <a:pt x="778" y="635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9" y="763"/>
                  </a:lnTo>
                  <a:lnTo>
                    <a:pt x="779" y="744"/>
                  </a:lnTo>
                  <a:lnTo>
                    <a:pt x="780" y="748"/>
                  </a:lnTo>
                  <a:lnTo>
                    <a:pt x="780" y="748"/>
                  </a:lnTo>
                  <a:lnTo>
                    <a:pt x="780" y="758"/>
                  </a:lnTo>
                  <a:lnTo>
                    <a:pt x="781" y="645"/>
                  </a:lnTo>
                  <a:lnTo>
                    <a:pt x="781" y="722"/>
                  </a:lnTo>
                  <a:lnTo>
                    <a:pt x="781" y="721"/>
                  </a:lnTo>
                  <a:lnTo>
                    <a:pt x="782" y="632"/>
                  </a:lnTo>
                  <a:lnTo>
                    <a:pt x="783" y="762"/>
                  </a:lnTo>
                  <a:lnTo>
                    <a:pt x="783" y="761"/>
                  </a:lnTo>
                  <a:lnTo>
                    <a:pt x="783" y="761"/>
                  </a:lnTo>
                  <a:lnTo>
                    <a:pt x="783" y="764"/>
                  </a:lnTo>
                  <a:lnTo>
                    <a:pt x="784" y="746"/>
                  </a:lnTo>
                  <a:lnTo>
                    <a:pt x="784" y="746"/>
                  </a:lnTo>
                  <a:lnTo>
                    <a:pt x="785" y="710"/>
                  </a:lnTo>
                  <a:lnTo>
                    <a:pt x="785" y="760"/>
                  </a:lnTo>
                  <a:lnTo>
                    <a:pt x="786" y="751"/>
                  </a:lnTo>
                  <a:lnTo>
                    <a:pt x="786" y="751"/>
                  </a:lnTo>
                  <a:lnTo>
                    <a:pt x="786" y="753"/>
                  </a:lnTo>
                  <a:lnTo>
                    <a:pt x="786" y="740"/>
                  </a:lnTo>
                  <a:lnTo>
                    <a:pt x="787" y="751"/>
                  </a:lnTo>
                  <a:lnTo>
                    <a:pt x="787" y="751"/>
                  </a:lnTo>
                  <a:lnTo>
                    <a:pt x="788" y="640"/>
                  </a:lnTo>
                  <a:lnTo>
                    <a:pt x="789" y="751"/>
                  </a:lnTo>
                  <a:lnTo>
                    <a:pt x="789" y="751"/>
                  </a:lnTo>
                  <a:lnTo>
                    <a:pt x="789" y="690"/>
                  </a:lnTo>
                  <a:lnTo>
                    <a:pt x="790" y="755"/>
                  </a:lnTo>
                  <a:lnTo>
                    <a:pt x="790" y="755"/>
                  </a:lnTo>
                  <a:lnTo>
                    <a:pt x="791" y="759"/>
                  </a:lnTo>
                  <a:lnTo>
                    <a:pt x="791" y="741"/>
                  </a:lnTo>
                  <a:lnTo>
                    <a:pt x="792" y="750"/>
                  </a:lnTo>
                  <a:lnTo>
                    <a:pt x="792" y="750"/>
                  </a:lnTo>
                  <a:lnTo>
                    <a:pt x="792" y="758"/>
                  </a:lnTo>
                  <a:lnTo>
                    <a:pt x="793" y="741"/>
                  </a:lnTo>
                  <a:lnTo>
                    <a:pt x="793" y="756"/>
                  </a:lnTo>
                  <a:lnTo>
                    <a:pt x="793" y="756"/>
                  </a:lnTo>
                  <a:lnTo>
                    <a:pt x="794" y="759"/>
                  </a:lnTo>
                  <a:lnTo>
                    <a:pt x="794" y="639"/>
                  </a:lnTo>
                  <a:lnTo>
                    <a:pt x="795" y="660"/>
                  </a:lnTo>
                  <a:lnTo>
                    <a:pt x="795" y="660"/>
                  </a:lnTo>
                  <a:lnTo>
                    <a:pt x="795" y="758"/>
                  </a:lnTo>
                  <a:lnTo>
                    <a:pt x="796" y="463"/>
                  </a:lnTo>
                  <a:lnTo>
                    <a:pt x="796" y="476"/>
                  </a:lnTo>
                  <a:lnTo>
                    <a:pt x="796" y="476"/>
                  </a:lnTo>
                  <a:lnTo>
                    <a:pt x="797" y="473"/>
                  </a:lnTo>
                  <a:lnTo>
                    <a:pt x="798" y="749"/>
                  </a:lnTo>
                  <a:lnTo>
                    <a:pt x="798" y="746"/>
                  </a:lnTo>
                  <a:lnTo>
                    <a:pt x="798" y="746"/>
                  </a:lnTo>
                  <a:lnTo>
                    <a:pt x="798" y="734"/>
                  </a:lnTo>
                  <a:lnTo>
                    <a:pt x="799" y="753"/>
                  </a:lnTo>
                  <a:lnTo>
                    <a:pt x="799" y="740"/>
                  </a:lnTo>
                  <a:lnTo>
                    <a:pt x="799" y="740"/>
                  </a:lnTo>
                  <a:lnTo>
                    <a:pt x="800" y="753"/>
                  </a:lnTo>
                  <a:lnTo>
                    <a:pt x="801" y="654"/>
                  </a:lnTo>
                  <a:lnTo>
                    <a:pt x="801" y="654"/>
                  </a:lnTo>
                  <a:lnTo>
                    <a:pt x="801" y="654"/>
                  </a:lnTo>
                  <a:lnTo>
                    <a:pt x="801" y="631"/>
                  </a:lnTo>
                  <a:lnTo>
                    <a:pt x="802" y="754"/>
                  </a:lnTo>
                  <a:lnTo>
                    <a:pt x="802" y="753"/>
                  </a:lnTo>
                  <a:lnTo>
                    <a:pt x="802" y="753"/>
                  </a:lnTo>
                  <a:lnTo>
                    <a:pt x="803" y="634"/>
                  </a:lnTo>
                  <a:lnTo>
                    <a:pt x="804" y="751"/>
                  </a:lnTo>
                  <a:lnTo>
                    <a:pt x="804" y="751"/>
                  </a:lnTo>
                  <a:lnTo>
                    <a:pt x="805" y="677"/>
                  </a:lnTo>
                  <a:lnTo>
                    <a:pt x="805" y="754"/>
                  </a:lnTo>
                  <a:lnTo>
                    <a:pt x="805" y="753"/>
                  </a:lnTo>
                  <a:lnTo>
                    <a:pt x="805" y="753"/>
                  </a:lnTo>
                  <a:lnTo>
                    <a:pt x="806" y="650"/>
                  </a:lnTo>
                  <a:lnTo>
                    <a:pt x="807" y="754"/>
                  </a:lnTo>
                  <a:lnTo>
                    <a:pt x="807" y="754"/>
                  </a:lnTo>
                  <a:lnTo>
                    <a:pt x="807" y="754"/>
                  </a:lnTo>
                  <a:lnTo>
                    <a:pt x="807" y="755"/>
                  </a:lnTo>
                  <a:lnTo>
                    <a:pt x="808" y="730"/>
                  </a:lnTo>
                  <a:lnTo>
                    <a:pt x="808" y="747"/>
                  </a:lnTo>
                  <a:lnTo>
                    <a:pt x="808" y="747"/>
                  </a:lnTo>
                  <a:lnTo>
                    <a:pt x="810" y="765"/>
                  </a:lnTo>
                  <a:lnTo>
                    <a:pt x="810" y="764"/>
                  </a:lnTo>
                  <a:lnTo>
                    <a:pt x="810" y="764"/>
                  </a:lnTo>
                  <a:lnTo>
                    <a:pt x="811" y="768"/>
                  </a:lnTo>
                  <a:lnTo>
                    <a:pt x="811" y="655"/>
                  </a:lnTo>
                  <a:lnTo>
                    <a:pt x="811" y="655"/>
                  </a:lnTo>
                  <a:lnTo>
                    <a:pt x="811" y="655"/>
                  </a:lnTo>
                  <a:lnTo>
                    <a:pt x="812" y="634"/>
                  </a:lnTo>
                  <a:lnTo>
                    <a:pt x="812" y="766"/>
                  </a:lnTo>
                  <a:lnTo>
                    <a:pt x="813" y="750"/>
                  </a:lnTo>
                  <a:lnTo>
                    <a:pt x="813" y="750"/>
                  </a:lnTo>
                  <a:lnTo>
                    <a:pt x="813" y="737"/>
                  </a:lnTo>
                  <a:lnTo>
                    <a:pt x="814" y="766"/>
                  </a:lnTo>
                  <a:lnTo>
                    <a:pt x="814" y="766"/>
                  </a:lnTo>
                  <a:lnTo>
                    <a:pt x="814" y="766"/>
                  </a:lnTo>
                  <a:lnTo>
                    <a:pt x="815" y="768"/>
                  </a:lnTo>
                  <a:lnTo>
                    <a:pt x="816" y="442"/>
                  </a:lnTo>
                  <a:lnTo>
                    <a:pt x="816" y="442"/>
                  </a:lnTo>
                  <a:lnTo>
                    <a:pt x="816" y="442"/>
                  </a:lnTo>
                  <a:lnTo>
                    <a:pt x="816" y="336"/>
                  </a:lnTo>
                  <a:lnTo>
                    <a:pt x="817" y="743"/>
                  </a:lnTo>
                  <a:lnTo>
                    <a:pt x="817" y="743"/>
                  </a:lnTo>
                  <a:lnTo>
                    <a:pt x="817" y="743"/>
                  </a:lnTo>
                  <a:lnTo>
                    <a:pt x="818" y="749"/>
                  </a:lnTo>
                  <a:lnTo>
                    <a:pt x="819" y="607"/>
                  </a:lnTo>
                  <a:lnTo>
                    <a:pt x="819" y="684"/>
                  </a:lnTo>
                  <a:lnTo>
                    <a:pt x="819" y="684"/>
                  </a:lnTo>
                  <a:lnTo>
                    <a:pt x="820" y="765"/>
                  </a:lnTo>
                  <a:lnTo>
                    <a:pt x="820" y="720"/>
                  </a:lnTo>
                  <a:lnTo>
                    <a:pt x="820" y="720"/>
                  </a:lnTo>
                  <a:lnTo>
                    <a:pt x="821" y="712"/>
                  </a:lnTo>
                  <a:lnTo>
                    <a:pt x="821" y="762"/>
                  </a:lnTo>
                  <a:lnTo>
                    <a:pt x="822" y="760"/>
                  </a:lnTo>
                  <a:lnTo>
                    <a:pt x="822" y="760"/>
                  </a:lnTo>
                  <a:lnTo>
                    <a:pt x="823" y="766"/>
                  </a:lnTo>
                  <a:lnTo>
                    <a:pt x="823" y="699"/>
                  </a:lnTo>
                  <a:lnTo>
                    <a:pt x="823" y="699"/>
                  </a:lnTo>
                  <a:lnTo>
                    <a:pt x="823" y="699"/>
                  </a:lnTo>
                  <a:lnTo>
                    <a:pt x="824" y="774"/>
                  </a:lnTo>
                  <a:lnTo>
                    <a:pt x="825" y="607"/>
                  </a:lnTo>
                  <a:lnTo>
                    <a:pt x="825" y="731"/>
                  </a:lnTo>
                  <a:lnTo>
                    <a:pt x="825" y="731"/>
                  </a:lnTo>
                  <a:lnTo>
                    <a:pt x="826" y="760"/>
                  </a:lnTo>
                  <a:lnTo>
                    <a:pt x="826" y="343"/>
                  </a:lnTo>
                  <a:lnTo>
                    <a:pt x="826" y="670"/>
                  </a:lnTo>
                  <a:lnTo>
                    <a:pt x="826" y="670"/>
                  </a:lnTo>
                  <a:lnTo>
                    <a:pt x="827" y="752"/>
                  </a:lnTo>
                  <a:lnTo>
                    <a:pt x="828" y="262"/>
                  </a:lnTo>
                  <a:lnTo>
                    <a:pt x="828" y="366"/>
                  </a:lnTo>
                  <a:lnTo>
                    <a:pt x="828" y="366"/>
                  </a:lnTo>
                  <a:lnTo>
                    <a:pt x="829" y="351"/>
                  </a:lnTo>
                  <a:lnTo>
                    <a:pt x="829" y="742"/>
                  </a:lnTo>
                  <a:lnTo>
                    <a:pt x="829" y="742"/>
                  </a:lnTo>
                  <a:lnTo>
                    <a:pt x="829" y="742"/>
                  </a:lnTo>
                  <a:lnTo>
                    <a:pt x="830" y="621"/>
                  </a:lnTo>
                  <a:lnTo>
                    <a:pt x="830" y="747"/>
                  </a:lnTo>
                  <a:lnTo>
                    <a:pt x="831" y="745"/>
                  </a:lnTo>
                  <a:lnTo>
                    <a:pt x="831" y="745"/>
                  </a:lnTo>
                  <a:lnTo>
                    <a:pt x="831" y="755"/>
                  </a:lnTo>
                  <a:lnTo>
                    <a:pt x="832" y="742"/>
                  </a:lnTo>
                  <a:lnTo>
                    <a:pt x="832" y="752"/>
                  </a:lnTo>
                  <a:lnTo>
                    <a:pt x="832" y="752"/>
                  </a:lnTo>
                  <a:lnTo>
                    <a:pt x="833" y="766"/>
                  </a:lnTo>
                  <a:lnTo>
                    <a:pt x="833" y="327"/>
                  </a:lnTo>
                  <a:lnTo>
                    <a:pt x="834" y="583"/>
                  </a:lnTo>
                  <a:lnTo>
                    <a:pt x="834" y="583"/>
                  </a:lnTo>
                  <a:lnTo>
                    <a:pt x="835" y="387"/>
                  </a:lnTo>
                  <a:lnTo>
                    <a:pt x="835" y="736"/>
                  </a:lnTo>
                  <a:lnTo>
                    <a:pt x="835" y="735"/>
                  </a:lnTo>
                  <a:lnTo>
                    <a:pt x="835" y="735"/>
                  </a:lnTo>
                  <a:lnTo>
                    <a:pt x="836" y="736"/>
                  </a:lnTo>
                  <a:lnTo>
                    <a:pt x="836" y="621"/>
                  </a:lnTo>
                  <a:lnTo>
                    <a:pt x="837" y="665"/>
                  </a:lnTo>
                  <a:lnTo>
                    <a:pt x="837" y="665"/>
                  </a:lnTo>
                  <a:lnTo>
                    <a:pt x="838" y="687"/>
                  </a:lnTo>
                  <a:lnTo>
                    <a:pt x="838" y="599"/>
                  </a:lnTo>
                  <a:lnTo>
                    <a:pt x="838" y="663"/>
                  </a:lnTo>
                  <a:lnTo>
                    <a:pt x="838" y="663"/>
                  </a:lnTo>
                  <a:lnTo>
                    <a:pt x="839" y="676"/>
                  </a:lnTo>
                  <a:lnTo>
                    <a:pt x="840" y="598"/>
                  </a:lnTo>
                  <a:lnTo>
                    <a:pt x="840" y="645"/>
                  </a:lnTo>
                  <a:lnTo>
                    <a:pt x="840" y="645"/>
                  </a:lnTo>
                  <a:lnTo>
                    <a:pt x="841" y="0"/>
                  </a:lnTo>
                  <a:lnTo>
                    <a:pt x="841" y="764"/>
                  </a:lnTo>
                  <a:lnTo>
                    <a:pt x="841" y="79"/>
                  </a:lnTo>
                  <a:lnTo>
                    <a:pt x="841" y="79"/>
                  </a:lnTo>
                  <a:lnTo>
                    <a:pt x="842" y="61"/>
                  </a:lnTo>
                  <a:lnTo>
                    <a:pt x="842" y="729"/>
                  </a:lnTo>
                  <a:lnTo>
                    <a:pt x="843" y="698"/>
                  </a:lnTo>
                  <a:lnTo>
                    <a:pt x="843" y="698"/>
                  </a:lnTo>
                  <a:lnTo>
                    <a:pt x="843" y="678"/>
                  </a:lnTo>
                  <a:lnTo>
                    <a:pt x="844" y="733"/>
                  </a:lnTo>
                  <a:lnTo>
                    <a:pt x="844" y="733"/>
                  </a:lnTo>
                  <a:lnTo>
                    <a:pt x="844" y="733"/>
                  </a:lnTo>
                  <a:lnTo>
                    <a:pt x="845" y="758"/>
                  </a:lnTo>
                  <a:lnTo>
                    <a:pt x="846" y="754"/>
                  </a:lnTo>
                  <a:lnTo>
                    <a:pt x="846" y="754"/>
                  </a:lnTo>
                  <a:lnTo>
                    <a:pt x="847" y="748"/>
                  </a:lnTo>
                  <a:lnTo>
                    <a:pt x="847" y="766"/>
                  </a:lnTo>
                  <a:lnTo>
                    <a:pt x="847" y="765"/>
                  </a:lnTo>
                  <a:lnTo>
                    <a:pt x="847" y="765"/>
                  </a:lnTo>
                  <a:lnTo>
                    <a:pt x="848" y="754"/>
                  </a:lnTo>
                  <a:lnTo>
                    <a:pt x="849" y="767"/>
                  </a:lnTo>
                  <a:lnTo>
                    <a:pt x="849" y="767"/>
                  </a:lnTo>
                  <a:lnTo>
                    <a:pt x="849" y="767"/>
                  </a:lnTo>
                  <a:lnTo>
                    <a:pt x="849" y="770"/>
                  </a:lnTo>
                  <a:lnTo>
                    <a:pt x="850" y="184"/>
                  </a:lnTo>
                  <a:lnTo>
                    <a:pt x="850" y="704"/>
                  </a:lnTo>
                  <a:lnTo>
                    <a:pt x="850" y="704"/>
                  </a:lnTo>
                  <a:lnTo>
                    <a:pt x="851" y="242"/>
                  </a:lnTo>
                  <a:lnTo>
                    <a:pt x="851" y="777"/>
                  </a:lnTo>
                  <a:lnTo>
                    <a:pt x="852" y="692"/>
                  </a:lnTo>
                  <a:lnTo>
                    <a:pt x="852" y="692"/>
                  </a:lnTo>
                  <a:lnTo>
                    <a:pt x="853" y="773"/>
                  </a:lnTo>
                  <a:lnTo>
                    <a:pt x="853" y="241"/>
                  </a:lnTo>
                  <a:lnTo>
                    <a:pt x="853" y="433"/>
                  </a:lnTo>
                  <a:lnTo>
                    <a:pt x="853" y="433"/>
                  </a:lnTo>
                  <a:lnTo>
                    <a:pt x="854" y="734"/>
                  </a:lnTo>
                  <a:lnTo>
                    <a:pt x="855" y="718"/>
                  </a:lnTo>
                  <a:lnTo>
                    <a:pt x="855" y="718"/>
                  </a:lnTo>
                  <a:lnTo>
                    <a:pt x="856" y="757"/>
                  </a:lnTo>
                  <a:lnTo>
                    <a:pt x="856" y="725"/>
                  </a:lnTo>
                  <a:lnTo>
                    <a:pt x="856" y="725"/>
                  </a:lnTo>
                  <a:lnTo>
                    <a:pt x="858" y="739"/>
                  </a:lnTo>
                  <a:lnTo>
                    <a:pt x="858" y="735"/>
                  </a:lnTo>
                  <a:lnTo>
                    <a:pt x="858" y="735"/>
                  </a:lnTo>
                  <a:lnTo>
                    <a:pt x="859" y="747"/>
                  </a:lnTo>
                  <a:lnTo>
                    <a:pt x="859" y="746"/>
                  </a:lnTo>
                  <a:lnTo>
                    <a:pt x="859" y="746"/>
                  </a:lnTo>
                  <a:lnTo>
                    <a:pt x="860" y="741"/>
                  </a:lnTo>
                  <a:lnTo>
                    <a:pt x="861" y="748"/>
                  </a:lnTo>
                  <a:lnTo>
                    <a:pt x="861" y="748"/>
                  </a:lnTo>
                  <a:lnTo>
                    <a:pt x="861" y="748"/>
                  </a:lnTo>
                  <a:lnTo>
                    <a:pt x="861" y="739"/>
                  </a:lnTo>
                  <a:lnTo>
                    <a:pt x="862" y="751"/>
                  </a:lnTo>
                  <a:lnTo>
                    <a:pt x="862" y="751"/>
                  </a:lnTo>
                  <a:lnTo>
                    <a:pt x="862" y="751"/>
                  </a:lnTo>
                  <a:lnTo>
                    <a:pt x="863" y="754"/>
                  </a:lnTo>
                  <a:lnTo>
                    <a:pt x="863" y="747"/>
                  </a:lnTo>
                  <a:lnTo>
                    <a:pt x="864" y="753"/>
                  </a:lnTo>
                  <a:lnTo>
                    <a:pt x="864" y="753"/>
                  </a:lnTo>
                  <a:lnTo>
                    <a:pt x="865" y="745"/>
                  </a:lnTo>
                  <a:lnTo>
                    <a:pt x="865" y="760"/>
                  </a:lnTo>
                  <a:lnTo>
                    <a:pt x="865" y="760"/>
                  </a:lnTo>
                  <a:lnTo>
                    <a:pt x="865" y="760"/>
                  </a:lnTo>
                  <a:lnTo>
                    <a:pt x="866" y="765"/>
                  </a:lnTo>
                  <a:lnTo>
                    <a:pt x="866" y="757"/>
                  </a:lnTo>
                  <a:lnTo>
                    <a:pt x="867" y="762"/>
                  </a:lnTo>
                  <a:lnTo>
                    <a:pt x="867" y="762"/>
                  </a:lnTo>
                  <a:lnTo>
                    <a:pt x="867" y="762"/>
                  </a:lnTo>
                  <a:lnTo>
                    <a:pt x="868" y="747"/>
                  </a:lnTo>
                  <a:lnTo>
                    <a:pt x="868" y="751"/>
                  </a:lnTo>
                  <a:lnTo>
                    <a:pt x="868" y="751"/>
                  </a:lnTo>
                  <a:lnTo>
                    <a:pt x="869" y="756"/>
                  </a:lnTo>
                  <a:lnTo>
                    <a:pt x="870" y="741"/>
                  </a:lnTo>
                  <a:lnTo>
                    <a:pt x="870" y="749"/>
                  </a:lnTo>
                  <a:lnTo>
                    <a:pt x="870" y="749"/>
                  </a:lnTo>
                  <a:lnTo>
                    <a:pt x="871" y="259"/>
                  </a:lnTo>
                  <a:lnTo>
                    <a:pt x="871" y="785"/>
                  </a:lnTo>
                  <a:lnTo>
                    <a:pt x="871" y="632"/>
                  </a:lnTo>
                  <a:lnTo>
                    <a:pt x="871" y="632"/>
                  </a:lnTo>
                  <a:lnTo>
                    <a:pt x="872" y="452"/>
                  </a:lnTo>
                  <a:lnTo>
                    <a:pt x="873" y="777"/>
                  </a:lnTo>
                  <a:lnTo>
                    <a:pt x="873" y="748"/>
                  </a:lnTo>
                  <a:lnTo>
                    <a:pt x="873" y="748"/>
                  </a:lnTo>
                  <a:lnTo>
                    <a:pt x="874" y="780"/>
                  </a:lnTo>
                  <a:lnTo>
                    <a:pt x="874" y="779"/>
                  </a:lnTo>
                  <a:lnTo>
                    <a:pt x="874" y="779"/>
                  </a:lnTo>
                  <a:lnTo>
                    <a:pt x="875" y="783"/>
                  </a:lnTo>
                  <a:lnTo>
                    <a:pt x="876" y="775"/>
                  </a:lnTo>
                  <a:lnTo>
                    <a:pt x="876" y="775"/>
                  </a:lnTo>
                  <a:lnTo>
                    <a:pt x="876" y="775"/>
                  </a:lnTo>
                  <a:lnTo>
                    <a:pt x="876" y="292"/>
                  </a:lnTo>
                  <a:lnTo>
                    <a:pt x="877" y="737"/>
                  </a:lnTo>
                  <a:lnTo>
                    <a:pt x="877" y="737"/>
                  </a:lnTo>
                  <a:lnTo>
                    <a:pt x="878" y="737"/>
                  </a:lnTo>
                  <a:lnTo>
                    <a:pt x="879" y="749"/>
                  </a:lnTo>
                  <a:lnTo>
                    <a:pt x="879" y="749"/>
                  </a:lnTo>
                  <a:lnTo>
                    <a:pt x="879" y="749"/>
                  </a:lnTo>
                  <a:lnTo>
                    <a:pt x="880" y="777"/>
                  </a:lnTo>
                  <a:lnTo>
                    <a:pt x="880" y="313"/>
                  </a:lnTo>
                  <a:lnTo>
                    <a:pt x="880" y="709"/>
                  </a:lnTo>
                  <a:lnTo>
                    <a:pt x="880" y="709"/>
                  </a:lnTo>
                  <a:lnTo>
                    <a:pt x="881" y="706"/>
                  </a:lnTo>
                  <a:lnTo>
                    <a:pt x="882" y="773"/>
                  </a:lnTo>
                  <a:lnTo>
                    <a:pt x="882" y="773"/>
                  </a:lnTo>
                  <a:lnTo>
                    <a:pt x="882" y="773"/>
                  </a:lnTo>
                  <a:lnTo>
                    <a:pt x="883" y="772"/>
                  </a:lnTo>
                  <a:lnTo>
                    <a:pt x="883" y="780"/>
                  </a:lnTo>
                  <a:lnTo>
                    <a:pt x="883" y="777"/>
                  </a:lnTo>
                  <a:lnTo>
                    <a:pt x="883" y="777"/>
                  </a:lnTo>
                  <a:lnTo>
                    <a:pt x="885" y="330"/>
                  </a:lnTo>
                  <a:lnTo>
                    <a:pt x="885" y="790"/>
                  </a:lnTo>
                  <a:lnTo>
                    <a:pt x="885" y="364"/>
                  </a:lnTo>
                  <a:lnTo>
                    <a:pt x="885" y="364"/>
                  </a:lnTo>
                  <a:lnTo>
                    <a:pt x="885" y="336"/>
                  </a:lnTo>
                  <a:lnTo>
                    <a:pt x="886" y="754"/>
                  </a:lnTo>
                  <a:lnTo>
                    <a:pt x="886" y="750"/>
                  </a:lnTo>
                  <a:lnTo>
                    <a:pt x="886" y="750"/>
                  </a:lnTo>
                  <a:lnTo>
                    <a:pt x="888" y="741"/>
                  </a:lnTo>
                  <a:lnTo>
                    <a:pt x="888" y="754"/>
                  </a:lnTo>
                  <a:lnTo>
                    <a:pt x="888" y="754"/>
                  </a:lnTo>
                  <a:lnTo>
                    <a:pt x="888" y="754"/>
                  </a:lnTo>
                  <a:lnTo>
                    <a:pt x="888" y="761"/>
                  </a:lnTo>
                  <a:lnTo>
                    <a:pt x="888" y="750"/>
                  </a:lnTo>
                  <a:lnTo>
                    <a:pt x="889" y="759"/>
                  </a:lnTo>
                  <a:lnTo>
                    <a:pt x="889" y="759"/>
                  </a:lnTo>
                  <a:lnTo>
                    <a:pt x="891" y="770"/>
                  </a:lnTo>
                  <a:lnTo>
                    <a:pt x="891" y="770"/>
                  </a:lnTo>
                  <a:lnTo>
                    <a:pt x="891" y="770"/>
                  </a:lnTo>
                  <a:lnTo>
                    <a:pt x="891" y="778"/>
                  </a:lnTo>
                  <a:lnTo>
                    <a:pt x="892" y="776"/>
                  </a:lnTo>
                  <a:lnTo>
                    <a:pt x="892" y="776"/>
                  </a:lnTo>
                  <a:lnTo>
                    <a:pt x="893" y="769"/>
                  </a:lnTo>
                  <a:lnTo>
                    <a:pt x="894" y="773"/>
                  </a:lnTo>
                  <a:lnTo>
                    <a:pt x="894" y="773"/>
                  </a:lnTo>
                  <a:lnTo>
                    <a:pt x="895" y="780"/>
                  </a:lnTo>
                  <a:lnTo>
                    <a:pt x="895" y="773"/>
                  </a:lnTo>
                  <a:lnTo>
                    <a:pt x="895" y="773"/>
                  </a:lnTo>
                  <a:lnTo>
                    <a:pt x="897" y="779"/>
                  </a:lnTo>
                  <a:lnTo>
                    <a:pt x="897" y="776"/>
                  </a:lnTo>
                  <a:lnTo>
                    <a:pt x="897" y="776"/>
                  </a:lnTo>
                  <a:lnTo>
                    <a:pt x="898" y="774"/>
                  </a:lnTo>
                  <a:lnTo>
                    <a:pt x="898" y="780"/>
                  </a:lnTo>
                  <a:lnTo>
                    <a:pt x="898" y="777"/>
                  </a:lnTo>
                  <a:lnTo>
                    <a:pt x="898" y="777"/>
                  </a:lnTo>
                  <a:lnTo>
                    <a:pt x="899" y="777"/>
                  </a:lnTo>
                  <a:lnTo>
                    <a:pt x="900" y="779"/>
                  </a:lnTo>
                  <a:lnTo>
                    <a:pt x="900" y="778"/>
                  </a:lnTo>
                  <a:lnTo>
                    <a:pt x="900" y="778"/>
                  </a:lnTo>
                  <a:lnTo>
                    <a:pt x="901" y="780"/>
                  </a:lnTo>
                  <a:lnTo>
                    <a:pt x="901" y="767"/>
                  </a:lnTo>
                  <a:lnTo>
                    <a:pt x="901" y="767"/>
                  </a:lnTo>
                  <a:lnTo>
                    <a:pt x="901" y="767"/>
                  </a:lnTo>
                  <a:lnTo>
                    <a:pt x="903" y="782"/>
                  </a:lnTo>
                  <a:lnTo>
                    <a:pt x="903" y="782"/>
                  </a:lnTo>
                  <a:lnTo>
                    <a:pt x="903" y="782"/>
                  </a:lnTo>
                  <a:lnTo>
                    <a:pt x="903" y="785"/>
                  </a:lnTo>
                  <a:lnTo>
                    <a:pt x="903" y="781"/>
                  </a:lnTo>
                  <a:lnTo>
                    <a:pt x="904" y="782"/>
                  </a:lnTo>
                  <a:lnTo>
                    <a:pt x="904" y="782"/>
                  </a:lnTo>
                  <a:lnTo>
                    <a:pt x="905" y="782"/>
                  </a:lnTo>
                  <a:lnTo>
                    <a:pt x="905" y="780"/>
                  </a:lnTo>
                  <a:lnTo>
                    <a:pt x="906" y="781"/>
                  </a:lnTo>
                  <a:lnTo>
                    <a:pt x="906" y="781"/>
                  </a:lnTo>
                  <a:lnTo>
                    <a:pt x="906" y="300"/>
                  </a:lnTo>
                  <a:lnTo>
                    <a:pt x="907" y="764"/>
                  </a:lnTo>
                  <a:lnTo>
                    <a:pt x="907" y="764"/>
                  </a:lnTo>
                  <a:lnTo>
                    <a:pt x="908" y="762"/>
                  </a:lnTo>
                  <a:lnTo>
                    <a:pt x="908" y="767"/>
                  </a:lnTo>
                  <a:lnTo>
                    <a:pt x="909" y="766"/>
                  </a:lnTo>
                  <a:lnTo>
                    <a:pt x="909" y="766"/>
                  </a:lnTo>
                  <a:lnTo>
                    <a:pt x="909" y="765"/>
                  </a:lnTo>
                  <a:lnTo>
                    <a:pt x="910" y="781"/>
                  </a:lnTo>
                  <a:lnTo>
                    <a:pt x="910" y="781"/>
                  </a:lnTo>
                  <a:lnTo>
                    <a:pt x="910" y="781"/>
                  </a:lnTo>
                  <a:lnTo>
                    <a:pt x="910" y="780"/>
                  </a:lnTo>
                  <a:lnTo>
                    <a:pt x="912" y="782"/>
                  </a:lnTo>
                  <a:lnTo>
                    <a:pt x="912" y="782"/>
                  </a:lnTo>
                  <a:lnTo>
                    <a:pt x="912" y="782"/>
                  </a:lnTo>
                  <a:lnTo>
                    <a:pt x="913" y="781"/>
                  </a:lnTo>
                  <a:lnTo>
                    <a:pt x="913" y="783"/>
                  </a:lnTo>
                  <a:lnTo>
                    <a:pt x="913" y="782"/>
                  </a:lnTo>
                  <a:lnTo>
                    <a:pt x="913" y="782"/>
                  </a:lnTo>
                  <a:lnTo>
                    <a:pt x="914" y="782"/>
                  </a:lnTo>
                  <a:lnTo>
                    <a:pt x="915" y="786"/>
                  </a:lnTo>
                  <a:lnTo>
                    <a:pt x="915" y="784"/>
                  </a:lnTo>
                  <a:lnTo>
                    <a:pt x="915" y="784"/>
                  </a:lnTo>
                  <a:lnTo>
                    <a:pt x="916" y="801"/>
                  </a:lnTo>
                  <a:lnTo>
                    <a:pt x="916" y="733"/>
                  </a:lnTo>
                  <a:lnTo>
                    <a:pt x="916" y="757"/>
                  </a:lnTo>
                  <a:lnTo>
                    <a:pt x="916" y="757"/>
                  </a:lnTo>
                  <a:lnTo>
                    <a:pt x="917" y="706"/>
                  </a:lnTo>
                  <a:lnTo>
                    <a:pt x="918" y="795"/>
                  </a:lnTo>
                  <a:lnTo>
                    <a:pt x="918" y="792"/>
                  </a:lnTo>
                  <a:lnTo>
                    <a:pt x="918" y="792"/>
                  </a:lnTo>
                  <a:lnTo>
                    <a:pt x="918" y="795"/>
                  </a:lnTo>
                  <a:lnTo>
                    <a:pt x="919" y="356"/>
                  </a:lnTo>
                  <a:lnTo>
                    <a:pt x="919" y="356"/>
                  </a:lnTo>
                  <a:lnTo>
                    <a:pt x="919" y="356"/>
                  </a:lnTo>
                  <a:lnTo>
                    <a:pt x="920" y="792"/>
                  </a:lnTo>
                  <a:lnTo>
                    <a:pt x="920" y="351"/>
                  </a:lnTo>
                  <a:lnTo>
                    <a:pt x="921" y="697"/>
                  </a:lnTo>
                  <a:lnTo>
                    <a:pt x="921" y="697"/>
                  </a:lnTo>
                  <a:lnTo>
                    <a:pt x="921" y="334"/>
                  </a:lnTo>
                  <a:lnTo>
                    <a:pt x="921" y="740"/>
                  </a:lnTo>
                  <a:lnTo>
                    <a:pt x="922" y="710"/>
                  </a:lnTo>
                  <a:lnTo>
                    <a:pt x="922" y="710"/>
                  </a:lnTo>
                  <a:lnTo>
                    <a:pt x="924" y="736"/>
                  </a:lnTo>
                  <a:lnTo>
                    <a:pt x="924" y="734"/>
                  </a:lnTo>
                  <a:lnTo>
                    <a:pt x="924" y="734"/>
                  </a:lnTo>
                  <a:lnTo>
                    <a:pt x="925" y="714"/>
                  </a:lnTo>
                  <a:lnTo>
                    <a:pt x="925" y="764"/>
                  </a:lnTo>
                  <a:lnTo>
                    <a:pt x="925" y="764"/>
                  </a:lnTo>
                  <a:lnTo>
                    <a:pt x="925" y="764"/>
                  </a:lnTo>
                  <a:lnTo>
                    <a:pt x="927" y="781"/>
                  </a:lnTo>
                  <a:lnTo>
                    <a:pt x="927" y="780"/>
                  </a:lnTo>
                  <a:lnTo>
                    <a:pt x="927" y="780"/>
                  </a:lnTo>
                  <a:lnTo>
                    <a:pt x="928" y="731"/>
                  </a:lnTo>
                  <a:lnTo>
                    <a:pt x="928" y="747"/>
                  </a:lnTo>
                  <a:lnTo>
                    <a:pt x="928" y="747"/>
                  </a:lnTo>
                  <a:lnTo>
                    <a:pt x="930" y="752"/>
                  </a:lnTo>
                  <a:lnTo>
                    <a:pt x="930" y="742"/>
                  </a:lnTo>
                  <a:lnTo>
                    <a:pt x="930" y="747"/>
                  </a:lnTo>
                  <a:lnTo>
                    <a:pt x="930" y="747"/>
                  </a:lnTo>
                  <a:lnTo>
                    <a:pt x="931" y="749"/>
                  </a:lnTo>
                  <a:lnTo>
                    <a:pt x="931" y="680"/>
                  </a:lnTo>
                  <a:lnTo>
                    <a:pt x="931" y="680"/>
                  </a:lnTo>
                  <a:lnTo>
                    <a:pt x="931" y="680"/>
                  </a:lnTo>
                  <a:lnTo>
                    <a:pt x="933" y="777"/>
                  </a:lnTo>
                  <a:lnTo>
                    <a:pt x="933" y="644"/>
                  </a:lnTo>
                  <a:lnTo>
                    <a:pt x="933" y="708"/>
                  </a:lnTo>
                  <a:lnTo>
                    <a:pt x="933" y="708"/>
                  </a:lnTo>
                  <a:lnTo>
                    <a:pt x="934" y="774"/>
                  </a:lnTo>
                  <a:lnTo>
                    <a:pt x="934" y="322"/>
                  </a:lnTo>
                  <a:lnTo>
                    <a:pt x="934" y="324"/>
                  </a:lnTo>
                  <a:lnTo>
                    <a:pt x="934" y="324"/>
                  </a:lnTo>
                  <a:lnTo>
                    <a:pt x="935" y="764"/>
                  </a:lnTo>
                  <a:lnTo>
                    <a:pt x="935" y="246"/>
                  </a:lnTo>
                  <a:lnTo>
                    <a:pt x="936" y="723"/>
                  </a:lnTo>
                  <a:lnTo>
                    <a:pt x="936" y="723"/>
                  </a:lnTo>
                  <a:lnTo>
                    <a:pt x="937" y="769"/>
                  </a:lnTo>
                  <a:lnTo>
                    <a:pt x="937" y="769"/>
                  </a:lnTo>
                  <a:lnTo>
                    <a:pt x="937" y="769"/>
                  </a:lnTo>
                  <a:lnTo>
                    <a:pt x="938" y="770"/>
                  </a:lnTo>
                  <a:lnTo>
                    <a:pt x="938" y="761"/>
                  </a:lnTo>
                  <a:lnTo>
                    <a:pt x="939" y="764"/>
                  </a:lnTo>
                  <a:lnTo>
                    <a:pt x="939" y="764"/>
                  </a:lnTo>
                  <a:lnTo>
                    <a:pt x="940" y="751"/>
                  </a:lnTo>
                  <a:lnTo>
                    <a:pt x="941" y="758"/>
                  </a:lnTo>
                  <a:lnTo>
                    <a:pt x="941" y="758"/>
                  </a:lnTo>
                  <a:lnTo>
                    <a:pt x="942" y="752"/>
                  </a:lnTo>
                  <a:lnTo>
                    <a:pt x="942" y="754"/>
                  </a:lnTo>
                  <a:lnTo>
                    <a:pt x="942" y="754"/>
                  </a:lnTo>
                  <a:lnTo>
                    <a:pt x="943" y="775"/>
                  </a:lnTo>
                  <a:lnTo>
                    <a:pt x="944" y="741"/>
                  </a:lnTo>
                  <a:lnTo>
                    <a:pt x="944" y="764"/>
                  </a:lnTo>
                  <a:lnTo>
                    <a:pt x="944" y="764"/>
                  </a:lnTo>
                  <a:lnTo>
                    <a:pt x="945" y="774"/>
                  </a:lnTo>
                  <a:lnTo>
                    <a:pt x="945" y="772"/>
                  </a:lnTo>
                  <a:lnTo>
                    <a:pt x="945" y="772"/>
                  </a:lnTo>
                  <a:lnTo>
                    <a:pt x="947" y="767"/>
                  </a:lnTo>
                  <a:lnTo>
                    <a:pt x="947" y="767"/>
                  </a:lnTo>
                  <a:lnTo>
                    <a:pt x="947" y="767"/>
                  </a:lnTo>
                  <a:lnTo>
                    <a:pt x="947" y="770"/>
                  </a:lnTo>
                  <a:lnTo>
                    <a:pt x="948" y="324"/>
                  </a:lnTo>
                  <a:lnTo>
                    <a:pt x="948" y="470"/>
                  </a:lnTo>
                  <a:lnTo>
                    <a:pt x="948" y="470"/>
                  </a:lnTo>
                  <a:lnTo>
                    <a:pt x="948" y="243"/>
                  </a:lnTo>
                  <a:lnTo>
                    <a:pt x="949" y="744"/>
                  </a:lnTo>
                  <a:lnTo>
                    <a:pt x="950" y="741"/>
                  </a:lnTo>
                  <a:lnTo>
                    <a:pt x="950" y="741"/>
                  </a:lnTo>
                  <a:lnTo>
                    <a:pt x="950" y="275"/>
                  </a:lnTo>
                  <a:lnTo>
                    <a:pt x="951" y="747"/>
                  </a:lnTo>
                  <a:lnTo>
                    <a:pt x="951" y="747"/>
                  </a:lnTo>
                  <a:lnTo>
                    <a:pt x="951" y="747"/>
                  </a:lnTo>
                  <a:lnTo>
                    <a:pt x="951" y="749"/>
                  </a:lnTo>
                  <a:lnTo>
                    <a:pt x="952" y="732"/>
                  </a:lnTo>
                  <a:lnTo>
                    <a:pt x="953" y="745"/>
                  </a:lnTo>
                  <a:lnTo>
                    <a:pt x="953" y="745"/>
                  </a:lnTo>
                  <a:lnTo>
                    <a:pt x="953" y="759"/>
                  </a:lnTo>
                  <a:lnTo>
                    <a:pt x="953" y="367"/>
                  </a:lnTo>
                  <a:lnTo>
                    <a:pt x="954" y="743"/>
                  </a:lnTo>
                  <a:lnTo>
                    <a:pt x="954" y="743"/>
                  </a:lnTo>
                  <a:lnTo>
                    <a:pt x="955" y="747"/>
                  </a:lnTo>
                  <a:lnTo>
                    <a:pt x="956" y="747"/>
                  </a:lnTo>
                  <a:lnTo>
                    <a:pt x="956" y="747"/>
                  </a:lnTo>
                  <a:lnTo>
                    <a:pt x="957" y="741"/>
                  </a:lnTo>
                  <a:lnTo>
                    <a:pt x="957" y="745"/>
                  </a:lnTo>
                  <a:lnTo>
                    <a:pt x="957" y="745"/>
                  </a:lnTo>
                  <a:lnTo>
                    <a:pt x="958" y="746"/>
                  </a:lnTo>
                  <a:lnTo>
                    <a:pt x="959" y="739"/>
                  </a:lnTo>
                  <a:lnTo>
                    <a:pt x="959" y="739"/>
                  </a:lnTo>
                  <a:lnTo>
                    <a:pt x="959" y="739"/>
                  </a:lnTo>
                  <a:lnTo>
                    <a:pt x="959" y="739"/>
                  </a:lnTo>
                  <a:lnTo>
                    <a:pt x="960" y="753"/>
                  </a:lnTo>
                  <a:lnTo>
                    <a:pt x="960" y="749"/>
                  </a:lnTo>
                  <a:lnTo>
                    <a:pt x="960" y="749"/>
                  </a:lnTo>
                  <a:lnTo>
                    <a:pt x="960" y="737"/>
                  </a:lnTo>
                  <a:lnTo>
                    <a:pt x="961" y="750"/>
                  </a:lnTo>
                  <a:lnTo>
                    <a:pt x="962" y="739"/>
                  </a:lnTo>
                  <a:lnTo>
                    <a:pt x="962" y="739"/>
                  </a:lnTo>
                  <a:lnTo>
                    <a:pt x="962" y="737"/>
                  </a:lnTo>
                  <a:lnTo>
                    <a:pt x="963" y="761"/>
                  </a:lnTo>
                  <a:lnTo>
                    <a:pt x="963" y="761"/>
                  </a:lnTo>
                  <a:lnTo>
                    <a:pt x="963" y="761"/>
                  </a:lnTo>
                  <a:lnTo>
                    <a:pt x="965" y="770"/>
                  </a:lnTo>
                  <a:lnTo>
                    <a:pt x="965" y="213"/>
                  </a:lnTo>
                  <a:lnTo>
                    <a:pt x="965" y="500"/>
                  </a:lnTo>
                  <a:lnTo>
                    <a:pt x="965" y="500"/>
                  </a:lnTo>
                  <a:lnTo>
                    <a:pt x="965" y="764"/>
                  </a:lnTo>
                  <a:lnTo>
                    <a:pt x="965" y="274"/>
                  </a:lnTo>
                  <a:lnTo>
                    <a:pt x="966" y="718"/>
                  </a:lnTo>
                  <a:lnTo>
                    <a:pt x="966" y="718"/>
                  </a:lnTo>
                  <a:lnTo>
                    <a:pt x="967" y="592"/>
                  </a:lnTo>
                  <a:lnTo>
                    <a:pt x="968" y="751"/>
                  </a:lnTo>
                  <a:lnTo>
                    <a:pt x="968" y="751"/>
                  </a:lnTo>
                  <a:lnTo>
                    <a:pt x="968" y="751"/>
                  </a:lnTo>
                  <a:lnTo>
                    <a:pt x="968" y="767"/>
                  </a:lnTo>
                  <a:lnTo>
                    <a:pt x="969" y="766"/>
                  </a:lnTo>
                  <a:lnTo>
                    <a:pt x="969" y="766"/>
                  </a:lnTo>
                  <a:lnTo>
                    <a:pt x="970" y="770"/>
                  </a:lnTo>
                  <a:lnTo>
                    <a:pt x="971" y="768"/>
                  </a:lnTo>
                  <a:lnTo>
                    <a:pt x="971" y="768"/>
                  </a:lnTo>
                  <a:lnTo>
                    <a:pt x="972" y="770"/>
                  </a:lnTo>
                  <a:lnTo>
                    <a:pt x="972" y="767"/>
                  </a:lnTo>
                  <a:lnTo>
                    <a:pt x="972" y="768"/>
                  </a:lnTo>
                  <a:lnTo>
                    <a:pt x="972" y="768"/>
                  </a:lnTo>
                  <a:lnTo>
                    <a:pt x="972" y="769"/>
                  </a:lnTo>
                  <a:lnTo>
                    <a:pt x="973" y="767"/>
                  </a:lnTo>
                  <a:lnTo>
                    <a:pt x="974" y="769"/>
                  </a:lnTo>
                  <a:lnTo>
                    <a:pt x="974" y="769"/>
                  </a:lnTo>
                  <a:lnTo>
                    <a:pt x="975" y="806"/>
                  </a:lnTo>
                  <a:lnTo>
                    <a:pt x="975" y="370"/>
                  </a:lnTo>
                  <a:lnTo>
                    <a:pt x="975" y="671"/>
                  </a:lnTo>
                  <a:lnTo>
                    <a:pt x="975" y="671"/>
                  </a:lnTo>
                  <a:lnTo>
                    <a:pt x="977" y="315"/>
                  </a:lnTo>
                  <a:lnTo>
                    <a:pt x="977" y="754"/>
                  </a:lnTo>
                  <a:lnTo>
                    <a:pt x="977" y="356"/>
                  </a:lnTo>
                  <a:lnTo>
                    <a:pt x="977" y="356"/>
                  </a:lnTo>
                  <a:lnTo>
                    <a:pt x="977" y="321"/>
                  </a:lnTo>
                  <a:lnTo>
                    <a:pt x="978" y="764"/>
                  </a:lnTo>
                  <a:lnTo>
                    <a:pt x="978" y="658"/>
                  </a:lnTo>
                  <a:lnTo>
                    <a:pt x="978" y="658"/>
                  </a:lnTo>
                  <a:lnTo>
                    <a:pt x="979" y="588"/>
                  </a:lnTo>
                  <a:lnTo>
                    <a:pt x="980" y="752"/>
                  </a:lnTo>
                  <a:lnTo>
                    <a:pt x="980" y="751"/>
                  </a:lnTo>
                  <a:lnTo>
                    <a:pt x="980" y="751"/>
                  </a:lnTo>
                  <a:lnTo>
                    <a:pt x="980" y="707"/>
                  </a:lnTo>
                  <a:lnTo>
                    <a:pt x="981" y="758"/>
                  </a:lnTo>
                  <a:lnTo>
                    <a:pt x="981" y="758"/>
                  </a:lnTo>
                  <a:lnTo>
                    <a:pt x="981" y="758"/>
                  </a:lnTo>
                  <a:lnTo>
                    <a:pt x="981" y="757"/>
                  </a:lnTo>
                  <a:lnTo>
                    <a:pt x="982" y="764"/>
                  </a:lnTo>
                  <a:lnTo>
                    <a:pt x="983" y="764"/>
                  </a:lnTo>
                  <a:lnTo>
                    <a:pt x="983" y="764"/>
                  </a:lnTo>
                  <a:lnTo>
                    <a:pt x="984" y="763"/>
                  </a:lnTo>
                  <a:lnTo>
                    <a:pt x="984" y="763"/>
                  </a:lnTo>
                  <a:lnTo>
                    <a:pt x="984" y="763"/>
                  </a:lnTo>
                  <a:lnTo>
                    <a:pt x="985" y="765"/>
                  </a:lnTo>
                  <a:lnTo>
                    <a:pt x="986" y="763"/>
                  </a:lnTo>
                  <a:lnTo>
                    <a:pt x="986" y="763"/>
                  </a:lnTo>
                  <a:lnTo>
                    <a:pt x="986" y="764"/>
                  </a:lnTo>
                  <a:lnTo>
                    <a:pt x="987" y="335"/>
                  </a:lnTo>
                  <a:lnTo>
                    <a:pt x="987" y="508"/>
                  </a:lnTo>
                  <a:lnTo>
                    <a:pt x="987" y="508"/>
                  </a:lnTo>
                  <a:lnTo>
                    <a:pt x="989" y="741"/>
                  </a:lnTo>
                  <a:lnTo>
                    <a:pt x="989" y="740"/>
                  </a:lnTo>
                  <a:lnTo>
                    <a:pt x="989" y="740"/>
                  </a:lnTo>
                  <a:lnTo>
                    <a:pt x="989" y="734"/>
                  </a:lnTo>
                  <a:lnTo>
                    <a:pt x="990" y="745"/>
                  </a:lnTo>
                  <a:lnTo>
                    <a:pt x="990" y="739"/>
                  </a:lnTo>
                  <a:lnTo>
                    <a:pt x="990" y="739"/>
                  </a:lnTo>
                  <a:lnTo>
                    <a:pt x="990" y="747"/>
                  </a:lnTo>
                  <a:lnTo>
                    <a:pt x="992" y="746"/>
                  </a:lnTo>
                  <a:lnTo>
                    <a:pt x="992" y="746"/>
                  </a:lnTo>
                  <a:lnTo>
                    <a:pt x="993" y="748"/>
                  </a:lnTo>
                  <a:lnTo>
                    <a:pt x="993" y="744"/>
                  </a:lnTo>
                  <a:lnTo>
                    <a:pt x="993" y="744"/>
                  </a:lnTo>
                  <a:lnTo>
                    <a:pt x="993" y="744"/>
                  </a:lnTo>
                  <a:lnTo>
                    <a:pt x="995" y="724"/>
                  </a:lnTo>
                  <a:lnTo>
                    <a:pt x="995" y="724"/>
                  </a:lnTo>
                  <a:lnTo>
                    <a:pt x="995" y="724"/>
                  </a:lnTo>
                  <a:lnTo>
                    <a:pt x="995" y="721"/>
                  </a:lnTo>
                  <a:lnTo>
                    <a:pt x="996" y="737"/>
                  </a:lnTo>
                  <a:lnTo>
                    <a:pt x="996" y="737"/>
                  </a:lnTo>
                  <a:lnTo>
                    <a:pt x="996" y="737"/>
                  </a:lnTo>
                  <a:lnTo>
                    <a:pt x="996" y="739"/>
                  </a:lnTo>
                  <a:lnTo>
                    <a:pt x="997" y="726"/>
                  </a:lnTo>
                  <a:lnTo>
                    <a:pt x="998" y="734"/>
                  </a:lnTo>
                  <a:lnTo>
                    <a:pt x="998" y="734"/>
                  </a:lnTo>
                  <a:lnTo>
                    <a:pt x="998" y="729"/>
                  </a:lnTo>
                  <a:lnTo>
                    <a:pt x="999" y="734"/>
                  </a:lnTo>
                  <a:lnTo>
                    <a:pt x="999" y="734"/>
                  </a:lnTo>
                  <a:lnTo>
                    <a:pt x="1000" y="282"/>
                  </a:lnTo>
                  <a:lnTo>
                    <a:pt x="1000" y="758"/>
                  </a:lnTo>
                  <a:lnTo>
                    <a:pt x="1001" y="704"/>
                  </a:lnTo>
                  <a:lnTo>
                    <a:pt x="1001" y="704"/>
                  </a:lnTo>
                  <a:lnTo>
                    <a:pt x="1001" y="703"/>
                  </a:lnTo>
                  <a:lnTo>
                    <a:pt x="1002" y="729"/>
                  </a:lnTo>
                  <a:lnTo>
                    <a:pt x="1002" y="729"/>
                  </a:lnTo>
                  <a:lnTo>
                    <a:pt x="1002" y="729"/>
                  </a:lnTo>
                  <a:lnTo>
                    <a:pt x="1003" y="680"/>
                  </a:lnTo>
                  <a:lnTo>
                    <a:pt x="1004" y="768"/>
                  </a:lnTo>
                  <a:lnTo>
                    <a:pt x="1004" y="749"/>
                  </a:lnTo>
                  <a:lnTo>
                    <a:pt x="1004" y="749"/>
                  </a:lnTo>
                  <a:lnTo>
                    <a:pt x="1005" y="693"/>
                  </a:lnTo>
                  <a:lnTo>
                    <a:pt x="1005" y="698"/>
                  </a:lnTo>
                  <a:lnTo>
                    <a:pt x="1005" y="698"/>
                  </a:lnTo>
                  <a:lnTo>
                    <a:pt x="1007" y="730"/>
                  </a:lnTo>
                  <a:lnTo>
                    <a:pt x="1007" y="694"/>
                  </a:lnTo>
                  <a:lnTo>
                    <a:pt x="1007" y="694"/>
                  </a:lnTo>
                  <a:lnTo>
                    <a:pt x="1007" y="694"/>
                  </a:lnTo>
                  <a:lnTo>
                    <a:pt x="1007" y="693"/>
                  </a:lnTo>
                  <a:lnTo>
                    <a:pt x="1008" y="757"/>
                  </a:lnTo>
                  <a:lnTo>
                    <a:pt x="1008" y="757"/>
                  </a:lnTo>
                  <a:lnTo>
                    <a:pt x="1008" y="757"/>
                  </a:lnTo>
                  <a:lnTo>
                    <a:pt x="1009" y="758"/>
                  </a:lnTo>
                  <a:lnTo>
                    <a:pt x="1010" y="718"/>
                  </a:lnTo>
                  <a:lnTo>
                    <a:pt x="1010" y="726"/>
                  </a:lnTo>
                  <a:lnTo>
                    <a:pt x="1010" y="726"/>
                  </a:lnTo>
                  <a:lnTo>
                    <a:pt x="1010" y="748"/>
                  </a:lnTo>
                  <a:lnTo>
                    <a:pt x="1010" y="709"/>
                  </a:lnTo>
                  <a:lnTo>
                    <a:pt x="1011" y="743"/>
                  </a:lnTo>
                  <a:lnTo>
                    <a:pt x="1011" y="743"/>
                  </a:lnTo>
                  <a:lnTo>
                    <a:pt x="1012" y="223"/>
                  </a:lnTo>
                  <a:lnTo>
                    <a:pt x="1012" y="776"/>
                  </a:lnTo>
                  <a:lnTo>
                    <a:pt x="1013" y="753"/>
                  </a:lnTo>
                  <a:lnTo>
                    <a:pt x="1013" y="753"/>
                  </a:lnTo>
                  <a:lnTo>
                    <a:pt x="1013" y="709"/>
                  </a:lnTo>
                  <a:lnTo>
                    <a:pt x="1014" y="814"/>
                  </a:lnTo>
                  <a:lnTo>
                    <a:pt x="1014" y="805"/>
                  </a:lnTo>
                  <a:lnTo>
                    <a:pt x="1014" y="805"/>
                  </a:lnTo>
                  <a:lnTo>
                    <a:pt x="1015" y="797"/>
                  </a:lnTo>
                  <a:lnTo>
                    <a:pt x="1015" y="808"/>
                  </a:lnTo>
                  <a:lnTo>
                    <a:pt x="1016" y="800"/>
                  </a:lnTo>
                  <a:lnTo>
                    <a:pt x="1016" y="800"/>
                  </a:lnTo>
                  <a:lnTo>
                    <a:pt x="1016" y="801"/>
                  </a:lnTo>
                  <a:lnTo>
                    <a:pt x="1017" y="762"/>
                  </a:lnTo>
                  <a:lnTo>
                    <a:pt x="1017" y="769"/>
                  </a:lnTo>
                  <a:lnTo>
                    <a:pt x="1017" y="769"/>
                  </a:lnTo>
                  <a:lnTo>
                    <a:pt x="1018" y="780"/>
                  </a:lnTo>
                  <a:lnTo>
                    <a:pt x="1019" y="678"/>
                  </a:lnTo>
                  <a:lnTo>
                    <a:pt x="1019" y="718"/>
                  </a:lnTo>
                  <a:lnTo>
                    <a:pt x="1019" y="718"/>
                  </a:lnTo>
                  <a:lnTo>
                    <a:pt x="1020" y="746"/>
                  </a:lnTo>
                  <a:lnTo>
                    <a:pt x="1020" y="685"/>
                  </a:lnTo>
                  <a:lnTo>
                    <a:pt x="1020" y="722"/>
                  </a:lnTo>
                  <a:lnTo>
                    <a:pt x="1020" y="722"/>
                  </a:lnTo>
                  <a:lnTo>
                    <a:pt x="1021" y="665"/>
                  </a:lnTo>
                  <a:lnTo>
                    <a:pt x="1022" y="697"/>
                  </a:lnTo>
                  <a:lnTo>
                    <a:pt x="1022" y="697"/>
                  </a:lnTo>
                  <a:lnTo>
                    <a:pt x="1023" y="188"/>
                  </a:lnTo>
                  <a:lnTo>
                    <a:pt x="1023" y="772"/>
                  </a:lnTo>
                  <a:lnTo>
                    <a:pt x="1023" y="772"/>
                  </a:lnTo>
                  <a:lnTo>
                    <a:pt x="1023" y="772"/>
                  </a:lnTo>
                  <a:lnTo>
                    <a:pt x="1023" y="778"/>
                  </a:lnTo>
                  <a:lnTo>
                    <a:pt x="1024" y="219"/>
                  </a:lnTo>
                  <a:lnTo>
                    <a:pt x="1025" y="769"/>
                  </a:lnTo>
                  <a:lnTo>
                    <a:pt x="1025" y="769"/>
                  </a:lnTo>
                  <a:lnTo>
                    <a:pt x="1025" y="749"/>
                  </a:lnTo>
                  <a:lnTo>
                    <a:pt x="1025" y="772"/>
                  </a:lnTo>
                  <a:lnTo>
                    <a:pt x="1026" y="758"/>
                  </a:lnTo>
                  <a:lnTo>
                    <a:pt x="1026" y="758"/>
                  </a:lnTo>
                  <a:lnTo>
                    <a:pt x="1027" y="744"/>
                  </a:lnTo>
                  <a:lnTo>
                    <a:pt x="1027" y="803"/>
                  </a:lnTo>
                  <a:lnTo>
                    <a:pt x="1028" y="783"/>
                  </a:lnTo>
                  <a:lnTo>
                    <a:pt x="1028" y="783"/>
                  </a:lnTo>
                  <a:lnTo>
                    <a:pt x="1028" y="263"/>
                  </a:lnTo>
                  <a:lnTo>
                    <a:pt x="1029" y="743"/>
                  </a:lnTo>
                  <a:lnTo>
                    <a:pt x="1029" y="743"/>
                  </a:lnTo>
                  <a:lnTo>
                    <a:pt x="1030" y="691"/>
                  </a:lnTo>
                  <a:lnTo>
                    <a:pt x="1030" y="790"/>
                  </a:lnTo>
                  <a:lnTo>
                    <a:pt x="1031" y="786"/>
                  </a:lnTo>
                  <a:lnTo>
                    <a:pt x="1031" y="786"/>
                  </a:lnTo>
                  <a:lnTo>
                    <a:pt x="1032" y="765"/>
                  </a:lnTo>
                  <a:lnTo>
                    <a:pt x="1032" y="771"/>
                  </a:lnTo>
                  <a:lnTo>
                    <a:pt x="1032" y="771"/>
                  </a:lnTo>
                  <a:lnTo>
                    <a:pt x="1034" y="278"/>
                  </a:lnTo>
                  <a:lnTo>
                    <a:pt x="1034" y="733"/>
                  </a:lnTo>
                  <a:lnTo>
                    <a:pt x="1034" y="733"/>
                  </a:lnTo>
                  <a:lnTo>
                    <a:pt x="1035" y="757"/>
                  </a:lnTo>
                  <a:lnTo>
                    <a:pt x="1035" y="264"/>
                  </a:lnTo>
                  <a:lnTo>
                    <a:pt x="1035" y="747"/>
                  </a:lnTo>
                  <a:lnTo>
                    <a:pt x="1035" y="747"/>
                  </a:lnTo>
                  <a:lnTo>
                    <a:pt x="1036" y="774"/>
                  </a:lnTo>
                  <a:lnTo>
                    <a:pt x="1036" y="258"/>
                  </a:lnTo>
                  <a:lnTo>
                    <a:pt x="1037" y="653"/>
                  </a:lnTo>
                  <a:lnTo>
                    <a:pt x="1037" y="654"/>
                  </a:lnTo>
                  <a:lnTo>
                    <a:pt x="1037" y="773"/>
                  </a:lnTo>
                  <a:lnTo>
                    <a:pt x="1037" y="246"/>
                  </a:lnTo>
                  <a:lnTo>
                    <a:pt x="1038" y="736"/>
                  </a:lnTo>
                  <a:lnTo>
                    <a:pt x="1038" y="735"/>
                  </a:lnTo>
                  <a:lnTo>
                    <a:pt x="1039" y="701"/>
                  </a:lnTo>
                  <a:lnTo>
                    <a:pt x="1040" y="766"/>
                  </a:lnTo>
                  <a:lnTo>
                    <a:pt x="1040" y="767"/>
                  </a:lnTo>
                  <a:lnTo>
                    <a:pt x="1040" y="747"/>
                  </a:lnTo>
                  <a:lnTo>
                    <a:pt x="1040" y="793"/>
                  </a:lnTo>
                  <a:lnTo>
                    <a:pt x="1041" y="756"/>
                  </a:lnTo>
                  <a:lnTo>
                    <a:pt x="1041" y="756"/>
                  </a:lnTo>
                  <a:lnTo>
                    <a:pt x="1042" y="822"/>
                  </a:lnTo>
                  <a:lnTo>
                    <a:pt x="1043" y="800"/>
                  </a:lnTo>
                  <a:lnTo>
                    <a:pt x="1043" y="800"/>
                  </a:lnTo>
                  <a:lnTo>
                    <a:pt x="1043" y="807"/>
                  </a:lnTo>
                  <a:lnTo>
                    <a:pt x="1044" y="703"/>
                  </a:lnTo>
                  <a:lnTo>
                    <a:pt x="1044" y="753"/>
                  </a:lnTo>
                  <a:lnTo>
                    <a:pt x="1044" y="753"/>
                  </a:lnTo>
                  <a:lnTo>
                    <a:pt x="1045" y="742"/>
                  </a:lnTo>
                  <a:lnTo>
                    <a:pt x="1046" y="770"/>
                  </a:lnTo>
                  <a:lnTo>
                    <a:pt x="1046" y="766"/>
                  </a:lnTo>
                  <a:lnTo>
                    <a:pt x="1046" y="766"/>
                  </a:lnTo>
                  <a:lnTo>
                    <a:pt x="1047" y="640"/>
                  </a:lnTo>
                  <a:lnTo>
                    <a:pt x="1047" y="708"/>
                  </a:lnTo>
                  <a:lnTo>
                    <a:pt x="1047" y="709"/>
                  </a:lnTo>
                  <a:lnTo>
                    <a:pt x="1048" y="649"/>
                  </a:lnTo>
                  <a:lnTo>
                    <a:pt x="1048" y="819"/>
                  </a:lnTo>
                  <a:lnTo>
                    <a:pt x="1049" y="812"/>
                  </a:lnTo>
                  <a:lnTo>
                    <a:pt x="1049" y="812"/>
                  </a:lnTo>
                  <a:lnTo>
                    <a:pt x="1050" y="815"/>
                  </a:lnTo>
                  <a:lnTo>
                    <a:pt x="1050" y="712"/>
                  </a:lnTo>
                  <a:lnTo>
                    <a:pt x="1050" y="814"/>
                  </a:lnTo>
                  <a:lnTo>
                    <a:pt x="1050" y="814"/>
                  </a:lnTo>
                  <a:lnTo>
                    <a:pt x="1051" y="712"/>
                  </a:lnTo>
                  <a:lnTo>
                    <a:pt x="1051" y="819"/>
                  </a:lnTo>
                  <a:lnTo>
                    <a:pt x="1052" y="805"/>
                  </a:lnTo>
                  <a:lnTo>
                    <a:pt x="1052" y="805"/>
                  </a:lnTo>
                  <a:lnTo>
                    <a:pt x="1052" y="763"/>
                  </a:lnTo>
                  <a:lnTo>
                    <a:pt x="1053" y="780"/>
                  </a:lnTo>
                  <a:lnTo>
                    <a:pt x="1053" y="780"/>
                  </a:lnTo>
                  <a:lnTo>
                    <a:pt x="1054" y="781"/>
                  </a:lnTo>
                  <a:lnTo>
                    <a:pt x="1055" y="468"/>
                  </a:lnTo>
                  <a:lnTo>
                    <a:pt x="1055" y="468"/>
                  </a:lnTo>
                  <a:lnTo>
                    <a:pt x="1055" y="300"/>
                  </a:lnTo>
                  <a:lnTo>
                    <a:pt x="1056" y="798"/>
                  </a:lnTo>
                  <a:lnTo>
                    <a:pt x="1056" y="798"/>
                  </a:lnTo>
                  <a:lnTo>
                    <a:pt x="1057" y="811"/>
                  </a:lnTo>
                  <a:lnTo>
                    <a:pt x="1057" y="708"/>
                  </a:lnTo>
                  <a:lnTo>
                    <a:pt x="1058" y="804"/>
                  </a:lnTo>
                  <a:lnTo>
                    <a:pt x="1058" y="804"/>
                  </a:lnTo>
                  <a:lnTo>
                    <a:pt x="1059" y="739"/>
                  </a:lnTo>
                  <a:lnTo>
                    <a:pt x="1059" y="740"/>
                  </a:lnTo>
                  <a:lnTo>
                    <a:pt x="1059" y="740"/>
                  </a:lnTo>
                  <a:lnTo>
                    <a:pt x="1060" y="741"/>
                  </a:lnTo>
                  <a:lnTo>
                    <a:pt x="1060" y="308"/>
                  </a:lnTo>
                  <a:lnTo>
                    <a:pt x="1061" y="700"/>
                  </a:lnTo>
                  <a:lnTo>
                    <a:pt x="1061" y="700"/>
                  </a:lnTo>
                  <a:lnTo>
                    <a:pt x="1062" y="657"/>
                  </a:lnTo>
                  <a:lnTo>
                    <a:pt x="1062" y="690"/>
                  </a:lnTo>
                  <a:lnTo>
                    <a:pt x="1062" y="690"/>
                  </a:lnTo>
                  <a:lnTo>
                    <a:pt x="1063" y="689"/>
                  </a:lnTo>
                  <a:lnTo>
                    <a:pt x="1064" y="738"/>
                  </a:lnTo>
                  <a:lnTo>
                    <a:pt x="1064" y="721"/>
                  </a:lnTo>
                  <a:lnTo>
                    <a:pt x="1064" y="721"/>
                  </a:lnTo>
                  <a:lnTo>
                    <a:pt x="1064" y="753"/>
                  </a:lnTo>
                  <a:lnTo>
                    <a:pt x="1065" y="719"/>
                  </a:lnTo>
                  <a:lnTo>
                    <a:pt x="1065" y="745"/>
                  </a:lnTo>
                  <a:lnTo>
                    <a:pt x="1065" y="745"/>
                  </a:lnTo>
                  <a:lnTo>
                    <a:pt x="1066" y="727"/>
                  </a:lnTo>
                  <a:lnTo>
                    <a:pt x="1067" y="794"/>
                  </a:lnTo>
                  <a:lnTo>
                    <a:pt x="1067" y="737"/>
                  </a:lnTo>
                  <a:lnTo>
                    <a:pt x="1067" y="737"/>
                  </a:lnTo>
                  <a:lnTo>
                    <a:pt x="1067" y="791"/>
                  </a:lnTo>
                  <a:lnTo>
                    <a:pt x="1068" y="290"/>
                  </a:lnTo>
                  <a:lnTo>
                    <a:pt x="1068" y="785"/>
                  </a:lnTo>
                  <a:lnTo>
                    <a:pt x="1068" y="785"/>
                  </a:lnTo>
                  <a:lnTo>
                    <a:pt x="1069" y="288"/>
                  </a:lnTo>
                  <a:lnTo>
                    <a:pt x="1069" y="800"/>
                  </a:lnTo>
                  <a:lnTo>
                    <a:pt x="1070" y="754"/>
                  </a:lnTo>
                  <a:lnTo>
                    <a:pt x="1070" y="754"/>
                  </a:lnTo>
                  <a:lnTo>
                    <a:pt x="1070" y="819"/>
                  </a:lnTo>
                  <a:lnTo>
                    <a:pt x="1070" y="729"/>
                  </a:lnTo>
                  <a:lnTo>
                    <a:pt x="1071" y="786"/>
                  </a:lnTo>
                  <a:lnTo>
                    <a:pt x="1071" y="786"/>
                  </a:lnTo>
                  <a:lnTo>
                    <a:pt x="1072" y="792"/>
                  </a:lnTo>
                  <a:lnTo>
                    <a:pt x="1072" y="762"/>
                  </a:lnTo>
                  <a:lnTo>
                    <a:pt x="1073" y="781"/>
                  </a:lnTo>
                  <a:lnTo>
                    <a:pt x="1073" y="781"/>
                  </a:lnTo>
                  <a:lnTo>
                    <a:pt x="1073" y="784"/>
                  </a:lnTo>
                  <a:lnTo>
                    <a:pt x="1074" y="708"/>
                  </a:lnTo>
                  <a:lnTo>
                    <a:pt x="1074" y="733"/>
                  </a:lnTo>
                  <a:lnTo>
                    <a:pt x="1074" y="733"/>
                  </a:lnTo>
                  <a:lnTo>
                    <a:pt x="1075" y="740"/>
                  </a:lnTo>
                  <a:lnTo>
                    <a:pt x="1075" y="713"/>
                  </a:lnTo>
                  <a:lnTo>
                    <a:pt x="1076" y="738"/>
                  </a:lnTo>
                  <a:lnTo>
                    <a:pt x="1076" y="738"/>
                  </a:lnTo>
                  <a:lnTo>
                    <a:pt x="1077" y="786"/>
                  </a:lnTo>
                  <a:lnTo>
                    <a:pt x="1077" y="283"/>
                  </a:lnTo>
                  <a:lnTo>
                    <a:pt x="1077" y="752"/>
                  </a:lnTo>
                  <a:lnTo>
                    <a:pt x="1077" y="752"/>
                  </a:lnTo>
                  <a:lnTo>
                    <a:pt x="1078" y="789"/>
                  </a:lnTo>
                  <a:lnTo>
                    <a:pt x="1079" y="731"/>
                  </a:lnTo>
                  <a:lnTo>
                    <a:pt x="1079" y="773"/>
                  </a:lnTo>
                  <a:lnTo>
                    <a:pt x="1079" y="773"/>
                  </a:lnTo>
                  <a:lnTo>
                    <a:pt x="1079" y="781"/>
                  </a:lnTo>
                  <a:lnTo>
                    <a:pt x="1080" y="717"/>
                  </a:lnTo>
                  <a:lnTo>
                    <a:pt x="1080" y="738"/>
                  </a:lnTo>
                  <a:lnTo>
                    <a:pt x="1080" y="738"/>
                  </a:lnTo>
                  <a:lnTo>
                    <a:pt x="1081" y="779"/>
                  </a:lnTo>
                  <a:lnTo>
                    <a:pt x="1082" y="748"/>
                  </a:lnTo>
                  <a:lnTo>
                    <a:pt x="1082" y="748"/>
                  </a:lnTo>
                  <a:lnTo>
                    <a:pt x="1083" y="235"/>
                  </a:lnTo>
                  <a:lnTo>
                    <a:pt x="1083" y="798"/>
                  </a:lnTo>
                  <a:lnTo>
                    <a:pt x="1083" y="257"/>
                  </a:lnTo>
                  <a:lnTo>
                    <a:pt x="1083" y="257"/>
                  </a:lnTo>
                  <a:lnTo>
                    <a:pt x="1084" y="826"/>
                  </a:lnTo>
                  <a:lnTo>
                    <a:pt x="1084" y="250"/>
                  </a:lnTo>
                  <a:lnTo>
                    <a:pt x="1085" y="824"/>
                  </a:lnTo>
                  <a:lnTo>
                    <a:pt x="1085" y="824"/>
                  </a:lnTo>
                  <a:lnTo>
                    <a:pt x="1085" y="683"/>
                  </a:lnTo>
                  <a:lnTo>
                    <a:pt x="1086" y="831"/>
                  </a:lnTo>
                  <a:lnTo>
                    <a:pt x="1086" y="806"/>
                  </a:lnTo>
                  <a:lnTo>
                    <a:pt x="1086" y="806"/>
                  </a:lnTo>
                  <a:lnTo>
                    <a:pt x="1087" y="817"/>
                  </a:lnTo>
                  <a:lnTo>
                    <a:pt x="1087" y="738"/>
                  </a:lnTo>
                  <a:lnTo>
                    <a:pt x="1088" y="771"/>
                  </a:lnTo>
                  <a:lnTo>
                    <a:pt x="1088" y="771"/>
                  </a:lnTo>
                  <a:lnTo>
                    <a:pt x="1089" y="665"/>
                  </a:lnTo>
                  <a:lnTo>
                    <a:pt x="1089" y="729"/>
                  </a:lnTo>
                  <a:lnTo>
                    <a:pt x="1089" y="729"/>
                  </a:lnTo>
                  <a:lnTo>
                    <a:pt x="1090" y="679"/>
                  </a:lnTo>
                  <a:lnTo>
                    <a:pt x="1090" y="788"/>
                  </a:lnTo>
                  <a:lnTo>
                    <a:pt x="1091" y="779"/>
                  </a:lnTo>
                  <a:lnTo>
                    <a:pt x="1091" y="779"/>
                  </a:lnTo>
                  <a:lnTo>
                    <a:pt x="1092" y="644"/>
                  </a:lnTo>
                  <a:lnTo>
                    <a:pt x="1092" y="744"/>
                  </a:lnTo>
                  <a:lnTo>
                    <a:pt x="1092" y="744"/>
                  </a:lnTo>
                  <a:lnTo>
                    <a:pt x="1094" y="718"/>
                  </a:lnTo>
                  <a:lnTo>
                    <a:pt x="1094" y="801"/>
                  </a:lnTo>
                  <a:lnTo>
                    <a:pt x="1094" y="801"/>
                  </a:lnTo>
                  <a:lnTo>
                    <a:pt x="1094" y="801"/>
                  </a:lnTo>
                  <a:lnTo>
                    <a:pt x="1095" y="279"/>
                  </a:lnTo>
                  <a:lnTo>
                    <a:pt x="1095" y="536"/>
                  </a:lnTo>
                  <a:lnTo>
                    <a:pt x="1095" y="536"/>
                  </a:lnTo>
                  <a:lnTo>
                    <a:pt x="1096" y="765"/>
                  </a:lnTo>
                  <a:lnTo>
                    <a:pt x="1097" y="741"/>
                  </a:lnTo>
                  <a:lnTo>
                    <a:pt x="1097" y="741"/>
                  </a:lnTo>
                  <a:lnTo>
                    <a:pt x="1098" y="297"/>
                  </a:lnTo>
                  <a:lnTo>
                    <a:pt x="1098" y="802"/>
                  </a:lnTo>
                  <a:lnTo>
                    <a:pt x="1098" y="698"/>
                  </a:lnTo>
                  <a:lnTo>
                    <a:pt x="1098" y="698"/>
                  </a:lnTo>
                  <a:lnTo>
                    <a:pt x="1100" y="805"/>
                  </a:lnTo>
                  <a:lnTo>
                    <a:pt x="1100" y="284"/>
                  </a:lnTo>
                  <a:lnTo>
                    <a:pt x="1100" y="343"/>
                  </a:lnTo>
                  <a:lnTo>
                    <a:pt x="1100" y="343"/>
                  </a:lnTo>
                  <a:lnTo>
                    <a:pt x="1100" y="797"/>
                  </a:lnTo>
                  <a:lnTo>
                    <a:pt x="1100" y="295"/>
                  </a:lnTo>
                  <a:lnTo>
                    <a:pt x="1101" y="794"/>
                  </a:lnTo>
                  <a:lnTo>
                    <a:pt x="1101" y="794"/>
                  </a:lnTo>
                  <a:lnTo>
                    <a:pt x="1102" y="664"/>
                  </a:lnTo>
                  <a:lnTo>
                    <a:pt x="1103" y="741"/>
                  </a:lnTo>
                  <a:lnTo>
                    <a:pt x="1103" y="741"/>
                  </a:lnTo>
                  <a:lnTo>
                    <a:pt x="1104" y="648"/>
                  </a:lnTo>
                  <a:lnTo>
                    <a:pt x="1104" y="710"/>
                  </a:lnTo>
                  <a:lnTo>
                    <a:pt x="1104" y="710"/>
                  </a:lnTo>
                  <a:lnTo>
                    <a:pt x="1105" y="698"/>
                  </a:lnTo>
                  <a:lnTo>
                    <a:pt x="1105" y="803"/>
                  </a:lnTo>
                  <a:lnTo>
                    <a:pt x="1106" y="789"/>
                  </a:lnTo>
                  <a:lnTo>
                    <a:pt x="1106" y="789"/>
                  </a:lnTo>
                  <a:lnTo>
                    <a:pt x="1107" y="724"/>
                  </a:lnTo>
                  <a:lnTo>
                    <a:pt x="1107" y="755"/>
                  </a:lnTo>
                  <a:lnTo>
                    <a:pt x="1107" y="755"/>
                  </a:lnTo>
                  <a:lnTo>
                    <a:pt x="1108" y="793"/>
                  </a:lnTo>
                  <a:lnTo>
                    <a:pt x="1109" y="719"/>
                  </a:lnTo>
                  <a:lnTo>
                    <a:pt x="1109" y="740"/>
                  </a:lnTo>
                  <a:lnTo>
                    <a:pt x="1109" y="740"/>
                  </a:lnTo>
                  <a:lnTo>
                    <a:pt x="1110" y="784"/>
                  </a:lnTo>
                  <a:lnTo>
                    <a:pt x="1110" y="294"/>
                  </a:lnTo>
                  <a:lnTo>
                    <a:pt x="1110" y="715"/>
                  </a:lnTo>
                  <a:lnTo>
                    <a:pt x="1110" y="715"/>
                  </a:lnTo>
                  <a:lnTo>
                    <a:pt x="1111" y="794"/>
                  </a:lnTo>
                  <a:lnTo>
                    <a:pt x="1112" y="791"/>
                  </a:lnTo>
                  <a:lnTo>
                    <a:pt x="1112" y="791"/>
                  </a:lnTo>
                  <a:lnTo>
                    <a:pt x="1113" y="712"/>
                  </a:lnTo>
                  <a:lnTo>
                    <a:pt x="1113" y="797"/>
                  </a:lnTo>
                  <a:lnTo>
                    <a:pt x="1113" y="797"/>
                  </a:lnTo>
                  <a:lnTo>
                    <a:pt x="1113" y="797"/>
                  </a:lnTo>
                  <a:lnTo>
                    <a:pt x="1114" y="696"/>
                  </a:lnTo>
                  <a:lnTo>
                    <a:pt x="1114" y="797"/>
                  </a:lnTo>
                  <a:lnTo>
                    <a:pt x="1115" y="765"/>
                  </a:lnTo>
                  <a:lnTo>
                    <a:pt x="1115" y="765"/>
                  </a:lnTo>
                  <a:lnTo>
                    <a:pt x="1116" y="700"/>
                  </a:lnTo>
                  <a:lnTo>
                    <a:pt x="1116" y="728"/>
                  </a:lnTo>
                  <a:lnTo>
                    <a:pt x="1116" y="728"/>
                  </a:lnTo>
                  <a:lnTo>
                    <a:pt x="1117" y="729"/>
                  </a:lnTo>
                  <a:lnTo>
                    <a:pt x="1117" y="710"/>
                  </a:lnTo>
                  <a:lnTo>
                    <a:pt x="1118" y="715"/>
                  </a:lnTo>
                  <a:lnTo>
                    <a:pt x="1118" y="715"/>
                  </a:lnTo>
                  <a:lnTo>
                    <a:pt x="1119" y="275"/>
                  </a:lnTo>
                  <a:lnTo>
                    <a:pt x="1119" y="767"/>
                  </a:lnTo>
                  <a:lnTo>
                    <a:pt x="1119" y="754"/>
                  </a:lnTo>
                  <a:lnTo>
                    <a:pt x="1119" y="754"/>
                  </a:lnTo>
                  <a:lnTo>
                    <a:pt x="1121" y="720"/>
                  </a:lnTo>
                  <a:lnTo>
                    <a:pt x="1121" y="721"/>
                  </a:lnTo>
                  <a:lnTo>
                    <a:pt x="1121" y="721"/>
                  </a:lnTo>
                  <a:lnTo>
                    <a:pt x="1122" y="721"/>
                  </a:lnTo>
                  <a:lnTo>
                    <a:pt x="1122" y="697"/>
                  </a:lnTo>
                  <a:lnTo>
                    <a:pt x="1122" y="711"/>
                  </a:lnTo>
                  <a:lnTo>
                    <a:pt x="1122" y="711"/>
                  </a:lnTo>
                  <a:lnTo>
                    <a:pt x="1123" y="679"/>
                  </a:lnTo>
                  <a:lnTo>
                    <a:pt x="1124" y="731"/>
                  </a:lnTo>
                  <a:lnTo>
                    <a:pt x="1124" y="719"/>
                  </a:lnTo>
                  <a:lnTo>
                    <a:pt x="1124" y="719"/>
                  </a:lnTo>
                  <a:lnTo>
                    <a:pt x="1125" y="697"/>
                  </a:lnTo>
                  <a:lnTo>
                    <a:pt x="1125" y="697"/>
                  </a:lnTo>
                  <a:lnTo>
                    <a:pt x="1125" y="697"/>
                  </a:lnTo>
                  <a:lnTo>
                    <a:pt x="1126" y="652"/>
                  </a:lnTo>
                  <a:lnTo>
                    <a:pt x="1127" y="806"/>
                  </a:lnTo>
                  <a:lnTo>
                    <a:pt x="1127" y="685"/>
                  </a:lnTo>
                  <a:lnTo>
                    <a:pt x="1127" y="685"/>
                  </a:lnTo>
                  <a:lnTo>
                    <a:pt x="1127" y="790"/>
                  </a:lnTo>
                  <a:lnTo>
                    <a:pt x="1128" y="656"/>
                  </a:lnTo>
                  <a:lnTo>
                    <a:pt x="1128" y="717"/>
                  </a:lnTo>
                  <a:lnTo>
                    <a:pt x="1128" y="717"/>
                  </a:lnTo>
                  <a:lnTo>
                    <a:pt x="1129" y="695"/>
                  </a:lnTo>
                  <a:lnTo>
                    <a:pt x="1130" y="817"/>
                  </a:lnTo>
                  <a:lnTo>
                    <a:pt x="1130" y="767"/>
                  </a:lnTo>
                  <a:lnTo>
                    <a:pt x="1130" y="767"/>
                  </a:lnTo>
                  <a:lnTo>
                    <a:pt x="1130" y="681"/>
                  </a:lnTo>
                  <a:lnTo>
                    <a:pt x="1131" y="832"/>
                  </a:lnTo>
                  <a:lnTo>
                    <a:pt x="1131" y="829"/>
                  </a:lnTo>
                  <a:lnTo>
                    <a:pt x="1131" y="829"/>
                  </a:lnTo>
                  <a:lnTo>
                    <a:pt x="1132" y="742"/>
                  </a:lnTo>
                  <a:lnTo>
                    <a:pt x="1133" y="788"/>
                  </a:lnTo>
                  <a:lnTo>
                    <a:pt x="1133" y="788"/>
                  </a:lnTo>
                  <a:lnTo>
                    <a:pt x="1133" y="258"/>
                  </a:lnTo>
                  <a:lnTo>
                    <a:pt x="1134" y="813"/>
                  </a:lnTo>
                  <a:lnTo>
                    <a:pt x="1134" y="772"/>
                  </a:lnTo>
                  <a:lnTo>
                    <a:pt x="1134" y="772"/>
                  </a:lnTo>
                  <a:lnTo>
                    <a:pt x="1135" y="783"/>
                  </a:lnTo>
                  <a:lnTo>
                    <a:pt x="1135" y="746"/>
                  </a:lnTo>
                  <a:lnTo>
                    <a:pt x="1136" y="773"/>
                  </a:lnTo>
                  <a:lnTo>
                    <a:pt x="1136" y="773"/>
                  </a:lnTo>
                  <a:lnTo>
                    <a:pt x="1137" y="819"/>
                  </a:lnTo>
                  <a:lnTo>
                    <a:pt x="1137" y="753"/>
                  </a:lnTo>
                  <a:lnTo>
                    <a:pt x="1137" y="806"/>
                  </a:lnTo>
                  <a:lnTo>
                    <a:pt x="1137" y="806"/>
                  </a:lnTo>
                  <a:lnTo>
                    <a:pt x="1139" y="766"/>
                  </a:lnTo>
                  <a:lnTo>
                    <a:pt x="1139" y="787"/>
                  </a:lnTo>
                  <a:lnTo>
                    <a:pt x="1139" y="787"/>
                  </a:lnTo>
                  <a:lnTo>
                    <a:pt x="1140" y="337"/>
                  </a:lnTo>
                  <a:lnTo>
                    <a:pt x="1140" y="512"/>
                  </a:lnTo>
                  <a:lnTo>
                    <a:pt x="1140" y="512"/>
                  </a:lnTo>
                  <a:lnTo>
                    <a:pt x="1142" y="755"/>
                  </a:lnTo>
                  <a:lnTo>
                    <a:pt x="1142" y="652"/>
                  </a:lnTo>
                  <a:lnTo>
                    <a:pt x="1142" y="652"/>
                  </a:lnTo>
                  <a:lnTo>
                    <a:pt x="1142" y="639"/>
                  </a:lnTo>
                  <a:lnTo>
                    <a:pt x="1143" y="729"/>
                  </a:lnTo>
                  <a:lnTo>
                    <a:pt x="1143" y="717"/>
                  </a:lnTo>
                  <a:lnTo>
                    <a:pt x="1143" y="717"/>
                  </a:lnTo>
                  <a:lnTo>
                    <a:pt x="1145" y="801"/>
                  </a:lnTo>
                  <a:lnTo>
                    <a:pt x="1145" y="268"/>
                  </a:lnTo>
                  <a:lnTo>
                    <a:pt x="1145" y="278"/>
                  </a:lnTo>
                  <a:lnTo>
                    <a:pt x="1145" y="278"/>
                  </a:lnTo>
                  <a:lnTo>
                    <a:pt x="1145" y="774"/>
                  </a:lnTo>
                  <a:lnTo>
                    <a:pt x="1146" y="664"/>
                  </a:lnTo>
                  <a:lnTo>
                    <a:pt x="1146" y="664"/>
                  </a:lnTo>
                  <a:lnTo>
                    <a:pt x="1147" y="824"/>
                  </a:lnTo>
                  <a:lnTo>
                    <a:pt x="1148" y="787"/>
                  </a:lnTo>
                  <a:lnTo>
                    <a:pt x="1148" y="787"/>
                  </a:lnTo>
                  <a:lnTo>
                    <a:pt x="1149" y="722"/>
                  </a:lnTo>
                  <a:lnTo>
                    <a:pt x="1149" y="814"/>
                  </a:lnTo>
                  <a:lnTo>
                    <a:pt x="1149" y="792"/>
                  </a:lnTo>
                  <a:lnTo>
                    <a:pt x="1149" y="792"/>
                  </a:lnTo>
                  <a:lnTo>
                    <a:pt x="1151" y="759"/>
                  </a:lnTo>
                  <a:lnTo>
                    <a:pt x="1151" y="778"/>
                  </a:lnTo>
                  <a:lnTo>
                    <a:pt x="1151" y="778"/>
                  </a:lnTo>
                  <a:lnTo>
                    <a:pt x="1152" y="781"/>
                  </a:lnTo>
                  <a:lnTo>
                    <a:pt x="1152" y="738"/>
                  </a:lnTo>
                  <a:lnTo>
                    <a:pt x="1152" y="765"/>
                  </a:lnTo>
                  <a:lnTo>
                    <a:pt x="1152" y="765"/>
                  </a:lnTo>
                  <a:lnTo>
                    <a:pt x="1153" y="775"/>
                  </a:lnTo>
                  <a:lnTo>
                    <a:pt x="1154" y="653"/>
                  </a:lnTo>
                  <a:lnTo>
                    <a:pt x="1154" y="683"/>
                  </a:lnTo>
                  <a:lnTo>
                    <a:pt x="1154" y="683"/>
                  </a:lnTo>
                  <a:lnTo>
                    <a:pt x="1154" y="683"/>
                  </a:lnTo>
                  <a:lnTo>
                    <a:pt x="1155" y="827"/>
                  </a:lnTo>
                  <a:lnTo>
                    <a:pt x="1155" y="818"/>
                  </a:lnTo>
                  <a:lnTo>
                    <a:pt x="1155" y="818"/>
                  </a:lnTo>
                  <a:lnTo>
                    <a:pt x="1157" y="740"/>
                  </a:lnTo>
                  <a:lnTo>
                    <a:pt x="1157" y="818"/>
                  </a:lnTo>
                  <a:lnTo>
                    <a:pt x="1157" y="818"/>
                  </a:lnTo>
                  <a:lnTo>
                    <a:pt x="1157" y="825"/>
                  </a:lnTo>
                  <a:lnTo>
                    <a:pt x="1158" y="333"/>
                  </a:lnTo>
                  <a:lnTo>
                    <a:pt x="1158" y="755"/>
                  </a:lnTo>
                  <a:lnTo>
                    <a:pt x="1158" y="755"/>
                  </a:lnTo>
                  <a:lnTo>
                    <a:pt x="1159" y="763"/>
                  </a:lnTo>
                  <a:lnTo>
                    <a:pt x="1159" y="320"/>
                  </a:lnTo>
                  <a:lnTo>
                    <a:pt x="1160" y="702"/>
                  </a:lnTo>
                  <a:lnTo>
                    <a:pt x="1160" y="702"/>
                  </a:lnTo>
                  <a:lnTo>
                    <a:pt x="1160" y="704"/>
                  </a:lnTo>
                  <a:lnTo>
                    <a:pt x="1161" y="657"/>
                  </a:lnTo>
                  <a:lnTo>
                    <a:pt x="1161" y="693"/>
                  </a:lnTo>
                  <a:lnTo>
                    <a:pt x="1161" y="693"/>
                  </a:lnTo>
                  <a:lnTo>
                    <a:pt x="1162" y="693"/>
                  </a:lnTo>
                  <a:lnTo>
                    <a:pt x="1162" y="631"/>
                  </a:lnTo>
                  <a:lnTo>
                    <a:pt x="1163" y="682"/>
                  </a:lnTo>
                  <a:lnTo>
                    <a:pt x="1163" y="682"/>
                  </a:lnTo>
                  <a:lnTo>
                    <a:pt x="1163" y="681"/>
                  </a:lnTo>
                  <a:lnTo>
                    <a:pt x="1164" y="831"/>
                  </a:lnTo>
                  <a:lnTo>
                    <a:pt x="1164" y="779"/>
                  </a:lnTo>
                  <a:lnTo>
                    <a:pt x="1164" y="779"/>
                  </a:lnTo>
                  <a:lnTo>
                    <a:pt x="1165" y="823"/>
                  </a:lnTo>
                  <a:lnTo>
                    <a:pt x="1166" y="634"/>
                  </a:lnTo>
                  <a:lnTo>
                    <a:pt x="1166" y="778"/>
                  </a:lnTo>
                  <a:lnTo>
                    <a:pt x="1166" y="778"/>
                  </a:lnTo>
                  <a:lnTo>
                    <a:pt x="1167" y="783"/>
                  </a:lnTo>
                  <a:lnTo>
                    <a:pt x="1167" y="685"/>
                  </a:lnTo>
                  <a:lnTo>
                    <a:pt x="1167" y="726"/>
                  </a:lnTo>
                  <a:lnTo>
                    <a:pt x="1167" y="726"/>
                  </a:lnTo>
                  <a:lnTo>
                    <a:pt x="1169" y="692"/>
                  </a:lnTo>
                  <a:lnTo>
                    <a:pt x="1169" y="692"/>
                  </a:lnTo>
                  <a:lnTo>
                    <a:pt x="1169" y="692"/>
                  </a:lnTo>
                  <a:lnTo>
                    <a:pt x="1170" y="604"/>
                  </a:lnTo>
                  <a:lnTo>
                    <a:pt x="1170" y="771"/>
                  </a:lnTo>
                  <a:lnTo>
                    <a:pt x="1170" y="719"/>
                  </a:lnTo>
                  <a:lnTo>
                    <a:pt x="1170" y="719"/>
                  </a:lnTo>
                  <a:lnTo>
                    <a:pt x="1171" y="797"/>
                  </a:lnTo>
                  <a:lnTo>
                    <a:pt x="1172" y="715"/>
                  </a:lnTo>
                  <a:lnTo>
                    <a:pt x="1172" y="715"/>
                  </a:lnTo>
                  <a:lnTo>
                    <a:pt x="1172" y="715"/>
                  </a:lnTo>
                  <a:lnTo>
                    <a:pt x="1172" y="708"/>
                  </a:lnTo>
                  <a:lnTo>
                    <a:pt x="1173" y="790"/>
                  </a:lnTo>
                  <a:lnTo>
                    <a:pt x="1173" y="767"/>
                  </a:lnTo>
                  <a:lnTo>
                    <a:pt x="1173" y="767"/>
                  </a:lnTo>
                  <a:lnTo>
                    <a:pt x="1174" y="708"/>
                  </a:lnTo>
                  <a:lnTo>
                    <a:pt x="1174" y="797"/>
                  </a:lnTo>
                  <a:lnTo>
                    <a:pt x="1175" y="769"/>
                  </a:lnTo>
                  <a:lnTo>
                    <a:pt x="1175" y="769"/>
                  </a:lnTo>
                  <a:lnTo>
                    <a:pt x="1176" y="724"/>
                  </a:lnTo>
                  <a:lnTo>
                    <a:pt x="1176" y="729"/>
                  </a:lnTo>
                  <a:lnTo>
                    <a:pt x="1176" y="729"/>
                  </a:lnTo>
                  <a:lnTo>
                    <a:pt x="1177" y="718"/>
                  </a:lnTo>
                  <a:lnTo>
                    <a:pt x="1177" y="798"/>
                  </a:lnTo>
                  <a:lnTo>
                    <a:pt x="1178" y="759"/>
                  </a:lnTo>
                  <a:lnTo>
                    <a:pt x="1178" y="759"/>
                  </a:lnTo>
                  <a:lnTo>
                    <a:pt x="1179" y="746"/>
                  </a:lnTo>
                  <a:lnTo>
                    <a:pt x="1179" y="801"/>
                  </a:lnTo>
                  <a:lnTo>
                    <a:pt x="1179" y="784"/>
                  </a:lnTo>
                  <a:lnTo>
                    <a:pt x="1179" y="784"/>
                  </a:lnTo>
                  <a:lnTo>
                    <a:pt x="1180" y="151"/>
                  </a:lnTo>
                  <a:lnTo>
                    <a:pt x="1181" y="824"/>
                  </a:lnTo>
                  <a:lnTo>
                    <a:pt x="1181" y="772"/>
                  </a:lnTo>
                  <a:lnTo>
                    <a:pt x="1181" y="772"/>
                  </a:lnTo>
                  <a:lnTo>
                    <a:pt x="1181" y="759"/>
                  </a:lnTo>
                  <a:lnTo>
                    <a:pt x="1182" y="826"/>
                  </a:lnTo>
                  <a:lnTo>
                    <a:pt x="1182" y="814"/>
                  </a:lnTo>
                  <a:lnTo>
                    <a:pt x="1182" y="814"/>
                  </a:lnTo>
                  <a:lnTo>
                    <a:pt x="1184" y="763"/>
                  </a:lnTo>
                  <a:lnTo>
                    <a:pt x="1184" y="763"/>
                  </a:lnTo>
                  <a:lnTo>
                    <a:pt x="1184" y="763"/>
                  </a:lnTo>
                  <a:lnTo>
                    <a:pt x="1185" y="767"/>
                  </a:lnTo>
                  <a:lnTo>
                    <a:pt x="1185" y="753"/>
                  </a:lnTo>
                  <a:lnTo>
                    <a:pt x="1185" y="755"/>
                  </a:lnTo>
                  <a:lnTo>
                    <a:pt x="1185" y="755"/>
                  </a:lnTo>
                  <a:lnTo>
                    <a:pt x="1187" y="728"/>
                  </a:lnTo>
                  <a:lnTo>
                    <a:pt x="1187" y="728"/>
                  </a:lnTo>
                  <a:lnTo>
                    <a:pt x="1187" y="728"/>
                  </a:lnTo>
                  <a:lnTo>
                    <a:pt x="1188" y="724"/>
                  </a:lnTo>
                  <a:lnTo>
                    <a:pt x="1188" y="752"/>
                  </a:lnTo>
                  <a:lnTo>
                    <a:pt x="1188" y="743"/>
                  </a:lnTo>
                  <a:lnTo>
                    <a:pt x="1188" y="743"/>
                  </a:lnTo>
                  <a:lnTo>
                    <a:pt x="1189" y="753"/>
                  </a:lnTo>
                  <a:lnTo>
                    <a:pt x="1190" y="703"/>
                  </a:lnTo>
                  <a:lnTo>
                    <a:pt x="1190" y="717"/>
                  </a:lnTo>
                  <a:lnTo>
                    <a:pt x="1190" y="717"/>
                  </a:lnTo>
                  <a:lnTo>
                    <a:pt x="1190" y="779"/>
                  </a:lnTo>
                  <a:lnTo>
                    <a:pt x="1190" y="709"/>
                  </a:lnTo>
                  <a:lnTo>
                    <a:pt x="1191" y="775"/>
                  </a:lnTo>
                  <a:lnTo>
                    <a:pt x="1191" y="775"/>
                  </a:lnTo>
                  <a:lnTo>
                    <a:pt x="1192" y="766"/>
                  </a:lnTo>
                  <a:lnTo>
                    <a:pt x="1192" y="808"/>
                  </a:lnTo>
                  <a:lnTo>
                    <a:pt x="1193" y="774"/>
                  </a:lnTo>
                  <a:lnTo>
                    <a:pt x="1193" y="774"/>
                  </a:lnTo>
                  <a:lnTo>
                    <a:pt x="1194" y="127"/>
                  </a:lnTo>
                  <a:lnTo>
                    <a:pt x="1194" y="803"/>
                  </a:lnTo>
                  <a:lnTo>
                    <a:pt x="1194" y="756"/>
                  </a:lnTo>
                  <a:lnTo>
                    <a:pt x="1194" y="756"/>
                  </a:lnTo>
                  <a:lnTo>
                    <a:pt x="1196" y="725"/>
                  </a:lnTo>
                  <a:lnTo>
                    <a:pt x="1196" y="740"/>
                  </a:lnTo>
                  <a:lnTo>
                    <a:pt x="1196" y="740"/>
                  </a:lnTo>
                  <a:lnTo>
                    <a:pt x="1197" y="165"/>
                  </a:lnTo>
                  <a:lnTo>
                    <a:pt x="1197" y="779"/>
                  </a:lnTo>
                  <a:lnTo>
                    <a:pt x="1197" y="333"/>
                  </a:lnTo>
                  <a:lnTo>
                    <a:pt x="1197" y="333"/>
                  </a:lnTo>
                  <a:lnTo>
                    <a:pt x="1199" y="800"/>
                  </a:lnTo>
                  <a:lnTo>
                    <a:pt x="1199" y="781"/>
                  </a:lnTo>
                  <a:lnTo>
                    <a:pt x="1199" y="781"/>
                  </a:lnTo>
                  <a:lnTo>
                    <a:pt x="1200" y="738"/>
                  </a:lnTo>
                  <a:lnTo>
                    <a:pt x="1200" y="759"/>
                  </a:lnTo>
                  <a:lnTo>
                    <a:pt x="1200" y="759"/>
                  </a:lnTo>
                  <a:lnTo>
                    <a:pt x="1202" y="732"/>
                  </a:lnTo>
                  <a:lnTo>
                    <a:pt x="1202" y="771"/>
                  </a:lnTo>
                  <a:lnTo>
                    <a:pt x="1202" y="762"/>
                  </a:lnTo>
                  <a:lnTo>
                    <a:pt x="1202" y="762"/>
                  </a:lnTo>
                  <a:lnTo>
                    <a:pt x="1203" y="783"/>
                  </a:lnTo>
                  <a:lnTo>
                    <a:pt x="1203" y="725"/>
                  </a:lnTo>
                  <a:lnTo>
                    <a:pt x="1203" y="728"/>
                  </a:lnTo>
                  <a:lnTo>
                    <a:pt x="1203" y="728"/>
                  </a:lnTo>
                  <a:lnTo>
                    <a:pt x="1204" y="754"/>
                  </a:lnTo>
                  <a:lnTo>
                    <a:pt x="1204" y="709"/>
                  </a:lnTo>
                  <a:lnTo>
                    <a:pt x="1205" y="718"/>
                  </a:lnTo>
                  <a:lnTo>
                    <a:pt x="1205" y="718"/>
                  </a:lnTo>
                  <a:lnTo>
                    <a:pt x="1205" y="732"/>
                  </a:lnTo>
                  <a:lnTo>
                    <a:pt x="1206" y="715"/>
                  </a:lnTo>
                  <a:lnTo>
                    <a:pt x="1206" y="715"/>
                  </a:lnTo>
                  <a:lnTo>
                    <a:pt x="1206" y="715"/>
                  </a:lnTo>
                  <a:lnTo>
                    <a:pt x="1207" y="715"/>
                  </a:lnTo>
                  <a:lnTo>
                    <a:pt x="1208" y="806"/>
                  </a:lnTo>
                  <a:lnTo>
                    <a:pt x="1208" y="752"/>
                  </a:lnTo>
                  <a:lnTo>
                    <a:pt x="1208" y="752"/>
                  </a:lnTo>
                  <a:lnTo>
                    <a:pt x="1209" y="213"/>
                  </a:lnTo>
                  <a:lnTo>
                    <a:pt x="1209" y="819"/>
                  </a:lnTo>
                  <a:lnTo>
                    <a:pt x="1209" y="762"/>
                  </a:lnTo>
                  <a:lnTo>
                    <a:pt x="1209" y="762"/>
                  </a:lnTo>
                  <a:lnTo>
                    <a:pt x="1211" y="730"/>
                  </a:lnTo>
                  <a:lnTo>
                    <a:pt x="1211" y="732"/>
                  </a:lnTo>
                  <a:lnTo>
                    <a:pt x="1211" y="732"/>
                  </a:lnTo>
                  <a:lnTo>
                    <a:pt x="1212" y="731"/>
                  </a:lnTo>
                  <a:lnTo>
                    <a:pt x="1212" y="785"/>
                  </a:lnTo>
                  <a:lnTo>
                    <a:pt x="1212" y="777"/>
                  </a:lnTo>
                  <a:lnTo>
                    <a:pt x="1212" y="777"/>
                  </a:lnTo>
                  <a:lnTo>
                    <a:pt x="1214" y="720"/>
                  </a:lnTo>
                  <a:lnTo>
                    <a:pt x="1214" y="721"/>
                  </a:lnTo>
                  <a:lnTo>
                    <a:pt x="1214" y="721"/>
                  </a:lnTo>
                  <a:lnTo>
                    <a:pt x="1215" y="175"/>
                  </a:lnTo>
                  <a:lnTo>
                    <a:pt x="1216" y="809"/>
                  </a:lnTo>
                  <a:lnTo>
                    <a:pt x="1216" y="764"/>
                  </a:lnTo>
                  <a:lnTo>
                    <a:pt x="1216" y="764"/>
                  </a:lnTo>
                  <a:lnTo>
                    <a:pt x="1216" y="793"/>
                  </a:lnTo>
                  <a:lnTo>
                    <a:pt x="1217" y="162"/>
                  </a:lnTo>
                  <a:lnTo>
                    <a:pt x="1217" y="163"/>
                  </a:lnTo>
                  <a:lnTo>
                    <a:pt x="1217" y="163"/>
                  </a:lnTo>
                  <a:lnTo>
                    <a:pt x="1218" y="752"/>
                  </a:lnTo>
                  <a:lnTo>
                    <a:pt x="1219" y="730"/>
                  </a:lnTo>
                  <a:lnTo>
                    <a:pt x="1219" y="730"/>
                  </a:lnTo>
                  <a:lnTo>
                    <a:pt x="1220" y="714"/>
                  </a:lnTo>
                  <a:lnTo>
                    <a:pt x="1220" y="718"/>
                  </a:lnTo>
                  <a:lnTo>
                    <a:pt x="1220" y="718"/>
                  </a:lnTo>
                  <a:lnTo>
                    <a:pt x="1220" y="708"/>
                  </a:lnTo>
                  <a:lnTo>
                    <a:pt x="1221" y="734"/>
                  </a:lnTo>
                  <a:lnTo>
                    <a:pt x="1222" y="726"/>
                  </a:lnTo>
                  <a:lnTo>
                    <a:pt x="1222" y="726"/>
                  </a:lnTo>
                  <a:lnTo>
                    <a:pt x="1222" y="704"/>
                  </a:lnTo>
                  <a:lnTo>
                    <a:pt x="1222" y="742"/>
                  </a:lnTo>
                  <a:lnTo>
                    <a:pt x="1223" y="737"/>
                  </a:lnTo>
                  <a:lnTo>
                    <a:pt x="1223" y="737"/>
                  </a:lnTo>
                  <a:lnTo>
                    <a:pt x="1223" y="218"/>
                  </a:lnTo>
                  <a:lnTo>
                    <a:pt x="1224" y="759"/>
                  </a:lnTo>
                  <a:lnTo>
                    <a:pt x="1225" y="740"/>
                  </a:lnTo>
                  <a:lnTo>
                    <a:pt x="1225" y="740"/>
                  </a:lnTo>
                  <a:lnTo>
                    <a:pt x="1225" y="751"/>
                  </a:lnTo>
                  <a:lnTo>
                    <a:pt x="1226" y="733"/>
                  </a:lnTo>
                  <a:lnTo>
                    <a:pt x="1226" y="733"/>
                  </a:lnTo>
                  <a:lnTo>
                    <a:pt x="1226" y="733"/>
                  </a:lnTo>
                  <a:lnTo>
                    <a:pt x="1227" y="707"/>
                  </a:lnTo>
                  <a:lnTo>
                    <a:pt x="1228" y="728"/>
                  </a:lnTo>
                  <a:lnTo>
                    <a:pt x="1228" y="728"/>
                  </a:lnTo>
                  <a:lnTo>
                    <a:pt x="1228" y="724"/>
                  </a:lnTo>
                  <a:lnTo>
                    <a:pt x="1229" y="742"/>
                  </a:lnTo>
                  <a:lnTo>
                    <a:pt x="1229" y="728"/>
                  </a:lnTo>
                  <a:lnTo>
                    <a:pt x="1229" y="728"/>
                  </a:lnTo>
                  <a:lnTo>
                    <a:pt x="1231" y="615"/>
                  </a:lnTo>
                  <a:lnTo>
                    <a:pt x="1231" y="741"/>
                  </a:lnTo>
                  <a:lnTo>
                    <a:pt x="1231" y="741"/>
                  </a:lnTo>
                  <a:lnTo>
                    <a:pt x="1231" y="741"/>
                  </a:lnTo>
                  <a:lnTo>
                    <a:pt x="1231" y="728"/>
                  </a:lnTo>
                  <a:lnTo>
                    <a:pt x="1232" y="753"/>
                  </a:lnTo>
                  <a:lnTo>
                    <a:pt x="1232" y="738"/>
                  </a:lnTo>
                  <a:lnTo>
                    <a:pt x="1232" y="738"/>
                  </a:lnTo>
                  <a:lnTo>
                    <a:pt x="1232" y="773"/>
                  </a:lnTo>
                  <a:lnTo>
                    <a:pt x="1234" y="276"/>
                  </a:lnTo>
                  <a:lnTo>
                    <a:pt x="1234" y="743"/>
                  </a:lnTo>
                  <a:lnTo>
                    <a:pt x="1234" y="743"/>
                  </a:lnTo>
                  <a:lnTo>
                    <a:pt x="1234" y="278"/>
                  </a:lnTo>
                  <a:lnTo>
                    <a:pt x="1235" y="745"/>
                  </a:lnTo>
                  <a:lnTo>
                    <a:pt x="1235" y="725"/>
                  </a:lnTo>
                  <a:lnTo>
                    <a:pt x="1235" y="725"/>
                  </a:lnTo>
                  <a:lnTo>
                    <a:pt x="1235" y="724"/>
                  </a:lnTo>
                  <a:lnTo>
                    <a:pt x="1236" y="757"/>
                  </a:lnTo>
                  <a:lnTo>
                    <a:pt x="1237" y="728"/>
                  </a:lnTo>
                  <a:lnTo>
                    <a:pt x="1237" y="728"/>
                  </a:lnTo>
                  <a:lnTo>
                    <a:pt x="1237" y="206"/>
                  </a:lnTo>
                  <a:lnTo>
                    <a:pt x="1237" y="781"/>
                  </a:lnTo>
                  <a:lnTo>
                    <a:pt x="1238" y="720"/>
                  </a:lnTo>
                  <a:lnTo>
                    <a:pt x="1238" y="720"/>
                  </a:lnTo>
                  <a:lnTo>
                    <a:pt x="1238" y="718"/>
                  </a:lnTo>
                  <a:lnTo>
                    <a:pt x="1239" y="741"/>
                  </a:lnTo>
                  <a:lnTo>
                    <a:pt x="1240" y="731"/>
                  </a:lnTo>
                  <a:lnTo>
                    <a:pt x="1240" y="731"/>
                  </a:lnTo>
                  <a:lnTo>
                    <a:pt x="1241" y="710"/>
                  </a:lnTo>
                  <a:lnTo>
                    <a:pt x="1241" y="710"/>
                  </a:lnTo>
                  <a:lnTo>
                    <a:pt x="1241" y="710"/>
                  </a:lnTo>
                  <a:lnTo>
                    <a:pt x="1241" y="709"/>
                  </a:lnTo>
                  <a:lnTo>
                    <a:pt x="1242" y="738"/>
                  </a:lnTo>
                  <a:lnTo>
                    <a:pt x="1243" y="729"/>
                  </a:lnTo>
                  <a:lnTo>
                    <a:pt x="1243" y="729"/>
                  </a:lnTo>
                  <a:lnTo>
                    <a:pt x="1243" y="730"/>
                  </a:lnTo>
                  <a:lnTo>
                    <a:pt x="1244" y="698"/>
                  </a:lnTo>
                  <a:lnTo>
                    <a:pt x="1244" y="718"/>
                  </a:lnTo>
                  <a:lnTo>
                    <a:pt x="1244" y="718"/>
                  </a:lnTo>
                  <a:lnTo>
                    <a:pt x="1246" y="255"/>
                  </a:lnTo>
                  <a:lnTo>
                    <a:pt x="1246" y="255"/>
                  </a:lnTo>
                  <a:lnTo>
                    <a:pt x="1246" y="255"/>
                  </a:lnTo>
                  <a:lnTo>
                    <a:pt x="1246" y="254"/>
                  </a:lnTo>
                  <a:lnTo>
                    <a:pt x="1246" y="689"/>
                  </a:lnTo>
                  <a:lnTo>
                    <a:pt x="1247" y="394"/>
                  </a:lnTo>
                  <a:lnTo>
                    <a:pt x="1247" y="394"/>
                  </a:lnTo>
                  <a:lnTo>
                    <a:pt x="1247" y="279"/>
                  </a:lnTo>
                  <a:lnTo>
                    <a:pt x="1249" y="698"/>
                  </a:lnTo>
                  <a:lnTo>
                    <a:pt x="1249" y="696"/>
                  </a:lnTo>
                  <a:lnTo>
                    <a:pt x="1249" y="696"/>
                  </a:lnTo>
                  <a:lnTo>
                    <a:pt x="1250" y="694"/>
                  </a:lnTo>
                  <a:lnTo>
                    <a:pt x="1250" y="749"/>
                  </a:lnTo>
                  <a:lnTo>
                    <a:pt x="1250" y="749"/>
                  </a:lnTo>
                  <a:lnTo>
                    <a:pt x="1250" y="749"/>
                  </a:lnTo>
                  <a:lnTo>
                    <a:pt x="1250" y="761"/>
                  </a:lnTo>
                  <a:lnTo>
                    <a:pt x="1252" y="626"/>
                  </a:lnTo>
                  <a:lnTo>
                    <a:pt x="1252" y="626"/>
                  </a:lnTo>
                  <a:lnTo>
                    <a:pt x="1252" y="626"/>
                  </a:lnTo>
                  <a:lnTo>
                    <a:pt x="1252" y="814"/>
                  </a:lnTo>
                  <a:lnTo>
                    <a:pt x="1252" y="146"/>
                  </a:lnTo>
                  <a:lnTo>
                    <a:pt x="1253" y="724"/>
                  </a:lnTo>
                  <a:lnTo>
                    <a:pt x="1253" y="724"/>
                  </a:lnTo>
                  <a:lnTo>
                    <a:pt x="1253" y="751"/>
                  </a:lnTo>
                  <a:lnTo>
                    <a:pt x="1255" y="717"/>
                  </a:lnTo>
                  <a:lnTo>
                    <a:pt x="1255" y="717"/>
                  </a:lnTo>
                  <a:lnTo>
                    <a:pt x="1255" y="717"/>
                  </a:lnTo>
                  <a:lnTo>
                    <a:pt x="1256" y="699"/>
                  </a:lnTo>
                  <a:lnTo>
                    <a:pt x="1256" y="700"/>
                  </a:lnTo>
                  <a:lnTo>
                    <a:pt x="1256" y="700"/>
                  </a:lnTo>
                  <a:lnTo>
                    <a:pt x="1257" y="275"/>
                  </a:lnTo>
                  <a:lnTo>
                    <a:pt x="1258" y="748"/>
                  </a:lnTo>
                  <a:lnTo>
                    <a:pt x="1258" y="743"/>
                  </a:lnTo>
                  <a:lnTo>
                    <a:pt x="1258" y="743"/>
                  </a:lnTo>
                  <a:lnTo>
                    <a:pt x="1258" y="717"/>
                  </a:lnTo>
                  <a:lnTo>
                    <a:pt x="1259" y="759"/>
                  </a:lnTo>
                  <a:lnTo>
                    <a:pt x="1259" y="759"/>
                  </a:lnTo>
                  <a:lnTo>
                    <a:pt x="1259" y="759"/>
                  </a:lnTo>
                  <a:lnTo>
                    <a:pt x="1261" y="281"/>
                  </a:lnTo>
                  <a:lnTo>
                    <a:pt x="1261" y="784"/>
                  </a:lnTo>
                  <a:lnTo>
                    <a:pt x="1261" y="291"/>
                  </a:lnTo>
                  <a:lnTo>
                    <a:pt x="1261" y="291"/>
                  </a:lnTo>
                  <a:lnTo>
                    <a:pt x="1261" y="777"/>
                  </a:lnTo>
                  <a:lnTo>
                    <a:pt x="1262" y="732"/>
                  </a:lnTo>
                  <a:lnTo>
                    <a:pt x="1262" y="732"/>
                  </a:lnTo>
                  <a:lnTo>
                    <a:pt x="1262" y="725"/>
                  </a:lnTo>
                  <a:lnTo>
                    <a:pt x="1264" y="766"/>
                  </a:lnTo>
                  <a:lnTo>
                    <a:pt x="1264" y="751"/>
                  </a:lnTo>
                  <a:lnTo>
                    <a:pt x="1264" y="751"/>
                  </a:lnTo>
                  <a:lnTo>
                    <a:pt x="1264" y="745"/>
                  </a:lnTo>
                  <a:lnTo>
                    <a:pt x="1265" y="780"/>
                  </a:lnTo>
                  <a:lnTo>
                    <a:pt x="1265" y="780"/>
                  </a:lnTo>
                  <a:lnTo>
                    <a:pt x="1265" y="780"/>
                  </a:lnTo>
                  <a:lnTo>
                    <a:pt x="1265" y="791"/>
                  </a:lnTo>
                  <a:lnTo>
                    <a:pt x="1267" y="731"/>
                  </a:lnTo>
                  <a:lnTo>
                    <a:pt x="1267" y="746"/>
                  </a:lnTo>
                  <a:lnTo>
                    <a:pt x="1267" y="746"/>
                  </a:lnTo>
                  <a:lnTo>
                    <a:pt x="1267" y="770"/>
                  </a:lnTo>
                  <a:lnTo>
                    <a:pt x="1267" y="724"/>
                  </a:lnTo>
                  <a:lnTo>
                    <a:pt x="1268" y="745"/>
                  </a:lnTo>
                  <a:lnTo>
                    <a:pt x="1268" y="745"/>
                  </a:lnTo>
                  <a:lnTo>
                    <a:pt x="1268" y="745"/>
                  </a:lnTo>
                  <a:lnTo>
                    <a:pt x="1269" y="708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0" y="748"/>
                  </a:lnTo>
                  <a:lnTo>
                    <a:pt x="1271" y="726"/>
                  </a:lnTo>
                  <a:lnTo>
                    <a:pt x="1271" y="726"/>
                  </a:lnTo>
                  <a:lnTo>
                    <a:pt x="1272" y="258"/>
                  </a:lnTo>
                  <a:lnTo>
                    <a:pt x="1273" y="765"/>
                  </a:lnTo>
                  <a:lnTo>
                    <a:pt x="1273" y="756"/>
                  </a:lnTo>
                  <a:lnTo>
                    <a:pt x="1273" y="756"/>
                  </a:lnTo>
                  <a:lnTo>
                    <a:pt x="1273" y="727"/>
                  </a:lnTo>
                  <a:lnTo>
                    <a:pt x="1274" y="782"/>
                  </a:lnTo>
                  <a:lnTo>
                    <a:pt x="1274" y="761"/>
                  </a:lnTo>
                  <a:lnTo>
                    <a:pt x="1274" y="761"/>
                  </a:lnTo>
                  <a:lnTo>
                    <a:pt x="1274" y="762"/>
                  </a:lnTo>
                  <a:lnTo>
                    <a:pt x="1275" y="257"/>
                  </a:lnTo>
                  <a:lnTo>
                    <a:pt x="1276" y="447"/>
                  </a:lnTo>
                  <a:lnTo>
                    <a:pt x="1276" y="447"/>
                  </a:lnTo>
                  <a:lnTo>
                    <a:pt x="1276" y="284"/>
                  </a:lnTo>
                  <a:lnTo>
                    <a:pt x="1277" y="738"/>
                  </a:lnTo>
                  <a:lnTo>
                    <a:pt x="1277" y="717"/>
                  </a:lnTo>
                  <a:lnTo>
                    <a:pt x="1277" y="717"/>
                  </a:lnTo>
                  <a:lnTo>
                    <a:pt x="1279" y="784"/>
                  </a:lnTo>
                  <a:lnTo>
                    <a:pt x="1279" y="753"/>
                  </a:lnTo>
                  <a:lnTo>
                    <a:pt x="1279" y="753"/>
                  </a:lnTo>
                  <a:lnTo>
                    <a:pt x="1279" y="793"/>
                  </a:lnTo>
                  <a:lnTo>
                    <a:pt x="1280" y="253"/>
                  </a:lnTo>
                  <a:lnTo>
                    <a:pt x="1280" y="257"/>
                  </a:lnTo>
                  <a:lnTo>
                    <a:pt x="1280" y="257"/>
                  </a:lnTo>
                  <a:lnTo>
                    <a:pt x="1280" y="256"/>
                  </a:lnTo>
                  <a:lnTo>
                    <a:pt x="1281" y="717"/>
                  </a:lnTo>
                  <a:lnTo>
                    <a:pt x="1282" y="701"/>
                  </a:lnTo>
                  <a:lnTo>
                    <a:pt x="1282" y="701"/>
                  </a:lnTo>
                  <a:lnTo>
                    <a:pt x="1282" y="701"/>
                  </a:lnTo>
                  <a:lnTo>
                    <a:pt x="1282" y="692"/>
                  </a:lnTo>
                  <a:lnTo>
                    <a:pt x="1283" y="694"/>
                  </a:lnTo>
                  <a:lnTo>
                    <a:pt x="1283" y="694"/>
                  </a:lnTo>
                  <a:lnTo>
                    <a:pt x="1284" y="696"/>
                  </a:lnTo>
                  <a:lnTo>
                    <a:pt x="1285" y="694"/>
                  </a:lnTo>
                  <a:lnTo>
                    <a:pt x="1285" y="694"/>
                  </a:lnTo>
                  <a:lnTo>
                    <a:pt x="1285" y="694"/>
                  </a:lnTo>
                  <a:lnTo>
                    <a:pt x="1285" y="702"/>
                  </a:lnTo>
                  <a:lnTo>
                    <a:pt x="1286" y="692"/>
                  </a:lnTo>
                  <a:lnTo>
                    <a:pt x="1286" y="692"/>
                  </a:lnTo>
                  <a:lnTo>
                    <a:pt x="1286" y="692"/>
                  </a:lnTo>
                  <a:lnTo>
                    <a:pt x="1287" y="695"/>
                  </a:lnTo>
                  <a:lnTo>
                    <a:pt x="1288" y="695"/>
                  </a:lnTo>
                  <a:lnTo>
                    <a:pt x="1288" y="695"/>
                  </a:lnTo>
                  <a:lnTo>
                    <a:pt x="1289" y="690"/>
                  </a:lnTo>
                  <a:lnTo>
                    <a:pt x="1289" y="695"/>
                  </a:lnTo>
                  <a:lnTo>
                    <a:pt x="1289" y="695"/>
                  </a:lnTo>
                  <a:lnTo>
                    <a:pt x="1290" y="692"/>
                  </a:lnTo>
                  <a:lnTo>
                    <a:pt x="1291" y="745"/>
                  </a:lnTo>
                  <a:lnTo>
                    <a:pt x="1291" y="745"/>
                  </a:lnTo>
                  <a:lnTo>
                    <a:pt x="1291" y="745"/>
                  </a:lnTo>
                  <a:lnTo>
                    <a:pt x="1292" y="708"/>
                  </a:lnTo>
                  <a:lnTo>
                    <a:pt x="1292" y="714"/>
                  </a:lnTo>
                  <a:lnTo>
                    <a:pt x="1292" y="714"/>
                  </a:lnTo>
                  <a:lnTo>
                    <a:pt x="1294" y="262"/>
                  </a:lnTo>
                  <a:lnTo>
                    <a:pt x="1294" y="775"/>
                  </a:lnTo>
                  <a:lnTo>
                    <a:pt x="1294" y="774"/>
                  </a:lnTo>
                  <a:lnTo>
                    <a:pt x="1294" y="774"/>
                  </a:lnTo>
                  <a:lnTo>
                    <a:pt x="1294" y="267"/>
                  </a:lnTo>
                  <a:lnTo>
                    <a:pt x="1295" y="675"/>
                  </a:lnTo>
                  <a:lnTo>
                    <a:pt x="1295" y="675"/>
                  </a:lnTo>
                  <a:lnTo>
                    <a:pt x="1297" y="761"/>
                  </a:lnTo>
                  <a:lnTo>
                    <a:pt x="1297" y="761"/>
                  </a:lnTo>
                  <a:lnTo>
                    <a:pt x="1297" y="203"/>
                  </a:lnTo>
                  <a:lnTo>
                    <a:pt x="1298" y="803"/>
                  </a:lnTo>
                  <a:lnTo>
                    <a:pt x="1298" y="802"/>
                  </a:lnTo>
                  <a:lnTo>
                    <a:pt x="1298" y="802"/>
                  </a:lnTo>
                  <a:lnTo>
                    <a:pt x="1299" y="803"/>
                  </a:lnTo>
                  <a:lnTo>
                    <a:pt x="1300" y="747"/>
                  </a:lnTo>
                  <a:lnTo>
                    <a:pt x="1300" y="747"/>
                  </a:lnTo>
                  <a:lnTo>
                    <a:pt x="1300" y="776"/>
                  </a:lnTo>
                  <a:lnTo>
                    <a:pt x="1300" y="734"/>
                  </a:lnTo>
                  <a:lnTo>
                    <a:pt x="1301" y="747"/>
                  </a:lnTo>
                  <a:lnTo>
                    <a:pt x="1301" y="747"/>
                  </a:lnTo>
                  <a:lnTo>
                    <a:pt x="1302" y="740"/>
                  </a:lnTo>
                  <a:lnTo>
                    <a:pt x="1302" y="797"/>
                  </a:lnTo>
                  <a:lnTo>
                    <a:pt x="1303" y="779"/>
                  </a:lnTo>
                  <a:lnTo>
                    <a:pt x="1303" y="779"/>
                  </a:lnTo>
                  <a:lnTo>
                    <a:pt x="1304" y="317"/>
                  </a:lnTo>
                  <a:lnTo>
                    <a:pt x="1304" y="712"/>
                  </a:lnTo>
                  <a:lnTo>
                    <a:pt x="1304" y="713"/>
                  </a:lnTo>
                  <a:lnTo>
                    <a:pt x="1306" y="754"/>
                  </a:lnTo>
                  <a:lnTo>
                    <a:pt x="1306" y="754"/>
                  </a:lnTo>
                  <a:lnTo>
                    <a:pt x="1306" y="754"/>
                  </a:lnTo>
                  <a:lnTo>
                    <a:pt x="1307" y="726"/>
                  </a:lnTo>
                  <a:lnTo>
                    <a:pt x="1307" y="728"/>
                  </a:lnTo>
                  <a:lnTo>
                    <a:pt x="1307" y="727"/>
                  </a:lnTo>
                  <a:lnTo>
                    <a:pt x="1308" y="730"/>
                  </a:lnTo>
                  <a:lnTo>
                    <a:pt x="1309" y="704"/>
                  </a:lnTo>
                  <a:lnTo>
                    <a:pt x="1309" y="716"/>
                  </a:lnTo>
                  <a:lnTo>
                    <a:pt x="1309" y="716"/>
                  </a:lnTo>
                  <a:lnTo>
                    <a:pt x="1309" y="716"/>
                  </a:lnTo>
                  <a:lnTo>
                    <a:pt x="1310" y="683"/>
                  </a:lnTo>
                  <a:lnTo>
                    <a:pt x="1310" y="683"/>
                  </a:lnTo>
                  <a:lnTo>
                    <a:pt x="1311" y="681"/>
                  </a:lnTo>
                  <a:lnTo>
                    <a:pt x="1311" y="704"/>
                  </a:lnTo>
                  <a:lnTo>
                    <a:pt x="1312" y="687"/>
                  </a:lnTo>
                  <a:lnTo>
                    <a:pt x="1312" y="688"/>
                  </a:lnTo>
                  <a:lnTo>
                    <a:pt x="1312" y="726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4" y="231"/>
                  </a:lnTo>
                  <a:lnTo>
                    <a:pt x="1314" y="805"/>
                  </a:lnTo>
                  <a:lnTo>
                    <a:pt x="1315" y="735"/>
                  </a:lnTo>
                  <a:lnTo>
                    <a:pt x="1315" y="734"/>
                  </a:lnTo>
                  <a:lnTo>
                    <a:pt x="1315" y="295"/>
                  </a:lnTo>
                  <a:lnTo>
                    <a:pt x="1316" y="769"/>
                  </a:lnTo>
                  <a:lnTo>
                    <a:pt x="1316" y="748"/>
                  </a:lnTo>
                  <a:lnTo>
                    <a:pt x="1316" y="748"/>
                  </a:lnTo>
                  <a:lnTo>
                    <a:pt x="1318" y="716"/>
                  </a:lnTo>
                  <a:lnTo>
                    <a:pt x="1318" y="725"/>
                  </a:lnTo>
                  <a:lnTo>
                    <a:pt x="1318" y="725"/>
                  </a:lnTo>
                  <a:lnTo>
                    <a:pt x="1318" y="749"/>
                  </a:lnTo>
                  <a:lnTo>
                    <a:pt x="1319" y="734"/>
                  </a:lnTo>
                  <a:lnTo>
                    <a:pt x="1319" y="734"/>
                  </a:lnTo>
                  <a:lnTo>
                    <a:pt x="1320" y="735"/>
                  </a:lnTo>
                  <a:lnTo>
                    <a:pt x="1321" y="718"/>
                  </a:lnTo>
                  <a:lnTo>
                    <a:pt x="1321" y="720"/>
                  </a:lnTo>
                  <a:lnTo>
                    <a:pt x="1321" y="720"/>
                  </a:lnTo>
                  <a:lnTo>
                    <a:pt x="1322" y="791"/>
                  </a:lnTo>
                  <a:lnTo>
                    <a:pt x="1322" y="256"/>
                  </a:lnTo>
                  <a:lnTo>
                    <a:pt x="1322" y="295"/>
                  </a:lnTo>
                  <a:lnTo>
                    <a:pt x="1322" y="295"/>
                  </a:lnTo>
                  <a:lnTo>
                    <a:pt x="1323" y="772"/>
                  </a:lnTo>
                  <a:lnTo>
                    <a:pt x="1324" y="243"/>
                  </a:lnTo>
                  <a:lnTo>
                    <a:pt x="1324" y="251"/>
                  </a:lnTo>
                  <a:lnTo>
                    <a:pt x="1324" y="251"/>
                  </a:lnTo>
                  <a:lnTo>
                    <a:pt x="1324" y="799"/>
                  </a:lnTo>
                  <a:lnTo>
                    <a:pt x="1324" y="210"/>
                  </a:lnTo>
                  <a:lnTo>
                    <a:pt x="1325" y="724"/>
                  </a:lnTo>
                  <a:lnTo>
                    <a:pt x="1325" y="724"/>
                  </a:lnTo>
                  <a:lnTo>
                    <a:pt x="1326" y="737"/>
                  </a:lnTo>
                  <a:lnTo>
                    <a:pt x="1326" y="722"/>
                  </a:lnTo>
                  <a:lnTo>
                    <a:pt x="1327" y="722"/>
                  </a:lnTo>
                  <a:lnTo>
                    <a:pt x="1327" y="722"/>
                  </a:lnTo>
                  <a:lnTo>
                    <a:pt x="1327" y="736"/>
                  </a:lnTo>
                  <a:lnTo>
                    <a:pt x="1328" y="724"/>
                  </a:lnTo>
                  <a:lnTo>
                    <a:pt x="1328" y="724"/>
                  </a:lnTo>
                  <a:lnTo>
                    <a:pt x="1329" y="743"/>
                  </a:lnTo>
                  <a:lnTo>
                    <a:pt x="1330" y="725"/>
                  </a:lnTo>
                  <a:lnTo>
                    <a:pt x="1330" y="725"/>
                  </a:lnTo>
                  <a:lnTo>
                    <a:pt x="1330" y="805"/>
                  </a:lnTo>
                  <a:lnTo>
                    <a:pt x="1330" y="247"/>
                  </a:lnTo>
                  <a:lnTo>
                    <a:pt x="1331" y="753"/>
                  </a:lnTo>
                  <a:lnTo>
                    <a:pt x="1331" y="753"/>
                  </a:lnTo>
                  <a:lnTo>
                    <a:pt x="1332" y="778"/>
                  </a:lnTo>
                  <a:lnTo>
                    <a:pt x="1332" y="242"/>
                  </a:lnTo>
                  <a:lnTo>
                    <a:pt x="1333" y="767"/>
                  </a:lnTo>
                  <a:lnTo>
                    <a:pt x="1333" y="767"/>
                  </a:lnTo>
                  <a:lnTo>
                    <a:pt x="1334" y="722"/>
                  </a:lnTo>
                  <a:lnTo>
                    <a:pt x="1334" y="722"/>
                  </a:lnTo>
                  <a:lnTo>
                    <a:pt x="1334" y="722"/>
                  </a:lnTo>
                  <a:lnTo>
                    <a:pt x="1335" y="718"/>
                  </a:lnTo>
                  <a:lnTo>
                    <a:pt x="1336" y="734"/>
                  </a:lnTo>
                  <a:lnTo>
                    <a:pt x="1336" y="734"/>
                  </a:lnTo>
                  <a:lnTo>
                    <a:pt x="1336" y="734"/>
                  </a:lnTo>
                  <a:lnTo>
                    <a:pt x="1337" y="633"/>
                  </a:lnTo>
                  <a:lnTo>
                    <a:pt x="1337" y="788"/>
                  </a:lnTo>
                  <a:lnTo>
                    <a:pt x="1337" y="759"/>
                  </a:lnTo>
                  <a:lnTo>
                    <a:pt x="1337" y="759"/>
                  </a:lnTo>
                  <a:lnTo>
                    <a:pt x="1339" y="633"/>
                  </a:lnTo>
                  <a:lnTo>
                    <a:pt x="1339" y="814"/>
                  </a:lnTo>
                  <a:lnTo>
                    <a:pt x="1339" y="805"/>
                  </a:lnTo>
                  <a:lnTo>
                    <a:pt x="1339" y="805"/>
                  </a:lnTo>
                  <a:lnTo>
                    <a:pt x="1339" y="580"/>
                  </a:lnTo>
                  <a:lnTo>
                    <a:pt x="1339" y="824"/>
                  </a:lnTo>
                  <a:lnTo>
                    <a:pt x="1340" y="791"/>
                  </a:lnTo>
                  <a:lnTo>
                    <a:pt x="1340" y="791"/>
                  </a:lnTo>
                  <a:lnTo>
                    <a:pt x="1341" y="594"/>
                  </a:lnTo>
                  <a:lnTo>
                    <a:pt x="1342" y="828"/>
                  </a:lnTo>
                  <a:lnTo>
                    <a:pt x="1342" y="822"/>
                  </a:lnTo>
                  <a:lnTo>
                    <a:pt x="1342" y="822"/>
                  </a:lnTo>
                  <a:lnTo>
                    <a:pt x="1342" y="796"/>
                  </a:lnTo>
                  <a:lnTo>
                    <a:pt x="1343" y="809"/>
                  </a:lnTo>
                  <a:lnTo>
                    <a:pt x="1343" y="809"/>
                  </a:lnTo>
                  <a:lnTo>
                    <a:pt x="1344" y="624"/>
                  </a:lnTo>
                  <a:lnTo>
                    <a:pt x="1345" y="824"/>
                  </a:lnTo>
                  <a:lnTo>
                    <a:pt x="1345" y="824"/>
                  </a:lnTo>
                  <a:lnTo>
                    <a:pt x="1345" y="824"/>
                  </a:lnTo>
                  <a:lnTo>
                    <a:pt x="1345" y="825"/>
                  </a:lnTo>
                  <a:lnTo>
                    <a:pt x="1346" y="803"/>
                  </a:lnTo>
                  <a:lnTo>
                    <a:pt x="1346" y="816"/>
                  </a:lnTo>
                  <a:lnTo>
                    <a:pt x="1346" y="816"/>
                  </a:lnTo>
                  <a:lnTo>
                    <a:pt x="1347" y="848"/>
                  </a:lnTo>
                  <a:lnTo>
                    <a:pt x="1348" y="716"/>
                  </a:lnTo>
                  <a:lnTo>
                    <a:pt x="1348" y="831"/>
                  </a:lnTo>
                  <a:lnTo>
                    <a:pt x="1348" y="831"/>
                  </a:lnTo>
                  <a:lnTo>
                    <a:pt x="1348" y="831"/>
                  </a:lnTo>
                  <a:lnTo>
                    <a:pt x="1349" y="215"/>
                  </a:lnTo>
                  <a:lnTo>
                    <a:pt x="1349" y="800"/>
                  </a:lnTo>
                  <a:lnTo>
                    <a:pt x="1349" y="800"/>
                  </a:lnTo>
                  <a:lnTo>
                    <a:pt x="1350" y="809"/>
                  </a:lnTo>
                  <a:lnTo>
                    <a:pt x="1350" y="790"/>
                  </a:lnTo>
                  <a:lnTo>
                    <a:pt x="1351" y="797"/>
                  </a:lnTo>
                  <a:lnTo>
                    <a:pt x="1351" y="797"/>
                  </a:lnTo>
                  <a:lnTo>
                    <a:pt x="1352" y="808"/>
                  </a:lnTo>
                  <a:lnTo>
                    <a:pt x="1352" y="785"/>
                  </a:lnTo>
                  <a:lnTo>
                    <a:pt x="1352" y="795"/>
                  </a:lnTo>
                  <a:lnTo>
                    <a:pt x="1352" y="795"/>
                  </a:lnTo>
                  <a:lnTo>
                    <a:pt x="1353" y="773"/>
                  </a:lnTo>
                  <a:lnTo>
                    <a:pt x="1353" y="810"/>
                  </a:lnTo>
                  <a:lnTo>
                    <a:pt x="1354" y="803"/>
                  </a:lnTo>
                  <a:lnTo>
                    <a:pt x="1354" y="803"/>
                  </a:lnTo>
                  <a:lnTo>
                    <a:pt x="1355" y="812"/>
                  </a:lnTo>
                  <a:lnTo>
                    <a:pt x="1355" y="553"/>
                  </a:lnTo>
                  <a:lnTo>
                    <a:pt x="1355" y="573"/>
                  </a:lnTo>
                  <a:lnTo>
                    <a:pt x="1355" y="573"/>
                  </a:lnTo>
                  <a:lnTo>
                    <a:pt x="1356" y="479"/>
                  </a:lnTo>
                  <a:lnTo>
                    <a:pt x="1356" y="797"/>
                  </a:lnTo>
                  <a:lnTo>
                    <a:pt x="1357" y="778"/>
                  </a:lnTo>
                  <a:lnTo>
                    <a:pt x="1357" y="778"/>
                  </a:lnTo>
                  <a:lnTo>
                    <a:pt x="1357" y="804"/>
                  </a:lnTo>
                  <a:lnTo>
                    <a:pt x="1358" y="690"/>
                  </a:lnTo>
                  <a:lnTo>
                    <a:pt x="1358" y="690"/>
                  </a:lnTo>
                  <a:lnTo>
                    <a:pt x="1358" y="690"/>
                  </a:lnTo>
                  <a:lnTo>
                    <a:pt x="1359" y="824"/>
                  </a:lnTo>
                  <a:lnTo>
                    <a:pt x="1359" y="249"/>
                  </a:lnTo>
                  <a:lnTo>
                    <a:pt x="1360" y="811"/>
                  </a:lnTo>
                  <a:lnTo>
                    <a:pt x="1360" y="811"/>
                  </a:lnTo>
                  <a:lnTo>
                    <a:pt x="1361" y="825"/>
                  </a:lnTo>
                  <a:lnTo>
                    <a:pt x="1361" y="682"/>
                  </a:lnTo>
                  <a:lnTo>
                    <a:pt x="1361" y="814"/>
                  </a:lnTo>
                  <a:lnTo>
                    <a:pt x="1361" y="814"/>
                  </a:lnTo>
                  <a:lnTo>
                    <a:pt x="1362" y="795"/>
                  </a:lnTo>
                  <a:lnTo>
                    <a:pt x="1363" y="806"/>
                  </a:lnTo>
                  <a:lnTo>
                    <a:pt x="1363" y="806"/>
                  </a:lnTo>
                  <a:lnTo>
                    <a:pt x="1364" y="823"/>
                  </a:lnTo>
                  <a:lnTo>
                    <a:pt x="1364" y="688"/>
                  </a:lnTo>
                  <a:lnTo>
                    <a:pt x="1364" y="816"/>
                  </a:lnTo>
                  <a:lnTo>
                    <a:pt x="1364" y="816"/>
                  </a:lnTo>
                  <a:lnTo>
                    <a:pt x="1365" y="818"/>
                  </a:lnTo>
                  <a:lnTo>
                    <a:pt x="1365" y="687"/>
                  </a:lnTo>
                  <a:lnTo>
                    <a:pt x="1366" y="790"/>
                  </a:lnTo>
                  <a:lnTo>
                    <a:pt x="1366" y="790"/>
                  </a:lnTo>
                  <a:lnTo>
                    <a:pt x="1366" y="789"/>
                  </a:lnTo>
                  <a:lnTo>
                    <a:pt x="1366" y="803"/>
                  </a:lnTo>
                  <a:lnTo>
                    <a:pt x="1367" y="793"/>
                  </a:lnTo>
                  <a:lnTo>
                    <a:pt x="1367" y="793"/>
                  </a:lnTo>
                  <a:lnTo>
                    <a:pt x="1369" y="790"/>
                  </a:lnTo>
                  <a:lnTo>
                    <a:pt x="1369" y="809"/>
                  </a:lnTo>
                  <a:lnTo>
                    <a:pt x="1369" y="808"/>
                  </a:lnTo>
                  <a:lnTo>
                    <a:pt x="1369" y="808"/>
                  </a:lnTo>
                  <a:lnTo>
                    <a:pt x="1369" y="814"/>
                  </a:lnTo>
                  <a:lnTo>
                    <a:pt x="1370" y="780"/>
                  </a:lnTo>
                  <a:lnTo>
                    <a:pt x="1370" y="780"/>
                  </a:lnTo>
                  <a:lnTo>
                    <a:pt x="1370" y="780"/>
                  </a:lnTo>
                  <a:lnTo>
                    <a:pt x="1371" y="747"/>
                  </a:lnTo>
                  <a:lnTo>
                    <a:pt x="1372" y="771"/>
                  </a:lnTo>
                  <a:lnTo>
                    <a:pt x="1372" y="771"/>
                  </a:lnTo>
                  <a:lnTo>
                    <a:pt x="1372" y="772"/>
                  </a:lnTo>
                  <a:lnTo>
                    <a:pt x="1373" y="733"/>
                  </a:lnTo>
                  <a:lnTo>
                    <a:pt x="1373" y="736"/>
                  </a:lnTo>
                  <a:lnTo>
                    <a:pt x="1373" y="736"/>
                  </a:lnTo>
                  <a:lnTo>
                    <a:pt x="1374" y="822"/>
                  </a:lnTo>
                  <a:lnTo>
                    <a:pt x="1374" y="207"/>
                  </a:lnTo>
                  <a:lnTo>
                    <a:pt x="1375" y="775"/>
                  </a:lnTo>
                  <a:lnTo>
                    <a:pt x="1375" y="775"/>
                  </a:lnTo>
                  <a:lnTo>
                    <a:pt x="1376" y="754"/>
                  </a:lnTo>
                  <a:lnTo>
                    <a:pt x="1376" y="845"/>
                  </a:lnTo>
                  <a:lnTo>
                    <a:pt x="1376" y="813"/>
                  </a:lnTo>
                  <a:lnTo>
                    <a:pt x="1376" y="813"/>
                  </a:lnTo>
                  <a:lnTo>
                    <a:pt x="1377" y="800"/>
                  </a:lnTo>
                  <a:lnTo>
                    <a:pt x="1378" y="803"/>
                  </a:lnTo>
                  <a:lnTo>
                    <a:pt x="1378" y="803"/>
                  </a:lnTo>
                  <a:lnTo>
                    <a:pt x="1379" y="250"/>
                  </a:lnTo>
                  <a:lnTo>
                    <a:pt x="1379" y="792"/>
                  </a:lnTo>
                  <a:lnTo>
                    <a:pt x="1379" y="792"/>
                  </a:lnTo>
                  <a:lnTo>
                    <a:pt x="1380" y="801"/>
                  </a:lnTo>
                  <a:lnTo>
                    <a:pt x="1380" y="786"/>
                  </a:lnTo>
                  <a:lnTo>
                    <a:pt x="1381" y="786"/>
                  </a:lnTo>
                  <a:lnTo>
                    <a:pt x="1381" y="786"/>
                  </a:lnTo>
                  <a:lnTo>
                    <a:pt x="1382" y="715"/>
                  </a:lnTo>
                  <a:lnTo>
                    <a:pt x="1382" y="830"/>
                  </a:lnTo>
                  <a:lnTo>
                    <a:pt x="1382" y="736"/>
                  </a:lnTo>
                  <a:lnTo>
                    <a:pt x="1382" y="736"/>
                  </a:lnTo>
                  <a:lnTo>
                    <a:pt x="1383" y="819"/>
                  </a:lnTo>
                  <a:lnTo>
                    <a:pt x="1384" y="696"/>
                  </a:lnTo>
                  <a:lnTo>
                    <a:pt x="1384" y="778"/>
                  </a:lnTo>
                  <a:lnTo>
                    <a:pt x="1384" y="778"/>
                  </a:lnTo>
                  <a:lnTo>
                    <a:pt x="1384" y="646"/>
                  </a:lnTo>
                  <a:lnTo>
                    <a:pt x="1385" y="801"/>
                  </a:lnTo>
                  <a:lnTo>
                    <a:pt x="1385" y="784"/>
                  </a:lnTo>
                  <a:lnTo>
                    <a:pt x="1385" y="784"/>
                  </a:lnTo>
                  <a:lnTo>
                    <a:pt x="1386" y="795"/>
                  </a:lnTo>
                  <a:lnTo>
                    <a:pt x="1387" y="778"/>
                  </a:lnTo>
                  <a:lnTo>
                    <a:pt x="1387" y="778"/>
                  </a:lnTo>
                  <a:lnTo>
                    <a:pt x="1387" y="778"/>
                  </a:lnTo>
                  <a:lnTo>
                    <a:pt x="1387" y="779"/>
                  </a:lnTo>
                  <a:lnTo>
                    <a:pt x="1388" y="311"/>
                  </a:lnTo>
                  <a:lnTo>
                    <a:pt x="1388" y="769"/>
                  </a:lnTo>
                  <a:lnTo>
                    <a:pt x="1388" y="769"/>
                  </a:lnTo>
                  <a:lnTo>
                    <a:pt x="1389" y="756"/>
                  </a:lnTo>
                  <a:lnTo>
                    <a:pt x="1389" y="776"/>
                  </a:lnTo>
                  <a:lnTo>
                    <a:pt x="1390" y="771"/>
                  </a:lnTo>
                  <a:lnTo>
                    <a:pt x="1390" y="771"/>
                  </a:lnTo>
                  <a:lnTo>
                    <a:pt x="1391" y="796"/>
                  </a:lnTo>
                  <a:lnTo>
                    <a:pt x="1391" y="668"/>
                  </a:lnTo>
                  <a:lnTo>
                    <a:pt x="1391" y="775"/>
                  </a:lnTo>
                  <a:lnTo>
                    <a:pt x="1391" y="775"/>
                  </a:lnTo>
                  <a:lnTo>
                    <a:pt x="1392" y="787"/>
                  </a:lnTo>
                  <a:lnTo>
                    <a:pt x="1393" y="650"/>
                  </a:lnTo>
                  <a:lnTo>
                    <a:pt x="1393" y="665"/>
                  </a:lnTo>
                  <a:lnTo>
                    <a:pt x="1393" y="665"/>
                  </a:lnTo>
                  <a:lnTo>
                    <a:pt x="1394" y="735"/>
                  </a:lnTo>
                  <a:lnTo>
                    <a:pt x="1394" y="731"/>
                  </a:lnTo>
                  <a:lnTo>
                    <a:pt x="1394" y="731"/>
                  </a:lnTo>
                  <a:lnTo>
                    <a:pt x="1395" y="731"/>
                  </a:lnTo>
                  <a:lnTo>
                    <a:pt x="1396" y="633"/>
                  </a:lnTo>
                  <a:lnTo>
                    <a:pt x="1396" y="715"/>
                  </a:lnTo>
                  <a:lnTo>
                    <a:pt x="1396" y="715"/>
                  </a:lnTo>
                  <a:lnTo>
                    <a:pt x="1396" y="738"/>
                  </a:lnTo>
                  <a:lnTo>
                    <a:pt x="1397" y="340"/>
                  </a:lnTo>
                  <a:lnTo>
                    <a:pt x="1397" y="340"/>
                  </a:lnTo>
                  <a:lnTo>
                    <a:pt x="1397" y="340"/>
                  </a:lnTo>
                  <a:lnTo>
                    <a:pt x="1398" y="286"/>
                  </a:lnTo>
                  <a:lnTo>
                    <a:pt x="1398" y="775"/>
                  </a:lnTo>
                  <a:lnTo>
                    <a:pt x="1399" y="765"/>
                  </a:lnTo>
                  <a:lnTo>
                    <a:pt x="1399" y="765"/>
                  </a:lnTo>
                  <a:lnTo>
                    <a:pt x="1399" y="281"/>
                  </a:lnTo>
                  <a:lnTo>
                    <a:pt x="1400" y="787"/>
                  </a:lnTo>
                  <a:lnTo>
                    <a:pt x="1400" y="741"/>
                  </a:lnTo>
                  <a:lnTo>
                    <a:pt x="1400" y="741"/>
                  </a:lnTo>
                  <a:lnTo>
                    <a:pt x="1401" y="796"/>
                  </a:lnTo>
                  <a:lnTo>
                    <a:pt x="1401" y="734"/>
                  </a:lnTo>
                  <a:lnTo>
                    <a:pt x="1402" y="793"/>
                  </a:lnTo>
                  <a:lnTo>
                    <a:pt x="1402" y="793"/>
                  </a:lnTo>
                  <a:lnTo>
                    <a:pt x="1403" y="770"/>
                  </a:lnTo>
                  <a:lnTo>
                    <a:pt x="1403" y="770"/>
                  </a:lnTo>
                  <a:lnTo>
                    <a:pt x="1403" y="770"/>
                  </a:lnTo>
                  <a:lnTo>
                    <a:pt x="1404" y="807"/>
                  </a:lnTo>
                  <a:lnTo>
                    <a:pt x="1405" y="659"/>
                  </a:lnTo>
                  <a:lnTo>
                    <a:pt x="1405" y="717"/>
                  </a:lnTo>
                  <a:lnTo>
                    <a:pt x="1405" y="717"/>
                  </a:lnTo>
                  <a:lnTo>
                    <a:pt x="1406" y="776"/>
                  </a:lnTo>
                  <a:lnTo>
                    <a:pt x="1406" y="297"/>
                  </a:lnTo>
                  <a:lnTo>
                    <a:pt x="1406" y="711"/>
                  </a:lnTo>
                  <a:lnTo>
                    <a:pt x="1406" y="711"/>
                  </a:lnTo>
                  <a:lnTo>
                    <a:pt x="1407" y="720"/>
                  </a:lnTo>
                  <a:lnTo>
                    <a:pt x="1408" y="717"/>
                  </a:lnTo>
                  <a:lnTo>
                    <a:pt x="1408" y="717"/>
                  </a:lnTo>
                  <a:lnTo>
                    <a:pt x="1409" y="598"/>
                  </a:lnTo>
                  <a:lnTo>
                    <a:pt x="1409" y="732"/>
                  </a:lnTo>
                  <a:lnTo>
                    <a:pt x="1409" y="732"/>
                  </a:lnTo>
                  <a:lnTo>
                    <a:pt x="1409" y="732"/>
                  </a:lnTo>
                  <a:lnTo>
                    <a:pt x="1410" y="735"/>
                  </a:lnTo>
                  <a:lnTo>
                    <a:pt x="1411" y="714"/>
                  </a:lnTo>
                  <a:lnTo>
                    <a:pt x="1411" y="721"/>
                  </a:lnTo>
                  <a:lnTo>
                    <a:pt x="1411" y="721"/>
                  </a:lnTo>
                  <a:lnTo>
                    <a:pt x="1412" y="686"/>
                  </a:lnTo>
                  <a:lnTo>
                    <a:pt x="1412" y="746"/>
                  </a:lnTo>
                  <a:lnTo>
                    <a:pt x="1412" y="716"/>
                  </a:lnTo>
                  <a:lnTo>
                    <a:pt x="1412" y="716"/>
                  </a:lnTo>
                  <a:lnTo>
                    <a:pt x="1413" y="660"/>
                  </a:lnTo>
                  <a:lnTo>
                    <a:pt x="1413" y="733"/>
                  </a:lnTo>
                  <a:lnTo>
                    <a:pt x="1414" y="715"/>
                  </a:lnTo>
                  <a:lnTo>
                    <a:pt x="1414" y="715"/>
                  </a:lnTo>
                  <a:lnTo>
                    <a:pt x="1414" y="667"/>
                  </a:lnTo>
                  <a:lnTo>
                    <a:pt x="1415" y="746"/>
                  </a:lnTo>
                  <a:lnTo>
                    <a:pt x="1415" y="687"/>
                  </a:lnTo>
                  <a:lnTo>
                    <a:pt x="1415" y="687"/>
                  </a:lnTo>
                  <a:lnTo>
                    <a:pt x="1416" y="626"/>
                  </a:lnTo>
                  <a:lnTo>
                    <a:pt x="1417" y="761"/>
                  </a:lnTo>
                  <a:lnTo>
                    <a:pt x="1417" y="736"/>
                  </a:lnTo>
                  <a:lnTo>
                    <a:pt x="1417" y="736"/>
                  </a:lnTo>
                  <a:lnTo>
                    <a:pt x="1418" y="786"/>
                  </a:lnTo>
                  <a:lnTo>
                    <a:pt x="1418" y="721"/>
                  </a:lnTo>
                  <a:lnTo>
                    <a:pt x="1418" y="721"/>
                  </a:lnTo>
                  <a:lnTo>
                    <a:pt x="1418" y="721"/>
                  </a:lnTo>
                  <a:lnTo>
                    <a:pt x="1419" y="799"/>
                  </a:lnTo>
                  <a:lnTo>
                    <a:pt x="1419" y="579"/>
                  </a:lnTo>
                  <a:lnTo>
                    <a:pt x="1420" y="756"/>
                  </a:lnTo>
                  <a:lnTo>
                    <a:pt x="1420" y="756"/>
                  </a:lnTo>
                  <a:lnTo>
                    <a:pt x="1421" y="771"/>
                  </a:lnTo>
                  <a:lnTo>
                    <a:pt x="1421" y="747"/>
                  </a:lnTo>
                  <a:lnTo>
                    <a:pt x="1421" y="747"/>
                  </a:lnTo>
                  <a:lnTo>
                    <a:pt x="1421" y="747"/>
                  </a:lnTo>
                  <a:lnTo>
                    <a:pt x="1423" y="731"/>
                  </a:lnTo>
                  <a:lnTo>
                    <a:pt x="1423" y="741"/>
                  </a:lnTo>
                  <a:lnTo>
                    <a:pt x="1423" y="741"/>
                  </a:lnTo>
                  <a:lnTo>
                    <a:pt x="1424" y="615"/>
                  </a:lnTo>
                  <a:lnTo>
                    <a:pt x="1424" y="760"/>
                  </a:lnTo>
                  <a:lnTo>
                    <a:pt x="1424" y="760"/>
                  </a:lnTo>
                  <a:lnTo>
                    <a:pt x="1424" y="760"/>
                  </a:lnTo>
                  <a:lnTo>
                    <a:pt x="1425" y="761"/>
                  </a:lnTo>
                  <a:lnTo>
                    <a:pt x="1426" y="535"/>
                  </a:lnTo>
                  <a:lnTo>
                    <a:pt x="1426" y="554"/>
                  </a:lnTo>
                  <a:lnTo>
                    <a:pt x="1426" y="554"/>
                  </a:lnTo>
                  <a:lnTo>
                    <a:pt x="1427" y="784"/>
                  </a:lnTo>
                  <a:lnTo>
                    <a:pt x="1427" y="784"/>
                  </a:lnTo>
                  <a:lnTo>
                    <a:pt x="1427" y="784"/>
                  </a:lnTo>
                  <a:lnTo>
                    <a:pt x="1428" y="633"/>
                  </a:lnTo>
                  <a:lnTo>
                    <a:pt x="1428" y="790"/>
                  </a:lnTo>
                  <a:lnTo>
                    <a:pt x="1429" y="767"/>
                  </a:lnTo>
                  <a:lnTo>
                    <a:pt x="1429" y="767"/>
                  </a:lnTo>
                  <a:lnTo>
                    <a:pt x="1430" y="769"/>
                  </a:lnTo>
                  <a:lnTo>
                    <a:pt x="1430" y="313"/>
                  </a:lnTo>
                  <a:lnTo>
                    <a:pt x="1430" y="765"/>
                  </a:lnTo>
                  <a:lnTo>
                    <a:pt x="1430" y="765"/>
                  </a:lnTo>
                  <a:lnTo>
                    <a:pt x="1431" y="789"/>
                  </a:lnTo>
                  <a:lnTo>
                    <a:pt x="1431" y="268"/>
                  </a:lnTo>
                  <a:lnTo>
                    <a:pt x="1432" y="768"/>
                  </a:lnTo>
                  <a:lnTo>
                    <a:pt x="1432" y="768"/>
                  </a:lnTo>
                  <a:lnTo>
                    <a:pt x="1432" y="784"/>
                  </a:lnTo>
                  <a:lnTo>
                    <a:pt x="1433" y="727"/>
                  </a:lnTo>
                  <a:lnTo>
                    <a:pt x="1433" y="728"/>
                  </a:lnTo>
                  <a:lnTo>
                    <a:pt x="1433" y="728"/>
                  </a:lnTo>
                  <a:lnTo>
                    <a:pt x="1434" y="767"/>
                  </a:lnTo>
                  <a:lnTo>
                    <a:pt x="1435" y="749"/>
                  </a:lnTo>
                  <a:lnTo>
                    <a:pt x="1435" y="749"/>
                  </a:lnTo>
                  <a:lnTo>
                    <a:pt x="1436" y="760"/>
                  </a:lnTo>
                  <a:lnTo>
                    <a:pt x="1436" y="721"/>
                  </a:lnTo>
                  <a:lnTo>
                    <a:pt x="1436" y="740"/>
                  </a:lnTo>
                  <a:lnTo>
                    <a:pt x="1436" y="740"/>
                  </a:lnTo>
                  <a:lnTo>
                    <a:pt x="1436" y="741"/>
                  </a:lnTo>
                  <a:lnTo>
                    <a:pt x="1438" y="560"/>
                  </a:lnTo>
                  <a:lnTo>
                    <a:pt x="1438" y="695"/>
                  </a:lnTo>
                  <a:lnTo>
                    <a:pt x="1438" y="695"/>
                  </a:lnTo>
                  <a:lnTo>
                    <a:pt x="1439" y="634"/>
                  </a:lnTo>
                  <a:lnTo>
                    <a:pt x="1439" y="776"/>
                  </a:lnTo>
                  <a:lnTo>
                    <a:pt x="1439" y="774"/>
                  </a:lnTo>
                  <a:lnTo>
                    <a:pt x="1439" y="774"/>
                  </a:lnTo>
                  <a:lnTo>
                    <a:pt x="1440" y="775"/>
                  </a:lnTo>
                  <a:lnTo>
                    <a:pt x="1441" y="304"/>
                  </a:lnTo>
                  <a:lnTo>
                    <a:pt x="1441" y="304"/>
                  </a:lnTo>
                  <a:lnTo>
                    <a:pt x="1441" y="304"/>
                  </a:lnTo>
                  <a:lnTo>
                    <a:pt x="1441" y="299"/>
                  </a:lnTo>
                  <a:lnTo>
                    <a:pt x="1442" y="721"/>
                  </a:lnTo>
                  <a:lnTo>
                    <a:pt x="1442" y="672"/>
                  </a:lnTo>
                  <a:lnTo>
                    <a:pt x="1442" y="672"/>
                  </a:lnTo>
                  <a:lnTo>
                    <a:pt x="1443" y="633"/>
                  </a:lnTo>
                  <a:lnTo>
                    <a:pt x="1444" y="748"/>
                  </a:lnTo>
                  <a:lnTo>
                    <a:pt x="1444" y="748"/>
                  </a:lnTo>
                  <a:lnTo>
                    <a:pt x="1444" y="748"/>
                  </a:lnTo>
                  <a:lnTo>
                    <a:pt x="1445" y="300"/>
                  </a:lnTo>
                  <a:lnTo>
                    <a:pt x="1445" y="783"/>
                  </a:lnTo>
                  <a:lnTo>
                    <a:pt x="1445" y="783"/>
                  </a:lnTo>
                  <a:lnTo>
                    <a:pt x="1445" y="783"/>
                  </a:lnTo>
                  <a:lnTo>
                    <a:pt x="1446" y="252"/>
                  </a:lnTo>
                  <a:lnTo>
                    <a:pt x="1446" y="787"/>
                  </a:lnTo>
                  <a:lnTo>
                    <a:pt x="1447" y="752"/>
                  </a:lnTo>
                  <a:lnTo>
                    <a:pt x="1447" y="752"/>
                  </a:lnTo>
                  <a:lnTo>
                    <a:pt x="1447" y="775"/>
                  </a:lnTo>
                  <a:lnTo>
                    <a:pt x="1448" y="648"/>
                  </a:lnTo>
                  <a:lnTo>
                    <a:pt x="1448" y="737"/>
                  </a:lnTo>
                  <a:lnTo>
                    <a:pt x="1448" y="737"/>
                  </a:lnTo>
                  <a:lnTo>
                    <a:pt x="1450" y="738"/>
                  </a:lnTo>
                  <a:lnTo>
                    <a:pt x="1450" y="732"/>
                  </a:lnTo>
                  <a:lnTo>
                    <a:pt x="1450" y="732"/>
                  </a:lnTo>
                  <a:lnTo>
                    <a:pt x="1450" y="732"/>
                  </a:lnTo>
                  <a:lnTo>
                    <a:pt x="1451" y="725"/>
                  </a:lnTo>
                  <a:lnTo>
                    <a:pt x="1451" y="728"/>
                  </a:lnTo>
                  <a:lnTo>
                    <a:pt x="1451" y="728"/>
                  </a:lnTo>
                  <a:lnTo>
                    <a:pt x="1452" y="729"/>
                  </a:lnTo>
                  <a:lnTo>
                    <a:pt x="1453" y="711"/>
                  </a:lnTo>
                  <a:lnTo>
                    <a:pt x="1453" y="725"/>
                  </a:lnTo>
                  <a:lnTo>
                    <a:pt x="1453" y="725"/>
                  </a:lnTo>
                  <a:lnTo>
                    <a:pt x="1453" y="725"/>
                  </a:lnTo>
                  <a:lnTo>
                    <a:pt x="1454" y="724"/>
                  </a:lnTo>
                  <a:lnTo>
                    <a:pt x="1454" y="724"/>
                  </a:lnTo>
                  <a:lnTo>
                    <a:pt x="1454" y="724"/>
                  </a:lnTo>
                  <a:lnTo>
                    <a:pt x="1455" y="725"/>
                  </a:lnTo>
                  <a:lnTo>
                    <a:pt x="1456" y="380"/>
                  </a:lnTo>
                  <a:lnTo>
                    <a:pt x="1456" y="446"/>
                  </a:lnTo>
                  <a:lnTo>
                    <a:pt x="1456" y="446"/>
                  </a:lnTo>
                  <a:lnTo>
                    <a:pt x="1457" y="765"/>
                  </a:lnTo>
                  <a:lnTo>
                    <a:pt x="1457" y="350"/>
                  </a:lnTo>
                  <a:lnTo>
                    <a:pt x="1457" y="668"/>
                  </a:lnTo>
                  <a:lnTo>
                    <a:pt x="1457" y="668"/>
                  </a:lnTo>
                  <a:lnTo>
                    <a:pt x="1458" y="776"/>
                  </a:lnTo>
                  <a:lnTo>
                    <a:pt x="1459" y="691"/>
                  </a:lnTo>
                  <a:lnTo>
                    <a:pt x="1459" y="691"/>
                  </a:lnTo>
                  <a:lnTo>
                    <a:pt x="1460" y="504"/>
                  </a:lnTo>
                  <a:lnTo>
                    <a:pt x="1460" y="729"/>
                  </a:lnTo>
                  <a:lnTo>
                    <a:pt x="1460" y="651"/>
                  </a:lnTo>
                  <a:lnTo>
                    <a:pt x="1460" y="651"/>
                  </a:lnTo>
                  <a:lnTo>
                    <a:pt x="1461" y="785"/>
                  </a:lnTo>
                  <a:lnTo>
                    <a:pt x="1462" y="481"/>
                  </a:lnTo>
                  <a:lnTo>
                    <a:pt x="1462" y="481"/>
                  </a:lnTo>
                  <a:lnTo>
                    <a:pt x="1462" y="481"/>
                  </a:lnTo>
                  <a:lnTo>
                    <a:pt x="1462" y="723"/>
                  </a:lnTo>
                  <a:lnTo>
                    <a:pt x="1463" y="358"/>
                  </a:lnTo>
                  <a:lnTo>
                    <a:pt x="1463" y="676"/>
                  </a:lnTo>
                  <a:lnTo>
                    <a:pt x="1463" y="676"/>
                  </a:lnTo>
                  <a:lnTo>
                    <a:pt x="1464" y="814"/>
                  </a:lnTo>
                  <a:lnTo>
                    <a:pt x="1464" y="633"/>
                  </a:lnTo>
                  <a:lnTo>
                    <a:pt x="1465" y="786"/>
                  </a:lnTo>
                  <a:lnTo>
                    <a:pt x="1465" y="786"/>
                  </a:lnTo>
                  <a:lnTo>
                    <a:pt x="1465" y="787"/>
                  </a:lnTo>
                  <a:lnTo>
                    <a:pt x="1466" y="743"/>
                  </a:lnTo>
                  <a:lnTo>
                    <a:pt x="1466" y="743"/>
                  </a:lnTo>
                  <a:lnTo>
                    <a:pt x="1466" y="743"/>
                  </a:lnTo>
                  <a:lnTo>
                    <a:pt x="1467" y="737"/>
                  </a:lnTo>
                  <a:lnTo>
                    <a:pt x="1467" y="766"/>
                  </a:lnTo>
                  <a:lnTo>
                    <a:pt x="1468" y="748"/>
                  </a:lnTo>
                  <a:lnTo>
                    <a:pt x="1468" y="748"/>
                  </a:lnTo>
                  <a:lnTo>
                    <a:pt x="1469" y="295"/>
                  </a:lnTo>
                  <a:lnTo>
                    <a:pt x="1469" y="782"/>
                  </a:lnTo>
                  <a:lnTo>
                    <a:pt x="1469" y="782"/>
                  </a:lnTo>
                  <a:lnTo>
                    <a:pt x="1469" y="782"/>
                  </a:lnTo>
                  <a:lnTo>
                    <a:pt x="1471" y="791"/>
                  </a:lnTo>
                  <a:lnTo>
                    <a:pt x="1471" y="681"/>
                  </a:lnTo>
                  <a:lnTo>
                    <a:pt x="1471" y="772"/>
                  </a:lnTo>
                  <a:lnTo>
                    <a:pt x="1471" y="772"/>
                  </a:lnTo>
                  <a:lnTo>
                    <a:pt x="1471" y="772"/>
                  </a:lnTo>
                  <a:lnTo>
                    <a:pt x="1472" y="320"/>
                  </a:lnTo>
                  <a:lnTo>
                    <a:pt x="1472" y="332"/>
                  </a:lnTo>
                  <a:lnTo>
                    <a:pt x="1472" y="332"/>
                  </a:lnTo>
                  <a:lnTo>
                    <a:pt x="1473" y="761"/>
                  </a:lnTo>
                  <a:lnTo>
                    <a:pt x="1474" y="748"/>
                  </a:lnTo>
                  <a:lnTo>
                    <a:pt x="1474" y="748"/>
                  </a:lnTo>
                  <a:lnTo>
                    <a:pt x="1474" y="749"/>
                  </a:lnTo>
                  <a:lnTo>
                    <a:pt x="1475" y="720"/>
                  </a:lnTo>
                  <a:lnTo>
                    <a:pt x="1475" y="723"/>
                  </a:lnTo>
                  <a:lnTo>
                    <a:pt x="1475" y="723"/>
                  </a:lnTo>
                  <a:lnTo>
                    <a:pt x="1476" y="747"/>
                  </a:lnTo>
                  <a:lnTo>
                    <a:pt x="1477" y="727"/>
                  </a:lnTo>
                  <a:lnTo>
                    <a:pt x="1477" y="727"/>
                  </a:lnTo>
                  <a:lnTo>
                    <a:pt x="1477" y="728"/>
                  </a:lnTo>
                  <a:lnTo>
                    <a:pt x="1478" y="708"/>
                  </a:lnTo>
                  <a:lnTo>
                    <a:pt x="1478" y="717"/>
                  </a:lnTo>
                  <a:lnTo>
                    <a:pt x="1478" y="717"/>
                  </a:lnTo>
                  <a:lnTo>
                    <a:pt x="1479" y="726"/>
                  </a:lnTo>
                  <a:lnTo>
                    <a:pt x="1480" y="703"/>
                  </a:lnTo>
                  <a:lnTo>
                    <a:pt x="1480" y="703"/>
                  </a:lnTo>
                  <a:lnTo>
                    <a:pt x="1480" y="703"/>
                  </a:lnTo>
                  <a:lnTo>
                    <a:pt x="1481" y="565"/>
                  </a:lnTo>
                  <a:lnTo>
                    <a:pt x="1481" y="787"/>
                  </a:lnTo>
                  <a:lnTo>
                    <a:pt x="1481" y="755"/>
                  </a:lnTo>
                  <a:lnTo>
                    <a:pt x="1481" y="755"/>
                  </a:lnTo>
                  <a:lnTo>
                    <a:pt x="1483" y="623"/>
                  </a:lnTo>
                  <a:lnTo>
                    <a:pt x="1483" y="774"/>
                  </a:lnTo>
                  <a:lnTo>
                    <a:pt x="1483" y="774"/>
                  </a:lnTo>
                  <a:lnTo>
                    <a:pt x="1483" y="774"/>
                  </a:lnTo>
                  <a:lnTo>
                    <a:pt x="1484" y="372"/>
                  </a:lnTo>
                  <a:lnTo>
                    <a:pt x="1484" y="391"/>
                  </a:lnTo>
                  <a:lnTo>
                    <a:pt x="1484" y="391"/>
                  </a:lnTo>
                  <a:lnTo>
                    <a:pt x="1485" y="772"/>
                  </a:lnTo>
                  <a:lnTo>
                    <a:pt x="1486" y="727"/>
                  </a:lnTo>
                  <a:lnTo>
                    <a:pt x="1486" y="727"/>
                  </a:lnTo>
                  <a:lnTo>
                    <a:pt x="1487" y="747"/>
                  </a:lnTo>
                  <a:lnTo>
                    <a:pt x="1487" y="743"/>
                  </a:lnTo>
                  <a:lnTo>
                    <a:pt x="1487" y="743"/>
                  </a:lnTo>
                  <a:lnTo>
                    <a:pt x="1489" y="683"/>
                  </a:lnTo>
                  <a:lnTo>
                    <a:pt x="1489" y="797"/>
                  </a:lnTo>
                  <a:lnTo>
                    <a:pt x="1489" y="797"/>
                  </a:lnTo>
                  <a:lnTo>
                    <a:pt x="1489" y="797"/>
                  </a:lnTo>
                  <a:lnTo>
                    <a:pt x="1489" y="615"/>
                  </a:lnTo>
                  <a:lnTo>
                    <a:pt x="1491" y="694"/>
                  </a:lnTo>
                  <a:lnTo>
                    <a:pt x="1491" y="694"/>
                  </a:lnTo>
                  <a:lnTo>
                    <a:pt x="1491" y="815"/>
                  </a:lnTo>
                  <a:lnTo>
                    <a:pt x="1491" y="652"/>
                  </a:lnTo>
                  <a:lnTo>
                    <a:pt x="1492" y="773"/>
                  </a:lnTo>
                  <a:lnTo>
                    <a:pt x="1492" y="773"/>
                  </a:lnTo>
                  <a:lnTo>
                    <a:pt x="1494" y="751"/>
                  </a:lnTo>
                  <a:lnTo>
                    <a:pt x="1494" y="751"/>
                  </a:lnTo>
                  <a:lnTo>
                    <a:pt x="1494" y="751"/>
                  </a:lnTo>
                  <a:lnTo>
                    <a:pt x="1495" y="619"/>
                  </a:lnTo>
                  <a:lnTo>
                    <a:pt x="1495" y="702"/>
                  </a:lnTo>
                  <a:lnTo>
                    <a:pt x="1495" y="702"/>
                  </a:lnTo>
                  <a:lnTo>
                    <a:pt x="1496" y="726"/>
                  </a:lnTo>
                  <a:lnTo>
                    <a:pt x="1496" y="569"/>
                  </a:lnTo>
                  <a:lnTo>
                    <a:pt x="1497" y="704"/>
                  </a:lnTo>
                  <a:lnTo>
                    <a:pt x="1497" y="704"/>
                  </a:lnTo>
                  <a:lnTo>
                    <a:pt x="1498" y="816"/>
                  </a:lnTo>
                  <a:lnTo>
                    <a:pt x="1498" y="659"/>
                  </a:lnTo>
                  <a:lnTo>
                    <a:pt x="1498" y="783"/>
                  </a:lnTo>
                  <a:lnTo>
                    <a:pt x="1498" y="783"/>
                  </a:lnTo>
                  <a:lnTo>
                    <a:pt x="1499" y="791"/>
                  </a:lnTo>
                  <a:lnTo>
                    <a:pt x="1499" y="593"/>
                  </a:lnTo>
                  <a:lnTo>
                    <a:pt x="1500" y="774"/>
                  </a:lnTo>
                  <a:lnTo>
                    <a:pt x="1500" y="774"/>
                  </a:lnTo>
                  <a:lnTo>
                    <a:pt x="1500" y="775"/>
                  </a:lnTo>
                  <a:lnTo>
                    <a:pt x="1501" y="761"/>
                  </a:lnTo>
                  <a:lnTo>
                    <a:pt x="1501" y="761"/>
                  </a:lnTo>
                  <a:lnTo>
                    <a:pt x="1501" y="761"/>
                  </a:lnTo>
                  <a:lnTo>
                    <a:pt x="1503" y="685"/>
                  </a:lnTo>
                  <a:lnTo>
                    <a:pt x="1503" y="685"/>
                  </a:lnTo>
                  <a:lnTo>
                    <a:pt x="1503" y="685"/>
                  </a:lnTo>
                  <a:lnTo>
                    <a:pt x="1504" y="743"/>
                  </a:lnTo>
                  <a:lnTo>
                    <a:pt x="1504" y="237"/>
                  </a:lnTo>
                  <a:lnTo>
                    <a:pt x="1504" y="594"/>
                  </a:lnTo>
                  <a:lnTo>
                    <a:pt x="1504" y="594"/>
                  </a:lnTo>
                  <a:lnTo>
                    <a:pt x="1504" y="186"/>
                  </a:lnTo>
                  <a:lnTo>
                    <a:pt x="1505" y="804"/>
                  </a:lnTo>
                  <a:lnTo>
                    <a:pt x="1506" y="455"/>
                  </a:lnTo>
                  <a:lnTo>
                    <a:pt x="1506" y="455"/>
                  </a:lnTo>
                  <a:lnTo>
                    <a:pt x="1506" y="188"/>
                  </a:lnTo>
                  <a:lnTo>
                    <a:pt x="1507" y="813"/>
                  </a:lnTo>
                  <a:lnTo>
                    <a:pt x="1507" y="244"/>
                  </a:lnTo>
                  <a:lnTo>
                    <a:pt x="1507" y="244"/>
                  </a:lnTo>
                  <a:lnTo>
                    <a:pt x="1507" y="805"/>
                  </a:lnTo>
                  <a:lnTo>
                    <a:pt x="1508" y="176"/>
                  </a:lnTo>
                  <a:lnTo>
                    <a:pt x="1509" y="788"/>
                  </a:lnTo>
                  <a:lnTo>
                    <a:pt x="1509" y="788"/>
                  </a:lnTo>
                  <a:lnTo>
                    <a:pt x="1509" y="826"/>
                  </a:lnTo>
                  <a:lnTo>
                    <a:pt x="1510" y="820"/>
                  </a:lnTo>
                  <a:lnTo>
                    <a:pt x="1510" y="820"/>
                  </a:lnTo>
                  <a:lnTo>
                    <a:pt x="1510" y="824"/>
                  </a:lnTo>
                  <a:lnTo>
                    <a:pt x="1511" y="156"/>
                  </a:lnTo>
                  <a:lnTo>
                    <a:pt x="1512" y="790"/>
                  </a:lnTo>
                  <a:lnTo>
                    <a:pt x="1512" y="790"/>
                  </a:lnTo>
                  <a:lnTo>
                    <a:pt x="1513" y="815"/>
                  </a:lnTo>
                  <a:lnTo>
                    <a:pt x="1513" y="815"/>
                  </a:lnTo>
                  <a:lnTo>
                    <a:pt x="1513" y="815"/>
                  </a:lnTo>
                  <a:lnTo>
                    <a:pt x="1514" y="792"/>
                  </a:lnTo>
                  <a:lnTo>
                    <a:pt x="1515" y="832"/>
                  </a:lnTo>
                  <a:lnTo>
                    <a:pt x="1515" y="825"/>
                  </a:lnTo>
                  <a:lnTo>
                    <a:pt x="1515" y="825"/>
                  </a:lnTo>
                  <a:lnTo>
                    <a:pt x="1516" y="801"/>
                  </a:lnTo>
                  <a:lnTo>
                    <a:pt x="1516" y="837"/>
                  </a:lnTo>
                  <a:lnTo>
                    <a:pt x="1516" y="826"/>
                  </a:lnTo>
                  <a:lnTo>
                    <a:pt x="1516" y="826"/>
                  </a:lnTo>
                  <a:lnTo>
                    <a:pt x="1518" y="836"/>
                  </a:lnTo>
                  <a:lnTo>
                    <a:pt x="1518" y="818"/>
                  </a:lnTo>
                  <a:lnTo>
                    <a:pt x="1518" y="822"/>
                  </a:lnTo>
                  <a:lnTo>
                    <a:pt x="1518" y="822"/>
                  </a:lnTo>
                  <a:lnTo>
                    <a:pt x="1518" y="825"/>
                  </a:lnTo>
                  <a:lnTo>
                    <a:pt x="1519" y="814"/>
                  </a:lnTo>
                  <a:lnTo>
                    <a:pt x="1519" y="814"/>
                  </a:lnTo>
                  <a:lnTo>
                    <a:pt x="1519" y="814"/>
                  </a:lnTo>
                  <a:lnTo>
                    <a:pt x="1519" y="817"/>
                  </a:lnTo>
                  <a:lnTo>
                    <a:pt x="1520" y="804"/>
                  </a:lnTo>
                  <a:lnTo>
                    <a:pt x="1521" y="810"/>
                  </a:lnTo>
                  <a:lnTo>
                    <a:pt x="1521" y="810"/>
                  </a:lnTo>
                  <a:lnTo>
                    <a:pt x="1521" y="811"/>
                  </a:lnTo>
                  <a:lnTo>
                    <a:pt x="1522" y="787"/>
                  </a:lnTo>
                  <a:lnTo>
                    <a:pt x="1522" y="787"/>
                  </a:lnTo>
                  <a:lnTo>
                    <a:pt x="1522" y="787"/>
                  </a:lnTo>
                  <a:lnTo>
                    <a:pt x="1522" y="807"/>
                  </a:lnTo>
                  <a:lnTo>
                    <a:pt x="1523" y="163"/>
                  </a:lnTo>
                  <a:lnTo>
                    <a:pt x="1524" y="748"/>
                  </a:lnTo>
                  <a:lnTo>
                    <a:pt x="1524" y="748"/>
                  </a:lnTo>
                  <a:lnTo>
                    <a:pt x="1524" y="763"/>
                  </a:lnTo>
                  <a:lnTo>
                    <a:pt x="1524" y="740"/>
                  </a:lnTo>
                  <a:lnTo>
                    <a:pt x="1525" y="750"/>
                  </a:lnTo>
                  <a:lnTo>
                    <a:pt x="1525" y="750"/>
                  </a:lnTo>
                  <a:lnTo>
                    <a:pt x="1525" y="738"/>
                  </a:lnTo>
                  <a:lnTo>
                    <a:pt x="1526" y="802"/>
                  </a:lnTo>
                  <a:lnTo>
                    <a:pt x="1527" y="783"/>
                  </a:lnTo>
                  <a:lnTo>
                    <a:pt x="1527" y="783"/>
                  </a:lnTo>
                  <a:lnTo>
                    <a:pt x="1527" y="781"/>
                  </a:lnTo>
                  <a:lnTo>
                    <a:pt x="1528" y="803"/>
                  </a:lnTo>
                  <a:lnTo>
                    <a:pt x="1528" y="802"/>
                  </a:lnTo>
                  <a:lnTo>
                    <a:pt x="1528" y="802"/>
                  </a:lnTo>
                  <a:lnTo>
                    <a:pt x="1530" y="785"/>
                  </a:lnTo>
                  <a:lnTo>
                    <a:pt x="1530" y="788"/>
                  </a:lnTo>
                  <a:lnTo>
                    <a:pt x="1530" y="788"/>
                  </a:lnTo>
                  <a:lnTo>
                    <a:pt x="1531" y="802"/>
                  </a:lnTo>
                  <a:lnTo>
                    <a:pt x="1531" y="769"/>
                  </a:lnTo>
                  <a:lnTo>
                    <a:pt x="1531" y="770"/>
                  </a:lnTo>
                  <a:lnTo>
                    <a:pt x="1531" y="770"/>
                  </a:lnTo>
                  <a:lnTo>
                    <a:pt x="1532" y="803"/>
                  </a:lnTo>
                  <a:lnTo>
                    <a:pt x="1532" y="324"/>
                  </a:lnTo>
                  <a:lnTo>
                    <a:pt x="1533" y="462"/>
                  </a:lnTo>
                  <a:lnTo>
                    <a:pt x="1533" y="462"/>
                  </a:lnTo>
                  <a:lnTo>
                    <a:pt x="1533" y="816"/>
                  </a:lnTo>
                  <a:lnTo>
                    <a:pt x="1534" y="803"/>
                  </a:lnTo>
                  <a:lnTo>
                    <a:pt x="1534" y="803"/>
                  </a:lnTo>
                  <a:lnTo>
                    <a:pt x="1534" y="793"/>
                  </a:lnTo>
                  <a:lnTo>
                    <a:pt x="1536" y="793"/>
                  </a:lnTo>
                  <a:lnTo>
                    <a:pt x="1536" y="793"/>
                  </a:lnTo>
                  <a:lnTo>
                    <a:pt x="1536" y="801"/>
                  </a:lnTo>
                  <a:lnTo>
                    <a:pt x="1537" y="746"/>
                  </a:lnTo>
                  <a:lnTo>
                    <a:pt x="1537" y="753"/>
                  </a:lnTo>
                  <a:lnTo>
                    <a:pt x="1537" y="753"/>
                  </a:lnTo>
                  <a:lnTo>
                    <a:pt x="1539" y="707"/>
                  </a:lnTo>
                  <a:lnTo>
                    <a:pt x="1539" y="710"/>
                  </a:lnTo>
                  <a:lnTo>
                    <a:pt x="1539" y="710"/>
                  </a:lnTo>
                  <a:lnTo>
                    <a:pt x="1539" y="727"/>
                  </a:lnTo>
                  <a:lnTo>
                    <a:pt x="1540" y="687"/>
                  </a:lnTo>
                  <a:lnTo>
                    <a:pt x="1540" y="688"/>
                  </a:lnTo>
                  <a:lnTo>
                    <a:pt x="1540" y="688"/>
                  </a:lnTo>
                  <a:lnTo>
                    <a:pt x="1541" y="832"/>
                  </a:lnTo>
                  <a:lnTo>
                    <a:pt x="1542" y="786"/>
                  </a:lnTo>
                  <a:lnTo>
                    <a:pt x="1542" y="786"/>
                  </a:lnTo>
                  <a:lnTo>
                    <a:pt x="1542" y="767"/>
                  </a:lnTo>
                  <a:lnTo>
                    <a:pt x="1543" y="811"/>
                  </a:lnTo>
                  <a:lnTo>
                    <a:pt x="1543" y="803"/>
                  </a:lnTo>
                  <a:lnTo>
                    <a:pt x="1543" y="803"/>
                  </a:lnTo>
                  <a:lnTo>
                    <a:pt x="1545" y="776"/>
                  </a:lnTo>
                  <a:lnTo>
                    <a:pt x="1545" y="776"/>
                  </a:lnTo>
                  <a:lnTo>
                    <a:pt x="1545" y="776"/>
                  </a:lnTo>
                  <a:lnTo>
                    <a:pt x="1546" y="795"/>
                  </a:lnTo>
                  <a:lnTo>
                    <a:pt x="1546" y="730"/>
                  </a:lnTo>
                  <a:lnTo>
                    <a:pt x="1546" y="781"/>
                  </a:lnTo>
                  <a:lnTo>
                    <a:pt x="1546" y="781"/>
                  </a:lnTo>
                  <a:lnTo>
                    <a:pt x="1546" y="791"/>
                  </a:lnTo>
                  <a:lnTo>
                    <a:pt x="1548" y="770"/>
                  </a:lnTo>
                  <a:lnTo>
                    <a:pt x="1548" y="770"/>
                  </a:lnTo>
                  <a:lnTo>
                    <a:pt x="1548" y="770"/>
                  </a:lnTo>
                  <a:lnTo>
                    <a:pt x="1548" y="768"/>
                  </a:lnTo>
                  <a:lnTo>
                    <a:pt x="1549" y="813"/>
                  </a:lnTo>
                  <a:lnTo>
                    <a:pt x="1549" y="813"/>
                  </a:lnTo>
                  <a:lnTo>
                    <a:pt x="1549" y="813"/>
                  </a:lnTo>
                  <a:lnTo>
                    <a:pt x="1549" y="816"/>
                  </a:lnTo>
                  <a:lnTo>
                    <a:pt x="1551" y="758"/>
                  </a:lnTo>
                  <a:lnTo>
                    <a:pt x="1551" y="770"/>
                  </a:lnTo>
                  <a:lnTo>
                    <a:pt x="1551" y="771"/>
                  </a:lnTo>
                  <a:lnTo>
                    <a:pt x="1551" y="796"/>
                  </a:lnTo>
                  <a:lnTo>
                    <a:pt x="1551" y="755"/>
                  </a:lnTo>
                  <a:lnTo>
                    <a:pt x="1552" y="790"/>
                  </a:lnTo>
                  <a:lnTo>
                    <a:pt x="1552" y="790"/>
                  </a:lnTo>
                  <a:lnTo>
                    <a:pt x="1552" y="798"/>
                  </a:lnTo>
                  <a:lnTo>
                    <a:pt x="1554" y="773"/>
                  </a:lnTo>
                  <a:lnTo>
                    <a:pt x="1554" y="774"/>
                  </a:lnTo>
                  <a:lnTo>
                    <a:pt x="1554" y="774"/>
                  </a:lnTo>
                  <a:lnTo>
                    <a:pt x="1554" y="785"/>
                  </a:lnTo>
                  <a:lnTo>
                    <a:pt x="1554" y="736"/>
                  </a:lnTo>
                  <a:lnTo>
                    <a:pt x="1555" y="769"/>
                  </a:lnTo>
                  <a:lnTo>
                    <a:pt x="1555" y="769"/>
                  </a:lnTo>
                  <a:lnTo>
                    <a:pt x="1557" y="760"/>
                  </a:lnTo>
                  <a:lnTo>
                    <a:pt x="1557" y="762"/>
                  </a:lnTo>
                  <a:lnTo>
                    <a:pt x="1557" y="762"/>
                  </a:lnTo>
                  <a:lnTo>
                    <a:pt x="1558" y="784"/>
                  </a:lnTo>
                  <a:lnTo>
                    <a:pt x="1558" y="749"/>
                  </a:lnTo>
                  <a:lnTo>
                    <a:pt x="1558" y="756"/>
                  </a:lnTo>
                  <a:lnTo>
                    <a:pt x="1558" y="756"/>
                  </a:lnTo>
                  <a:lnTo>
                    <a:pt x="1559" y="298"/>
                  </a:lnTo>
                  <a:lnTo>
                    <a:pt x="1559" y="808"/>
                  </a:lnTo>
                  <a:lnTo>
                    <a:pt x="1560" y="534"/>
                  </a:lnTo>
                  <a:lnTo>
                    <a:pt x="1560" y="528"/>
                  </a:lnTo>
                  <a:lnTo>
                    <a:pt x="1560" y="261"/>
                  </a:lnTo>
                  <a:lnTo>
                    <a:pt x="1561" y="665"/>
                  </a:lnTo>
                  <a:lnTo>
                    <a:pt x="1561" y="663"/>
                  </a:lnTo>
                  <a:lnTo>
                    <a:pt x="1561" y="663"/>
                  </a:lnTo>
                  <a:lnTo>
                    <a:pt x="1562" y="285"/>
                  </a:lnTo>
                  <a:lnTo>
                    <a:pt x="1563" y="755"/>
                  </a:lnTo>
                  <a:lnTo>
                    <a:pt x="1563" y="291"/>
                  </a:lnTo>
                  <a:lnTo>
                    <a:pt x="1563" y="292"/>
                  </a:lnTo>
                  <a:lnTo>
                    <a:pt x="1563" y="781"/>
                  </a:lnTo>
                  <a:lnTo>
                    <a:pt x="1564" y="745"/>
                  </a:lnTo>
                  <a:lnTo>
                    <a:pt x="1564" y="745"/>
                  </a:lnTo>
                  <a:lnTo>
                    <a:pt x="1565" y="736"/>
                  </a:lnTo>
                  <a:lnTo>
                    <a:pt x="1565" y="784"/>
                  </a:lnTo>
                  <a:lnTo>
                    <a:pt x="1566" y="744"/>
                  </a:lnTo>
                  <a:lnTo>
                    <a:pt x="1566" y="744"/>
                  </a:lnTo>
                  <a:lnTo>
                    <a:pt x="1566" y="790"/>
                  </a:lnTo>
                  <a:lnTo>
                    <a:pt x="1567" y="762"/>
                  </a:lnTo>
                  <a:lnTo>
                    <a:pt x="1567" y="762"/>
                  </a:lnTo>
                  <a:lnTo>
                    <a:pt x="1568" y="787"/>
                  </a:lnTo>
                  <a:lnTo>
                    <a:pt x="1569" y="775"/>
                  </a:lnTo>
                  <a:lnTo>
                    <a:pt x="1569" y="775"/>
                  </a:lnTo>
                  <a:lnTo>
                    <a:pt x="1569" y="776"/>
                  </a:lnTo>
                  <a:lnTo>
                    <a:pt x="1570" y="746"/>
                  </a:lnTo>
                  <a:lnTo>
                    <a:pt x="1570" y="746"/>
                  </a:lnTo>
                  <a:lnTo>
                    <a:pt x="1570" y="746"/>
                  </a:lnTo>
                  <a:lnTo>
                    <a:pt x="1571" y="744"/>
                  </a:lnTo>
                  <a:lnTo>
                    <a:pt x="1571" y="789"/>
                  </a:lnTo>
                  <a:lnTo>
                    <a:pt x="1572" y="754"/>
                  </a:lnTo>
                  <a:lnTo>
                    <a:pt x="1572" y="754"/>
                  </a:lnTo>
                  <a:lnTo>
                    <a:pt x="1572" y="729"/>
                  </a:lnTo>
                  <a:lnTo>
                    <a:pt x="1573" y="780"/>
                  </a:lnTo>
                  <a:lnTo>
                    <a:pt x="1573" y="753"/>
                  </a:lnTo>
                  <a:lnTo>
                    <a:pt x="1573" y="753"/>
                  </a:lnTo>
                  <a:lnTo>
                    <a:pt x="1574" y="763"/>
                  </a:lnTo>
                  <a:lnTo>
                    <a:pt x="1575" y="741"/>
                  </a:lnTo>
                  <a:lnTo>
                    <a:pt x="1575" y="741"/>
                  </a:lnTo>
                  <a:lnTo>
                    <a:pt x="1575" y="741"/>
                  </a:lnTo>
                  <a:lnTo>
                    <a:pt x="1576" y="788"/>
                  </a:lnTo>
                  <a:lnTo>
                    <a:pt x="1576" y="244"/>
                  </a:lnTo>
                  <a:lnTo>
                    <a:pt x="1576" y="667"/>
                  </a:lnTo>
                  <a:lnTo>
                    <a:pt x="1576" y="668"/>
                  </a:lnTo>
                  <a:lnTo>
                    <a:pt x="1577" y="774"/>
                  </a:lnTo>
                  <a:lnTo>
                    <a:pt x="1578" y="729"/>
                  </a:lnTo>
                  <a:lnTo>
                    <a:pt x="1578" y="729"/>
                  </a:lnTo>
                  <a:lnTo>
                    <a:pt x="1578" y="722"/>
                  </a:lnTo>
                  <a:lnTo>
                    <a:pt x="1579" y="732"/>
                  </a:lnTo>
                  <a:lnTo>
                    <a:pt x="1579" y="732"/>
                  </a:lnTo>
                  <a:lnTo>
                    <a:pt x="1579" y="732"/>
                  </a:lnTo>
                  <a:lnTo>
                    <a:pt x="1580" y="727"/>
                  </a:lnTo>
                  <a:lnTo>
                    <a:pt x="1580" y="736"/>
                  </a:lnTo>
                  <a:lnTo>
                    <a:pt x="1581" y="728"/>
                  </a:lnTo>
                  <a:lnTo>
                    <a:pt x="1581" y="728"/>
                  </a:lnTo>
                  <a:lnTo>
                    <a:pt x="1581" y="723"/>
                  </a:lnTo>
                  <a:lnTo>
                    <a:pt x="1581" y="735"/>
                  </a:lnTo>
                  <a:lnTo>
                    <a:pt x="1582" y="733"/>
                  </a:lnTo>
                  <a:lnTo>
                    <a:pt x="1582" y="733"/>
                  </a:lnTo>
                  <a:lnTo>
                    <a:pt x="1583" y="279"/>
                  </a:lnTo>
                  <a:lnTo>
                    <a:pt x="1583" y="792"/>
                  </a:lnTo>
                  <a:lnTo>
                    <a:pt x="1584" y="789"/>
                  </a:lnTo>
                  <a:lnTo>
                    <a:pt x="1584" y="789"/>
                  </a:lnTo>
                  <a:lnTo>
                    <a:pt x="1584" y="801"/>
                  </a:lnTo>
                  <a:lnTo>
                    <a:pt x="1585" y="708"/>
                  </a:lnTo>
                  <a:lnTo>
                    <a:pt x="1585" y="708"/>
                  </a:lnTo>
                  <a:lnTo>
                    <a:pt x="1585" y="708"/>
                  </a:lnTo>
                  <a:lnTo>
                    <a:pt x="1586" y="706"/>
                  </a:lnTo>
                  <a:lnTo>
                    <a:pt x="1586" y="782"/>
                  </a:lnTo>
                  <a:lnTo>
                    <a:pt x="1587" y="751"/>
                  </a:lnTo>
                  <a:lnTo>
                    <a:pt x="1587" y="751"/>
                  </a:lnTo>
                  <a:lnTo>
                    <a:pt x="1587" y="753"/>
                  </a:lnTo>
                  <a:lnTo>
                    <a:pt x="1588" y="709"/>
                  </a:lnTo>
                  <a:lnTo>
                    <a:pt x="1588" y="709"/>
                  </a:lnTo>
                  <a:lnTo>
                    <a:pt x="1588" y="709"/>
                  </a:lnTo>
                  <a:lnTo>
                    <a:pt x="1589" y="710"/>
                  </a:lnTo>
                  <a:lnTo>
                    <a:pt x="1589" y="700"/>
                  </a:lnTo>
                  <a:lnTo>
                    <a:pt x="1590" y="704"/>
                  </a:lnTo>
                  <a:lnTo>
                    <a:pt x="1590" y="704"/>
                  </a:lnTo>
                  <a:lnTo>
                    <a:pt x="1591" y="702"/>
                  </a:lnTo>
                  <a:lnTo>
                    <a:pt x="1591" y="747"/>
                  </a:lnTo>
                  <a:lnTo>
                    <a:pt x="1591" y="719"/>
                  </a:lnTo>
                  <a:lnTo>
                    <a:pt x="1591" y="719"/>
                  </a:lnTo>
                  <a:lnTo>
                    <a:pt x="1593" y="267"/>
                  </a:lnTo>
                  <a:lnTo>
                    <a:pt x="1593" y="790"/>
                  </a:lnTo>
                  <a:lnTo>
                    <a:pt x="1593" y="743"/>
                  </a:lnTo>
                  <a:lnTo>
                    <a:pt x="1593" y="743"/>
                  </a:lnTo>
                  <a:lnTo>
                    <a:pt x="1593" y="221"/>
                  </a:lnTo>
                  <a:lnTo>
                    <a:pt x="1593" y="790"/>
                  </a:lnTo>
                  <a:lnTo>
                    <a:pt x="1594" y="771"/>
                  </a:lnTo>
                  <a:lnTo>
                    <a:pt x="1594" y="771"/>
                  </a:lnTo>
                  <a:lnTo>
                    <a:pt x="1595" y="774"/>
                  </a:lnTo>
                  <a:lnTo>
                    <a:pt x="1596" y="717"/>
                  </a:lnTo>
                  <a:lnTo>
                    <a:pt x="1596" y="717"/>
                  </a:lnTo>
                  <a:lnTo>
                    <a:pt x="1596" y="717"/>
                  </a:lnTo>
                  <a:lnTo>
                    <a:pt x="1596" y="695"/>
                  </a:lnTo>
                  <a:lnTo>
                    <a:pt x="1597" y="742"/>
                  </a:lnTo>
                  <a:lnTo>
                    <a:pt x="1597" y="742"/>
                  </a:lnTo>
                  <a:lnTo>
                    <a:pt x="1597" y="742"/>
                  </a:lnTo>
                  <a:lnTo>
                    <a:pt x="1598" y="792"/>
                  </a:lnTo>
                  <a:lnTo>
                    <a:pt x="1598" y="736"/>
                  </a:lnTo>
                  <a:lnTo>
                    <a:pt x="1599" y="746"/>
                  </a:lnTo>
                  <a:lnTo>
                    <a:pt x="1599" y="746"/>
                  </a:lnTo>
                  <a:lnTo>
                    <a:pt x="1599" y="748"/>
                  </a:lnTo>
                  <a:lnTo>
                    <a:pt x="1600" y="674"/>
                  </a:lnTo>
                  <a:lnTo>
                    <a:pt x="1600" y="684"/>
                  </a:lnTo>
                  <a:lnTo>
                    <a:pt x="1600" y="684"/>
                  </a:lnTo>
                  <a:lnTo>
                    <a:pt x="1601" y="683"/>
                  </a:lnTo>
                  <a:lnTo>
                    <a:pt x="1601" y="715"/>
                  </a:lnTo>
                  <a:lnTo>
                    <a:pt x="1602" y="709"/>
                  </a:lnTo>
                  <a:lnTo>
                    <a:pt x="1602" y="709"/>
                  </a:lnTo>
                  <a:lnTo>
                    <a:pt x="1602" y="715"/>
                  </a:lnTo>
                  <a:lnTo>
                    <a:pt x="1603" y="684"/>
                  </a:lnTo>
                  <a:lnTo>
                    <a:pt x="1603" y="685"/>
                  </a:lnTo>
                  <a:lnTo>
                    <a:pt x="1603" y="685"/>
                  </a:lnTo>
                  <a:lnTo>
                    <a:pt x="1604" y="249"/>
                  </a:lnTo>
                  <a:lnTo>
                    <a:pt x="1604" y="799"/>
                  </a:lnTo>
                  <a:lnTo>
                    <a:pt x="1605" y="728"/>
                  </a:lnTo>
                  <a:lnTo>
                    <a:pt x="1605" y="728"/>
                  </a:lnTo>
                  <a:lnTo>
                    <a:pt x="1606" y="704"/>
                  </a:lnTo>
                  <a:lnTo>
                    <a:pt x="1606" y="763"/>
                  </a:lnTo>
                  <a:lnTo>
                    <a:pt x="1606" y="742"/>
                  </a:lnTo>
                  <a:lnTo>
                    <a:pt x="1606" y="742"/>
                  </a:lnTo>
                  <a:lnTo>
                    <a:pt x="1607" y="711"/>
                  </a:lnTo>
                  <a:lnTo>
                    <a:pt x="1608" y="781"/>
                  </a:lnTo>
                  <a:lnTo>
                    <a:pt x="1608" y="760"/>
                  </a:lnTo>
                  <a:lnTo>
                    <a:pt x="1608" y="760"/>
                  </a:lnTo>
                  <a:lnTo>
                    <a:pt x="1608" y="778"/>
                  </a:lnTo>
                  <a:lnTo>
                    <a:pt x="1609" y="717"/>
                  </a:lnTo>
                  <a:lnTo>
                    <a:pt x="1609" y="745"/>
                  </a:lnTo>
                  <a:lnTo>
                    <a:pt x="1609" y="745"/>
                  </a:lnTo>
                  <a:lnTo>
                    <a:pt x="1610" y="746"/>
                  </a:lnTo>
                  <a:lnTo>
                    <a:pt x="1611" y="711"/>
                  </a:lnTo>
                  <a:lnTo>
                    <a:pt x="1611" y="711"/>
                  </a:lnTo>
                  <a:lnTo>
                    <a:pt x="1611" y="711"/>
                  </a:lnTo>
                  <a:lnTo>
                    <a:pt x="1611" y="697"/>
                  </a:lnTo>
                  <a:lnTo>
                    <a:pt x="1612" y="781"/>
                  </a:lnTo>
                  <a:lnTo>
                    <a:pt x="1612" y="781"/>
                  </a:lnTo>
                  <a:lnTo>
                    <a:pt x="1612" y="781"/>
                  </a:lnTo>
                  <a:lnTo>
                    <a:pt x="1613" y="801"/>
                  </a:lnTo>
                  <a:lnTo>
                    <a:pt x="1614" y="719"/>
                  </a:lnTo>
                  <a:lnTo>
                    <a:pt x="1614" y="719"/>
                  </a:lnTo>
                  <a:lnTo>
                    <a:pt x="1614" y="719"/>
                  </a:lnTo>
                  <a:lnTo>
                    <a:pt x="1614" y="760"/>
                  </a:lnTo>
                  <a:lnTo>
                    <a:pt x="1615" y="735"/>
                  </a:lnTo>
                  <a:lnTo>
                    <a:pt x="1615" y="735"/>
                  </a:lnTo>
                  <a:lnTo>
                    <a:pt x="1616" y="739"/>
                  </a:lnTo>
                  <a:lnTo>
                    <a:pt x="1617" y="726"/>
                  </a:lnTo>
                  <a:lnTo>
                    <a:pt x="1617" y="726"/>
                  </a:lnTo>
                  <a:lnTo>
                    <a:pt x="1617" y="726"/>
                  </a:lnTo>
                  <a:lnTo>
                    <a:pt x="1618" y="734"/>
                  </a:lnTo>
                  <a:lnTo>
                    <a:pt x="1618" y="725"/>
                  </a:lnTo>
                  <a:lnTo>
                    <a:pt x="1618" y="725"/>
                  </a:lnTo>
                  <a:lnTo>
                    <a:pt x="1618" y="725"/>
                  </a:lnTo>
                  <a:lnTo>
                    <a:pt x="1619" y="726"/>
                  </a:lnTo>
                  <a:lnTo>
                    <a:pt x="1620" y="715"/>
                  </a:lnTo>
                  <a:lnTo>
                    <a:pt x="1620" y="715"/>
                  </a:lnTo>
                  <a:lnTo>
                    <a:pt x="1620" y="715"/>
                  </a:lnTo>
                  <a:lnTo>
                    <a:pt x="1621" y="711"/>
                  </a:lnTo>
                  <a:lnTo>
                    <a:pt x="1621" y="712"/>
                  </a:lnTo>
                  <a:lnTo>
                    <a:pt x="1621" y="712"/>
                  </a:lnTo>
                  <a:lnTo>
                    <a:pt x="1622" y="708"/>
                  </a:lnTo>
                  <a:lnTo>
                    <a:pt x="1623" y="715"/>
                  </a:lnTo>
                  <a:lnTo>
                    <a:pt x="1623" y="712"/>
                  </a:lnTo>
                  <a:lnTo>
                    <a:pt x="1623" y="712"/>
                  </a:lnTo>
                  <a:lnTo>
                    <a:pt x="1624" y="687"/>
                  </a:lnTo>
                  <a:lnTo>
                    <a:pt x="1624" y="753"/>
                  </a:lnTo>
                  <a:lnTo>
                    <a:pt x="1624" y="738"/>
                  </a:lnTo>
                  <a:lnTo>
                    <a:pt x="1624" y="738"/>
                  </a:lnTo>
                  <a:lnTo>
                    <a:pt x="1625" y="690"/>
                  </a:lnTo>
                  <a:lnTo>
                    <a:pt x="1625" y="748"/>
                  </a:lnTo>
                  <a:lnTo>
                    <a:pt x="1626" y="713"/>
                  </a:lnTo>
                  <a:lnTo>
                    <a:pt x="1626" y="713"/>
                  </a:lnTo>
                  <a:lnTo>
                    <a:pt x="1626" y="237"/>
                  </a:lnTo>
                  <a:lnTo>
                    <a:pt x="1627" y="786"/>
                  </a:lnTo>
                  <a:lnTo>
                    <a:pt x="1627" y="758"/>
                  </a:lnTo>
                  <a:lnTo>
                    <a:pt x="1627" y="758"/>
                  </a:lnTo>
                  <a:lnTo>
                    <a:pt x="1628" y="772"/>
                  </a:lnTo>
                  <a:lnTo>
                    <a:pt x="1629" y="716"/>
                  </a:lnTo>
                  <a:lnTo>
                    <a:pt x="1629" y="716"/>
                  </a:lnTo>
                  <a:lnTo>
                    <a:pt x="1629" y="716"/>
                  </a:lnTo>
                  <a:lnTo>
                    <a:pt x="1630" y="745"/>
                  </a:lnTo>
                  <a:lnTo>
                    <a:pt x="1630" y="699"/>
                  </a:lnTo>
                  <a:lnTo>
                    <a:pt x="1630" y="711"/>
                  </a:lnTo>
                  <a:lnTo>
                    <a:pt x="1630" y="711"/>
                  </a:lnTo>
                  <a:lnTo>
                    <a:pt x="1631" y="703"/>
                  </a:lnTo>
                  <a:lnTo>
                    <a:pt x="1631" y="791"/>
                  </a:lnTo>
                  <a:lnTo>
                    <a:pt x="1632" y="758"/>
                  </a:lnTo>
                  <a:lnTo>
                    <a:pt x="1632" y="758"/>
                  </a:lnTo>
                  <a:lnTo>
                    <a:pt x="1633" y="767"/>
                  </a:lnTo>
                  <a:lnTo>
                    <a:pt x="1633" y="711"/>
                  </a:lnTo>
                  <a:lnTo>
                    <a:pt x="1633" y="711"/>
                  </a:lnTo>
                  <a:lnTo>
                    <a:pt x="1633" y="711"/>
                  </a:lnTo>
                  <a:lnTo>
                    <a:pt x="1634" y="687"/>
                  </a:lnTo>
                  <a:lnTo>
                    <a:pt x="1635" y="691"/>
                  </a:lnTo>
                  <a:lnTo>
                    <a:pt x="1635" y="691"/>
                  </a:lnTo>
                  <a:lnTo>
                    <a:pt x="1635" y="691"/>
                  </a:lnTo>
                  <a:lnTo>
                    <a:pt x="1636" y="767"/>
                  </a:lnTo>
                  <a:lnTo>
                    <a:pt x="1636" y="749"/>
                  </a:lnTo>
                  <a:lnTo>
                    <a:pt x="1636" y="749"/>
                  </a:lnTo>
                  <a:lnTo>
                    <a:pt x="1637" y="715"/>
                  </a:lnTo>
                  <a:lnTo>
                    <a:pt x="1638" y="754"/>
                  </a:lnTo>
                  <a:lnTo>
                    <a:pt x="1638" y="734"/>
                  </a:lnTo>
                  <a:lnTo>
                    <a:pt x="1638" y="734"/>
                  </a:lnTo>
                  <a:lnTo>
                    <a:pt x="1639" y="720"/>
                  </a:lnTo>
                  <a:lnTo>
                    <a:pt x="1639" y="758"/>
                  </a:lnTo>
                  <a:lnTo>
                    <a:pt x="1639" y="758"/>
                  </a:lnTo>
                  <a:lnTo>
                    <a:pt x="1639" y="758"/>
                  </a:lnTo>
                  <a:lnTo>
                    <a:pt x="1640" y="758"/>
                  </a:lnTo>
                  <a:lnTo>
                    <a:pt x="1640" y="716"/>
                  </a:lnTo>
                  <a:lnTo>
                    <a:pt x="1641" y="726"/>
                  </a:lnTo>
                  <a:lnTo>
                    <a:pt x="1641" y="726"/>
                  </a:lnTo>
                  <a:lnTo>
                    <a:pt x="1642" y="692"/>
                  </a:lnTo>
                  <a:lnTo>
                    <a:pt x="1642" y="722"/>
                  </a:lnTo>
                  <a:lnTo>
                    <a:pt x="1642" y="722"/>
                  </a:lnTo>
                  <a:lnTo>
                    <a:pt x="1643" y="723"/>
                  </a:lnTo>
                  <a:lnTo>
                    <a:pt x="1643" y="686"/>
                  </a:lnTo>
                  <a:lnTo>
                    <a:pt x="1644" y="699"/>
                  </a:lnTo>
                  <a:lnTo>
                    <a:pt x="1644" y="699"/>
                  </a:lnTo>
                  <a:lnTo>
                    <a:pt x="1644" y="712"/>
                  </a:lnTo>
                  <a:lnTo>
                    <a:pt x="1645" y="678"/>
                  </a:lnTo>
                  <a:lnTo>
                    <a:pt x="1645" y="678"/>
                  </a:lnTo>
                  <a:lnTo>
                    <a:pt x="1645" y="678"/>
                  </a:lnTo>
                  <a:lnTo>
                    <a:pt x="1646" y="701"/>
                  </a:lnTo>
                  <a:lnTo>
                    <a:pt x="1647" y="688"/>
                  </a:lnTo>
                  <a:lnTo>
                    <a:pt x="1647" y="688"/>
                  </a:lnTo>
                  <a:lnTo>
                    <a:pt x="1648" y="680"/>
                  </a:lnTo>
                  <a:lnTo>
                    <a:pt x="1648" y="768"/>
                  </a:lnTo>
                  <a:lnTo>
                    <a:pt x="1648" y="733"/>
                  </a:lnTo>
                  <a:lnTo>
                    <a:pt x="1648" y="733"/>
                  </a:lnTo>
                  <a:lnTo>
                    <a:pt x="1649" y="710"/>
                  </a:lnTo>
                  <a:lnTo>
                    <a:pt x="1650" y="757"/>
                  </a:lnTo>
                  <a:lnTo>
                    <a:pt x="1650" y="731"/>
                  </a:lnTo>
                  <a:lnTo>
                    <a:pt x="1650" y="731"/>
                  </a:lnTo>
                  <a:lnTo>
                    <a:pt x="1651" y="745"/>
                  </a:lnTo>
                  <a:lnTo>
                    <a:pt x="1651" y="716"/>
                  </a:lnTo>
                  <a:lnTo>
                    <a:pt x="1651" y="738"/>
                  </a:lnTo>
                  <a:lnTo>
                    <a:pt x="1651" y="738"/>
                  </a:lnTo>
                  <a:lnTo>
                    <a:pt x="1653" y="325"/>
                  </a:lnTo>
                  <a:lnTo>
                    <a:pt x="1653" y="762"/>
                  </a:lnTo>
                  <a:lnTo>
                    <a:pt x="1653" y="353"/>
                  </a:lnTo>
                  <a:lnTo>
                    <a:pt x="1653" y="353"/>
                  </a:lnTo>
                  <a:lnTo>
                    <a:pt x="1653" y="343"/>
                  </a:lnTo>
                  <a:lnTo>
                    <a:pt x="1653" y="754"/>
                  </a:lnTo>
                  <a:lnTo>
                    <a:pt x="1654" y="706"/>
                  </a:lnTo>
                  <a:lnTo>
                    <a:pt x="1654" y="706"/>
                  </a:lnTo>
                  <a:lnTo>
                    <a:pt x="1656" y="688"/>
                  </a:lnTo>
                  <a:lnTo>
                    <a:pt x="1656" y="756"/>
                  </a:lnTo>
                  <a:lnTo>
                    <a:pt x="1656" y="756"/>
                  </a:lnTo>
                  <a:lnTo>
                    <a:pt x="1656" y="756"/>
                  </a:lnTo>
                  <a:lnTo>
                    <a:pt x="1656" y="774"/>
                  </a:lnTo>
                  <a:lnTo>
                    <a:pt x="1657" y="705"/>
                  </a:lnTo>
                  <a:lnTo>
                    <a:pt x="1657" y="708"/>
                  </a:lnTo>
                  <a:lnTo>
                    <a:pt x="1657" y="708"/>
                  </a:lnTo>
                  <a:lnTo>
                    <a:pt x="1658" y="798"/>
                  </a:lnTo>
                  <a:lnTo>
                    <a:pt x="1659" y="765"/>
                  </a:lnTo>
                  <a:lnTo>
                    <a:pt x="1659" y="765"/>
                  </a:lnTo>
                  <a:lnTo>
                    <a:pt x="1660" y="727"/>
                  </a:lnTo>
                  <a:lnTo>
                    <a:pt x="1660" y="727"/>
                  </a:lnTo>
                  <a:lnTo>
                    <a:pt x="1660" y="727"/>
                  </a:lnTo>
                  <a:lnTo>
                    <a:pt x="1661" y="794"/>
                  </a:lnTo>
                  <a:lnTo>
                    <a:pt x="1661" y="250"/>
                  </a:lnTo>
                  <a:lnTo>
                    <a:pt x="1662" y="640"/>
                  </a:lnTo>
                  <a:lnTo>
                    <a:pt x="1662" y="640"/>
                  </a:lnTo>
                  <a:lnTo>
                    <a:pt x="1663" y="196"/>
                  </a:lnTo>
                  <a:lnTo>
                    <a:pt x="1663" y="796"/>
                  </a:lnTo>
                  <a:lnTo>
                    <a:pt x="1663" y="720"/>
                  </a:lnTo>
                  <a:lnTo>
                    <a:pt x="1663" y="720"/>
                  </a:lnTo>
                  <a:lnTo>
                    <a:pt x="1664" y="706"/>
                  </a:lnTo>
                  <a:lnTo>
                    <a:pt x="1664" y="808"/>
                  </a:lnTo>
                  <a:lnTo>
                    <a:pt x="1665" y="764"/>
                  </a:lnTo>
                  <a:lnTo>
                    <a:pt x="1665" y="764"/>
                  </a:lnTo>
                  <a:lnTo>
                    <a:pt x="1666" y="775"/>
                  </a:lnTo>
                  <a:lnTo>
                    <a:pt x="1666" y="731"/>
                  </a:lnTo>
                  <a:lnTo>
                    <a:pt x="1666" y="772"/>
                  </a:lnTo>
                  <a:lnTo>
                    <a:pt x="1666" y="772"/>
                  </a:lnTo>
                  <a:lnTo>
                    <a:pt x="1668" y="751"/>
                  </a:lnTo>
                  <a:lnTo>
                    <a:pt x="1668" y="757"/>
                  </a:lnTo>
                  <a:lnTo>
                    <a:pt x="1668" y="757"/>
                  </a:lnTo>
                  <a:lnTo>
                    <a:pt x="1669" y="738"/>
                  </a:lnTo>
                  <a:lnTo>
                    <a:pt x="1669" y="739"/>
                  </a:lnTo>
                  <a:lnTo>
                    <a:pt x="1669" y="739"/>
                  </a:lnTo>
                  <a:lnTo>
                    <a:pt x="1670" y="750"/>
                  </a:lnTo>
                  <a:lnTo>
                    <a:pt x="1671" y="750"/>
                  </a:lnTo>
                  <a:lnTo>
                    <a:pt x="1671" y="750"/>
                  </a:lnTo>
                  <a:lnTo>
                    <a:pt x="1672" y="734"/>
                  </a:lnTo>
                  <a:lnTo>
                    <a:pt x="1672" y="734"/>
                  </a:lnTo>
                  <a:lnTo>
                    <a:pt x="1672" y="734"/>
                  </a:lnTo>
                  <a:lnTo>
                    <a:pt x="1673" y="725"/>
                  </a:lnTo>
                  <a:lnTo>
                    <a:pt x="1674" y="744"/>
                  </a:lnTo>
                  <a:lnTo>
                    <a:pt x="1674" y="744"/>
                  </a:lnTo>
                  <a:lnTo>
                    <a:pt x="1674" y="744"/>
                  </a:lnTo>
                  <a:lnTo>
                    <a:pt x="1674" y="743"/>
                  </a:lnTo>
                  <a:lnTo>
                    <a:pt x="1675" y="745"/>
                  </a:lnTo>
                  <a:lnTo>
                    <a:pt x="1675" y="745"/>
                  </a:lnTo>
                  <a:lnTo>
                    <a:pt x="1675" y="745"/>
                  </a:lnTo>
                  <a:lnTo>
                    <a:pt x="1676" y="773"/>
                  </a:lnTo>
                  <a:lnTo>
                    <a:pt x="1676" y="210"/>
                  </a:lnTo>
                  <a:lnTo>
                    <a:pt x="1677" y="703"/>
                  </a:lnTo>
                  <a:lnTo>
                    <a:pt x="1677" y="703"/>
                  </a:lnTo>
                  <a:lnTo>
                    <a:pt x="1678" y="720"/>
                  </a:lnTo>
                  <a:lnTo>
                    <a:pt x="1678" y="701"/>
                  </a:lnTo>
                  <a:lnTo>
                    <a:pt x="1678" y="713"/>
                  </a:lnTo>
                  <a:lnTo>
                    <a:pt x="1678" y="713"/>
                  </a:lnTo>
                  <a:lnTo>
                    <a:pt x="1679" y="707"/>
                  </a:lnTo>
                  <a:lnTo>
                    <a:pt x="1679" y="725"/>
                  </a:lnTo>
                  <a:lnTo>
                    <a:pt x="1680" y="724"/>
                  </a:lnTo>
                  <a:lnTo>
                    <a:pt x="1680" y="724"/>
                  </a:lnTo>
                  <a:lnTo>
                    <a:pt x="1681" y="343"/>
                  </a:lnTo>
                  <a:lnTo>
                    <a:pt x="1681" y="760"/>
                  </a:lnTo>
                  <a:lnTo>
                    <a:pt x="1681" y="389"/>
                  </a:lnTo>
                  <a:lnTo>
                    <a:pt x="1681" y="389"/>
                  </a:lnTo>
                  <a:lnTo>
                    <a:pt x="1682" y="328"/>
                  </a:lnTo>
                  <a:lnTo>
                    <a:pt x="1682" y="745"/>
                  </a:lnTo>
                  <a:lnTo>
                    <a:pt x="1683" y="724"/>
                  </a:lnTo>
                  <a:lnTo>
                    <a:pt x="1683" y="724"/>
                  </a:lnTo>
                  <a:lnTo>
                    <a:pt x="1683" y="723"/>
                  </a:lnTo>
                  <a:lnTo>
                    <a:pt x="1684" y="729"/>
                  </a:lnTo>
                  <a:lnTo>
                    <a:pt x="1684" y="725"/>
                  </a:lnTo>
                  <a:lnTo>
                    <a:pt x="1684" y="725"/>
                  </a:lnTo>
                  <a:lnTo>
                    <a:pt x="1685" y="710"/>
                  </a:lnTo>
                  <a:lnTo>
                    <a:pt x="1686" y="721"/>
                  </a:lnTo>
                  <a:lnTo>
                    <a:pt x="1686" y="721"/>
                  </a:lnTo>
                  <a:lnTo>
                    <a:pt x="1687" y="711"/>
                  </a:lnTo>
                  <a:lnTo>
                    <a:pt x="1687" y="733"/>
                  </a:lnTo>
                  <a:lnTo>
                    <a:pt x="1687" y="733"/>
                  </a:lnTo>
                  <a:lnTo>
                    <a:pt x="1687" y="733"/>
                  </a:lnTo>
                  <a:lnTo>
                    <a:pt x="1688" y="743"/>
                  </a:lnTo>
                  <a:lnTo>
                    <a:pt x="1688" y="716"/>
                  </a:lnTo>
                  <a:lnTo>
                    <a:pt x="1689" y="725"/>
                  </a:lnTo>
                  <a:lnTo>
                    <a:pt x="1689" y="725"/>
                  </a:lnTo>
                  <a:lnTo>
                    <a:pt x="1689" y="728"/>
                  </a:lnTo>
                  <a:lnTo>
                    <a:pt x="1690" y="712"/>
                  </a:lnTo>
                  <a:lnTo>
                    <a:pt x="1690" y="725"/>
                  </a:lnTo>
                  <a:lnTo>
                    <a:pt x="1690" y="725"/>
                  </a:lnTo>
                  <a:lnTo>
                    <a:pt x="1691" y="725"/>
                  </a:lnTo>
                  <a:lnTo>
                    <a:pt x="1691" y="713"/>
                  </a:lnTo>
                  <a:lnTo>
                    <a:pt x="1692" y="725"/>
                  </a:lnTo>
                  <a:lnTo>
                    <a:pt x="1692" y="725"/>
                  </a:lnTo>
                  <a:lnTo>
                    <a:pt x="1693" y="727"/>
                  </a:lnTo>
                  <a:lnTo>
                    <a:pt x="1693" y="717"/>
                  </a:lnTo>
                  <a:lnTo>
                    <a:pt x="1693" y="723"/>
                  </a:lnTo>
                  <a:lnTo>
                    <a:pt x="1693" y="723"/>
                  </a:lnTo>
                  <a:lnTo>
                    <a:pt x="1694" y="725"/>
                  </a:lnTo>
                  <a:lnTo>
                    <a:pt x="1694" y="718"/>
                  </a:lnTo>
                  <a:lnTo>
                    <a:pt x="1695" y="720"/>
                  </a:lnTo>
                  <a:lnTo>
                    <a:pt x="1695" y="720"/>
                  </a:lnTo>
                  <a:lnTo>
                    <a:pt x="1696" y="205"/>
                  </a:lnTo>
                  <a:lnTo>
                    <a:pt x="1696" y="786"/>
                  </a:lnTo>
                  <a:lnTo>
                    <a:pt x="1696" y="779"/>
                  </a:lnTo>
                  <a:lnTo>
                    <a:pt x="1696" y="779"/>
                  </a:lnTo>
                  <a:lnTo>
                    <a:pt x="1697" y="336"/>
                  </a:lnTo>
                  <a:lnTo>
                    <a:pt x="1697" y="783"/>
                  </a:lnTo>
                  <a:lnTo>
                    <a:pt x="1698" y="713"/>
                  </a:lnTo>
                  <a:lnTo>
                    <a:pt x="1698" y="713"/>
                  </a:lnTo>
                  <a:lnTo>
                    <a:pt x="1699" y="705"/>
                  </a:lnTo>
                  <a:lnTo>
                    <a:pt x="1699" y="720"/>
                  </a:lnTo>
                  <a:lnTo>
                    <a:pt x="1699" y="713"/>
                  </a:lnTo>
                  <a:lnTo>
                    <a:pt x="1699" y="713"/>
                  </a:lnTo>
                  <a:lnTo>
                    <a:pt x="1701" y="698"/>
                  </a:lnTo>
                  <a:lnTo>
                    <a:pt x="1701" y="718"/>
                  </a:lnTo>
                  <a:lnTo>
                    <a:pt x="1701" y="718"/>
                  </a:lnTo>
                  <a:lnTo>
                    <a:pt x="1701" y="718"/>
                  </a:lnTo>
                  <a:lnTo>
                    <a:pt x="1702" y="706"/>
                  </a:lnTo>
                  <a:lnTo>
                    <a:pt x="1702" y="720"/>
                  </a:lnTo>
                  <a:lnTo>
                    <a:pt x="1702" y="720"/>
                  </a:lnTo>
                  <a:lnTo>
                    <a:pt x="1702" y="720"/>
                  </a:lnTo>
                  <a:lnTo>
                    <a:pt x="1703" y="721"/>
                  </a:lnTo>
                  <a:lnTo>
                    <a:pt x="1703" y="700"/>
                  </a:lnTo>
                  <a:lnTo>
                    <a:pt x="1704" y="721"/>
                  </a:lnTo>
                  <a:lnTo>
                    <a:pt x="1704" y="721"/>
                  </a:lnTo>
                  <a:lnTo>
                    <a:pt x="1704" y="721"/>
                  </a:lnTo>
                  <a:lnTo>
                    <a:pt x="1705" y="697"/>
                  </a:lnTo>
                  <a:lnTo>
                    <a:pt x="1705" y="720"/>
                  </a:lnTo>
                  <a:lnTo>
                    <a:pt x="1705" y="720"/>
                  </a:lnTo>
                  <a:lnTo>
                    <a:pt x="1706" y="721"/>
                  </a:lnTo>
                  <a:lnTo>
                    <a:pt x="1707" y="709"/>
                  </a:lnTo>
                  <a:lnTo>
                    <a:pt x="1707" y="718"/>
                  </a:lnTo>
                  <a:lnTo>
                    <a:pt x="1707" y="718"/>
                  </a:lnTo>
                  <a:lnTo>
                    <a:pt x="1707" y="719"/>
                  </a:lnTo>
                  <a:lnTo>
                    <a:pt x="1708" y="709"/>
                  </a:lnTo>
                  <a:lnTo>
                    <a:pt x="1708" y="716"/>
                  </a:lnTo>
                  <a:lnTo>
                    <a:pt x="1708" y="716"/>
                  </a:lnTo>
                  <a:lnTo>
                    <a:pt x="1709" y="717"/>
                  </a:lnTo>
                  <a:lnTo>
                    <a:pt x="1710" y="698"/>
                  </a:lnTo>
                  <a:lnTo>
                    <a:pt x="1710" y="698"/>
                  </a:lnTo>
                  <a:lnTo>
                    <a:pt x="1710" y="698"/>
                  </a:lnTo>
                  <a:lnTo>
                    <a:pt x="1711" y="718"/>
                  </a:lnTo>
                  <a:lnTo>
                    <a:pt x="1711" y="714"/>
                  </a:lnTo>
                  <a:lnTo>
                    <a:pt x="1711" y="714"/>
                  </a:lnTo>
                  <a:lnTo>
                    <a:pt x="1712" y="701"/>
                  </a:lnTo>
                  <a:lnTo>
                    <a:pt x="1713" y="719"/>
                  </a:lnTo>
                  <a:lnTo>
                    <a:pt x="1713" y="719"/>
                  </a:lnTo>
                  <a:lnTo>
                    <a:pt x="1713" y="719"/>
                  </a:lnTo>
                  <a:lnTo>
                    <a:pt x="1714" y="721"/>
                  </a:lnTo>
                  <a:lnTo>
                    <a:pt x="1714" y="703"/>
                  </a:lnTo>
                  <a:lnTo>
                    <a:pt x="1714" y="711"/>
                  </a:lnTo>
                  <a:lnTo>
                    <a:pt x="1714" y="711"/>
                  </a:lnTo>
                  <a:lnTo>
                    <a:pt x="1715" y="700"/>
                  </a:lnTo>
                  <a:lnTo>
                    <a:pt x="1716" y="720"/>
                  </a:lnTo>
                  <a:lnTo>
                    <a:pt x="1716" y="716"/>
                  </a:lnTo>
                  <a:lnTo>
                    <a:pt x="1716" y="716"/>
                  </a:lnTo>
                  <a:lnTo>
                    <a:pt x="1717" y="710"/>
                  </a:lnTo>
                  <a:lnTo>
                    <a:pt x="1717" y="719"/>
                  </a:lnTo>
                  <a:lnTo>
                    <a:pt x="1717" y="719"/>
                  </a:lnTo>
                  <a:lnTo>
                    <a:pt x="1717" y="719"/>
                  </a:lnTo>
                  <a:lnTo>
                    <a:pt x="1718" y="711"/>
                  </a:lnTo>
                  <a:lnTo>
                    <a:pt x="1719" y="721"/>
                  </a:lnTo>
                  <a:lnTo>
                    <a:pt x="1719" y="721"/>
                  </a:lnTo>
                  <a:lnTo>
                    <a:pt x="1719" y="721"/>
                  </a:lnTo>
                  <a:lnTo>
                    <a:pt x="1719" y="721"/>
                  </a:lnTo>
                  <a:lnTo>
                    <a:pt x="1720" y="701"/>
                  </a:lnTo>
                  <a:lnTo>
                    <a:pt x="1720" y="720"/>
                  </a:lnTo>
                  <a:lnTo>
                    <a:pt x="1720" y="720"/>
                  </a:lnTo>
                  <a:lnTo>
                    <a:pt x="1722" y="713"/>
                  </a:lnTo>
                  <a:lnTo>
                    <a:pt x="1722" y="717"/>
                  </a:lnTo>
                  <a:lnTo>
                    <a:pt x="1722" y="717"/>
                  </a:lnTo>
                  <a:lnTo>
                    <a:pt x="1722" y="720"/>
                  </a:lnTo>
                  <a:lnTo>
                    <a:pt x="1723" y="715"/>
                  </a:lnTo>
                  <a:lnTo>
                    <a:pt x="1723" y="718"/>
                  </a:lnTo>
                  <a:lnTo>
                    <a:pt x="1723" y="718"/>
                  </a:lnTo>
                  <a:lnTo>
                    <a:pt x="1724" y="721"/>
                  </a:lnTo>
                  <a:lnTo>
                    <a:pt x="1725" y="714"/>
                  </a:lnTo>
                  <a:lnTo>
                    <a:pt x="1725" y="717"/>
                  </a:lnTo>
                  <a:lnTo>
                    <a:pt x="1725" y="717"/>
                  </a:lnTo>
                  <a:lnTo>
                    <a:pt x="1725" y="720"/>
                  </a:lnTo>
                  <a:lnTo>
                    <a:pt x="1726" y="708"/>
                  </a:lnTo>
                  <a:lnTo>
                    <a:pt x="1726" y="708"/>
                  </a:lnTo>
                  <a:lnTo>
                    <a:pt x="1726" y="708"/>
                  </a:lnTo>
                  <a:lnTo>
                    <a:pt x="1728" y="272"/>
                  </a:lnTo>
                  <a:lnTo>
                    <a:pt x="1728" y="783"/>
                  </a:lnTo>
                  <a:lnTo>
                    <a:pt x="1728" y="298"/>
                  </a:lnTo>
                  <a:lnTo>
                    <a:pt x="1728" y="298"/>
                  </a:lnTo>
                  <a:lnTo>
                    <a:pt x="1728" y="789"/>
                  </a:lnTo>
                  <a:lnTo>
                    <a:pt x="1729" y="714"/>
                  </a:lnTo>
                  <a:lnTo>
                    <a:pt x="1729" y="714"/>
                  </a:lnTo>
                  <a:lnTo>
                    <a:pt x="1730" y="706"/>
                  </a:lnTo>
                  <a:lnTo>
                    <a:pt x="1731" y="729"/>
                  </a:lnTo>
                  <a:lnTo>
                    <a:pt x="1731" y="721"/>
                  </a:lnTo>
                  <a:lnTo>
                    <a:pt x="1731" y="721"/>
                  </a:lnTo>
                  <a:lnTo>
                    <a:pt x="1731" y="717"/>
                  </a:lnTo>
                  <a:lnTo>
                    <a:pt x="1732" y="733"/>
                  </a:lnTo>
                  <a:lnTo>
                    <a:pt x="1732" y="722"/>
                  </a:lnTo>
                  <a:lnTo>
                    <a:pt x="1732" y="722"/>
                  </a:lnTo>
                  <a:lnTo>
                    <a:pt x="1733" y="702"/>
                  </a:lnTo>
                  <a:lnTo>
                    <a:pt x="1734" y="732"/>
                  </a:lnTo>
                  <a:lnTo>
                    <a:pt x="1734" y="731"/>
                  </a:lnTo>
                  <a:lnTo>
                    <a:pt x="1734" y="731"/>
                  </a:lnTo>
                  <a:lnTo>
                    <a:pt x="1734" y="257"/>
                  </a:lnTo>
                  <a:lnTo>
                    <a:pt x="1735" y="789"/>
                  </a:lnTo>
                  <a:lnTo>
                    <a:pt x="1735" y="772"/>
                  </a:lnTo>
                  <a:lnTo>
                    <a:pt x="1735" y="772"/>
                  </a:lnTo>
                  <a:lnTo>
                    <a:pt x="1736" y="772"/>
                  </a:lnTo>
                  <a:lnTo>
                    <a:pt x="1737" y="715"/>
                  </a:lnTo>
                  <a:lnTo>
                    <a:pt x="1737" y="732"/>
                  </a:lnTo>
                  <a:lnTo>
                    <a:pt x="1737" y="732"/>
                  </a:lnTo>
                  <a:lnTo>
                    <a:pt x="1737" y="734"/>
                  </a:lnTo>
                  <a:lnTo>
                    <a:pt x="1738" y="713"/>
                  </a:lnTo>
                  <a:lnTo>
                    <a:pt x="1738" y="718"/>
                  </a:lnTo>
                  <a:lnTo>
                    <a:pt x="1738" y="718"/>
                  </a:lnTo>
                  <a:lnTo>
                    <a:pt x="1739" y="715"/>
                  </a:lnTo>
                  <a:lnTo>
                    <a:pt x="1740" y="733"/>
                  </a:lnTo>
                  <a:lnTo>
                    <a:pt x="1740" y="733"/>
                  </a:lnTo>
                  <a:lnTo>
                    <a:pt x="1740" y="733"/>
                  </a:lnTo>
                  <a:lnTo>
                    <a:pt x="1741" y="736"/>
                  </a:lnTo>
                  <a:lnTo>
                    <a:pt x="1741" y="726"/>
                  </a:lnTo>
                  <a:lnTo>
                    <a:pt x="1741" y="730"/>
                  </a:lnTo>
                  <a:lnTo>
                    <a:pt x="1741" y="730"/>
                  </a:lnTo>
                  <a:lnTo>
                    <a:pt x="1743" y="735"/>
                  </a:lnTo>
                  <a:lnTo>
                    <a:pt x="1743" y="717"/>
                  </a:lnTo>
                  <a:lnTo>
                    <a:pt x="1743" y="729"/>
                  </a:lnTo>
                  <a:lnTo>
                    <a:pt x="1743" y="729"/>
                  </a:lnTo>
                  <a:lnTo>
                    <a:pt x="1744" y="733"/>
                  </a:lnTo>
                  <a:lnTo>
                    <a:pt x="1744" y="712"/>
                  </a:lnTo>
                  <a:lnTo>
                    <a:pt x="1744" y="712"/>
                  </a:lnTo>
                  <a:lnTo>
                    <a:pt x="1744" y="712"/>
                  </a:lnTo>
                  <a:lnTo>
                    <a:pt x="1745" y="706"/>
                  </a:lnTo>
                  <a:lnTo>
                    <a:pt x="1746" y="730"/>
                  </a:lnTo>
                  <a:lnTo>
                    <a:pt x="1746" y="726"/>
                  </a:lnTo>
                  <a:lnTo>
                    <a:pt x="1746" y="726"/>
                  </a:lnTo>
                  <a:lnTo>
                    <a:pt x="1746" y="717"/>
                  </a:lnTo>
                  <a:lnTo>
                    <a:pt x="1747" y="730"/>
                  </a:lnTo>
                  <a:lnTo>
                    <a:pt x="1747" y="729"/>
                  </a:lnTo>
                  <a:lnTo>
                    <a:pt x="1747" y="729"/>
                  </a:lnTo>
                  <a:lnTo>
                    <a:pt x="1748" y="720"/>
                  </a:lnTo>
                  <a:lnTo>
                    <a:pt x="1749" y="732"/>
                  </a:lnTo>
                  <a:lnTo>
                    <a:pt x="1749" y="732"/>
                  </a:lnTo>
                  <a:lnTo>
                    <a:pt x="1749" y="732"/>
                  </a:lnTo>
                  <a:lnTo>
                    <a:pt x="1749" y="278"/>
                  </a:lnTo>
                  <a:lnTo>
                    <a:pt x="1750" y="802"/>
                  </a:lnTo>
                  <a:lnTo>
                    <a:pt x="1750" y="738"/>
                  </a:lnTo>
                  <a:lnTo>
                    <a:pt x="1750" y="738"/>
                  </a:lnTo>
                  <a:lnTo>
                    <a:pt x="1751" y="739"/>
                  </a:lnTo>
                  <a:lnTo>
                    <a:pt x="1752" y="709"/>
                  </a:lnTo>
                  <a:lnTo>
                    <a:pt x="1752" y="733"/>
                  </a:lnTo>
                  <a:lnTo>
                    <a:pt x="1752" y="733"/>
                  </a:lnTo>
                  <a:lnTo>
                    <a:pt x="1753" y="341"/>
                  </a:lnTo>
                  <a:lnTo>
                    <a:pt x="1753" y="791"/>
                  </a:lnTo>
                  <a:lnTo>
                    <a:pt x="1753" y="763"/>
                  </a:lnTo>
                  <a:lnTo>
                    <a:pt x="1753" y="763"/>
                  </a:lnTo>
                  <a:lnTo>
                    <a:pt x="1754" y="777"/>
                  </a:lnTo>
                  <a:lnTo>
                    <a:pt x="1755" y="725"/>
                  </a:lnTo>
                  <a:lnTo>
                    <a:pt x="1755" y="733"/>
                  </a:lnTo>
                  <a:lnTo>
                    <a:pt x="1755" y="733"/>
                  </a:lnTo>
                  <a:lnTo>
                    <a:pt x="1756" y="741"/>
                  </a:lnTo>
                  <a:lnTo>
                    <a:pt x="1756" y="719"/>
                  </a:lnTo>
                  <a:lnTo>
                    <a:pt x="1756" y="732"/>
                  </a:lnTo>
                  <a:lnTo>
                    <a:pt x="1756" y="732"/>
                  </a:lnTo>
                  <a:lnTo>
                    <a:pt x="1757" y="719"/>
                  </a:lnTo>
                  <a:lnTo>
                    <a:pt x="1758" y="740"/>
                  </a:lnTo>
                  <a:lnTo>
                    <a:pt x="1758" y="735"/>
                  </a:lnTo>
                  <a:lnTo>
                    <a:pt x="1758" y="735"/>
                  </a:lnTo>
                  <a:lnTo>
                    <a:pt x="1758" y="717"/>
                  </a:lnTo>
                  <a:lnTo>
                    <a:pt x="1759" y="738"/>
                  </a:lnTo>
                  <a:lnTo>
                    <a:pt x="1759" y="730"/>
                  </a:lnTo>
                  <a:lnTo>
                    <a:pt x="1759" y="730"/>
                  </a:lnTo>
                  <a:lnTo>
                    <a:pt x="1761" y="726"/>
                  </a:lnTo>
                  <a:lnTo>
                    <a:pt x="1761" y="740"/>
                  </a:lnTo>
                  <a:lnTo>
                    <a:pt x="1761" y="735"/>
                  </a:lnTo>
                  <a:lnTo>
                    <a:pt x="1761" y="735"/>
                  </a:lnTo>
                  <a:lnTo>
                    <a:pt x="1762" y="725"/>
                  </a:lnTo>
                  <a:lnTo>
                    <a:pt x="1762" y="743"/>
                  </a:lnTo>
                  <a:lnTo>
                    <a:pt x="1762" y="739"/>
                  </a:lnTo>
                  <a:lnTo>
                    <a:pt x="1762" y="739"/>
                  </a:lnTo>
                  <a:lnTo>
                    <a:pt x="1764" y="727"/>
                  </a:lnTo>
                  <a:lnTo>
                    <a:pt x="1764" y="743"/>
                  </a:lnTo>
                  <a:lnTo>
                    <a:pt x="1764" y="743"/>
                  </a:lnTo>
                  <a:lnTo>
                    <a:pt x="1764" y="743"/>
                  </a:lnTo>
                  <a:lnTo>
                    <a:pt x="1764" y="792"/>
                  </a:lnTo>
                  <a:lnTo>
                    <a:pt x="1765" y="336"/>
                  </a:lnTo>
                  <a:lnTo>
                    <a:pt x="1766" y="768"/>
                  </a:lnTo>
                  <a:lnTo>
                    <a:pt x="1766" y="768"/>
                  </a:lnTo>
                  <a:lnTo>
                    <a:pt x="1766" y="772"/>
                  </a:lnTo>
                  <a:lnTo>
                    <a:pt x="1767" y="735"/>
                  </a:lnTo>
                  <a:lnTo>
                    <a:pt x="1767" y="737"/>
                  </a:lnTo>
                  <a:lnTo>
                    <a:pt x="1767" y="737"/>
                  </a:lnTo>
                  <a:lnTo>
                    <a:pt x="1767" y="734"/>
                  </a:lnTo>
                  <a:lnTo>
                    <a:pt x="1768" y="753"/>
                  </a:lnTo>
                  <a:lnTo>
                    <a:pt x="1769" y="742"/>
                  </a:lnTo>
                  <a:lnTo>
                    <a:pt x="1769" y="742"/>
                  </a:lnTo>
                  <a:lnTo>
                    <a:pt x="1770" y="795"/>
                  </a:lnTo>
                  <a:lnTo>
                    <a:pt x="1770" y="274"/>
                  </a:lnTo>
                  <a:lnTo>
                    <a:pt x="1770" y="392"/>
                  </a:lnTo>
                  <a:lnTo>
                    <a:pt x="1770" y="392"/>
                  </a:lnTo>
                  <a:lnTo>
                    <a:pt x="1770" y="284"/>
                  </a:lnTo>
                  <a:lnTo>
                    <a:pt x="1770" y="782"/>
                  </a:lnTo>
                  <a:lnTo>
                    <a:pt x="1772" y="721"/>
                  </a:lnTo>
                  <a:lnTo>
                    <a:pt x="1772" y="721"/>
                  </a:lnTo>
                  <a:lnTo>
                    <a:pt x="1772" y="717"/>
                  </a:lnTo>
                  <a:lnTo>
                    <a:pt x="1773" y="733"/>
                  </a:lnTo>
                  <a:lnTo>
                    <a:pt x="1773" y="731"/>
                  </a:lnTo>
                  <a:lnTo>
                    <a:pt x="1773" y="731"/>
                  </a:lnTo>
                  <a:lnTo>
                    <a:pt x="1775" y="244"/>
                  </a:lnTo>
                  <a:lnTo>
                    <a:pt x="1775" y="788"/>
                  </a:lnTo>
                  <a:lnTo>
                    <a:pt x="1775" y="416"/>
                  </a:lnTo>
                  <a:lnTo>
                    <a:pt x="1775" y="416"/>
                  </a:lnTo>
                  <a:lnTo>
                    <a:pt x="1775" y="780"/>
                  </a:lnTo>
                  <a:lnTo>
                    <a:pt x="1775" y="312"/>
                  </a:lnTo>
                  <a:lnTo>
                    <a:pt x="1776" y="748"/>
                  </a:lnTo>
                  <a:lnTo>
                    <a:pt x="1776" y="748"/>
                  </a:lnTo>
                  <a:lnTo>
                    <a:pt x="1777" y="722"/>
                  </a:lnTo>
                  <a:lnTo>
                    <a:pt x="1778" y="741"/>
                  </a:lnTo>
                  <a:lnTo>
                    <a:pt x="1778" y="741"/>
                  </a:lnTo>
                  <a:lnTo>
                    <a:pt x="1778" y="745"/>
                  </a:lnTo>
                  <a:lnTo>
                    <a:pt x="1779" y="723"/>
                  </a:lnTo>
                  <a:lnTo>
                    <a:pt x="1779" y="734"/>
                  </a:lnTo>
                  <a:lnTo>
                    <a:pt x="1779" y="734"/>
                  </a:lnTo>
                  <a:lnTo>
                    <a:pt x="1780" y="726"/>
                  </a:lnTo>
                  <a:lnTo>
                    <a:pt x="1781" y="751"/>
                  </a:lnTo>
                  <a:lnTo>
                    <a:pt x="1781" y="751"/>
                  </a:lnTo>
                  <a:lnTo>
                    <a:pt x="1781" y="751"/>
                  </a:lnTo>
                  <a:lnTo>
                    <a:pt x="1781" y="756"/>
                  </a:lnTo>
                  <a:lnTo>
                    <a:pt x="1782" y="729"/>
                  </a:lnTo>
                  <a:lnTo>
                    <a:pt x="1782" y="753"/>
                  </a:lnTo>
                  <a:lnTo>
                    <a:pt x="1782" y="753"/>
                  </a:lnTo>
                  <a:lnTo>
                    <a:pt x="1782" y="753"/>
                  </a:lnTo>
                  <a:lnTo>
                    <a:pt x="1783" y="731"/>
                  </a:lnTo>
                  <a:lnTo>
                    <a:pt x="1784" y="746"/>
                  </a:lnTo>
                  <a:lnTo>
                    <a:pt x="1784" y="746"/>
                  </a:lnTo>
                  <a:lnTo>
                    <a:pt x="1784" y="749"/>
                  </a:lnTo>
                  <a:lnTo>
                    <a:pt x="1785" y="722"/>
                  </a:lnTo>
                  <a:lnTo>
                    <a:pt x="1785" y="725"/>
                  </a:lnTo>
                  <a:lnTo>
                    <a:pt x="1785" y="725"/>
                  </a:lnTo>
                  <a:lnTo>
                    <a:pt x="1786" y="750"/>
                  </a:lnTo>
                  <a:lnTo>
                    <a:pt x="1787" y="746"/>
                  </a:lnTo>
                  <a:lnTo>
                    <a:pt x="1787" y="746"/>
                  </a:lnTo>
                  <a:lnTo>
                    <a:pt x="1787" y="732"/>
                  </a:lnTo>
                  <a:lnTo>
                    <a:pt x="1787" y="748"/>
                  </a:lnTo>
                  <a:lnTo>
                    <a:pt x="1788" y="734"/>
                  </a:lnTo>
                  <a:lnTo>
                    <a:pt x="1788" y="734"/>
                  </a:lnTo>
                  <a:lnTo>
                    <a:pt x="1790" y="354"/>
                  </a:lnTo>
                  <a:lnTo>
                    <a:pt x="1790" y="791"/>
                  </a:lnTo>
                  <a:lnTo>
                    <a:pt x="1790" y="393"/>
                  </a:lnTo>
                  <a:lnTo>
                    <a:pt x="1790" y="393"/>
                  </a:lnTo>
                  <a:lnTo>
                    <a:pt x="1790" y="806"/>
                  </a:lnTo>
                  <a:lnTo>
                    <a:pt x="1791" y="382"/>
                  </a:lnTo>
                  <a:lnTo>
                    <a:pt x="1791" y="760"/>
                  </a:lnTo>
                  <a:lnTo>
                    <a:pt x="1791" y="760"/>
                  </a:lnTo>
                  <a:lnTo>
                    <a:pt x="1792" y="766"/>
                  </a:lnTo>
                  <a:lnTo>
                    <a:pt x="1793" y="756"/>
                  </a:lnTo>
                  <a:lnTo>
                    <a:pt x="1793" y="756"/>
                  </a:lnTo>
                  <a:lnTo>
                    <a:pt x="1793" y="756"/>
                  </a:lnTo>
                  <a:lnTo>
                    <a:pt x="1793" y="315"/>
                  </a:lnTo>
                  <a:lnTo>
                    <a:pt x="1794" y="813"/>
                  </a:lnTo>
                  <a:lnTo>
                    <a:pt x="1794" y="781"/>
                  </a:lnTo>
                  <a:lnTo>
                    <a:pt x="1794" y="781"/>
                  </a:lnTo>
                  <a:lnTo>
                    <a:pt x="1794" y="787"/>
                  </a:lnTo>
                  <a:lnTo>
                    <a:pt x="1795" y="753"/>
                  </a:lnTo>
                  <a:lnTo>
                    <a:pt x="1796" y="758"/>
                  </a:lnTo>
                  <a:lnTo>
                    <a:pt x="1796" y="758"/>
                  </a:lnTo>
                  <a:lnTo>
                    <a:pt x="1796" y="267"/>
                  </a:lnTo>
                  <a:lnTo>
                    <a:pt x="1797" y="799"/>
                  </a:lnTo>
                  <a:lnTo>
                    <a:pt x="1797" y="787"/>
                  </a:lnTo>
                  <a:lnTo>
                    <a:pt x="1797" y="787"/>
                  </a:lnTo>
                  <a:lnTo>
                    <a:pt x="1797" y="791"/>
                  </a:lnTo>
                  <a:lnTo>
                    <a:pt x="1797" y="260"/>
                  </a:lnTo>
                  <a:lnTo>
                    <a:pt x="1799" y="754"/>
                  </a:lnTo>
                  <a:lnTo>
                    <a:pt x="1799" y="754"/>
                  </a:lnTo>
                  <a:lnTo>
                    <a:pt x="1799" y="761"/>
                  </a:lnTo>
                  <a:lnTo>
                    <a:pt x="1800" y="745"/>
                  </a:lnTo>
                  <a:lnTo>
                    <a:pt x="1800" y="756"/>
                  </a:lnTo>
                  <a:lnTo>
                    <a:pt x="1800" y="756"/>
                  </a:lnTo>
                  <a:lnTo>
                    <a:pt x="1800" y="760"/>
                  </a:lnTo>
                  <a:lnTo>
                    <a:pt x="1802" y="740"/>
                  </a:lnTo>
                  <a:lnTo>
                    <a:pt x="1802" y="745"/>
                  </a:lnTo>
                  <a:lnTo>
                    <a:pt x="1802" y="745"/>
                  </a:lnTo>
                  <a:lnTo>
                    <a:pt x="1803" y="753"/>
                  </a:lnTo>
                  <a:lnTo>
                    <a:pt x="1803" y="736"/>
                  </a:lnTo>
                  <a:lnTo>
                    <a:pt x="1803" y="744"/>
                  </a:lnTo>
                  <a:lnTo>
                    <a:pt x="1803" y="744"/>
                  </a:lnTo>
                  <a:lnTo>
                    <a:pt x="1803" y="735"/>
                  </a:lnTo>
                  <a:lnTo>
                    <a:pt x="1804" y="754"/>
                  </a:lnTo>
                  <a:lnTo>
                    <a:pt x="1805" y="746"/>
                  </a:lnTo>
                  <a:lnTo>
                    <a:pt x="1805" y="746"/>
                  </a:lnTo>
                  <a:lnTo>
                    <a:pt x="1805" y="738"/>
                  </a:lnTo>
                  <a:lnTo>
                    <a:pt x="1806" y="753"/>
                  </a:lnTo>
                  <a:lnTo>
                    <a:pt x="1806" y="742"/>
                  </a:lnTo>
                  <a:lnTo>
                    <a:pt x="1806" y="742"/>
                  </a:lnTo>
                  <a:lnTo>
                    <a:pt x="1807" y="737"/>
                  </a:lnTo>
                  <a:lnTo>
                    <a:pt x="1808" y="751"/>
                  </a:lnTo>
                  <a:lnTo>
                    <a:pt x="1808" y="739"/>
                  </a:lnTo>
                  <a:lnTo>
                    <a:pt x="1808" y="739"/>
                  </a:lnTo>
                  <a:lnTo>
                    <a:pt x="1809" y="754"/>
                  </a:lnTo>
                  <a:lnTo>
                    <a:pt x="1809" y="754"/>
                  </a:lnTo>
                  <a:lnTo>
                    <a:pt x="1809" y="754"/>
                  </a:lnTo>
                  <a:lnTo>
                    <a:pt x="1809" y="755"/>
                  </a:lnTo>
                  <a:lnTo>
                    <a:pt x="1810" y="728"/>
                  </a:lnTo>
                  <a:lnTo>
                    <a:pt x="1811" y="753"/>
                  </a:lnTo>
                  <a:lnTo>
                    <a:pt x="1811" y="753"/>
                  </a:lnTo>
                  <a:lnTo>
                    <a:pt x="1811" y="754"/>
                  </a:lnTo>
                  <a:lnTo>
                    <a:pt x="1811" y="736"/>
                  </a:lnTo>
                  <a:lnTo>
                    <a:pt x="1812" y="752"/>
                  </a:lnTo>
                  <a:lnTo>
                    <a:pt x="1812" y="751"/>
                  </a:lnTo>
                  <a:lnTo>
                    <a:pt x="1813" y="753"/>
                  </a:lnTo>
                  <a:lnTo>
                    <a:pt x="1813" y="734"/>
                  </a:lnTo>
                  <a:lnTo>
                    <a:pt x="1814" y="745"/>
                  </a:lnTo>
                  <a:lnTo>
                    <a:pt x="1814" y="745"/>
                  </a:lnTo>
                  <a:lnTo>
                    <a:pt x="1814" y="753"/>
                  </a:lnTo>
                  <a:lnTo>
                    <a:pt x="1815" y="741"/>
                  </a:lnTo>
                  <a:lnTo>
                    <a:pt x="1815" y="748"/>
                  </a:lnTo>
                  <a:lnTo>
                    <a:pt x="1815" y="748"/>
                  </a:lnTo>
                  <a:lnTo>
                    <a:pt x="1816" y="754"/>
                  </a:lnTo>
                  <a:lnTo>
                    <a:pt x="1816" y="738"/>
                  </a:lnTo>
                  <a:lnTo>
                    <a:pt x="1817" y="743"/>
                  </a:lnTo>
                  <a:lnTo>
                    <a:pt x="1817" y="743"/>
                  </a:lnTo>
                  <a:lnTo>
                    <a:pt x="1818" y="391"/>
                  </a:lnTo>
                  <a:lnTo>
                    <a:pt x="1818" y="789"/>
                  </a:lnTo>
                  <a:lnTo>
                    <a:pt x="1818" y="781"/>
                  </a:lnTo>
                  <a:lnTo>
                    <a:pt x="1818" y="781"/>
                  </a:lnTo>
                  <a:lnTo>
                    <a:pt x="1818" y="796"/>
                  </a:lnTo>
                  <a:lnTo>
                    <a:pt x="1818" y="512"/>
                  </a:lnTo>
                  <a:lnTo>
                    <a:pt x="1820" y="754"/>
                  </a:lnTo>
                  <a:lnTo>
                    <a:pt x="1820" y="754"/>
                  </a:lnTo>
                  <a:lnTo>
                    <a:pt x="1821" y="757"/>
                  </a:lnTo>
                  <a:lnTo>
                    <a:pt x="1821" y="739"/>
                  </a:lnTo>
                  <a:lnTo>
                    <a:pt x="1821" y="739"/>
                  </a:lnTo>
                  <a:lnTo>
                    <a:pt x="1821" y="736"/>
                  </a:lnTo>
                  <a:lnTo>
                    <a:pt x="1823" y="755"/>
                  </a:lnTo>
                  <a:lnTo>
                    <a:pt x="1823" y="750"/>
                  </a:lnTo>
                  <a:lnTo>
                    <a:pt x="1823" y="750"/>
                  </a:lnTo>
                  <a:lnTo>
                    <a:pt x="1823" y="749"/>
                  </a:lnTo>
                  <a:lnTo>
                    <a:pt x="1824" y="756"/>
                  </a:lnTo>
                  <a:lnTo>
                    <a:pt x="1824" y="755"/>
                  </a:lnTo>
                  <a:lnTo>
                    <a:pt x="1824" y="754"/>
                  </a:lnTo>
                  <a:lnTo>
                    <a:pt x="1825" y="740"/>
                  </a:lnTo>
                  <a:lnTo>
                    <a:pt x="1826" y="751"/>
                  </a:lnTo>
                  <a:lnTo>
                    <a:pt x="1826" y="751"/>
                  </a:lnTo>
                  <a:lnTo>
                    <a:pt x="1826" y="788"/>
                  </a:lnTo>
                  <a:lnTo>
                    <a:pt x="1826" y="276"/>
                  </a:lnTo>
                  <a:lnTo>
                    <a:pt x="1827" y="735"/>
                  </a:lnTo>
                  <a:lnTo>
                    <a:pt x="1827" y="735"/>
                  </a:lnTo>
                  <a:lnTo>
                    <a:pt x="1827" y="729"/>
                  </a:lnTo>
                  <a:lnTo>
                    <a:pt x="1828" y="773"/>
                  </a:lnTo>
                  <a:lnTo>
                    <a:pt x="1829" y="768"/>
                  </a:lnTo>
                  <a:lnTo>
                    <a:pt x="1829" y="768"/>
                  </a:lnTo>
                  <a:lnTo>
                    <a:pt x="1829" y="776"/>
                  </a:lnTo>
                  <a:lnTo>
                    <a:pt x="1830" y="749"/>
                  </a:lnTo>
                  <a:lnTo>
                    <a:pt x="1830" y="758"/>
                  </a:lnTo>
                  <a:lnTo>
                    <a:pt x="1830" y="758"/>
                  </a:lnTo>
                  <a:lnTo>
                    <a:pt x="1831" y="780"/>
                  </a:lnTo>
                  <a:lnTo>
                    <a:pt x="1831" y="298"/>
                  </a:lnTo>
                  <a:lnTo>
                    <a:pt x="1832" y="650"/>
                  </a:lnTo>
                  <a:lnTo>
                    <a:pt x="1832" y="656"/>
                  </a:lnTo>
                  <a:lnTo>
                    <a:pt x="1832" y="353"/>
                  </a:lnTo>
                  <a:lnTo>
                    <a:pt x="1833" y="775"/>
                  </a:lnTo>
                  <a:lnTo>
                    <a:pt x="1833" y="775"/>
                  </a:lnTo>
                  <a:lnTo>
                    <a:pt x="1833" y="775"/>
                  </a:lnTo>
                  <a:lnTo>
                    <a:pt x="1835" y="779"/>
                  </a:lnTo>
                  <a:lnTo>
                    <a:pt x="1835" y="321"/>
                  </a:lnTo>
                  <a:lnTo>
                    <a:pt x="1835" y="397"/>
                  </a:lnTo>
                  <a:lnTo>
                    <a:pt x="1835" y="400"/>
                  </a:lnTo>
                  <a:lnTo>
                    <a:pt x="1835" y="373"/>
                  </a:lnTo>
                  <a:lnTo>
                    <a:pt x="1835" y="795"/>
                  </a:lnTo>
                  <a:lnTo>
                    <a:pt x="1836" y="770"/>
                  </a:lnTo>
                  <a:lnTo>
                    <a:pt x="1836" y="770"/>
                  </a:lnTo>
                  <a:lnTo>
                    <a:pt x="1837" y="696"/>
                  </a:lnTo>
                  <a:lnTo>
                    <a:pt x="1838" y="697"/>
                  </a:lnTo>
                  <a:lnTo>
                    <a:pt x="1838" y="697"/>
                  </a:lnTo>
                  <a:lnTo>
                    <a:pt x="1839" y="741"/>
                  </a:lnTo>
                  <a:lnTo>
                    <a:pt x="1839" y="741"/>
                  </a:lnTo>
                  <a:lnTo>
                    <a:pt x="1839" y="741"/>
                  </a:lnTo>
                  <a:lnTo>
                    <a:pt x="1840" y="728"/>
                  </a:lnTo>
                  <a:lnTo>
                    <a:pt x="1840" y="824"/>
                  </a:lnTo>
                  <a:lnTo>
                    <a:pt x="1841" y="814"/>
                  </a:lnTo>
                  <a:lnTo>
                    <a:pt x="1841" y="814"/>
                  </a:lnTo>
                  <a:lnTo>
                    <a:pt x="1842" y="772"/>
                  </a:lnTo>
                  <a:lnTo>
                    <a:pt x="1842" y="802"/>
                  </a:lnTo>
                  <a:lnTo>
                    <a:pt x="1842" y="802"/>
                  </a:lnTo>
                  <a:lnTo>
                    <a:pt x="1843" y="803"/>
                  </a:lnTo>
                  <a:lnTo>
                    <a:pt x="1844" y="784"/>
                  </a:lnTo>
                  <a:lnTo>
                    <a:pt x="1844" y="795"/>
                  </a:lnTo>
                  <a:lnTo>
                    <a:pt x="1844" y="795"/>
                  </a:lnTo>
                  <a:lnTo>
                    <a:pt x="1844" y="798"/>
                  </a:lnTo>
                  <a:lnTo>
                    <a:pt x="1845" y="722"/>
                  </a:lnTo>
                  <a:lnTo>
                    <a:pt x="1845" y="734"/>
                  </a:lnTo>
                  <a:lnTo>
                    <a:pt x="1845" y="734"/>
                  </a:lnTo>
                  <a:lnTo>
                    <a:pt x="1846" y="724"/>
                  </a:lnTo>
                  <a:lnTo>
                    <a:pt x="1846" y="798"/>
                  </a:lnTo>
                  <a:lnTo>
                    <a:pt x="1847" y="769"/>
                  </a:lnTo>
                  <a:lnTo>
                    <a:pt x="1847" y="769"/>
                  </a:lnTo>
                  <a:lnTo>
                    <a:pt x="1847" y="741"/>
                  </a:lnTo>
                  <a:lnTo>
                    <a:pt x="1848" y="771"/>
                  </a:lnTo>
                  <a:lnTo>
                    <a:pt x="1848" y="765"/>
                  </a:lnTo>
                  <a:lnTo>
                    <a:pt x="1848" y="765"/>
                  </a:lnTo>
                  <a:lnTo>
                    <a:pt x="1849" y="770"/>
                  </a:lnTo>
                  <a:lnTo>
                    <a:pt x="1850" y="753"/>
                  </a:lnTo>
                  <a:lnTo>
                    <a:pt x="1850" y="761"/>
                  </a:lnTo>
                  <a:lnTo>
                    <a:pt x="1850" y="761"/>
                  </a:lnTo>
                  <a:lnTo>
                    <a:pt x="1850" y="755"/>
                  </a:lnTo>
                  <a:lnTo>
                    <a:pt x="1851" y="776"/>
                  </a:lnTo>
                  <a:lnTo>
                    <a:pt x="1851" y="773"/>
                  </a:lnTo>
                  <a:lnTo>
                    <a:pt x="1851" y="773"/>
                  </a:lnTo>
                  <a:lnTo>
                    <a:pt x="1852" y="753"/>
                  </a:lnTo>
                  <a:lnTo>
                    <a:pt x="1852" y="813"/>
                  </a:lnTo>
                  <a:lnTo>
                    <a:pt x="1853" y="799"/>
                  </a:lnTo>
                  <a:lnTo>
                    <a:pt x="1853" y="799"/>
                  </a:lnTo>
                  <a:lnTo>
                    <a:pt x="1853" y="807"/>
                  </a:lnTo>
                  <a:lnTo>
                    <a:pt x="1853" y="756"/>
                  </a:lnTo>
                  <a:lnTo>
                    <a:pt x="1854" y="779"/>
                  </a:lnTo>
                  <a:lnTo>
                    <a:pt x="1854" y="779"/>
                  </a:lnTo>
                  <a:lnTo>
                    <a:pt x="1855" y="834"/>
                  </a:lnTo>
                  <a:lnTo>
                    <a:pt x="1855" y="151"/>
                  </a:lnTo>
                  <a:lnTo>
                    <a:pt x="1856" y="358"/>
                  </a:lnTo>
                  <a:lnTo>
                    <a:pt x="1856" y="358"/>
                  </a:lnTo>
                  <a:lnTo>
                    <a:pt x="1856" y="94"/>
                  </a:lnTo>
                  <a:lnTo>
                    <a:pt x="1857" y="830"/>
                  </a:lnTo>
                  <a:lnTo>
                    <a:pt x="1857" y="830"/>
                  </a:lnTo>
                  <a:lnTo>
                    <a:pt x="1857" y="830"/>
                  </a:lnTo>
                  <a:lnTo>
                    <a:pt x="1858" y="832"/>
                  </a:lnTo>
                  <a:lnTo>
                    <a:pt x="1858" y="196"/>
                  </a:lnTo>
                  <a:lnTo>
                    <a:pt x="1859" y="720"/>
                  </a:lnTo>
                  <a:lnTo>
                    <a:pt x="1859" y="720"/>
                  </a:lnTo>
                  <a:lnTo>
                    <a:pt x="1859" y="829"/>
                  </a:lnTo>
                  <a:lnTo>
                    <a:pt x="1860" y="784"/>
                  </a:lnTo>
                  <a:lnTo>
                    <a:pt x="1860" y="784"/>
                  </a:lnTo>
                  <a:lnTo>
                    <a:pt x="1861" y="809"/>
                  </a:lnTo>
                  <a:lnTo>
                    <a:pt x="1862" y="775"/>
                  </a:lnTo>
                  <a:lnTo>
                    <a:pt x="1862" y="793"/>
                  </a:lnTo>
                  <a:lnTo>
                    <a:pt x="1862" y="793"/>
                  </a:lnTo>
                  <a:lnTo>
                    <a:pt x="1862" y="799"/>
                  </a:lnTo>
                  <a:lnTo>
                    <a:pt x="1863" y="733"/>
                  </a:lnTo>
                  <a:lnTo>
                    <a:pt x="1863" y="786"/>
                  </a:lnTo>
                  <a:lnTo>
                    <a:pt x="1863" y="786"/>
                  </a:lnTo>
                  <a:lnTo>
                    <a:pt x="1864" y="802"/>
                  </a:lnTo>
                  <a:lnTo>
                    <a:pt x="1865" y="356"/>
                  </a:lnTo>
                  <a:lnTo>
                    <a:pt x="1865" y="741"/>
                  </a:lnTo>
                  <a:lnTo>
                    <a:pt x="1865" y="741"/>
                  </a:lnTo>
                  <a:lnTo>
                    <a:pt x="1866" y="753"/>
                  </a:lnTo>
                  <a:lnTo>
                    <a:pt x="1866" y="280"/>
                  </a:lnTo>
                  <a:lnTo>
                    <a:pt x="1866" y="746"/>
                  </a:lnTo>
                  <a:lnTo>
                    <a:pt x="1866" y="746"/>
                  </a:lnTo>
                  <a:lnTo>
                    <a:pt x="1867" y="774"/>
                  </a:lnTo>
                  <a:lnTo>
                    <a:pt x="1868" y="697"/>
                  </a:lnTo>
                  <a:lnTo>
                    <a:pt x="1868" y="743"/>
                  </a:lnTo>
                  <a:lnTo>
                    <a:pt x="1868" y="743"/>
                  </a:lnTo>
                  <a:lnTo>
                    <a:pt x="1868" y="821"/>
                  </a:lnTo>
                  <a:lnTo>
                    <a:pt x="1868" y="275"/>
                  </a:lnTo>
                  <a:lnTo>
                    <a:pt x="1869" y="779"/>
                  </a:lnTo>
                  <a:lnTo>
                    <a:pt x="1869" y="779"/>
                  </a:lnTo>
                  <a:lnTo>
                    <a:pt x="1870" y="784"/>
                  </a:lnTo>
                  <a:lnTo>
                    <a:pt x="1870" y="714"/>
                  </a:lnTo>
                  <a:lnTo>
                    <a:pt x="1871" y="763"/>
                  </a:lnTo>
                  <a:lnTo>
                    <a:pt x="1871" y="763"/>
                  </a:lnTo>
                  <a:lnTo>
                    <a:pt x="1872" y="707"/>
                  </a:lnTo>
                  <a:lnTo>
                    <a:pt x="1872" y="829"/>
                  </a:lnTo>
                  <a:lnTo>
                    <a:pt x="1872" y="825"/>
                  </a:lnTo>
                  <a:lnTo>
                    <a:pt x="1872" y="825"/>
                  </a:lnTo>
                  <a:lnTo>
                    <a:pt x="1873" y="828"/>
                  </a:lnTo>
                  <a:lnTo>
                    <a:pt x="1874" y="772"/>
                  </a:lnTo>
                  <a:lnTo>
                    <a:pt x="1874" y="806"/>
                  </a:lnTo>
                  <a:lnTo>
                    <a:pt x="1874" y="806"/>
                  </a:lnTo>
                  <a:lnTo>
                    <a:pt x="1874" y="808"/>
                  </a:lnTo>
                  <a:lnTo>
                    <a:pt x="1875" y="728"/>
                  </a:lnTo>
                  <a:lnTo>
                    <a:pt x="1875" y="792"/>
                  </a:lnTo>
                  <a:lnTo>
                    <a:pt x="1875" y="792"/>
                  </a:lnTo>
                  <a:lnTo>
                    <a:pt x="1877" y="798"/>
                  </a:lnTo>
                  <a:lnTo>
                    <a:pt x="1877" y="721"/>
                  </a:lnTo>
                  <a:lnTo>
                    <a:pt x="1877" y="733"/>
                  </a:lnTo>
                  <a:lnTo>
                    <a:pt x="1877" y="733"/>
                  </a:lnTo>
                  <a:lnTo>
                    <a:pt x="1877" y="718"/>
                  </a:lnTo>
                  <a:lnTo>
                    <a:pt x="1877" y="830"/>
                  </a:lnTo>
                  <a:lnTo>
                    <a:pt x="1878" y="733"/>
                  </a:lnTo>
                  <a:lnTo>
                    <a:pt x="1878" y="733"/>
                  </a:lnTo>
                  <a:lnTo>
                    <a:pt x="1879" y="822"/>
                  </a:lnTo>
                  <a:lnTo>
                    <a:pt x="1880" y="410"/>
                  </a:lnTo>
                  <a:lnTo>
                    <a:pt x="1880" y="733"/>
                  </a:lnTo>
                  <a:lnTo>
                    <a:pt x="1880" y="733"/>
                  </a:lnTo>
                  <a:lnTo>
                    <a:pt x="1881" y="758"/>
                  </a:lnTo>
                  <a:lnTo>
                    <a:pt x="1881" y="730"/>
                  </a:lnTo>
                  <a:lnTo>
                    <a:pt x="1881" y="751"/>
                  </a:lnTo>
                  <a:lnTo>
                    <a:pt x="1881" y="751"/>
                  </a:lnTo>
                  <a:lnTo>
                    <a:pt x="1882" y="716"/>
                  </a:lnTo>
                  <a:lnTo>
                    <a:pt x="1882" y="831"/>
                  </a:lnTo>
                  <a:lnTo>
                    <a:pt x="1883" y="800"/>
                  </a:lnTo>
                  <a:lnTo>
                    <a:pt x="1883" y="800"/>
                  </a:lnTo>
                  <a:lnTo>
                    <a:pt x="1883" y="807"/>
                  </a:lnTo>
                  <a:lnTo>
                    <a:pt x="1884" y="706"/>
                  </a:lnTo>
                  <a:lnTo>
                    <a:pt x="1884" y="761"/>
                  </a:lnTo>
                  <a:lnTo>
                    <a:pt x="1884" y="761"/>
                  </a:lnTo>
                  <a:lnTo>
                    <a:pt x="1885" y="784"/>
                  </a:lnTo>
                  <a:lnTo>
                    <a:pt x="1885" y="731"/>
                  </a:lnTo>
                  <a:lnTo>
                    <a:pt x="1886" y="774"/>
                  </a:lnTo>
                  <a:lnTo>
                    <a:pt x="1886" y="774"/>
                  </a:lnTo>
                  <a:lnTo>
                    <a:pt x="1887" y="704"/>
                  </a:lnTo>
                  <a:lnTo>
                    <a:pt x="1887" y="825"/>
                  </a:lnTo>
                  <a:lnTo>
                    <a:pt x="1887" y="823"/>
                  </a:lnTo>
                  <a:lnTo>
                    <a:pt x="1887" y="823"/>
                  </a:lnTo>
                  <a:lnTo>
                    <a:pt x="1889" y="768"/>
                  </a:lnTo>
                  <a:lnTo>
                    <a:pt x="1889" y="801"/>
                  </a:lnTo>
                  <a:lnTo>
                    <a:pt x="1889" y="801"/>
                  </a:lnTo>
                  <a:lnTo>
                    <a:pt x="1889" y="760"/>
                  </a:lnTo>
                  <a:lnTo>
                    <a:pt x="1890" y="808"/>
                  </a:lnTo>
                  <a:lnTo>
                    <a:pt x="1890" y="796"/>
                  </a:lnTo>
                  <a:lnTo>
                    <a:pt x="1890" y="796"/>
                  </a:lnTo>
                  <a:lnTo>
                    <a:pt x="1891" y="797"/>
                  </a:lnTo>
                  <a:lnTo>
                    <a:pt x="1892" y="734"/>
                  </a:lnTo>
                  <a:lnTo>
                    <a:pt x="1892" y="784"/>
                  </a:lnTo>
                  <a:lnTo>
                    <a:pt x="1892" y="784"/>
                  </a:lnTo>
                  <a:lnTo>
                    <a:pt x="1892" y="792"/>
                  </a:lnTo>
                  <a:lnTo>
                    <a:pt x="1893" y="735"/>
                  </a:lnTo>
                  <a:lnTo>
                    <a:pt x="1893" y="736"/>
                  </a:lnTo>
                  <a:lnTo>
                    <a:pt x="1893" y="736"/>
                  </a:lnTo>
                  <a:lnTo>
                    <a:pt x="1894" y="731"/>
                  </a:lnTo>
                  <a:lnTo>
                    <a:pt x="1894" y="812"/>
                  </a:lnTo>
                  <a:lnTo>
                    <a:pt x="1895" y="782"/>
                  </a:lnTo>
                  <a:lnTo>
                    <a:pt x="1895" y="782"/>
                  </a:lnTo>
                  <a:lnTo>
                    <a:pt x="1896" y="803"/>
                  </a:lnTo>
                  <a:lnTo>
                    <a:pt x="1896" y="211"/>
                  </a:lnTo>
                  <a:lnTo>
                    <a:pt x="1896" y="373"/>
                  </a:lnTo>
                  <a:lnTo>
                    <a:pt x="1896" y="373"/>
                  </a:lnTo>
                  <a:lnTo>
                    <a:pt x="1897" y="307"/>
                  </a:lnTo>
                  <a:lnTo>
                    <a:pt x="1898" y="781"/>
                  </a:lnTo>
                  <a:lnTo>
                    <a:pt x="1898" y="734"/>
                  </a:lnTo>
                  <a:lnTo>
                    <a:pt x="1898" y="734"/>
                  </a:lnTo>
                  <a:lnTo>
                    <a:pt x="1898" y="775"/>
                  </a:lnTo>
                  <a:lnTo>
                    <a:pt x="1899" y="665"/>
                  </a:lnTo>
                  <a:lnTo>
                    <a:pt x="1899" y="718"/>
                  </a:lnTo>
                  <a:lnTo>
                    <a:pt x="1899" y="718"/>
                  </a:lnTo>
                  <a:lnTo>
                    <a:pt x="1900" y="663"/>
                  </a:lnTo>
                  <a:lnTo>
                    <a:pt x="1900" y="816"/>
                  </a:lnTo>
                  <a:lnTo>
                    <a:pt x="1901" y="812"/>
                  </a:lnTo>
                  <a:lnTo>
                    <a:pt x="1901" y="812"/>
                  </a:lnTo>
                  <a:lnTo>
                    <a:pt x="1901" y="813"/>
                  </a:lnTo>
                  <a:lnTo>
                    <a:pt x="1902" y="757"/>
                  </a:lnTo>
                  <a:lnTo>
                    <a:pt x="1902" y="778"/>
                  </a:lnTo>
                  <a:lnTo>
                    <a:pt x="1902" y="778"/>
                  </a:lnTo>
                  <a:lnTo>
                    <a:pt x="1903" y="785"/>
                  </a:lnTo>
                  <a:lnTo>
                    <a:pt x="1903" y="332"/>
                  </a:lnTo>
                  <a:lnTo>
                    <a:pt x="1904" y="752"/>
                  </a:lnTo>
                  <a:lnTo>
                    <a:pt x="1904" y="752"/>
                  </a:lnTo>
                  <a:lnTo>
                    <a:pt x="1905" y="754"/>
                  </a:lnTo>
                  <a:lnTo>
                    <a:pt x="1905" y="703"/>
                  </a:lnTo>
                  <a:lnTo>
                    <a:pt x="1905" y="743"/>
                  </a:lnTo>
                  <a:lnTo>
                    <a:pt x="1905" y="743"/>
                  </a:lnTo>
                  <a:lnTo>
                    <a:pt x="1906" y="699"/>
                  </a:lnTo>
                  <a:lnTo>
                    <a:pt x="1907" y="763"/>
                  </a:lnTo>
                  <a:lnTo>
                    <a:pt x="1907" y="756"/>
                  </a:lnTo>
                  <a:lnTo>
                    <a:pt x="1907" y="756"/>
                  </a:lnTo>
                  <a:lnTo>
                    <a:pt x="1907" y="779"/>
                  </a:lnTo>
                  <a:lnTo>
                    <a:pt x="1908" y="730"/>
                  </a:lnTo>
                  <a:lnTo>
                    <a:pt x="1908" y="733"/>
                  </a:lnTo>
                  <a:lnTo>
                    <a:pt x="1908" y="733"/>
                  </a:lnTo>
                  <a:lnTo>
                    <a:pt x="1909" y="726"/>
                  </a:lnTo>
                  <a:lnTo>
                    <a:pt x="1909" y="783"/>
                  </a:lnTo>
                  <a:lnTo>
                    <a:pt x="1910" y="746"/>
                  </a:lnTo>
                  <a:lnTo>
                    <a:pt x="1910" y="746"/>
                  </a:lnTo>
                  <a:lnTo>
                    <a:pt x="1911" y="822"/>
                  </a:lnTo>
                  <a:lnTo>
                    <a:pt x="1911" y="651"/>
                  </a:lnTo>
                  <a:lnTo>
                    <a:pt x="1911" y="731"/>
                  </a:lnTo>
                  <a:lnTo>
                    <a:pt x="1911" y="731"/>
                  </a:lnTo>
                  <a:lnTo>
                    <a:pt x="1912" y="839"/>
                  </a:lnTo>
                  <a:lnTo>
                    <a:pt x="1913" y="432"/>
                  </a:lnTo>
                  <a:lnTo>
                    <a:pt x="1913" y="432"/>
                  </a:lnTo>
                  <a:lnTo>
                    <a:pt x="1913" y="432"/>
                  </a:lnTo>
                  <a:lnTo>
                    <a:pt x="1913" y="84"/>
                  </a:lnTo>
                  <a:lnTo>
                    <a:pt x="1914" y="801"/>
                  </a:lnTo>
                  <a:lnTo>
                    <a:pt x="1914" y="787"/>
                  </a:lnTo>
                  <a:lnTo>
                    <a:pt x="1914" y="787"/>
                  </a:lnTo>
                  <a:lnTo>
                    <a:pt x="1915" y="790"/>
                  </a:lnTo>
                  <a:lnTo>
                    <a:pt x="1915" y="721"/>
                  </a:lnTo>
                  <a:lnTo>
                    <a:pt x="1916" y="782"/>
                  </a:lnTo>
                  <a:lnTo>
                    <a:pt x="1916" y="782"/>
                  </a:lnTo>
                  <a:lnTo>
                    <a:pt x="1916" y="784"/>
                  </a:lnTo>
                  <a:lnTo>
                    <a:pt x="1917" y="744"/>
                  </a:lnTo>
                  <a:lnTo>
                    <a:pt x="1917" y="760"/>
                  </a:lnTo>
                  <a:lnTo>
                    <a:pt x="1917" y="760"/>
                  </a:lnTo>
                  <a:lnTo>
                    <a:pt x="1919" y="696"/>
                  </a:lnTo>
                  <a:lnTo>
                    <a:pt x="1919" y="815"/>
                  </a:lnTo>
                  <a:lnTo>
                    <a:pt x="1919" y="815"/>
                  </a:lnTo>
                  <a:lnTo>
                    <a:pt x="1919" y="815"/>
                  </a:lnTo>
                  <a:lnTo>
                    <a:pt x="1919" y="819"/>
                  </a:lnTo>
                  <a:lnTo>
                    <a:pt x="1920" y="757"/>
                  </a:lnTo>
                  <a:lnTo>
                    <a:pt x="1920" y="765"/>
                  </a:lnTo>
                  <a:lnTo>
                    <a:pt x="1920" y="765"/>
                  </a:lnTo>
                  <a:lnTo>
                    <a:pt x="1921" y="782"/>
                  </a:lnTo>
                  <a:lnTo>
                    <a:pt x="1921" y="317"/>
                  </a:lnTo>
                  <a:lnTo>
                    <a:pt x="1922" y="721"/>
                  </a:lnTo>
                  <a:lnTo>
                    <a:pt x="1922" y="721"/>
                  </a:lnTo>
                  <a:lnTo>
                    <a:pt x="1922" y="394"/>
                  </a:lnTo>
                  <a:lnTo>
                    <a:pt x="1922" y="782"/>
                  </a:lnTo>
                  <a:lnTo>
                    <a:pt x="1923" y="751"/>
                  </a:lnTo>
                  <a:lnTo>
                    <a:pt x="1923" y="751"/>
                  </a:lnTo>
                  <a:lnTo>
                    <a:pt x="1924" y="716"/>
                  </a:lnTo>
                  <a:lnTo>
                    <a:pt x="1924" y="807"/>
                  </a:lnTo>
                  <a:lnTo>
                    <a:pt x="1925" y="722"/>
                  </a:lnTo>
                  <a:lnTo>
                    <a:pt x="1925" y="722"/>
                  </a:lnTo>
                  <a:lnTo>
                    <a:pt x="1926" y="699"/>
                  </a:lnTo>
                  <a:lnTo>
                    <a:pt x="1926" y="794"/>
                  </a:lnTo>
                  <a:lnTo>
                    <a:pt x="1926" y="734"/>
                  </a:lnTo>
                  <a:lnTo>
                    <a:pt x="1926" y="734"/>
                  </a:lnTo>
                  <a:lnTo>
                    <a:pt x="1927" y="699"/>
                  </a:lnTo>
                  <a:lnTo>
                    <a:pt x="1928" y="810"/>
                  </a:lnTo>
                  <a:lnTo>
                    <a:pt x="1928" y="810"/>
                  </a:lnTo>
                  <a:lnTo>
                    <a:pt x="1928" y="810"/>
                  </a:lnTo>
                  <a:lnTo>
                    <a:pt x="1929" y="259"/>
                  </a:lnTo>
                  <a:lnTo>
                    <a:pt x="1929" y="717"/>
                  </a:lnTo>
                  <a:lnTo>
                    <a:pt x="1929" y="717"/>
                  </a:lnTo>
                  <a:lnTo>
                    <a:pt x="1930" y="700"/>
                  </a:lnTo>
                  <a:lnTo>
                    <a:pt x="1931" y="734"/>
                  </a:lnTo>
                  <a:lnTo>
                    <a:pt x="1931" y="728"/>
                  </a:lnTo>
                  <a:lnTo>
                    <a:pt x="1931" y="728"/>
                  </a:lnTo>
                  <a:lnTo>
                    <a:pt x="1931" y="726"/>
                  </a:lnTo>
                  <a:lnTo>
                    <a:pt x="1932" y="758"/>
                  </a:lnTo>
                  <a:lnTo>
                    <a:pt x="1932" y="746"/>
                  </a:lnTo>
                  <a:lnTo>
                    <a:pt x="1932" y="746"/>
                  </a:lnTo>
                  <a:lnTo>
                    <a:pt x="1933" y="677"/>
                  </a:lnTo>
                  <a:lnTo>
                    <a:pt x="1934" y="730"/>
                  </a:lnTo>
                  <a:lnTo>
                    <a:pt x="1934" y="730"/>
                  </a:lnTo>
                  <a:lnTo>
                    <a:pt x="1934" y="687"/>
                  </a:lnTo>
                  <a:lnTo>
                    <a:pt x="1935" y="785"/>
                  </a:lnTo>
                  <a:lnTo>
                    <a:pt x="1935" y="736"/>
                  </a:lnTo>
                  <a:lnTo>
                    <a:pt x="1935" y="736"/>
                  </a:lnTo>
                  <a:lnTo>
                    <a:pt x="1936" y="674"/>
                  </a:lnTo>
                  <a:lnTo>
                    <a:pt x="1936" y="774"/>
                  </a:lnTo>
                  <a:lnTo>
                    <a:pt x="1937" y="758"/>
                  </a:lnTo>
                  <a:lnTo>
                    <a:pt x="1937" y="758"/>
                  </a:lnTo>
                  <a:lnTo>
                    <a:pt x="1938" y="782"/>
                  </a:lnTo>
                  <a:lnTo>
                    <a:pt x="1938" y="242"/>
                  </a:lnTo>
                  <a:lnTo>
                    <a:pt x="1938" y="382"/>
                  </a:lnTo>
                  <a:lnTo>
                    <a:pt x="1938" y="382"/>
                  </a:lnTo>
                  <a:lnTo>
                    <a:pt x="1939" y="334"/>
                  </a:lnTo>
                  <a:lnTo>
                    <a:pt x="1939" y="791"/>
                  </a:lnTo>
                  <a:lnTo>
                    <a:pt x="1940" y="671"/>
                  </a:lnTo>
                  <a:lnTo>
                    <a:pt x="1940" y="671"/>
                  </a:lnTo>
                  <a:lnTo>
                    <a:pt x="1941" y="660"/>
                  </a:lnTo>
                  <a:lnTo>
                    <a:pt x="1941" y="760"/>
                  </a:lnTo>
                  <a:lnTo>
                    <a:pt x="1941" y="743"/>
                  </a:lnTo>
                  <a:lnTo>
                    <a:pt x="1941" y="743"/>
                  </a:lnTo>
                  <a:lnTo>
                    <a:pt x="1942" y="757"/>
                  </a:lnTo>
                  <a:lnTo>
                    <a:pt x="1943" y="733"/>
                  </a:lnTo>
                  <a:lnTo>
                    <a:pt x="1943" y="733"/>
                  </a:lnTo>
                  <a:lnTo>
                    <a:pt x="1943" y="733"/>
                  </a:lnTo>
                  <a:lnTo>
                    <a:pt x="1943" y="790"/>
                  </a:lnTo>
                  <a:lnTo>
                    <a:pt x="1944" y="684"/>
                  </a:lnTo>
                  <a:lnTo>
                    <a:pt x="1944" y="711"/>
                  </a:lnTo>
                  <a:lnTo>
                    <a:pt x="1944" y="711"/>
                  </a:lnTo>
                  <a:lnTo>
                    <a:pt x="1945" y="811"/>
                  </a:lnTo>
                  <a:lnTo>
                    <a:pt x="1945" y="207"/>
                  </a:lnTo>
                  <a:lnTo>
                    <a:pt x="1946" y="596"/>
                  </a:lnTo>
                  <a:lnTo>
                    <a:pt x="1946" y="596"/>
                  </a:lnTo>
                  <a:lnTo>
                    <a:pt x="1947" y="159"/>
                  </a:lnTo>
                  <a:lnTo>
                    <a:pt x="1947" y="793"/>
                  </a:lnTo>
                  <a:lnTo>
                    <a:pt x="1947" y="790"/>
                  </a:lnTo>
                  <a:lnTo>
                    <a:pt x="1947" y="790"/>
                  </a:lnTo>
                  <a:lnTo>
                    <a:pt x="1948" y="792"/>
                  </a:lnTo>
                  <a:lnTo>
                    <a:pt x="1949" y="667"/>
                  </a:lnTo>
                  <a:lnTo>
                    <a:pt x="1949" y="742"/>
                  </a:lnTo>
                  <a:lnTo>
                    <a:pt x="1949" y="742"/>
                  </a:lnTo>
                  <a:lnTo>
                    <a:pt x="1950" y="779"/>
                  </a:lnTo>
                  <a:lnTo>
                    <a:pt x="1950" y="309"/>
                  </a:lnTo>
                  <a:lnTo>
                    <a:pt x="1950" y="777"/>
                  </a:lnTo>
                  <a:lnTo>
                    <a:pt x="1950" y="777"/>
                  </a:lnTo>
                  <a:lnTo>
                    <a:pt x="1951" y="778"/>
                  </a:lnTo>
                  <a:lnTo>
                    <a:pt x="1952" y="689"/>
                  </a:lnTo>
                  <a:lnTo>
                    <a:pt x="1952" y="756"/>
                  </a:lnTo>
                  <a:lnTo>
                    <a:pt x="1952" y="756"/>
                  </a:lnTo>
                  <a:lnTo>
                    <a:pt x="1952" y="657"/>
                  </a:lnTo>
                  <a:lnTo>
                    <a:pt x="1953" y="722"/>
                  </a:lnTo>
                  <a:lnTo>
                    <a:pt x="1953" y="722"/>
                  </a:lnTo>
                  <a:lnTo>
                    <a:pt x="1955" y="790"/>
                  </a:lnTo>
                  <a:lnTo>
                    <a:pt x="1955" y="304"/>
                  </a:lnTo>
                  <a:lnTo>
                    <a:pt x="1955" y="659"/>
                  </a:lnTo>
                  <a:lnTo>
                    <a:pt x="1955" y="659"/>
                  </a:lnTo>
                  <a:lnTo>
                    <a:pt x="1955" y="364"/>
                  </a:lnTo>
                  <a:lnTo>
                    <a:pt x="1956" y="781"/>
                  </a:lnTo>
                  <a:lnTo>
                    <a:pt x="1956" y="779"/>
                  </a:lnTo>
                  <a:lnTo>
                    <a:pt x="1956" y="779"/>
                  </a:lnTo>
                  <a:lnTo>
                    <a:pt x="1957" y="784"/>
                  </a:lnTo>
                  <a:lnTo>
                    <a:pt x="1958" y="730"/>
                  </a:lnTo>
                  <a:lnTo>
                    <a:pt x="1958" y="730"/>
                  </a:lnTo>
                  <a:lnTo>
                    <a:pt x="1958" y="730"/>
                  </a:lnTo>
                  <a:lnTo>
                    <a:pt x="1958" y="740"/>
                  </a:lnTo>
                  <a:lnTo>
                    <a:pt x="1959" y="688"/>
                  </a:lnTo>
                  <a:lnTo>
                    <a:pt x="1959" y="703"/>
                  </a:lnTo>
                  <a:lnTo>
                    <a:pt x="1959" y="703"/>
                  </a:lnTo>
                  <a:lnTo>
                    <a:pt x="1960" y="778"/>
                  </a:lnTo>
                  <a:lnTo>
                    <a:pt x="1961" y="760"/>
                  </a:lnTo>
                  <a:lnTo>
                    <a:pt x="1961" y="760"/>
                  </a:lnTo>
                  <a:lnTo>
                    <a:pt x="1961" y="770"/>
                  </a:lnTo>
                  <a:lnTo>
                    <a:pt x="1962" y="728"/>
                  </a:lnTo>
                  <a:lnTo>
                    <a:pt x="1962" y="728"/>
                  </a:lnTo>
                  <a:lnTo>
                    <a:pt x="1962" y="728"/>
                  </a:lnTo>
                  <a:lnTo>
                    <a:pt x="1963" y="724"/>
                  </a:lnTo>
                  <a:lnTo>
                    <a:pt x="1963" y="774"/>
                  </a:lnTo>
                  <a:lnTo>
                    <a:pt x="1964" y="755"/>
                  </a:lnTo>
                  <a:lnTo>
                    <a:pt x="1964" y="755"/>
                  </a:lnTo>
                  <a:lnTo>
                    <a:pt x="1965" y="797"/>
                  </a:lnTo>
                  <a:lnTo>
                    <a:pt x="1965" y="694"/>
                  </a:lnTo>
                  <a:lnTo>
                    <a:pt x="1965" y="738"/>
                  </a:lnTo>
                  <a:lnTo>
                    <a:pt x="1965" y="738"/>
                  </a:lnTo>
                  <a:lnTo>
                    <a:pt x="1966" y="747"/>
                  </a:lnTo>
                  <a:lnTo>
                    <a:pt x="1967" y="678"/>
                  </a:lnTo>
                  <a:lnTo>
                    <a:pt x="1967" y="738"/>
                  </a:lnTo>
                  <a:lnTo>
                    <a:pt x="1967" y="738"/>
                  </a:lnTo>
                  <a:lnTo>
                    <a:pt x="1968" y="329"/>
                  </a:lnTo>
                  <a:lnTo>
                    <a:pt x="1968" y="801"/>
                  </a:lnTo>
                  <a:lnTo>
                    <a:pt x="1968" y="380"/>
                  </a:lnTo>
                  <a:lnTo>
                    <a:pt x="1968" y="380"/>
                  </a:lnTo>
                  <a:lnTo>
                    <a:pt x="1969" y="340"/>
                  </a:lnTo>
                  <a:lnTo>
                    <a:pt x="1969" y="779"/>
                  </a:lnTo>
                  <a:lnTo>
                    <a:pt x="1970" y="691"/>
                  </a:lnTo>
                  <a:lnTo>
                    <a:pt x="1970" y="691"/>
                  </a:lnTo>
                  <a:lnTo>
                    <a:pt x="1970" y="682"/>
                  </a:lnTo>
                  <a:lnTo>
                    <a:pt x="1971" y="755"/>
                  </a:lnTo>
                  <a:lnTo>
                    <a:pt x="1971" y="736"/>
                  </a:lnTo>
                  <a:lnTo>
                    <a:pt x="1971" y="736"/>
                  </a:lnTo>
                  <a:lnTo>
                    <a:pt x="1973" y="779"/>
                  </a:lnTo>
                  <a:lnTo>
                    <a:pt x="1973" y="335"/>
                  </a:lnTo>
                  <a:lnTo>
                    <a:pt x="1973" y="486"/>
                  </a:lnTo>
                  <a:lnTo>
                    <a:pt x="1973" y="486"/>
                  </a:lnTo>
                  <a:lnTo>
                    <a:pt x="1973" y="332"/>
                  </a:lnTo>
                  <a:lnTo>
                    <a:pt x="1974" y="811"/>
                  </a:lnTo>
                  <a:lnTo>
                    <a:pt x="1974" y="759"/>
                  </a:lnTo>
                  <a:lnTo>
                    <a:pt x="1974" y="759"/>
                  </a:lnTo>
                  <a:lnTo>
                    <a:pt x="1975" y="689"/>
                  </a:lnTo>
                  <a:lnTo>
                    <a:pt x="1976" y="738"/>
                  </a:lnTo>
                  <a:lnTo>
                    <a:pt x="1976" y="738"/>
                  </a:lnTo>
                  <a:lnTo>
                    <a:pt x="1977" y="676"/>
                  </a:lnTo>
                  <a:lnTo>
                    <a:pt x="1977" y="773"/>
                  </a:lnTo>
                  <a:lnTo>
                    <a:pt x="1977" y="763"/>
                  </a:lnTo>
                  <a:lnTo>
                    <a:pt x="1977" y="763"/>
                  </a:lnTo>
                  <a:lnTo>
                    <a:pt x="1978" y="775"/>
                  </a:lnTo>
                  <a:lnTo>
                    <a:pt x="1978" y="689"/>
                  </a:lnTo>
                  <a:lnTo>
                    <a:pt x="1979" y="704"/>
                  </a:lnTo>
                  <a:lnTo>
                    <a:pt x="1979" y="704"/>
                  </a:lnTo>
                  <a:lnTo>
                    <a:pt x="1979" y="776"/>
                  </a:lnTo>
                  <a:lnTo>
                    <a:pt x="1980" y="672"/>
                  </a:lnTo>
                  <a:lnTo>
                    <a:pt x="1980" y="748"/>
                  </a:lnTo>
                  <a:lnTo>
                    <a:pt x="1980" y="748"/>
                  </a:lnTo>
                  <a:lnTo>
                    <a:pt x="1981" y="768"/>
                  </a:lnTo>
                  <a:lnTo>
                    <a:pt x="1982" y="711"/>
                  </a:lnTo>
                  <a:lnTo>
                    <a:pt x="1982" y="728"/>
                  </a:lnTo>
                  <a:lnTo>
                    <a:pt x="1982" y="728"/>
                  </a:lnTo>
                  <a:lnTo>
                    <a:pt x="1982" y="741"/>
                  </a:lnTo>
                  <a:lnTo>
                    <a:pt x="1983" y="683"/>
                  </a:lnTo>
                  <a:lnTo>
                    <a:pt x="1983" y="689"/>
                  </a:lnTo>
                  <a:lnTo>
                    <a:pt x="1983" y="689"/>
                  </a:lnTo>
                  <a:lnTo>
                    <a:pt x="1984" y="688"/>
                  </a:lnTo>
                  <a:lnTo>
                    <a:pt x="1985" y="765"/>
                  </a:lnTo>
                  <a:lnTo>
                    <a:pt x="1985" y="753"/>
                  </a:lnTo>
                  <a:lnTo>
                    <a:pt x="1985" y="753"/>
                  </a:lnTo>
                  <a:lnTo>
                    <a:pt x="1986" y="747"/>
                  </a:lnTo>
                  <a:lnTo>
                    <a:pt x="1986" y="768"/>
                  </a:lnTo>
                  <a:lnTo>
                    <a:pt x="1986" y="765"/>
                  </a:lnTo>
                  <a:lnTo>
                    <a:pt x="1986" y="765"/>
                  </a:lnTo>
                  <a:lnTo>
                    <a:pt x="1988" y="716"/>
                  </a:lnTo>
                  <a:lnTo>
                    <a:pt x="1988" y="716"/>
                  </a:lnTo>
                  <a:lnTo>
                    <a:pt x="1988" y="716"/>
                  </a:lnTo>
                  <a:lnTo>
                    <a:pt x="1988" y="766"/>
                  </a:lnTo>
                  <a:lnTo>
                    <a:pt x="1988" y="690"/>
                  </a:lnTo>
                  <a:lnTo>
                    <a:pt x="1989" y="752"/>
                  </a:lnTo>
                  <a:lnTo>
                    <a:pt x="1989" y="752"/>
                  </a:lnTo>
                  <a:lnTo>
                    <a:pt x="1990" y="755"/>
                  </a:lnTo>
                  <a:lnTo>
                    <a:pt x="1990" y="692"/>
                  </a:lnTo>
                  <a:lnTo>
                    <a:pt x="1991" y="723"/>
                  </a:lnTo>
                  <a:lnTo>
                    <a:pt x="1991" y="723"/>
                  </a:lnTo>
                  <a:lnTo>
                    <a:pt x="1991" y="801"/>
                  </a:lnTo>
                  <a:lnTo>
                    <a:pt x="1992" y="369"/>
                  </a:lnTo>
                  <a:lnTo>
                    <a:pt x="1992" y="587"/>
                  </a:lnTo>
                  <a:lnTo>
                    <a:pt x="1992" y="587"/>
                  </a:lnTo>
                  <a:lnTo>
                    <a:pt x="1993" y="771"/>
                  </a:lnTo>
                  <a:lnTo>
                    <a:pt x="1994" y="738"/>
                  </a:lnTo>
                  <a:lnTo>
                    <a:pt x="1994" y="738"/>
                  </a:lnTo>
                  <a:lnTo>
                    <a:pt x="1994" y="739"/>
                  </a:lnTo>
                  <a:lnTo>
                    <a:pt x="1995" y="665"/>
                  </a:lnTo>
                  <a:lnTo>
                    <a:pt x="1995" y="670"/>
                  </a:lnTo>
                  <a:lnTo>
                    <a:pt x="1995" y="670"/>
                  </a:lnTo>
                  <a:lnTo>
                    <a:pt x="1997" y="292"/>
                  </a:lnTo>
                  <a:lnTo>
                    <a:pt x="1997" y="731"/>
                  </a:lnTo>
                  <a:lnTo>
                    <a:pt x="1997" y="484"/>
                  </a:lnTo>
                  <a:lnTo>
                    <a:pt x="1997" y="484"/>
                  </a:lnTo>
                  <a:lnTo>
                    <a:pt x="1997" y="382"/>
                  </a:lnTo>
                  <a:lnTo>
                    <a:pt x="1998" y="750"/>
                  </a:lnTo>
                  <a:lnTo>
                    <a:pt x="1998" y="743"/>
                  </a:lnTo>
                  <a:lnTo>
                    <a:pt x="1998" y="743"/>
                  </a:lnTo>
                  <a:lnTo>
                    <a:pt x="1999" y="746"/>
                  </a:lnTo>
                  <a:lnTo>
                    <a:pt x="2000" y="711"/>
                  </a:lnTo>
                  <a:lnTo>
                    <a:pt x="2000" y="721"/>
                  </a:lnTo>
                  <a:lnTo>
                    <a:pt x="2000" y="721"/>
                  </a:lnTo>
                  <a:lnTo>
                    <a:pt x="2001" y="706"/>
                  </a:lnTo>
                  <a:lnTo>
                    <a:pt x="2001" y="752"/>
                  </a:lnTo>
                  <a:lnTo>
                    <a:pt x="2001" y="746"/>
                  </a:lnTo>
                  <a:lnTo>
                    <a:pt x="2001" y="746"/>
                  </a:lnTo>
                  <a:lnTo>
                    <a:pt x="2002" y="751"/>
                  </a:lnTo>
                  <a:lnTo>
                    <a:pt x="2003" y="735"/>
                  </a:lnTo>
                  <a:lnTo>
                    <a:pt x="2003" y="741"/>
                  </a:lnTo>
                  <a:lnTo>
                    <a:pt x="2003" y="741"/>
                  </a:lnTo>
                  <a:lnTo>
                    <a:pt x="2003" y="746"/>
                  </a:lnTo>
                  <a:lnTo>
                    <a:pt x="2004" y="618"/>
                  </a:lnTo>
                  <a:lnTo>
                    <a:pt x="2004" y="619"/>
                  </a:lnTo>
                  <a:lnTo>
                    <a:pt x="2004" y="619"/>
                  </a:lnTo>
                  <a:lnTo>
                    <a:pt x="2005" y="618"/>
                  </a:lnTo>
                  <a:lnTo>
                    <a:pt x="2006" y="757"/>
                  </a:lnTo>
                  <a:lnTo>
                    <a:pt x="2006" y="757"/>
                  </a:lnTo>
                  <a:lnTo>
                    <a:pt x="2006" y="757"/>
                  </a:lnTo>
                  <a:lnTo>
                    <a:pt x="2006" y="290"/>
                  </a:lnTo>
                  <a:lnTo>
                    <a:pt x="2007" y="785"/>
                  </a:lnTo>
                  <a:lnTo>
                    <a:pt x="2007" y="784"/>
                  </a:lnTo>
                  <a:lnTo>
                    <a:pt x="2007" y="784"/>
                  </a:lnTo>
                  <a:lnTo>
                    <a:pt x="2008" y="785"/>
                  </a:lnTo>
                  <a:lnTo>
                    <a:pt x="2008" y="756"/>
                  </a:lnTo>
                  <a:lnTo>
                    <a:pt x="2009" y="780"/>
                  </a:lnTo>
                  <a:lnTo>
                    <a:pt x="2009" y="780"/>
                  </a:lnTo>
                  <a:lnTo>
                    <a:pt x="2010" y="767"/>
                  </a:lnTo>
                  <a:lnTo>
                    <a:pt x="2010" y="768"/>
                  </a:lnTo>
                  <a:lnTo>
                    <a:pt x="2010" y="768"/>
                  </a:lnTo>
                  <a:lnTo>
                    <a:pt x="2012" y="308"/>
                  </a:lnTo>
                  <a:lnTo>
                    <a:pt x="2012" y="622"/>
                  </a:lnTo>
                  <a:lnTo>
                    <a:pt x="2012" y="622"/>
                  </a:lnTo>
                  <a:lnTo>
                    <a:pt x="2012" y="305"/>
                  </a:lnTo>
                  <a:lnTo>
                    <a:pt x="2013" y="779"/>
                  </a:lnTo>
                  <a:lnTo>
                    <a:pt x="2013" y="764"/>
                  </a:lnTo>
                  <a:lnTo>
                    <a:pt x="2013" y="764"/>
                  </a:lnTo>
                  <a:lnTo>
                    <a:pt x="2014" y="726"/>
                  </a:lnTo>
                  <a:lnTo>
                    <a:pt x="2015" y="772"/>
                  </a:lnTo>
                  <a:lnTo>
                    <a:pt x="2015" y="754"/>
                  </a:lnTo>
                  <a:lnTo>
                    <a:pt x="2015" y="754"/>
                  </a:lnTo>
                  <a:lnTo>
                    <a:pt x="2016" y="749"/>
                  </a:lnTo>
                  <a:lnTo>
                    <a:pt x="2016" y="752"/>
                  </a:lnTo>
                  <a:lnTo>
                    <a:pt x="2016" y="752"/>
                  </a:lnTo>
                  <a:lnTo>
                    <a:pt x="2017" y="751"/>
                  </a:lnTo>
                  <a:lnTo>
                    <a:pt x="2018" y="764"/>
                  </a:lnTo>
                  <a:lnTo>
                    <a:pt x="2018" y="756"/>
                  </a:lnTo>
                  <a:lnTo>
                    <a:pt x="2018" y="756"/>
                  </a:lnTo>
                  <a:lnTo>
                    <a:pt x="2019" y="753"/>
                  </a:lnTo>
                  <a:lnTo>
                    <a:pt x="2019" y="782"/>
                  </a:lnTo>
                  <a:lnTo>
                    <a:pt x="2019" y="770"/>
                  </a:lnTo>
                  <a:lnTo>
                    <a:pt x="2019" y="770"/>
                  </a:lnTo>
                  <a:lnTo>
                    <a:pt x="2020" y="786"/>
                  </a:lnTo>
                  <a:lnTo>
                    <a:pt x="2020" y="742"/>
                  </a:lnTo>
                  <a:lnTo>
                    <a:pt x="2021" y="756"/>
                  </a:lnTo>
                  <a:lnTo>
                    <a:pt x="2021" y="756"/>
                  </a:lnTo>
                  <a:lnTo>
                    <a:pt x="2022" y="698"/>
                  </a:lnTo>
                  <a:lnTo>
                    <a:pt x="2022" y="782"/>
                  </a:lnTo>
                  <a:lnTo>
                    <a:pt x="2022" y="743"/>
                  </a:lnTo>
                  <a:lnTo>
                    <a:pt x="2022" y="743"/>
                  </a:lnTo>
                  <a:lnTo>
                    <a:pt x="2024" y="709"/>
                  </a:lnTo>
                  <a:lnTo>
                    <a:pt x="2024" y="791"/>
                  </a:lnTo>
                  <a:lnTo>
                    <a:pt x="2024" y="789"/>
                  </a:lnTo>
                  <a:lnTo>
                    <a:pt x="2024" y="789"/>
                  </a:lnTo>
                  <a:lnTo>
                    <a:pt x="2025" y="791"/>
                  </a:lnTo>
                  <a:lnTo>
                    <a:pt x="2025" y="721"/>
                  </a:lnTo>
                  <a:lnTo>
                    <a:pt x="2025" y="786"/>
                  </a:lnTo>
                  <a:lnTo>
                    <a:pt x="2025" y="786"/>
                  </a:lnTo>
                  <a:lnTo>
                    <a:pt x="2026" y="771"/>
                  </a:lnTo>
                  <a:lnTo>
                    <a:pt x="2026" y="792"/>
                  </a:lnTo>
                  <a:lnTo>
                    <a:pt x="2027" y="781"/>
                  </a:lnTo>
                  <a:lnTo>
                    <a:pt x="2027" y="781"/>
                  </a:lnTo>
                  <a:lnTo>
                    <a:pt x="2027" y="785"/>
                  </a:lnTo>
                  <a:lnTo>
                    <a:pt x="2028" y="759"/>
                  </a:lnTo>
                  <a:lnTo>
                    <a:pt x="2028" y="783"/>
                  </a:lnTo>
                  <a:lnTo>
                    <a:pt x="2028" y="783"/>
                  </a:lnTo>
                  <a:lnTo>
                    <a:pt x="2029" y="785"/>
                  </a:lnTo>
                  <a:lnTo>
                    <a:pt x="2029" y="760"/>
                  </a:lnTo>
                  <a:lnTo>
                    <a:pt x="2030" y="772"/>
                  </a:lnTo>
                  <a:lnTo>
                    <a:pt x="2030" y="772"/>
                  </a:lnTo>
                  <a:lnTo>
                    <a:pt x="2030" y="776"/>
                  </a:lnTo>
                  <a:lnTo>
                    <a:pt x="2031" y="772"/>
                  </a:lnTo>
                  <a:lnTo>
                    <a:pt x="2031" y="772"/>
                  </a:lnTo>
                  <a:lnTo>
                    <a:pt x="2032" y="783"/>
                  </a:lnTo>
                  <a:lnTo>
                    <a:pt x="2033" y="704"/>
                  </a:lnTo>
                  <a:lnTo>
                    <a:pt x="2033" y="773"/>
                  </a:lnTo>
                  <a:lnTo>
                    <a:pt x="2033" y="773"/>
                  </a:lnTo>
                  <a:lnTo>
                    <a:pt x="2034" y="278"/>
                  </a:lnTo>
                  <a:lnTo>
                    <a:pt x="2034" y="743"/>
                  </a:lnTo>
                  <a:lnTo>
                    <a:pt x="2034" y="743"/>
                  </a:lnTo>
                  <a:lnTo>
                    <a:pt x="2035" y="486"/>
                  </a:lnTo>
                  <a:lnTo>
                    <a:pt x="2036" y="774"/>
                  </a:lnTo>
                  <a:lnTo>
                    <a:pt x="2036" y="774"/>
                  </a:lnTo>
                  <a:lnTo>
                    <a:pt x="2036" y="774"/>
                  </a:lnTo>
                  <a:lnTo>
                    <a:pt x="2036" y="776"/>
                  </a:lnTo>
                  <a:lnTo>
                    <a:pt x="2037" y="228"/>
                  </a:lnTo>
                  <a:lnTo>
                    <a:pt x="2037" y="737"/>
                  </a:lnTo>
                  <a:lnTo>
                    <a:pt x="2037" y="737"/>
                  </a:lnTo>
                  <a:lnTo>
                    <a:pt x="2039" y="151"/>
                  </a:lnTo>
                  <a:lnTo>
                    <a:pt x="2039" y="793"/>
                  </a:lnTo>
                  <a:lnTo>
                    <a:pt x="2039" y="793"/>
                  </a:lnTo>
                  <a:lnTo>
                    <a:pt x="2039" y="793"/>
                  </a:lnTo>
                  <a:lnTo>
                    <a:pt x="2040" y="795"/>
                  </a:lnTo>
                  <a:lnTo>
                    <a:pt x="2041" y="760"/>
                  </a:lnTo>
                  <a:lnTo>
                    <a:pt x="2041" y="795"/>
                  </a:lnTo>
                  <a:lnTo>
                    <a:pt x="2041" y="795"/>
                  </a:lnTo>
                  <a:lnTo>
                    <a:pt x="2041" y="797"/>
                  </a:lnTo>
                  <a:lnTo>
                    <a:pt x="2042" y="761"/>
                  </a:lnTo>
                  <a:lnTo>
                    <a:pt x="2042" y="765"/>
                  </a:lnTo>
                  <a:lnTo>
                    <a:pt x="2042" y="765"/>
                  </a:lnTo>
                  <a:lnTo>
                    <a:pt x="2043" y="790"/>
                  </a:lnTo>
                  <a:lnTo>
                    <a:pt x="2044" y="302"/>
                  </a:lnTo>
                  <a:lnTo>
                    <a:pt x="2044" y="682"/>
                  </a:lnTo>
                  <a:lnTo>
                    <a:pt x="2044" y="682"/>
                  </a:lnTo>
                  <a:lnTo>
                    <a:pt x="2044" y="195"/>
                  </a:lnTo>
                  <a:lnTo>
                    <a:pt x="2044" y="795"/>
                  </a:lnTo>
                  <a:lnTo>
                    <a:pt x="2045" y="397"/>
                  </a:lnTo>
                  <a:lnTo>
                    <a:pt x="2045" y="397"/>
                  </a:lnTo>
                  <a:lnTo>
                    <a:pt x="2046" y="315"/>
                  </a:lnTo>
                  <a:lnTo>
                    <a:pt x="2046" y="786"/>
                  </a:lnTo>
                  <a:lnTo>
                    <a:pt x="2047" y="740"/>
                  </a:lnTo>
                  <a:lnTo>
                    <a:pt x="2047" y="740"/>
                  </a:lnTo>
                  <a:lnTo>
                    <a:pt x="2047" y="767"/>
                  </a:lnTo>
                  <a:lnTo>
                    <a:pt x="2048" y="721"/>
                  </a:lnTo>
                  <a:lnTo>
                    <a:pt x="2048" y="721"/>
                  </a:lnTo>
                  <a:lnTo>
                    <a:pt x="2048" y="721"/>
                  </a:lnTo>
                  <a:lnTo>
                    <a:pt x="2049" y="204"/>
                  </a:lnTo>
                  <a:lnTo>
                    <a:pt x="2049" y="802"/>
                  </a:lnTo>
                  <a:lnTo>
                    <a:pt x="2050" y="790"/>
                  </a:lnTo>
                  <a:lnTo>
                    <a:pt x="2050" y="790"/>
                  </a:lnTo>
                  <a:lnTo>
                    <a:pt x="2051" y="748"/>
                  </a:lnTo>
                  <a:lnTo>
                    <a:pt x="2051" y="781"/>
                  </a:lnTo>
                  <a:lnTo>
                    <a:pt x="2051" y="781"/>
                  </a:lnTo>
                  <a:lnTo>
                    <a:pt x="2052" y="755"/>
                  </a:lnTo>
                  <a:lnTo>
                    <a:pt x="2053" y="788"/>
                  </a:lnTo>
                  <a:lnTo>
                    <a:pt x="2053" y="786"/>
                  </a:lnTo>
                  <a:lnTo>
                    <a:pt x="2053" y="786"/>
                  </a:lnTo>
                  <a:lnTo>
                    <a:pt x="2054" y="790"/>
                  </a:lnTo>
                  <a:lnTo>
                    <a:pt x="2054" y="344"/>
                  </a:lnTo>
                  <a:lnTo>
                    <a:pt x="2054" y="679"/>
                  </a:lnTo>
                  <a:lnTo>
                    <a:pt x="2054" y="679"/>
                  </a:lnTo>
                  <a:lnTo>
                    <a:pt x="2055" y="795"/>
                  </a:lnTo>
                  <a:lnTo>
                    <a:pt x="2056" y="774"/>
                  </a:lnTo>
                  <a:lnTo>
                    <a:pt x="2056" y="774"/>
                  </a:lnTo>
                  <a:lnTo>
                    <a:pt x="2056" y="763"/>
                  </a:lnTo>
                  <a:lnTo>
                    <a:pt x="2056" y="795"/>
                  </a:lnTo>
                  <a:lnTo>
                    <a:pt x="2057" y="777"/>
                  </a:lnTo>
                  <a:lnTo>
                    <a:pt x="2057" y="777"/>
                  </a:lnTo>
                  <a:lnTo>
                    <a:pt x="2057" y="760"/>
                  </a:lnTo>
                  <a:lnTo>
                    <a:pt x="2057" y="787"/>
                  </a:lnTo>
                  <a:lnTo>
                    <a:pt x="2059" y="774"/>
                  </a:lnTo>
                  <a:lnTo>
                    <a:pt x="2059" y="774"/>
                  </a:lnTo>
                  <a:lnTo>
                    <a:pt x="2059" y="793"/>
                  </a:lnTo>
                  <a:lnTo>
                    <a:pt x="2060" y="325"/>
                  </a:lnTo>
                  <a:lnTo>
                    <a:pt x="2060" y="613"/>
                  </a:lnTo>
                  <a:lnTo>
                    <a:pt x="2060" y="613"/>
                  </a:lnTo>
                  <a:lnTo>
                    <a:pt x="2061" y="399"/>
                  </a:lnTo>
                  <a:lnTo>
                    <a:pt x="2061" y="782"/>
                  </a:lnTo>
                  <a:lnTo>
                    <a:pt x="2062" y="766"/>
                  </a:lnTo>
                  <a:lnTo>
                    <a:pt x="2062" y="766"/>
                  </a:lnTo>
                  <a:lnTo>
                    <a:pt x="2062" y="758"/>
                  </a:lnTo>
                  <a:lnTo>
                    <a:pt x="2063" y="759"/>
                  </a:lnTo>
                  <a:lnTo>
                    <a:pt x="2063" y="759"/>
                  </a:lnTo>
                  <a:lnTo>
                    <a:pt x="2064" y="687"/>
                  </a:lnTo>
                  <a:lnTo>
                    <a:pt x="2064" y="778"/>
                  </a:lnTo>
                  <a:lnTo>
                    <a:pt x="2065" y="773"/>
                  </a:lnTo>
                  <a:lnTo>
                    <a:pt x="2065" y="773"/>
                  </a:lnTo>
                  <a:lnTo>
                    <a:pt x="2065" y="783"/>
                  </a:lnTo>
                  <a:lnTo>
                    <a:pt x="2066" y="742"/>
                  </a:lnTo>
                  <a:lnTo>
                    <a:pt x="2066" y="766"/>
                  </a:lnTo>
                  <a:lnTo>
                    <a:pt x="2066" y="766"/>
                  </a:lnTo>
                  <a:lnTo>
                    <a:pt x="2067" y="210"/>
                  </a:lnTo>
                  <a:lnTo>
                    <a:pt x="2068" y="796"/>
                  </a:lnTo>
                  <a:lnTo>
                    <a:pt x="2068" y="795"/>
                  </a:lnTo>
                  <a:lnTo>
                    <a:pt x="2068" y="795"/>
                  </a:lnTo>
                  <a:lnTo>
                    <a:pt x="2069" y="760"/>
                  </a:lnTo>
                  <a:lnTo>
                    <a:pt x="2069" y="763"/>
                  </a:lnTo>
                  <a:lnTo>
                    <a:pt x="2069" y="763"/>
                  </a:lnTo>
                  <a:lnTo>
                    <a:pt x="2070" y="764"/>
                  </a:lnTo>
                  <a:lnTo>
                    <a:pt x="2071" y="697"/>
                  </a:lnTo>
                  <a:lnTo>
                    <a:pt x="2071" y="737"/>
                  </a:lnTo>
                  <a:lnTo>
                    <a:pt x="2071" y="737"/>
                  </a:lnTo>
                  <a:lnTo>
                    <a:pt x="2071" y="747"/>
                  </a:lnTo>
                  <a:lnTo>
                    <a:pt x="2072" y="328"/>
                  </a:lnTo>
                  <a:lnTo>
                    <a:pt x="2072" y="726"/>
                  </a:lnTo>
                  <a:lnTo>
                    <a:pt x="2072" y="725"/>
                  </a:lnTo>
                  <a:lnTo>
                    <a:pt x="2072" y="348"/>
                  </a:lnTo>
                  <a:lnTo>
                    <a:pt x="2074" y="768"/>
                  </a:lnTo>
                  <a:lnTo>
                    <a:pt x="2074" y="765"/>
                  </a:lnTo>
                  <a:lnTo>
                    <a:pt x="2074" y="765"/>
                  </a:lnTo>
                  <a:lnTo>
                    <a:pt x="2074" y="737"/>
                  </a:lnTo>
                  <a:lnTo>
                    <a:pt x="2075" y="789"/>
                  </a:lnTo>
                  <a:lnTo>
                    <a:pt x="2075" y="751"/>
                  </a:lnTo>
                  <a:lnTo>
                    <a:pt x="2075" y="751"/>
                  </a:lnTo>
                  <a:lnTo>
                    <a:pt x="2076" y="793"/>
                  </a:lnTo>
                  <a:lnTo>
                    <a:pt x="2077" y="263"/>
                  </a:lnTo>
                  <a:lnTo>
                    <a:pt x="2077" y="516"/>
                  </a:lnTo>
                  <a:lnTo>
                    <a:pt x="2077" y="506"/>
                  </a:lnTo>
                  <a:lnTo>
                    <a:pt x="2077" y="274"/>
                  </a:lnTo>
                  <a:lnTo>
                    <a:pt x="2078" y="793"/>
                  </a:lnTo>
                  <a:lnTo>
                    <a:pt x="2078" y="788"/>
                  </a:lnTo>
                  <a:lnTo>
                    <a:pt x="2078" y="787"/>
                  </a:lnTo>
                  <a:lnTo>
                    <a:pt x="2079" y="2"/>
                  </a:lnTo>
                  <a:lnTo>
                    <a:pt x="2080" y="798"/>
                  </a:lnTo>
                  <a:lnTo>
                    <a:pt x="2080" y="793"/>
                  </a:lnTo>
                  <a:lnTo>
                    <a:pt x="2080" y="793"/>
                  </a:lnTo>
                  <a:lnTo>
                    <a:pt x="2080" y="687"/>
                  </a:lnTo>
                  <a:lnTo>
                    <a:pt x="2081" y="726"/>
                  </a:lnTo>
                  <a:lnTo>
                    <a:pt x="2081" y="727"/>
                  </a:lnTo>
                  <a:lnTo>
                    <a:pt x="2082" y="787"/>
                  </a:lnTo>
                  <a:lnTo>
                    <a:pt x="2083" y="778"/>
                  </a:lnTo>
                  <a:lnTo>
                    <a:pt x="2083" y="778"/>
                  </a:lnTo>
                  <a:lnTo>
                    <a:pt x="2084" y="759"/>
                  </a:lnTo>
                  <a:lnTo>
                    <a:pt x="2084" y="763"/>
                  </a:lnTo>
                  <a:lnTo>
                    <a:pt x="2084" y="763"/>
                  </a:lnTo>
                  <a:lnTo>
                    <a:pt x="2086" y="183"/>
                  </a:lnTo>
                  <a:lnTo>
                    <a:pt x="2086" y="193"/>
                  </a:lnTo>
                  <a:lnTo>
                    <a:pt x="2086" y="194"/>
                  </a:lnTo>
                  <a:lnTo>
                    <a:pt x="2086" y="788"/>
                  </a:lnTo>
                  <a:lnTo>
                    <a:pt x="2087" y="742"/>
                  </a:lnTo>
                  <a:lnTo>
                    <a:pt x="2087" y="742"/>
                  </a:lnTo>
                  <a:lnTo>
                    <a:pt x="2087" y="745"/>
                  </a:lnTo>
                  <a:lnTo>
                    <a:pt x="2089" y="680"/>
                  </a:lnTo>
                  <a:lnTo>
                    <a:pt x="2089" y="689"/>
                  </a:lnTo>
                  <a:lnTo>
                    <a:pt x="2089" y="688"/>
                  </a:lnTo>
                  <a:lnTo>
                    <a:pt x="2089" y="738"/>
                  </a:lnTo>
                  <a:lnTo>
                    <a:pt x="2090" y="242"/>
                  </a:lnTo>
                  <a:lnTo>
                    <a:pt x="2090" y="605"/>
                  </a:lnTo>
                  <a:lnTo>
                    <a:pt x="2090" y="599"/>
                  </a:lnTo>
                  <a:lnTo>
                    <a:pt x="2090" y="215"/>
                  </a:lnTo>
                  <a:lnTo>
                    <a:pt x="2091" y="773"/>
                  </a:lnTo>
                  <a:lnTo>
                    <a:pt x="2092" y="389"/>
                  </a:lnTo>
                  <a:lnTo>
                    <a:pt x="2092" y="396"/>
                  </a:lnTo>
                  <a:lnTo>
                    <a:pt x="2092" y="253"/>
                  </a:lnTo>
                  <a:lnTo>
                    <a:pt x="2093" y="768"/>
                  </a:lnTo>
                  <a:lnTo>
                    <a:pt x="2093" y="758"/>
                  </a:lnTo>
                  <a:lnTo>
                    <a:pt x="2093" y="758"/>
                  </a:lnTo>
                  <a:lnTo>
                    <a:pt x="2094" y="789"/>
                  </a:lnTo>
                  <a:lnTo>
                    <a:pt x="2095" y="751"/>
                  </a:lnTo>
                  <a:lnTo>
                    <a:pt x="2095" y="785"/>
                  </a:lnTo>
                  <a:lnTo>
                    <a:pt x="2095" y="785"/>
                  </a:lnTo>
                  <a:lnTo>
                    <a:pt x="2095" y="786"/>
                  </a:lnTo>
                  <a:lnTo>
                    <a:pt x="2096" y="687"/>
                  </a:lnTo>
                  <a:lnTo>
                    <a:pt x="2096" y="747"/>
                  </a:lnTo>
                  <a:lnTo>
                    <a:pt x="2096" y="747"/>
                  </a:lnTo>
                  <a:lnTo>
                    <a:pt x="2097" y="782"/>
                  </a:lnTo>
                  <a:lnTo>
                    <a:pt x="2097" y="735"/>
                  </a:lnTo>
                  <a:lnTo>
                    <a:pt x="2098" y="758"/>
                  </a:lnTo>
                  <a:lnTo>
                    <a:pt x="2098" y="758"/>
                  </a:lnTo>
                  <a:lnTo>
                    <a:pt x="2098" y="772"/>
                  </a:lnTo>
                  <a:lnTo>
                    <a:pt x="2099" y="745"/>
                  </a:lnTo>
                  <a:lnTo>
                    <a:pt x="2099" y="745"/>
                  </a:lnTo>
                  <a:lnTo>
                    <a:pt x="2099" y="745"/>
                  </a:lnTo>
                  <a:lnTo>
                    <a:pt x="2099" y="746"/>
                  </a:lnTo>
                  <a:lnTo>
                    <a:pt x="2101" y="301"/>
                  </a:lnTo>
                  <a:lnTo>
                    <a:pt x="2101" y="715"/>
                  </a:lnTo>
                  <a:lnTo>
                    <a:pt x="2101" y="715"/>
                  </a:lnTo>
                  <a:lnTo>
                    <a:pt x="2101" y="320"/>
                  </a:lnTo>
                  <a:lnTo>
                    <a:pt x="2102" y="782"/>
                  </a:lnTo>
                  <a:lnTo>
                    <a:pt x="2102" y="764"/>
                  </a:lnTo>
                  <a:lnTo>
                    <a:pt x="2102" y="764"/>
                  </a:lnTo>
                  <a:lnTo>
                    <a:pt x="2102" y="768"/>
                  </a:lnTo>
                  <a:lnTo>
                    <a:pt x="2103" y="731"/>
                  </a:lnTo>
                  <a:lnTo>
                    <a:pt x="2104" y="747"/>
                  </a:lnTo>
                  <a:lnTo>
                    <a:pt x="2104" y="747"/>
                  </a:lnTo>
                  <a:lnTo>
                    <a:pt x="2105" y="759"/>
                  </a:lnTo>
                  <a:lnTo>
                    <a:pt x="2105" y="689"/>
                  </a:lnTo>
                  <a:lnTo>
                    <a:pt x="2105" y="726"/>
                  </a:lnTo>
                  <a:lnTo>
                    <a:pt x="2105" y="726"/>
                  </a:lnTo>
                  <a:lnTo>
                    <a:pt x="2106" y="693"/>
                  </a:lnTo>
                  <a:lnTo>
                    <a:pt x="2107" y="764"/>
                  </a:lnTo>
                  <a:lnTo>
                    <a:pt x="2107" y="749"/>
                  </a:lnTo>
                  <a:lnTo>
                    <a:pt x="2107" y="749"/>
                  </a:lnTo>
                  <a:lnTo>
                    <a:pt x="2107" y="766"/>
                  </a:lnTo>
                  <a:lnTo>
                    <a:pt x="2107" y="736"/>
                  </a:lnTo>
                  <a:lnTo>
                    <a:pt x="2108" y="752"/>
                  </a:lnTo>
                  <a:lnTo>
                    <a:pt x="2108" y="752"/>
                  </a:lnTo>
                  <a:lnTo>
                    <a:pt x="2108" y="754"/>
                  </a:lnTo>
                  <a:lnTo>
                    <a:pt x="2108" y="751"/>
                  </a:lnTo>
                  <a:lnTo>
                    <a:pt x="2110" y="751"/>
                  </a:lnTo>
                  <a:lnTo>
                    <a:pt x="2110" y="751"/>
                  </a:lnTo>
                  <a:lnTo>
                    <a:pt x="2110" y="291"/>
                  </a:lnTo>
                  <a:lnTo>
                    <a:pt x="2110" y="772"/>
                  </a:lnTo>
                  <a:lnTo>
                    <a:pt x="2111" y="609"/>
                  </a:lnTo>
                  <a:lnTo>
                    <a:pt x="2111" y="609"/>
                  </a:lnTo>
                  <a:lnTo>
                    <a:pt x="2112" y="431"/>
                  </a:lnTo>
                  <a:lnTo>
                    <a:pt x="2112" y="776"/>
                  </a:lnTo>
                  <a:lnTo>
                    <a:pt x="2113" y="750"/>
                  </a:lnTo>
                  <a:lnTo>
                    <a:pt x="2113" y="750"/>
                  </a:lnTo>
                  <a:lnTo>
                    <a:pt x="2113" y="641"/>
                  </a:lnTo>
                  <a:lnTo>
                    <a:pt x="2114" y="779"/>
                  </a:lnTo>
                  <a:lnTo>
                    <a:pt x="2114" y="764"/>
                  </a:lnTo>
                  <a:lnTo>
                    <a:pt x="2114" y="764"/>
                  </a:lnTo>
                  <a:lnTo>
                    <a:pt x="2115" y="731"/>
                  </a:lnTo>
                  <a:lnTo>
                    <a:pt x="2116" y="777"/>
                  </a:lnTo>
                  <a:lnTo>
                    <a:pt x="2116" y="774"/>
                  </a:lnTo>
                  <a:lnTo>
                    <a:pt x="2116" y="774"/>
                  </a:lnTo>
                  <a:lnTo>
                    <a:pt x="2117" y="688"/>
                  </a:lnTo>
                  <a:lnTo>
                    <a:pt x="2117" y="754"/>
                  </a:lnTo>
                  <a:lnTo>
                    <a:pt x="2117" y="754"/>
                  </a:lnTo>
                  <a:lnTo>
                    <a:pt x="2118" y="728"/>
                  </a:lnTo>
                  <a:lnTo>
                    <a:pt x="2119" y="772"/>
                  </a:lnTo>
                  <a:lnTo>
                    <a:pt x="2119" y="745"/>
                  </a:lnTo>
                  <a:lnTo>
                    <a:pt x="2119" y="745"/>
                  </a:lnTo>
                  <a:lnTo>
                    <a:pt x="2119" y="775"/>
                  </a:lnTo>
                  <a:lnTo>
                    <a:pt x="2119" y="728"/>
                  </a:lnTo>
                  <a:lnTo>
                    <a:pt x="2120" y="750"/>
                  </a:lnTo>
                  <a:lnTo>
                    <a:pt x="2120" y="750"/>
                  </a:lnTo>
                  <a:lnTo>
                    <a:pt x="2121" y="795"/>
                  </a:lnTo>
                  <a:lnTo>
                    <a:pt x="2122" y="730"/>
                  </a:lnTo>
                  <a:lnTo>
                    <a:pt x="2122" y="776"/>
                  </a:lnTo>
                  <a:lnTo>
                    <a:pt x="2122" y="776"/>
                  </a:lnTo>
                  <a:lnTo>
                    <a:pt x="2122" y="777"/>
                  </a:lnTo>
                  <a:lnTo>
                    <a:pt x="2122" y="713"/>
                  </a:lnTo>
                  <a:lnTo>
                    <a:pt x="2123" y="754"/>
                  </a:lnTo>
                  <a:lnTo>
                    <a:pt x="2123" y="754"/>
                  </a:lnTo>
                  <a:lnTo>
                    <a:pt x="2124" y="757"/>
                  </a:lnTo>
                  <a:lnTo>
                    <a:pt x="2124" y="748"/>
                  </a:lnTo>
                  <a:lnTo>
                    <a:pt x="2125" y="751"/>
                  </a:lnTo>
                  <a:lnTo>
                    <a:pt x="2125" y="751"/>
                  </a:lnTo>
                  <a:lnTo>
                    <a:pt x="2125" y="755"/>
                  </a:lnTo>
                  <a:lnTo>
                    <a:pt x="2126" y="722"/>
                  </a:lnTo>
                  <a:lnTo>
                    <a:pt x="2126" y="751"/>
                  </a:lnTo>
                  <a:lnTo>
                    <a:pt x="2126" y="751"/>
                  </a:lnTo>
                  <a:lnTo>
                    <a:pt x="2127" y="726"/>
                  </a:lnTo>
                  <a:lnTo>
                    <a:pt x="2128" y="740"/>
                  </a:lnTo>
                  <a:lnTo>
                    <a:pt x="2128" y="740"/>
                  </a:lnTo>
                  <a:lnTo>
                    <a:pt x="2128" y="732"/>
                  </a:lnTo>
                  <a:lnTo>
                    <a:pt x="2129" y="762"/>
                  </a:lnTo>
                  <a:lnTo>
                    <a:pt x="2129" y="737"/>
                  </a:lnTo>
                  <a:lnTo>
                    <a:pt x="2129" y="737"/>
                  </a:lnTo>
                  <a:lnTo>
                    <a:pt x="2130" y="756"/>
                  </a:lnTo>
                  <a:lnTo>
                    <a:pt x="2130" y="735"/>
                  </a:lnTo>
                  <a:lnTo>
                    <a:pt x="2131" y="747"/>
                  </a:lnTo>
                  <a:lnTo>
                    <a:pt x="2131" y="747"/>
                  </a:lnTo>
                  <a:lnTo>
                    <a:pt x="2131" y="747"/>
                  </a:lnTo>
                  <a:lnTo>
                    <a:pt x="2132" y="252"/>
                  </a:lnTo>
                  <a:lnTo>
                    <a:pt x="2132" y="690"/>
                  </a:lnTo>
                  <a:lnTo>
                    <a:pt x="2132" y="690"/>
                  </a:lnTo>
                  <a:lnTo>
                    <a:pt x="2133" y="689"/>
                  </a:lnTo>
                  <a:lnTo>
                    <a:pt x="2134" y="766"/>
                  </a:lnTo>
                  <a:lnTo>
                    <a:pt x="2134" y="731"/>
                  </a:lnTo>
                  <a:lnTo>
                    <a:pt x="2134" y="731"/>
                  </a:lnTo>
                  <a:lnTo>
                    <a:pt x="2135" y="768"/>
                  </a:lnTo>
                  <a:lnTo>
                    <a:pt x="2135" y="710"/>
                  </a:lnTo>
                  <a:lnTo>
                    <a:pt x="2135" y="710"/>
                  </a:lnTo>
                  <a:lnTo>
                    <a:pt x="2135" y="710"/>
                  </a:lnTo>
                  <a:lnTo>
                    <a:pt x="2136" y="696"/>
                  </a:lnTo>
                  <a:lnTo>
                    <a:pt x="2136" y="764"/>
                  </a:lnTo>
                  <a:lnTo>
                    <a:pt x="2137" y="737"/>
                  </a:lnTo>
                  <a:lnTo>
                    <a:pt x="2137" y="737"/>
                  </a:lnTo>
                  <a:lnTo>
                    <a:pt x="2137" y="768"/>
                  </a:lnTo>
                  <a:lnTo>
                    <a:pt x="2138" y="747"/>
                  </a:lnTo>
                  <a:lnTo>
                    <a:pt x="2138" y="747"/>
                  </a:lnTo>
                  <a:lnTo>
                    <a:pt x="2139" y="779"/>
                  </a:lnTo>
                  <a:lnTo>
                    <a:pt x="2140" y="773"/>
                  </a:lnTo>
                  <a:lnTo>
                    <a:pt x="2140" y="773"/>
                  </a:lnTo>
                  <a:lnTo>
                    <a:pt x="2140" y="780"/>
                  </a:lnTo>
                  <a:lnTo>
                    <a:pt x="2141" y="705"/>
                  </a:lnTo>
                  <a:lnTo>
                    <a:pt x="2141" y="763"/>
                  </a:lnTo>
                  <a:lnTo>
                    <a:pt x="2141" y="763"/>
                  </a:lnTo>
                  <a:lnTo>
                    <a:pt x="2142" y="755"/>
                  </a:lnTo>
                  <a:lnTo>
                    <a:pt x="2142" y="778"/>
                  </a:lnTo>
                  <a:lnTo>
                    <a:pt x="2143" y="766"/>
                  </a:lnTo>
                  <a:lnTo>
                    <a:pt x="2143" y="766"/>
                  </a:lnTo>
                  <a:lnTo>
                    <a:pt x="2144" y="207"/>
                  </a:lnTo>
                  <a:lnTo>
                    <a:pt x="2144" y="751"/>
                  </a:lnTo>
                  <a:lnTo>
                    <a:pt x="2144" y="751"/>
                  </a:lnTo>
                  <a:lnTo>
                    <a:pt x="2145" y="305"/>
                  </a:lnTo>
                  <a:lnTo>
                    <a:pt x="2146" y="707"/>
                  </a:lnTo>
                  <a:lnTo>
                    <a:pt x="2146" y="707"/>
                  </a:lnTo>
                  <a:lnTo>
                    <a:pt x="2146" y="764"/>
                  </a:lnTo>
                  <a:lnTo>
                    <a:pt x="2147" y="235"/>
                  </a:lnTo>
                  <a:lnTo>
                    <a:pt x="2147" y="401"/>
                  </a:lnTo>
                  <a:lnTo>
                    <a:pt x="2147" y="401"/>
                  </a:lnTo>
                  <a:lnTo>
                    <a:pt x="2149" y="777"/>
                  </a:lnTo>
                  <a:lnTo>
                    <a:pt x="2149" y="751"/>
                  </a:lnTo>
                  <a:lnTo>
                    <a:pt x="2149" y="751"/>
                  </a:lnTo>
                  <a:lnTo>
                    <a:pt x="2149" y="772"/>
                  </a:lnTo>
                  <a:lnTo>
                    <a:pt x="2150" y="732"/>
                  </a:lnTo>
                  <a:lnTo>
                    <a:pt x="2150" y="751"/>
                  </a:lnTo>
                  <a:lnTo>
                    <a:pt x="2150" y="751"/>
                  </a:lnTo>
                  <a:lnTo>
                    <a:pt x="2151" y="757"/>
                  </a:lnTo>
                  <a:lnTo>
                    <a:pt x="2152" y="733"/>
                  </a:lnTo>
                  <a:lnTo>
                    <a:pt x="2152" y="742"/>
                  </a:lnTo>
                  <a:lnTo>
                    <a:pt x="2152" y="742"/>
                  </a:lnTo>
                  <a:lnTo>
                    <a:pt x="2152" y="743"/>
                  </a:lnTo>
                  <a:lnTo>
                    <a:pt x="2153" y="737"/>
                  </a:lnTo>
                  <a:lnTo>
                    <a:pt x="2153" y="737"/>
                  </a:lnTo>
                  <a:lnTo>
                    <a:pt x="2153" y="737"/>
                  </a:lnTo>
                  <a:lnTo>
                    <a:pt x="2154" y="731"/>
                  </a:lnTo>
                  <a:lnTo>
                    <a:pt x="2154" y="759"/>
                  </a:lnTo>
                  <a:lnTo>
                    <a:pt x="2155" y="739"/>
                  </a:lnTo>
                  <a:lnTo>
                    <a:pt x="2155" y="739"/>
                  </a:lnTo>
                  <a:lnTo>
                    <a:pt x="2155" y="321"/>
                  </a:lnTo>
                  <a:lnTo>
                    <a:pt x="2155" y="743"/>
                  </a:lnTo>
                  <a:lnTo>
                    <a:pt x="2156" y="701"/>
                  </a:lnTo>
                  <a:lnTo>
                    <a:pt x="2156" y="701"/>
                  </a:lnTo>
                  <a:lnTo>
                    <a:pt x="2157" y="754"/>
                  </a:lnTo>
                  <a:lnTo>
                    <a:pt x="2158" y="731"/>
                  </a:lnTo>
                  <a:lnTo>
                    <a:pt x="2158" y="731"/>
                  </a:lnTo>
                  <a:lnTo>
                    <a:pt x="2158" y="759"/>
                  </a:lnTo>
                  <a:lnTo>
                    <a:pt x="2159" y="686"/>
                  </a:lnTo>
                  <a:lnTo>
                    <a:pt x="2159" y="733"/>
                  </a:lnTo>
                  <a:lnTo>
                    <a:pt x="2159" y="733"/>
                  </a:lnTo>
                  <a:lnTo>
                    <a:pt x="2160" y="692"/>
                  </a:lnTo>
                  <a:lnTo>
                    <a:pt x="2160" y="741"/>
                  </a:lnTo>
                  <a:lnTo>
                    <a:pt x="2161" y="737"/>
                  </a:lnTo>
                  <a:lnTo>
                    <a:pt x="2161" y="737"/>
                  </a:lnTo>
                  <a:lnTo>
                    <a:pt x="2161" y="720"/>
                  </a:lnTo>
                  <a:lnTo>
                    <a:pt x="2162" y="748"/>
                  </a:lnTo>
                  <a:lnTo>
                    <a:pt x="2162" y="733"/>
                  </a:lnTo>
                  <a:lnTo>
                    <a:pt x="2162" y="733"/>
                  </a:lnTo>
                  <a:lnTo>
                    <a:pt x="2163" y="742"/>
                  </a:lnTo>
                  <a:lnTo>
                    <a:pt x="2164" y="684"/>
                  </a:lnTo>
                  <a:lnTo>
                    <a:pt x="2164" y="689"/>
                  </a:lnTo>
                  <a:lnTo>
                    <a:pt x="2164" y="689"/>
                  </a:lnTo>
                  <a:lnTo>
                    <a:pt x="2164" y="687"/>
                  </a:lnTo>
                  <a:lnTo>
                    <a:pt x="2165" y="738"/>
                  </a:lnTo>
                  <a:lnTo>
                    <a:pt x="2165" y="735"/>
                  </a:lnTo>
                  <a:lnTo>
                    <a:pt x="2165" y="735"/>
                  </a:lnTo>
                  <a:lnTo>
                    <a:pt x="2166" y="737"/>
                  </a:lnTo>
                  <a:lnTo>
                    <a:pt x="2167" y="724"/>
                  </a:lnTo>
                  <a:lnTo>
                    <a:pt x="2167" y="724"/>
                  </a:lnTo>
                  <a:lnTo>
                    <a:pt x="2167" y="724"/>
                  </a:lnTo>
                  <a:lnTo>
                    <a:pt x="2167" y="742"/>
                  </a:lnTo>
                  <a:lnTo>
                    <a:pt x="2168" y="739"/>
                  </a:lnTo>
                  <a:lnTo>
                    <a:pt x="2168" y="739"/>
                  </a:lnTo>
                  <a:lnTo>
                    <a:pt x="2169" y="740"/>
                  </a:lnTo>
                  <a:lnTo>
                    <a:pt x="2169" y="735"/>
                  </a:lnTo>
                  <a:lnTo>
                    <a:pt x="2170" y="736"/>
                  </a:lnTo>
                  <a:lnTo>
                    <a:pt x="2170" y="736"/>
                  </a:lnTo>
                  <a:lnTo>
                    <a:pt x="2171" y="717"/>
                  </a:lnTo>
                  <a:lnTo>
                    <a:pt x="2171" y="718"/>
                  </a:lnTo>
                  <a:lnTo>
                    <a:pt x="2171" y="718"/>
                  </a:lnTo>
                  <a:lnTo>
                    <a:pt x="2172" y="299"/>
                  </a:lnTo>
                  <a:lnTo>
                    <a:pt x="2173" y="729"/>
                  </a:lnTo>
                  <a:lnTo>
                    <a:pt x="2173" y="729"/>
                  </a:lnTo>
                  <a:lnTo>
                    <a:pt x="2173" y="729"/>
                  </a:lnTo>
                  <a:lnTo>
                    <a:pt x="2173" y="716"/>
                  </a:lnTo>
                  <a:lnTo>
                    <a:pt x="2174" y="765"/>
                  </a:lnTo>
                  <a:lnTo>
                    <a:pt x="2174" y="765"/>
                  </a:lnTo>
                  <a:lnTo>
                    <a:pt x="2174" y="765"/>
                  </a:lnTo>
                  <a:lnTo>
                    <a:pt x="2175" y="780"/>
                  </a:lnTo>
                  <a:lnTo>
                    <a:pt x="2175" y="379"/>
                  </a:lnTo>
                  <a:lnTo>
                    <a:pt x="2176" y="739"/>
                  </a:lnTo>
                  <a:lnTo>
                    <a:pt x="2176" y="739"/>
                  </a:lnTo>
                  <a:lnTo>
                    <a:pt x="2177" y="764"/>
                  </a:lnTo>
                  <a:lnTo>
                    <a:pt x="2177" y="760"/>
                  </a:lnTo>
                  <a:lnTo>
                    <a:pt x="2177" y="760"/>
                  </a:lnTo>
                  <a:lnTo>
                    <a:pt x="2178" y="775"/>
                  </a:lnTo>
                  <a:lnTo>
                    <a:pt x="2179" y="735"/>
                  </a:lnTo>
                  <a:lnTo>
                    <a:pt x="2179" y="747"/>
                  </a:lnTo>
                  <a:lnTo>
                    <a:pt x="2179" y="747"/>
                  </a:lnTo>
                  <a:lnTo>
                    <a:pt x="2180" y="774"/>
                  </a:lnTo>
                  <a:lnTo>
                    <a:pt x="2180" y="413"/>
                  </a:lnTo>
                  <a:lnTo>
                    <a:pt x="2180" y="585"/>
                  </a:lnTo>
                  <a:lnTo>
                    <a:pt x="2180" y="585"/>
                  </a:lnTo>
                  <a:lnTo>
                    <a:pt x="2181" y="356"/>
                  </a:lnTo>
                  <a:lnTo>
                    <a:pt x="2182" y="749"/>
                  </a:lnTo>
                  <a:lnTo>
                    <a:pt x="2182" y="749"/>
                  </a:lnTo>
                  <a:lnTo>
                    <a:pt x="2182" y="749"/>
                  </a:lnTo>
                  <a:lnTo>
                    <a:pt x="2183" y="758"/>
                  </a:lnTo>
                  <a:lnTo>
                    <a:pt x="2183" y="742"/>
                  </a:lnTo>
                  <a:lnTo>
                    <a:pt x="2183" y="742"/>
                  </a:lnTo>
                  <a:lnTo>
                    <a:pt x="2183" y="742"/>
                  </a:lnTo>
                  <a:lnTo>
                    <a:pt x="2184" y="733"/>
                  </a:lnTo>
                  <a:lnTo>
                    <a:pt x="2184" y="761"/>
                  </a:lnTo>
                  <a:lnTo>
                    <a:pt x="2185" y="761"/>
                  </a:lnTo>
                  <a:lnTo>
                    <a:pt x="2185" y="761"/>
                  </a:lnTo>
                  <a:lnTo>
                    <a:pt x="2186" y="787"/>
                  </a:lnTo>
                  <a:lnTo>
                    <a:pt x="2186" y="196"/>
                  </a:lnTo>
                  <a:lnTo>
                    <a:pt x="2186" y="682"/>
                  </a:lnTo>
                  <a:lnTo>
                    <a:pt x="2186" y="682"/>
                  </a:lnTo>
                  <a:lnTo>
                    <a:pt x="2187" y="280"/>
                  </a:lnTo>
                  <a:lnTo>
                    <a:pt x="2187" y="788"/>
                  </a:lnTo>
                  <a:lnTo>
                    <a:pt x="2188" y="750"/>
                  </a:lnTo>
                  <a:lnTo>
                    <a:pt x="2188" y="750"/>
                  </a:lnTo>
                  <a:lnTo>
                    <a:pt x="2188" y="745"/>
                  </a:lnTo>
                  <a:lnTo>
                    <a:pt x="2189" y="809"/>
                  </a:lnTo>
                  <a:lnTo>
                    <a:pt x="2189" y="802"/>
                  </a:lnTo>
                  <a:lnTo>
                    <a:pt x="2189" y="802"/>
                  </a:lnTo>
                  <a:lnTo>
                    <a:pt x="2190" y="796"/>
                  </a:lnTo>
                  <a:lnTo>
                    <a:pt x="2190" y="816"/>
                  </a:lnTo>
                  <a:lnTo>
                    <a:pt x="2191" y="801"/>
                  </a:lnTo>
                  <a:lnTo>
                    <a:pt x="2191" y="801"/>
                  </a:lnTo>
                  <a:lnTo>
                    <a:pt x="2191" y="816"/>
                  </a:lnTo>
                  <a:lnTo>
                    <a:pt x="2192" y="805"/>
                  </a:lnTo>
                  <a:lnTo>
                    <a:pt x="2192" y="805"/>
                  </a:lnTo>
                  <a:lnTo>
                    <a:pt x="2193" y="817"/>
                  </a:lnTo>
                  <a:lnTo>
                    <a:pt x="2194" y="760"/>
                  </a:lnTo>
                  <a:lnTo>
                    <a:pt x="2194" y="786"/>
                  </a:lnTo>
                  <a:lnTo>
                    <a:pt x="2194" y="786"/>
                  </a:lnTo>
                  <a:lnTo>
                    <a:pt x="2194" y="804"/>
                  </a:lnTo>
                  <a:lnTo>
                    <a:pt x="2195" y="722"/>
                  </a:lnTo>
                  <a:lnTo>
                    <a:pt x="2195" y="773"/>
                  </a:lnTo>
                  <a:lnTo>
                    <a:pt x="2195" y="773"/>
                  </a:lnTo>
                  <a:lnTo>
                    <a:pt x="2196" y="789"/>
                  </a:lnTo>
                  <a:lnTo>
                    <a:pt x="2196" y="706"/>
                  </a:lnTo>
                  <a:lnTo>
                    <a:pt x="2197" y="786"/>
                  </a:lnTo>
                  <a:lnTo>
                    <a:pt x="2197" y="786"/>
                  </a:lnTo>
                  <a:lnTo>
                    <a:pt x="2198" y="820"/>
                  </a:lnTo>
                  <a:lnTo>
                    <a:pt x="2198" y="820"/>
                  </a:lnTo>
                  <a:lnTo>
                    <a:pt x="2198" y="820"/>
                  </a:lnTo>
                  <a:lnTo>
                    <a:pt x="2199" y="821"/>
                  </a:lnTo>
                  <a:lnTo>
                    <a:pt x="2200" y="771"/>
                  </a:lnTo>
                  <a:lnTo>
                    <a:pt x="2200" y="785"/>
                  </a:lnTo>
                  <a:lnTo>
                    <a:pt x="2200" y="785"/>
                  </a:lnTo>
                  <a:lnTo>
                    <a:pt x="2201" y="806"/>
                  </a:lnTo>
                  <a:lnTo>
                    <a:pt x="2201" y="720"/>
                  </a:lnTo>
                  <a:lnTo>
                    <a:pt x="2201" y="741"/>
                  </a:lnTo>
                  <a:lnTo>
                    <a:pt x="2201" y="741"/>
                  </a:lnTo>
                  <a:lnTo>
                    <a:pt x="2202" y="721"/>
                  </a:lnTo>
                  <a:lnTo>
                    <a:pt x="2202" y="809"/>
                  </a:lnTo>
                  <a:lnTo>
                    <a:pt x="2203" y="774"/>
                  </a:lnTo>
                  <a:lnTo>
                    <a:pt x="2203" y="774"/>
                  </a:lnTo>
                  <a:lnTo>
                    <a:pt x="2203" y="811"/>
                  </a:lnTo>
                  <a:lnTo>
                    <a:pt x="2204" y="718"/>
                  </a:lnTo>
                  <a:lnTo>
                    <a:pt x="2204" y="771"/>
                  </a:lnTo>
                  <a:lnTo>
                    <a:pt x="2204" y="771"/>
                  </a:lnTo>
                  <a:lnTo>
                    <a:pt x="2205" y="713"/>
                  </a:lnTo>
                  <a:lnTo>
                    <a:pt x="2206" y="803"/>
                  </a:lnTo>
                  <a:lnTo>
                    <a:pt x="2206" y="803"/>
                  </a:lnTo>
                  <a:lnTo>
                    <a:pt x="2206" y="803"/>
                  </a:lnTo>
                  <a:lnTo>
                    <a:pt x="2207" y="809"/>
                  </a:lnTo>
                  <a:lnTo>
                    <a:pt x="2207" y="282"/>
                  </a:lnTo>
                  <a:lnTo>
                    <a:pt x="2207" y="542"/>
                  </a:lnTo>
                  <a:lnTo>
                    <a:pt x="2207" y="542"/>
                  </a:lnTo>
                  <a:lnTo>
                    <a:pt x="2208" y="785"/>
                  </a:lnTo>
                  <a:lnTo>
                    <a:pt x="2209" y="676"/>
                  </a:lnTo>
                  <a:lnTo>
                    <a:pt x="2209" y="676"/>
                  </a:lnTo>
                  <a:lnTo>
                    <a:pt x="2209" y="650"/>
                  </a:lnTo>
                  <a:lnTo>
                    <a:pt x="2210" y="789"/>
                  </a:lnTo>
                  <a:lnTo>
                    <a:pt x="2210" y="788"/>
                  </a:lnTo>
                  <a:lnTo>
                    <a:pt x="2210" y="788"/>
                  </a:lnTo>
                  <a:lnTo>
                    <a:pt x="2211" y="716"/>
                  </a:lnTo>
                  <a:lnTo>
                    <a:pt x="2212" y="800"/>
                  </a:lnTo>
                  <a:lnTo>
                    <a:pt x="2212" y="761"/>
                  </a:lnTo>
                  <a:lnTo>
                    <a:pt x="2212" y="761"/>
                  </a:lnTo>
                  <a:lnTo>
                    <a:pt x="2213" y="721"/>
                  </a:lnTo>
                  <a:lnTo>
                    <a:pt x="2213" y="799"/>
                  </a:lnTo>
                  <a:lnTo>
                    <a:pt x="2213" y="797"/>
                  </a:lnTo>
                  <a:lnTo>
                    <a:pt x="2213" y="797"/>
                  </a:lnTo>
                  <a:lnTo>
                    <a:pt x="2214" y="782"/>
                  </a:lnTo>
                  <a:lnTo>
                    <a:pt x="2214" y="806"/>
                  </a:lnTo>
                  <a:lnTo>
                    <a:pt x="2215" y="804"/>
                  </a:lnTo>
                  <a:lnTo>
                    <a:pt x="2215" y="804"/>
                  </a:lnTo>
                  <a:lnTo>
                    <a:pt x="2215" y="805"/>
                  </a:lnTo>
                  <a:lnTo>
                    <a:pt x="2216" y="720"/>
                  </a:lnTo>
                  <a:lnTo>
                    <a:pt x="2216" y="803"/>
                  </a:lnTo>
                  <a:lnTo>
                    <a:pt x="2216" y="803"/>
                  </a:lnTo>
                  <a:lnTo>
                    <a:pt x="2217" y="804"/>
                  </a:lnTo>
                  <a:lnTo>
                    <a:pt x="2218" y="664"/>
                  </a:lnTo>
                  <a:lnTo>
                    <a:pt x="2218" y="664"/>
                  </a:lnTo>
                  <a:lnTo>
                    <a:pt x="2218" y="664"/>
                  </a:lnTo>
                  <a:lnTo>
                    <a:pt x="2219" y="764"/>
                  </a:lnTo>
                  <a:lnTo>
                    <a:pt x="2219" y="279"/>
                  </a:lnTo>
                  <a:lnTo>
                    <a:pt x="2219" y="746"/>
                  </a:lnTo>
                  <a:lnTo>
                    <a:pt x="2219" y="746"/>
                  </a:lnTo>
                  <a:lnTo>
                    <a:pt x="2220" y="719"/>
                  </a:lnTo>
                  <a:lnTo>
                    <a:pt x="2221" y="784"/>
                  </a:lnTo>
                  <a:lnTo>
                    <a:pt x="2221" y="784"/>
                  </a:lnTo>
                  <a:lnTo>
                    <a:pt x="2221" y="784"/>
                  </a:lnTo>
                  <a:lnTo>
                    <a:pt x="2222" y="800"/>
                  </a:lnTo>
                  <a:lnTo>
                    <a:pt x="2222" y="382"/>
                  </a:lnTo>
                  <a:lnTo>
                    <a:pt x="2222" y="486"/>
                  </a:lnTo>
                  <a:lnTo>
                    <a:pt x="2222" y="486"/>
                  </a:lnTo>
                  <a:lnTo>
                    <a:pt x="2223" y="775"/>
                  </a:lnTo>
                  <a:lnTo>
                    <a:pt x="2224" y="361"/>
                  </a:lnTo>
                  <a:lnTo>
                    <a:pt x="2224" y="470"/>
                  </a:lnTo>
                  <a:lnTo>
                    <a:pt x="2224" y="470"/>
                  </a:lnTo>
                  <a:lnTo>
                    <a:pt x="2224" y="357"/>
                  </a:lnTo>
                  <a:lnTo>
                    <a:pt x="2225" y="763"/>
                  </a:lnTo>
                  <a:lnTo>
                    <a:pt x="2225" y="651"/>
                  </a:lnTo>
                  <a:lnTo>
                    <a:pt x="2225" y="651"/>
                  </a:lnTo>
                  <a:lnTo>
                    <a:pt x="2227" y="785"/>
                  </a:lnTo>
                  <a:lnTo>
                    <a:pt x="2227" y="773"/>
                  </a:lnTo>
                  <a:lnTo>
                    <a:pt x="2227" y="773"/>
                  </a:lnTo>
                  <a:lnTo>
                    <a:pt x="2228" y="739"/>
                  </a:lnTo>
                  <a:lnTo>
                    <a:pt x="2228" y="795"/>
                  </a:lnTo>
                  <a:lnTo>
                    <a:pt x="2228" y="791"/>
                  </a:lnTo>
                  <a:lnTo>
                    <a:pt x="2228" y="791"/>
                  </a:lnTo>
                  <a:lnTo>
                    <a:pt x="2229" y="787"/>
                  </a:lnTo>
                  <a:lnTo>
                    <a:pt x="2230" y="803"/>
                  </a:lnTo>
                  <a:lnTo>
                    <a:pt x="2230" y="803"/>
                  </a:lnTo>
                  <a:lnTo>
                    <a:pt x="2230" y="803"/>
                  </a:lnTo>
                  <a:lnTo>
                    <a:pt x="2230" y="805"/>
                  </a:lnTo>
                  <a:lnTo>
                    <a:pt x="2231" y="766"/>
                  </a:lnTo>
                  <a:lnTo>
                    <a:pt x="2231" y="804"/>
                  </a:lnTo>
                  <a:lnTo>
                    <a:pt x="2231" y="804"/>
                  </a:lnTo>
                  <a:lnTo>
                    <a:pt x="2232" y="598"/>
                  </a:lnTo>
                  <a:lnTo>
                    <a:pt x="2233" y="742"/>
                  </a:lnTo>
                  <a:lnTo>
                    <a:pt x="2233" y="742"/>
                  </a:lnTo>
                  <a:lnTo>
                    <a:pt x="2234" y="675"/>
                  </a:lnTo>
                  <a:lnTo>
                    <a:pt x="2234" y="787"/>
                  </a:lnTo>
                  <a:lnTo>
                    <a:pt x="2234" y="787"/>
                  </a:lnTo>
                  <a:lnTo>
                    <a:pt x="2234" y="787"/>
                  </a:lnTo>
                  <a:lnTo>
                    <a:pt x="2235" y="800"/>
                  </a:lnTo>
                  <a:lnTo>
                    <a:pt x="2236" y="794"/>
                  </a:lnTo>
                  <a:lnTo>
                    <a:pt x="2236" y="794"/>
                  </a:lnTo>
                  <a:lnTo>
                    <a:pt x="2237" y="804"/>
                  </a:lnTo>
                  <a:lnTo>
                    <a:pt x="2237" y="766"/>
                  </a:lnTo>
                  <a:lnTo>
                    <a:pt x="2237" y="771"/>
                  </a:lnTo>
                  <a:lnTo>
                    <a:pt x="2237" y="771"/>
                  </a:lnTo>
                  <a:lnTo>
                    <a:pt x="2238" y="788"/>
                  </a:lnTo>
                  <a:lnTo>
                    <a:pt x="2239" y="724"/>
                  </a:lnTo>
                  <a:lnTo>
                    <a:pt x="2239" y="755"/>
                  </a:lnTo>
                  <a:lnTo>
                    <a:pt x="2239" y="755"/>
                  </a:lnTo>
                  <a:lnTo>
                    <a:pt x="2239" y="760"/>
                  </a:lnTo>
                  <a:lnTo>
                    <a:pt x="2240" y="288"/>
                  </a:lnTo>
                  <a:lnTo>
                    <a:pt x="2240" y="742"/>
                  </a:lnTo>
                  <a:lnTo>
                    <a:pt x="2240" y="742"/>
                  </a:lnTo>
                  <a:lnTo>
                    <a:pt x="2242" y="774"/>
                  </a:lnTo>
                  <a:lnTo>
                    <a:pt x="2242" y="255"/>
                  </a:lnTo>
                  <a:lnTo>
                    <a:pt x="2242" y="693"/>
                  </a:lnTo>
                  <a:lnTo>
                    <a:pt x="2242" y="693"/>
                  </a:lnTo>
                  <a:lnTo>
                    <a:pt x="2243" y="291"/>
                  </a:lnTo>
                  <a:lnTo>
                    <a:pt x="2243" y="767"/>
                  </a:lnTo>
                  <a:lnTo>
                    <a:pt x="2243" y="733"/>
                  </a:lnTo>
                  <a:lnTo>
                    <a:pt x="2243" y="733"/>
                  </a:lnTo>
                  <a:lnTo>
                    <a:pt x="2244" y="720"/>
                  </a:lnTo>
                  <a:lnTo>
                    <a:pt x="2245" y="786"/>
                  </a:lnTo>
                  <a:lnTo>
                    <a:pt x="2245" y="786"/>
                  </a:lnTo>
                  <a:lnTo>
                    <a:pt x="2245" y="786"/>
                  </a:lnTo>
                  <a:lnTo>
                    <a:pt x="2245" y="788"/>
                  </a:lnTo>
                  <a:lnTo>
                    <a:pt x="2246" y="697"/>
                  </a:lnTo>
                  <a:lnTo>
                    <a:pt x="2246" y="786"/>
                  </a:lnTo>
                  <a:lnTo>
                    <a:pt x="2246" y="786"/>
                  </a:lnTo>
                  <a:lnTo>
                    <a:pt x="2247" y="770"/>
                  </a:lnTo>
                  <a:lnTo>
                    <a:pt x="2248" y="807"/>
                  </a:lnTo>
                  <a:lnTo>
                    <a:pt x="2248" y="807"/>
                  </a:lnTo>
                  <a:lnTo>
                    <a:pt x="2248" y="807"/>
                  </a:lnTo>
                  <a:lnTo>
                    <a:pt x="2248" y="809"/>
                  </a:lnTo>
                  <a:lnTo>
                    <a:pt x="2249" y="688"/>
                  </a:lnTo>
                  <a:lnTo>
                    <a:pt x="2249" y="796"/>
                  </a:lnTo>
                  <a:lnTo>
                    <a:pt x="2249" y="796"/>
                  </a:lnTo>
                  <a:lnTo>
                    <a:pt x="2251" y="803"/>
                  </a:lnTo>
                  <a:lnTo>
                    <a:pt x="2251" y="792"/>
                  </a:lnTo>
                  <a:lnTo>
                    <a:pt x="2251" y="801"/>
                  </a:lnTo>
                  <a:lnTo>
                    <a:pt x="2251" y="801"/>
                  </a:lnTo>
                  <a:lnTo>
                    <a:pt x="2251" y="802"/>
                  </a:lnTo>
                  <a:lnTo>
                    <a:pt x="2252" y="711"/>
                  </a:lnTo>
                  <a:lnTo>
                    <a:pt x="2252" y="738"/>
                  </a:lnTo>
                  <a:lnTo>
                    <a:pt x="2252" y="738"/>
                  </a:lnTo>
                  <a:lnTo>
                    <a:pt x="2253" y="701"/>
                  </a:lnTo>
                  <a:lnTo>
                    <a:pt x="2254" y="802"/>
                  </a:lnTo>
                  <a:lnTo>
                    <a:pt x="2254" y="796"/>
                  </a:lnTo>
                  <a:lnTo>
                    <a:pt x="2254" y="796"/>
                  </a:lnTo>
                  <a:lnTo>
                    <a:pt x="2255" y="804"/>
                  </a:lnTo>
                  <a:lnTo>
                    <a:pt x="2255" y="764"/>
                  </a:lnTo>
                  <a:lnTo>
                    <a:pt x="2255" y="764"/>
                  </a:lnTo>
                  <a:lnTo>
                    <a:pt x="2255" y="764"/>
                  </a:lnTo>
                  <a:lnTo>
                    <a:pt x="2256" y="759"/>
                  </a:lnTo>
                  <a:lnTo>
                    <a:pt x="2256" y="799"/>
                  </a:lnTo>
                  <a:lnTo>
                    <a:pt x="2257" y="773"/>
                  </a:lnTo>
                  <a:lnTo>
                    <a:pt x="2257" y="773"/>
                  </a:lnTo>
                  <a:lnTo>
                    <a:pt x="2257" y="718"/>
                  </a:lnTo>
                  <a:lnTo>
                    <a:pt x="2258" y="790"/>
                  </a:lnTo>
                  <a:lnTo>
                    <a:pt x="2258" y="744"/>
                  </a:lnTo>
                  <a:lnTo>
                    <a:pt x="2258" y="744"/>
                  </a:lnTo>
                  <a:lnTo>
                    <a:pt x="2260" y="711"/>
                  </a:lnTo>
                  <a:lnTo>
                    <a:pt x="2260" y="777"/>
                  </a:lnTo>
                  <a:lnTo>
                    <a:pt x="2260" y="776"/>
                  </a:lnTo>
                  <a:lnTo>
                    <a:pt x="2260" y="776"/>
                  </a:lnTo>
                  <a:lnTo>
                    <a:pt x="2260" y="780"/>
                  </a:lnTo>
                  <a:lnTo>
                    <a:pt x="2261" y="619"/>
                  </a:lnTo>
                  <a:lnTo>
                    <a:pt x="2261" y="721"/>
                  </a:lnTo>
                  <a:lnTo>
                    <a:pt x="2261" y="721"/>
                  </a:lnTo>
                  <a:lnTo>
                    <a:pt x="2262" y="799"/>
                  </a:lnTo>
                  <a:lnTo>
                    <a:pt x="2263" y="774"/>
                  </a:lnTo>
                  <a:lnTo>
                    <a:pt x="2263" y="774"/>
                  </a:lnTo>
                  <a:lnTo>
                    <a:pt x="2263" y="776"/>
                  </a:lnTo>
                  <a:lnTo>
                    <a:pt x="2264" y="259"/>
                  </a:lnTo>
                  <a:lnTo>
                    <a:pt x="2264" y="311"/>
                  </a:lnTo>
                  <a:lnTo>
                    <a:pt x="2264" y="311"/>
                  </a:lnTo>
                  <a:lnTo>
                    <a:pt x="2266" y="763"/>
                  </a:lnTo>
                  <a:lnTo>
                    <a:pt x="2266" y="754"/>
                  </a:lnTo>
                  <a:lnTo>
                    <a:pt x="2266" y="754"/>
                  </a:lnTo>
                  <a:lnTo>
                    <a:pt x="2266" y="764"/>
                  </a:lnTo>
                  <a:lnTo>
                    <a:pt x="2267" y="700"/>
                  </a:lnTo>
                  <a:lnTo>
                    <a:pt x="2267" y="749"/>
                  </a:lnTo>
                  <a:lnTo>
                    <a:pt x="2267" y="749"/>
                  </a:lnTo>
                  <a:lnTo>
                    <a:pt x="2269" y="771"/>
                  </a:lnTo>
                  <a:lnTo>
                    <a:pt x="2269" y="660"/>
                  </a:lnTo>
                  <a:lnTo>
                    <a:pt x="2269" y="660"/>
                  </a:lnTo>
                  <a:lnTo>
                    <a:pt x="2269" y="660"/>
                  </a:lnTo>
                  <a:lnTo>
                    <a:pt x="2270" y="535"/>
                  </a:lnTo>
                  <a:lnTo>
                    <a:pt x="2270" y="765"/>
                  </a:lnTo>
                  <a:lnTo>
                    <a:pt x="2270" y="765"/>
                  </a:lnTo>
                  <a:lnTo>
                    <a:pt x="2270" y="765"/>
                  </a:lnTo>
                  <a:lnTo>
                    <a:pt x="2272" y="790"/>
                  </a:lnTo>
                  <a:lnTo>
                    <a:pt x="2272" y="754"/>
                  </a:lnTo>
                  <a:lnTo>
                    <a:pt x="2272" y="780"/>
                  </a:lnTo>
                  <a:lnTo>
                    <a:pt x="2272" y="780"/>
                  </a:lnTo>
                  <a:lnTo>
                    <a:pt x="2273" y="791"/>
                  </a:lnTo>
                  <a:lnTo>
                    <a:pt x="2273" y="681"/>
                  </a:lnTo>
                  <a:lnTo>
                    <a:pt x="2273" y="714"/>
                  </a:lnTo>
                  <a:lnTo>
                    <a:pt x="2273" y="714"/>
                  </a:lnTo>
                  <a:lnTo>
                    <a:pt x="2274" y="735"/>
                  </a:lnTo>
                  <a:lnTo>
                    <a:pt x="2275" y="629"/>
                  </a:lnTo>
                  <a:lnTo>
                    <a:pt x="2275" y="735"/>
                  </a:lnTo>
                  <a:lnTo>
                    <a:pt x="2275" y="735"/>
                  </a:lnTo>
                  <a:lnTo>
                    <a:pt x="2275" y="771"/>
                  </a:lnTo>
                  <a:lnTo>
                    <a:pt x="2276" y="765"/>
                  </a:lnTo>
                  <a:lnTo>
                    <a:pt x="2276" y="765"/>
                  </a:lnTo>
                  <a:lnTo>
                    <a:pt x="2277" y="772"/>
                  </a:lnTo>
                  <a:lnTo>
                    <a:pt x="2278" y="696"/>
                  </a:lnTo>
                  <a:lnTo>
                    <a:pt x="2278" y="746"/>
                  </a:lnTo>
                  <a:lnTo>
                    <a:pt x="2278" y="746"/>
                  </a:lnTo>
                  <a:lnTo>
                    <a:pt x="2278" y="691"/>
                  </a:lnTo>
                  <a:lnTo>
                    <a:pt x="2279" y="799"/>
                  </a:lnTo>
                  <a:lnTo>
                    <a:pt x="2279" y="762"/>
                  </a:lnTo>
                  <a:lnTo>
                    <a:pt x="2279" y="762"/>
                  </a:lnTo>
                  <a:lnTo>
                    <a:pt x="2280" y="740"/>
                  </a:lnTo>
                  <a:lnTo>
                    <a:pt x="2281" y="794"/>
                  </a:lnTo>
                  <a:lnTo>
                    <a:pt x="2281" y="794"/>
                  </a:lnTo>
                  <a:lnTo>
                    <a:pt x="2281" y="794"/>
                  </a:lnTo>
                  <a:lnTo>
                    <a:pt x="2281" y="795"/>
                  </a:lnTo>
                  <a:lnTo>
                    <a:pt x="2282" y="596"/>
                  </a:lnTo>
                  <a:lnTo>
                    <a:pt x="2282" y="596"/>
                  </a:lnTo>
                  <a:lnTo>
                    <a:pt x="2282" y="596"/>
                  </a:lnTo>
                  <a:lnTo>
                    <a:pt x="2283" y="569"/>
                  </a:lnTo>
                  <a:lnTo>
                    <a:pt x="2284" y="780"/>
                  </a:lnTo>
                  <a:lnTo>
                    <a:pt x="2284" y="744"/>
                  </a:lnTo>
                  <a:lnTo>
                    <a:pt x="2284" y="744"/>
                  </a:lnTo>
                  <a:lnTo>
                    <a:pt x="2284" y="776"/>
                  </a:lnTo>
                  <a:lnTo>
                    <a:pt x="2285" y="609"/>
                  </a:lnTo>
                  <a:lnTo>
                    <a:pt x="2285" y="609"/>
                  </a:lnTo>
                  <a:lnTo>
                    <a:pt x="2285" y="609"/>
                  </a:lnTo>
                  <a:lnTo>
                    <a:pt x="2286" y="774"/>
                  </a:lnTo>
                  <a:lnTo>
                    <a:pt x="2287" y="266"/>
                  </a:lnTo>
                  <a:lnTo>
                    <a:pt x="2287" y="382"/>
                  </a:lnTo>
                  <a:lnTo>
                    <a:pt x="2287" y="382"/>
                  </a:lnTo>
                  <a:lnTo>
                    <a:pt x="2287" y="251"/>
                  </a:lnTo>
                  <a:lnTo>
                    <a:pt x="2288" y="784"/>
                  </a:lnTo>
                  <a:lnTo>
                    <a:pt x="2288" y="783"/>
                  </a:lnTo>
                  <a:lnTo>
                    <a:pt x="2288" y="783"/>
                  </a:lnTo>
                  <a:lnTo>
                    <a:pt x="2289" y="787"/>
                  </a:lnTo>
                  <a:lnTo>
                    <a:pt x="2289" y="748"/>
                  </a:lnTo>
                  <a:lnTo>
                    <a:pt x="2290" y="763"/>
                  </a:lnTo>
                  <a:lnTo>
                    <a:pt x="2290" y="763"/>
                  </a:lnTo>
                  <a:lnTo>
                    <a:pt x="2291" y="779"/>
                  </a:lnTo>
                  <a:lnTo>
                    <a:pt x="2291" y="772"/>
                  </a:lnTo>
                  <a:lnTo>
                    <a:pt x="2291" y="772"/>
                  </a:lnTo>
                  <a:lnTo>
                    <a:pt x="2292" y="782"/>
                  </a:lnTo>
                  <a:lnTo>
                    <a:pt x="2293" y="597"/>
                  </a:lnTo>
                  <a:lnTo>
                    <a:pt x="2293" y="721"/>
                  </a:lnTo>
                  <a:lnTo>
                    <a:pt x="2293" y="721"/>
                  </a:lnTo>
                  <a:lnTo>
                    <a:pt x="2293" y="624"/>
                  </a:lnTo>
                  <a:lnTo>
                    <a:pt x="2294" y="752"/>
                  </a:lnTo>
                  <a:lnTo>
                    <a:pt x="2294" y="744"/>
                  </a:lnTo>
                  <a:lnTo>
                    <a:pt x="2294" y="744"/>
                  </a:lnTo>
                  <a:lnTo>
                    <a:pt x="2295" y="753"/>
                  </a:lnTo>
                  <a:lnTo>
                    <a:pt x="2296" y="325"/>
                  </a:lnTo>
                  <a:lnTo>
                    <a:pt x="2296" y="550"/>
                  </a:lnTo>
                  <a:lnTo>
                    <a:pt x="2296" y="550"/>
                  </a:lnTo>
                  <a:lnTo>
                    <a:pt x="2297" y="399"/>
                  </a:lnTo>
                  <a:lnTo>
                    <a:pt x="2297" y="768"/>
                  </a:lnTo>
                  <a:lnTo>
                    <a:pt x="2297" y="755"/>
                  </a:lnTo>
                  <a:lnTo>
                    <a:pt x="2297" y="755"/>
                  </a:lnTo>
                  <a:lnTo>
                    <a:pt x="2298" y="767"/>
                  </a:lnTo>
                  <a:lnTo>
                    <a:pt x="2299" y="705"/>
                  </a:lnTo>
                  <a:lnTo>
                    <a:pt x="2299" y="749"/>
                  </a:lnTo>
                  <a:lnTo>
                    <a:pt x="2299" y="749"/>
                  </a:lnTo>
                  <a:lnTo>
                    <a:pt x="2299" y="750"/>
                  </a:lnTo>
                  <a:lnTo>
                    <a:pt x="2300" y="579"/>
                  </a:lnTo>
                  <a:lnTo>
                    <a:pt x="2300" y="582"/>
                  </a:lnTo>
                  <a:lnTo>
                    <a:pt x="2300" y="582"/>
                  </a:lnTo>
                  <a:lnTo>
                    <a:pt x="2301" y="538"/>
                  </a:lnTo>
                  <a:lnTo>
                    <a:pt x="2302" y="772"/>
                  </a:lnTo>
                  <a:lnTo>
                    <a:pt x="2302" y="743"/>
                  </a:lnTo>
                  <a:lnTo>
                    <a:pt x="2302" y="743"/>
                  </a:lnTo>
                  <a:lnTo>
                    <a:pt x="2302" y="772"/>
                  </a:lnTo>
                  <a:lnTo>
                    <a:pt x="2303" y="673"/>
                  </a:lnTo>
                  <a:lnTo>
                    <a:pt x="2303" y="673"/>
                  </a:lnTo>
                  <a:lnTo>
                    <a:pt x="2303" y="673"/>
                  </a:lnTo>
                  <a:lnTo>
                    <a:pt x="2304" y="590"/>
                  </a:lnTo>
                  <a:lnTo>
                    <a:pt x="2305" y="730"/>
                  </a:lnTo>
                  <a:lnTo>
                    <a:pt x="2305" y="730"/>
                  </a:lnTo>
                  <a:lnTo>
                    <a:pt x="2305" y="730"/>
                  </a:lnTo>
                  <a:lnTo>
                    <a:pt x="2305" y="242"/>
                  </a:lnTo>
                  <a:lnTo>
                    <a:pt x="2306" y="738"/>
                  </a:lnTo>
                  <a:lnTo>
                    <a:pt x="2306" y="738"/>
                  </a:lnTo>
                  <a:lnTo>
                    <a:pt x="2306" y="738"/>
                  </a:lnTo>
                  <a:lnTo>
                    <a:pt x="2307" y="734"/>
                  </a:lnTo>
                  <a:lnTo>
                    <a:pt x="2307" y="775"/>
                  </a:lnTo>
                  <a:lnTo>
                    <a:pt x="2308" y="757"/>
                  </a:lnTo>
                  <a:lnTo>
                    <a:pt x="2308" y="757"/>
                  </a:lnTo>
                  <a:lnTo>
                    <a:pt x="2308" y="761"/>
                  </a:lnTo>
                  <a:lnTo>
                    <a:pt x="2309" y="662"/>
                  </a:lnTo>
                  <a:lnTo>
                    <a:pt x="2309" y="740"/>
                  </a:lnTo>
                  <a:lnTo>
                    <a:pt x="2309" y="740"/>
                  </a:lnTo>
                  <a:lnTo>
                    <a:pt x="2311" y="760"/>
                  </a:lnTo>
                  <a:lnTo>
                    <a:pt x="2311" y="681"/>
                  </a:lnTo>
                  <a:lnTo>
                    <a:pt x="2311" y="751"/>
                  </a:lnTo>
                  <a:lnTo>
                    <a:pt x="2311" y="751"/>
                  </a:lnTo>
                  <a:lnTo>
                    <a:pt x="2312" y="759"/>
                  </a:lnTo>
                  <a:lnTo>
                    <a:pt x="2312" y="693"/>
                  </a:lnTo>
                  <a:lnTo>
                    <a:pt x="2312" y="742"/>
                  </a:lnTo>
                  <a:lnTo>
                    <a:pt x="2312" y="742"/>
                  </a:lnTo>
                  <a:lnTo>
                    <a:pt x="2313" y="755"/>
                  </a:lnTo>
                  <a:lnTo>
                    <a:pt x="2314" y="680"/>
                  </a:lnTo>
                  <a:lnTo>
                    <a:pt x="2314" y="729"/>
                  </a:lnTo>
                  <a:lnTo>
                    <a:pt x="2314" y="729"/>
                  </a:lnTo>
                  <a:lnTo>
                    <a:pt x="2315" y="753"/>
                  </a:lnTo>
                  <a:lnTo>
                    <a:pt x="2315" y="675"/>
                  </a:lnTo>
                  <a:lnTo>
                    <a:pt x="2315" y="692"/>
                  </a:lnTo>
                  <a:lnTo>
                    <a:pt x="2315" y="692"/>
                  </a:lnTo>
                  <a:lnTo>
                    <a:pt x="2316" y="607"/>
                  </a:lnTo>
                  <a:lnTo>
                    <a:pt x="2317" y="736"/>
                  </a:lnTo>
                  <a:lnTo>
                    <a:pt x="2317" y="725"/>
                  </a:lnTo>
                  <a:lnTo>
                    <a:pt x="2317" y="725"/>
                  </a:lnTo>
                  <a:lnTo>
                    <a:pt x="2317" y="570"/>
                  </a:lnTo>
                  <a:lnTo>
                    <a:pt x="2319" y="718"/>
                  </a:lnTo>
                  <a:lnTo>
                    <a:pt x="2319" y="718"/>
                  </a:lnTo>
                  <a:lnTo>
                    <a:pt x="2319" y="716"/>
                  </a:lnTo>
                  <a:lnTo>
                    <a:pt x="2320" y="726"/>
                  </a:lnTo>
                  <a:lnTo>
                    <a:pt x="2320" y="726"/>
                  </a:lnTo>
                  <a:lnTo>
                    <a:pt x="2320" y="726"/>
                  </a:lnTo>
                  <a:lnTo>
                    <a:pt x="2320" y="734"/>
                  </a:lnTo>
                  <a:lnTo>
                    <a:pt x="2321" y="287"/>
                  </a:lnTo>
                  <a:lnTo>
                    <a:pt x="2322" y="632"/>
                  </a:lnTo>
                  <a:lnTo>
                    <a:pt x="2322" y="632"/>
                  </a:lnTo>
                  <a:lnTo>
                    <a:pt x="2322" y="746"/>
                  </a:lnTo>
                  <a:lnTo>
                    <a:pt x="2323" y="727"/>
                  </a:lnTo>
                  <a:lnTo>
                    <a:pt x="2323" y="727"/>
                  </a:lnTo>
                  <a:lnTo>
                    <a:pt x="2323" y="735"/>
                  </a:lnTo>
                  <a:lnTo>
                    <a:pt x="2324" y="591"/>
                  </a:lnTo>
                  <a:lnTo>
                    <a:pt x="2325" y="708"/>
                  </a:lnTo>
                  <a:lnTo>
                    <a:pt x="2325" y="708"/>
                  </a:lnTo>
                  <a:lnTo>
                    <a:pt x="2325" y="761"/>
                  </a:lnTo>
                  <a:lnTo>
                    <a:pt x="2326" y="741"/>
                  </a:lnTo>
                  <a:lnTo>
                    <a:pt x="2326" y="741"/>
                  </a:lnTo>
                  <a:lnTo>
                    <a:pt x="2326" y="722"/>
                  </a:lnTo>
                  <a:lnTo>
                    <a:pt x="2327" y="751"/>
                  </a:lnTo>
                  <a:lnTo>
                    <a:pt x="2328" y="746"/>
                  </a:lnTo>
                  <a:lnTo>
                    <a:pt x="2328" y="746"/>
                  </a:lnTo>
                  <a:lnTo>
                    <a:pt x="2328" y="750"/>
                  </a:lnTo>
                  <a:lnTo>
                    <a:pt x="2329" y="618"/>
                  </a:lnTo>
                  <a:lnTo>
                    <a:pt x="2329" y="704"/>
                  </a:lnTo>
                  <a:lnTo>
                    <a:pt x="2329" y="704"/>
                  </a:lnTo>
                  <a:lnTo>
                    <a:pt x="2329" y="553"/>
                  </a:lnTo>
                  <a:lnTo>
                    <a:pt x="2331" y="735"/>
                  </a:lnTo>
                  <a:lnTo>
                    <a:pt x="2331" y="720"/>
                  </a:lnTo>
                  <a:lnTo>
                    <a:pt x="2331" y="720"/>
                  </a:lnTo>
                  <a:lnTo>
                    <a:pt x="2331" y="719"/>
                  </a:lnTo>
                  <a:lnTo>
                    <a:pt x="2332" y="744"/>
                  </a:lnTo>
                  <a:lnTo>
                    <a:pt x="2332" y="744"/>
                  </a:lnTo>
                  <a:lnTo>
                    <a:pt x="2332" y="744"/>
                  </a:lnTo>
                  <a:lnTo>
                    <a:pt x="2332" y="745"/>
                  </a:lnTo>
                  <a:lnTo>
                    <a:pt x="2334" y="731"/>
                  </a:lnTo>
                  <a:lnTo>
                    <a:pt x="2334" y="730"/>
                  </a:lnTo>
                  <a:lnTo>
                    <a:pt x="2334" y="299"/>
                  </a:lnTo>
                  <a:lnTo>
                    <a:pt x="2335" y="679"/>
                  </a:lnTo>
                  <a:lnTo>
                    <a:pt x="2335" y="680"/>
                  </a:lnTo>
                  <a:lnTo>
                    <a:pt x="2337" y="723"/>
                  </a:lnTo>
                  <a:lnTo>
                    <a:pt x="2337" y="722"/>
                  </a:lnTo>
                  <a:lnTo>
                    <a:pt x="2337" y="722"/>
                  </a:lnTo>
                  <a:lnTo>
                    <a:pt x="2337" y="729"/>
                  </a:lnTo>
                  <a:lnTo>
                    <a:pt x="2337" y="673"/>
                  </a:lnTo>
                  <a:lnTo>
                    <a:pt x="2338" y="674"/>
                  </a:lnTo>
                  <a:lnTo>
                    <a:pt x="2338" y="674"/>
                  </a:lnTo>
                  <a:lnTo>
                    <a:pt x="2340" y="766"/>
                  </a:lnTo>
                  <a:lnTo>
                    <a:pt x="2340" y="766"/>
                  </a:lnTo>
                  <a:lnTo>
                    <a:pt x="2341" y="756"/>
                  </a:lnTo>
                  <a:lnTo>
                    <a:pt x="2341" y="774"/>
                  </a:lnTo>
                  <a:lnTo>
                    <a:pt x="2341" y="773"/>
                  </a:lnTo>
                  <a:lnTo>
                    <a:pt x="2341" y="773"/>
                  </a:lnTo>
                  <a:lnTo>
                    <a:pt x="2342" y="766"/>
                  </a:lnTo>
                  <a:lnTo>
                    <a:pt x="2343" y="779"/>
                  </a:lnTo>
                  <a:lnTo>
                    <a:pt x="2343" y="779"/>
                  </a:lnTo>
                  <a:lnTo>
                    <a:pt x="2343" y="779"/>
                  </a:lnTo>
                  <a:lnTo>
                    <a:pt x="2343" y="783"/>
                  </a:lnTo>
                  <a:lnTo>
                    <a:pt x="2344" y="772"/>
                  </a:lnTo>
                  <a:lnTo>
                    <a:pt x="2344" y="774"/>
                  </a:lnTo>
                  <a:lnTo>
                    <a:pt x="2344" y="774"/>
                  </a:lnTo>
                  <a:lnTo>
                    <a:pt x="2344" y="768"/>
                  </a:lnTo>
                  <a:lnTo>
                    <a:pt x="2345" y="775"/>
                  </a:lnTo>
                  <a:lnTo>
                    <a:pt x="2346" y="771"/>
                  </a:lnTo>
                  <a:lnTo>
                    <a:pt x="2346" y="771"/>
                  </a:lnTo>
                  <a:lnTo>
                    <a:pt x="2346" y="762"/>
                  </a:lnTo>
                  <a:lnTo>
                    <a:pt x="2347" y="778"/>
                  </a:lnTo>
                  <a:lnTo>
                    <a:pt x="2347" y="777"/>
                  </a:lnTo>
                  <a:lnTo>
                    <a:pt x="2347" y="776"/>
                  </a:lnTo>
                  <a:lnTo>
                    <a:pt x="2348" y="768"/>
                  </a:lnTo>
                  <a:lnTo>
                    <a:pt x="2348" y="780"/>
                  </a:lnTo>
                  <a:lnTo>
                    <a:pt x="2349" y="777"/>
                  </a:lnTo>
                  <a:lnTo>
                    <a:pt x="2349" y="777"/>
                  </a:lnTo>
                  <a:lnTo>
                    <a:pt x="2349" y="773"/>
                  </a:lnTo>
                  <a:lnTo>
                    <a:pt x="2350" y="775"/>
                  </a:lnTo>
                  <a:lnTo>
                    <a:pt x="2350" y="775"/>
                  </a:lnTo>
                  <a:lnTo>
                    <a:pt x="2351" y="217"/>
                  </a:lnTo>
                  <a:lnTo>
                    <a:pt x="2352" y="790"/>
                  </a:lnTo>
                  <a:lnTo>
                    <a:pt x="2352" y="790"/>
                  </a:lnTo>
                  <a:lnTo>
                    <a:pt x="2352" y="790"/>
                  </a:lnTo>
                  <a:lnTo>
                    <a:pt x="2352" y="783"/>
                  </a:lnTo>
                  <a:lnTo>
                    <a:pt x="2353" y="815"/>
                  </a:lnTo>
                  <a:lnTo>
                    <a:pt x="2353" y="805"/>
                  </a:lnTo>
                  <a:lnTo>
                    <a:pt x="2353" y="805"/>
                  </a:lnTo>
                  <a:lnTo>
                    <a:pt x="2353" y="815"/>
                  </a:lnTo>
                  <a:lnTo>
                    <a:pt x="2354" y="219"/>
                  </a:lnTo>
                  <a:lnTo>
                    <a:pt x="2355" y="542"/>
                  </a:lnTo>
                  <a:lnTo>
                    <a:pt x="2355" y="536"/>
                  </a:lnTo>
                  <a:lnTo>
                    <a:pt x="2355" y="313"/>
                  </a:lnTo>
                  <a:lnTo>
                    <a:pt x="2355" y="692"/>
                  </a:lnTo>
                  <a:lnTo>
                    <a:pt x="2356" y="675"/>
                  </a:lnTo>
                  <a:lnTo>
                    <a:pt x="2356" y="675"/>
                  </a:lnTo>
                  <a:lnTo>
                    <a:pt x="2356" y="668"/>
                  </a:lnTo>
                  <a:lnTo>
                    <a:pt x="2357" y="697"/>
                  </a:lnTo>
                  <a:lnTo>
                    <a:pt x="2358" y="681"/>
                  </a:lnTo>
                  <a:lnTo>
                    <a:pt x="2358" y="681"/>
                  </a:lnTo>
                  <a:lnTo>
                    <a:pt x="2358" y="673"/>
                  </a:lnTo>
                  <a:lnTo>
                    <a:pt x="2358" y="771"/>
                  </a:lnTo>
                  <a:lnTo>
                    <a:pt x="2359" y="716"/>
                  </a:lnTo>
                  <a:lnTo>
                    <a:pt x="2359" y="716"/>
                  </a:lnTo>
                  <a:lnTo>
                    <a:pt x="2361" y="749"/>
                  </a:lnTo>
                  <a:lnTo>
                    <a:pt x="2361" y="265"/>
                  </a:lnTo>
                  <a:lnTo>
                    <a:pt x="2361" y="287"/>
                  </a:lnTo>
                  <a:lnTo>
                    <a:pt x="2361" y="287"/>
                  </a:lnTo>
                  <a:lnTo>
                    <a:pt x="2362" y="787"/>
                  </a:lnTo>
                  <a:lnTo>
                    <a:pt x="2362" y="272"/>
                  </a:lnTo>
                  <a:lnTo>
                    <a:pt x="2362" y="407"/>
                  </a:lnTo>
                  <a:lnTo>
                    <a:pt x="2362" y="407"/>
                  </a:lnTo>
                  <a:lnTo>
                    <a:pt x="2363" y="782"/>
                  </a:lnTo>
                  <a:lnTo>
                    <a:pt x="2364" y="713"/>
                  </a:lnTo>
                  <a:lnTo>
                    <a:pt x="2364" y="713"/>
                  </a:lnTo>
                  <a:lnTo>
                    <a:pt x="2364" y="712"/>
                  </a:lnTo>
                  <a:lnTo>
                    <a:pt x="2364" y="751"/>
                  </a:lnTo>
                  <a:lnTo>
                    <a:pt x="2365" y="734"/>
                  </a:lnTo>
                  <a:lnTo>
                    <a:pt x="2365" y="734"/>
                  </a:lnTo>
                  <a:lnTo>
                    <a:pt x="2366" y="713"/>
                  </a:lnTo>
                  <a:lnTo>
                    <a:pt x="2367" y="720"/>
                  </a:lnTo>
                  <a:lnTo>
                    <a:pt x="2367" y="720"/>
                  </a:lnTo>
                  <a:lnTo>
                    <a:pt x="2367" y="717"/>
                  </a:lnTo>
                  <a:lnTo>
                    <a:pt x="2368" y="741"/>
                  </a:lnTo>
                  <a:lnTo>
                    <a:pt x="2368" y="731"/>
                  </a:lnTo>
                  <a:lnTo>
                    <a:pt x="2368" y="731"/>
                  </a:lnTo>
                  <a:lnTo>
                    <a:pt x="2368" y="740"/>
                  </a:lnTo>
                  <a:lnTo>
                    <a:pt x="2369" y="718"/>
                  </a:lnTo>
                  <a:lnTo>
                    <a:pt x="2370" y="721"/>
                  </a:lnTo>
                  <a:lnTo>
                    <a:pt x="2370" y="721"/>
                  </a:lnTo>
                  <a:lnTo>
                    <a:pt x="2370" y="718"/>
                  </a:lnTo>
                  <a:lnTo>
                    <a:pt x="2371" y="733"/>
                  </a:lnTo>
                  <a:lnTo>
                    <a:pt x="2371" y="731"/>
                  </a:lnTo>
                  <a:lnTo>
                    <a:pt x="2371" y="731"/>
                  </a:lnTo>
                  <a:lnTo>
                    <a:pt x="2372" y="728"/>
                  </a:lnTo>
                  <a:lnTo>
                    <a:pt x="2373" y="744"/>
                  </a:lnTo>
                  <a:lnTo>
                    <a:pt x="2373" y="743"/>
                  </a:lnTo>
                  <a:lnTo>
                    <a:pt x="2373" y="743"/>
                  </a:lnTo>
                  <a:lnTo>
                    <a:pt x="2374" y="740"/>
                  </a:lnTo>
                  <a:lnTo>
                    <a:pt x="2374" y="802"/>
                  </a:lnTo>
                  <a:lnTo>
                    <a:pt x="2374" y="802"/>
                  </a:lnTo>
                  <a:lnTo>
                    <a:pt x="2374" y="802"/>
                  </a:lnTo>
                  <a:lnTo>
                    <a:pt x="2374" y="803"/>
                  </a:lnTo>
                  <a:lnTo>
                    <a:pt x="2375" y="293"/>
                  </a:lnTo>
                  <a:lnTo>
                    <a:pt x="2376" y="705"/>
                  </a:lnTo>
                  <a:lnTo>
                    <a:pt x="2376" y="705"/>
                  </a:lnTo>
                  <a:lnTo>
                    <a:pt x="2376" y="307"/>
                  </a:lnTo>
                  <a:lnTo>
                    <a:pt x="2377" y="775"/>
                  </a:lnTo>
                  <a:lnTo>
                    <a:pt x="2377" y="768"/>
                  </a:lnTo>
                  <a:lnTo>
                    <a:pt x="2377" y="768"/>
                  </a:lnTo>
                  <a:lnTo>
                    <a:pt x="2378" y="761"/>
                  </a:lnTo>
                  <a:lnTo>
                    <a:pt x="2378" y="778"/>
                  </a:lnTo>
                  <a:lnTo>
                    <a:pt x="2379" y="772"/>
                  </a:lnTo>
                  <a:lnTo>
                    <a:pt x="2379" y="772"/>
                  </a:lnTo>
                  <a:lnTo>
                    <a:pt x="2379" y="774"/>
                  </a:lnTo>
                  <a:lnTo>
                    <a:pt x="2379" y="767"/>
                  </a:lnTo>
                  <a:lnTo>
                    <a:pt x="2380" y="769"/>
                  </a:lnTo>
                  <a:lnTo>
                    <a:pt x="2380" y="769"/>
                  </a:lnTo>
                  <a:lnTo>
                    <a:pt x="2382" y="753"/>
                  </a:lnTo>
                  <a:lnTo>
                    <a:pt x="2382" y="753"/>
                  </a:lnTo>
                  <a:lnTo>
                    <a:pt x="2382" y="753"/>
                  </a:lnTo>
                  <a:lnTo>
                    <a:pt x="2383" y="769"/>
                  </a:lnTo>
                  <a:lnTo>
                    <a:pt x="2383" y="768"/>
                  </a:lnTo>
                  <a:lnTo>
                    <a:pt x="2383" y="768"/>
                  </a:lnTo>
                  <a:lnTo>
                    <a:pt x="2384" y="325"/>
                  </a:lnTo>
                  <a:lnTo>
                    <a:pt x="2384" y="775"/>
                  </a:lnTo>
                  <a:lnTo>
                    <a:pt x="2385" y="705"/>
                  </a:lnTo>
                  <a:lnTo>
                    <a:pt x="2385" y="705"/>
                  </a:lnTo>
                  <a:lnTo>
                    <a:pt x="2385" y="470"/>
                  </a:lnTo>
                  <a:lnTo>
                    <a:pt x="2386" y="796"/>
                  </a:lnTo>
                  <a:lnTo>
                    <a:pt x="2386" y="775"/>
                  </a:lnTo>
                  <a:lnTo>
                    <a:pt x="2386" y="775"/>
                  </a:lnTo>
                  <a:lnTo>
                    <a:pt x="2387" y="792"/>
                  </a:lnTo>
                  <a:lnTo>
                    <a:pt x="2388" y="780"/>
                  </a:lnTo>
                  <a:lnTo>
                    <a:pt x="2388" y="780"/>
                  </a:lnTo>
                  <a:lnTo>
                    <a:pt x="2389" y="799"/>
                  </a:lnTo>
                  <a:lnTo>
                    <a:pt x="2389" y="788"/>
                  </a:lnTo>
                  <a:lnTo>
                    <a:pt x="2389" y="788"/>
                  </a:lnTo>
                  <a:lnTo>
                    <a:pt x="2390" y="798"/>
                  </a:lnTo>
                  <a:lnTo>
                    <a:pt x="2390" y="781"/>
                  </a:lnTo>
                  <a:lnTo>
                    <a:pt x="2391" y="783"/>
                  </a:lnTo>
                  <a:lnTo>
                    <a:pt x="2391" y="783"/>
                  </a:lnTo>
                  <a:lnTo>
                    <a:pt x="2391" y="794"/>
                  </a:lnTo>
                  <a:lnTo>
                    <a:pt x="2392" y="250"/>
                  </a:lnTo>
                  <a:lnTo>
                    <a:pt x="2392" y="544"/>
                  </a:lnTo>
                  <a:lnTo>
                    <a:pt x="2392" y="544"/>
                  </a:lnTo>
                  <a:lnTo>
                    <a:pt x="2393" y="254"/>
                  </a:lnTo>
                  <a:lnTo>
                    <a:pt x="2393" y="796"/>
                  </a:lnTo>
                  <a:lnTo>
                    <a:pt x="2394" y="773"/>
                  </a:lnTo>
                  <a:lnTo>
                    <a:pt x="2394" y="773"/>
                  </a:lnTo>
                  <a:lnTo>
                    <a:pt x="2395" y="784"/>
                  </a:lnTo>
                  <a:lnTo>
                    <a:pt x="2395" y="781"/>
                  </a:lnTo>
                  <a:lnTo>
                    <a:pt x="2395" y="781"/>
                  </a:lnTo>
                  <a:lnTo>
                    <a:pt x="2396" y="769"/>
                  </a:lnTo>
                  <a:lnTo>
                    <a:pt x="2397" y="771"/>
                  </a:lnTo>
                  <a:lnTo>
                    <a:pt x="2397" y="771"/>
                  </a:lnTo>
                  <a:lnTo>
                    <a:pt x="2398" y="762"/>
                  </a:lnTo>
                  <a:lnTo>
                    <a:pt x="2398" y="765"/>
                  </a:lnTo>
                  <a:lnTo>
                    <a:pt x="2398" y="765"/>
                  </a:lnTo>
                  <a:lnTo>
                    <a:pt x="2399" y="235"/>
                  </a:lnTo>
                  <a:lnTo>
                    <a:pt x="2400" y="783"/>
                  </a:lnTo>
                  <a:lnTo>
                    <a:pt x="2400" y="725"/>
                  </a:lnTo>
                  <a:lnTo>
                    <a:pt x="2400" y="725"/>
                  </a:lnTo>
                  <a:lnTo>
                    <a:pt x="2401" y="767"/>
                  </a:lnTo>
                  <a:lnTo>
                    <a:pt x="2401" y="767"/>
                  </a:lnTo>
                  <a:lnTo>
                    <a:pt x="2401" y="767"/>
                  </a:lnTo>
                  <a:lnTo>
                    <a:pt x="2402" y="768"/>
                  </a:lnTo>
                  <a:lnTo>
                    <a:pt x="2402" y="738"/>
                  </a:lnTo>
                  <a:lnTo>
                    <a:pt x="2403" y="741"/>
                  </a:lnTo>
                  <a:lnTo>
                    <a:pt x="2403" y="741"/>
                  </a:lnTo>
                  <a:lnTo>
                    <a:pt x="2403" y="743"/>
                  </a:lnTo>
                  <a:lnTo>
                    <a:pt x="2404" y="730"/>
                  </a:lnTo>
                  <a:lnTo>
                    <a:pt x="2404" y="734"/>
                  </a:lnTo>
                  <a:lnTo>
                    <a:pt x="2404" y="734"/>
                  </a:lnTo>
                  <a:lnTo>
                    <a:pt x="2405" y="733"/>
                  </a:lnTo>
                  <a:lnTo>
                    <a:pt x="2406" y="748"/>
                  </a:lnTo>
                  <a:lnTo>
                    <a:pt x="2406" y="746"/>
                  </a:lnTo>
                  <a:lnTo>
                    <a:pt x="2406" y="746"/>
                  </a:lnTo>
                  <a:lnTo>
                    <a:pt x="2406" y="752"/>
                  </a:lnTo>
                  <a:lnTo>
                    <a:pt x="2407" y="737"/>
                  </a:lnTo>
                  <a:lnTo>
                    <a:pt x="2407" y="737"/>
                  </a:lnTo>
                  <a:lnTo>
                    <a:pt x="2407" y="737"/>
                  </a:lnTo>
                  <a:lnTo>
                    <a:pt x="2409" y="781"/>
                  </a:lnTo>
                  <a:lnTo>
                    <a:pt x="2409" y="781"/>
                  </a:lnTo>
                  <a:lnTo>
                    <a:pt x="2409" y="781"/>
                  </a:lnTo>
                  <a:lnTo>
                    <a:pt x="2409" y="764"/>
                  </a:lnTo>
                  <a:lnTo>
                    <a:pt x="2410" y="789"/>
                  </a:lnTo>
                  <a:lnTo>
                    <a:pt x="2410" y="782"/>
                  </a:lnTo>
                  <a:lnTo>
                    <a:pt x="2410" y="782"/>
                  </a:lnTo>
                  <a:lnTo>
                    <a:pt x="2411" y="784"/>
                  </a:lnTo>
                  <a:lnTo>
                    <a:pt x="2411" y="774"/>
                  </a:lnTo>
                  <a:lnTo>
                    <a:pt x="2412" y="783"/>
                  </a:lnTo>
                  <a:lnTo>
                    <a:pt x="2412" y="783"/>
                  </a:lnTo>
                  <a:lnTo>
                    <a:pt x="2413" y="774"/>
                  </a:lnTo>
                  <a:lnTo>
                    <a:pt x="2413" y="791"/>
                  </a:lnTo>
                  <a:lnTo>
                    <a:pt x="2413" y="790"/>
                  </a:lnTo>
                  <a:lnTo>
                    <a:pt x="2413" y="790"/>
                  </a:lnTo>
                  <a:lnTo>
                    <a:pt x="2414" y="767"/>
                  </a:lnTo>
                  <a:lnTo>
                    <a:pt x="2415" y="768"/>
                  </a:lnTo>
                  <a:lnTo>
                    <a:pt x="2415" y="768"/>
                  </a:lnTo>
                  <a:lnTo>
                    <a:pt x="2415" y="162"/>
                  </a:lnTo>
                  <a:lnTo>
                    <a:pt x="2416" y="787"/>
                  </a:lnTo>
                  <a:lnTo>
                    <a:pt x="2416" y="787"/>
                  </a:lnTo>
                  <a:lnTo>
                    <a:pt x="2416" y="787"/>
                  </a:lnTo>
                  <a:lnTo>
                    <a:pt x="2417" y="787"/>
                  </a:lnTo>
                  <a:lnTo>
                    <a:pt x="2418" y="752"/>
                  </a:lnTo>
                  <a:lnTo>
                    <a:pt x="2418" y="752"/>
                  </a:lnTo>
                  <a:lnTo>
                    <a:pt x="2418" y="752"/>
                  </a:lnTo>
                  <a:lnTo>
                    <a:pt x="2419" y="771"/>
                  </a:lnTo>
                  <a:lnTo>
                    <a:pt x="2419" y="771"/>
                  </a:lnTo>
                  <a:lnTo>
                    <a:pt x="2419" y="771"/>
                  </a:lnTo>
                  <a:lnTo>
                    <a:pt x="2420" y="773"/>
                  </a:lnTo>
                  <a:lnTo>
                    <a:pt x="2421" y="749"/>
                  </a:lnTo>
                  <a:lnTo>
                    <a:pt x="2421" y="752"/>
                  </a:lnTo>
                  <a:lnTo>
                    <a:pt x="2421" y="752"/>
                  </a:lnTo>
                  <a:lnTo>
                    <a:pt x="2421" y="756"/>
                  </a:lnTo>
                  <a:lnTo>
                    <a:pt x="2422" y="745"/>
                  </a:lnTo>
                  <a:lnTo>
                    <a:pt x="2422" y="749"/>
                  </a:lnTo>
                  <a:lnTo>
                    <a:pt x="2422" y="749"/>
                  </a:lnTo>
                  <a:lnTo>
                    <a:pt x="2423" y="747"/>
                  </a:lnTo>
                  <a:lnTo>
                    <a:pt x="2423" y="752"/>
                  </a:lnTo>
                  <a:lnTo>
                    <a:pt x="2424" y="750"/>
                  </a:lnTo>
                  <a:lnTo>
                    <a:pt x="2424" y="750"/>
                  </a:lnTo>
                  <a:lnTo>
                    <a:pt x="2424" y="767"/>
                  </a:lnTo>
                  <a:lnTo>
                    <a:pt x="2425" y="765"/>
                  </a:lnTo>
                  <a:lnTo>
                    <a:pt x="2425" y="765"/>
                  </a:lnTo>
                  <a:lnTo>
                    <a:pt x="2426" y="764"/>
                  </a:lnTo>
                  <a:lnTo>
                    <a:pt x="2426" y="769"/>
                  </a:lnTo>
                  <a:lnTo>
                    <a:pt x="2427" y="766"/>
                  </a:lnTo>
                  <a:lnTo>
                    <a:pt x="2427" y="766"/>
                  </a:lnTo>
                  <a:lnTo>
                    <a:pt x="2427" y="215"/>
                  </a:lnTo>
                  <a:lnTo>
                    <a:pt x="2428" y="774"/>
                  </a:lnTo>
                  <a:lnTo>
                    <a:pt x="2428" y="663"/>
                  </a:lnTo>
                  <a:lnTo>
                    <a:pt x="2428" y="663"/>
                  </a:lnTo>
                  <a:lnTo>
                    <a:pt x="2429" y="365"/>
                  </a:lnTo>
                  <a:lnTo>
                    <a:pt x="2429" y="771"/>
                  </a:lnTo>
                  <a:lnTo>
                    <a:pt x="2430" y="725"/>
                  </a:lnTo>
                  <a:lnTo>
                    <a:pt x="2430" y="725"/>
                  </a:lnTo>
                  <a:lnTo>
                    <a:pt x="2431" y="788"/>
                  </a:lnTo>
                  <a:lnTo>
                    <a:pt x="2431" y="716"/>
                  </a:lnTo>
                  <a:lnTo>
                    <a:pt x="2431" y="776"/>
                  </a:lnTo>
                  <a:lnTo>
                    <a:pt x="2431" y="776"/>
                  </a:lnTo>
                  <a:lnTo>
                    <a:pt x="2432" y="778"/>
                  </a:lnTo>
                  <a:lnTo>
                    <a:pt x="2432" y="739"/>
                  </a:lnTo>
                  <a:lnTo>
                    <a:pt x="2433" y="747"/>
                  </a:lnTo>
                  <a:lnTo>
                    <a:pt x="2433" y="747"/>
                  </a:lnTo>
                  <a:lnTo>
                    <a:pt x="2434" y="743"/>
                  </a:lnTo>
                  <a:lnTo>
                    <a:pt x="2434" y="763"/>
                  </a:lnTo>
                  <a:lnTo>
                    <a:pt x="2434" y="759"/>
                  </a:lnTo>
                  <a:lnTo>
                    <a:pt x="2434" y="759"/>
                  </a:lnTo>
                  <a:lnTo>
                    <a:pt x="2436" y="781"/>
                  </a:lnTo>
                  <a:lnTo>
                    <a:pt x="2436" y="329"/>
                  </a:lnTo>
                  <a:lnTo>
                    <a:pt x="2436" y="497"/>
                  </a:lnTo>
                  <a:lnTo>
                    <a:pt x="2436" y="497"/>
                  </a:lnTo>
                  <a:lnTo>
                    <a:pt x="2437" y="265"/>
                  </a:lnTo>
                  <a:lnTo>
                    <a:pt x="2437" y="737"/>
                  </a:lnTo>
                  <a:lnTo>
                    <a:pt x="2437" y="737"/>
                  </a:lnTo>
                  <a:lnTo>
                    <a:pt x="2437" y="737"/>
                  </a:lnTo>
                  <a:lnTo>
                    <a:pt x="2439" y="713"/>
                  </a:lnTo>
                  <a:lnTo>
                    <a:pt x="2439" y="718"/>
                  </a:lnTo>
                  <a:lnTo>
                    <a:pt x="2439" y="718"/>
                  </a:lnTo>
                  <a:lnTo>
                    <a:pt x="2439" y="719"/>
                  </a:lnTo>
                  <a:lnTo>
                    <a:pt x="2440" y="605"/>
                  </a:lnTo>
                  <a:lnTo>
                    <a:pt x="2440" y="605"/>
                  </a:lnTo>
                  <a:lnTo>
                    <a:pt x="2440" y="605"/>
                  </a:lnTo>
                  <a:lnTo>
                    <a:pt x="2441" y="256"/>
                  </a:lnTo>
                  <a:lnTo>
                    <a:pt x="2442" y="729"/>
                  </a:lnTo>
                  <a:lnTo>
                    <a:pt x="2442" y="729"/>
                  </a:lnTo>
                  <a:lnTo>
                    <a:pt x="2442" y="729"/>
                  </a:lnTo>
                  <a:lnTo>
                    <a:pt x="2442" y="734"/>
                  </a:lnTo>
                  <a:lnTo>
                    <a:pt x="2443" y="706"/>
                  </a:lnTo>
                  <a:lnTo>
                    <a:pt x="2443" y="709"/>
                  </a:lnTo>
                  <a:lnTo>
                    <a:pt x="2443" y="709"/>
                  </a:lnTo>
                  <a:lnTo>
                    <a:pt x="2445" y="749"/>
                  </a:lnTo>
                  <a:lnTo>
                    <a:pt x="2445" y="740"/>
                  </a:lnTo>
                  <a:lnTo>
                    <a:pt x="2445" y="740"/>
                  </a:lnTo>
                  <a:lnTo>
                    <a:pt x="2445" y="747"/>
                  </a:lnTo>
                  <a:lnTo>
                    <a:pt x="2446" y="717"/>
                  </a:lnTo>
                  <a:lnTo>
                    <a:pt x="2446" y="718"/>
                  </a:lnTo>
                  <a:lnTo>
                    <a:pt x="2446" y="718"/>
                  </a:lnTo>
                  <a:lnTo>
                    <a:pt x="2447" y="722"/>
                  </a:lnTo>
                  <a:lnTo>
                    <a:pt x="2447" y="714"/>
                  </a:lnTo>
                  <a:lnTo>
                    <a:pt x="2448" y="720"/>
                  </a:lnTo>
                  <a:lnTo>
                    <a:pt x="2448" y="720"/>
                  </a:lnTo>
                  <a:lnTo>
                    <a:pt x="2449" y="750"/>
                  </a:lnTo>
                  <a:lnTo>
                    <a:pt x="2449" y="263"/>
                  </a:lnTo>
                  <a:lnTo>
                    <a:pt x="2449" y="668"/>
                  </a:lnTo>
                  <a:lnTo>
                    <a:pt x="2449" y="668"/>
                  </a:lnTo>
                  <a:lnTo>
                    <a:pt x="2450" y="305"/>
                  </a:lnTo>
                  <a:lnTo>
                    <a:pt x="2450" y="760"/>
                  </a:lnTo>
                  <a:lnTo>
                    <a:pt x="2451" y="710"/>
                  </a:lnTo>
                  <a:lnTo>
                    <a:pt x="2451" y="710"/>
                  </a:lnTo>
                  <a:lnTo>
                    <a:pt x="2452" y="282"/>
                  </a:lnTo>
                  <a:lnTo>
                    <a:pt x="2452" y="731"/>
                  </a:lnTo>
                  <a:lnTo>
                    <a:pt x="2452" y="515"/>
                  </a:lnTo>
                  <a:lnTo>
                    <a:pt x="2452" y="515"/>
                  </a:lnTo>
                  <a:lnTo>
                    <a:pt x="2453" y="311"/>
                  </a:lnTo>
                  <a:lnTo>
                    <a:pt x="2453" y="801"/>
                  </a:lnTo>
                  <a:lnTo>
                    <a:pt x="2454" y="753"/>
                  </a:lnTo>
                  <a:lnTo>
                    <a:pt x="2454" y="753"/>
                  </a:lnTo>
                  <a:lnTo>
                    <a:pt x="2455" y="800"/>
                  </a:lnTo>
                  <a:lnTo>
                    <a:pt x="2455" y="774"/>
                  </a:lnTo>
                  <a:lnTo>
                    <a:pt x="2455" y="774"/>
                  </a:lnTo>
                  <a:lnTo>
                    <a:pt x="2456" y="775"/>
                  </a:lnTo>
                  <a:lnTo>
                    <a:pt x="2457" y="752"/>
                  </a:lnTo>
                  <a:lnTo>
                    <a:pt x="2457" y="752"/>
                  </a:lnTo>
                  <a:lnTo>
                    <a:pt x="2457" y="752"/>
                  </a:lnTo>
                  <a:lnTo>
                    <a:pt x="2457" y="753"/>
                  </a:lnTo>
                  <a:lnTo>
                    <a:pt x="2458" y="733"/>
                  </a:lnTo>
                  <a:lnTo>
                    <a:pt x="2458" y="737"/>
                  </a:lnTo>
                  <a:lnTo>
                    <a:pt x="2458" y="737"/>
                  </a:lnTo>
                  <a:lnTo>
                    <a:pt x="2459" y="740"/>
                  </a:lnTo>
                  <a:lnTo>
                    <a:pt x="2459" y="276"/>
                  </a:lnTo>
                  <a:lnTo>
                    <a:pt x="2460" y="413"/>
                  </a:lnTo>
                  <a:lnTo>
                    <a:pt x="2460" y="413"/>
                  </a:lnTo>
                  <a:lnTo>
                    <a:pt x="2460" y="712"/>
                  </a:lnTo>
                  <a:lnTo>
                    <a:pt x="2460" y="364"/>
                  </a:lnTo>
                  <a:lnTo>
                    <a:pt x="2461" y="675"/>
                  </a:lnTo>
                  <a:lnTo>
                    <a:pt x="2461" y="675"/>
                  </a:lnTo>
                  <a:lnTo>
                    <a:pt x="2462" y="675"/>
                  </a:lnTo>
                  <a:lnTo>
                    <a:pt x="2463" y="792"/>
                  </a:lnTo>
                  <a:lnTo>
                    <a:pt x="2463" y="783"/>
                  </a:lnTo>
                  <a:lnTo>
                    <a:pt x="2463" y="783"/>
                  </a:lnTo>
                  <a:lnTo>
                    <a:pt x="2463" y="784"/>
                  </a:lnTo>
                  <a:lnTo>
                    <a:pt x="2464" y="737"/>
                  </a:lnTo>
                  <a:lnTo>
                    <a:pt x="2464" y="743"/>
                  </a:lnTo>
                  <a:lnTo>
                    <a:pt x="2464" y="743"/>
                  </a:lnTo>
                  <a:lnTo>
                    <a:pt x="2465" y="724"/>
                  </a:lnTo>
                  <a:lnTo>
                    <a:pt x="2466" y="767"/>
                  </a:lnTo>
                  <a:lnTo>
                    <a:pt x="2466" y="764"/>
                  </a:lnTo>
                  <a:lnTo>
                    <a:pt x="2466" y="764"/>
                  </a:lnTo>
                  <a:lnTo>
                    <a:pt x="2466" y="765"/>
                  </a:lnTo>
                  <a:lnTo>
                    <a:pt x="2467" y="290"/>
                  </a:lnTo>
                  <a:lnTo>
                    <a:pt x="2467" y="513"/>
                  </a:lnTo>
                  <a:lnTo>
                    <a:pt x="2467" y="513"/>
                  </a:lnTo>
                  <a:lnTo>
                    <a:pt x="2468" y="323"/>
                  </a:lnTo>
                  <a:lnTo>
                    <a:pt x="2468" y="759"/>
                  </a:lnTo>
                  <a:lnTo>
                    <a:pt x="2469" y="727"/>
                  </a:lnTo>
                  <a:lnTo>
                    <a:pt x="2469" y="727"/>
                  </a:lnTo>
                  <a:lnTo>
                    <a:pt x="2469" y="728"/>
                  </a:lnTo>
                  <a:lnTo>
                    <a:pt x="2470" y="713"/>
                  </a:lnTo>
                  <a:lnTo>
                    <a:pt x="2470" y="724"/>
                  </a:lnTo>
                  <a:lnTo>
                    <a:pt x="2470" y="724"/>
                  </a:lnTo>
                  <a:lnTo>
                    <a:pt x="2471" y="283"/>
                  </a:lnTo>
                  <a:lnTo>
                    <a:pt x="2471" y="740"/>
                  </a:lnTo>
                  <a:lnTo>
                    <a:pt x="2472" y="732"/>
                  </a:lnTo>
                  <a:lnTo>
                    <a:pt x="2472" y="732"/>
                  </a:lnTo>
                  <a:lnTo>
                    <a:pt x="2472" y="725"/>
                  </a:lnTo>
                  <a:lnTo>
                    <a:pt x="2473" y="788"/>
                  </a:lnTo>
                  <a:lnTo>
                    <a:pt x="2473" y="777"/>
                  </a:lnTo>
                  <a:lnTo>
                    <a:pt x="2473" y="777"/>
                  </a:lnTo>
                  <a:lnTo>
                    <a:pt x="2474" y="742"/>
                  </a:lnTo>
                  <a:lnTo>
                    <a:pt x="2475" y="745"/>
                  </a:lnTo>
                  <a:lnTo>
                    <a:pt x="2475" y="745"/>
                  </a:lnTo>
                  <a:lnTo>
                    <a:pt x="2476" y="339"/>
                  </a:lnTo>
                  <a:lnTo>
                    <a:pt x="2476" y="759"/>
                  </a:lnTo>
                  <a:lnTo>
                    <a:pt x="2476" y="757"/>
                  </a:lnTo>
                  <a:lnTo>
                    <a:pt x="2476" y="757"/>
                  </a:lnTo>
                  <a:lnTo>
                    <a:pt x="2477" y="746"/>
                  </a:lnTo>
                  <a:lnTo>
                    <a:pt x="2477" y="771"/>
                  </a:lnTo>
                  <a:lnTo>
                    <a:pt x="2478" y="765"/>
                  </a:lnTo>
                  <a:lnTo>
                    <a:pt x="2478" y="765"/>
                  </a:lnTo>
                  <a:lnTo>
                    <a:pt x="2479" y="745"/>
                  </a:lnTo>
                  <a:lnTo>
                    <a:pt x="2479" y="759"/>
                  </a:lnTo>
                  <a:lnTo>
                    <a:pt x="2479" y="759"/>
                  </a:lnTo>
                  <a:lnTo>
                    <a:pt x="2480" y="760"/>
                  </a:lnTo>
                  <a:lnTo>
                    <a:pt x="2481" y="733"/>
                  </a:lnTo>
                  <a:lnTo>
                    <a:pt x="2481" y="756"/>
                  </a:lnTo>
                  <a:lnTo>
                    <a:pt x="2481" y="756"/>
                  </a:lnTo>
                  <a:lnTo>
                    <a:pt x="2481" y="757"/>
                  </a:lnTo>
                  <a:lnTo>
                    <a:pt x="2482" y="351"/>
                  </a:lnTo>
                  <a:lnTo>
                    <a:pt x="2482" y="439"/>
                  </a:lnTo>
                  <a:lnTo>
                    <a:pt x="2482" y="439"/>
                  </a:lnTo>
                  <a:lnTo>
                    <a:pt x="2483" y="346"/>
                  </a:lnTo>
                  <a:lnTo>
                    <a:pt x="2484" y="738"/>
                  </a:lnTo>
                  <a:lnTo>
                    <a:pt x="2484" y="738"/>
                  </a:lnTo>
                  <a:lnTo>
                    <a:pt x="2484" y="738"/>
                  </a:lnTo>
                  <a:lnTo>
                    <a:pt x="2484" y="759"/>
                  </a:lnTo>
                  <a:lnTo>
                    <a:pt x="2484" y="308"/>
                  </a:lnTo>
                  <a:lnTo>
                    <a:pt x="2485" y="689"/>
                  </a:lnTo>
                  <a:lnTo>
                    <a:pt x="2485" y="689"/>
                  </a:lnTo>
                  <a:lnTo>
                    <a:pt x="2486" y="700"/>
                  </a:lnTo>
                  <a:lnTo>
                    <a:pt x="2487" y="678"/>
                  </a:lnTo>
                  <a:lnTo>
                    <a:pt x="2487" y="680"/>
                  </a:lnTo>
                  <a:lnTo>
                    <a:pt x="2487" y="680"/>
                  </a:lnTo>
                  <a:lnTo>
                    <a:pt x="2488" y="769"/>
                  </a:lnTo>
                  <a:lnTo>
                    <a:pt x="2488" y="762"/>
                  </a:lnTo>
                  <a:lnTo>
                    <a:pt x="2488" y="762"/>
                  </a:lnTo>
                  <a:lnTo>
                    <a:pt x="2488" y="763"/>
                  </a:lnTo>
                  <a:lnTo>
                    <a:pt x="2490" y="734"/>
                  </a:lnTo>
                  <a:lnTo>
                    <a:pt x="2490" y="734"/>
                  </a:lnTo>
                  <a:lnTo>
                    <a:pt x="2490" y="734"/>
                  </a:lnTo>
                  <a:lnTo>
                    <a:pt x="2491" y="332"/>
                  </a:lnTo>
                  <a:lnTo>
                    <a:pt x="2491" y="484"/>
                  </a:lnTo>
                  <a:lnTo>
                    <a:pt x="2491" y="484"/>
                  </a:lnTo>
                  <a:lnTo>
                    <a:pt x="2492" y="457"/>
                  </a:lnTo>
                  <a:lnTo>
                    <a:pt x="2492" y="733"/>
                  </a:lnTo>
                  <a:lnTo>
                    <a:pt x="2493" y="704"/>
                  </a:lnTo>
                  <a:lnTo>
                    <a:pt x="2493" y="704"/>
                  </a:lnTo>
                  <a:lnTo>
                    <a:pt x="2494" y="685"/>
                  </a:lnTo>
                  <a:lnTo>
                    <a:pt x="2494" y="689"/>
                  </a:lnTo>
                  <a:lnTo>
                    <a:pt x="2494" y="689"/>
                  </a:lnTo>
                  <a:lnTo>
                    <a:pt x="2496" y="298"/>
                  </a:lnTo>
                  <a:lnTo>
                    <a:pt x="2496" y="711"/>
                  </a:lnTo>
                  <a:lnTo>
                    <a:pt x="2496" y="685"/>
                  </a:lnTo>
                  <a:lnTo>
                    <a:pt x="2496" y="685"/>
                  </a:lnTo>
                  <a:lnTo>
                    <a:pt x="2496" y="716"/>
                  </a:lnTo>
                  <a:lnTo>
                    <a:pt x="2497" y="384"/>
                  </a:lnTo>
                  <a:lnTo>
                    <a:pt x="2497" y="682"/>
                  </a:lnTo>
                  <a:lnTo>
                    <a:pt x="2497" y="682"/>
                  </a:lnTo>
                  <a:lnTo>
                    <a:pt x="2498" y="677"/>
                  </a:lnTo>
                  <a:lnTo>
                    <a:pt x="2498" y="685"/>
                  </a:lnTo>
                  <a:lnTo>
                    <a:pt x="2499" y="678"/>
                  </a:lnTo>
                  <a:lnTo>
                    <a:pt x="2499" y="678"/>
                  </a:lnTo>
                  <a:lnTo>
                    <a:pt x="2499" y="667"/>
                  </a:lnTo>
                  <a:lnTo>
                    <a:pt x="2500" y="672"/>
                  </a:lnTo>
                  <a:lnTo>
                    <a:pt x="2500" y="672"/>
                  </a:lnTo>
                  <a:lnTo>
                    <a:pt x="2500" y="671"/>
                  </a:lnTo>
                  <a:lnTo>
                    <a:pt x="2501" y="758"/>
                  </a:lnTo>
                  <a:lnTo>
                    <a:pt x="2502" y="737"/>
                  </a:lnTo>
                  <a:lnTo>
                    <a:pt x="2502" y="737"/>
                  </a:lnTo>
                  <a:lnTo>
                    <a:pt x="2502" y="749"/>
                  </a:lnTo>
                  <a:lnTo>
                    <a:pt x="2503" y="718"/>
                  </a:lnTo>
                  <a:lnTo>
                    <a:pt x="2503" y="720"/>
                  </a:lnTo>
                  <a:lnTo>
                    <a:pt x="2503" y="720"/>
                  </a:lnTo>
                  <a:lnTo>
                    <a:pt x="2504" y="718"/>
                  </a:lnTo>
                  <a:lnTo>
                    <a:pt x="2504" y="719"/>
                  </a:lnTo>
                </a:path>
              </a:pathLst>
            </a:custGeom>
            <a:noFill/>
            <a:ln w="6350" cap="flat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grpSp>
          <p:nvGrpSpPr>
            <p:cNvPr id="454" name="Group 453">
              <a:extLst>
                <a:ext uri="{FF2B5EF4-FFF2-40B4-BE49-F238E27FC236}">
                  <a16:creationId xmlns:a16="http://schemas.microsoft.com/office/drawing/2014/main" id="{E2D9A0A2-9DE1-824C-1D7E-AD0E40BA1196}"/>
                </a:ext>
              </a:extLst>
            </p:cNvPr>
            <p:cNvGrpSpPr/>
            <p:nvPr/>
          </p:nvGrpSpPr>
          <p:grpSpPr>
            <a:xfrm>
              <a:off x="7751089" y="3733800"/>
              <a:ext cx="2063472" cy="1009650"/>
              <a:chOff x="5518428" y="3976100"/>
              <a:chExt cx="2295247" cy="1199667"/>
            </a:xfrm>
          </p:grpSpPr>
          <p:sp>
            <p:nvSpPr>
              <p:cNvPr id="403" name="Freeform 133">
                <a:extLst>
                  <a:ext uri="{FF2B5EF4-FFF2-40B4-BE49-F238E27FC236}">
                    <a16:creationId xmlns:a16="http://schemas.microsoft.com/office/drawing/2014/main" id="{2CFC46CE-925E-BBFD-D7E4-FEDDFA4A2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8428" y="3976100"/>
                <a:ext cx="2295247" cy="1152389"/>
              </a:xfrm>
              <a:custGeom>
                <a:avLst/>
                <a:gdLst>
                  <a:gd name="T0" fmla="*/ 31 w 2052"/>
                  <a:gd name="T1" fmla="*/ 422 h 468"/>
                  <a:gd name="T2" fmla="*/ 64 w 2052"/>
                  <a:gd name="T3" fmla="*/ 241 h 468"/>
                  <a:gd name="T4" fmla="*/ 98 w 2052"/>
                  <a:gd name="T5" fmla="*/ 92 h 468"/>
                  <a:gd name="T6" fmla="*/ 132 w 2052"/>
                  <a:gd name="T7" fmla="*/ 0 h 468"/>
                  <a:gd name="T8" fmla="*/ 166 w 2052"/>
                  <a:gd name="T9" fmla="*/ 37 h 468"/>
                  <a:gd name="T10" fmla="*/ 200 w 2052"/>
                  <a:gd name="T11" fmla="*/ 122 h 468"/>
                  <a:gd name="T12" fmla="*/ 234 w 2052"/>
                  <a:gd name="T13" fmla="*/ 301 h 468"/>
                  <a:gd name="T14" fmla="*/ 268 w 2052"/>
                  <a:gd name="T15" fmla="*/ 369 h 468"/>
                  <a:gd name="T16" fmla="*/ 302 w 2052"/>
                  <a:gd name="T17" fmla="*/ 374 h 468"/>
                  <a:gd name="T18" fmla="*/ 336 w 2052"/>
                  <a:gd name="T19" fmla="*/ 277 h 468"/>
                  <a:gd name="T20" fmla="*/ 369 w 2052"/>
                  <a:gd name="T21" fmla="*/ 46 h 468"/>
                  <a:gd name="T22" fmla="*/ 403 w 2052"/>
                  <a:gd name="T23" fmla="*/ 11 h 468"/>
                  <a:gd name="T24" fmla="*/ 437 w 2052"/>
                  <a:gd name="T25" fmla="*/ 36 h 468"/>
                  <a:gd name="T26" fmla="*/ 471 w 2052"/>
                  <a:gd name="T27" fmla="*/ 204 h 468"/>
                  <a:gd name="T28" fmla="*/ 505 w 2052"/>
                  <a:gd name="T29" fmla="*/ 303 h 468"/>
                  <a:gd name="T30" fmla="*/ 539 w 2052"/>
                  <a:gd name="T31" fmla="*/ 348 h 468"/>
                  <a:gd name="T32" fmla="*/ 573 w 2052"/>
                  <a:gd name="T33" fmla="*/ 367 h 468"/>
                  <a:gd name="T34" fmla="*/ 606 w 2052"/>
                  <a:gd name="T35" fmla="*/ 261 h 468"/>
                  <a:gd name="T36" fmla="*/ 641 w 2052"/>
                  <a:gd name="T37" fmla="*/ 153 h 468"/>
                  <a:gd name="T38" fmla="*/ 674 w 2052"/>
                  <a:gd name="T39" fmla="*/ 36 h 468"/>
                  <a:gd name="T40" fmla="*/ 708 w 2052"/>
                  <a:gd name="T41" fmla="*/ 36 h 468"/>
                  <a:gd name="T42" fmla="*/ 742 w 2052"/>
                  <a:gd name="T43" fmla="*/ 71 h 468"/>
                  <a:gd name="T44" fmla="*/ 776 w 2052"/>
                  <a:gd name="T45" fmla="*/ 229 h 468"/>
                  <a:gd name="T46" fmla="*/ 810 w 2052"/>
                  <a:gd name="T47" fmla="*/ 321 h 468"/>
                  <a:gd name="T48" fmla="*/ 844 w 2052"/>
                  <a:gd name="T49" fmla="*/ 369 h 468"/>
                  <a:gd name="T50" fmla="*/ 878 w 2052"/>
                  <a:gd name="T51" fmla="*/ 411 h 468"/>
                  <a:gd name="T52" fmla="*/ 911 w 2052"/>
                  <a:gd name="T53" fmla="*/ 427 h 468"/>
                  <a:gd name="T54" fmla="*/ 945 w 2052"/>
                  <a:gd name="T55" fmla="*/ 440 h 468"/>
                  <a:gd name="T56" fmla="*/ 979 w 2052"/>
                  <a:gd name="T57" fmla="*/ 449 h 468"/>
                  <a:gd name="T58" fmla="*/ 1013 w 2052"/>
                  <a:gd name="T59" fmla="*/ 456 h 468"/>
                  <a:gd name="T60" fmla="*/ 1047 w 2052"/>
                  <a:gd name="T61" fmla="*/ 459 h 468"/>
                  <a:gd name="T62" fmla="*/ 1081 w 2052"/>
                  <a:gd name="T63" fmla="*/ 459 h 468"/>
                  <a:gd name="T64" fmla="*/ 1115 w 2052"/>
                  <a:gd name="T65" fmla="*/ 461 h 468"/>
                  <a:gd name="T66" fmla="*/ 1148 w 2052"/>
                  <a:gd name="T67" fmla="*/ 461 h 468"/>
                  <a:gd name="T68" fmla="*/ 1183 w 2052"/>
                  <a:gd name="T69" fmla="*/ 461 h 468"/>
                  <a:gd name="T70" fmla="*/ 1216 w 2052"/>
                  <a:gd name="T71" fmla="*/ 461 h 468"/>
                  <a:gd name="T72" fmla="*/ 1250 w 2052"/>
                  <a:gd name="T73" fmla="*/ 463 h 468"/>
                  <a:gd name="T74" fmla="*/ 1284 w 2052"/>
                  <a:gd name="T75" fmla="*/ 463 h 468"/>
                  <a:gd name="T76" fmla="*/ 1318 w 2052"/>
                  <a:gd name="T77" fmla="*/ 463 h 468"/>
                  <a:gd name="T78" fmla="*/ 1352 w 2052"/>
                  <a:gd name="T79" fmla="*/ 463 h 468"/>
                  <a:gd name="T80" fmla="*/ 1386 w 2052"/>
                  <a:gd name="T81" fmla="*/ 465 h 468"/>
                  <a:gd name="T82" fmla="*/ 1420 w 2052"/>
                  <a:gd name="T83" fmla="*/ 465 h 468"/>
                  <a:gd name="T84" fmla="*/ 1453 w 2052"/>
                  <a:gd name="T85" fmla="*/ 465 h 468"/>
                  <a:gd name="T86" fmla="*/ 1487 w 2052"/>
                  <a:gd name="T87" fmla="*/ 465 h 468"/>
                  <a:gd name="T88" fmla="*/ 1521 w 2052"/>
                  <a:gd name="T89" fmla="*/ 465 h 468"/>
                  <a:gd name="T90" fmla="*/ 1555 w 2052"/>
                  <a:gd name="T91" fmla="*/ 466 h 468"/>
                  <a:gd name="T92" fmla="*/ 1589 w 2052"/>
                  <a:gd name="T93" fmla="*/ 461 h 468"/>
                  <a:gd name="T94" fmla="*/ 1623 w 2052"/>
                  <a:gd name="T95" fmla="*/ 459 h 468"/>
                  <a:gd name="T96" fmla="*/ 1657 w 2052"/>
                  <a:gd name="T97" fmla="*/ 456 h 468"/>
                  <a:gd name="T98" fmla="*/ 1691 w 2052"/>
                  <a:gd name="T99" fmla="*/ 456 h 468"/>
                  <a:gd name="T100" fmla="*/ 1725 w 2052"/>
                  <a:gd name="T101" fmla="*/ 450 h 468"/>
                  <a:gd name="T102" fmla="*/ 1758 w 2052"/>
                  <a:gd name="T103" fmla="*/ 443 h 468"/>
                  <a:gd name="T104" fmla="*/ 1792 w 2052"/>
                  <a:gd name="T105" fmla="*/ 440 h 468"/>
                  <a:gd name="T106" fmla="*/ 1826 w 2052"/>
                  <a:gd name="T107" fmla="*/ 431 h 468"/>
                  <a:gd name="T108" fmla="*/ 1860 w 2052"/>
                  <a:gd name="T109" fmla="*/ 410 h 468"/>
                  <a:gd name="T110" fmla="*/ 1894 w 2052"/>
                  <a:gd name="T111" fmla="*/ 388 h 468"/>
                  <a:gd name="T112" fmla="*/ 1928 w 2052"/>
                  <a:gd name="T113" fmla="*/ 385 h 468"/>
                  <a:gd name="T114" fmla="*/ 1962 w 2052"/>
                  <a:gd name="T115" fmla="*/ 387 h 468"/>
                  <a:gd name="T116" fmla="*/ 1995 w 2052"/>
                  <a:gd name="T117" fmla="*/ 392 h 468"/>
                  <a:gd name="T118" fmla="*/ 2029 w 2052"/>
                  <a:gd name="T119" fmla="*/ 407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52" h="468">
                    <a:moveTo>
                      <a:pt x="0" y="367"/>
                    </a:moveTo>
                    <a:lnTo>
                      <a:pt x="4" y="426"/>
                    </a:lnTo>
                    <a:lnTo>
                      <a:pt x="8" y="426"/>
                    </a:lnTo>
                    <a:lnTo>
                      <a:pt x="12" y="426"/>
                    </a:lnTo>
                    <a:lnTo>
                      <a:pt x="16" y="426"/>
                    </a:lnTo>
                    <a:lnTo>
                      <a:pt x="19" y="426"/>
                    </a:lnTo>
                    <a:lnTo>
                      <a:pt x="23" y="422"/>
                    </a:lnTo>
                    <a:lnTo>
                      <a:pt x="27" y="422"/>
                    </a:lnTo>
                    <a:lnTo>
                      <a:pt x="31" y="422"/>
                    </a:lnTo>
                    <a:lnTo>
                      <a:pt x="34" y="422"/>
                    </a:lnTo>
                    <a:lnTo>
                      <a:pt x="38" y="422"/>
                    </a:lnTo>
                    <a:lnTo>
                      <a:pt x="42" y="347"/>
                    </a:lnTo>
                    <a:lnTo>
                      <a:pt x="46" y="307"/>
                    </a:lnTo>
                    <a:lnTo>
                      <a:pt x="49" y="307"/>
                    </a:lnTo>
                    <a:lnTo>
                      <a:pt x="53" y="307"/>
                    </a:lnTo>
                    <a:lnTo>
                      <a:pt x="57" y="307"/>
                    </a:lnTo>
                    <a:lnTo>
                      <a:pt x="61" y="303"/>
                    </a:lnTo>
                    <a:lnTo>
                      <a:pt x="64" y="241"/>
                    </a:lnTo>
                    <a:lnTo>
                      <a:pt x="68" y="241"/>
                    </a:lnTo>
                    <a:lnTo>
                      <a:pt x="72" y="241"/>
                    </a:lnTo>
                    <a:lnTo>
                      <a:pt x="76" y="241"/>
                    </a:lnTo>
                    <a:lnTo>
                      <a:pt x="79" y="241"/>
                    </a:lnTo>
                    <a:lnTo>
                      <a:pt x="83" y="92"/>
                    </a:lnTo>
                    <a:lnTo>
                      <a:pt x="87" y="92"/>
                    </a:lnTo>
                    <a:lnTo>
                      <a:pt x="91" y="92"/>
                    </a:lnTo>
                    <a:lnTo>
                      <a:pt x="95" y="92"/>
                    </a:lnTo>
                    <a:lnTo>
                      <a:pt x="98" y="92"/>
                    </a:lnTo>
                    <a:lnTo>
                      <a:pt x="102" y="56"/>
                    </a:lnTo>
                    <a:lnTo>
                      <a:pt x="106" y="36"/>
                    </a:lnTo>
                    <a:lnTo>
                      <a:pt x="110" y="36"/>
                    </a:lnTo>
                    <a:lnTo>
                      <a:pt x="114" y="36"/>
                    </a:lnTo>
                    <a:lnTo>
                      <a:pt x="117" y="36"/>
                    </a:lnTo>
                    <a:lnTo>
                      <a:pt x="121" y="34"/>
                    </a:lnTo>
                    <a:lnTo>
                      <a:pt x="125" y="0"/>
                    </a:lnTo>
                    <a:lnTo>
                      <a:pt x="129" y="0"/>
                    </a:lnTo>
                    <a:lnTo>
                      <a:pt x="132" y="0"/>
                    </a:lnTo>
                    <a:lnTo>
                      <a:pt x="136" y="0"/>
                    </a:lnTo>
                    <a:lnTo>
                      <a:pt x="140" y="0"/>
                    </a:lnTo>
                    <a:lnTo>
                      <a:pt x="144" y="4"/>
                    </a:lnTo>
                    <a:lnTo>
                      <a:pt x="147" y="4"/>
                    </a:lnTo>
                    <a:lnTo>
                      <a:pt x="151" y="4"/>
                    </a:lnTo>
                    <a:lnTo>
                      <a:pt x="155" y="4"/>
                    </a:lnTo>
                    <a:lnTo>
                      <a:pt x="159" y="4"/>
                    </a:lnTo>
                    <a:lnTo>
                      <a:pt x="162" y="26"/>
                    </a:lnTo>
                    <a:lnTo>
                      <a:pt x="166" y="37"/>
                    </a:lnTo>
                    <a:lnTo>
                      <a:pt x="170" y="37"/>
                    </a:lnTo>
                    <a:lnTo>
                      <a:pt x="174" y="37"/>
                    </a:lnTo>
                    <a:lnTo>
                      <a:pt x="177" y="37"/>
                    </a:lnTo>
                    <a:lnTo>
                      <a:pt x="181" y="42"/>
                    </a:lnTo>
                    <a:lnTo>
                      <a:pt x="185" y="122"/>
                    </a:lnTo>
                    <a:lnTo>
                      <a:pt x="189" y="122"/>
                    </a:lnTo>
                    <a:lnTo>
                      <a:pt x="192" y="122"/>
                    </a:lnTo>
                    <a:lnTo>
                      <a:pt x="196" y="122"/>
                    </a:lnTo>
                    <a:lnTo>
                      <a:pt x="200" y="122"/>
                    </a:lnTo>
                    <a:lnTo>
                      <a:pt x="204" y="227"/>
                    </a:lnTo>
                    <a:lnTo>
                      <a:pt x="207" y="227"/>
                    </a:lnTo>
                    <a:lnTo>
                      <a:pt x="211" y="227"/>
                    </a:lnTo>
                    <a:lnTo>
                      <a:pt x="215" y="227"/>
                    </a:lnTo>
                    <a:lnTo>
                      <a:pt x="219" y="227"/>
                    </a:lnTo>
                    <a:lnTo>
                      <a:pt x="222" y="275"/>
                    </a:lnTo>
                    <a:lnTo>
                      <a:pt x="226" y="301"/>
                    </a:lnTo>
                    <a:lnTo>
                      <a:pt x="230" y="301"/>
                    </a:lnTo>
                    <a:lnTo>
                      <a:pt x="234" y="301"/>
                    </a:lnTo>
                    <a:lnTo>
                      <a:pt x="238" y="301"/>
                    </a:lnTo>
                    <a:lnTo>
                      <a:pt x="241" y="303"/>
                    </a:lnTo>
                    <a:lnTo>
                      <a:pt x="245" y="323"/>
                    </a:lnTo>
                    <a:lnTo>
                      <a:pt x="249" y="323"/>
                    </a:lnTo>
                    <a:lnTo>
                      <a:pt x="253" y="323"/>
                    </a:lnTo>
                    <a:lnTo>
                      <a:pt x="256" y="323"/>
                    </a:lnTo>
                    <a:lnTo>
                      <a:pt x="260" y="323"/>
                    </a:lnTo>
                    <a:lnTo>
                      <a:pt x="264" y="369"/>
                    </a:lnTo>
                    <a:lnTo>
                      <a:pt x="268" y="369"/>
                    </a:lnTo>
                    <a:lnTo>
                      <a:pt x="271" y="369"/>
                    </a:lnTo>
                    <a:lnTo>
                      <a:pt x="275" y="369"/>
                    </a:lnTo>
                    <a:lnTo>
                      <a:pt x="279" y="369"/>
                    </a:lnTo>
                    <a:lnTo>
                      <a:pt x="283" y="373"/>
                    </a:lnTo>
                    <a:lnTo>
                      <a:pt x="287" y="376"/>
                    </a:lnTo>
                    <a:lnTo>
                      <a:pt x="290" y="376"/>
                    </a:lnTo>
                    <a:lnTo>
                      <a:pt x="294" y="376"/>
                    </a:lnTo>
                    <a:lnTo>
                      <a:pt x="298" y="376"/>
                    </a:lnTo>
                    <a:lnTo>
                      <a:pt x="302" y="374"/>
                    </a:lnTo>
                    <a:lnTo>
                      <a:pt x="305" y="346"/>
                    </a:lnTo>
                    <a:lnTo>
                      <a:pt x="309" y="346"/>
                    </a:lnTo>
                    <a:lnTo>
                      <a:pt x="313" y="346"/>
                    </a:lnTo>
                    <a:lnTo>
                      <a:pt x="317" y="346"/>
                    </a:lnTo>
                    <a:lnTo>
                      <a:pt x="321" y="346"/>
                    </a:lnTo>
                    <a:lnTo>
                      <a:pt x="324" y="277"/>
                    </a:lnTo>
                    <a:lnTo>
                      <a:pt x="328" y="277"/>
                    </a:lnTo>
                    <a:lnTo>
                      <a:pt x="332" y="277"/>
                    </a:lnTo>
                    <a:lnTo>
                      <a:pt x="336" y="277"/>
                    </a:lnTo>
                    <a:lnTo>
                      <a:pt x="339" y="277"/>
                    </a:lnTo>
                    <a:lnTo>
                      <a:pt x="343" y="183"/>
                    </a:lnTo>
                    <a:lnTo>
                      <a:pt x="347" y="131"/>
                    </a:lnTo>
                    <a:lnTo>
                      <a:pt x="351" y="131"/>
                    </a:lnTo>
                    <a:lnTo>
                      <a:pt x="354" y="131"/>
                    </a:lnTo>
                    <a:lnTo>
                      <a:pt x="358" y="131"/>
                    </a:lnTo>
                    <a:lnTo>
                      <a:pt x="362" y="126"/>
                    </a:lnTo>
                    <a:lnTo>
                      <a:pt x="366" y="46"/>
                    </a:lnTo>
                    <a:lnTo>
                      <a:pt x="369" y="46"/>
                    </a:lnTo>
                    <a:lnTo>
                      <a:pt x="373" y="46"/>
                    </a:lnTo>
                    <a:lnTo>
                      <a:pt x="377" y="46"/>
                    </a:lnTo>
                    <a:lnTo>
                      <a:pt x="381" y="46"/>
                    </a:lnTo>
                    <a:lnTo>
                      <a:pt x="384" y="11"/>
                    </a:lnTo>
                    <a:lnTo>
                      <a:pt x="388" y="11"/>
                    </a:lnTo>
                    <a:lnTo>
                      <a:pt x="392" y="11"/>
                    </a:lnTo>
                    <a:lnTo>
                      <a:pt x="396" y="11"/>
                    </a:lnTo>
                    <a:lnTo>
                      <a:pt x="399" y="11"/>
                    </a:lnTo>
                    <a:lnTo>
                      <a:pt x="403" y="11"/>
                    </a:lnTo>
                    <a:lnTo>
                      <a:pt x="407" y="11"/>
                    </a:lnTo>
                    <a:lnTo>
                      <a:pt x="411" y="11"/>
                    </a:lnTo>
                    <a:lnTo>
                      <a:pt x="414" y="11"/>
                    </a:lnTo>
                    <a:lnTo>
                      <a:pt x="418" y="11"/>
                    </a:lnTo>
                    <a:lnTo>
                      <a:pt x="422" y="12"/>
                    </a:lnTo>
                    <a:lnTo>
                      <a:pt x="426" y="36"/>
                    </a:lnTo>
                    <a:lnTo>
                      <a:pt x="429" y="36"/>
                    </a:lnTo>
                    <a:lnTo>
                      <a:pt x="433" y="36"/>
                    </a:lnTo>
                    <a:lnTo>
                      <a:pt x="437" y="36"/>
                    </a:lnTo>
                    <a:lnTo>
                      <a:pt x="441" y="36"/>
                    </a:lnTo>
                    <a:lnTo>
                      <a:pt x="445" y="73"/>
                    </a:lnTo>
                    <a:lnTo>
                      <a:pt x="448" y="73"/>
                    </a:lnTo>
                    <a:lnTo>
                      <a:pt x="452" y="73"/>
                    </a:lnTo>
                    <a:lnTo>
                      <a:pt x="456" y="73"/>
                    </a:lnTo>
                    <a:lnTo>
                      <a:pt x="460" y="73"/>
                    </a:lnTo>
                    <a:lnTo>
                      <a:pt x="464" y="158"/>
                    </a:lnTo>
                    <a:lnTo>
                      <a:pt x="467" y="204"/>
                    </a:lnTo>
                    <a:lnTo>
                      <a:pt x="471" y="204"/>
                    </a:lnTo>
                    <a:lnTo>
                      <a:pt x="475" y="204"/>
                    </a:lnTo>
                    <a:lnTo>
                      <a:pt x="479" y="204"/>
                    </a:lnTo>
                    <a:lnTo>
                      <a:pt x="482" y="207"/>
                    </a:lnTo>
                    <a:lnTo>
                      <a:pt x="486" y="263"/>
                    </a:lnTo>
                    <a:lnTo>
                      <a:pt x="490" y="263"/>
                    </a:lnTo>
                    <a:lnTo>
                      <a:pt x="494" y="263"/>
                    </a:lnTo>
                    <a:lnTo>
                      <a:pt x="497" y="263"/>
                    </a:lnTo>
                    <a:lnTo>
                      <a:pt x="501" y="263"/>
                    </a:lnTo>
                    <a:lnTo>
                      <a:pt x="505" y="303"/>
                    </a:lnTo>
                    <a:lnTo>
                      <a:pt x="509" y="303"/>
                    </a:lnTo>
                    <a:lnTo>
                      <a:pt x="512" y="303"/>
                    </a:lnTo>
                    <a:lnTo>
                      <a:pt x="516" y="303"/>
                    </a:lnTo>
                    <a:lnTo>
                      <a:pt x="520" y="303"/>
                    </a:lnTo>
                    <a:lnTo>
                      <a:pt x="524" y="332"/>
                    </a:lnTo>
                    <a:lnTo>
                      <a:pt x="527" y="348"/>
                    </a:lnTo>
                    <a:lnTo>
                      <a:pt x="531" y="348"/>
                    </a:lnTo>
                    <a:lnTo>
                      <a:pt x="535" y="348"/>
                    </a:lnTo>
                    <a:lnTo>
                      <a:pt x="539" y="348"/>
                    </a:lnTo>
                    <a:lnTo>
                      <a:pt x="543" y="349"/>
                    </a:lnTo>
                    <a:lnTo>
                      <a:pt x="546" y="373"/>
                    </a:lnTo>
                    <a:lnTo>
                      <a:pt x="550" y="373"/>
                    </a:lnTo>
                    <a:lnTo>
                      <a:pt x="554" y="373"/>
                    </a:lnTo>
                    <a:lnTo>
                      <a:pt x="558" y="373"/>
                    </a:lnTo>
                    <a:lnTo>
                      <a:pt x="561" y="373"/>
                    </a:lnTo>
                    <a:lnTo>
                      <a:pt x="565" y="367"/>
                    </a:lnTo>
                    <a:lnTo>
                      <a:pt x="569" y="367"/>
                    </a:lnTo>
                    <a:lnTo>
                      <a:pt x="573" y="367"/>
                    </a:lnTo>
                    <a:lnTo>
                      <a:pt x="576" y="367"/>
                    </a:lnTo>
                    <a:lnTo>
                      <a:pt x="580" y="367"/>
                    </a:lnTo>
                    <a:lnTo>
                      <a:pt x="584" y="334"/>
                    </a:lnTo>
                    <a:lnTo>
                      <a:pt x="588" y="316"/>
                    </a:lnTo>
                    <a:lnTo>
                      <a:pt x="591" y="316"/>
                    </a:lnTo>
                    <a:lnTo>
                      <a:pt x="595" y="316"/>
                    </a:lnTo>
                    <a:lnTo>
                      <a:pt x="599" y="316"/>
                    </a:lnTo>
                    <a:lnTo>
                      <a:pt x="603" y="312"/>
                    </a:lnTo>
                    <a:lnTo>
                      <a:pt x="606" y="261"/>
                    </a:lnTo>
                    <a:lnTo>
                      <a:pt x="610" y="261"/>
                    </a:lnTo>
                    <a:lnTo>
                      <a:pt x="614" y="261"/>
                    </a:lnTo>
                    <a:lnTo>
                      <a:pt x="618" y="261"/>
                    </a:lnTo>
                    <a:lnTo>
                      <a:pt x="622" y="261"/>
                    </a:lnTo>
                    <a:lnTo>
                      <a:pt x="625" y="153"/>
                    </a:lnTo>
                    <a:lnTo>
                      <a:pt x="629" y="153"/>
                    </a:lnTo>
                    <a:lnTo>
                      <a:pt x="633" y="153"/>
                    </a:lnTo>
                    <a:lnTo>
                      <a:pt x="637" y="153"/>
                    </a:lnTo>
                    <a:lnTo>
                      <a:pt x="641" y="153"/>
                    </a:lnTo>
                    <a:lnTo>
                      <a:pt x="644" y="100"/>
                    </a:lnTo>
                    <a:lnTo>
                      <a:pt x="648" y="71"/>
                    </a:lnTo>
                    <a:lnTo>
                      <a:pt x="652" y="71"/>
                    </a:lnTo>
                    <a:lnTo>
                      <a:pt x="656" y="71"/>
                    </a:lnTo>
                    <a:lnTo>
                      <a:pt x="659" y="71"/>
                    </a:lnTo>
                    <a:lnTo>
                      <a:pt x="663" y="69"/>
                    </a:lnTo>
                    <a:lnTo>
                      <a:pt x="667" y="36"/>
                    </a:lnTo>
                    <a:lnTo>
                      <a:pt x="671" y="36"/>
                    </a:lnTo>
                    <a:lnTo>
                      <a:pt x="674" y="36"/>
                    </a:lnTo>
                    <a:lnTo>
                      <a:pt x="678" y="36"/>
                    </a:lnTo>
                    <a:lnTo>
                      <a:pt x="682" y="36"/>
                    </a:lnTo>
                    <a:lnTo>
                      <a:pt x="686" y="36"/>
                    </a:lnTo>
                    <a:lnTo>
                      <a:pt x="689" y="36"/>
                    </a:lnTo>
                    <a:lnTo>
                      <a:pt x="693" y="36"/>
                    </a:lnTo>
                    <a:lnTo>
                      <a:pt x="697" y="36"/>
                    </a:lnTo>
                    <a:lnTo>
                      <a:pt x="701" y="36"/>
                    </a:lnTo>
                    <a:lnTo>
                      <a:pt x="704" y="36"/>
                    </a:lnTo>
                    <a:lnTo>
                      <a:pt x="708" y="36"/>
                    </a:lnTo>
                    <a:lnTo>
                      <a:pt x="712" y="36"/>
                    </a:lnTo>
                    <a:lnTo>
                      <a:pt x="716" y="36"/>
                    </a:lnTo>
                    <a:lnTo>
                      <a:pt x="719" y="36"/>
                    </a:lnTo>
                    <a:lnTo>
                      <a:pt x="723" y="38"/>
                    </a:lnTo>
                    <a:lnTo>
                      <a:pt x="727" y="71"/>
                    </a:lnTo>
                    <a:lnTo>
                      <a:pt x="731" y="71"/>
                    </a:lnTo>
                    <a:lnTo>
                      <a:pt x="734" y="71"/>
                    </a:lnTo>
                    <a:lnTo>
                      <a:pt x="738" y="71"/>
                    </a:lnTo>
                    <a:lnTo>
                      <a:pt x="742" y="71"/>
                    </a:lnTo>
                    <a:lnTo>
                      <a:pt x="746" y="154"/>
                    </a:lnTo>
                    <a:lnTo>
                      <a:pt x="750" y="154"/>
                    </a:lnTo>
                    <a:lnTo>
                      <a:pt x="753" y="154"/>
                    </a:lnTo>
                    <a:lnTo>
                      <a:pt x="757" y="154"/>
                    </a:lnTo>
                    <a:lnTo>
                      <a:pt x="761" y="154"/>
                    </a:lnTo>
                    <a:lnTo>
                      <a:pt x="765" y="202"/>
                    </a:lnTo>
                    <a:lnTo>
                      <a:pt x="768" y="229"/>
                    </a:lnTo>
                    <a:lnTo>
                      <a:pt x="772" y="229"/>
                    </a:lnTo>
                    <a:lnTo>
                      <a:pt x="776" y="229"/>
                    </a:lnTo>
                    <a:lnTo>
                      <a:pt x="780" y="229"/>
                    </a:lnTo>
                    <a:lnTo>
                      <a:pt x="783" y="231"/>
                    </a:lnTo>
                    <a:lnTo>
                      <a:pt x="787" y="270"/>
                    </a:lnTo>
                    <a:lnTo>
                      <a:pt x="791" y="270"/>
                    </a:lnTo>
                    <a:lnTo>
                      <a:pt x="795" y="270"/>
                    </a:lnTo>
                    <a:lnTo>
                      <a:pt x="798" y="270"/>
                    </a:lnTo>
                    <a:lnTo>
                      <a:pt x="802" y="270"/>
                    </a:lnTo>
                    <a:lnTo>
                      <a:pt x="806" y="321"/>
                    </a:lnTo>
                    <a:lnTo>
                      <a:pt x="810" y="321"/>
                    </a:lnTo>
                    <a:lnTo>
                      <a:pt x="814" y="321"/>
                    </a:lnTo>
                    <a:lnTo>
                      <a:pt x="817" y="321"/>
                    </a:lnTo>
                    <a:lnTo>
                      <a:pt x="821" y="321"/>
                    </a:lnTo>
                    <a:lnTo>
                      <a:pt x="825" y="351"/>
                    </a:lnTo>
                    <a:lnTo>
                      <a:pt x="829" y="367"/>
                    </a:lnTo>
                    <a:lnTo>
                      <a:pt x="832" y="367"/>
                    </a:lnTo>
                    <a:lnTo>
                      <a:pt x="836" y="367"/>
                    </a:lnTo>
                    <a:lnTo>
                      <a:pt x="840" y="367"/>
                    </a:lnTo>
                    <a:lnTo>
                      <a:pt x="844" y="369"/>
                    </a:lnTo>
                    <a:lnTo>
                      <a:pt x="848" y="406"/>
                    </a:lnTo>
                    <a:lnTo>
                      <a:pt x="851" y="406"/>
                    </a:lnTo>
                    <a:lnTo>
                      <a:pt x="855" y="406"/>
                    </a:lnTo>
                    <a:lnTo>
                      <a:pt x="859" y="406"/>
                    </a:lnTo>
                    <a:lnTo>
                      <a:pt x="863" y="406"/>
                    </a:lnTo>
                    <a:lnTo>
                      <a:pt x="866" y="411"/>
                    </a:lnTo>
                    <a:lnTo>
                      <a:pt x="870" y="411"/>
                    </a:lnTo>
                    <a:lnTo>
                      <a:pt x="874" y="411"/>
                    </a:lnTo>
                    <a:lnTo>
                      <a:pt x="878" y="411"/>
                    </a:lnTo>
                    <a:lnTo>
                      <a:pt x="881" y="411"/>
                    </a:lnTo>
                    <a:lnTo>
                      <a:pt x="885" y="421"/>
                    </a:lnTo>
                    <a:lnTo>
                      <a:pt x="889" y="426"/>
                    </a:lnTo>
                    <a:lnTo>
                      <a:pt x="893" y="426"/>
                    </a:lnTo>
                    <a:lnTo>
                      <a:pt x="896" y="426"/>
                    </a:lnTo>
                    <a:lnTo>
                      <a:pt x="900" y="426"/>
                    </a:lnTo>
                    <a:lnTo>
                      <a:pt x="904" y="426"/>
                    </a:lnTo>
                    <a:lnTo>
                      <a:pt x="908" y="427"/>
                    </a:lnTo>
                    <a:lnTo>
                      <a:pt x="911" y="427"/>
                    </a:lnTo>
                    <a:lnTo>
                      <a:pt x="915" y="427"/>
                    </a:lnTo>
                    <a:lnTo>
                      <a:pt x="919" y="427"/>
                    </a:lnTo>
                    <a:lnTo>
                      <a:pt x="923" y="427"/>
                    </a:lnTo>
                    <a:lnTo>
                      <a:pt x="926" y="434"/>
                    </a:lnTo>
                    <a:lnTo>
                      <a:pt x="930" y="434"/>
                    </a:lnTo>
                    <a:lnTo>
                      <a:pt x="934" y="434"/>
                    </a:lnTo>
                    <a:lnTo>
                      <a:pt x="938" y="434"/>
                    </a:lnTo>
                    <a:lnTo>
                      <a:pt x="941" y="434"/>
                    </a:lnTo>
                    <a:lnTo>
                      <a:pt x="945" y="440"/>
                    </a:lnTo>
                    <a:lnTo>
                      <a:pt x="949" y="443"/>
                    </a:lnTo>
                    <a:lnTo>
                      <a:pt x="953" y="443"/>
                    </a:lnTo>
                    <a:lnTo>
                      <a:pt x="956" y="443"/>
                    </a:lnTo>
                    <a:lnTo>
                      <a:pt x="960" y="443"/>
                    </a:lnTo>
                    <a:lnTo>
                      <a:pt x="964" y="444"/>
                    </a:lnTo>
                    <a:lnTo>
                      <a:pt x="968" y="449"/>
                    </a:lnTo>
                    <a:lnTo>
                      <a:pt x="972" y="449"/>
                    </a:lnTo>
                    <a:lnTo>
                      <a:pt x="975" y="449"/>
                    </a:lnTo>
                    <a:lnTo>
                      <a:pt x="979" y="449"/>
                    </a:lnTo>
                    <a:lnTo>
                      <a:pt x="983" y="449"/>
                    </a:lnTo>
                    <a:lnTo>
                      <a:pt x="987" y="452"/>
                    </a:lnTo>
                    <a:lnTo>
                      <a:pt x="991" y="452"/>
                    </a:lnTo>
                    <a:lnTo>
                      <a:pt x="994" y="452"/>
                    </a:lnTo>
                    <a:lnTo>
                      <a:pt x="998" y="452"/>
                    </a:lnTo>
                    <a:lnTo>
                      <a:pt x="1002" y="452"/>
                    </a:lnTo>
                    <a:lnTo>
                      <a:pt x="1006" y="455"/>
                    </a:lnTo>
                    <a:lnTo>
                      <a:pt x="1009" y="456"/>
                    </a:lnTo>
                    <a:lnTo>
                      <a:pt x="1013" y="456"/>
                    </a:lnTo>
                    <a:lnTo>
                      <a:pt x="1017" y="456"/>
                    </a:lnTo>
                    <a:lnTo>
                      <a:pt x="1021" y="456"/>
                    </a:lnTo>
                    <a:lnTo>
                      <a:pt x="1024" y="456"/>
                    </a:lnTo>
                    <a:lnTo>
                      <a:pt x="1028" y="457"/>
                    </a:lnTo>
                    <a:lnTo>
                      <a:pt x="1032" y="457"/>
                    </a:lnTo>
                    <a:lnTo>
                      <a:pt x="1036" y="457"/>
                    </a:lnTo>
                    <a:lnTo>
                      <a:pt x="1039" y="457"/>
                    </a:lnTo>
                    <a:lnTo>
                      <a:pt x="1043" y="457"/>
                    </a:lnTo>
                    <a:lnTo>
                      <a:pt x="1047" y="459"/>
                    </a:lnTo>
                    <a:lnTo>
                      <a:pt x="1051" y="459"/>
                    </a:lnTo>
                    <a:lnTo>
                      <a:pt x="1055" y="459"/>
                    </a:lnTo>
                    <a:lnTo>
                      <a:pt x="1058" y="459"/>
                    </a:lnTo>
                    <a:lnTo>
                      <a:pt x="1062" y="459"/>
                    </a:lnTo>
                    <a:lnTo>
                      <a:pt x="1066" y="459"/>
                    </a:lnTo>
                    <a:lnTo>
                      <a:pt x="1070" y="459"/>
                    </a:lnTo>
                    <a:lnTo>
                      <a:pt x="1073" y="459"/>
                    </a:lnTo>
                    <a:lnTo>
                      <a:pt x="1077" y="459"/>
                    </a:lnTo>
                    <a:lnTo>
                      <a:pt x="1081" y="459"/>
                    </a:lnTo>
                    <a:lnTo>
                      <a:pt x="1085" y="460"/>
                    </a:lnTo>
                    <a:lnTo>
                      <a:pt x="1088" y="461"/>
                    </a:lnTo>
                    <a:lnTo>
                      <a:pt x="1092" y="461"/>
                    </a:lnTo>
                    <a:lnTo>
                      <a:pt x="1096" y="461"/>
                    </a:lnTo>
                    <a:lnTo>
                      <a:pt x="1100" y="461"/>
                    </a:lnTo>
                    <a:lnTo>
                      <a:pt x="1103" y="461"/>
                    </a:lnTo>
                    <a:lnTo>
                      <a:pt x="1107" y="461"/>
                    </a:lnTo>
                    <a:lnTo>
                      <a:pt x="1111" y="461"/>
                    </a:lnTo>
                    <a:lnTo>
                      <a:pt x="1115" y="461"/>
                    </a:lnTo>
                    <a:lnTo>
                      <a:pt x="1118" y="461"/>
                    </a:lnTo>
                    <a:lnTo>
                      <a:pt x="1122" y="461"/>
                    </a:lnTo>
                    <a:lnTo>
                      <a:pt x="1126" y="461"/>
                    </a:lnTo>
                    <a:lnTo>
                      <a:pt x="1130" y="461"/>
                    </a:lnTo>
                    <a:lnTo>
                      <a:pt x="1133" y="461"/>
                    </a:lnTo>
                    <a:lnTo>
                      <a:pt x="1137" y="461"/>
                    </a:lnTo>
                    <a:lnTo>
                      <a:pt x="1141" y="461"/>
                    </a:lnTo>
                    <a:lnTo>
                      <a:pt x="1145" y="461"/>
                    </a:lnTo>
                    <a:lnTo>
                      <a:pt x="1148" y="461"/>
                    </a:lnTo>
                    <a:lnTo>
                      <a:pt x="1152" y="461"/>
                    </a:lnTo>
                    <a:lnTo>
                      <a:pt x="1156" y="461"/>
                    </a:lnTo>
                    <a:lnTo>
                      <a:pt x="1160" y="461"/>
                    </a:lnTo>
                    <a:lnTo>
                      <a:pt x="1164" y="461"/>
                    </a:lnTo>
                    <a:lnTo>
                      <a:pt x="1168" y="461"/>
                    </a:lnTo>
                    <a:lnTo>
                      <a:pt x="1171" y="461"/>
                    </a:lnTo>
                    <a:lnTo>
                      <a:pt x="1175" y="461"/>
                    </a:lnTo>
                    <a:lnTo>
                      <a:pt x="1179" y="461"/>
                    </a:lnTo>
                    <a:lnTo>
                      <a:pt x="1183" y="461"/>
                    </a:lnTo>
                    <a:lnTo>
                      <a:pt x="1186" y="462"/>
                    </a:lnTo>
                    <a:lnTo>
                      <a:pt x="1190" y="463"/>
                    </a:lnTo>
                    <a:lnTo>
                      <a:pt x="1194" y="463"/>
                    </a:lnTo>
                    <a:lnTo>
                      <a:pt x="1198" y="463"/>
                    </a:lnTo>
                    <a:lnTo>
                      <a:pt x="1201" y="463"/>
                    </a:lnTo>
                    <a:lnTo>
                      <a:pt x="1205" y="463"/>
                    </a:lnTo>
                    <a:lnTo>
                      <a:pt x="1209" y="461"/>
                    </a:lnTo>
                    <a:lnTo>
                      <a:pt x="1213" y="461"/>
                    </a:lnTo>
                    <a:lnTo>
                      <a:pt x="1216" y="461"/>
                    </a:lnTo>
                    <a:lnTo>
                      <a:pt x="1220" y="461"/>
                    </a:lnTo>
                    <a:lnTo>
                      <a:pt x="1224" y="461"/>
                    </a:lnTo>
                    <a:lnTo>
                      <a:pt x="1228" y="463"/>
                    </a:lnTo>
                    <a:lnTo>
                      <a:pt x="1231" y="463"/>
                    </a:lnTo>
                    <a:lnTo>
                      <a:pt x="1235" y="463"/>
                    </a:lnTo>
                    <a:lnTo>
                      <a:pt x="1239" y="463"/>
                    </a:lnTo>
                    <a:lnTo>
                      <a:pt x="1243" y="463"/>
                    </a:lnTo>
                    <a:lnTo>
                      <a:pt x="1246" y="463"/>
                    </a:lnTo>
                    <a:lnTo>
                      <a:pt x="1250" y="463"/>
                    </a:lnTo>
                    <a:lnTo>
                      <a:pt x="1254" y="463"/>
                    </a:lnTo>
                    <a:lnTo>
                      <a:pt x="1258" y="463"/>
                    </a:lnTo>
                    <a:lnTo>
                      <a:pt x="1261" y="463"/>
                    </a:lnTo>
                    <a:lnTo>
                      <a:pt x="1265" y="463"/>
                    </a:lnTo>
                    <a:lnTo>
                      <a:pt x="1269" y="463"/>
                    </a:lnTo>
                    <a:lnTo>
                      <a:pt x="1273" y="463"/>
                    </a:lnTo>
                    <a:lnTo>
                      <a:pt x="1277" y="463"/>
                    </a:lnTo>
                    <a:lnTo>
                      <a:pt x="1280" y="463"/>
                    </a:lnTo>
                    <a:lnTo>
                      <a:pt x="1284" y="463"/>
                    </a:lnTo>
                    <a:lnTo>
                      <a:pt x="1288" y="463"/>
                    </a:lnTo>
                    <a:lnTo>
                      <a:pt x="1292" y="463"/>
                    </a:lnTo>
                    <a:lnTo>
                      <a:pt x="1295" y="463"/>
                    </a:lnTo>
                    <a:lnTo>
                      <a:pt x="1299" y="463"/>
                    </a:lnTo>
                    <a:lnTo>
                      <a:pt x="1303" y="463"/>
                    </a:lnTo>
                    <a:lnTo>
                      <a:pt x="1307" y="463"/>
                    </a:lnTo>
                    <a:lnTo>
                      <a:pt x="1310" y="463"/>
                    </a:lnTo>
                    <a:lnTo>
                      <a:pt x="1314" y="463"/>
                    </a:lnTo>
                    <a:lnTo>
                      <a:pt x="1318" y="463"/>
                    </a:lnTo>
                    <a:lnTo>
                      <a:pt x="1322" y="463"/>
                    </a:lnTo>
                    <a:lnTo>
                      <a:pt x="1325" y="463"/>
                    </a:lnTo>
                    <a:lnTo>
                      <a:pt x="1329" y="465"/>
                    </a:lnTo>
                    <a:lnTo>
                      <a:pt x="1333" y="465"/>
                    </a:lnTo>
                    <a:lnTo>
                      <a:pt x="1337" y="465"/>
                    </a:lnTo>
                    <a:lnTo>
                      <a:pt x="1341" y="465"/>
                    </a:lnTo>
                    <a:lnTo>
                      <a:pt x="1344" y="465"/>
                    </a:lnTo>
                    <a:lnTo>
                      <a:pt x="1348" y="463"/>
                    </a:lnTo>
                    <a:lnTo>
                      <a:pt x="1352" y="463"/>
                    </a:lnTo>
                    <a:lnTo>
                      <a:pt x="1356" y="463"/>
                    </a:lnTo>
                    <a:lnTo>
                      <a:pt x="1360" y="463"/>
                    </a:lnTo>
                    <a:lnTo>
                      <a:pt x="1363" y="463"/>
                    </a:lnTo>
                    <a:lnTo>
                      <a:pt x="1367" y="464"/>
                    </a:lnTo>
                    <a:lnTo>
                      <a:pt x="1371" y="465"/>
                    </a:lnTo>
                    <a:lnTo>
                      <a:pt x="1375" y="465"/>
                    </a:lnTo>
                    <a:lnTo>
                      <a:pt x="1378" y="465"/>
                    </a:lnTo>
                    <a:lnTo>
                      <a:pt x="1382" y="465"/>
                    </a:lnTo>
                    <a:lnTo>
                      <a:pt x="1386" y="465"/>
                    </a:lnTo>
                    <a:lnTo>
                      <a:pt x="1390" y="465"/>
                    </a:lnTo>
                    <a:lnTo>
                      <a:pt x="1393" y="465"/>
                    </a:lnTo>
                    <a:lnTo>
                      <a:pt x="1397" y="465"/>
                    </a:lnTo>
                    <a:lnTo>
                      <a:pt x="1401" y="465"/>
                    </a:lnTo>
                    <a:lnTo>
                      <a:pt x="1405" y="465"/>
                    </a:lnTo>
                    <a:lnTo>
                      <a:pt x="1408" y="465"/>
                    </a:lnTo>
                    <a:lnTo>
                      <a:pt x="1412" y="465"/>
                    </a:lnTo>
                    <a:lnTo>
                      <a:pt x="1416" y="465"/>
                    </a:lnTo>
                    <a:lnTo>
                      <a:pt x="1420" y="465"/>
                    </a:lnTo>
                    <a:lnTo>
                      <a:pt x="1423" y="465"/>
                    </a:lnTo>
                    <a:lnTo>
                      <a:pt x="1427" y="465"/>
                    </a:lnTo>
                    <a:lnTo>
                      <a:pt x="1431" y="465"/>
                    </a:lnTo>
                    <a:lnTo>
                      <a:pt x="1435" y="465"/>
                    </a:lnTo>
                    <a:lnTo>
                      <a:pt x="1438" y="465"/>
                    </a:lnTo>
                    <a:lnTo>
                      <a:pt x="1442" y="465"/>
                    </a:lnTo>
                    <a:lnTo>
                      <a:pt x="1446" y="465"/>
                    </a:lnTo>
                    <a:lnTo>
                      <a:pt x="1450" y="465"/>
                    </a:lnTo>
                    <a:lnTo>
                      <a:pt x="1453" y="465"/>
                    </a:lnTo>
                    <a:lnTo>
                      <a:pt x="1457" y="465"/>
                    </a:lnTo>
                    <a:lnTo>
                      <a:pt x="1461" y="465"/>
                    </a:lnTo>
                    <a:lnTo>
                      <a:pt x="1465" y="465"/>
                    </a:lnTo>
                    <a:lnTo>
                      <a:pt x="1468" y="465"/>
                    </a:lnTo>
                    <a:lnTo>
                      <a:pt x="1472" y="465"/>
                    </a:lnTo>
                    <a:lnTo>
                      <a:pt x="1476" y="465"/>
                    </a:lnTo>
                    <a:lnTo>
                      <a:pt x="1480" y="465"/>
                    </a:lnTo>
                    <a:lnTo>
                      <a:pt x="1483" y="465"/>
                    </a:lnTo>
                    <a:lnTo>
                      <a:pt x="1487" y="465"/>
                    </a:lnTo>
                    <a:lnTo>
                      <a:pt x="1491" y="465"/>
                    </a:lnTo>
                    <a:lnTo>
                      <a:pt x="1495" y="465"/>
                    </a:lnTo>
                    <a:lnTo>
                      <a:pt x="1499" y="465"/>
                    </a:lnTo>
                    <a:lnTo>
                      <a:pt x="1502" y="465"/>
                    </a:lnTo>
                    <a:lnTo>
                      <a:pt x="1506" y="465"/>
                    </a:lnTo>
                    <a:lnTo>
                      <a:pt x="1510" y="465"/>
                    </a:lnTo>
                    <a:lnTo>
                      <a:pt x="1514" y="465"/>
                    </a:lnTo>
                    <a:lnTo>
                      <a:pt x="1518" y="465"/>
                    </a:lnTo>
                    <a:lnTo>
                      <a:pt x="1521" y="465"/>
                    </a:lnTo>
                    <a:lnTo>
                      <a:pt x="1525" y="465"/>
                    </a:lnTo>
                    <a:lnTo>
                      <a:pt x="1529" y="466"/>
                    </a:lnTo>
                    <a:lnTo>
                      <a:pt x="1533" y="466"/>
                    </a:lnTo>
                    <a:lnTo>
                      <a:pt x="1536" y="466"/>
                    </a:lnTo>
                    <a:lnTo>
                      <a:pt x="1540" y="466"/>
                    </a:lnTo>
                    <a:lnTo>
                      <a:pt x="1544" y="466"/>
                    </a:lnTo>
                    <a:lnTo>
                      <a:pt x="1548" y="466"/>
                    </a:lnTo>
                    <a:lnTo>
                      <a:pt x="1551" y="466"/>
                    </a:lnTo>
                    <a:lnTo>
                      <a:pt x="1555" y="466"/>
                    </a:lnTo>
                    <a:lnTo>
                      <a:pt x="1559" y="466"/>
                    </a:lnTo>
                    <a:lnTo>
                      <a:pt x="1563" y="466"/>
                    </a:lnTo>
                    <a:lnTo>
                      <a:pt x="1566" y="467"/>
                    </a:lnTo>
                    <a:lnTo>
                      <a:pt x="1570" y="468"/>
                    </a:lnTo>
                    <a:lnTo>
                      <a:pt x="1574" y="468"/>
                    </a:lnTo>
                    <a:lnTo>
                      <a:pt x="1578" y="468"/>
                    </a:lnTo>
                    <a:lnTo>
                      <a:pt x="1582" y="468"/>
                    </a:lnTo>
                    <a:lnTo>
                      <a:pt x="1585" y="468"/>
                    </a:lnTo>
                    <a:lnTo>
                      <a:pt x="1589" y="461"/>
                    </a:lnTo>
                    <a:lnTo>
                      <a:pt x="1593" y="461"/>
                    </a:lnTo>
                    <a:lnTo>
                      <a:pt x="1597" y="461"/>
                    </a:lnTo>
                    <a:lnTo>
                      <a:pt x="1600" y="461"/>
                    </a:lnTo>
                    <a:lnTo>
                      <a:pt x="1604" y="461"/>
                    </a:lnTo>
                    <a:lnTo>
                      <a:pt x="1608" y="460"/>
                    </a:lnTo>
                    <a:lnTo>
                      <a:pt x="1612" y="459"/>
                    </a:lnTo>
                    <a:lnTo>
                      <a:pt x="1615" y="459"/>
                    </a:lnTo>
                    <a:lnTo>
                      <a:pt x="1619" y="459"/>
                    </a:lnTo>
                    <a:lnTo>
                      <a:pt x="1623" y="459"/>
                    </a:lnTo>
                    <a:lnTo>
                      <a:pt x="1627" y="459"/>
                    </a:lnTo>
                    <a:lnTo>
                      <a:pt x="1630" y="457"/>
                    </a:lnTo>
                    <a:lnTo>
                      <a:pt x="1634" y="457"/>
                    </a:lnTo>
                    <a:lnTo>
                      <a:pt x="1638" y="457"/>
                    </a:lnTo>
                    <a:lnTo>
                      <a:pt x="1642" y="457"/>
                    </a:lnTo>
                    <a:lnTo>
                      <a:pt x="1645" y="457"/>
                    </a:lnTo>
                    <a:lnTo>
                      <a:pt x="1649" y="456"/>
                    </a:lnTo>
                    <a:lnTo>
                      <a:pt x="1653" y="456"/>
                    </a:lnTo>
                    <a:lnTo>
                      <a:pt x="1657" y="456"/>
                    </a:lnTo>
                    <a:lnTo>
                      <a:pt x="1660" y="456"/>
                    </a:lnTo>
                    <a:lnTo>
                      <a:pt x="1664" y="456"/>
                    </a:lnTo>
                    <a:lnTo>
                      <a:pt x="1668" y="457"/>
                    </a:lnTo>
                    <a:lnTo>
                      <a:pt x="1672" y="457"/>
                    </a:lnTo>
                    <a:lnTo>
                      <a:pt x="1675" y="457"/>
                    </a:lnTo>
                    <a:lnTo>
                      <a:pt x="1679" y="457"/>
                    </a:lnTo>
                    <a:lnTo>
                      <a:pt x="1683" y="457"/>
                    </a:lnTo>
                    <a:lnTo>
                      <a:pt x="1687" y="457"/>
                    </a:lnTo>
                    <a:lnTo>
                      <a:pt x="1691" y="456"/>
                    </a:lnTo>
                    <a:lnTo>
                      <a:pt x="1695" y="456"/>
                    </a:lnTo>
                    <a:lnTo>
                      <a:pt x="1698" y="456"/>
                    </a:lnTo>
                    <a:lnTo>
                      <a:pt x="1702" y="456"/>
                    </a:lnTo>
                    <a:lnTo>
                      <a:pt x="1706" y="456"/>
                    </a:lnTo>
                    <a:lnTo>
                      <a:pt x="1710" y="450"/>
                    </a:lnTo>
                    <a:lnTo>
                      <a:pt x="1713" y="450"/>
                    </a:lnTo>
                    <a:lnTo>
                      <a:pt x="1717" y="450"/>
                    </a:lnTo>
                    <a:lnTo>
                      <a:pt x="1721" y="450"/>
                    </a:lnTo>
                    <a:lnTo>
                      <a:pt x="1725" y="450"/>
                    </a:lnTo>
                    <a:lnTo>
                      <a:pt x="1728" y="448"/>
                    </a:lnTo>
                    <a:lnTo>
                      <a:pt x="1732" y="447"/>
                    </a:lnTo>
                    <a:lnTo>
                      <a:pt x="1736" y="447"/>
                    </a:lnTo>
                    <a:lnTo>
                      <a:pt x="1740" y="447"/>
                    </a:lnTo>
                    <a:lnTo>
                      <a:pt x="1743" y="447"/>
                    </a:lnTo>
                    <a:lnTo>
                      <a:pt x="1747" y="447"/>
                    </a:lnTo>
                    <a:lnTo>
                      <a:pt x="1751" y="443"/>
                    </a:lnTo>
                    <a:lnTo>
                      <a:pt x="1755" y="443"/>
                    </a:lnTo>
                    <a:lnTo>
                      <a:pt x="1758" y="443"/>
                    </a:lnTo>
                    <a:lnTo>
                      <a:pt x="1762" y="443"/>
                    </a:lnTo>
                    <a:lnTo>
                      <a:pt x="1766" y="443"/>
                    </a:lnTo>
                    <a:lnTo>
                      <a:pt x="1770" y="442"/>
                    </a:lnTo>
                    <a:lnTo>
                      <a:pt x="1773" y="442"/>
                    </a:lnTo>
                    <a:lnTo>
                      <a:pt x="1777" y="442"/>
                    </a:lnTo>
                    <a:lnTo>
                      <a:pt x="1781" y="442"/>
                    </a:lnTo>
                    <a:lnTo>
                      <a:pt x="1785" y="442"/>
                    </a:lnTo>
                    <a:lnTo>
                      <a:pt x="1788" y="441"/>
                    </a:lnTo>
                    <a:lnTo>
                      <a:pt x="1792" y="440"/>
                    </a:lnTo>
                    <a:lnTo>
                      <a:pt x="1796" y="440"/>
                    </a:lnTo>
                    <a:lnTo>
                      <a:pt x="1800" y="440"/>
                    </a:lnTo>
                    <a:lnTo>
                      <a:pt x="1804" y="440"/>
                    </a:lnTo>
                    <a:lnTo>
                      <a:pt x="1807" y="439"/>
                    </a:lnTo>
                    <a:lnTo>
                      <a:pt x="1811" y="431"/>
                    </a:lnTo>
                    <a:lnTo>
                      <a:pt x="1815" y="431"/>
                    </a:lnTo>
                    <a:lnTo>
                      <a:pt x="1819" y="431"/>
                    </a:lnTo>
                    <a:lnTo>
                      <a:pt x="1822" y="431"/>
                    </a:lnTo>
                    <a:lnTo>
                      <a:pt x="1826" y="431"/>
                    </a:lnTo>
                    <a:lnTo>
                      <a:pt x="1830" y="422"/>
                    </a:lnTo>
                    <a:lnTo>
                      <a:pt x="1834" y="422"/>
                    </a:lnTo>
                    <a:lnTo>
                      <a:pt x="1837" y="422"/>
                    </a:lnTo>
                    <a:lnTo>
                      <a:pt x="1841" y="422"/>
                    </a:lnTo>
                    <a:lnTo>
                      <a:pt x="1845" y="422"/>
                    </a:lnTo>
                    <a:lnTo>
                      <a:pt x="1849" y="414"/>
                    </a:lnTo>
                    <a:lnTo>
                      <a:pt x="1852" y="410"/>
                    </a:lnTo>
                    <a:lnTo>
                      <a:pt x="1856" y="410"/>
                    </a:lnTo>
                    <a:lnTo>
                      <a:pt x="1860" y="410"/>
                    </a:lnTo>
                    <a:lnTo>
                      <a:pt x="1864" y="410"/>
                    </a:lnTo>
                    <a:lnTo>
                      <a:pt x="1868" y="409"/>
                    </a:lnTo>
                    <a:lnTo>
                      <a:pt x="1871" y="404"/>
                    </a:lnTo>
                    <a:lnTo>
                      <a:pt x="1875" y="404"/>
                    </a:lnTo>
                    <a:lnTo>
                      <a:pt x="1879" y="404"/>
                    </a:lnTo>
                    <a:lnTo>
                      <a:pt x="1883" y="404"/>
                    </a:lnTo>
                    <a:lnTo>
                      <a:pt x="1887" y="404"/>
                    </a:lnTo>
                    <a:lnTo>
                      <a:pt x="1890" y="388"/>
                    </a:lnTo>
                    <a:lnTo>
                      <a:pt x="1894" y="388"/>
                    </a:lnTo>
                    <a:lnTo>
                      <a:pt x="1898" y="388"/>
                    </a:lnTo>
                    <a:lnTo>
                      <a:pt x="1902" y="388"/>
                    </a:lnTo>
                    <a:lnTo>
                      <a:pt x="1905" y="388"/>
                    </a:lnTo>
                    <a:lnTo>
                      <a:pt x="1909" y="386"/>
                    </a:lnTo>
                    <a:lnTo>
                      <a:pt x="1913" y="385"/>
                    </a:lnTo>
                    <a:lnTo>
                      <a:pt x="1917" y="385"/>
                    </a:lnTo>
                    <a:lnTo>
                      <a:pt x="1920" y="385"/>
                    </a:lnTo>
                    <a:lnTo>
                      <a:pt x="1924" y="385"/>
                    </a:lnTo>
                    <a:lnTo>
                      <a:pt x="1928" y="385"/>
                    </a:lnTo>
                    <a:lnTo>
                      <a:pt x="1932" y="388"/>
                    </a:lnTo>
                    <a:lnTo>
                      <a:pt x="1935" y="388"/>
                    </a:lnTo>
                    <a:lnTo>
                      <a:pt x="1939" y="388"/>
                    </a:lnTo>
                    <a:lnTo>
                      <a:pt x="1943" y="388"/>
                    </a:lnTo>
                    <a:lnTo>
                      <a:pt x="1947" y="388"/>
                    </a:lnTo>
                    <a:lnTo>
                      <a:pt x="1950" y="387"/>
                    </a:lnTo>
                    <a:lnTo>
                      <a:pt x="1954" y="387"/>
                    </a:lnTo>
                    <a:lnTo>
                      <a:pt x="1958" y="387"/>
                    </a:lnTo>
                    <a:lnTo>
                      <a:pt x="1962" y="387"/>
                    </a:lnTo>
                    <a:lnTo>
                      <a:pt x="1965" y="387"/>
                    </a:lnTo>
                    <a:lnTo>
                      <a:pt x="1969" y="387"/>
                    </a:lnTo>
                    <a:lnTo>
                      <a:pt x="1973" y="387"/>
                    </a:lnTo>
                    <a:lnTo>
                      <a:pt x="1977" y="387"/>
                    </a:lnTo>
                    <a:lnTo>
                      <a:pt x="1980" y="387"/>
                    </a:lnTo>
                    <a:lnTo>
                      <a:pt x="1984" y="387"/>
                    </a:lnTo>
                    <a:lnTo>
                      <a:pt x="1988" y="387"/>
                    </a:lnTo>
                    <a:lnTo>
                      <a:pt x="1992" y="392"/>
                    </a:lnTo>
                    <a:lnTo>
                      <a:pt x="1995" y="392"/>
                    </a:lnTo>
                    <a:lnTo>
                      <a:pt x="1999" y="392"/>
                    </a:lnTo>
                    <a:lnTo>
                      <a:pt x="2003" y="392"/>
                    </a:lnTo>
                    <a:lnTo>
                      <a:pt x="2007" y="392"/>
                    </a:lnTo>
                    <a:lnTo>
                      <a:pt x="2010" y="397"/>
                    </a:lnTo>
                    <a:lnTo>
                      <a:pt x="2014" y="397"/>
                    </a:lnTo>
                    <a:lnTo>
                      <a:pt x="2018" y="397"/>
                    </a:lnTo>
                    <a:lnTo>
                      <a:pt x="2022" y="397"/>
                    </a:lnTo>
                    <a:lnTo>
                      <a:pt x="2026" y="397"/>
                    </a:lnTo>
                    <a:lnTo>
                      <a:pt x="2029" y="407"/>
                    </a:lnTo>
                    <a:lnTo>
                      <a:pt x="2033" y="411"/>
                    </a:lnTo>
                    <a:lnTo>
                      <a:pt x="2037" y="411"/>
                    </a:lnTo>
                    <a:lnTo>
                      <a:pt x="2041" y="411"/>
                    </a:lnTo>
                    <a:lnTo>
                      <a:pt x="2045" y="411"/>
                    </a:lnTo>
                    <a:lnTo>
                      <a:pt x="2048" y="411"/>
                    </a:lnTo>
                    <a:lnTo>
                      <a:pt x="2052" y="413"/>
                    </a:lnTo>
                  </a:path>
                </a:pathLst>
              </a:custGeom>
              <a:noFill/>
              <a:ln w="12700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402" name="Freeform 132">
                <a:extLst>
                  <a:ext uri="{FF2B5EF4-FFF2-40B4-BE49-F238E27FC236}">
                    <a16:creationId xmlns:a16="http://schemas.microsoft.com/office/drawing/2014/main" id="{9DEA03EE-F088-1472-6EC1-44A6CF7A7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8428" y="4023378"/>
                <a:ext cx="2295247" cy="1152389"/>
              </a:xfrm>
              <a:custGeom>
                <a:avLst/>
                <a:gdLst>
                  <a:gd name="T0" fmla="*/ 31 w 2052"/>
                  <a:gd name="T1" fmla="*/ 376 h 468"/>
                  <a:gd name="T2" fmla="*/ 64 w 2052"/>
                  <a:gd name="T3" fmla="*/ 229 h 468"/>
                  <a:gd name="T4" fmla="*/ 98 w 2052"/>
                  <a:gd name="T5" fmla="*/ 95 h 468"/>
                  <a:gd name="T6" fmla="*/ 132 w 2052"/>
                  <a:gd name="T7" fmla="*/ 0 h 468"/>
                  <a:gd name="T8" fmla="*/ 166 w 2052"/>
                  <a:gd name="T9" fmla="*/ 35 h 468"/>
                  <a:gd name="T10" fmla="*/ 200 w 2052"/>
                  <a:gd name="T11" fmla="*/ 125 h 468"/>
                  <a:gd name="T12" fmla="*/ 234 w 2052"/>
                  <a:gd name="T13" fmla="*/ 290 h 468"/>
                  <a:gd name="T14" fmla="*/ 268 w 2052"/>
                  <a:gd name="T15" fmla="*/ 349 h 468"/>
                  <a:gd name="T16" fmla="*/ 302 w 2052"/>
                  <a:gd name="T17" fmla="*/ 336 h 468"/>
                  <a:gd name="T18" fmla="*/ 336 w 2052"/>
                  <a:gd name="T19" fmla="*/ 272 h 468"/>
                  <a:gd name="T20" fmla="*/ 369 w 2052"/>
                  <a:gd name="T21" fmla="*/ 45 h 468"/>
                  <a:gd name="T22" fmla="*/ 403 w 2052"/>
                  <a:gd name="T23" fmla="*/ 13 h 468"/>
                  <a:gd name="T24" fmla="*/ 437 w 2052"/>
                  <a:gd name="T25" fmla="*/ 31 h 468"/>
                  <a:gd name="T26" fmla="*/ 471 w 2052"/>
                  <a:gd name="T27" fmla="*/ 204 h 468"/>
                  <a:gd name="T28" fmla="*/ 505 w 2052"/>
                  <a:gd name="T29" fmla="*/ 304 h 468"/>
                  <a:gd name="T30" fmla="*/ 539 w 2052"/>
                  <a:gd name="T31" fmla="*/ 347 h 468"/>
                  <a:gd name="T32" fmla="*/ 573 w 2052"/>
                  <a:gd name="T33" fmla="*/ 353 h 468"/>
                  <a:gd name="T34" fmla="*/ 606 w 2052"/>
                  <a:gd name="T35" fmla="*/ 265 h 468"/>
                  <a:gd name="T36" fmla="*/ 641 w 2052"/>
                  <a:gd name="T37" fmla="*/ 173 h 468"/>
                  <a:gd name="T38" fmla="*/ 674 w 2052"/>
                  <a:gd name="T39" fmla="*/ 67 h 468"/>
                  <a:gd name="T40" fmla="*/ 708 w 2052"/>
                  <a:gd name="T41" fmla="*/ 69 h 468"/>
                  <a:gd name="T42" fmla="*/ 742 w 2052"/>
                  <a:gd name="T43" fmla="*/ 115 h 468"/>
                  <a:gd name="T44" fmla="*/ 776 w 2052"/>
                  <a:gd name="T45" fmla="*/ 241 h 468"/>
                  <a:gd name="T46" fmla="*/ 810 w 2052"/>
                  <a:gd name="T47" fmla="*/ 325 h 468"/>
                  <a:gd name="T48" fmla="*/ 844 w 2052"/>
                  <a:gd name="T49" fmla="*/ 380 h 468"/>
                  <a:gd name="T50" fmla="*/ 878 w 2052"/>
                  <a:gd name="T51" fmla="*/ 399 h 468"/>
                  <a:gd name="T52" fmla="*/ 911 w 2052"/>
                  <a:gd name="T53" fmla="*/ 415 h 468"/>
                  <a:gd name="T54" fmla="*/ 945 w 2052"/>
                  <a:gd name="T55" fmla="*/ 433 h 468"/>
                  <a:gd name="T56" fmla="*/ 979 w 2052"/>
                  <a:gd name="T57" fmla="*/ 441 h 468"/>
                  <a:gd name="T58" fmla="*/ 1013 w 2052"/>
                  <a:gd name="T59" fmla="*/ 452 h 468"/>
                  <a:gd name="T60" fmla="*/ 1047 w 2052"/>
                  <a:gd name="T61" fmla="*/ 450 h 468"/>
                  <a:gd name="T62" fmla="*/ 1081 w 2052"/>
                  <a:gd name="T63" fmla="*/ 451 h 468"/>
                  <a:gd name="T64" fmla="*/ 1115 w 2052"/>
                  <a:gd name="T65" fmla="*/ 453 h 468"/>
                  <a:gd name="T66" fmla="*/ 1148 w 2052"/>
                  <a:gd name="T67" fmla="*/ 458 h 468"/>
                  <a:gd name="T68" fmla="*/ 1183 w 2052"/>
                  <a:gd name="T69" fmla="*/ 459 h 468"/>
                  <a:gd name="T70" fmla="*/ 1216 w 2052"/>
                  <a:gd name="T71" fmla="*/ 462 h 468"/>
                  <a:gd name="T72" fmla="*/ 1250 w 2052"/>
                  <a:gd name="T73" fmla="*/ 464 h 468"/>
                  <a:gd name="T74" fmla="*/ 1284 w 2052"/>
                  <a:gd name="T75" fmla="*/ 465 h 468"/>
                  <a:gd name="T76" fmla="*/ 1318 w 2052"/>
                  <a:gd name="T77" fmla="*/ 464 h 468"/>
                  <a:gd name="T78" fmla="*/ 1352 w 2052"/>
                  <a:gd name="T79" fmla="*/ 464 h 468"/>
                  <a:gd name="T80" fmla="*/ 1386 w 2052"/>
                  <a:gd name="T81" fmla="*/ 466 h 468"/>
                  <a:gd name="T82" fmla="*/ 1420 w 2052"/>
                  <a:gd name="T83" fmla="*/ 466 h 468"/>
                  <a:gd name="T84" fmla="*/ 1453 w 2052"/>
                  <a:gd name="T85" fmla="*/ 465 h 468"/>
                  <a:gd name="T86" fmla="*/ 1487 w 2052"/>
                  <a:gd name="T87" fmla="*/ 464 h 468"/>
                  <a:gd name="T88" fmla="*/ 1521 w 2052"/>
                  <a:gd name="T89" fmla="*/ 464 h 468"/>
                  <a:gd name="T90" fmla="*/ 1555 w 2052"/>
                  <a:gd name="T91" fmla="*/ 468 h 468"/>
                  <a:gd name="T92" fmla="*/ 1589 w 2052"/>
                  <a:gd name="T93" fmla="*/ 464 h 468"/>
                  <a:gd name="T94" fmla="*/ 1623 w 2052"/>
                  <a:gd name="T95" fmla="*/ 461 h 468"/>
                  <a:gd name="T96" fmla="*/ 1657 w 2052"/>
                  <a:gd name="T97" fmla="*/ 453 h 468"/>
                  <a:gd name="T98" fmla="*/ 1691 w 2052"/>
                  <a:gd name="T99" fmla="*/ 445 h 468"/>
                  <a:gd name="T100" fmla="*/ 1725 w 2052"/>
                  <a:gd name="T101" fmla="*/ 436 h 468"/>
                  <a:gd name="T102" fmla="*/ 1758 w 2052"/>
                  <a:gd name="T103" fmla="*/ 422 h 468"/>
                  <a:gd name="T104" fmla="*/ 1792 w 2052"/>
                  <a:gd name="T105" fmla="*/ 419 h 468"/>
                  <a:gd name="T106" fmla="*/ 1826 w 2052"/>
                  <a:gd name="T107" fmla="*/ 414 h 468"/>
                  <a:gd name="T108" fmla="*/ 1860 w 2052"/>
                  <a:gd name="T109" fmla="*/ 390 h 468"/>
                  <a:gd name="T110" fmla="*/ 1894 w 2052"/>
                  <a:gd name="T111" fmla="*/ 371 h 468"/>
                  <a:gd name="T112" fmla="*/ 1928 w 2052"/>
                  <a:gd name="T113" fmla="*/ 346 h 468"/>
                  <a:gd name="T114" fmla="*/ 1962 w 2052"/>
                  <a:gd name="T115" fmla="*/ 339 h 468"/>
                  <a:gd name="T116" fmla="*/ 1995 w 2052"/>
                  <a:gd name="T117" fmla="*/ 343 h 468"/>
                  <a:gd name="T118" fmla="*/ 2029 w 2052"/>
                  <a:gd name="T119" fmla="*/ 363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52" h="468">
                    <a:moveTo>
                      <a:pt x="0" y="358"/>
                    </a:moveTo>
                    <a:lnTo>
                      <a:pt x="4" y="375"/>
                    </a:lnTo>
                    <a:lnTo>
                      <a:pt x="8" y="375"/>
                    </a:lnTo>
                    <a:lnTo>
                      <a:pt x="12" y="375"/>
                    </a:lnTo>
                    <a:lnTo>
                      <a:pt x="16" y="375"/>
                    </a:lnTo>
                    <a:lnTo>
                      <a:pt x="19" y="375"/>
                    </a:lnTo>
                    <a:lnTo>
                      <a:pt x="23" y="376"/>
                    </a:lnTo>
                    <a:lnTo>
                      <a:pt x="27" y="376"/>
                    </a:lnTo>
                    <a:lnTo>
                      <a:pt x="31" y="376"/>
                    </a:lnTo>
                    <a:lnTo>
                      <a:pt x="34" y="376"/>
                    </a:lnTo>
                    <a:lnTo>
                      <a:pt x="38" y="376"/>
                    </a:lnTo>
                    <a:lnTo>
                      <a:pt x="42" y="281"/>
                    </a:lnTo>
                    <a:lnTo>
                      <a:pt x="46" y="281"/>
                    </a:lnTo>
                    <a:lnTo>
                      <a:pt x="49" y="281"/>
                    </a:lnTo>
                    <a:lnTo>
                      <a:pt x="53" y="281"/>
                    </a:lnTo>
                    <a:lnTo>
                      <a:pt x="57" y="281"/>
                    </a:lnTo>
                    <a:lnTo>
                      <a:pt x="61" y="247"/>
                    </a:lnTo>
                    <a:lnTo>
                      <a:pt x="64" y="229"/>
                    </a:lnTo>
                    <a:lnTo>
                      <a:pt x="68" y="229"/>
                    </a:lnTo>
                    <a:lnTo>
                      <a:pt x="72" y="229"/>
                    </a:lnTo>
                    <a:lnTo>
                      <a:pt x="76" y="229"/>
                    </a:lnTo>
                    <a:lnTo>
                      <a:pt x="79" y="221"/>
                    </a:lnTo>
                    <a:lnTo>
                      <a:pt x="83" y="95"/>
                    </a:lnTo>
                    <a:lnTo>
                      <a:pt x="87" y="95"/>
                    </a:lnTo>
                    <a:lnTo>
                      <a:pt x="91" y="95"/>
                    </a:lnTo>
                    <a:lnTo>
                      <a:pt x="95" y="95"/>
                    </a:lnTo>
                    <a:lnTo>
                      <a:pt x="98" y="95"/>
                    </a:lnTo>
                    <a:lnTo>
                      <a:pt x="102" y="16"/>
                    </a:lnTo>
                    <a:lnTo>
                      <a:pt x="106" y="16"/>
                    </a:lnTo>
                    <a:lnTo>
                      <a:pt x="110" y="16"/>
                    </a:lnTo>
                    <a:lnTo>
                      <a:pt x="114" y="16"/>
                    </a:lnTo>
                    <a:lnTo>
                      <a:pt x="117" y="16"/>
                    </a:lnTo>
                    <a:lnTo>
                      <a:pt x="121" y="6"/>
                    </a:lnTo>
                    <a:lnTo>
                      <a:pt x="125" y="0"/>
                    </a:lnTo>
                    <a:lnTo>
                      <a:pt x="129" y="0"/>
                    </a:lnTo>
                    <a:lnTo>
                      <a:pt x="132" y="0"/>
                    </a:lnTo>
                    <a:lnTo>
                      <a:pt x="136" y="0"/>
                    </a:lnTo>
                    <a:lnTo>
                      <a:pt x="140" y="1"/>
                    </a:lnTo>
                    <a:lnTo>
                      <a:pt x="144" y="4"/>
                    </a:lnTo>
                    <a:lnTo>
                      <a:pt x="147" y="4"/>
                    </a:lnTo>
                    <a:lnTo>
                      <a:pt x="151" y="4"/>
                    </a:lnTo>
                    <a:lnTo>
                      <a:pt x="155" y="4"/>
                    </a:lnTo>
                    <a:lnTo>
                      <a:pt x="159" y="4"/>
                    </a:lnTo>
                    <a:lnTo>
                      <a:pt x="162" y="35"/>
                    </a:lnTo>
                    <a:lnTo>
                      <a:pt x="166" y="35"/>
                    </a:lnTo>
                    <a:lnTo>
                      <a:pt x="170" y="35"/>
                    </a:lnTo>
                    <a:lnTo>
                      <a:pt x="174" y="35"/>
                    </a:lnTo>
                    <a:lnTo>
                      <a:pt x="177" y="35"/>
                    </a:lnTo>
                    <a:lnTo>
                      <a:pt x="181" y="89"/>
                    </a:lnTo>
                    <a:lnTo>
                      <a:pt x="185" y="119"/>
                    </a:lnTo>
                    <a:lnTo>
                      <a:pt x="189" y="119"/>
                    </a:lnTo>
                    <a:lnTo>
                      <a:pt x="192" y="119"/>
                    </a:lnTo>
                    <a:lnTo>
                      <a:pt x="196" y="119"/>
                    </a:lnTo>
                    <a:lnTo>
                      <a:pt x="200" y="125"/>
                    </a:lnTo>
                    <a:lnTo>
                      <a:pt x="204" y="222"/>
                    </a:lnTo>
                    <a:lnTo>
                      <a:pt x="207" y="222"/>
                    </a:lnTo>
                    <a:lnTo>
                      <a:pt x="211" y="222"/>
                    </a:lnTo>
                    <a:lnTo>
                      <a:pt x="215" y="222"/>
                    </a:lnTo>
                    <a:lnTo>
                      <a:pt x="219" y="222"/>
                    </a:lnTo>
                    <a:lnTo>
                      <a:pt x="222" y="290"/>
                    </a:lnTo>
                    <a:lnTo>
                      <a:pt x="226" y="290"/>
                    </a:lnTo>
                    <a:lnTo>
                      <a:pt x="230" y="290"/>
                    </a:lnTo>
                    <a:lnTo>
                      <a:pt x="234" y="290"/>
                    </a:lnTo>
                    <a:lnTo>
                      <a:pt x="238" y="290"/>
                    </a:lnTo>
                    <a:lnTo>
                      <a:pt x="241" y="305"/>
                    </a:lnTo>
                    <a:lnTo>
                      <a:pt x="245" y="313"/>
                    </a:lnTo>
                    <a:lnTo>
                      <a:pt x="249" y="313"/>
                    </a:lnTo>
                    <a:lnTo>
                      <a:pt x="253" y="313"/>
                    </a:lnTo>
                    <a:lnTo>
                      <a:pt x="256" y="313"/>
                    </a:lnTo>
                    <a:lnTo>
                      <a:pt x="260" y="315"/>
                    </a:lnTo>
                    <a:lnTo>
                      <a:pt x="264" y="349"/>
                    </a:lnTo>
                    <a:lnTo>
                      <a:pt x="268" y="349"/>
                    </a:lnTo>
                    <a:lnTo>
                      <a:pt x="271" y="349"/>
                    </a:lnTo>
                    <a:lnTo>
                      <a:pt x="275" y="349"/>
                    </a:lnTo>
                    <a:lnTo>
                      <a:pt x="279" y="349"/>
                    </a:lnTo>
                    <a:lnTo>
                      <a:pt x="283" y="352"/>
                    </a:lnTo>
                    <a:lnTo>
                      <a:pt x="287" y="352"/>
                    </a:lnTo>
                    <a:lnTo>
                      <a:pt x="290" y="352"/>
                    </a:lnTo>
                    <a:lnTo>
                      <a:pt x="294" y="352"/>
                    </a:lnTo>
                    <a:lnTo>
                      <a:pt x="298" y="352"/>
                    </a:lnTo>
                    <a:lnTo>
                      <a:pt x="302" y="336"/>
                    </a:lnTo>
                    <a:lnTo>
                      <a:pt x="305" y="327"/>
                    </a:lnTo>
                    <a:lnTo>
                      <a:pt x="309" y="327"/>
                    </a:lnTo>
                    <a:lnTo>
                      <a:pt x="313" y="327"/>
                    </a:lnTo>
                    <a:lnTo>
                      <a:pt x="317" y="327"/>
                    </a:lnTo>
                    <a:lnTo>
                      <a:pt x="321" y="324"/>
                    </a:lnTo>
                    <a:lnTo>
                      <a:pt x="324" y="272"/>
                    </a:lnTo>
                    <a:lnTo>
                      <a:pt x="328" y="272"/>
                    </a:lnTo>
                    <a:lnTo>
                      <a:pt x="332" y="272"/>
                    </a:lnTo>
                    <a:lnTo>
                      <a:pt x="336" y="272"/>
                    </a:lnTo>
                    <a:lnTo>
                      <a:pt x="339" y="272"/>
                    </a:lnTo>
                    <a:lnTo>
                      <a:pt x="343" y="143"/>
                    </a:lnTo>
                    <a:lnTo>
                      <a:pt x="347" y="143"/>
                    </a:lnTo>
                    <a:lnTo>
                      <a:pt x="351" y="143"/>
                    </a:lnTo>
                    <a:lnTo>
                      <a:pt x="354" y="143"/>
                    </a:lnTo>
                    <a:lnTo>
                      <a:pt x="358" y="143"/>
                    </a:lnTo>
                    <a:lnTo>
                      <a:pt x="362" y="79"/>
                    </a:lnTo>
                    <a:lnTo>
                      <a:pt x="366" y="45"/>
                    </a:lnTo>
                    <a:lnTo>
                      <a:pt x="369" y="45"/>
                    </a:lnTo>
                    <a:lnTo>
                      <a:pt x="373" y="45"/>
                    </a:lnTo>
                    <a:lnTo>
                      <a:pt x="377" y="45"/>
                    </a:lnTo>
                    <a:lnTo>
                      <a:pt x="381" y="43"/>
                    </a:lnTo>
                    <a:lnTo>
                      <a:pt x="384" y="11"/>
                    </a:lnTo>
                    <a:lnTo>
                      <a:pt x="388" y="11"/>
                    </a:lnTo>
                    <a:lnTo>
                      <a:pt x="392" y="11"/>
                    </a:lnTo>
                    <a:lnTo>
                      <a:pt x="396" y="11"/>
                    </a:lnTo>
                    <a:lnTo>
                      <a:pt x="399" y="11"/>
                    </a:lnTo>
                    <a:lnTo>
                      <a:pt x="403" y="13"/>
                    </a:lnTo>
                    <a:lnTo>
                      <a:pt x="407" y="13"/>
                    </a:lnTo>
                    <a:lnTo>
                      <a:pt x="411" y="13"/>
                    </a:lnTo>
                    <a:lnTo>
                      <a:pt x="414" y="13"/>
                    </a:lnTo>
                    <a:lnTo>
                      <a:pt x="418" y="13"/>
                    </a:lnTo>
                    <a:lnTo>
                      <a:pt x="422" y="24"/>
                    </a:lnTo>
                    <a:lnTo>
                      <a:pt x="426" y="31"/>
                    </a:lnTo>
                    <a:lnTo>
                      <a:pt x="429" y="31"/>
                    </a:lnTo>
                    <a:lnTo>
                      <a:pt x="433" y="31"/>
                    </a:lnTo>
                    <a:lnTo>
                      <a:pt x="437" y="31"/>
                    </a:lnTo>
                    <a:lnTo>
                      <a:pt x="441" y="33"/>
                    </a:lnTo>
                    <a:lnTo>
                      <a:pt x="445" y="75"/>
                    </a:lnTo>
                    <a:lnTo>
                      <a:pt x="448" y="75"/>
                    </a:lnTo>
                    <a:lnTo>
                      <a:pt x="452" y="75"/>
                    </a:lnTo>
                    <a:lnTo>
                      <a:pt x="456" y="75"/>
                    </a:lnTo>
                    <a:lnTo>
                      <a:pt x="460" y="75"/>
                    </a:lnTo>
                    <a:lnTo>
                      <a:pt x="464" y="204"/>
                    </a:lnTo>
                    <a:lnTo>
                      <a:pt x="467" y="204"/>
                    </a:lnTo>
                    <a:lnTo>
                      <a:pt x="471" y="204"/>
                    </a:lnTo>
                    <a:lnTo>
                      <a:pt x="475" y="204"/>
                    </a:lnTo>
                    <a:lnTo>
                      <a:pt x="479" y="204"/>
                    </a:lnTo>
                    <a:lnTo>
                      <a:pt x="482" y="239"/>
                    </a:lnTo>
                    <a:lnTo>
                      <a:pt x="486" y="258"/>
                    </a:lnTo>
                    <a:lnTo>
                      <a:pt x="490" y="258"/>
                    </a:lnTo>
                    <a:lnTo>
                      <a:pt x="494" y="258"/>
                    </a:lnTo>
                    <a:lnTo>
                      <a:pt x="497" y="258"/>
                    </a:lnTo>
                    <a:lnTo>
                      <a:pt x="501" y="261"/>
                    </a:lnTo>
                    <a:lnTo>
                      <a:pt x="505" y="304"/>
                    </a:lnTo>
                    <a:lnTo>
                      <a:pt x="509" y="304"/>
                    </a:lnTo>
                    <a:lnTo>
                      <a:pt x="512" y="304"/>
                    </a:lnTo>
                    <a:lnTo>
                      <a:pt x="516" y="304"/>
                    </a:lnTo>
                    <a:lnTo>
                      <a:pt x="520" y="304"/>
                    </a:lnTo>
                    <a:lnTo>
                      <a:pt x="524" y="347"/>
                    </a:lnTo>
                    <a:lnTo>
                      <a:pt x="527" y="347"/>
                    </a:lnTo>
                    <a:lnTo>
                      <a:pt x="531" y="347"/>
                    </a:lnTo>
                    <a:lnTo>
                      <a:pt x="535" y="347"/>
                    </a:lnTo>
                    <a:lnTo>
                      <a:pt x="539" y="347"/>
                    </a:lnTo>
                    <a:lnTo>
                      <a:pt x="543" y="356"/>
                    </a:lnTo>
                    <a:lnTo>
                      <a:pt x="546" y="361"/>
                    </a:lnTo>
                    <a:lnTo>
                      <a:pt x="550" y="361"/>
                    </a:lnTo>
                    <a:lnTo>
                      <a:pt x="554" y="361"/>
                    </a:lnTo>
                    <a:lnTo>
                      <a:pt x="558" y="361"/>
                    </a:lnTo>
                    <a:lnTo>
                      <a:pt x="561" y="360"/>
                    </a:lnTo>
                    <a:lnTo>
                      <a:pt x="565" y="353"/>
                    </a:lnTo>
                    <a:lnTo>
                      <a:pt x="569" y="353"/>
                    </a:lnTo>
                    <a:lnTo>
                      <a:pt x="573" y="353"/>
                    </a:lnTo>
                    <a:lnTo>
                      <a:pt x="576" y="353"/>
                    </a:lnTo>
                    <a:lnTo>
                      <a:pt x="580" y="353"/>
                    </a:lnTo>
                    <a:lnTo>
                      <a:pt x="584" y="320"/>
                    </a:lnTo>
                    <a:lnTo>
                      <a:pt x="588" y="320"/>
                    </a:lnTo>
                    <a:lnTo>
                      <a:pt x="591" y="320"/>
                    </a:lnTo>
                    <a:lnTo>
                      <a:pt x="595" y="320"/>
                    </a:lnTo>
                    <a:lnTo>
                      <a:pt x="599" y="320"/>
                    </a:lnTo>
                    <a:lnTo>
                      <a:pt x="603" y="285"/>
                    </a:lnTo>
                    <a:lnTo>
                      <a:pt x="606" y="265"/>
                    </a:lnTo>
                    <a:lnTo>
                      <a:pt x="610" y="265"/>
                    </a:lnTo>
                    <a:lnTo>
                      <a:pt x="614" y="265"/>
                    </a:lnTo>
                    <a:lnTo>
                      <a:pt x="618" y="265"/>
                    </a:lnTo>
                    <a:lnTo>
                      <a:pt x="622" y="259"/>
                    </a:lnTo>
                    <a:lnTo>
                      <a:pt x="625" y="173"/>
                    </a:lnTo>
                    <a:lnTo>
                      <a:pt x="629" y="173"/>
                    </a:lnTo>
                    <a:lnTo>
                      <a:pt x="633" y="173"/>
                    </a:lnTo>
                    <a:lnTo>
                      <a:pt x="637" y="173"/>
                    </a:lnTo>
                    <a:lnTo>
                      <a:pt x="641" y="173"/>
                    </a:lnTo>
                    <a:lnTo>
                      <a:pt x="644" y="102"/>
                    </a:lnTo>
                    <a:lnTo>
                      <a:pt x="648" y="102"/>
                    </a:lnTo>
                    <a:lnTo>
                      <a:pt x="652" y="102"/>
                    </a:lnTo>
                    <a:lnTo>
                      <a:pt x="656" y="102"/>
                    </a:lnTo>
                    <a:lnTo>
                      <a:pt x="659" y="102"/>
                    </a:lnTo>
                    <a:lnTo>
                      <a:pt x="663" y="79"/>
                    </a:lnTo>
                    <a:lnTo>
                      <a:pt x="667" y="67"/>
                    </a:lnTo>
                    <a:lnTo>
                      <a:pt x="671" y="67"/>
                    </a:lnTo>
                    <a:lnTo>
                      <a:pt x="674" y="67"/>
                    </a:lnTo>
                    <a:lnTo>
                      <a:pt x="678" y="67"/>
                    </a:lnTo>
                    <a:lnTo>
                      <a:pt x="682" y="67"/>
                    </a:lnTo>
                    <a:lnTo>
                      <a:pt x="686" y="65"/>
                    </a:lnTo>
                    <a:lnTo>
                      <a:pt x="689" y="65"/>
                    </a:lnTo>
                    <a:lnTo>
                      <a:pt x="693" y="65"/>
                    </a:lnTo>
                    <a:lnTo>
                      <a:pt x="697" y="65"/>
                    </a:lnTo>
                    <a:lnTo>
                      <a:pt x="701" y="65"/>
                    </a:lnTo>
                    <a:lnTo>
                      <a:pt x="704" y="69"/>
                    </a:lnTo>
                    <a:lnTo>
                      <a:pt x="708" y="69"/>
                    </a:lnTo>
                    <a:lnTo>
                      <a:pt x="712" y="69"/>
                    </a:lnTo>
                    <a:lnTo>
                      <a:pt x="716" y="69"/>
                    </a:lnTo>
                    <a:lnTo>
                      <a:pt x="719" y="69"/>
                    </a:lnTo>
                    <a:lnTo>
                      <a:pt x="723" y="96"/>
                    </a:lnTo>
                    <a:lnTo>
                      <a:pt x="727" y="111"/>
                    </a:lnTo>
                    <a:lnTo>
                      <a:pt x="731" y="111"/>
                    </a:lnTo>
                    <a:lnTo>
                      <a:pt x="734" y="111"/>
                    </a:lnTo>
                    <a:lnTo>
                      <a:pt x="738" y="111"/>
                    </a:lnTo>
                    <a:lnTo>
                      <a:pt x="742" y="115"/>
                    </a:lnTo>
                    <a:lnTo>
                      <a:pt x="746" y="179"/>
                    </a:lnTo>
                    <a:lnTo>
                      <a:pt x="750" y="179"/>
                    </a:lnTo>
                    <a:lnTo>
                      <a:pt x="753" y="179"/>
                    </a:lnTo>
                    <a:lnTo>
                      <a:pt x="757" y="179"/>
                    </a:lnTo>
                    <a:lnTo>
                      <a:pt x="761" y="179"/>
                    </a:lnTo>
                    <a:lnTo>
                      <a:pt x="765" y="241"/>
                    </a:lnTo>
                    <a:lnTo>
                      <a:pt x="768" y="241"/>
                    </a:lnTo>
                    <a:lnTo>
                      <a:pt x="772" y="241"/>
                    </a:lnTo>
                    <a:lnTo>
                      <a:pt x="776" y="241"/>
                    </a:lnTo>
                    <a:lnTo>
                      <a:pt x="780" y="241"/>
                    </a:lnTo>
                    <a:lnTo>
                      <a:pt x="783" y="265"/>
                    </a:lnTo>
                    <a:lnTo>
                      <a:pt x="787" y="278"/>
                    </a:lnTo>
                    <a:lnTo>
                      <a:pt x="791" y="278"/>
                    </a:lnTo>
                    <a:lnTo>
                      <a:pt x="795" y="278"/>
                    </a:lnTo>
                    <a:lnTo>
                      <a:pt x="798" y="278"/>
                    </a:lnTo>
                    <a:lnTo>
                      <a:pt x="802" y="280"/>
                    </a:lnTo>
                    <a:lnTo>
                      <a:pt x="806" y="325"/>
                    </a:lnTo>
                    <a:lnTo>
                      <a:pt x="810" y="325"/>
                    </a:lnTo>
                    <a:lnTo>
                      <a:pt x="814" y="325"/>
                    </a:lnTo>
                    <a:lnTo>
                      <a:pt x="817" y="325"/>
                    </a:lnTo>
                    <a:lnTo>
                      <a:pt x="821" y="325"/>
                    </a:lnTo>
                    <a:lnTo>
                      <a:pt x="825" y="359"/>
                    </a:lnTo>
                    <a:lnTo>
                      <a:pt x="829" y="359"/>
                    </a:lnTo>
                    <a:lnTo>
                      <a:pt x="832" y="359"/>
                    </a:lnTo>
                    <a:lnTo>
                      <a:pt x="836" y="359"/>
                    </a:lnTo>
                    <a:lnTo>
                      <a:pt x="840" y="359"/>
                    </a:lnTo>
                    <a:lnTo>
                      <a:pt x="844" y="380"/>
                    </a:lnTo>
                    <a:lnTo>
                      <a:pt x="848" y="391"/>
                    </a:lnTo>
                    <a:lnTo>
                      <a:pt x="851" y="391"/>
                    </a:lnTo>
                    <a:lnTo>
                      <a:pt x="855" y="391"/>
                    </a:lnTo>
                    <a:lnTo>
                      <a:pt x="859" y="391"/>
                    </a:lnTo>
                    <a:lnTo>
                      <a:pt x="863" y="392"/>
                    </a:lnTo>
                    <a:lnTo>
                      <a:pt x="866" y="399"/>
                    </a:lnTo>
                    <a:lnTo>
                      <a:pt x="870" y="399"/>
                    </a:lnTo>
                    <a:lnTo>
                      <a:pt x="874" y="399"/>
                    </a:lnTo>
                    <a:lnTo>
                      <a:pt x="878" y="399"/>
                    </a:lnTo>
                    <a:lnTo>
                      <a:pt x="881" y="399"/>
                    </a:lnTo>
                    <a:lnTo>
                      <a:pt x="885" y="412"/>
                    </a:lnTo>
                    <a:lnTo>
                      <a:pt x="889" y="412"/>
                    </a:lnTo>
                    <a:lnTo>
                      <a:pt x="893" y="412"/>
                    </a:lnTo>
                    <a:lnTo>
                      <a:pt x="896" y="412"/>
                    </a:lnTo>
                    <a:lnTo>
                      <a:pt x="900" y="412"/>
                    </a:lnTo>
                    <a:lnTo>
                      <a:pt x="904" y="414"/>
                    </a:lnTo>
                    <a:lnTo>
                      <a:pt x="908" y="415"/>
                    </a:lnTo>
                    <a:lnTo>
                      <a:pt x="911" y="415"/>
                    </a:lnTo>
                    <a:lnTo>
                      <a:pt x="915" y="415"/>
                    </a:lnTo>
                    <a:lnTo>
                      <a:pt x="919" y="415"/>
                    </a:lnTo>
                    <a:lnTo>
                      <a:pt x="923" y="415"/>
                    </a:lnTo>
                    <a:lnTo>
                      <a:pt x="926" y="423"/>
                    </a:lnTo>
                    <a:lnTo>
                      <a:pt x="930" y="423"/>
                    </a:lnTo>
                    <a:lnTo>
                      <a:pt x="934" y="423"/>
                    </a:lnTo>
                    <a:lnTo>
                      <a:pt x="938" y="423"/>
                    </a:lnTo>
                    <a:lnTo>
                      <a:pt x="941" y="423"/>
                    </a:lnTo>
                    <a:lnTo>
                      <a:pt x="945" y="433"/>
                    </a:lnTo>
                    <a:lnTo>
                      <a:pt x="949" y="433"/>
                    </a:lnTo>
                    <a:lnTo>
                      <a:pt x="953" y="433"/>
                    </a:lnTo>
                    <a:lnTo>
                      <a:pt x="956" y="433"/>
                    </a:lnTo>
                    <a:lnTo>
                      <a:pt x="960" y="433"/>
                    </a:lnTo>
                    <a:lnTo>
                      <a:pt x="964" y="438"/>
                    </a:lnTo>
                    <a:lnTo>
                      <a:pt x="968" y="441"/>
                    </a:lnTo>
                    <a:lnTo>
                      <a:pt x="972" y="441"/>
                    </a:lnTo>
                    <a:lnTo>
                      <a:pt x="975" y="441"/>
                    </a:lnTo>
                    <a:lnTo>
                      <a:pt x="979" y="441"/>
                    </a:lnTo>
                    <a:lnTo>
                      <a:pt x="983" y="441"/>
                    </a:lnTo>
                    <a:lnTo>
                      <a:pt x="987" y="450"/>
                    </a:lnTo>
                    <a:lnTo>
                      <a:pt x="991" y="450"/>
                    </a:lnTo>
                    <a:lnTo>
                      <a:pt x="994" y="450"/>
                    </a:lnTo>
                    <a:lnTo>
                      <a:pt x="998" y="450"/>
                    </a:lnTo>
                    <a:lnTo>
                      <a:pt x="1002" y="450"/>
                    </a:lnTo>
                    <a:lnTo>
                      <a:pt x="1006" y="452"/>
                    </a:lnTo>
                    <a:lnTo>
                      <a:pt x="1009" y="452"/>
                    </a:lnTo>
                    <a:lnTo>
                      <a:pt x="1013" y="452"/>
                    </a:lnTo>
                    <a:lnTo>
                      <a:pt x="1017" y="452"/>
                    </a:lnTo>
                    <a:lnTo>
                      <a:pt x="1021" y="452"/>
                    </a:lnTo>
                    <a:lnTo>
                      <a:pt x="1024" y="451"/>
                    </a:lnTo>
                    <a:lnTo>
                      <a:pt x="1028" y="451"/>
                    </a:lnTo>
                    <a:lnTo>
                      <a:pt x="1032" y="451"/>
                    </a:lnTo>
                    <a:lnTo>
                      <a:pt x="1036" y="451"/>
                    </a:lnTo>
                    <a:lnTo>
                      <a:pt x="1039" y="451"/>
                    </a:lnTo>
                    <a:lnTo>
                      <a:pt x="1043" y="451"/>
                    </a:lnTo>
                    <a:lnTo>
                      <a:pt x="1047" y="450"/>
                    </a:lnTo>
                    <a:lnTo>
                      <a:pt x="1051" y="450"/>
                    </a:lnTo>
                    <a:lnTo>
                      <a:pt x="1055" y="450"/>
                    </a:lnTo>
                    <a:lnTo>
                      <a:pt x="1058" y="450"/>
                    </a:lnTo>
                    <a:lnTo>
                      <a:pt x="1062" y="450"/>
                    </a:lnTo>
                    <a:lnTo>
                      <a:pt x="1066" y="451"/>
                    </a:lnTo>
                    <a:lnTo>
                      <a:pt x="1070" y="451"/>
                    </a:lnTo>
                    <a:lnTo>
                      <a:pt x="1073" y="451"/>
                    </a:lnTo>
                    <a:lnTo>
                      <a:pt x="1077" y="451"/>
                    </a:lnTo>
                    <a:lnTo>
                      <a:pt x="1081" y="451"/>
                    </a:lnTo>
                    <a:lnTo>
                      <a:pt x="1085" y="451"/>
                    </a:lnTo>
                    <a:lnTo>
                      <a:pt x="1088" y="451"/>
                    </a:lnTo>
                    <a:lnTo>
                      <a:pt x="1092" y="451"/>
                    </a:lnTo>
                    <a:lnTo>
                      <a:pt x="1096" y="451"/>
                    </a:lnTo>
                    <a:lnTo>
                      <a:pt x="1100" y="451"/>
                    </a:lnTo>
                    <a:lnTo>
                      <a:pt x="1103" y="451"/>
                    </a:lnTo>
                    <a:lnTo>
                      <a:pt x="1107" y="453"/>
                    </a:lnTo>
                    <a:lnTo>
                      <a:pt x="1111" y="453"/>
                    </a:lnTo>
                    <a:lnTo>
                      <a:pt x="1115" y="453"/>
                    </a:lnTo>
                    <a:lnTo>
                      <a:pt x="1118" y="453"/>
                    </a:lnTo>
                    <a:lnTo>
                      <a:pt x="1122" y="453"/>
                    </a:lnTo>
                    <a:lnTo>
                      <a:pt x="1126" y="456"/>
                    </a:lnTo>
                    <a:lnTo>
                      <a:pt x="1130" y="456"/>
                    </a:lnTo>
                    <a:lnTo>
                      <a:pt x="1133" y="456"/>
                    </a:lnTo>
                    <a:lnTo>
                      <a:pt x="1137" y="456"/>
                    </a:lnTo>
                    <a:lnTo>
                      <a:pt x="1141" y="456"/>
                    </a:lnTo>
                    <a:lnTo>
                      <a:pt x="1145" y="457"/>
                    </a:lnTo>
                    <a:lnTo>
                      <a:pt x="1148" y="458"/>
                    </a:lnTo>
                    <a:lnTo>
                      <a:pt x="1152" y="458"/>
                    </a:lnTo>
                    <a:lnTo>
                      <a:pt x="1156" y="458"/>
                    </a:lnTo>
                    <a:lnTo>
                      <a:pt x="1160" y="458"/>
                    </a:lnTo>
                    <a:lnTo>
                      <a:pt x="1164" y="458"/>
                    </a:lnTo>
                    <a:lnTo>
                      <a:pt x="1168" y="459"/>
                    </a:lnTo>
                    <a:lnTo>
                      <a:pt x="1171" y="459"/>
                    </a:lnTo>
                    <a:lnTo>
                      <a:pt x="1175" y="459"/>
                    </a:lnTo>
                    <a:lnTo>
                      <a:pt x="1179" y="459"/>
                    </a:lnTo>
                    <a:lnTo>
                      <a:pt x="1183" y="459"/>
                    </a:lnTo>
                    <a:lnTo>
                      <a:pt x="1186" y="461"/>
                    </a:lnTo>
                    <a:lnTo>
                      <a:pt x="1190" y="461"/>
                    </a:lnTo>
                    <a:lnTo>
                      <a:pt x="1194" y="461"/>
                    </a:lnTo>
                    <a:lnTo>
                      <a:pt x="1198" y="461"/>
                    </a:lnTo>
                    <a:lnTo>
                      <a:pt x="1201" y="461"/>
                    </a:lnTo>
                    <a:lnTo>
                      <a:pt x="1205" y="462"/>
                    </a:lnTo>
                    <a:lnTo>
                      <a:pt x="1209" y="462"/>
                    </a:lnTo>
                    <a:lnTo>
                      <a:pt x="1213" y="462"/>
                    </a:lnTo>
                    <a:lnTo>
                      <a:pt x="1216" y="462"/>
                    </a:lnTo>
                    <a:lnTo>
                      <a:pt x="1220" y="462"/>
                    </a:lnTo>
                    <a:lnTo>
                      <a:pt x="1224" y="462"/>
                    </a:lnTo>
                    <a:lnTo>
                      <a:pt x="1228" y="463"/>
                    </a:lnTo>
                    <a:lnTo>
                      <a:pt x="1231" y="463"/>
                    </a:lnTo>
                    <a:lnTo>
                      <a:pt x="1235" y="463"/>
                    </a:lnTo>
                    <a:lnTo>
                      <a:pt x="1239" y="463"/>
                    </a:lnTo>
                    <a:lnTo>
                      <a:pt x="1243" y="463"/>
                    </a:lnTo>
                    <a:lnTo>
                      <a:pt x="1246" y="464"/>
                    </a:lnTo>
                    <a:lnTo>
                      <a:pt x="1250" y="464"/>
                    </a:lnTo>
                    <a:lnTo>
                      <a:pt x="1254" y="464"/>
                    </a:lnTo>
                    <a:lnTo>
                      <a:pt x="1258" y="464"/>
                    </a:lnTo>
                    <a:lnTo>
                      <a:pt x="1261" y="464"/>
                    </a:lnTo>
                    <a:lnTo>
                      <a:pt x="1265" y="465"/>
                    </a:lnTo>
                    <a:lnTo>
                      <a:pt x="1269" y="465"/>
                    </a:lnTo>
                    <a:lnTo>
                      <a:pt x="1273" y="465"/>
                    </a:lnTo>
                    <a:lnTo>
                      <a:pt x="1277" y="465"/>
                    </a:lnTo>
                    <a:lnTo>
                      <a:pt x="1280" y="465"/>
                    </a:lnTo>
                    <a:lnTo>
                      <a:pt x="1284" y="465"/>
                    </a:lnTo>
                    <a:lnTo>
                      <a:pt x="1288" y="465"/>
                    </a:lnTo>
                    <a:lnTo>
                      <a:pt x="1292" y="465"/>
                    </a:lnTo>
                    <a:lnTo>
                      <a:pt x="1295" y="465"/>
                    </a:lnTo>
                    <a:lnTo>
                      <a:pt x="1299" y="465"/>
                    </a:lnTo>
                    <a:lnTo>
                      <a:pt x="1303" y="465"/>
                    </a:lnTo>
                    <a:lnTo>
                      <a:pt x="1307" y="464"/>
                    </a:lnTo>
                    <a:lnTo>
                      <a:pt x="1310" y="464"/>
                    </a:lnTo>
                    <a:lnTo>
                      <a:pt x="1314" y="464"/>
                    </a:lnTo>
                    <a:lnTo>
                      <a:pt x="1318" y="464"/>
                    </a:lnTo>
                    <a:lnTo>
                      <a:pt x="1322" y="464"/>
                    </a:lnTo>
                    <a:lnTo>
                      <a:pt x="1325" y="464"/>
                    </a:lnTo>
                    <a:lnTo>
                      <a:pt x="1329" y="464"/>
                    </a:lnTo>
                    <a:lnTo>
                      <a:pt x="1333" y="464"/>
                    </a:lnTo>
                    <a:lnTo>
                      <a:pt x="1337" y="464"/>
                    </a:lnTo>
                    <a:lnTo>
                      <a:pt x="1341" y="464"/>
                    </a:lnTo>
                    <a:lnTo>
                      <a:pt x="1344" y="464"/>
                    </a:lnTo>
                    <a:lnTo>
                      <a:pt x="1348" y="464"/>
                    </a:lnTo>
                    <a:lnTo>
                      <a:pt x="1352" y="464"/>
                    </a:lnTo>
                    <a:lnTo>
                      <a:pt x="1356" y="464"/>
                    </a:lnTo>
                    <a:lnTo>
                      <a:pt x="1360" y="464"/>
                    </a:lnTo>
                    <a:lnTo>
                      <a:pt x="1363" y="464"/>
                    </a:lnTo>
                    <a:lnTo>
                      <a:pt x="1367" y="465"/>
                    </a:lnTo>
                    <a:lnTo>
                      <a:pt x="1371" y="465"/>
                    </a:lnTo>
                    <a:lnTo>
                      <a:pt x="1375" y="465"/>
                    </a:lnTo>
                    <a:lnTo>
                      <a:pt x="1378" y="465"/>
                    </a:lnTo>
                    <a:lnTo>
                      <a:pt x="1382" y="465"/>
                    </a:lnTo>
                    <a:lnTo>
                      <a:pt x="1386" y="466"/>
                    </a:lnTo>
                    <a:lnTo>
                      <a:pt x="1390" y="466"/>
                    </a:lnTo>
                    <a:lnTo>
                      <a:pt x="1393" y="466"/>
                    </a:lnTo>
                    <a:lnTo>
                      <a:pt x="1397" y="466"/>
                    </a:lnTo>
                    <a:lnTo>
                      <a:pt x="1401" y="466"/>
                    </a:lnTo>
                    <a:lnTo>
                      <a:pt x="1405" y="466"/>
                    </a:lnTo>
                    <a:lnTo>
                      <a:pt x="1408" y="466"/>
                    </a:lnTo>
                    <a:lnTo>
                      <a:pt x="1412" y="466"/>
                    </a:lnTo>
                    <a:lnTo>
                      <a:pt x="1416" y="466"/>
                    </a:lnTo>
                    <a:lnTo>
                      <a:pt x="1420" y="466"/>
                    </a:lnTo>
                    <a:lnTo>
                      <a:pt x="1423" y="466"/>
                    </a:lnTo>
                    <a:lnTo>
                      <a:pt x="1427" y="466"/>
                    </a:lnTo>
                    <a:lnTo>
                      <a:pt x="1431" y="466"/>
                    </a:lnTo>
                    <a:lnTo>
                      <a:pt x="1435" y="466"/>
                    </a:lnTo>
                    <a:lnTo>
                      <a:pt x="1438" y="466"/>
                    </a:lnTo>
                    <a:lnTo>
                      <a:pt x="1442" y="466"/>
                    </a:lnTo>
                    <a:lnTo>
                      <a:pt x="1446" y="465"/>
                    </a:lnTo>
                    <a:lnTo>
                      <a:pt x="1450" y="465"/>
                    </a:lnTo>
                    <a:lnTo>
                      <a:pt x="1453" y="465"/>
                    </a:lnTo>
                    <a:lnTo>
                      <a:pt x="1457" y="465"/>
                    </a:lnTo>
                    <a:lnTo>
                      <a:pt x="1461" y="465"/>
                    </a:lnTo>
                    <a:lnTo>
                      <a:pt x="1465" y="465"/>
                    </a:lnTo>
                    <a:lnTo>
                      <a:pt x="1468" y="463"/>
                    </a:lnTo>
                    <a:lnTo>
                      <a:pt x="1472" y="463"/>
                    </a:lnTo>
                    <a:lnTo>
                      <a:pt x="1476" y="463"/>
                    </a:lnTo>
                    <a:lnTo>
                      <a:pt x="1480" y="463"/>
                    </a:lnTo>
                    <a:lnTo>
                      <a:pt x="1483" y="463"/>
                    </a:lnTo>
                    <a:lnTo>
                      <a:pt x="1487" y="464"/>
                    </a:lnTo>
                    <a:lnTo>
                      <a:pt x="1491" y="464"/>
                    </a:lnTo>
                    <a:lnTo>
                      <a:pt x="1495" y="464"/>
                    </a:lnTo>
                    <a:lnTo>
                      <a:pt x="1499" y="464"/>
                    </a:lnTo>
                    <a:lnTo>
                      <a:pt x="1502" y="464"/>
                    </a:lnTo>
                    <a:lnTo>
                      <a:pt x="1506" y="464"/>
                    </a:lnTo>
                    <a:lnTo>
                      <a:pt x="1510" y="464"/>
                    </a:lnTo>
                    <a:lnTo>
                      <a:pt x="1514" y="464"/>
                    </a:lnTo>
                    <a:lnTo>
                      <a:pt x="1518" y="464"/>
                    </a:lnTo>
                    <a:lnTo>
                      <a:pt x="1521" y="464"/>
                    </a:lnTo>
                    <a:lnTo>
                      <a:pt x="1525" y="464"/>
                    </a:lnTo>
                    <a:lnTo>
                      <a:pt x="1529" y="466"/>
                    </a:lnTo>
                    <a:lnTo>
                      <a:pt x="1533" y="466"/>
                    </a:lnTo>
                    <a:lnTo>
                      <a:pt x="1536" y="466"/>
                    </a:lnTo>
                    <a:lnTo>
                      <a:pt x="1540" y="466"/>
                    </a:lnTo>
                    <a:lnTo>
                      <a:pt x="1544" y="466"/>
                    </a:lnTo>
                    <a:lnTo>
                      <a:pt x="1548" y="468"/>
                    </a:lnTo>
                    <a:lnTo>
                      <a:pt x="1551" y="468"/>
                    </a:lnTo>
                    <a:lnTo>
                      <a:pt x="1555" y="468"/>
                    </a:lnTo>
                    <a:lnTo>
                      <a:pt x="1559" y="468"/>
                    </a:lnTo>
                    <a:lnTo>
                      <a:pt x="1563" y="468"/>
                    </a:lnTo>
                    <a:lnTo>
                      <a:pt x="1566" y="468"/>
                    </a:lnTo>
                    <a:lnTo>
                      <a:pt x="1570" y="468"/>
                    </a:lnTo>
                    <a:lnTo>
                      <a:pt x="1574" y="468"/>
                    </a:lnTo>
                    <a:lnTo>
                      <a:pt x="1578" y="468"/>
                    </a:lnTo>
                    <a:lnTo>
                      <a:pt x="1582" y="468"/>
                    </a:lnTo>
                    <a:lnTo>
                      <a:pt x="1585" y="468"/>
                    </a:lnTo>
                    <a:lnTo>
                      <a:pt x="1589" y="464"/>
                    </a:lnTo>
                    <a:lnTo>
                      <a:pt x="1593" y="464"/>
                    </a:lnTo>
                    <a:lnTo>
                      <a:pt x="1597" y="464"/>
                    </a:lnTo>
                    <a:lnTo>
                      <a:pt x="1600" y="464"/>
                    </a:lnTo>
                    <a:lnTo>
                      <a:pt x="1604" y="464"/>
                    </a:lnTo>
                    <a:lnTo>
                      <a:pt x="1608" y="461"/>
                    </a:lnTo>
                    <a:lnTo>
                      <a:pt x="1612" y="461"/>
                    </a:lnTo>
                    <a:lnTo>
                      <a:pt x="1615" y="461"/>
                    </a:lnTo>
                    <a:lnTo>
                      <a:pt x="1619" y="461"/>
                    </a:lnTo>
                    <a:lnTo>
                      <a:pt x="1623" y="461"/>
                    </a:lnTo>
                    <a:lnTo>
                      <a:pt x="1627" y="459"/>
                    </a:lnTo>
                    <a:lnTo>
                      <a:pt x="1630" y="458"/>
                    </a:lnTo>
                    <a:lnTo>
                      <a:pt x="1634" y="458"/>
                    </a:lnTo>
                    <a:lnTo>
                      <a:pt x="1638" y="458"/>
                    </a:lnTo>
                    <a:lnTo>
                      <a:pt x="1642" y="458"/>
                    </a:lnTo>
                    <a:lnTo>
                      <a:pt x="1645" y="457"/>
                    </a:lnTo>
                    <a:lnTo>
                      <a:pt x="1649" y="453"/>
                    </a:lnTo>
                    <a:lnTo>
                      <a:pt x="1653" y="453"/>
                    </a:lnTo>
                    <a:lnTo>
                      <a:pt x="1657" y="453"/>
                    </a:lnTo>
                    <a:lnTo>
                      <a:pt x="1660" y="453"/>
                    </a:lnTo>
                    <a:lnTo>
                      <a:pt x="1664" y="453"/>
                    </a:lnTo>
                    <a:lnTo>
                      <a:pt x="1668" y="447"/>
                    </a:lnTo>
                    <a:lnTo>
                      <a:pt x="1672" y="447"/>
                    </a:lnTo>
                    <a:lnTo>
                      <a:pt x="1675" y="447"/>
                    </a:lnTo>
                    <a:lnTo>
                      <a:pt x="1679" y="447"/>
                    </a:lnTo>
                    <a:lnTo>
                      <a:pt x="1683" y="447"/>
                    </a:lnTo>
                    <a:lnTo>
                      <a:pt x="1687" y="446"/>
                    </a:lnTo>
                    <a:lnTo>
                      <a:pt x="1691" y="445"/>
                    </a:lnTo>
                    <a:lnTo>
                      <a:pt x="1695" y="445"/>
                    </a:lnTo>
                    <a:lnTo>
                      <a:pt x="1698" y="445"/>
                    </a:lnTo>
                    <a:lnTo>
                      <a:pt x="1702" y="445"/>
                    </a:lnTo>
                    <a:lnTo>
                      <a:pt x="1706" y="445"/>
                    </a:lnTo>
                    <a:lnTo>
                      <a:pt x="1710" y="436"/>
                    </a:lnTo>
                    <a:lnTo>
                      <a:pt x="1713" y="436"/>
                    </a:lnTo>
                    <a:lnTo>
                      <a:pt x="1717" y="436"/>
                    </a:lnTo>
                    <a:lnTo>
                      <a:pt x="1721" y="436"/>
                    </a:lnTo>
                    <a:lnTo>
                      <a:pt x="1725" y="436"/>
                    </a:lnTo>
                    <a:lnTo>
                      <a:pt x="1728" y="430"/>
                    </a:lnTo>
                    <a:lnTo>
                      <a:pt x="1732" y="430"/>
                    </a:lnTo>
                    <a:lnTo>
                      <a:pt x="1736" y="430"/>
                    </a:lnTo>
                    <a:lnTo>
                      <a:pt x="1740" y="430"/>
                    </a:lnTo>
                    <a:lnTo>
                      <a:pt x="1743" y="430"/>
                    </a:lnTo>
                    <a:lnTo>
                      <a:pt x="1747" y="425"/>
                    </a:lnTo>
                    <a:lnTo>
                      <a:pt x="1751" y="422"/>
                    </a:lnTo>
                    <a:lnTo>
                      <a:pt x="1755" y="422"/>
                    </a:lnTo>
                    <a:lnTo>
                      <a:pt x="1758" y="422"/>
                    </a:lnTo>
                    <a:lnTo>
                      <a:pt x="1762" y="422"/>
                    </a:lnTo>
                    <a:lnTo>
                      <a:pt x="1766" y="422"/>
                    </a:lnTo>
                    <a:lnTo>
                      <a:pt x="1770" y="421"/>
                    </a:lnTo>
                    <a:lnTo>
                      <a:pt x="1773" y="421"/>
                    </a:lnTo>
                    <a:lnTo>
                      <a:pt x="1777" y="421"/>
                    </a:lnTo>
                    <a:lnTo>
                      <a:pt x="1781" y="421"/>
                    </a:lnTo>
                    <a:lnTo>
                      <a:pt x="1785" y="421"/>
                    </a:lnTo>
                    <a:lnTo>
                      <a:pt x="1788" y="419"/>
                    </a:lnTo>
                    <a:lnTo>
                      <a:pt x="1792" y="419"/>
                    </a:lnTo>
                    <a:lnTo>
                      <a:pt x="1796" y="419"/>
                    </a:lnTo>
                    <a:lnTo>
                      <a:pt x="1800" y="419"/>
                    </a:lnTo>
                    <a:lnTo>
                      <a:pt x="1804" y="419"/>
                    </a:lnTo>
                    <a:lnTo>
                      <a:pt x="1807" y="416"/>
                    </a:lnTo>
                    <a:lnTo>
                      <a:pt x="1811" y="415"/>
                    </a:lnTo>
                    <a:lnTo>
                      <a:pt x="1815" y="415"/>
                    </a:lnTo>
                    <a:lnTo>
                      <a:pt x="1819" y="415"/>
                    </a:lnTo>
                    <a:lnTo>
                      <a:pt x="1822" y="415"/>
                    </a:lnTo>
                    <a:lnTo>
                      <a:pt x="1826" y="414"/>
                    </a:lnTo>
                    <a:lnTo>
                      <a:pt x="1830" y="405"/>
                    </a:lnTo>
                    <a:lnTo>
                      <a:pt x="1834" y="405"/>
                    </a:lnTo>
                    <a:lnTo>
                      <a:pt x="1837" y="405"/>
                    </a:lnTo>
                    <a:lnTo>
                      <a:pt x="1841" y="405"/>
                    </a:lnTo>
                    <a:lnTo>
                      <a:pt x="1845" y="405"/>
                    </a:lnTo>
                    <a:lnTo>
                      <a:pt x="1849" y="390"/>
                    </a:lnTo>
                    <a:lnTo>
                      <a:pt x="1852" y="390"/>
                    </a:lnTo>
                    <a:lnTo>
                      <a:pt x="1856" y="390"/>
                    </a:lnTo>
                    <a:lnTo>
                      <a:pt x="1860" y="390"/>
                    </a:lnTo>
                    <a:lnTo>
                      <a:pt x="1864" y="390"/>
                    </a:lnTo>
                    <a:lnTo>
                      <a:pt x="1868" y="388"/>
                    </a:lnTo>
                    <a:lnTo>
                      <a:pt x="1871" y="387"/>
                    </a:lnTo>
                    <a:lnTo>
                      <a:pt x="1875" y="387"/>
                    </a:lnTo>
                    <a:lnTo>
                      <a:pt x="1879" y="387"/>
                    </a:lnTo>
                    <a:lnTo>
                      <a:pt x="1883" y="387"/>
                    </a:lnTo>
                    <a:lnTo>
                      <a:pt x="1887" y="386"/>
                    </a:lnTo>
                    <a:lnTo>
                      <a:pt x="1890" y="371"/>
                    </a:lnTo>
                    <a:lnTo>
                      <a:pt x="1894" y="371"/>
                    </a:lnTo>
                    <a:lnTo>
                      <a:pt x="1898" y="371"/>
                    </a:lnTo>
                    <a:lnTo>
                      <a:pt x="1902" y="371"/>
                    </a:lnTo>
                    <a:lnTo>
                      <a:pt x="1905" y="371"/>
                    </a:lnTo>
                    <a:lnTo>
                      <a:pt x="1909" y="353"/>
                    </a:lnTo>
                    <a:lnTo>
                      <a:pt x="1913" y="353"/>
                    </a:lnTo>
                    <a:lnTo>
                      <a:pt x="1917" y="353"/>
                    </a:lnTo>
                    <a:lnTo>
                      <a:pt x="1920" y="353"/>
                    </a:lnTo>
                    <a:lnTo>
                      <a:pt x="1924" y="353"/>
                    </a:lnTo>
                    <a:lnTo>
                      <a:pt x="1928" y="346"/>
                    </a:lnTo>
                    <a:lnTo>
                      <a:pt x="1932" y="343"/>
                    </a:lnTo>
                    <a:lnTo>
                      <a:pt x="1935" y="343"/>
                    </a:lnTo>
                    <a:lnTo>
                      <a:pt x="1939" y="343"/>
                    </a:lnTo>
                    <a:lnTo>
                      <a:pt x="1943" y="343"/>
                    </a:lnTo>
                    <a:lnTo>
                      <a:pt x="1947" y="343"/>
                    </a:lnTo>
                    <a:lnTo>
                      <a:pt x="1950" y="339"/>
                    </a:lnTo>
                    <a:lnTo>
                      <a:pt x="1954" y="339"/>
                    </a:lnTo>
                    <a:lnTo>
                      <a:pt x="1958" y="339"/>
                    </a:lnTo>
                    <a:lnTo>
                      <a:pt x="1962" y="339"/>
                    </a:lnTo>
                    <a:lnTo>
                      <a:pt x="1965" y="339"/>
                    </a:lnTo>
                    <a:lnTo>
                      <a:pt x="1969" y="341"/>
                    </a:lnTo>
                    <a:lnTo>
                      <a:pt x="1973" y="341"/>
                    </a:lnTo>
                    <a:lnTo>
                      <a:pt x="1977" y="341"/>
                    </a:lnTo>
                    <a:lnTo>
                      <a:pt x="1980" y="341"/>
                    </a:lnTo>
                    <a:lnTo>
                      <a:pt x="1984" y="341"/>
                    </a:lnTo>
                    <a:lnTo>
                      <a:pt x="1988" y="343"/>
                    </a:lnTo>
                    <a:lnTo>
                      <a:pt x="1992" y="343"/>
                    </a:lnTo>
                    <a:lnTo>
                      <a:pt x="1995" y="343"/>
                    </a:lnTo>
                    <a:lnTo>
                      <a:pt x="1999" y="343"/>
                    </a:lnTo>
                    <a:lnTo>
                      <a:pt x="2003" y="343"/>
                    </a:lnTo>
                    <a:lnTo>
                      <a:pt x="2007" y="344"/>
                    </a:lnTo>
                    <a:lnTo>
                      <a:pt x="2010" y="355"/>
                    </a:lnTo>
                    <a:lnTo>
                      <a:pt x="2014" y="355"/>
                    </a:lnTo>
                    <a:lnTo>
                      <a:pt x="2018" y="355"/>
                    </a:lnTo>
                    <a:lnTo>
                      <a:pt x="2022" y="355"/>
                    </a:lnTo>
                    <a:lnTo>
                      <a:pt x="2026" y="355"/>
                    </a:lnTo>
                    <a:lnTo>
                      <a:pt x="2029" y="363"/>
                    </a:lnTo>
                    <a:lnTo>
                      <a:pt x="2033" y="363"/>
                    </a:lnTo>
                    <a:lnTo>
                      <a:pt x="2037" y="363"/>
                    </a:lnTo>
                    <a:lnTo>
                      <a:pt x="2041" y="363"/>
                    </a:lnTo>
                    <a:lnTo>
                      <a:pt x="2045" y="363"/>
                    </a:lnTo>
                    <a:lnTo>
                      <a:pt x="2048" y="363"/>
                    </a:lnTo>
                    <a:lnTo>
                      <a:pt x="2052" y="363"/>
                    </a:lnTo>
                  </a:path>
                </a:pathLst>
              </a:custGeom>
              <a:noFill/>
              <a:ln w="28575" cap="flat">
                <a:solidFill>
                  <a:srgbClr val="FF0000">
                    <a:alpha val="69804"/>
                  </a:srgb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23DFB5B-BD20-1167-122B-13CBCCABEFCC}"/>
                </a:ext>
              </a:extLst>
            </p:cNvPr>
            <p:cNvGrpSpPr/>
            <p:nvPr/>
          </p:nvGrpSpPr>
          <p:grpSpPr>
            <a:xfrm>
              <a:off x="2839861" y="3443165"/>
              <a:ext cx="6989050" cy="45778"/>
              <a:chOff x="3049411" y="4595690"/>
              <a:chExt cx="6989050" cy="45778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D60C88F-909F-8117-5097-B810EBC00E64}"/>
                  </a:ext>
                </a:extLst>
              </p:cNvPr>
              <p:cNvGrpSpPr/>
              <p:nvPr/>
            </p:nvGrpSpPr>
            <p:grpSpPr>
              <a:xfrm flipV="1">
                <a:off x="3049411" y="4595690"/>
                <a:ext cx="2093734" cy="45778"/>
                <a:chOff x="3049411" y="4614205"/>
                <a:chExt cx="2093734" cy="45778"/>
              </a:xfrm>
            </p:grpSpPr>
            <p:sp>
              <p:nvSpPr>
                <p:cNvPr id="5" name="Line 120">
                  <a:extLst>
                    <a:ext uri="{FF2B5EF4-FFF2-40B4-BE49-F238E27FC236}">
                      <a16:creationId xmlns:a16="http://schemas.microsoft.com/office/drawing/2014/main" id="{7BDECD52-9D2D-6A9F-CB48-34A935917B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93734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6" name="Line 121">
                  <a:extLst>
                    <a:ext uri="{FF2B5EF4-FFF2-40B4-BE49-F238E27FC236}">
                      <a16:creationId xmlns:a16="http://schemas.microsoft.com/office/drawing/2014/main" id="{99FA16B7-0835-59DF-DAFD-3E0DC4A7A4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494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7" name="Line 122">
                  <a:extLst>
                    <a:ext uri="{FF2B5EF4-FFF2-40B4-BE49-F238E27FC236}">
                      <a16:creationId xmlns:a16="http://schemas.microsoft.com/office/drawing/2014/main" id="{CF813713-4686-8253-FB61-D3DA6114DC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47943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8" name="Line 123">
                  <a:extLst>
                    <a:ext uri="{FF2B5EF4-FFF2-40B4-BE49-F238E27FC236}">
                      <a16:creationId xmlns:a16="http://schemas.microsoft.com/office/drawing/2014/main" id="{70B4EA8D-B7F3-9818-8A8C-F1A31E1287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72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9" name="Line 124">
                  <a:extLst>
                    <a:ext uri="{FF2B5EF4-FFF2-40B4-BE49-F238E27FC236}">
                      <a16:creationId xmlns:a16="http://schemas.microsoft.com/office/drawing/2014/main" id="{B287822B-1811-22E9-6DAF-859AE8BF37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466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10" name="Line 125">
                  <a:extLst>
                    <a:ext uri="{FF2B5EF4-FFF2-40B4-BE49-F238E27FC236}">
                      <a16:creationId xmlns:a16="http://schemas.microsoft.com/office/drawing/2014/main" id="{0FA4316C-8E27-9421-5A39-6835D46974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45945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11" name="Line 126">
                  <a:extLst>
                    <a:ext uri="{FF2B5EF4-FFF2-40B4-BE49-F238E27FC236}">
                      <a16:creationId xmlns:a16="http://schemas.microsoft.com/office/drawing/2014/main" id="{8C179153-3DC2-7196-D580-24F28B7AF0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444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12" name="Line 127">
                  <a:extLst>
                    <a:ext uri="{FF2B5EF4-FFF2-40B4-BE49-F238E27FC236}">
                      <a16:creationId xmlns:a16="http://schemas.microsoft.com/office/drawing/2014/main" id="{6162B333-723B-D36F-78A7-89E3260203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38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13" name="Line 128">
                  <a:extLst>
                    <a:ext uri="{FF2B5EF4-FFF2-40B4-BE49-F238E27FC236}">
                      <a16:creationId xmlns:a16="http://schemas.microsoft.com/office/drawing/2014/main" id="{66826BB4-C426-A726-9B6C-6C9FE0CEF1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43144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14" name="Line 141">
                  <a:extLst>
                    <a:ext uri="{FF2B5EF4-FFF2-40B4-BE49-F238E27FC236}">
                      <a16:creationId xmlns:a16="http://schemas.microsoft.com/office/drawing/2014/main" id="{BC768C5F-C1D4-AC1D-8EDD-A07EB1ABEE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865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4E61098-2061-D9B8-677E-2EBF8D678A2F}"/>
                  </a:ext>
                </a:extLst>
              </p:cNvPr>
              <p:cNvGrpSpPr/>
              <p:nvPr/>
            </p:nvGrpSpPr>
            <p:grpSpPr>
              <a:xfrm flipV="1">
                <a:off x="7944727" y="4595690"/>
                <a:ext cx="2093734" cy="45778"/>
                <a:chOff x="3049411" y="4614205"/>
                <a:chExt cx="2093734" cy="45778"/>
              </a:xfrm>
            </p:grpSpPr>
            <p:sp>
              <p:nvSpPr>
                <p:cNvPr id="17" name="Line 120">
                  <a:extLst>
                    <a:ext uri="{FF2B5EF4-FFF2-40B4-BE49-F238E27FC236}">
                      <a16:creationId xmlns:a16="http://schemas.microsoft.com/office/drawing/2014/main" id="{3EBB69CA-3C23-8EF1-76EE-E485FF8EDD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93734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18" name="Line 121">
                  <a:extLst>
                    <a:ext uri="{FF2B5EF4-FFF2-40B4-BE49-F238E27FC236}">
                      <a16:creationId xmlns:a16="http://schemas.microsoft.com/office/drawing/2014/main" id="{5CF1116F-FF27-4E70-E2C8-479ADFF384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494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19" name="Line 122">
                  <a:extLst>
                    <a:ext uri="{FF2B5EF4-FFF2-40B4-BE49-F238E27FC236}">
                      <a16:creationId xmlns:a16="http://schemas.microsoft.com/office/drawing/2014/main" id="{8DA55195-FADF-4185-1B53-EEDF255BC1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47943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20" name="Line 123">
                  <a:extLst>
                    <a:ext uri="{FF2B5EF4-FFF2-40B4-BE49-F238E27FC236}">
                      <a16:creationId xmlns:a16="http://schemas.microsoft.com/office/drawing/2014/main" id="{305024E7-A95B-1AFF-3429-44285239D7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72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21" name="Line 124">
                  <a:extLst>
                    <a:ext uri="{FF2B5EF4-FFF2-40B4-BE49-F238E27FC236}">
                      <a16:creationId xmlns:a16="http://schemas.microsoft.com/office/drawing/2014/main" id="{A53A8895-8780-E5E1-0804-A42C85034E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466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22" name="Line 125">
                  <a:extLst>
                    <a:ext uri="{FF2B5EF4-FFF2-40B4-BE49-F238E27FC236}">
                      <a16:creationId xmlns:a16="http://schemas.microsoft.com/office/drawing/2014/main" id="{5751DC9C-A38B-2A5B-ED2E-C64834BE28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45945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23" name="Line 126">
                  <a:extLst>
                    <a:ext uri="{FF2B5EF4-FFF2-40B4-BE49-F238E27FC236}">
                      <a16:creationId xmlns:a16="http://schemas.microsoft.com/office/drawing/2014/main" id="{C795F8E8-4094-7AAC-4805-A554B24F0B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444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24" name="Line 127">
                  <a:extLst>
                    <a:ext uri="{FF2B5EF4-FFF2-40B4-BE49-F238E27FC236}">
                      <a16:creationId xmlns:a16="http://schemas.microsoft.com/office/drawing/2014/main" id="{7E614B75-C7EF-2727-DE4B-28AA8822E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38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25" name="Line 128">
                  <a:extLst>
                    <a:ext uri="{FF2B5EF4-FFF2-40B4-BE49-F238E27FC236}">
                      <a16:creationId xmlns:a16="http://schemas.microsoft.com/office/drawing/2014/main" id="{2C86CC00-5095-7E0C-5E22-87BC92EC99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43144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26" name="Line 141">
                  <a:extLst>
                    <a:ext uri="{FF2B5EF4-FFF2-40B4-BE49-F238E27FC236}">
                      <a16:creationId xmlns:a16="http://schemas.microsoft.com/office/drawing/2014/main" id="{EE7F2B83-4D73-57E4-9498-17E2DB4D73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865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A4160E9-A896-19E6-3564-AB4F4DF1160E}"/>
                  </a:ext>
                </a:extLst>
              </p:cNvPr>
              <p:cNvGrpSpPr/>
              <p:nvPr/>
            </p:nvGrpSpPr>
            <p:grpSpPr>
              <a:xfrm flipV="1">
                <a:off x="5497069" y="4595690"/>
                <a:ext cx="2093734" cy="45778"/>
                <a:chOff x="3049411" y="4614205"/>
                <a:chExt cx="2093734" cy="45778"/>
              </a:xfrm>
            </p:grpSpPr>
            <p:sp>
              <p:nvSpPr>
                <p:cNvPr id="28" name="Line 120">
                  <a:extLst>
                    <a:ext uri="{FF2B5EF4-FFF2-40B4-BE49-F238E27FC236}">
                      <a16:creationId xmlns:a16="http://schemas.microsoft.com/office/drawing/2014/main" id="{3724FFF6-A7AA-8272-F66B-E76F2DF3B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93734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29" name="Line 121">
                  <a:extLst>
                    <a:ext uri="{FF2B5EF4-FFF2-40B4-BE49-F238E27FC236}">
                      <a16:creationId xmlns:a16="http://schemas.microsoft.com/office/drawing/2014/main" id="{AC7EA173-7890-327E-7E93-C9D928BDDB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494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0" name="Line 122">
                  <a:extLst>
                    <a:ext uri="{FF2B5EF4-FFF2-40B4-BE49-F238E27FC236}">
                      <a16:creationId xmlns:a16="http://schemas.microsoft.com/office/drawing/2014/main" id="{15B9E98A-4E1E-C402-A828-F5564A38B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47943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1" name="Line 123">
                  <a:extLst>
                    <a:ext uri="{FF2B5EF4-FFF2-40B4-BE49-F238E27FC236}">
                      <a16:creationId xmlns:a16="http://schemas.microsoft.com/office/drawing/2014/main" id="{3FA502F4-04BF-C0D5-B2F4-D584686559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72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2" name="Line 124">
                  <a:extLst>
                    <a:ext uri="{FF2B5EF4-FFF2-40B4-BE49-F238E27FC236}">
                      <a16:creationId xmlns:a16="http://schemas.microsoft.com/office/drawing/2014/main" id="{13B91177-C35C-762C-B15A-0993877E50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466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3" name="Line 125">
                  <a:extLst>
                    <a:ext uri="{FF2B5EF4-FFF2-40B4-BE49-F238E27FC236}">
                      <a16:creationId xmlns:a16="http://schemas.microsoft.com/office/drawing/2014/main" id="{8EF58819-7ED7-24A9-35C3-18C230B56C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45945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4" name="Line 126">
                  <a:extLst>
                    <a:ext uri="{FF2B5EF4-FFF2-40B4-BE49-F238E27FC236}">
                      <a16:creationId xmlns:a16="http://schemas.microsoft.com/office/drawing/2014/main" id="{1A05BC94-DCE5-34FC-EB35-F41D11330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444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5" name="Line 127">
                  <a:extLst>
                    <a:ext uri="{FF2B5EF4-FFF2-40B4-BE49-F238E27FC236}">
                      <a16:creationId xmlns:a16="http://schemas.microsoft.com/office/drawing/2014/main" id="{7A535C3C-A53E-18DF-06EF-311487F2FF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38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6" name="Line 128">
                  <a:extLst>
                    <a:ext uri="{FF2B5EF4-FFF2-40B4-BE49-F238E27FC236}">
                      <a16:creationId xmlns:a16="http://schemas.microsoft.com/office/drawing/2014/main" id="{4C0C0BE1-1C67-F1D1-26B3-9759510058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43144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37" name="Line 141">
                  <a:extLst>
                    <a:ext uri="{FF2B5EF4-FFF2-40B4-BE49-F238E27FC236}">
                      <a16:creationId xmlns:a16="http://schemas.microsoft.com/office/drawing/2014/main" id="{750AAA78-517C-A537-0900-D09D86EE5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865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</p:grp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6590B2E-17D5-CD30-DD11-DFDC06664F22}"/>
                </a:ext>
              </a:extLst>
            </p:cNvPr>
            <p:cNvGrpSpPr/>
            <p:nvPr/>
          </p:nvGrpSpPr>
          <p:grpSpPr>
            <a:xfrm>
              <a:off x="2839861" y="4795715"/>
              <a:ext cx="6989050" cy="45778"/>
              <a:chOff x="3049411" y="4595690"/>
              <a:chExt cx="6989050" cy="45778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0E76187-083D-9776-EB33-F7F8ED8AC11B}"/>
                  </a:ext>
                </a:extLst>
              </p:cNvPr>
              <p:cNvGrpSpPr/>
              <p:nvPr/>
            </p:nvGrpSpPr>
            <p:grpSpPr>
              <a:xfrm flipV="1">
                <a:off x="3049411" y="4595690"/>
                <a:ext cx="2093734" cy="45778"/>
                <a:chOff x="3049411" y="4614205"/>
                <a:chExt cx="2093734" cy="45778"/>
              </a:xfrm>
            </p:grpSpPr>
            <p:sp>
              <p:nvSpPr>
                <p:cNvPr id="75" name="Line 120">
                  <a:extLst>
                    <a:ext uri="{FF2B5EF4-FFF2-40B4-BE49-F238E27FC236}">
                      <a16:creationId xmlns:a16="http://schemas.microsoft.com/office/drawing/2014/main" id="{B955E0D6-801F-FD28-AE8E-31B8AA060C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93734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76" name="Line 121">
                  <a:extLst>
                    <a:ext uri="{FF2B5EF4-FFF2-40B4-BE49-F238E27FC236}">
                      <a16:creationId xmlns:a16="http://schemas.microsoft.com/office/drawing/2014/main" id="{3A658B6D-D85E-7DB5-0D3B-4016167464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494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77" name="Line 122">
                  <a:extLst>
                    <a:ext uri="{FF2B5EF4-FFF2-40B4-BE49-F238E27FC236}">
                      <a16:creationId xmlns:a16="http://schemas.microsoft.com/office/drawing/2014/main" id="{84A5D38C-7B8B-7C8E-ABC8-F401BBF61C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47943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78" name="Line 123">
                  <a:extLst>
                    <a:ext uri="{FF2B5EF4-FFF2-40B4-BE49-F238E27FC236}">
                      <a16:creationId xmlns:a16="http://schemas.microsoft.com/office/drawing/2014/main" id="{E1370952-202C-2044-DF85-2A59CC05ED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72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79" name="Line 124">
                  <a:extLst>
                    <a:ext uri="{FF2B5EF4-FFF2-40B4-BE49-F238E27FC236}">
                      <a16:creationId xmlns:a16="http://schemas.microsoft.com/office/drawing/2014/main" id="{609DED61-D32C-E5F5-B581-C8276FA839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466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80" name="Line 125">
                  <a:extLst>
                    <a:ext uri="{FF2B5EF4-FFF2-40B4-BE49-F238E27FC236}">
                      <a16:creationId xmlns:a16="http://schemas.microsoft.com/office/drawing/2014/main" id="{BF7F3975-083E-09A8-BB04-BDE85C190D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45945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81" name="Line 126">
                  <a:extLst>
                    <a:ext uri="{FF2B5EF4-FFF2-40B4-BE49-F238E27FC236}">
                      <a16:creationId xmlns:a16="http://schemas.microsoft.com/office/drawing/2014/main" id="{7B75B15A-D4AA-41B8-0D54-FBB47C36F3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444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82" name="Line 127">
                  <a:extLst>
                    <a:ext uri="{FF2B5EF4-FFF2-40B4-BE49-F238E27FC236}">
                      <a16:creationId xmlns:a16="http://schemas.microsoft.com/office/drawing/2014/main" id="{A1D85820-A719-7C91-F3CB-F41E948B6D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38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83" name="Line 128">
                  <a:extLst>
                    <a:ext uri="{FF2B5EF4-FFF2-40B4-BE49-F238E27FC236}">
                      <a16:creationId xmlns:a16="http://schemas.microsoft.com/office/drawing/2014/main" id="{42AD302D-2BE7-8D21-309F-5C8E1FA0CF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43144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86" name="Line 141">
                  <a:extLst>
                    <a:ext uri="{FF2B5EF4-FFF2-40B4-BE49-F238E27FC236}">
                      <a16:creationId xmlns:a16="http://schemas.microsoft.com/office/drawing/2014/main" id="{66B01F82-9B19-825A-D7D2-F2C755C55B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865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E267878-A4F6-7A0A-DC9B-981E3EE46D3B}"/>
                  </a:ext>
                </a:extLst>
              </p:cNvPr>
              <p:cNvGrpSpPr/>
              <p:nvPr/>
            </p:nvGrpSpPr>
            <p:grpSpPr>
              <a:xfrm flipV="1">
                <a:off x="7944727" y="4595690"/>
                <a:ext cx="2093734" cy="45778"/>
                <a:chOff x="3049411" y="4614205"/>
                <a:chExt cx="2093734" cy="45778"/>
              </a:xfrm>
            </p:grpSpPr>
            <p:sp>
              <p:nvSpPr>
                <p:cNvPr id="65" name="Line 120">
                  <a:extLst>
                    <a:ext uri="{FF2B5EF4-FFF2-40B4-BE49-F238E27FC236}">
                      <a16:creationId xmlns:a16="http://schemas.microsoft.com/office/drawing/2014/main" id="{74736CB7-04D3-9101-56CD-D02C96915A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93734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66" name="Line 121">
                  <a:extLst>
                    <a:ext uri="{FF2B5EF4-FFF2-40B4-BE49-F238E27FC236}">
                      <a16:creationId xmlns:a16="http://schemas.microsoft.com/office/drawing/2014/main" id="{6F66FA00-3EAB-4CFC-A63E-1AF8B0F847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494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67" name="Line 122">
                  <a:extLst>
                    <a:ext uri="{FF2B5EF4-FFF2-40B4-BE49-F238E27FC236}">
                      <a16:creationId xmlns:a16="http://schemas.microsoft.com/office/drawing/2014/main" id="{7DB08F1E-8288-91CA-FA19-633134EAB2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47943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68" name="Line 123">
                  <a:extLst>
                    <a:ext uri="{FF2B5EF4-FFF2-40B4-BE49-F238E27FC236}">
                      <a16:creationId xmlns:a16="http://schemas.microsoft.com/office/drawing/2014/main" id="{FF167B74-BABA-10C2-70DC-635284D03A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72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69" name="Line 124">
                  <a:extLst>
                    <a:ext uri="{FF2B5EF4-FFF2-40B4-BE49-F238E27FC236}">
                      <a16:creationId xmlns:a16="http://schemas.microsoft.com/office/drawing/2014/main" id="{F7EE61DE-FB13-B035-6728-0CF0C23BC6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466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70" name="Line 125">
                  <a:extLst>
                    <a:ext uri="{FF2B5EF4-FFF2-40B4-BE49-F238E27FC236}">
                      <a16:creationId xmlns:a16="http://schemas.microsoft.com/office/drawing/2014/main" id="{ABD3610C-3DFF-473E-5E11-FAFE7A0DD5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45945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71" name="Line 126">
                  <a:extLst>
                    <a:ext uri="{FF2B5EF4-FFF2-40B4-BE49-F238E27FC236}">
                      <a16:creationId xmlns:a16="http://schemas.microsoft.com/office/drawing/2014/main" id="{F6D74887-6B2D-32BD-AFC2-A6A977CBFC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444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72" name="Line 127">
                  <a:extLst>
                    <a:ext uri="{FF2B5EF4-FFF2-40B4-BE49-F238E27FC236}">
                      <a16:creationId xmlns:a16="http://schemas.microsoft.com/office/drawing/2014/main" id="{F83A06EE-8730-6FDB-2D24-3D5B9F6512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38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73" name="Line 128">
                  <a:extLst>
                    <a:ext uri="{FF2B5EF4-FFF2-40B4-BE49-F238E27FC236}">
                      <a16:creationId xmlns:a16="http://schemas.microsoft.com/office/drawing/2014/main" id="{C9775F12-5EDF-80C1-B46A-FB307FDE98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43144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74" name="Line 141">
                  <a:extLst>
                    <a:ext uri="{FF2B5EF4-FFF2-40B4-BE49-F238E27FC236}">
                      <a16:creationId xmlns:a16="http://schemas.microsoft.com/office/drawing/2014/main" id="{7722353C-5F67-B0BC-03AB-9A42C04F7A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865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7815E78-0197-EF76-B464-868A5F7276B6}"/>
                  </a:ext>
                </a:extLst>
              </p:cNvPr>
              <p:cNvGrpSpPr/>
              <p:nvPr/>
            </p:nvGrpSpPr>
            <p:grpSpPr>
              <a:xfrm flipV="1">
                <a:off x="5497069" y="4595690"/>
                <a:ext cx="2093734" cy="45778"/>
                <a:chOff x="3049411" y="4614205"/>
                <a:chExt cx="2093734" cy="45778"/>
              </a:xfrm>
            </p:grpSpPr>
            <p:sp>
              <p:nvSpPr>
                <p:cNvPr id="43" name="Line 120">
                  <a:extLst>
                    <a:ext uri="{FF2B5EF4-FFF2-40B4-BE49-F238E27FC236}">
                      <a16:creationId xmlns:a16="http://schemas.microsoft.com/office/drawing/2014/main" id="{BD78B895-329F-2EDF-F724-096D28552C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93734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44" name="Line 121">
                  <a:extLst>
                    <a:ext uri="{FF2B5EF4-FFF2-40B4-BE49-F238E27FC236}">
                      <a16:creationId xmlns:a16="http://schemas.microsoft.com/office/drawing/2014/main" id="{184804BF-432F-5F7C-B0DD-FB0DC28DCD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494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46" name="Line 122">
                  <a:extLst>
                    <a:ext uri="{FF2B5EF4-FFF2-40B4-BE49-F238E27FC236}">
                      <a16:creationId xmlns:a16="http://schemas.microsoft.com/office/drawing/2014/main" id="{34D62C22-FB86-0FF1-C15E-854F3C757F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47943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47" name="Line 123">
                  <a:extLst>
                    <a:ext uri="{FF2B5EF4-FFF2-40B4-BE49-F238E27FC236}">
                      <a16:creationId xmlns:a16="http://schemas.microsoft.com/office/drawing/2014/main" id="{DA3719C0-3413-894B-4187-09641307C0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72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48" name="Line 124">
                  <a:extLst>
                    <a:ext uri="{FF2B5EF4-FFF2-40B4-BE49-F238E27FC236}">
                      <a16:creationId xmlns:a16="http://schemas.microsoft.com/office/drawing/2014/main" id="{03FD6705-CC0B-718E-E397-43043ED04C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466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60" name="Line 125">
                  <a:extLst>
                    <a:ext uri="{FF2B5EF4-FFF2-40B4-BE49-F238E27FC236}">
                      <a16:creationId xmlns:a16="http://schemas.microsoft.com/office/drawing/2014/main" id="{9436C377-7FE0-347E-161E-682216BD97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45945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61" name="Line 126">
                  <a:extLst>
                    <a:ext uri="{FF2B5EF4-FFF2-40B4-BE49-F238E27FC236}">
                      <a16:creationId xmlns:a16="http://schemas.microsoft.com/office/drawing/2014/main" id="{41820489-1B27-F104-FA3D-E05494A211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44476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62" name="Line 127">
                  <a:extLst>
                    <a:ext uri="{FF2B5EF4-FFF2-40B4-BE49-F238E27FC236}">
                      <a16:creationId xmlns:a16="http://schemas.microsoft.com/office/drawing/2014/main" id="{6CB5B43E-E0EE-CA0C-C598-273B9488A9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3811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63" name="Line 128">
                  <a:extLst>
                    <a:ext uri="{FF2B5EF4-FFF2-40B4-BE49-F238E27FC236}">
                      <a16:creationId xmlns:a16="http://schemas.microsoft.com/office/drawing/2014/main" id="{52E63F15-EB54-049D-BB64-89D5E04B4E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43144" y="4614205"/>
                  <a:ext cx="0" cy="45778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64" name="Line 141">
                  <a:extLst>
                    <a:ext uri="{FF2B5EF4-FFF2-40B4-BE49-F238E27FC236}">
                      <a16:creationId xmlns:a16="http://schemas.microsoft.com/office/drawing/2014/main" id="{A8FAA52F-0986-46E5-A10F-9F95F0EDEB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411" y="4659983"/>
                  <a:ext cx="20865" cy="0"/>
                </a:xfrm>
                <a:prstGeom prst="line">
                  <a:avLst/>
                </a:prstGeom>
                <a:noFill/>
                <a:ln w="6350" cap="flat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</p:grp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C770F5B-1A5F-9CCC-BEF9-D930F9B305C6}"/>
                </a:ext>
              </a:extLst>
            </p:cNvPr>
            <p:cNvSpPr txBox="1"/>
            <p:nvPr/>
          </p:nvSpPr>
          <p:spPr>
            <a:xfrm>
              <a:off x="2844917" y="2559561"/>
              <a:ext cx="1288100" cy="19065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dirty="0"/>
                <a:t>HAR</a:t>
              </a:r>
              <a:endParaRPr lang="en-US" sz="24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69BAA01-173E-AC81-7051-53F41D45B219}"/>
                </a:ext>
              </a:extLst>
            </p:cNvPr>
            <p:cNvSpPr txBox="1"/>
            <p:nvPr/>
          </p:nvSpPr>
          <p:spPr>
            <a:xfrm>
              <a:off x="5135212" y="2547620"/>
              <a:ext cx="800146" cy="2330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Household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9D6D70A-3B73-4FB0-507E-C219927631B3}"/>
                </a:ext>
              </a:extLst>
            </p:cNvPr>
            <p:cNvSpPr txBox="1"/>
            <p:nvPr/>
          </p:nvSpPr>
          <p:spPr>
            <a:xfrm>
              <a:off x="8899492" y="2570480"/>
              <a:ext cx="869657" cy="254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Solar Wind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A7C7154-FAC5-0D66-0936-1BA77E8995FD}"/>
                </a:ext>
              </a:extLst>
            </p:cNvPr>
            <p:cNvSpPr txBox="1"/>
            <p:nvPr/>
          </p:nvSpPr>
          <p:spPr>
            <a:xfrm>
              <a:off x="2822057" y="3912111"/>
              <a:ext cx="1288100" cy="19065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dirty="0"/>
                <a:t>Spanish ED </a:t>
              </a:r>
              <a:endParaRPr lang="en-US" sz="24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CF6EDE1-D2DA-1769-70A4-887207FC6D54}"/>
                </a:ext>
              </a:extLst>
            </p:cNvPr>
            <p:cNvSpPr txBox="1"/>
            <p:nvPr/>
          </p:nvSpPr>
          <p:spPr>
            <a:xfrm>
              <a:off x="5283317" y="3954021"/>
              <a:ext cx="1288100" cy="19065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dirty="0"/>
                <a:t>Water Demand  </a:t>
              </a:r>
              <a:endParaRPr lang="en-US" sz="2400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AE62591-9A2A-776C-6904-805D640BDF40}"/>
                </a:ext>
              </a:extLst>
            </p:cNvPr>
            <p:cNvSpPr txBox="1"/>
            <p:nvPr/>
          </p:nvSpPr>
          <p:spPr>
            <a:xfrm>
              <a:off x="8661835" y="3925446"/>
              <a:ext cx="1134628" cy="19065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dirty="0"/>
                <a:t>Finger </a:t>
              </a:r>
              <a:r>
                <a:rPr lang="en-US" dirty="0" err="1"/>
                <a:t>ECoG</a:t>
              </a:r>
              <a:endParaRPr lang="en-US" sz="24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0C07C52-90A9-3305-F94F-446ACFD7C247}"/>
              </a:ext>
            </a:extLst>
          </p:cNvPr>
          <p:cNvSpPr txBox="1"/>
          <p:nvPr/>
        </p:nvSpPr>
        <p:spPr>
          <a:xfrm>
            <a:off x="213360" y="142240"/>
            <a:ext cx="116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Figure 11</a:t>
            </a:r>
          </a:p>
        </p:txBody>
      </p:sp>
    </p:spTree>
    <p:extLst>
      <p:ext uri="{BB962C8B-B14F-4D97-AF65-F5344CB8AC3E}">
        <p14:creationId xmlns:p14="http://schemas.microsoft.com/office/powerpoint/2010/main" val="84396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38">
            <a:extLst>
              <a:ext uri="{FF2B5EF4-FFF2-40B4-BE49-F238E27FC236}">
                <a16:creationId xmlns:a16="http://schemas.microsoft.com/office/drawing/2014/main" id="{8AA44AC3-137D-1C7F-00D0-4CF8E99202A3}"/>
              </a:ext>
            </a:extLst>
          </p:cNvPr>
          <p:cNvGrpSpPr/>
          <p:nvPr/>
        </p:nvGrpSpPr>
        <p:grpSpPr>
          <a:xfrm>
            <a:off x="331090" y="2480560"/>
            <a:ext cx="4212716" cy="1441990"/>
            <a:chOff x="1026034" y="2480560"/>
            <a:chExt cx="4212716" cy="1441990"/>
          </a:xfrm>
        </p:grpSpPr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A351C48B-1D3F-D143-C177-C5118A490200}"/>
                </a:ext>
              </a:extLst>
            </p:cNvPr>
            <p:cNvSpPr/>
            <p:nvPr/>
          </p:nvSpPr>
          <p:spPr>
            <a:xfrm>
              <a:off x="2432050" y="3171825"/>
              <a:ext cx="2806700" cy="54019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90CFD81F-01AC-32A9-895C-F00B074289D8}"/>
                </a:ext>
              </a:extLst>
            </p:cNvPr>
            <p:cNvGrpSpPr/>
            <p:nvPr/>
          </p:nvGrpSpPr>
          <p:grpSpPr>
            <a:xfrm>
              <a:off x="2514599" y="3359115"/>
              <a:ext cx="2635251" cy="312014"/>
              <a:chOff x="785813" y="773113"/>
              <a:chExt cx="4141788" cy="1190625"/>
            </a:xfrm>
          </p:grpSpPr>
          <p:sp>
            <p:nvSpPr>
              <p:cNvPr id="13" name="Line 6">
                <a:extLst>
                  <a:ext uri="{FF2B5EF4-FFF2-40B4-BE49-F238E27FC236}">
                    <a16:creationId xmlns:a16="http://schemas.microsoft.com/office/drawing/2014/main" id="{7C32457E-352D-2EE4-8AE8-7A0DB3F31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5813" y="1944688"/>
                <a:ext cx="4141788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Line 8">
                <a:extLst>
                  <a:ext uri="{FF2B5EF4-FFF2-40B4-BE49-F238E27FC236}">
                    <a16:creationId xmlns:a16="http://schemas.microsoft.com/office/drawing/2014/main" id="{CD2B5C69-0088-FEFE-F88B-9C9E770BD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5813" y="1946275"/>
                <a:ext cx="0" cy="17463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9">
                <a:extLst>
                  <a:ext uri="{FF2B5EF4-FFF2-40B4-BE49-F238E27FC236}">
                    <a16:creationId xmlns:a16="http://schemas.microsoft.com/office/drawing/2014/main" id="{24F6BF96-11BA-8A0B-EA73-4CD918283D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6188" y="1946275"/>
                <a:ext cx="0" cy="17463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Line 10">
                <a:extLst>
                  <a:ext uri="{FF2B5EF4-FFF2-40B4-BE49-F238E27FC236}">
                    <a16:creationId xmlns:a16="http://schemas.microsoft.com/office/drawing/2014/main" id="{FFD3C582-F717-A28B-6382-04E32E836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06563" y="1946275"/>
                <a:ext cx="0" cy="17463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Line 11">
                <a:extLst>
                  <a:ext uri="{FF2B5EF4-FFF2-40B4-BE49-F238E27FC236}">
                    <a16:creationId xmlns:a16="http://schemas.microsoft.com/office/drawing/2014/main" id="{180CB89B-94D5-BFC0-1D73-452AF5AE6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6938" y="1946275"/>
                <a:ext cx="0" cy="17463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Line 12">
                <a:extLst>
                  <a:ext uri="{FF2B5EF4-FFF2-40B4-BE49-F238E27FC236}">
                    <a16:creationId xmlns:a16="http://schemas.microsoft.com/office/drawing/2014/main" id="{B65774A2-1054-0690-6734-A92E95A7FD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27313" y="1946275"/>
                <a:ext cx="0" cy="17463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Line 13">
                <a:extLst>
                  <a:ext uri="{FF2B5EF4-FFF2-40B4-BE49-F238E27FC236}">
                    <a16:creationId xmlns:a16="http://schemas.microsoft.com/office/drawing/2014/main" id="{AC442E6B-1D63-4048-FC3F-1277C321B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6100" y="1946275"/>
                <a:ext cx="0" cy="17463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Line 14">
                <a:extLst>
                  <a:ext uri="{FF2B5EF4-FFF2-40B4-BE49-F238E27FC236}">
                    <a16:creationId xmlns:a16="http://schemas.microsoft.com/office/drawing/2014/main" id="{262F849D-74B3-29B5-FB49-CF78F8F7E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6475" y="1946275"/>
                <a:ext cx="0" cy="17463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Line 15">
                <a:extLst>
                  <a:ext uri="{FF2B5EF4-FFF2-40B4-BE49-F238E27FC236}">
                    <a16:creationId xmlns:a16="http://schemas.microsoft.com/office/drawing/2014/main" id="{7EE6F287-FC3A-17AC-A028-2C8F69C35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06850" y="1946275"/>
                <a:ext cx="0" cy="17463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Line 16">
                <a:extLst>
                  <a:ext uri="{FF2B5EF4-FFF2-40B4-BE49-F238E27FC236}">
                    <a16:creationId xmlns:a16="http://schemas.microsoft.com/office/drawing/2014/main" id="{F2013B6D-AD79-5374-2A65-13FAF97C8E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67225" y="1946275"/>
                <a:ext cx="0" cy="17463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Line 17">
                <a:extLst>
                  <a:ext uri="{FF2B5EF4-FFF2-40B4-BE49-F238E27FC236}">
                    <a16:creationId xmlns:a16="http://schemas.microsoft.com/office/drawing/2014/main" id="{4E157690-C985-0DE5-97BF-AFEB9C344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27600" y="1946275"/>
                <a:ext cx="0" cy="17463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70">
                <a:extLst>
                  <a:ext uri="{FF2B5EF4-FFF2-40B4-BE49-F238E27FC236}">
                    <a16:creationId xmlns:a16="http://schemas.microsoft.com/office/drawing/2014/main" id="{B8F35E20-FE4C-0F71-05FF-80E202548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813" y="773113"/>
                <a:ext cx="4141788" cy="1095375"/>
              </a:xfrm>
              <a:custGeom>
                <a:avLst/>
                <a:gdLst>
                  <a:gd name="T0" fmla="*/ 38 w 2609"/>
                  <a:gd name="T1" fmla="*/ 329 h 690"/>
                  <a:gd name="T2" fmla="*/ 78 w 2609"/>
                  <a:gd name="T3" fmla="*/ 251 h 690"/>
                  <a:gd name="T4" fmla="*/ 119 w 2609"/>
                  <a:gd name="T5" fmla="*/ 333 h 690"/>
                  <a:gd name="T6" fmla="*/ 159 w 2609"/>
                  <a:gd name="T7" fmla="*/ 319 h 690"/>
                  <a:gd name="T8" fmla="*/ 202 w 2609"/>
                  <a:gd name="T9" fmla="*/ 331 h 690"/>
                  <a:gd name="T10" fmla="*/ 243 w 2609"/>
                  <a:gd name="T11" fmla="*/ 323 h 690"/>
                  <a:gd name="T12" fmla="*/ 284 w 2609"/>
                  <a:gd name="T13" fmla="*/ 318 h 690"/>
                  <a:gd name="T14" fmla="*/ 324 w 2609"/>
                  <a:gd name="T15" fmla="*/ 330 h 690"/>
                  <a:gd name="T16" fmla="*/ 364 w 2609"/>
                  <a:gd name="T17" fmla="*/ 331 h 690"/>
                  <a:gd name="T18" fmla="*/ 406 w 2609"/>
                  <a:gd name="T19" fmla="*/ 275 h 690"/>
                  <a:gd name="T20" fmla="*/ 445 w 2609"/>
                  <a:gd name="T21" fmla="*/ 310 h 690"/>
                  <a:gd name="T22" fmla="*/ 485 w 2609"/>
                  <a:gd name="T23" fmla="*/ 345 h 690"/>
                  <a:gd name="T24" fmla="*/ 527 w 2609"/>
                  <a:gd name="T25" fmla="*/ 332 h 690"/>
                  <a:gd name="T26" fmla="*/ 568 w 2609"/>
                  <a:gd name="T27" fmla="*/ 365 h 690"/>
                  <a:gd name="T28" fmla="*/ 609 w 2609"/>
                  <a:gd name="T29" fmla="*/ 341 h 690"/>
                  <a:gd name="T30" fmla="*/ 650 w 2609"/>
                  <a:gd name="T31" fmla="*/ 329 h 690"/>
                  <a:gd name="T32" fmla="*/ 693 w 2609"/>
                  <a:gd name="T33" fmla="*/ 317 h 690"/>
                  <a:gd name="T34" fmla="*/ 735 w 2609"/>
                  <a:gd name="T35" fmla="*/ 324 h 690"/>
                  <a:gd name="T36" fmla="*/ 775 w 2609"/>
                  <a:gd name="T37" fmla="*/ 335 h 690"/>
                  <a:gd name="T38" fmla="*/ 815 w 2609"/>
                  <a:gd name="T39" fmla="*/ 311 h 690"/>
                  <a:gd name="T40" fmla="*/ 855 w 2609"/>
                  <a:gd name="T41" fmla="*/ 320 h 690"/>
                  <a:gd name="T42" fmla="*/ 895 w 2609"/>
                  <a:gd name="T43" fmla="*/ 329 h 690"/>
                  <a:gd name="T44" fmla="*/ 939 w 2609"/>
                  <a:gd name="T45" fmla="*/ 310 h 690"/>
                  <a:gd name="T46" fmla="*/ 982 w 2609"/>
                  <a:gd name="T47" fmla="*/ 357 h 690"/>
                  <a:gd name="T48" fmla="*/ 1021 w 2609"/>
                  <a:gd name="T49" fmla="*/ 341 h 690"/>
                  <a:gd name="T50" fmla="*/ 1062 w 2609"/>
                  <a:gd name="T51" fmla="*/ 260 h 690"/>
                  <a:gd name="T52" fmla="*/ 1101 w 2609"/>
                  <a:gd name="T53" fmla="*/ 331 h 690"/>
                  <a:gd name="T54" fmla="*/ 1142 w 2609"/>
                  <a:gd name="T55" fmla="*/ 336 h 690"/>
                  <a:gd name="T56" fmla="*/ 1184 w 2609"/>
                  <a:gd name="T57" fmla="*/ 328 h 690"/>
                  <a:gd name="T58" fmla="*/ 1225 w 2609"/>
                  <a:gd name="T59" fmla="*/ 294 h 690"/>
                  <a:gd name="T60" fmla="*/ 1267 w 2609"/>
                  <a:gd name="T61" fmla="*/ 325 h 690"/>
                  <a:gd name="T62" fmla="*/ 1309 w 2609"/>
                  <a:gd name="T63" fmla="*/ 286 h 690"/>
                  <a:gd name="T64" fmla="*/ 1348 w 2609"/>
                  <a:gd name="T65" fmla="*/ 429 h 690"/>
                  <a:gd name="T66" fmla="*/ 1390 w 2609"/>
                  <a:gd name="T67" fmla="*/ 357 h 690"/>
                  <a:gd name="T68" fmla="*/ 1432 w 2609"/>
                  <a:gd name="T69" fmla="*/ 322 h 690"/>
                  <a:gd name="T70" fmla="*/ 1475 w 2609"/>
                  <a:gd name="T71" fmla="*/ 284 h 690"/>
                  <a:gd name="T72" fmla="*/ 1516 w 2609"/>
                  <a:gd name="T73" fmla="*/ 376 h 690"/>
                  <a:gd name="T74" fmla="*/ 1554 w 2609"/>
                  <a:gd name="T75" fmla="*/ 314 h 690"/>
                  <a:gd name="T76" fmla="*/ 1594 w 2609"/>
                  <a:gd name="T77" fmla="*/ 327 h 690"/>
                  <a:gd name="T78" fmla="*/ 1633 w 2609"/>
                  <a:gd name="T79" fmla="*/ 328 h 690"/>
                  <a:gd name="T80" fmla="*/ 1675 w 2609"/>
                  <a:gd name="T81" fmla="*/ 337 h 690"/>
                  <a:gd name="T82" fmla="*/ 1716 w 2609"/>
                  <a:gd name="T83" fmla="*/ 341 h 690"/>
                  <a:gd name="T84" fmla="*/ 1760 w 2609"/>
                  <a:gd name="T85" fmla="*/ 334 h 690"/>
                  <a:gd name="T86" fmla="*/ 1802 w 2609"/>
                  <a:gd name="T87" fmla="*/ 341 h 690"/>
                  <a:gd name="T88" fmla="*/ 1842 w 2609"/>
                  <a:gd name="T89" fmla="*/ 322 h 690"/>
                  <a:gd name="T90" fmla="*/ 1883 w 2609"/>
                  <a:gd name="T91" fmla="*/ 319 h 690"/>
                  <a:gd name="T92" fmla="*/ 1925 w 2609"/>
                  <a:gd name="T93" fmla="*/ 260 h 690"/>
                  <a:gd name="T94" fmla="*/ 1964 w 2609"/>
                  <a:gd name="T95" fmla="*/ 344 h 690"/>
                  <a:gd name="T96" fmla="*/ 2003 w 2609"/>
                  <a:gd name="T97" fmla="*/ 322 h 690"/>
                  <a:gd name="T98" fmla="*/ 2044 w 2609"/>
                  <a:gd name="T99" fmla="*/ 337 h 690"/>
                  <a:gd name="T100" fmla="*/ 2083 w 2609"/>
                  <a:gd name="T101" fmla="*/ 323 h 690"/>
                  <a:gd name="T102" fmla="*/ 2125 w 2609"/>
                  <a:gd name="T103" fmla="*/ 329 h 690"/>
                  <a:gd name="T104" fmla="*/ 2165 w 2609"/>
                  <a:gd name="T105" fmla="*/ 320 h 690"/>
                  <a:gd name="T106" fmla="*/ 2207 w 2609"/>
                  <a:gd name="T107" fmla="*/ 312 h 690"/>
                  <a:gd name="T108" fmla="*/ 2248 w 2609"/>
                  <a:gd name="T109" fmla="*/ 324 h 690"/>
                  <a:gd name="T110" fmla="*/ 2289 w 2609"/>
                  <a:gd name="T111" fmla="*/ 14 h 690"/>
                  <a:gd name="T112" fmla="*/ 2331 w 2609"/>
                  <a:gd name="T113" fmla="*/ 443 h 690"/>
                  <a:gd name="T114" fmla="*/ 2373 w 2609"/>
                  <a:gd name="T115" fmla="*/ 338 h 690"/>
                  <a:gd name="T116" fmla="*/ 2414 w 2609"/>
                  <a:gd name="T117" fmla="*/ 284 h 690"/>
                  <a:gd name="T118" fmla="*/ 2457 w 2609"/>
                  <a:gd name="T119" fmla="*/ 326 h 690"/>
                  <a:gd name="T120" fmla="*/ 2497 w 2609"/>
                  <a:gd name="T121" fmla="*/ 343 h 690"/>
                  <a:gd name="T122" fmla="*/ 2538 w 2609"/>
                  <a:gd name="T123" fmla="*/ 313 h 690"/>
                  <a:gd name="T124" fmla="*/ 2578 w 2609"/>
                  <a:gd name="T125" fmla="*/ 324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09" h="690">
                    <a:moveTo>
                      <a:pt x="0" y="357"/>
                    </a:moveTo>
                    <a:lnTo>
                      <a:pt x="1" y="162"/>
                    </a:lnTo>
                    <a:lnTo>
                      <a:pt x="1" y="510"/>
                    </a:lnTo>
                    <a:lnTo>
                      <a:pt x="1" y="511"/>
                    </a:lnTo>
                    <a:lnTo>
                      <a:pt x="2" y="515"/>
                    </a:lnTo>
                    <a:lnTo>
                      <a:pt x="2" y="226"/>
                    </a:lnTo>
                    <a:lnTo>
                      <a:pt x="3" y="419"/>
                    </a:lnTo>
                    <a:lnTo>
                      <a:pt x="3" y="424"/>
                    </a:lnTo>
                    <a:lnTo>
                      <a:pt x="4" y="169"/>
                    </a:lnTo>
                    <a:lnTo>
                      <a:pt x="4" y="474"/>
                    </a:lnTo>
                    <a:lnTo>
                      <a:pt x="4" y="469"/>
                    </a:lnTo>
                    <a:lnTo>
                      <a:pt x="5" y="468"/>
                    </a:lnTo>
                    <a:lnTo>
                      <a:pt x="5" y="485"/>
                    </a:lnTo>
                    <a:lnTo>
                      <a:pt x="5" y="202"/>
                    </a:lnTo>
                    <a:lnTo>
                      <a:pt x="6" y="420"/>
                    </a:lnTo>
                    <a:lnTo>
                      <a:pt x="6" y="421"/>
                    </a:lnTo>
                    <a:lnTo>
                      <a:pt x="6" y="421"/>
                    </a:lnTo>
                    <a:lnTo>
                      <a:pt x="7" y="160"/>
                    </a:lnTo>
                    <a:lnTo>
                      <a:pt x="7" y="349"/>
                    </a:lnTo>
                    <a:lnTo>
                      <a:pt x="7" y="354"/>
                    </a:lnTo>
                    <a:lnTo>
                      <a:pt x="8" y="377"/>
                    </a:lnTo>
                    <a:lnTo>
                      <a:pt x="8" y="256"/>
                    </a:lnTo>
                    <a:lnTo>
                      <a:pt x="9" y="356"/>
                    </a:lnTo>
                    <a:lnTo>
                      <a:pt x="9" y="357"/>
                    </a:lnTo>
                    <a:lnTo>
                      <a:pt x="9" y="357"/>
                    </a:lnTo>
                    <a:lnTo>
                      <a:pt x="10" y="320"/>
                    </a:lnTo>
                    <a:lnTo>
                      <a:pt x="10" y="328"/>
                    </a:lnTo>
                    <a:lnTo>
                      <a:pt x="10" y="329"/>
                    </a:lnTo>
                    <a:lnTo>
                      <a:pt x="11" y="334"/>
                    </a:lnTo>
                    <a:lnTo>
                      <a:pt x="11" y="327"/>
                    </a:lnTo>
                    <a:lnTo>
                      <a:pt x="12" y="333"/>
                    </a:lnTo>
                    <a:lnTo>
                      <a:pt x="12" y="333"/>
                    </a:lnTo>
                    <a:lnTo>
                      <a:pt x="13" y="337"/>
                    </a:lnTo>
                    <a:lnTo>
                      <a:pt x="13" y="323"/>
                    </a:lnTo>
                    <a:lnTo>
                      <a:pt x="13" y="325"/>
                    </a:lnTo>
                    <a:lnTo>
                      <a:pt x="14" y="325"/>
                    </a:lnTo>
                    <a:lnTo>
                      <a:pt x="14" y="305"/>
                    </a:lnTo>
                    <a:lnTo>
                      <a:pt x="15" y="328"/>
                    </a:lnTo>
                    <a:lnTo>
                      <a:pt x="15" y="326"/>
                    </a:lnTo>
                    <a:lnTo>
                      <a:pt x="15" y="326"/>
                    </a:lnTo>
                    <a:lnTo>
                      <a:pt x="15" y="326"/>
                    </a:lnTo>
                    <a:lnTo>
                      <a:pt x="16" y="312"/>
                    </a:lnTo>
                    <a:lnTo>
                      <a:pt x="16" y="318"/>
                    </a:lnTo>
                    <a:lnTo>
                      <a:pt x="16" y="318"/>
                    </a:lnTo>
                    <a:lnTo>
                      <a:pt x="17" y="321"/>
                    </a:lnTo>
                    <a:lnTo>
                      <a:pt x="18" y="297"/>
                    </a:lnTo>
                    <a:lnTo>
                      <a:pt x="18" y="317"/>
                    </a:lnTo>
                    <a:lnTo>
                      <a:pt x="18" y="316"/>
                    </a:lnTo>
                    <a:lnTo>
                      <a:pt x="18" y="314"/>
                    </a:lnTo>
                    <a:lnTo>
                      <a:pt x="19" y="409"/>
                    </a:lnTo>
                    <a:lnTo>
                      <a:pt x="19" y="352"/>
                    </a:lnTo>
                    <a:lnTo>
                      <a:pt x="19" y="347"/>
                    </a:lnTo>
                    <a:lnTo>
                      <a:pt x="20" y="147"/>
                    </a:lnTo>
                    <a:lnTo>
                      <a:pt x="21" y="459"/>
                    </a:lnTo>
                    <a:lnTo>
                      <a:pt x="21" y="459"/>
                    </a:lnTo>
                    <a:lnTo>
                      <a:pt x="21" y="460"/>
                    </a:lnTo>
                    <a:lnTo>
                      <a:pt x="22" y="285"/>
                    </a:lnTo>
                    <a:lnTo>
                      <a:pt x="22" y="329"/>
                    </a:lnTo>
                    <a:lnTo>
                      <a:pt x="22" y="330"/>
                    </a:lnTo>
                    <a:lnTo>
                      <a:pt x="23" y="338"/>
                    </a:lnTo>
                    <a:lnTo>
                      <a:pt x="23" y="284"/>
                    </a:lnTo>
                    <a:lnTo>
                      <a:pt x="24" y="309"/>
                    </a:lnTo>
                    <a:lnTo>
                      <a:pt x="24" y="310"/>
                    </a:lnTo>
                    <a:lnTo>
                      <a:pt x="25" y="336"/>
                    </a:lnTo>
                    <a:lnTo>
                      <a:pt x="25" y="320"/>
                    </a:lnTo>
                    <a:lnTo>
                      <a:pt x="25" y="320"/>
                    </a:lnTo>
                    <a:lnTo>
                      <a:pt x="26" y="316"/>
                    </a:lnTo>
                    <a:lnTo>
                      <a:pt x="26" y="330"/>
                    </a:lnTo>
                    <a:lnTo>
                      <a:pt x="27" y="323"/>
                    </a:lnTo>
                    <a:lnTo>
                      <a:pt x="27" y="323"/>
                    </a:lnTo>
                    <a:lnTo>
                      <a:pt x="28" y="307"/>
                    </a:lnTo>
                    <a:lnTo>
                      <a:pt x="28" y="321"/>
                    </a:lnTo>
                    <a:lnTo>
                      <a:pt x="29" y="321"/>
                    </a:lnTo>
                    <a:lnTo>
                      <a:pt x="29" y="332"/>
                    </a:lnTo>
                    <a:lnTo>
                      <a:pt x="30" y="319"/>
                    </a:lnTo>
                    <a:lnTo>
                      <a:pt x="30" y="321"/>
                    </a:lnTo>
                    <a:lnTo>
                      <a:pt x="30" y="321"/>
                    </a:lnTo>
                    <a:lnTo>
                      <a:pt x="31" y="338"/>
                    </a:lnTo>
                    <a:lnTo>
                      <a:pt x="31" y="329"/>
                    </a:lnTo>
                    <a:lnTo>
                      <a:pt x="31" y="328"/>
                    </a:lnTo>
                    <a:lnTo>
                      <a:pt x="32" y="314"/>
                    </a:lnTo>
                    <a:lnTo>
                      <a:pt x="33" y="326"/>
                    </a:lnTo>
                    <a:lnTo>
                      <a:pt x="33" y="327"/>
                    </a:lnTo>
                    <a:lnTo>
                      <a:pt x="34" y="325"/>
                    </a:lnTo>
                    <a:lnTo>
                      <a:pt x="34" y="333"/>
                    </a:lnTo>
                    <a:lnTo>
                      <a:pt x="34" y="333"/>
                    </a:lnTo>
                    <a:lnTo>
                      <a:pt x="34" y="333"/>
                    </a:lnTo>
                    <a:lnTo>
                      <a:pt x="35" y="323"/>
                    </a:lnTo>
                    <a:lnTo>
                      <a:pt x="36" y="341"/>
                    </a:lnTo>
                    <a:lnTo>
                      <a:pt x="36" y="332"/>
                    </a:lnTo>
                    <a:lnTo>
                      <a:pt x="36" y="332"/>
                    </a:lnTo>
                    <a:lnTo>
                      <a:pt x="36" y="313"/>
                    </a:lnTo>
                    <a:lnTo>
                      <a:pt x="37" y="334"/>
                    </a:lnTo>
                    <a:lnTo>
                      <a:pt x="37" y="330"/>
                    </a:lnTo>
                    <a:lnTo>
                      <a:pt x="38" y="329"/>
                    </a:lnTo>
                    <a:lnTo>
                      <a:pt x="39" y="312"/>
                    </a:lnTo>
                    <a:lnTo>
                      <a:pt x="39" y="314"/>
                    </a:lnTo>
                    <a:lnTo>
                      <a:pt x="39" y="314"/>
                    </a:lnTo>
                    <a:lnTo>
                      <a:pt x="39" y="312"/>
                    </a:lnTo>
                    <a:lnTo>
                      <a:pt x="40" y="331"/>
                    </a:lnTo>
                    <a:lnTo>
                      <a:pt x="40" y="331"/>
                    </a:lnTo>
                    <a:lnTo>
                      <a:pt x="40" y="331"/>
                    </a:lnTo>
                    <a:lnTo>
                      <a:pt x="41" y="318"/>
                    </a:lnTo>
                    <a:lnTo>
                      <a:pt x="42" y="319"/>
                    </a:lnTo>
                    <a:lnTo>
                      <a:pt x="42" y="319"/>
                    </a:lnTo>
                    <a:lnTo>
                      <a:pt x="43" y="335"/>
                    </a:lnTo>
                    <a:lnTo>
                      <a:pt x="43" y="331"/>
                    </a:lnTo>
                    <a:lnTo>
                      <a:pt x="43" y="331"/>
                    </a:lnTo>
                    <a:lnTo>
                      <a:pt x="45" y="322"/>
                    </a:lnTo>
                    <a:lnTo>
                      <a:pt x="45" y="333"/>
                    </a:lnTo>
                    <a:lnTo>
                      <a:pt x="45" y="333"/>
                    </a:lnTo>
                    <a:lnTo>
                      <a:pt x="45" y="333"/>
                    </a:lnTo>
                    <a:lnTo>
                      <a:pt x="46" y="335"/>
                    </a:lnTo>
                    <a:lnTo>
                      <a:pt x="46" y="323"/>
                    </a:lnTo>
                    <a:lnTo>
                      <a:pt x="46" y="323"/>
                    </a:lnTo>
                    <a:lnTo>
                      <a:pt x="46" y="324"/>
                    </a:lnTo>
                    <a:lnTo>
                      <a:pt x="47" y="323"/>
                    </a:lnTo>
                    <a:lnTo>
                      <a:pt x="48" y="334"/>
                    </a:lnTo>
                    <a:lnTo>
                      <a:pt x="48" y="333"/>
                    </a:lnTo>
                    <a:lnTo>
                      <a:pt x="48" y="334"/>
                    </a:lnTo>
                    <a:lnTo>
                      <a:pt x="49" y="351"/>
                    </a:lnTo>
                    <a:lnTo>
                      <a:pt x="49" y="274"/>
                    </a:lnTo>
                    <a:lnTo>
                      <a:pt x="49" y="282"/>
                    </a:lnTo>
                    <a:lnTo>
                      <a:pt x="49" y="283"/>
                    </a:lnTo>
                    <a:lnTo>
                      <a:pt x="51" y="402"/>
                    </a:lnTo>
                    <a:lnTo>
                      <a:pt x="51" y="279"/>
                    </a:lnTo>
                    <a:lnTo>
                      <a:pt x="51" y="278"/>
                    </a:lnTo>
                    <a:lnTo>
                      <a:pt x="51" y="243"/>
                    </a:lnTo>
                    <a:lnTo>
                      <a:pt x="52" y="369"/>
                    </a:lnTo>
                    <a:lnTo>
                      <a:pt x="52" y="344"/>
                    </a:lnTo>
                    <a:lnTo>
                      <a:pt x="53" y="343"/>
                    </a:lnTo>
                    <a:lnTo>
                      <a:pt x="54" y="305"/>
                    </a:lnTo>
                    <a:lnTo>
                      <a:pt x="54" y="317"/>
                    </a:lnTo>
                    <a:lnTo>
                      <a:pt x="54" y="321"/>
                    </a:lnTo>
                    <a:lnTo>
                      <a:pt x="55" y="361"/>
                    </a:lnTo>
                    <a:lnTo>
                      <a:pt x="55" y="283"/>
                    </a:lnTo>
                    <a:lnTo>
                      <a:pt x="55" y="279"/>
                    </a:lnTo>
                    <a:lnTo>
                      <a:pt x="57" y="399"/>
                    </a:lnTo>
                    <a:lnTo>
                      <a:pt x="57" y="194"/>
                    </a:lnTo>
                    <a:lnTo>
                      <a:pt x="57" y="194"/>
                    </a:lnTo>
                    <a:lnTo>
                      <a:pt x="57" y="186"/>
                    </a:lnTo>
                    <a:lnTo>
                      <a:pt x="58" y="410"/>
                    </a:lnTo>
                    <a:lnTo>
                      <a:pt x="58" y="335"/>
                    </a:lnTo>
                    <a:lnTo>
                      <a:pt x="58" y="333"/>
                    </a:lnTo>
                    <a:lnTo>
                      <a:pt x="59" y="302"/>
                    </a:lnTo>
                    <a:lnTo>
                      <a:pt x="60" y="376"/>
                    </a:lnTo>
                    <a:lnTo>
                      <a:pt x="60" y="324"/>
                    </a:lnTo>
                    <a:lnTo>
                      <a:pt x="60" y="321"/>
                    </a:lnTo>
                    <a:lnTo>
                      <a:pt x="61" y="279"/>
                    </a:lnTo>
                    <a:lnTo>
                      <a:pt x="61" y="359"/>
                    </a:lnTo>
                    <a:lnTo>
                      <a:pt x="62" y="360"/>
                    </a:lnTo>
                    <a:lnTo>
                      <a:pt x="62" y="367"/>
                    </a:lnTo>
                    <a:lnTo>
                      <a:pt x="63" y="294"/>
                    </a:lnTo>
                    <a:lnTo>
                      <a:pt x="63" y="302"/>
                    </a:lnTo>
                    <a:lnTo>
                      <a:pt x="63" y="302"/>
                    </a:lnTo>
                    <a:lnTo>
                      <a:pt x="64" y="351"/>
                    </a:lnTo>
                    <a:lnTo>
                      <a:pt x="64" y="324"/>
                    </a:lnTo>
                    <a:lnTo>
                      <a:pt x="64" y="324"/>
                    </a:lnTo>
                    <a:lnTo>
                      <a:pt x="65" y="311"/>
                    </a:lnTo>
                    <a:lnTo>
                      <a:pt x="66" y="318"/>
                    </a:lnTo>
                    <a:lnTo>
                      <a:pt x="66" y="317"/>
                    </a:lnTo>
                    <a:lnTo>
                      <a:pt x="67" y="311"/>
                    </a:lnTo>
                    <a:lnTo>
                      <a:pt x="67" y="334"/>
                    </a:lnTo>
                    <a:lnTo>
                      <a:pt x="67" y="334"/>
                    </a:lnTo>
                    <a:lnTo>
                      <a:pt x="67" y="333"/>
                    </a:lnTo>
                    <a:lnTo>
                      <a:pt x="68" y="334"/>
                    </a:lnTo>
                    <a:lnTo>
                      <a:pt x="69" y="310"/>
                    </a:lnTo>
                    <a:lnTo>
                      <a:pt x="69" y="321"/>
                    </a:lnTo>
                    <a:lnTo>
                      <a:pt x="69" y="321"/>
                    </a:lnTo>
                    <a:lnTo>
                      <a:pt x="70" y="340"/>
                    </a:lnTo>
                    <a:lnTo>
                      <a:pt x="70" y="305"/>
                    </a:lnTo>
                    <a:lnTo>
                      <a:pt x="70" y="304"/>
                    </a:lnTo>
                    <a:lnTo>
                      <a:pt x="71" y="295"/>
                    </a:lnTo>
                    <a:lnTo>
                      <a:pt x="72" y="332"/>
                    </a:lnTo>
                    <a:lnTo>
                      <a:pt x="72" y="332"/>
                    </a:lnTo>
                    <a:lnTo>
                      <a:pt x="73" y="318"/>
                    </a:lnTo>
                    <a:lnTo>
                      <a:pt x="73" y="346"/>
                    </a:lnTo>
                    <a:lnTo>
                      <a:pt x="73" y="346"/>
                    </a:lnTo>
                    <a:lnTo>
                      <a:pt x="73" y="346"/>
                    </a:lnTo>
                    <a:lnTo>
                      <a:pt x="74" y="346"/>
                    </a:lnTo>
                    <a:lnTo>
                      <a:pt x="74" y="326"/>
                    </a:lnTo>
                    <a:lnTo>
                      <a:pt x="75" y="337"/>
                    </a:lnTo>
                    <a:lnTo>
                      <a:pt x="75" y="336"/>
                    </a:lnTo>
                    <a:lnTo>
                      <a:pt x="76" y="293"/>
                    </a:lnTo>
                    <a:lnTo>
                      <a:pt x="76" y="367"/>
                    </a:lnTo>
                    <a:lnTo>
                      <a:pt x="77" y="367"/>
                    </a:lnTo>
                    <a:lnTo>
                      <a:pt x="77" y="373"/>
                    </a:lnTo>
                    <a:lnTo>
                      <a:pt x="78" y="249"/>
                    </a:lnTo>
                    <a:lnTo>
                      <a:pt x="78" y="250"/>
                    </a:lnTo>
                    <a:lnTo>
                      <a:pt x="78" y="251"/>
                    </a:lnTo>
                    <a:lnTo>
                      <a:pt x="78" y="250"/>
                    </a:lnTo>
                    <a:lnTo>
                      <a:pt x="79" y="425"/>
                    </a:lnTo>
                    <a:lnTo>
                      <a:pt x="79" y="356"/>
                    </a:lnTo>
                    <a:lnTo>
                      <a:pt x="79" y="354"/>
                    </a:lnTo>
                    <a:lnTo>
                      <a:pt x="80" y="261"/>
                    </a:lnTo>
                    <a:lnTo>
                      <a:pt x="81" y="317"/>
                    </a:lnTo>
                    <a:lnTo>
                      <a:pt x="81" y="317"/>
                    </a:lnTo>
                    <a:lnTo>
                      <a:pt x="82" y="353"/>
                    </a:lnTo>
                    <a:lnTo>
                      <a:pt x="82" y="307"/>
                    </a:lnTo>
                    <a:lnTo>
                      <a:pt x="82" y="309"/>
                    </a:lnTo>
                    <a:lnTo>
                      <a:pt x="82" y="309"/>
                    </a:lnTo>
                    <a:lnTo>
                      <a:pt x="84" y="329"/>
                    </a:lnTo>
                    <a:lnTo>
                      <a:pt x="84" y="327"/>
                    </a:lnTo>
                    <a:lnTo>
                      <a:pt x="84" y="327"/>
                    </a:lnTo>
                    <a:lnTo>
                      <a:pt x="85" y="308"/>
                    </a:lnTo>
                    <a:lnTo>
                      <a:pt x="85" y="324"/>
                    </a:lnTo>
                    <a:lnTo>
                      <a:pt x="86" y="324"/>
                    </a:lnTo>
                    <a:lnTo>
                      <a:pt x="86" y="318"/>
                    </a:lnTo>
                    <a:lnTo>
                      <a:pt x="87" y="363"/>
                    </a:lnTo>
                    <a:lnTo>
                      <a:pt x="87" y="362"/>
                    </a:lnTo>
                    <a:lnTo>
                      <a:pt x="87" y="361"/>
                    </a:lnTo>
                    <a:lnTo>
                      <a:pt x="88" y="291"/>
                    </a:lnTo>
                    <a:lnTo>
                      <a:pt x="88" y="328"/>
                    </a:lnTo>
                    <a:lnTo>
                      <a:pt x="88" y="328"/>
                    </a:lnTo>
                    <a:lnTo>
                      <a:pt x="89" y="328"/>
                    </a:lnTo>
                    <a:lnTo>
                      <a:pt x="90" y="349"/>
                    </a:lnTo>
                    <a:lnTo>
                      <a:pt x="90" y="338"/>
                    </a:lnTo>
                    <a:lnTo>
                      <a:pt x="90" y="338"/>
                    </a:lnTo>
                    <a:lnTo>
                      <a:pt x="91" y="313"/>
                    </a:lnTo>
                    <a:lnTo>
                      <a:pt x="91" y="313"/>
                    </a:lnTo>
                    <a:lnTo>
                      <a:pt x="91" y="313"/>
                    </a:lnTo>
                    <a:lnTo>
                      <a:pt x="92" y="301"/>
                    </a:lnTo>
                    <a:lnTo>
                      <a:pt x="93" y="326"/>
                    </a:lnTo>
                    <a:lnTo>
                      <a:pt x="93" y="326"/>
                    </a:lnTo>
                    <a:lnTo>
                      <a:pt x="94" y="316"/>
                    </a:lnTo>
                    <a:lnTo>
                      <a:pt x="94" y="332"/>
                    </a:lnTo>
                    <a:lnTo>
                      <a:pt x="94" y="328"/>
                    </a:lnTo>
                    <a:lnTo>
                      <a:pt x="94" y="327"/>
                    </a:lnTo>
                    <a:lnTo>
                      <a:pt x="95" y="327"/>
                    </a:lnTo>
                    <a:lnTo>
                      <a:pt x="95" y="318"/>
                    </a:lnTo>
                    <a:lnTo>
                      <a:pt x="96" y="324"/>
                    </a:lnTo>
                    <a:lnTo>
                      <a:pt x="96" y="324"/>
                    </a:lnTo>
                    <a:lnTo>
                      <a:pt x="97" y="328"/>
                    </a:lnTo>
                    <a:lnTo>
                      <a:pt x="97" y="315"/>
                    </a:lnTo>
                    <a:lnTo>
                      <a:pt x="97" y="319"/>
                    </a:lnTo>
                    <a:lnTo>
                      <a:pt x="97" y="319"/>
                    </a:lnTo>
                    <a:lnTo>
                      <a:pt x="99" y="330"/>
                    </a:lnTo>
                    <a:lnTo>
                      <a:pt x="99" y="328"/>
                    </a:lnTo>
                    <a:lnTo>
                      <a:pt x="99" y="328"/>
                    </a:lnTo>
                    <a:lnTo>
                      <a:pt x="99" y="329"/>
                    </a:lnTo>
                    <a:lnTo>
                      <a:pt x="100" y="317"/>
                    </a:lnTo>
                    <a:lnTo>
                      <a:pt x="100" y="317"/>
                    </a:lnTo>
                    <a:lnTo>
                      <a:pt x="101" y="318"/>
                    </a:lnTo>
                    <a:lnTo>
                      <a:pt x="101" y="311"/>
                    </a:lnTo>
                    <a:lnTo>
                      <a:pt x="102" y="338"/>
                    </a:lnTo>
                    <a:lnTo>
                      <a:pt x="102" y="337"/>
                    </a:lnTo>
                    <a:lnTo>
                      <a:pt x="102" y="338"/>
                    </a:lnTo>
                    <a:lnTo>
                      <a:pt x="103" y="314"/>
                    </a:lnTo>
                    <a:lnTo>
                      <a:pt x="103" y="333"/>
                    </a:lnTo>
                    <a:lnTo>
                      <a:pt x="103" y="334"/>
                    </a:lnTo>
                    <a:lnTo>
                      <a:pt x="104" y="335"/>
                    </a:lnTo>
                    <a:lnTo>
                      <a:pt x="105" y="319"/>
                    </a:lnTo>
                    <a:lnTo>
                      <a:pt x="105" y="319"/>
                    </a:lnTo>
                    <a:lnTo>
                      <a:pt x="105" y="313"/>
                    </a:lnTo>
                    <a:lnTo>
                      <a:pt x="106" y="340"/>
                    </a:lnTo>
                    <a:lnTo>
                      <a:pt x="106" y="336"/>
                    </a:lnTo>
                    <a:lnTo>
                      <a:pt x="106" y="335"/>
                    </a:lnTo>
                    <a:lnTo>
                      <a:pt x="107" y="324"/>
                    </a:lnTo>
                    <a:lnTo>
                      <a:pt x="108" y="339"/>
                    </a:lnTo>
                    <a:lnTo>
                      <a:pt x="108" y="337"/>
                    </a:lnTo>
                    <a:lnTo>
                      <a:pt x="108" y="337"/>
                    </a:lnTo>
                    <a:lnTo>
                      <a:pt x="109" y="317"/>
                    </a:lnTo>
                    <a:lnTo>
                      <a:pt x="109" y="325"/>
                    </a:lnTo>
                    <a:lnTo>
                      <a:pt x="110" y="326"/>
                    </a:lnTo>
                    <a:lnTo>
                      <a:pt x="110" y="331"/>
                    </a:lnTo>
                    <a:lnTo>
                      <a:pt x="111" y="300"/>
                    </a:lnTo>
                    <a:lnTo>
                      <a:pt x="111" y="301"/>
                    </a:lnTo>
                    <a:lnTo>
                      <a:pt x="111" y="302"/>
                    </a:lnTo>
                    <a:lnTo>
                      <a:pt x="113" y="352"/>
                    </a:lnTo>
                    <a:lnTo>
                      <a:pt x="113" y="330"/>
                    </a:lnTo>
                    <a:lnTo>
                      <a:pt x="113" y="330"/>
                    </a:lnTo>
                    <a:lnTo>
                      <a:pt x="113" y="302"/>
                    </a:lnTo>
                    <a:lnTo>
                      <a:pt x="114" y="351"/>
                    </a:lnTo>
                    <a:lnTo>
                      <a:pt x="114" y="351"/>
                    </a:lnTo>
                    <a:lnTo>
                      <a:pt x="116" y="295"/>
                    </a:lnTo>
                    <a:lnTo>
                      <a:pt x="116" y="299"/>
                    </a:lnTo>
                    <a:lnTo>
                      <a:pt x="116" y="300"/>
                    </a:lnTo>
                    <a:lnTo>
                      <a:pt x="116" y="299"/>
                    </a:lnTo>
                    <a:lnTo>
                      <a:pt x="117" y="329"/>
                    </a:lnTo>
                    <a:lnTo>
                      <a:pt x="117" y="329"/>
                    </a:lnTo>
                    <a:lnTo>
                      <a:pt x="117" y="329"/>
                    </a:lnTo>
                    <a:lnTo>
                      <a:pt x="118" y="328"/>
                    </a:lnTo>
                    <a:lnTo>
                      <a:pt x="118" y="338"/>
                    </a:lnTo>
                    <a:lnTo>
                      <a:pt x="119" y="333"/>
                    </a:lnTo>
                    <a:lnTo>
                      <a:pt x="119" y="333"/>
                    </a:lnTo>
                    <a:lnTo>
                      <a:pt x="119" y="310"/>
                    </a:lnTo>
                    <a:lnTo>
                      <a:pt x="120" y="319"/>
                    </a:lnTo>
                    <a:lnTo>
                      <a:pt x="120" y="319"/>
                    </a:lnTo>
                    <a:lnTo>
                      <a:pt x="121" y="308"/>
                    </a:lnTo>
                    <a:lnTo>
                      <a:pt x="122" y="342"/>
                    </a:lnTo>
                    <a:lnTo>
                      <a:pt x="122" y="340"/>
                    </a:lnTo>
                    <a:lnTo>
                      <a:pt x="122" y="340"/>
                    </a:lnTo>
                    <a:lnTo>
                      <a:pt x="123" y="322"/>
                    </a:lnTo>
                    <a:lnTo>
                      <a:pt x="123" y="334"/>
                    </a:lnTo>
                    <a:lnTo>
                      <a:pt x="123" y="334"/>
                    </a:lnTo>
                    <a:lnTo>
                      <a:pt x="123" y="335"/>
                    </a:lnTo>
                    <a:lnTo>
                      <a:pt x="124" y="322"/>
                    </a:lnTo>
                    <a:lnTo>
                      <a:pt x="125" y="331"/>
                    </a:lnTo>
                    <a:lnTo>
                      <a:pt x="125" y="331"/>
                    </a:lnTo>
                    <a:lnTo>
                      <a:pt x="126" y="341"/>
                    </a:lnTo>
                    <a:lnTo>
                      <a:pt x="126" y="323"/>
                    </a:lnTo>
                    <a:lnTo>
                      <a:pt x="126" y="323"/>
                    </a:lnTo>
                    <a:lnTo>
                      <a:pt x="128" y="311"/>
                    </a:lnTo>
                    <a:lnTo>
                      <a:pt x="128" y="311"/>
                    </a:lnTo>
                    <a:lnTo>
                      <a:pt x="128" y="311"/>
                    </a:lnTo>
                    <a:lnTo>
                      <a:pt x="129" y="326"/>
                    </a:lnTo>
                    <a:lnTo>
                      <a:pt x="129" y="322"/>
                    </a:lnTo>
                    <a:lnTo>
                      <a:pt x="129" y="322"/>
                    </a:lnTo>
                    <a:lnTo>
                      <a:pt x="129" y="319"/>
                    </a:lnTo>
                    <a:lnTo>
                      <a:pt x="131" y="331"/>
                    </a:lnTo>
                    <a:lnTo>
                      <a:pt x="131" y="327"/>
                    </a:lnTo>
                    <a:lnTo>
                      <a:pt x="131" y="327"/>
                    </a:lnTo>
                    <a:lnTo>
                      <a:pt x="131" y="327"/>
                    </a:lnTo>
                    <a:lnTo>
                      <a:pt x="132" y="343"/>
                    </a:lnTo>
                    <a:lnTo>
                      <a:pt x="132" y="341"/>
                    </a:lnTo>
                    <a:lnTo>
                      <a:pt x="132" y="341"/>
                    </a:lnTo>
                    <a:lnTo>
                      <a:pt x="132" y="342"/>
                    </a:lnTo>
                    <a:lnTo>
                      <a:pt x="134" y="315"/>
                    </a:lnTo>
                    <a:lnTo>
                      <a:pt x="134" y="318"/>
                    </a:lnTo>
                    <a:lnTo>
                      <a:pt x="134" y="318"/>
                    </a:lnTo>
                    <a:lnTo>
                      <a:pt x="135" y="315"/>
                    </a:lnTo>
                    <a:lnTo>
                      <a:pt x="135" y="324"/>
                    </a:lnTo>
                    <a:lnTo>
                      <a:pt x="135" y="324"/>
                    </a:lnTo>
                    <a:lnTo>
                      <a:pt x="135" y="334"/>
                    </a:lnTo>
                    <a:lnTo>
                      <a:pt x="137" y="318"/>
                    </a:lnTo>
                    <a:lnTo>
                      <a:pt x="137" y="322"/>
                    </a:lnTo>
                    <a:lnTo>
                      <a:pt x="137" y="322"/>
                    </a:lnTo>
                    <a:lnTo>
                      <a:pt x="138" y="338"/>
                    </a:lnTo>
                    <a:lnTo>
                      <a:pt x="138" y="319"/>
                    </a:lnTo>
                    <a:lnTo>
                      <a:pt x="138" y="318"/>
                    </a:lnTo>
                    <a:lnTo>
                      <a:pt x="139" y="308"/>
                    </a:lnTo>
                    <a:lnTo>
                      <a:pt x="140" y="335"/>
                    </a:lnTo>
                    <a:lnTo>
                      <a:pt x="140" y="334"/>
                    </a:lnTo>
                    <a:lnTo>
                      <a:pt x="140" y="334"/>
                    </a:lnTo>
                    <a:lnTo>
                      <a:pt x="141" y="315"/>
                    </a:lnTo>
                    <a:lnTo>
                      <a:pt x="141" y="322"/>
                    </a:lnTo>
                    <a:lnTo>
                      <a:pt x="141" y="322"/>
                    </a:lnTo>
                    <a:lnTo>
                      <a:pt x="142" y="334"/>
                    </a:lnTo>
                    <a:lnTo>
                      <a:pt x="143" y="287"/>
                    </a:lnTo>
                    <a:lnTo>
                      <a:pt x="143" y="286"/>
                    </a:lnTo>
                    <a:lnTo>
                      <a:pt x="143" y="260"/>
                    </a:lnTo>
                    <a:lnTo>
                      <a:pt x="144" y="423"/>
                    </a:lnTo>
                    <a:lnTo>
                      <a:pt x="144" y="406"/>
                    </a:lnTo>
                    <a:lnTo>
                      <a:pt x="144" y="405"/>
                    </a:lnTo>
                    <a:lnTo>
                      <a:pt x="145" y="271"/>
                    </a:lnTo>
                    <a:lnTo>
                      <a:pt x="146" y="310"/>
                    </a:lnTo>
                    <a:lnTo>
                      <a:pt x="146" y="310"/>
                    </a:lnTo>
                    <a:lnTo>
                      <a:pt x="146" y="309"/>
                    </a:lnTo>
                    <a:lnTo>
                      <a:pt x="147" y="351"/>
                    </a:lnTo>
                    <a:lnTo>
                      <a:pt x="147" y="349"/>
                    </a:lnTo>
                    <a:lnTo>
                      <a:pt x="147" y="348"/>
                    </a:lnTo>
                    <a:lnTo>
                      <a:pt x="148" y="311"/>
                    </a:lnTo>
                    <a:lnTo>
                      <a:pt x="149" y="316"/>
                    </a:lnTo>
                    <a:lnTo>
                      <a:pt x="149" y="316"/>
                    </a:lnTo>
                    <a:lnTo>
                      <a:pt x="149" y="339"/>
                    </a:lnTo>
                    <a:lnTo>
                      <a:pt x="150" y="316"/>
                    </a:lnTo>
                    <a:lnTo>
                      <a:pt x="150" y="315"/>
                    </a:lnTo>
                    <a:lnTo>
                      <a:pt x="150" y="315"/>
                    </a:lnTo>
                    <a:lnTo>
                      <a:pt x="151" y="333"/>
                    </a:lnTo>
                    <a:lnTo>
                      <a:pt x="152" y="323"/>
                    </a:lnTo>
                    <a:lnTo>
                      <a:pt x="152" y="323"/>
                    </a:lnTo>
                    <a:lnTo>
                      <a:pt x="152" y="331"/>
                    </a:lnTo>
                    <a:lnTo>
                      <a:pt x="153" y="322"/>
                    </a:lnTo>
                    <a:lnTo>
                      <a:pt x="153" y="324"/>
                    </a:lnTo>
                    <a:lnTo>
                      <a:pt x="153" y="324"/>
                    </a:lnTo>
                    <a:lnTo>
                      <a:pt x="153" y="329"/>
                    </a:lnTo>
                    <a:lnTo>
                      <a:pt x="154" y="319"/>
                    </a:lnTo>
                    <a:lnTo>
                      <a:pt x="155" y="328"/>
                    </a:lnTo>
                    <a:lnTo>
                      <a:pt x="155" y="327"/>
                    </a:lnTo>
                    <a:lnTo>
                      <a:pt x="156" y="331"/>
                    </a:lnTo>
                    <a:lnTo>
                      <a:pt x="156" y="314"/>
                    </a:lnTo>
                    <a:lnTo>
                      <a:pt x="156" y="313"/>
                    </a:lnTo>
                    <a:lnTo>
                      <a:pt x="157" y="299"/>
                    </a:lnTo>
                    <a:lnTo>
                      <a:pt x="158" y="336"/>
                    </a:lnTo>
                    <a:lnTo>
                      <a:pt x="158" y="337"/>
                    </a:lnTo>
                    <a:lnTo>
                      <a:pt x="158" y="338"/>
                    </a:lnTo>
                    <a:lnTo>
                      <a:pt x="159" y="318"/>
                    </a:lnTo>
                    <a:lnTo>
                      <a:pt x="159" y="321"/>
                    </a:lnTo>
                    <a:lnTo>
                      <a:pt x="159" y="321"/>
                    </a:lnTo>
                    <a:lnTo>
                      <a:pt x="159" y="319"/>
                    </a:lnTo>
                    <a:lnTo>
                      <a:pt x="161" y="340"/>
                    </a:lnTo>
                    <a:lnTo>
                      <a:pt x="161" y="335"/>
                    </a:lnTo>
                    <a:lnTo>
                      <a:pt x="161" y="335"/>
                    </a:lnTo>
                    <a:lnTo>
                      <a:pt x="162" y="305"/>
                    </a:lnTo>
                    <a:lnTo>
                      <a:pt x="162" y="308"/>
                    </a:lnTo>
                    <a:lnTo>
                      <a:pt x="162" y="309"/>
                    </a:lnTo>
                    <a:lnTo>
                      <a:pt x="164" y="330"/>
                    </a:lnTo>
                    <a:lnTo>
                      <a:pt x="164" y="331"/>
                    </a:lnTo>
                    <a:lnTo>
                      <a:pt x="164" y="349"/>
                    </a:lnTo>
                    <a:lnTo>
                      <a:pt x="165" y="314"/>
                    </a:lnTo>
                    <a:lnTo>
                      <a:pt x="165" y="313"/>
                    </a:lnTo>
                    <a:lnTo>
                      <a:pt x="165" y="299"/>
                    </a:lnTo>
                    <a:lnTo>
                      <a:pt x="167" y="339"/>
                    </a:lnTo>
                    <a:lnTo>
                      <a:pt x="167" y="340"/>
                    </a:lnTo>
                    <a:lnTo>
                      <a:pt x="167" y="340"/>
                    </a:lnTo>
                    <a:lnTo>
                      <a:pt x="168" y="319"/>
                    </a:lnTo>
                    <a:lnTo>
                      <a:pt x="168" y="329"/>
                    </a:lnTo>
                    <a:lnTo>
                      <a:pt x="168" y="330"/>
                    </a:lnTo>
                    <a:lnTo>
                      <a:pt x="169" y="333"/>
                    </a:lnTo>
                    <a:lnTo>
                      <a:pt x="169" y="327"/>
                    </a:lnTo>
                    <a:lnTo>
                      <a:pt x="170" y="330"/>
                    </a:lnTo>
                    <a:lnTo>
                      <a:pt x="170" y="330"/>
                    </a:lnTo>
                    <a:lnTo>
                      <a:pt x="170" y="331"/>
                    </a:lnTo>
                    <a:lnTo>
                      <a:pt x="171" y="311"/>
                    </a:lnTo>
                    <a:lnTo>
                      <a:pt x="171" y="315"/>
                    </a:lnTo>
                    <a:lnTo>
                      <a:pt x="171" y="315"/>
                    </a:lnTo>
                    <a:lnTo>
                      <a:pt x="173" y="331"/>
                    </a:lnTo>
                    <a:lnTo>
                      <a:pt x="173" y="328"/>
                    </a:lnTo>
                    <a:lnTo>
                      <a:pt x="173" y="329"/>
                    </a:lnTo>
                    <a:lnTo>
                      <a:pt x="173" y="333"/>
                    </a:lnTo>
                    <a:lnTo>
                      <a:pt x="174" y="315"/>
                    </a:lnTo>
                    <a:lnTo>
                      <a:pt x="174" y="320"/>
                    </a:lnTo>
                    <a:lnTo>
                      <a:pt x="174" y="320"/>
                    </a:lnTo>
                    <a:lnTo>
                      <a:pt x="176" y="329"/>
                    </a:lnTo>
                    <a:lnTo>
                      <a:pt x="176" y="329"/>
                    </a:lnTo>
                    <a:lnTo>
                      <a:pt x="177" y="325"/>
                    </a:lnTo>
                    <a:lnTo>
                      <a:pt x="177" y="332"/>
                    </a:lnTo>
                    <a:lnTo>
                      <a:pt x="177" y="332"/>
                    </a:lnTo>
                    <a:lnTo>
                      <a:pt x="177" y="332"/>
                    </a:lnTo>
                    <a:lnTo>
                      <a:pt x="179" y="310"/>
                    </a:lnTo>
                    <a:lnTo>
                      <a:pt x="179" y="313"/>
                    </a:lnTo>
                    <a:lnTo>
                      <a:pt x="179" y="313"/>
                    </a:lnTo>
                    <a:lnTo>
                      <a:pt x="179" y="313"/>
                    </a:lnTo>
                    <a:lnTo>
                      <a:pt x="180" y="335"/>
                    </a:lnTo>
                    <a:lnTo>
                      <a:pt x="180" y="327"/>
                    </a:lnTo>
                    <a:lnTo>
                      <a:pt x="180" y="326"/>
                    </a:lnTo>
                    <a:lnTo>
                      <a:pt x="181" y="319"/>
                    </a:lnTo>
                    <a:lnTo>
                      <a:pt x="181" y="333"/>
                    </a:lnTo>
                    <a:lnTo>
                      <a:pt x="182" y="329"/>
                    </a:lnTo>
                    <a:lnTo>
                      <a:pt x="182" y="329"/>
                    </a:lnTo>
                    <a:lnTo>
                      <a:pt x="182" y="319"/>
                    </a:lnTo>
                    <a:lnTo>
                      <a:pt x="183" y="333"/>
                    </a:lnTo>
                    <a:lnTo>
                      <a:pt x="183" y="333"/>
                    </a:lnTo>
                    <a:lnTo>
                      <a:pt x="184" y="334"/>
                    </a:lnTo>
                    <a:lnTo>
                      <a:pt x="185" y="327"/>
                    </a:lnTo>
                    <a:lnTo>
                      <a:pt x="185" y="327"/>
                    </a:lnTo>
                    <a:lnTo>
                      <a:pt x="185" y="327"/>
                    </a:lnTo>
                    <a:lnTo>
                      <a:pt x="186" y="311"/>
                    </a:lnTo>
                    <a:lnTo>
                      <a:pt x="186" y="325"/>
                    </a:lnTo>
                    <a:lnTo>
                      <a:pt x="187" y="325"/>
                    </a:lnTo>
                    <a:lnTo>
                      <a:pt x="187" y="334"/>
                    </a:lnTo>
                    <a:lnTo>
                      <a:pt x="188" y="330"/>
                    </a:lnTo>
                    <a:lnTo>
                      <a:pt x="188" y="329"/>
                    </a:lnTo>
                    <a:lnTo>
                      <a:pt x="189" y="316"/>
                    </a:lnTo>
                    <a:lnTo>
                      <a:pt x="189" y="321"/>
                    </a:lnTo>
                    <a:lnTo>
                      <a:pt x="189" y="321"/>
                    </a:lnTo>
                    <a:lnTo>
                      <a:pt x="190" y="335"/>
                    </a:lnTo>
                    <a:lnTo>
                      <a:pt x="191" y="316"/>
                    </a:lnTo>
                    <a:lnTo>
                      <a:pt x="191" y="315"/>
                    </a:lnTo>
                    <a:lnTo>
                      <a:pt x="191" y="324"/>
                    </a:lnTo>
                    <a:lnTo>
                      <a:pt x="192" y="302"/>
                    </a:lnTo>
                    <a:lnTo>
                      <a:pt x="192" y="303"/>
                    </a:lnTo>
                    <a:lnTo>
                      <a:pt x="192" y="303"/>
                    </a:lnTo>
                    <a:lnTo>
                      <a:pt x="194" y="349"/>
                    </a:lnTo>
                    <a:lnTo>
                      <a:pt x="194" y="333"/>
                    </a:lnTo>
                    <a:lnTo>
                      <a:pt x="194" y="332"/>
                    </a:lnTo>
                    <a:lnTo>
                      <a:pt x="194" y="309"/>
                    </a:lnTo>
                    <a:lnTo>
                      <a:pt x="195" y="332"/>
                    </a:lnTo>
                    <a:lnTo>
                      <a:pt x="195" y="333"/>
                    </a:lnTo>
                    <a:lnTo>
                      <a:pt x="196" y="335"/>
                    </a:lnTo>
                    <a:lnTo>
                      <a:pt x="196" y="310"/>
                    </a:lnTo>
                    <a:lnTo>
                      <a:pt x="197" y="329"/>
                    </a:lnTo>
                    <a:lnTo>
                      <a:pt x="197" y="329"/>
                    </a:lnTo>
                    <a:lnTo>
                      <a:pt x="197" y="333"/>
                    </a:lnTo>
                    <a:lnTo>
                      <a:pt x="198" y="321"/>
                    </a:lnTo>
                    <a:lnTo>
                      <a:pt x="198" y="321"/>
                    </a:lnTo>
                    <a:lnTo>
                      <a:pt x="198" y="321"/>
                    </a:lnTo>
                    <a:lnTo>
                      <a:pt x="199" y="313"/>
                    </a:lnTo>
                    <a:lnTo>
                      <a:pt x="200" y="332"/>
                    </a:lnTo>
                    <a:lnTo>
                      <a:pt x="200" y="332"/>
                    </a:lnTo>
                    <a:lnTo>
                      <a:pt x="200" y="334"/>
                    </a:lnTo>
                    <a:lnTo>
                      <a:pt x="201" y="317"/>
                    </a:lnTo>
                    <a:lnTo>
                      <a:pt x="201" y="321"/>
                    </a:lnTo>
                    <a:lnTo>
                      <a:pt x="202" y="321"/>
                    </a:lnTo>
                    <a:lnTo>
                      <a:pt x="202" y="331"/>
                    </a:lnTo>
                    <a:lnTo>
                      <a:pt x="203" y="320"/>
                    </a:lnTo>
                    <a:lnTo>
                      <a:pt x="203" y="327"/>
                    </a:lnTo>
                    <a:lnTo>
                      <a:pt x="203" y="328"/>
                    </a:lnTo>
                    <a:lnTo>
                      <a:pt x="203" y="347"/>
                    </a:lnTo>
                    <a:lnTo>
                      <a:pt x="204" y="320"/>
                    </a:lnTo>
                    <a:lnTo>
                      <a:pt x="204" y="320"/>
                    </a:lnTo>
                    <a:lnTo>
                      <a:pt x="205" y="313"/>
                    </a:lnTo>
                    <a:lnTo>
                      <a:pt x="206" y="331"/>
                    </a:lnTo>
                    <a:lnTo>
                      <a:pt x="206" y="331"/>
                    </a:lnTo>
                    <a:lnTo>
                      <a:pt x="206" y="336"/>
                    </a:lnTo>
                    <a:lnTo>
                      <a:pt x="207" y="321"/>
                    </a:lnTo>
                    <a:lnTo>
                      <a:pt x="207" y="327"/>
                    </a:lnTo>
                    <a:lnTo>
                      <a:pt x="207" y="328"/>
                    </a:lnTo>
                    <a:lnTo>
                      <a:pt x="208" y="328"/>
                    </a:lnTo>
                    <a:lnTo>
                      <a:pt x="208" y="317"/>
                    </a:lnTo>
                    <a:lnTo>
                      <a:pt x="209" y="328"/>
                    </a:lnTo>
                    <a:lnTo>
                      <a:pt x="209" y="327"/>
                    </a:lnTo>
                    <a:lnTo>
                      <a:pt x="209" y="341"/>
                    </a:lnTo>
                    <a:lnTo>
                      <a:pt x="210" y="310"/>
                    </a:lnTo>
                    <a:lnTo>
                      <a:pt x="211" y="309"/>
                    </a:lnTo>
                    <a:lnTo>
                      <a:pt x="212" y="331"/>
                    </a:lnTo>
                    <a:lnTo>
                      <a:pt x="212" y="328"/>
                    </a:lnTo>
                    <a:lnTo>
                      <a:pt x="212" y="328"/>
                    </a:lnTo>
                    <a:lnTo>
                      <a:pt x="212" y="329"/>
                    </a:lnTo>
                    <a:lnTo>
                      <a:pt x="213" y="315"/>
                    </a:lnTo>
                    <a:lnTo>
                      <a:pt x="213" y="318"/>
                    </a:lnTo>
                    <a:lnTo>
                      <a:pt x="213" y="319"/>
                    </a:lnTo>
                    <a:lnTo>
                      <a:pt x="214" y="348"/>
                    </a:lnTo>
                    <a:lnTo>
                      <a:pt x="215" y="322"/>
                    </a:lnTo>
                    <a:lnTo>
                      <a:pt x="215" y="322"/>
                    </a:lnTo>
                    <a:lnTo>
                      <a:pt x="215" y="326"/>
                    </a:lnTo>
                    <a:lnTo>
                      <a:pt x="216" y="314"/>
                    </a:lnTo>
                    <a:lnTo>
                      <a:pt x="216" y="316"/>
                    </a:lnTo>
                    <a:lnTo>
                      <a:pt x="216" y="317"/>
                    </a:lnTo>
                    <a:lnTo>
                      <a:pt x="217" y="334"/>
                    </a:lnTo>
                    <a:lnTo>
                      <a:pt x="218" y="316"/>
                    </a:lnTo>
                    <a:lnTo>
                      <a:pt x="218" y="317"/>
                    </a:lnTo>
                    <a:lnTo>
                      <a:pt x="218" y="317"/>
                    </a:lnTo>
                    <a:lnTo>
                      <a:pt x="218" y="316"/>
                    </a:lnTo>
                    <a:lnTo>
                      <a:pt x="219" y="325"/>
                    </a:lnTo>
                    <a:lnTo>
                      <a:pt x="219" y="324"/>
                    </a:lnTo>
                    <a:lnTo>
                      <a:pt x="219" y="324"/>
                    </a:lnTo>
                    <a:lnTo>
                      <a:pt x="220" y="343"/>
                    </a:lnTo>
                    <a:lnTo>
                      <a:pt x="221" y="318"/>
                    </a:lnTo>
                    <a:lnTo>
                      <a:pt x="221" y="317"/>
                    </a:lnTo>
                    <a:lnTo>
                      <a:pt x="221" y="289"/>
                    </a:lnTo>
                    <a:lnTo>
                      <a:pt x="222" y="392"/>
                    </a:lnTo>
                    <a:lnTo>
                      <a:pt x="222" y="392"/>
                    </a:lnTo>
                    <a:lnTo>
                      <a:pt x="223" y="393"/>
                    </a:lnTo>
                    <a:lnTo>
                      <a:pt x="223" y="274"/>
                    </a:lnTo>
                    <a:lnTo>
                      <a:pt x="224" y="321"/>
                    </a:lnTo>
                    <a:lnTo>
                      <a:pt x="224" y="323"/>
                    </a:lnTo>
                    <a:lnTo>
                      <a:pt x="224" y="351"/>
                    </a:lnTo>
                    <a:lnTo>
                      <a:pt x="225" y="328"/>
                    </a:lnTo>
                    <a:lnTo>
                      <a:pt x="225" y="328"/>
                    </a:lnTo>
                    <a:lnTo>
                      <a:pt x="227" y="294"/>
                    </a:lnTo>
                    <a:lnTo>
                      <a:pt x="227" y="303"/>
                    </a:lnTo>
                    <a:lnTo>
                      <a:pt x="227" y="303"/>
                    </a:lnTo>
                    <a:lnTo>
                      <a:pt x="227" y="303"/>
                    </a:lnTo>
                    <a:lnTo>
                      <a:pt x="228" y="442"/>
                    </a:lnTo>
                    <a:lnTo>
                      <a:pt x="228" y="394"/>
                    </a:lnTo>
                    <a:lnTo>
                      <a:pt x="228" y="391"/>
                    </a:lnTo>
                    <a:lnTo>
                      <a:pt x="229" y="159"/>
                    </a:lnTo>
                    <a:lnTo>
                      <a:pt x="230" y="396"/>
                    </a:lnTo>
                    <a:lnTo>
                      <a:pt x="230" y="361"/>
                    </a:lnTo>
                    <a:lnTo>
                      <a:pt x="230" y="358"/>
                    </a:lnTo>
                    <a:lnTo>
                      <a:pt x="230" y="262"/>
                    </a:lnTo>
                    <a:lnTo>
                      <a:pt x="231" y="406"/>
                    </a:lnTo>
                    <a:lnTo>
                      <a:pt x="231" y="408"/>
                    </a:lnTo>
                    <a:lnTo>
                      <a:pt x="232" y="411"/>
                    </a:lnTo>
                    <a:lnTo>
                      <a:pt x="233" y="273"/>
                    </a:lnTo>
                    <a:lnTo>
                      <a:pt x="233" y="293"/>
                    </a:lnTo>
                    <a:lnTo>
                      <a:pt x="233" y="295"/>
                    </a:lnTo>
                    <a:lnTo>
                      <a:pt x="233" y="341"/>
                    </a:lnTo>
                    <a:lnTo>
                      <a:pt x="234" y="312"/>
                    </a:lnTo>
                    <a:lnTo>
                      <a:pt x="235" y="313"/>
                    </a:lnTo>
                    <a:lnTo>
                      <a:pt x="236" y="353"/>
                    </a:lnTo>
                    <a:lnTo>
                      <a:pt x="236" y="353"/>
                    </a:lnTo>
                    <a:lnTo>
                      <a:pt x="236" y="354"/>
                    </a:lnTo>
                    <a:lnTo>
                      <a:pt x="236" y="317"/>
                    </a:lnTo>
                    <a:lnTo>
                      <a:pt x="237" y="340"/>
                    </a:lnTo>
                    <a:lnTo>
                      <a:pt x="237" y="341"/>
                    </a:lnTo>
                    <a:lnTo>
                      <a:pt x="238" y="350"/>
                    </a:lnTo>
                    <a:lnTo>
                      <a:pt x="239" y="313"/>
                    </a:lnTo>
                    <a:lnTo>
                      <a:pt x="239" y="313"/>
                    </a:lnTo>
                    <a:lnTo>
                      <a:pt x="239" y="314"/>
                    </a:lnTo>
                    <a:lnTo>
                      <a:pt x="239" y="304"/>
                    </a:lnTo>
                    <a:lnTo>
                      <a:pt x="240" y="342"/>
                    </a:lnTo>
                    <a:lnTo>
                      <a:pt x="240" y="341"/>
                    </a:lnTo>
                    <a:lnTo>
                      <a:pt x="240" y="341"/>
                    </a:lnTo>
                    <a:lnTo>
                      <a:pt x="241" y="291"/>
                    </a:lnTo>
                    <a:lnTo>
                      <a:pt x="242" y="323"/>
                    </a:lnTo>
                    <a:lnTo>
                      <a:pt x="242" y="324"/>
                    </a:lnTo>
                    <a:lnTo>
                      <a:pt x="242" y="346"/>
                    </a:lnTo>
                    <a:lnTo>
                      <a:pt x="243" y="323"/>
                    </a:lnTo>
                    <a:lnTo>
                      <a:pt x="243" y="325"/>
                    </a:lnTo>
                    <a:lnTo>
                      <a:pt x="243" y="324"/>
                    </a:lnTo>
                    <a:lnTo>
                      <a:pt x="244" y="305"/>
                    </a:lnTo>
                    <a:lnTo>
                      <a:pt x="245" y="341"/>
                    </a:lnTo>
                    <a:lnTo>
                      <a:pt x="245" y="341"/>
                    </a:lnTo>
                    <a:lnTo>
                      <a:pt x="245" y="345"/>
                    </a:lnTo>
                    <a:lnTo>
                      <a:pt x="246" y="318"/>
                    </a:lnTo>
                    <a:lnTo>
                      <a:pt x="246" y="325"/>
                    </a:lnTo>
                    <a:lnTo>
                      <a:pt x="246" y="325"/>
                    </a:lnTo>
                    <a:lnTo>
                      <a:pt x="247" y="326"/>
                    </a:lnTo>
                    <a:lnTo>
                      <a:pt x="247" y="308"/>
                    </a:lnTo>
                    <a:lnTo>
                      <a:pt x="248" y="321"/>
                    </a:lnTo>
                    <a:lnTo>
                      <a:pt x="248" y="320"/>
                    </a:lnTo>
                    <a:lnTo>
                      <a:pt x="248" y="318"/>
                    </a:lnTo>
                    <a:lnTo>
                      <a:pt x="249" y="334"/>
                    </a:lnTo>
                    <a:lnTo>
                      <a:pt x="249" y="335"/>
                    </a:lnTo>
                    <a:lnTo>
                      <a:pt x="250" y="340"/>
                    </a:lnTo>
                    <a:lnTo>
                      <a:pt x="251" y="327"/>
                    </a:lnTo>
                    <a:lnTo>
                      <a:pt x="251" y="327"/>
                    </a:lnTo>
                    <a:lnTo>
                      <a:pt x="251" y="327"/>
                    </a:lnTo>
                    <a:lnTo>
                      <a:pt x="252" y="332"/>
                    </a:lnTo>
                    <a:lnTo>
                      <a:pt x="252" y="324"/>
                    </a:lnTo>
                    <a:lnTo>
                      <a:pt x="252" y="324"/>
                    </a:lnTo>
                    <a:lnTo>
                      <a:pt x="253" y="316"/>
                    </a:lnTo>
                    <a:lnTo>
                      <a:pt x="254" y="336"/>
                    </a:lnTo>
                    <a:lnTo>
                      <a:pt x="254" y="337"/>
                    </a:lnTo>
                    <a:lnTo>
                      <a:pt x="254" y="341"/>
                    </a:lnTo>
                    <a:lnTo>
                      <a:pt x="255" y="321"/>
                    </a:lnTo>
                    <a:lnTo>
                      <a:pt x="255" y="320"/>
                    </a:lnTo>
                    <a:lnTo>
                      <a:pt x="256" y="299"/>
                    </a:lnTo>
                    <a:lnTo>
                      <a:pt x="257" y="305"/>
                    </a:lnTo>
                    <a:lnTo>
                      <a:pt x="257" y="306"/>
                    </a:lnTo>
                    <a:lnTo>
                      <a:pt x="258" y="324"/>
                    </a:lnTo>
                    <a:lnTo>
                      <a:pt x="258" y="322"/>
                    </a:lnTo>
                    <a:lnTo>
                      <a:pt x="259" y="323"/>
                    </a:lnTo>
                    <a:lnTo>
                      <a:pt x="259" y="326"/>
                    </a:lnTo>
                    <a:lnTo>
                      <a:pt x="259" y="308"/>
                    </a:lnTo>
                    <a:lnTo>
                      <a:pt x="260" y="318"/>
                    </a:lnTo>
                    <a:lnTo>
                      <a:pt x="260" y="319"/>
                    </a:lnTo>
                    <a:lnTo>
                      <a:pt x="261" y="340"/>
                    </a:lnTo>
                    <a:lnTo>
                      <a:pt x="261" y="334"/>
                    </a:lnTo>
                    <a:lnTo>
                      <a:pt x="261" y="333"/>
                    </a:lnTo>
                    <a:lnTo>
                      <a:pt x="262" y="303"/>
                    </a:lnTo>
                    <a:lnTo>
                      <a:pt x="263" y="325"/>
                    </a:lnTo>
                    <a:lnTo>
                      <a:pt x="263" y="326"/>
                    </a:lnTo>
                    <a:lnTo>
                      <a:pt x="264" y="326"/>
                    </a:lnTo>
                    <a:lnTo>
                      <a:pt x="264" y="334"/>
                    </a:lnTo>
                    <a:lnTo>
                      <a:pt x="264" y="328"/>
                    </a:lnTo>
                    <a:lnTo>
                      <a:pt x="264" y="328"/>
                    </a:lnTo>
                    <a:lnTo>
                      <a:pt x="265" y="326"/>
                    </a:lnTo>
                    <a:lnTo>
                      <a:pt x="266" y="339"/>
                    </a:lnTo>
                    <a:lnTo>
                      <a:pt x="266" y="338"/>
                    </a:lnTo>
                    <a:lnTo>
                      <a:pt x="266" y="338"/>
                    </a:lnTo>
                    <a:lnTo>
                      <a:pt x="267" y="314"/>
                    </a:lnTo>
                    <a:lnTo>
                      <a:pt x="267" y="321"/>
                    </a:lnTo>
                    <a:lnTo>
                      <a:pt x="267" y="321"/>
                    </a:lnTo>
                    <a:lnTo>
                      <a:pt x="268" y="344"/>
                    </a:lnTo>
                    <a:lnTo>
                      <a:pt x="269" y="337"/>
                    </a:lnTo>
                    <a:lnTo>
                      <a:pt x="269" y="337"/>
                    </a:lnTo>
                    <a:lnTo>
                      <a:pt x="270" y="320"/>
                    </a:lnTo>
                    <a:lnTo>
                      <a:pt x="270" y="333"/>
                    </a:lnTo>
                    <a:lnTo>
                      <a:pt x="270" y="333"/>
                    </a:lnTo>
                    <a:lnTo>
                      <a:pt x="271" y="340"/>
                    </a:lnTo>
                    <a:lnTo>
                      <a:pt x="272" y="320"/>
                    </a:lnTo>
                    <a:lnTo>
                      <a:pt x="272" y="319"/>
                    </a:lnTo>
                    <a:lnTo>
                      <a:pt x="272" y="315"/>
                    </a:lnTo>
                    <a:lnTo>
                      <a:pt x="273" y="324"/>
                    </a:lnTo>
                    <a:lnTo>
                      <a:pt x="273" y="323"/>
                    </a:lnTo>
                    <a:lnTo>
                      <a:pt x="273" y="323"/>
                    </a:lnTo>
                    <a:lnTo>
                      <a:pt x="274" y="327"/>
                    </a:lnTo>
                    <a:lnTo>
                      <a:pt x="275" y="313"/>
                    </a:lnTo>
                    <a:lnTo>
                      <a:pt x="275" y="313"/>
                    </a:lnTo>
                    <a:lnTo>
                      <a:pt x="275" y="313"/>
                    </a:lnTo>
                    <a:lnTo>
                      <a:pt x="275" y="312"/>
                    </a:lnTo>
                    <a:lnTo>
                      <a:pt x="276" y="328"/>
                    </a:lnTo>
                    <a:lnTo>
                      <a:pt x="276" y="320"/>
                    </a:lnTo>
                    <a:lnTo>
                      <a:pt x="276" y="320"/>
                    </a:lnTo>
                    <a:lnTo>
                      <a:pt x="277" y="319"/>
                    </a:lnTo>
                    <a:lnTo>
                      <a:pt x="277" y="327"/>
                    </a:lnTo>
                    <a:lnTo>
                      <a:pt x="278" y="320"/>
                    </a:lnTo>
                    <a:lnTo>
                      <a:pt x="278" y="319"/>
                    </a:lnTo>
                    <a:lnTo>
                      <a:pt x="279" y="311"/>
                    </a:lnTo>
                    <a:lnTo>
                      <a:pt x="279" y="331"/>
                    </a:lnTo>
                    <a:lnTo>
                      <a:pt x="279" y="332"/>
                    </a:lnTo>
                    <a:lnTo>
                      <a:pt x="280" y="338"/>
                    </a:lnTo>
                    <a:lnTo>
                      <a:pt x="280" y="318"/>
                    </a:lnTo>
                    <a:lnTo>
                      <a:pt x="281" y="326"/>
                    </a:lnTo>
                    <a:lnTo>
                      <a:pt x="281" y="326"/>
                    </a:lnTo>
                    <a:lnTo>
                      <a:pt x="282" y="323"/>
                    </a:lnTo>
                    <a:lnTo>
                      <a:pt x="282" y="335"/>
                    </a:lnTo>
                    <a:lnTo>
                      <a:pt x="283" y="335"/>
                    </a:lnTo>
                    <a:lnTo>
                      <a:pt x="283" y="336"/>
                    </a:lnTo>
                    <a:lnTo>
                      <a:pt x="284" y="313"/>
                    </a:lnTo>
                    <a:lnTo>
                      <a:pt x="284" y="317"/>
                    </a:lnTo>
                    <a:lnTo>
                      <a:pt x="284" y="318"/>
                    </a:lnTo>
                    <a:lnTo>
                      <a:pt x="285" y="327"/>
                    </a:lnTo>
                    <a:lnTo>
                      <a:pt x="285" y="305"/>
                    </a:lnTo>
                    <a:lnTo>
                      <a:pt x="285" y="310"/>
                    </a:lnTo>
                    <a:lnTo>
                      <a:pt x="285" y="310"/>
                    </a:lnTo>
                    <a:lnTo>
                      <a:pt x="286" y="304"/>
                    </a:lnTo>
                    <a:lnTo>
                      <a:pt x="286" y="341"/>
                    </a:lnTo>
                    <a:lnTo>
                      <a:pt x="287" y="331"/>
                    </a:lnTo>
                    <a:lnTo>
                      <a:pt x="287" y="331"/>
                    </a:lnTo>
                    <a:lnTo>
                      <a:pt x="287" y="332"/>
                    </a:lnTo>
                    <a:lnTo>
                      <a:pt x="288" y="316"/>
                    </a:lnTo>
                    <a:lnTo>
                      <a:pt x="288" y="328"/>
                    </a:lnTo>
                    <a:lnTo>
                      <a:pt x="288" y="328"/>
                    </a:lnTo>
                    <a:lnTo>
                      <a:pt x="289" y="335"/>
                    </a:lnTo>
                    <a:lnTo>
                      <a:pt x="290" y="313"/>
                    </a:lnTo>
                    <a:lnTo>
                      <a:pt x="290" y="313"/>
                    </a:lnTo>
                    <a:lnTo>
                      <a:pt x="290" y="313"/>
                    </a:lnTo>
                    <a:lnTo>
                      <a:pt x="290" y="313"/>
                    </a:lnTo>
                    <a:lnTo>
                      <a:pt x="291" y="346"/>
                    </a:lnTo>
                    <a:lnTo>
                      <a:pt x="291" y="328"/>
                    </a:lnTo>
                    <a:lnTo>
                      <a:pt x="291" y="328"/>
                    </a:lnTo>
                    <a:lnTo>
                      <a:pt x="292" y="332"/>
                    </a:lnTo>
                    <a:lnTo>
                      <a:pt x="293" y="301"/>
                    </a:lnTo>
                    <a:lnTo>
                      <a:pt x="293" y="301"/>
                    </a:lnTo>
                    <a:lnTo>
                      <a:pt x="293" y="299"/>
                    </a:lnTo>
                    <a:lnTo>
                      <a:pt x="294" y="345"/>
                    </a:lnTo>
                    <a:lnTo>
                      <a:pt x="294" y="325"/>
                    </a:lnTo>
                    <a:lnTo>
                      <a:pt x="294" y="325"/>
                    </a:lnTo>
                    <a:lnTo>
                      <a:pt x="295" y="308"/>
                    </a:lnTo>
                    <a:lnTo>
                      <a:pt x="296" y="334"/>
                    </a:lnTo>
                    <a:lnTo>
                      <a:pt x="296" y="334"/>
                    </a:lnTo>
                    <a:lnTo>
                      <a:pt x="296" y="337"/>
                    </a:lnTo>
                    <a:lnTo>
                      <a:pt x="297" y="321"/>
                    </a:lnTo>
                    <a:lnTo>
                      <a:pt x="297" y="327"/>
                    </a:lnTo>
                    <a:lnTo>
                      <a:pt x="297" y="328"/>
                    </a:lnTo>
                    <a:lnTo>
                      <a:pt x="298" y="334"/>
                    </a:lnTo>
                    <a:lnTo>
                      <a:pt x="299" y="318"/>
                    </a:lnTo>
                    <a:lnTo>
                      <a:pt x="299" y="320"/>
                    </a:lnTo>
                    <a:lnTo>
                      <a:pt x="299" y="321"/>
                    </a:lnTo>
                    <a:lnTo>
                      <a:pt x="299" y="324"/>
                    </a:lnTo>
                    <a:lnTo>
                      <a:pt x="300" y="299"/>
                    </a:lnTo>
                    <a:lnTo>
                      <a:pt x="300" y="318"/>
                    </a:lnTo>
                    <a:lnTo>
                      <a:pt x="300" y="318"/>
                    </a:lnTo>
                    <a:lnTo>
                      <a:pt x="302" y="344"/>
                    </a:lnTo>
                    <a:lnTo>
                      <a:pt x="302" y="344"/>
                    </a:lnTo>
                    <a:lnTo>
                      <a:pt x="302" y="344"/>
                    </a:lnTo>
                    <a:lnTo>
                      <a:pt x="302" y="346"/>
                    </a:lnTo>
                    <a:lnTo>
                      <a:pt x="303" y="321"/>
                    </a:lnTo>
                    <a:lnTo>
                      <a:pt x="303" y="324"/>
                    </a:lnTo>
                    <a:lnTo>
                      <a:pt x="303" y="323"/>
                    </a:lnTo>
                    <a:lnTo>
                      <a:pt x="304" y="321"/>
                    </a:lnTo>
                    <a:lnTo>
                      <a:pt x="304" y="328"/>
                    </a:lnTo>
                    <a:lnTo>
                      <a:pt x="305" y="327"/>
                    </a:lnTo>
                    <a:lnTo>
                      <a:pt x="305" y="327"/>
                    </a:lnTo>
                    <a:lnTo>
                      <a:pt x="305" y="327"/>
                    </a:lnTo>
                    <a:lnTo>
                      <a:pt x="306" y="336"/>
                    </a:lnTo>
                    <a:lnTo>
                      <a:pt x="306" y="335"/>
                    </a:lnTo>
                    <a:lnTo>
                      <a:pt x="307" y="334"/>
                    </a:lnTo>
                    <a:lnTo>
                      <a:pt x="308" y="312"/>
                    </a:lnTo>
                    <a:lnTo>
                      <a:pt x="308" y="311"/>
                    </a:lnTo>
                    <a:lnTo>
                      <a:pt x="308" y="307"/>
                    </a:lnTo>
                    <a:lnTo>
                      <a:pt x="309" y="334"/>
                    </a:lnTo>
                    <a:lnTo>
                      <a:pt x="309" y="325"/>
                    </a:lnTo>
                    <a:lnTo>
                      <a:pt x="309" y="325"/>
                    </a:lnTo>
                    <a:lnTo>
                      <a:pt x="310" y="310"/>
                    </a:lnTo>
                    <a:lnTo>
                      <a:pt x="311" y="326"/>
                    </a:lnTo>
                    <a:lnTo>
                      <a:pt x="311" y="326"/>
                    </a:lnTo>
                    <a:lnTo>
                      <a:pt x="312" y="340"/>
                    </a:lnTo>
                    <a:lnTo>
                      <a:pt x="312" y="335"/>
                    </a:lnTo>
                    <a:lnTo>
                      <a:pt x="312" y="334"/>
                    </a:lnTo>
                    <a:lnTo>
                      <a:pt x="313" y="338"/>
                    </a:lnTo>
                    <a:lnTo>
                      <a:pt x="314" y="308"/>
                    </a:lnTo>
                    <a:lnTo>
                      <a:pt x="314" y="310"/>
                    </a:lnTo>
                    <a:lnTo>
                      <a:pt x="314" y="311"/>
                    </a:lnTo>
                    <a:lnTo>
                      <a:pt x="315" y="330"/>
                    </a:lnTo>
                    <a:lnTo>
                      <a:pt x="315" y="308"/>
                    </a:lnTo>
                    <a:lnTo>
                      <a:pt x="315" y="308"/>
                    </a:lnTo>
                    <a:lnTo>
                      <a:pt x="315" y="308"/>
                    </a:lnTo>
                    <a:lnTo>
                      <a:pt x="317" y="342"/>
                    </a:lnTo>
                    <a:lnTo>
                      <a:pt x="317" y="342"/>
                    </a:lnTo>
                    <a:lnTo>
                      <a:pt x="317" y="345"/>
                    </a:lnTo>
                    <a:lnTo>
                      <a:pt x="318" y="313"/>
                    </a:lnTo>
                    <a:lnTo>
                      <a:pt x="318" y="320"/>
                    </a:lnTo>
                    <a:lnTo>
                      <a:pt x="318" y="320"/>
                    </a:lnTo>
                    <a:lnTo>
                      <a:pt x="319" y="334"/>
                    </a:lnTo>
                    <a:lnTo>
                      <a:pt x="320" y="274"/>
                    </a:lnTo>
                    <a:lnTo>
                      <a:pt x="320" y="274"/>
                    </a:lnTo>
                    <a:lnTo>
                      <a:pt x="320" y="272"/>
                    </a:lnTo>
                    <a:lnTo>
                      <a:pt x="321" y="424"/>
                    </a:lnTo>
                    <a:lnTo>
                      <a:pt x="321" y="390"/>
                    </a:lnTo>
                    <a:lnTo>
                      <a:pt x="321" y="387"/>
                    </a:lnTo>
                    <a:lnTo>
                      <a:pt x="322" y="253"/>
                    </a:lnTo>
                    <a:lnTo>
                      <a:pt x="323" y="301"/>
                    </a:lnTo>
                    <a:lnTo>
                      <a:pt x="323" y="301"/>
                    </a:lnTo>
                    <a:lnTo>
                      <a:pt x="324" y="342"/>
                    </a:lnTo>
                    <a:lnTo>
                      <a:pt x="324" y="330"/>
                    </a:lnTo>
                    <a:lnTo>
                      <a:pt x="324" y="330"/>
                    </a:lnTo>
                    <a:lnTo>
                      <a:pt x="325" y="340"/>
                    </a:lnTo>
                    <a:lnTo>
                      <a:pt x="326" y="319"/>
                    </a:lnTo>
                    <a:lnTo>
                      <a:pt x="326" y="318"/>
                    </a:lnTo>
                    <a:lnTo>
                      <a:pt x="326" y="309"/>
                    </a:lnTo>
                    <a:lnTo>
                      <a:pt x="327" y="333"/>
                    </a:lnTo>
                    <a:lnTo>
                      <a:pt x="327" y="326"/>
                    </a:lnTo>
                    <a:lnTo>
                      <a:pt x="327" y="326"/>
                    </a:lnTo>
                    <a:lnTo>
                      <a:pt x="328" y="314"/>
                    </a:lnTo>
                    <a:lnTo>
                      <a:pt x="329" y="337"/>
                    </a:lnTo>
                    <a:lnTo>
                      <a:pt x="329" y="335"/>
                    </a:lnTo>
                    <a:lnTo>
                      <a:pt x="329" y="334"/>
                    </a:lnTo>
                    <a:lnTo>
                      <a:pt x="329" y="321"/>
                    </a:lnTo>
                    <a:lnTo>
                      <a:pt x="330" y="342"/>
                    </a:lnTo>
                    <a:lnTo>
                      <a:pt x="330" y="339"/>
                    </a:lnTo>
                    <a:lnTo>
                      <a:pt x="331" y="338"/>
                    </a:lnTo>
                    <a:lnTo>
                      <a:pt x="331" y="344"/>
                    </a:lnTo>
                    <a:lnTo>
                      <a:pt x="332" y="247"/>
                    </a:lnTo>
                    <a:lnTo>
                      <a:pt x="332" y="294"/>
                    </a:lnTo>
                    <a:lnTo>
                      <a:pt x="332" y="298"/>
                    </a:lnTo>
                    <a:lnTo>
                      <a:pt x="333" y="434"/>
                    </a:lnTo>
                    <a:lnTo>
                      <a:pt x="333" y="270"/>
                    </a:lnTo>
                    <a:lnTo>
                      <a:pt x="333" y="268"/>
                    </a:lnTo>
                    <a:lnTo>
                      <a:pt x="334" y="259"/>
                    </a:lnTo>
                    <a:lnTo>
                      <a:pt x="335" y="341"/>
                    </a:lnTo>
                    <a:lnTo>
                      <a:pt x="335" y="334"/>
                    </a:lnTo>
                    <a:lnTo>
                      <a:pt x="335" y="334"/>
                    </a:lnTo>
                    <a:lnTo>
                      <a:pt x="336" y="340"/>
                    </a:lnTo>
                    <a:lnTo>
                      <a:pt x="336" y="307"/>
                    </a:lnTo>
                    <a:lnTo>
                      <a:pt x="336" y="307"/>
                    </a:lnTo>
                    <a:lnTo>
                      <a:pt x="337" y="301"/>
                    </a:lnTo>
                    <a:lnTo>
                      <a:pt x="338" y="340"/>
                    </a:lnTo>
                    <a:lnTo>
                      <a:pt x="338" y="334"/>
                    </a:lnTo>
                    <a:lnTo>
                      <a:pt x="338" y="334"/>
                    </a:lnTo>
                    <a:lnTo>
                      <a:pt x="338" y="335"/>
                    </a:lnTo>
                    <a:lnTo>
                      <a:pt x="339" y="322"/>
                    </a:lnTo>
                    <a:lnTo>
                      <a:pt x="339" y="329"/>
                    </a:lnTo>
                    <a:lnTo>
                      <a:pt x="340" y="330"/>
                    </a:lnTo>
                    <a:lnTo>
                      <a:pt x="340" y="339"/>
                    </a:lnTo>
                    <a:lnTo>
                      <a:pt x="341" y="306"/>
                    </a:lnTo>
                    <a:lnTo>
                      <a:pt x="341" y="320"/>
                    </a:lnTo>
                    <a:lnTo>
                      <a:pt x="341" y="320"/>
                    </a:lnTo>
                    <a:lnTo>
                      <a:pt x="342" y="333"/>
                    </a:lnTo>
                    <a:lnTo>
                      <a:pt x="342" y="319"/>
                    </a:lnTo>
                    <a:lnTo>
                      <a:pt x="342" y="318"/>
                    </a:lnTo>
                    <a:lnTo>
                      <a:pt x="343" y="335"/>
                    </a:lnTo>
                    <a:lnTo>
                      <a:pt x="344" y="317"/>
                    </a:lnTo>
                    <a:lnTo>
                      <a:pt x="344" y="316"/>
                    </a:lnTo>
                    <a:lnTo>
                      <a:pt x="345" y="330"/>
                    </a:lnTo>
                    <a:lnTo>
                      <a:pt x="345" y="301"/>
                    </a:lnTo>
                    <a:lnTo>
                      <a:pt x="345" y="304"/>
                    </a:lnTo>
                    <a:lnTo>
                      <a:pt x="345" y="303"/>
                    </a:lnTo>
                    <a:lnTo>
                      <a:pt x="346" y="290"/>
                    </a:lnTo>
                    <a:lnTo>
                      <a:pt x="347" y="369"/>
                    </a:lnTo>
                    <a:lnTo>
                      <a:pt x="347" y="352"/>
                    </a:lnTo>
                    <a:lnTo>
                      <a:pt x="347" y="351"/>
                    </a:lnTo>
                    <a:lnTo>
                      <a:pt x="348" y="260"/>
                    </a:lnTo>
                    <a:lnTo>
                      <a:pt x="348" y="352"/>
                    </a:lnTo>
                    <a:lnTo>
                      <a:pt x="348" y="355"/>
                    </a:lnTo>
                    <a:lnTo>
                      <a:pt x="349" y="389"/>
                    </a:lnTo>
                    <a:lnTo>
                      <a:pt x="350" y="309"/>
                    </a:lnTo>
                    <a:lnTo>
                      <a:pt x="350" y="308"/>
                    </a:lnTo>
                    <a:lnTo>
                      <a:pt x="351" y="295"/>
                    </a:lnTo>
                    <a:lnTo>
                      <a:pt x="351" y="335"/>
                    </a:lnTo>
                    <a:lnTo>
                      <a:pt x="351" y="335"/>
                    </a:lnTo>
                    <a:lnTo>
                      <a:pt x="352" y="337"/>
                    </a:lnTo>
                    <a:lnTo>
                      <a:pt x="353" y="322"/>
                    </a:lnTo>
                    <a:lnTo>
                      <a:pt x="353" y="327"/>
                    </a:lnTo>
                    <a:lnTo>
                      <a:pt x="353" y="326"/>
                    </a:lnTo>
                    <a:lnTo>
                      <a:pt x="354" y="313"/>
                    </a:lnTo>
                    <a:lnTo>
                      <a:pt x="354" y="314"/>
                    </a:lnTo>
                    <a:lnTo>
                      <a:pt x="355" y="314"/>
                    </a:lnTo>
                    <a:lnTo>
                      <a:pt x="355" y="311"/>
                    </a:lnTo>
                    <a:lnTo>
                      <a:pt x="356" y="333"/>
                    </a:lnTo>
                    <a:lnTo>
                      <a:pt x="356" y="329"/>
                    </a:lnTo>
                    <a:lnTo>
                      <a:pt x="356" y="329"/>
                    </a:lnTo>
                    <a:lnTo>
                      <a:pt x="356" y="321"/>
                    </a:lnTo>
                    <a:lnTo>
                      <a:pt x="357" y="351"/>
                    </a:lnTo>
                    <a:lnTo>
                      <a:pt x="357" y="342"/>
                    </a:lnTo>
                    <a:lnTo>
                      <a:pt x="357" y="340"/>
                    </a:lnTo>
                    <a:lnTo>
                      <a:pt x="358" y="306"/>
                    </a:lnTo>
                    <a:lnTo>
                      <a:pt x="359" y="322"/>
                    </a:lnTo>
                    <a:lnTo>
                      <a:pt x="359" y="323"/>
                    </a:lnTo>
                    <a:lnTo>
                      <a:pt x="360" y="321"/>
                    </a:lnTo>
                    <a:lnTo>
                      <a:pt x="360" y="341"/>
                    </a:lnTo>
                    <a:lnTo>
                      <a:pt x="360" y="342"/>
                    </a:lnTo>
                    <a:lnTo>
                      <a:pt x="361" y="342"/>
                    </a:lnTo>
                    <a:lnTo>
                      <a:pt x="362" y="315"/>
                    </a:lnTo>
                    <a:lnTo>
                      <a:pt x="362" y="325"/>
                    </a:lnTo>
                    <a:lnTo>
                      <a:pt x="362" y="324"/>
                    </a:lnTo>
                    <a:lnTo>
                      <a:pt x="363" y="304"/>
                    </a:lnTo>
                    <a:lnTo>
                      <a:pt x="363" y="339"/>
                    </a:lnTo>
                    <a:lnTo>
                      <a:pt x="364" y="339"/>
                    </a:lnTo>
                    <a:lnTo>
                      <a:pt x="364" y="340"/>
                    </a:lnTo>
                    <a:lnTo>
                      <a:pt x="364" y="331"/>
                    </a:lnTo>
                    <a:lnTo>
                      <a:pt x="365" y="334"/>
                    </a:lnTo>
                    <a:lnTo>
                      <a:pt x="365" y="334"/>
                    </a:lnTo>
                    <a:lnTo>
                      <a:pt x="365" y="334"/>
                    </a:lnTo>
                    <a:lnTo>
                      <a:pt x="366" y="320"/>
                    </a:lnTo>
                    <a:lnTo>
                      <a:pt x="366" y="321"/>
                    </a:lnTo>
                    <a:lnTo>
                      <a:pt x="366" y="321"/>
                    </a:lnTo>
                    <a:lnTo>
                      <a:pt x="367" y="309"/>
                    </a:lnTo>
                    <a:lnTo>
                      <a:pt x="368" y="319"/>
                    </a:lnTo>
                    <a:lnTo>
                      <a:pt x="368" y="319"/>
                    </a:lnTo>
                    <a:lnTo>
                      <a:pt x="368" y="316"/>
                    </a:lnTo>
                    <a:lnTo>
                      <a:pt x="369" y="334"/>
                    </a:lnTo>
                    <a:lnTo>
                      <a:pt x="369" y="334"/>
                    </a:lnTo>
                    <a:lnTo>
                      <a:pt x="369" y="333"/>
                    </a:lnTo>
                    <a:lnTo>
                      <a:pt x="370" y="334"/>
                    </a:lnTo>
                    <a:lnTo>
                      <a:pt x="371" y="279"/>
                    </a:lnTo>
                    <a:lnTo>
                      <a:pt x="371" y="279"/>
                    </a:lnTo>
                    <a:lnTo>
                      <a:pt x="371" y="277"/>
                    </a:lnTo>
                    <a:lnTo>
                      <a:pt x="372" y="350"/>
                    </a:lnTo>
                    <a:lnTo>
                      <a:pt x="372" y="336"/>
                    </a:lnTo>
                    <a:lnTo>
                      <a:pt x="372" y="335"/>
                    </a:lnTo>
                    <a:lnTo>
                      <a:pt x="373" y="314"/>
                    </a:lnTo>
                    <a:lnTo>
                      <a:pt x="374" y="363"/>
                    </a:lnTo>
                    <a:lnTo>
                      <a:pt x="374" y="338"/>
                    </a:lnTo>
                    <a:lnTo>
                      <a:pt x="374" y="336"/>
                    </a:lnTo>
                    <a:lnTo>
                      <a:pt x="375" y="303"/>
                    </a:lnTo>
                    <a:lnTo>
                      <a:pt x="375" y="353"/>
                    </a:lnTo>
                    <a:lnTo>
                      <a:pt x="375" y="340"/>
                    </a:lnTo>
                    <a:lnTo>
                      <a:pt x="375" y="339"/>
                    </a:lnTo>
                    <a:lnTo>
                      <a:pt x="377" y="316"/>
                    </a:lnTo>
                    <a:lnTo>
                      <a:pt x="377" y="317"/>
                    </a:lnTo>
                    <a:lnTo>
                      <a:pt x="378" y="332"/>
                    </a:lnTo>
                    <a:lnTo>
                      <a:pt x="378" y="310"/>
                    </a:lnTo>
                    <a:lnTo>
                      <a:pt x="378" y="314"/>
                    </a:lnTo>
                    <a:lnTo>
                      <a:pt x="379" y="315"/>
                    </a:lnTo>
                    <a:lnTo>
                      <a:pt x="379" y="340"/>
                    </a:lnTo>
                    <a:lnTo>
                      <a:pt x="380" y="332"/>
                    </a:lnTo>
                    <a:lnTo>
                      <a:pt x="380" y="332"/>
                    </a:lnTo>
                    <a:lnTo>
                      <a:pt x="380" y="335"/>
                    </a:lnTo>
                    <a:lnTo>
                      <a:pt x="381" y="307"/>
                    </a:lnTo>
                    <a:lnTo>
                      <a:pt x="381" y="308"/>
                    </a:lnTo>
                    <a:lnTo>
                      <a:pt x="381" y="308"/>
                    </a:lnTo>
                    <a:lnTo>
                      <a:pt x="382" y="307"/>
                    </a:lnTo>
                    <a:lnTo>
                      <a:pt x="383" y="328"/>
                    </a:lnTo>
                    <a:lnTo>
                      <a:pt x="383" y="323"/>
                    </a:lnTo>
                    <a:lnTo>
                      <a:pt x="383" y="323"/>
                    </a:lnTo>
                    <a:lnTo>
                      <a:pt x="384" y="314"/>
                    </a:lnTo>
                    <a:lnTo>
                      <a:pt x="384" y="332"/>
                    </a:lnTo>
                    <a:lnTo>
                      <a:pt x="384" y="329"/>
                    </a:lnTo>
                    <a:lnTo>
                      <a:pt x="384" y="330"/>
                    </a:lnTo>
                    <a:lnTo>
                      <a:pt x="386" y="349"/>
                    </a:lnTo>
                    <a:lnTo>
                      <a:pt x="386" y="321"/>
                    </a:lnTo>
                    <a:lnTo>
                      <a:pt x="386" y="319"/>
                    </a:lnTo>
                    <a:lnTo>
                      <a:pt x="387" y="241"/>
                    </a:lnTo>
                    <a:lnTo>
                      <a:pt x="388" y="449"/>
                    </a:lnTo>
                    <a:lnTo>
                      <a:pt x="388" y="442"/>
                    </a:lnTo>
                    <a:lnTo>
                      <a:pt x="388" y="439"/>
                    </a:lnTo>
                    <a:lnTo>
                      <a:pt x="389" y="65"/>
                    </a:lnTo>
                    <a:lnTo>
                      <a:pt x="389" y="425"/>
                    </a:lnTo>
                    <a:lnTo>
                      <a:pt x="389" y="435"/>
                    </a:lnTo>
                    <a:lnTo>
                      <a:pt x="390" y="690"/>
                    </a:lnTo>
                    <a:lnTo>
                      <a:pt x="391" y="116"/>
                    </a:lnTo>
                    <a:lnTo>
                      <a:pt x="391" y="115"/>
                    </a:lnTo>
                    <a:lnTo>
                      <a:pt x="391" y="112"/>
                    </a:lnTo>
                    <a:lnTo>
                      <a:pt x="392" y="379"/>
                    </a:lnTo>
                    <a:lnTo>
                      <a:pt x="392" y="377"/>
                    </a:lnTo>
                    <a:lnTo>
                      <a:pt x="392" y="377"/>
                    </a:lnTo>
                    <a:lnTo>
                      <a:pt x="393" y="351"/>
                    </a:lnTo>
                    <a:lnTo>
                      <a:pt x="394" y="365"/>
                    </a:lnTo>
                    <a:lnTo>
                      <a:pt x="394" y="367"/>
                    </a:lnTo>
                    <a:lnTo>
                      <a:pt x="394" y="379"/>
                    </a:lnTo>
                    <a:lnTo>
                      <a:pt x="395" y="263"/>
                    </a:lnTo>
                    <a:lnTo>
                      <a:pt x="395" y="299"/>
                    </a:lnTo>
                    <a:lnTo>
                      <a:pt x="395" y="300"/>
                    </a:lnTo>
                    <a:lnTo>
                      <a:pt x="395" y="289"/>
                    </a:lnTo>
                    <a:lnTo>
                      <a:pt x="396" y="366"/>
                    </a:lnTo>
                    <a:lnTo>
                      <a:pt x="397" y="339"/>
                    </a:lnTo>
                    <a:lnTo>
                      <a:pt x="397" y="336"/>
                    </a:lnTo>
                    <a:lnTo>
                      <a:pt x="397" y="285"/>
                    </a:lnTo>
                    <a:lnTo>
                      <a:pt x="398" y="324"/>
                    </a:lnTo>
                    <a:lnTo>
                      <a:pt x="398" y="324"/>
                    </a:lnTo>
                    <a:lnTo>
                      <a:pt x="398" y="336"/>
                    </a:lnTo>
                    <a:lnTo>
                      <a:pt x="400" y="318"/>
                    </a:lnTo>
                    <a:lnTo>
                      <a:pt x="400" y="324"/>
                    </a:lnTo>
                    <a:lnTo>
                      <a:pt x="400" y="324"/>
                    </a:lnTo>
                    <a:lnTo>
                      <a:pt x="400" y="327"/>
                    </a:lnTo>
                    <a:lnTo>
                      <a:pt x="401" y="300"/>
                    </a:lnTo>
                    <a:lnTo>
                      <a:pt x="401" y="309"/>
                    </a:lnTo>
                    <a:lnTo>
                      <a:pt x="401" y="309"/>
                    </a:lnTo>
                    <a:lnTo>
                      <a:pt x="403" y="334"/>
                    </a:lnTo>
                    <a:lnTo>
                      <a:pt x="403" y="335"/>
                    </a:lnTo>
                    <a:lnTo>
                      <a:pt x="404" y="253"/>
                    </a:lnTo>
                    <a:lnTo>
                      <a:pt x="404" y="380"/>
                    </a:lnTo>
                    <a:lnTo>
                      <a:pt x="404" y="381"/>
                    </a:lnTo>
                    <a:lnTo>
                      <a:pt x="404" y="438"/>
                    </a:lnTo>
                    <a:lnTo>
                      <a:pt x="406" y="275"/>
                    </a:lnTo>
                    <a:lnTo>
                      <a:pt x="406" y="288"/>
                    </a:lnTo>
                    <a:lnTo>
                      <a:pt x="406" y="289"/>
                    </a:lnTo>
                    <a:lnTo>
                      <a:pt x="407" y="343"/>
                    </a:lnTo>
                    <a:lnTo>
                      <a:pt x="407" y="344"/>
                    </a:lnTo>
                    <a:lnTo>
                      <a:pt x="407" y="344"/>
                    </a:lnTo>
                    <a:lnTo>
                      <a:pt x="408" y="315"/>
                    </a:lnTo>
                    <a:lnTo>
                      <a:pt x="409" y="328"/>
                    </a:lnTo>
                    <a:lnTo>
                      <a:pt x="409" y="328"/>
                    </a:lnTo>
                    <a:lnTo>
                      <a:pt x="409" y="321"/>
                    </a:lnTo>
                    <a:lnTo>
                      <a:pt x="410" y="337"/>
                    </a:lnTo>
                    <a:lnTo>
                      <a:pt x="410" y="324"/>
                    </a:lnTo>
                    <a:lnTo>
                      <a:pt x="410" y="323"/>
                    </a:lnTo>
                    <a:lnTo>
                      <a:pt x="410" y="315"/>
                    </a:lnTo>
                    <a:lnTo>
                      <a:pt x="412" y="331"/>
                    </a:lnTo>
                    <a:lnTo>
                      <a:pt x="412" y="323"/>
                    </a:lnTo>
                    <a:lnTo>
                      <a:pt x="412" y="322"/>
                    </a:lnTo>
                    <a:lnTo>
                      <a:pt x="413" y="308"/>
                    </a:lnTo>
                    <a:lnTo>
                      <a:pt x="413" y="337"/>
                    </a:lnTo>
                    <a:lnTo>
                      <a:pt x="413" y="337"/>
                    </a:lnTo>
                    <a:lnTo>
                      <a:pt x="413" y="337"/>
                    </a:lnTo>
                    <a:lnTo>
                      <a:pt x="413" y="338"/>
                    </a:lnTo>
                    <a:lnTo>
                      <a:pt x="414" y="314"/>
                    </a:lnTo>
                    <a:lnTo>
                      <a:pt x="415" y="332"/>
                    </a:lnTo>
                    <a:lnTo>
                      <a:pt x="415" y="332"/>
                    </a:lnTo>
                    <a:lnTo>
                      <a:pt x="415" y="339"/>
                    </a:lnTo>
                    <a:lnTo>
                      <a:pt x="416" y="317"/>
                    </a:lnTo>
                    <a:lnTo>
                      <a:pt x="416" y="317"/>
                    </a:lnTo>
                    <a:lnTo>
                      <a:pt x="416" y="317"/>
                    </a:lnTo>
                    <a:lnTo>
                      <a:pt x="416" y="317"/>
                    </a:lnTo>
                    <a:lnTo>
                      <a:pt x="417" y="331"/>
                    </a:lnTo>
                    <a:lnTo>
                      <a:pt x="418" y="320"/>
                    </a:lnTo>
                    <a:lnTo>
                      <a:pt x="418" y="320"/>
                    </a:lnTo>
                    <a:lnTo>
                      <a:pt x="418" y="319"/>
                    </a:lnTo>
                    <a:lnTo>
                      <a:pt x="419" y="339"/>
                    </a:lnTo>
                    <a:lnTo>
                      <a:pt x="419" y="325"/>
                    </a:lnTo>
                    <a:lnTo>
                      <a:pt x="419" y="324"/>
                    </a:lnTo>
                    <a:lnTo>
                      <a:pt x="420" y="298"/>
                    </a:lnTo>
                    <a:lnTo>
                      <a:pt x="421" y="342"/>
                    </a:lnTo>
                    <a:lnTo>
                      <a:pt x="421" y="343"/>
                    </a:lnTo>
                    <a:lnTo>
                      <a:pt x="421" y="348"/>
                    </a:lnTo>
                    <a:lnTo>
                      <a:pt x="422" y="315"/>
                    </a:lnTo>
                    <a:lnTo>
                      <a:pt x="422" y="320"/>
                    </a:lnTo>
                    <a:lnTo>
                      <a:pt x="422" y="320"/>
                    </a:lnTo>
                    <a:lnTo>
                      <a:pt x="422" y="318"/>
                    </a:lnTo>
                    <a:lnTo>
                      <a:pt x="423" y="337"/>
                    </a:lnTo>
                    <a:lnTo>
                      <a:pt x="424" y="329"/>
                    </a:lnTo>
                    <a:lnTo>
                      <a:pt x="424" y="329"/>
                    </a:lnTo>
                    <a:lnTo>
                      <a:pt x="424" y="317"/>
                    </a:lnTo>
                    <a:lnTo>
                      <a:pt x="425" y="332"/>
                    </a:lnTo>
                    <a:lnTo>
                      <a:pt x="425" y="331"/>
                    </a:lnTo>
                    <a:lnTo>
                      <a:pt x="425" y="331"/>
                    </a:lnTo>
                    <a:lnTo>
                      <a:pt x="427" y="297"/>
                    </a:lnTo>
                    <a:lnTo>
                      <a:pt x="427" y="298"/>
                    </a:lnTo>
                    <a:lnTo>
                      <a:pt x="427" y="299"/>
                    </a:lnTo>
                    <a:lnTo>
                      <a:pt x="428" y="338"/>
                    </a:lnTo>
                    <a:lnTo>
                      <a:pt x="428" y="318"/>
                    </a:lnTo>
                    <a:lnTo>
                      <a:pt x="428" y="319"/>
                    </a:lnTo>
                    <a:lnTo>
                      <a:pt x="428" y="315"/>
                    </a:lnTo>
                    <a:lnTo>
                      <a:pt x="430" y="334"/>
                    </a:lnTo>
                    <a:lnTo>
                      <a:pt x="430" y="328"/>
                    </a:lnTo>
                    <a:lnTo>
                      <a:pt x="430" y="327"/>
                    </a:lnTo>
                    <a:lnTo>
                      <a:pt x="430" y="317"/>
                    </a:lnTo>
                    <a:lnTo>
                      <a:pt x="431" y="328"/>
                    </a:lnTo>
                    <a:lnTo>
                      <a:pt x="431" y="328"/>
                    </a:lnTo>
                    <a:lnTo>
                      <a:pt x="432" y="340"/>
                    </a:lnTo>
                    <a:lnTo>
                      <a:pt x="433" y="231"/>
                    </a:lnTo>
                    <a:lnTo>
                      <a:pt x="433" y="245"/>
                    </a:lnTo>
                    <a:lnTo>
                      <a:pt x="433" y="251"/>
                    </a:lnTo>
                    <a:lnTo>
                      <a:pt x="434" y="464"/>
                    </a:lnTo>
                    <a:lnTo>
                      <a:pt x="434" y="281"/>
                    </a:lnTo>
                    <a:lnTo>
                      <a:pt x="434" y="279"/>
                    </a:lnTo>
                    <a:lnTo>
                      <a:pt x="434" y="273"/>
                    </a:lnTo>
                    <a:lnTo>
                      <a:pt x="436" y="324"/>
                    </a:lnTo>
                    <a:lnTo>
                      <a:pt x="436" y="324"/>
                    </a:lnTo>
                    <a:lnTo>
                      <a:pt x="436" y="342"/>
                    </a:lnTo>
                    <a:lnTo>
                      <a:pt x="437" y="328"/>
                    </a:lnTo>
                    <a:lnTo>
                      <a:pt x="437" y="328"/>
                    </a:lnTo>
                    <a:lnTo>
                      <a:pt x="437" y="329"/>
                    </a:lnTo>
                    <a:lnTo>
                      <a:pt x="438" y="298"/>
                    </a:lnTo>
                    <a:lnTo>
                      <a:pt x="439" y="316"/>
                    </a:lnTo>
                    <a:lnTo>
                      <a:pt x="439" y="317"/>
                    </a:lnTo>
                    <a:lnTo>
                      <a:pt x="439" y="338"/>
                    </a:lnTo>
                    <a:lnTo>
                      <a:pt x="440" y="315"/>
                    </a:lnTo>
                    <a:lnTo>
                      <a:pt x="440" y="315"/>
                    </a:lnTo>
                    <a:lnTo>
                      <a:pt x="441" y="312"/>
                    </a:lnTo>
                    <a:lnTo>
                      <a:pt x="442" y="330"/>
                    </a:lnTo>
                    <a:lnTo>
                      <a:pt x="442" y="330"/>
                    </a:lnTo>
                    <a:lnTo>
                      <a:pt x="442" y="342"/>
                    </a:lnTo>
                    <a:lnTo>
                      <a:pt x="443" y="316"/>
                    </a:lnTo>
                    <a:lnTo>
                      <a:pt x="443" y="316"/>
                    </a:lnTo>
                    <a:lnTo>
                      <a:pt x="443" y="316"/>
                    </a:lnTo>
                    <a:lnTo>
                      <a:pt x="444" y="340"/>
                    </a:lnTo>
                    <a:lnTo>
                      <a:pt x="445" y="320"/>
                    </a:lnTo>
                    <a:lnTo>
                      <a:pt x="445" y="320"/>
                    </a:lnTo>
                    <a:lnTo>
                      <a:pt x="445" y="310"/>
                    </a:lnTo>
                    <a:lnTo>
                      <a:pt x="446" y="329"/>
                    </a:lnTo>
                    <a:lnTo>
                      <a:pt x="446" y="329"/>
                    </a:lnTo>
                    <a:lnTo>
                      <a:pt x="446" y="331"/>
                    </a:lnTo>
                    <a:lnTo>
                      <a:pt x="448" y="318"/>
                    </a:lnTo>
                    <a:lnTo>
                      <a:pt x="448" y="321"/>
                    </a:lnTo>
                    <a:lnTo>
                      <a:pt x="448" y="321"/>
                    </a:lnTo>
                    <a:lnTo>
                      <a:pt x="448" y="319"/>
                    </a:lnTo>
                    <a:lnTo>
                      <a:pt x="449" y="331"/>
                    </a:lnTo>
                    <a:lnTo>
                      <a:pt x="449" y="328"/>
                    </a:lnTo>
                    <a:lnTo>
                      <a:pt x="449" y="328"/>
                    </a:lnTo>
                    <a:lnTo>
                      <a:pt x="449" y="322"/>
                    </a:lnTo>
                    <a:lnTo>
                      <a:pt x="451" y="345"/>
                    </a:lnTo>
                    <a:lnTo>
                      <a:pt x="451" y="338"/>
                    </a:lnTo>
                    <a:lnTo>
                      <a:pt x="451" y="337"/>
                    </a:lnTo>
                    <a:lnTo>
                      <a:pt x="452" y="293"/>
                    </a:lnTo>
                    <a:lnTo>
                      <a:pt x="452" y="327"/>
                    </a:lnTo>
                    <a:lnTo>
                      <a:pt x="452" y="328"/>
                    </a:lnTo>
                    <a:lnTo>
                      <a:pt x="453" y="357"/>
                    </a:lnTo>
                    <a:lnTo>
                      <a:pt x="454" y="303"/>
                    </a:lnTo>
                    <a:lnTo>
                      <a:pt x="454" y="301"/>
                    </a:lnTo>
                    <a:lnTo>
                      <a:pt x="455" y="271"/>
                    </a:lnTo>
                    <a:lnTo>
                      <a:pt x="455" y="372"/>
                    </a:lnTo>
                    <a:lnTo>
                      <a:pt x="455" y="369"/>
                    </a:lnTo>
                    <a:lnTo>
                      <a:pt x="455" y="370"/>
                    </a:lnTo>
                    <a:lnTo>
                      <a:pt x="455" y="410"/>
                    </a:lnTo>
                    <a:lnTo>
                      <a:pt x="457" y="220"/>
                    </a:lnTo>
                    <a:lnTo>
                      <a:pt x="457" y="278"/>
                    </a:lnTo>
                    <a:lnTo>
                      <a:pt x="457" y="283"/>
                    </a:lnTo>
                    <a:lnTo>
                      <a:pt x="457" y="414"/>
                    </a:lnTo>
                    <a:lnTo>
                      <a:pt x="458" y="311"/>
                    </a:lnTo>
                    <a:lnTo>
                      <a:pt x="458" y="310"/>
                    </a:lnTo>
                    <a:lnTo>
                      <a:pt x="459" y="298"/>
                    </a:lnTo>
                    <a:lnTo>
                      <a:pt x="460" y="310"/>
                    </a:lnTo>
                    <a:lnTo>
                      <a:pt x="460" y="311"/>
                    </a:lnTo>
                    <a:lnTo>
                      <a:pt x="461" y="351"/>
                    </a:lnTo>
                    <a:lnTo>
                      <a:pt x="461" y="315"/>
                    </a:lnTo>
                    <a:lnTo>
                      <a:pt x="461" y="314"/>
                    </a:lnTo>
                    <a:lnTo>
                      <a:pt x="462" y="308"/>
                    </a:lnTo>
                    <a:lnTo>
                      <a:pt x="462" y="330"/>
                    </a:lnTo>
                    <a:lnTo>
                      <a:pt x="463" y="315"/>
                    </a:lnTo>
                    <a:lnTo>
                      <a:pt x="463" y="315"/>
                    </a:lnTo>
                    <a:lnTo>
                      <a:pt x="463" y="313"/>
                    </a:lnTo>
                    <a:lnTo>
                      <a:pt x="464" y="337"/>
                    </a:lnTo>
                    <a:lnTo>
                      <a:pt x="464" y="335"/>
                    </a:lnTo>
                    <a:lnTo>
                      <a:pt x="465" y="334"/>
                    </a:lnTo>
                    <a:lnTo>
                      <a:pt x="465" y="319"/>
                    </a:lnTo>
                    <a:lnTo>
                      <a:pt x="466" y="331"/>
                    </a:lnTo>
                    <a:lnTo>
                      <a:pt x="466" y="331"/>
                    </a:lnTo>
                    <a:lnTo>
                      <a:pt x="466" y="332"/>
                    </a:lnTo>
                    <a:lnTo>
                      <a:pt x="467" y="320"/>
                    </a:lnTo>
                    <a:lnTo>
                      <a:pt x="467" y="325"/>
                    </a:lnTo>
                    <a:lnTo>
                      <a:pt x="467" y="326"/>
                    </a:lnTo>
                    <a:lnTo>
                      <a:pt x="468" y="332"/>
                    </a:lnTo>
                    <a:lnTo>
                      <a:pt x="469" y="305"/>
                    </a:lnTo>
                    <a:lnTo>
                      <a:pt x="469" y="306"/>
                    </a:lnTo>
                    <a:lnTo>
                      <a:pt x="469" y="306"/>
                    </a:lnTo>
                    <a:lnTo>
                      <a:pt x="469" y="303"/>
                    </a:lnTo>
                    <a:lnTo>
                      <a:pt x="470" y="334"/>
                    </a:lnTo>
                    <a:lnTo>
                      <a:pt x="470" y="325"/>
                    </a:lnTo>
                    <a:lnTo>
                      <a:pt x="470" y="324"/>
                    </a:lnTo>
                    <a:lnTo>
                      <a:pt x="471" y="312"/>
                    </a:lnTo>
                    <a:lnTo>
                      <a:pt x="472" y="319"/>
                    </a:lnTo>
                    <a:lnTo>
                      <a:pt x="472" y="320"/>
                    </a:lnTo>
                    <a:lnTo>
                      <a:pt x="472" y="343"/>
                    </a:lnTo>
                    <a:lnTo>
                      <a:pt x="473" y="322"/>
                    </a:lnTo>
                    <a:lnTo>
                      <a:pt x="473" y="322"/>
                    </a:lnTo>
                    <a:lnTo>
                      <a:pt x="474" y="308"/>
                    </a:lnTo>
                    <a:lnTo>
                      <a:pt x="475" y="329"/>
                    </a:lnTo>
                    <a:lnTo>
                      <a:pt x="475" y="328"/>
                    </a:lnTo>
                    <a:lnTo>
                      <a:pt x="475" y="328"/>
                    </a:lnTo>
                    <a:lnTo>
                      <a:pt x="476" y="310"/>
                    </a:lnTo>
                    <a:lnTo>
                      <a:pt x="476" y="336"/>
                    </a:lnTo>
                    <a:lnTo>
                      <a:pt x="476" y="337"/>
                    </a:lnTo>
                    <a:lnTo>
                      <a:pt x="477" y="373"/>
                    </a:lnTo>
                    <a:lnTo>
                      <a:pt x="478" y="287"/>
                    </a:lnTo>
                    <a:lnTo>
                      <a:pt x="478" y="289"/>
                    </a:lnTo>
                    <a:lnTo>
                      <a:pt x="478" y="290"/>
                    </a:lnTo>
                    <a:lnTo>
                      <a:pt x="478" y="357"/>
                    </a:lnTo>
                    <a:lnTo>
                      <a:pt x="479" y="321"/>
                    </a:lnTo>
                    <a:lnTo>
                      <a:pt x="480" y="320"/>
                    </a:lnTo>
                    <a:lnTo>
                      <a:pt x="480" y="303"/>
                    </a:lnTo>
                    <a:lnTo>
                      <a:pt x="481" y="327"/>
                    </a:lnTo>
                    <a:lnTo>
                      <a:pt x="481" y="326"/>
                    </a:lnTo>
                    <a:lnTo>
                      <a:pt x="481" y="325"/>
                    </a:lnTo>
                    <a:lnTo>
                      <a:pt x="482" y="332"/>
                    </a:lnTo>
                    <a:lnTo>
                      <a:pt x="482" y="319"/>
                    </a:lnTo>
                    <a:lnTo>
                      <a:pt x="482" y="319"/>
                    </a:lnTo>
                    <a:lnTo>
                      <a:pt x="482" y="319"/>
                    </a:lnTo>
                    <a:lnTo>
                      <a:pt x="483" y="312"/>
                    </a:lnTo>
                    <a:lnTo>
                      <a:pt x="483" y="332"/>
                    </a:lnTo>
                    <a:lnTo>
                      <a:pt x="484" y="328"/>
                    </a:lnTo>
                    <a:lnTo>
                      <a:pt x="484" y="328"/>
                    </a:lnTo>
                    <a:lnTo>
                      <a:pt x="484" y="319"/>
                    </a:lnTo>
                    <a:lnTo>
                      <a:pt x="485" y="346"/>
                    </a:lnTo>
                    <a:lnTo>
                      <a:pt x="485" y="345"/>
                    </a:lnTo>
                    <a:lnTo>
                      <a:pt x="486" y="372"/>
                    </a:lnTo>
                    <a:lnTo>
                      <a:pt x="487" y="207"/>
                    </a:lnTo>
                    <a:lnTo>
                      <a:pt x="487" y="234"/>
                    </a:lnTo>
                    <a:lnTo>
                      <a:pt x="487" y="237"/>
                    </a:lnTo>
                    <a:lnTo>
                      <a:pt x="487" y="495"/>
                    </a:lnTo>
                    <a:lnTo>
                      <a:pt x="488" y="226"/>
                    </a:lnTo>
                    <a:lnTo>
                      <a:pt x="489" y="223"/>
                    </a:lnTo>
                    <a:lnTo>
                      <a:pt x="489" y="207"/>
                    </a:lnTo>
                    <a:lnTo>
                      <a:pt x="490" y="340"/>
                    </a:lnTo>
                    <a:lnTo>
                      <a:pt x="490" y="341"/>
                    </a:lnTo>
                    <a:lnTo>
                      <a:pt x="490" y="371"/>
                    </a:lnTo>
                    <a:lnTo>
                      <a:pt x="491" y="316"/>
                    </a:lnTo>
                    <a:lnTo>
                      <a:pt x="491" y="316"/>
                    </a:lnTo>
                    <a:lnTo>
                      <a:pt x="492" y="307"/>
                    </a:lnTo>
                    <a:lnTo>
                      <a:pt x="493" y="336"/>
                    </a:lnTo>
                    <a:lnTo>
                      <a:pt x="493" y="325"/>
                    </a:lnTo>
                    <a:lnTo>
                      <a:pt x="493" y="323"/>
                    </a:lnTo>
                    <a:lnTo>
                      <a:pt x="493" y="327"/>
                    </a:lnTo>
                    <a:lnTo>
                      <a:pt x="494" y="253"/>
                    </a:lnTo>
                    <a:lnTo>
                      <a:pt x="494" y="257"/>
                    </a:lnTo>
                    <a:lnTo>
                      <a:pt x="494" y="259"/>
                    </a:lnTo>
                    <a:lnTo>
                      <a:pt x="495" y="434"/>
                    </a:lnTo>
                    <a:lnTo>
                      <a:pt x="496" y="274"/>
                    </a:lnTo>
                    <a:lnTo>
                      <a:pt x="496" y="274"/>
                    </a:lnTo>
                    <a:lnTo>
                      <a:pt x="496" y="270"/>
                    </a:lnTo>
                    <a:lnTo>
                      <a:pt x="497" y="385"/>
                    </a:lnTo>
                    <a:lnTo>
                      <a:pt x="497" y="385"/>
                    </a:lnTo>
                    <a:lnTo>
                      <a:pt x="498" y="386"/>
                    </a:lnTo>
                    <a:lnTo>
                      <a:pt x="498" y="251"/>
                    </a:lnTo>
                    <a:lnTo>
                      <a:pt x="499" y="340"/>
                    </a:lnTo>
                    <a:lnTo>
                      <a:pt x="499" y="341"/>
                    </a:lnTo>
                    <a:lnTo>
                      <a:pt x="499" y="358"/>
                    </a:lnTo>
                    <a:lnTo>
                      <a:pt x="500" y="310"/>
                    </a:lnTo>
                    <a:lnTo>
                      <a:pt x="500" y="311"/>
                    </a:lnTo>
                    <a:lnTo>
                      <a:pt x="500" y="311"/>
                    </a:lnTo>
                    <a:lnTo>
                      <a:pt x="501" y="350"/>
                    </a:lnTo>
                    <a:lnTo>
                      <a:pt x="502" y="311"/>
                    </a:lnTo>
                    <a:lnTo>
                      <a:pt x="502" y="309"/>
                    </a:lnTo>
                    <a:lnTo>
                      <a:pt x="502" y="298"/>
                    </a:lnTo>
                    <a:lnTo>
                      <a:pt x="503" y="338"/>
                    </a:lnTo>
                    <a:lnTo>
                      <a:pt x="504" y="339"/>
                    </a:lnTo>
                    <a:lnTo>
                      <a:pt x="504" y="341"/>
                    </a:lnTo>
                    <a:lnTo>
                      <a:pt x="504" y="309"/>
                    </a:lnTo>
                    <a:lnTo>
                      <a:pt x="505" y="333"/>
                    </a:lnTo>
                    <a:lnTo>
                      <a:pt x="505" y="334"/>
                    </a:lnTo>
                    <a:lnTo>
                      <a:pt x="505" y="347"/>
                    </a:lnTo>
                    <a:lnTo>
                      <a:pt x="506" y="312"/>
                    </a:lnTo>
                    <a:lnTo>
                      <a:pt x="506" y="324"/>
                    </a:lnTo>
                    <a:lnTo>
                      <a:pt x="506" y="325"/>
                    </a:lnTo>
                    <a:lnTo>
                      <a:pt x="507" y="331"/>
                    </a:lnTo>
                    <a:lnTo>
                      <a:pt x="508" y="271"/>
                    </a:lnTo>
                    <a:lnTo>
                      <a:pt x="508" y="290"/>
                    </a:lnTo>
                    <a:lnTo>
                      <a:pt x="508" y="292"/>
                    </a:lnTo>
                    <a:lnTo>
                      <a:pt x="508" y="392"/>
                    </a:lnTo>
                    <a:lnTo>
                      <a:pt x="509" y="274"/>
                    </a:lnTo>
                    <a:lnTo>
                      <a:pt x="509" y="275"/>
                    </a:lnTo>
                    <a:lnTo>
                      <a:pt x="510" y="272"/>
                    </a:lnTo>
                    <a:lnTo>
                      <a:pt x="510" y="338"/>
                    </a:lnTo>
                    <a:lnTo>
                      <a:pt x="511" y="328"/>
                    </a:lnTo>
                    <a:lnTo>
                      <a:pt x="511" y="328"/>
                    </a:lnTo>
                    <a:lnTo>
                      <a:pt x="511" y="343"/>
                    </a:lnTo>
                    <a:lnTo>
                      <a:pt x="512" y="293"/>
                    </a:lnTo>
                    <a:lnTo>
                      <a:pt x="512" y="324"/>
                    </a:lnTo>
                    <a:lnTo>
                      <a:pt x="513" y="326"/>
                    </a:lnTo>
                    <a:lnTo>
                      <a:pt x="513" y="445"/>
                    </a:lnTo>
                    <a:lnTo>
                      <a:pt x="514" y="175"/>
                    </a:lnTo>
                    <a:lnTo>
                      <a:pt x="514" y="175"/>
                    </a:lnTo>
                    <a:lnTo>
                      <a:pt x="514" y="174"/>
                    </a:lnTo>
                    <a:lnTo>
                      <a:pt x="515" y="423"/>
                    </a:lnTo>
                    <a:lnTo>
                      <a:pt x="515" y="408"/>
                    </a:lnTo>
                    <a:lnTo>
                      <a:pt x="515" y="406"/>
                    </a:lnTo>
                    <a:lnTo>
                      <a:pt x="517" y="258"/>
                    </a:lnTo>
                    <a:lnTo>
                      <a:pt x="517" y="254"/>
                    </a:lnTo>
                    <a:lnTo>
                      <a:pt x="517" y="120"/>
                    </a:lnTo>
                    <a:lnTo>
                      <a:pt x="518" y="457"/>
                    </a:lnTo>
                    <a:lnTo>
                      <a:pt x="518" y="462"/>
                    </a:lnTo>
                    <a:lnTo>
                      <a:pt x="519" y="476"/>
                    </a:lnTo>
                    <a:lnTo>
                      <a:pt x="520" y="286"/>
                    </a:lnTo>
                    <a:lnTo>
                      <a:pt x="520" y="284"/>
                    </a:lnTo>
                    <a:lnTo>
                      <a:pt x="520" y="269"/>
                    </a:lnTo>
                    <a:lnTo>
                      <a:pt x="521" y="328"/>
                    </a:lnTo>
                    <a:lnTo>
                      <a:pt x="521" y="328"/>
                    </a:lnTo>
                    <a:lnTo>
                      <a:pt x="522" y="319"/>
                    </a:lnTo>
                    <a:lnTo>
                      <a:pt x="523" y="338"/>
                    </a:lnTo>
                    <a:lnTo>
                      <a:pt x="523" y="336"/>
                    </a:lnTo>
                    <a:lnTo>
                      <a:pt x="523" y="335"/>
                    </a:lnTo>
                    <a:lnTo>
                      <a:pt x="523" y="318"/>
                    </a:lnTo>
                    <a:lnTo>
                      <a:pt x="524" y="322"/>
                    </a:lnTo>
                    <a:lnTo>
                      <a:pt x="524" y="322"/>
                    </a:lnTo>
                    <a:lnTo>
                      <a:pt x="525" y="340"/>
                    </a:lnTo>
                    <a:lnTo>
                      <a:pt x="526" y="317"/>
                    </a:lnTo>
                    <a:lnTo>
                      <a:pt x="526" y="315"/>
                    </a:lnTo>
                    <a:lnTo>
                      <a:pt x="527" y="308"/>
                    </a:lnTo>
                    <a:lnTo>
                      <a:pt x="527" y="338"/>
                    </a:lnTo>
                    <a:lnTo>
                      <a:pt x="527" y="332"/>
                    </a:lnTo>
                    <a:lnTo>
                      <a:pt x="528" y="332"/>
                    </a:lnTo>
                    <a:lnTo>
                      <a:pt x="528" y="323"/>
                    </a:lnTo>
                    <a:lnTo>
                      <a:pt x="528" y="347"/>
                    </a:lnTo>
                    <a:lnTo>
                      <a:pt x="529" y="326"/>
                    </a:lnTo>
                    <a:lnTo>
                      <a:pt x="529" y="324"/>
                    </a:lnTo>
                    <a:lnTo>
                      <a:pt x="530" y="296"/>
                    </a:lnTo>
                    <a:lnTo>
                      <a:pt x="530" y="313"/>
                    </a:lnTo>
                    <a:lnTo>
                      <a:pt x="530" y="313"/>
                    </a:lnTo>
                    <a:lnTo>
                      <a:pt x="531" y="307"/>
                    </a:lnTo>
                    <a:lnTo>
                      <a:pt x="531" y="351"/>
                    </a:lnTo>
                    <a:lnTo>
                      <a:pt x="532" y="315"/>
                    </a:lnTo>
                    <a:lnTo>
                      <a:pt x="532" y="313"/>
                    </a:lnTo>
                    <a:lnTo>
                      <a:pt x="532" y="295"/>
                    </a:lnTo>
                    <a:lnTo>
                      <a:pt x="533" y="339"/>
                    </a:lnTo>
                    <a:lnTo>
                      <a:pt x="533" y="326"/>
                    </a:lnTo>
                    <a:lnTo>
                      <a:pt x="533" y="326"/>
                    </a:lnTo>
                    <a:lnTo>
                      <a:pt x="534" y="311"/>
                    </a:lnTo>
                    <a:lnTo>
                      <a:pt x="535" y="341"/>
                    </a:lnTo>
                    <a:lnTo>
                      <a:pt x="535" y="327"/>
                    </a:lnTo>
                    <a:lnTo>
                      <a:pt x="535" y="326"/>
                    </a:lnTo>
                    <a:lnTo>
                      <a:pt x="536" y="340"/>
                    </a:lnTo>
                    <a:lnTo>
                      <a:pt x="536" y="297"/>
                    </a:lnTo>
                    <a:lnTo>
                      <a:pt x="537" y="296"/>
                    </a:lnTo>
                    <a:lnTo>
                      <a:pt x="537" y="292"/>
                    </a:lnTo>
                    <a:lnTo>
                      <a:pt x="538" y="343"/>
                    </a:lnTo>
                    <a:lnTo>
                      <a:pt x="538" y="337"/>
                    </a:lnTo>
                    <a:lnTo>
                      <a:pt x="538" y="337"/>
                    </a:lnTo>
                    <a:lnTo>
                      <a:pt x="538" y="332"/>
                    </a:lnTo>
                    <a:lnTo>
                      <a:pt x="539" y="367"/>
                    </a:lnTo>
                    <a:lnTo>
                      <a:pt x="539" y="367"/>
                    </a:lnTo>
                    <a:lnTo>
                      <a:pt x="540" y="248"/>
                    </a:lnTo>
                    <a:lnTo>
                      <a:pt x="541" y="356"/>
                    </a:lnTo>
                    <a:lnTo>
                      <a:pt x="541" y="357"/>
                    </a:lnTo>
                    <a:lnTo>
                      <a:pt x="541" y="362"/>
                    </a:lnTo>
                    <a:lnTo>
                      <a:pt x="542" y="307"/>
                    </a:lnTo>
                    <a:lnTo>
                      <a:pt x="542" y="307"/>
                    </a:lnTo>
                    <a:lnTo>
                      <a:pt x="543" y="295"/>
                    </a:lnTo>
                    <a:lnTo>
                      <a:pt x="544" y="387"/>
                    </a:lnTo>
                    <a:lnTo>
                      <a:pt x="544" y="391"/>
                    </a:lnTo>
                    <a:lnTo>
                      <a:pt x="544" y="438"/>
                    </a:lnTo>
                    <a:lnTo>
                      <a:pt x="545" y="161"/>
                    </a:lnTo>
                    <a:lnTo>
                      <a:pt x="545" y="241"/>
                    </a:lnTo>
                    <a:lnTo>
                      <a:pt x="545" y="250"/>
                    </a:lnTo>
                    <a:lnTo>
                      <a:pt x="546" y="432"/>
                    </a:lnTo>
                    <a:lnTo>
                      <a:pt x="547" y="337"/>
                    </a:lnTo>
                    <a:lnTo>
                      <a:pt x="547" y="334"/>
                    </a:lnTo>
                    <a:lnTo>
                      <a:pt x="548" y="239"/>
                    </a:lnTo>
                    <a:lnTo>
                      <a:pt x="548" y="381"/>
                    </a:lnTo>
                    <a:lnTo>
                      <a:pt x="548" y="382"/>
                    </a:lnTo>
                    <a:lnTo>
                      <a:pt x="549" y="382"/>
                    </a:lnTo>
                    <a:lnTo>
                      <a:pt x="549" y="286"/>
                    </a:lnTo>
                    <a:lnTo>
                      <a:pt x="550" y="332"/>
                    </a:lnTo>
                    <a:lnTo>
                      <a:pt x="550" y="332"/>
                    </a:lnTo>
                    <a:lnTo>
                      <a:pt x="550" y="349"/>
                    </a:lnTo>
                    <a:lnTo>
                      <a:pt x="551" y="313"/>
                    </a:lnTo>
                    <a:lnTo>
                      <a:pt x="551" y="312"/>
                    </a:lnTo>
                    <a:lnTo>
                      <a:pt x="552" y="311"/>
                    </a:lnTo>
                    <a:lnTo>
                      <a:pt x="552" y="373"/>
                    </a:lnTo>
                    <a:lnTo>
                      <a:pt x="553" y="329"/>
                    </a:lnTo>
                    <a:lnTo>
                      <a:pt x="553" y="328"/>
                    </a:lnTo>
                    <a:lnTo>
                      <a:pt x="554" y="238"/>
                    </a:lnTo>
                    <a:lnTo>
                      <a:pt x="554" y="346"/>
                    </a:lnTo>
                    <a:lnTo>
                      <a:pt x="554" y="349"/>
                    </a:lnTo>
                    <a:lnTo>
                      <a:pt x="555" y="414"/>
                    </a:lnTo>
                    <a:lnTo>
                      <a:pt x="556" y="276"/>
                    </a:lnTo>
                    <a:lnTo>
                      <a:pt x="556" y="270"/>
                    </a:lnTo>
                    <a:lnTo>
                      <a:pt x="557" y="211"/>
                    </a:lnTo>
                    <a:lnTo>
                      <a:pt x="557" y="374"/>
                    </a:lnTo>
                    <a:lnTo>
                      <a:pt x="557" y="371"/>
                    </a:lnTo>
                    <a:lnTo>
                      <a:pt x="557" y="369"/>
                    </a:lnTo>
                    <a:lnTo>
                      <a:pt x="558" y="305"/>
                    </a:lnTo>
                    <a:lnTo>
                      <a:pt x="559" y="342"/>
                    </a:lnTo>
                    <a:lnTo>
                      <a:pt x="559" y="345"/>
                    </a:lnTo>
                    <a:lnTo>
                      <a:pt x="559" y="384"/>
                    </a:lnTo>
                    <a:lnTo>
                      <a:pt x="560" y="259"/>
                    </a:lnTo>
                    <a:lnTo>
                      <a:pt x="560" y="307"/>
                    </a:lnTo>
                    <a:lnTo>
                      <a:pt x="561" y="310"/>
                    </a:lnTo>
                    <a:lnTo>
                      <a:pt x="561" y="360"/>
                    </a:lnTo>
                    <a:lnTo>
                      <a:pt x="562" y="285"/>
                    </a:lnTo>
                    <a:lnTo>
                      <a:pt x="562" y="307"/>
                    </a:lnTo>
                    <a:lnTo>
                      <a:pt x="562" y="308"/>
                    </a:lnTo>
                    <a:lnTo>
                      <a:pt x="563" y="384"/>
                    </a:lnTo>
                    <a:lnTo>
                      <a:pt x="563" y="315"/>
                    </a:lnTo>
                    <a:lnTo>
                      <a:pt x="563" y="315"/>
                    </a:lnTo>
                    <a:lnTo>
                      <a:pt x="564" y="324"/>
                    </a:lnTo>
                    <a:lnTo>
                      <a:pt x="565" y="255"/>
                    </a:lnTo>
                    <a:lnTo>
                      <a:pt x="565" y="254"/>
                    </a:lnTo>
                    <a:lnTo>
                      <a:pt x="565" y="254"/>
                    </a:lnTo>
                    <a:lnTo>
                      <a:pt x="566" y="427"/>
                    </a:lnTo>
                    <a:lnTo>
                      <a:pt x="566" y="373"/>
                    </a:lnTo>
                    <a:lnTo>
                      <a:pt x="566" y="368"/>
                    </a:lnTo>
                    <a:lnTo>
                      <a:pt x="567" y="208"/>
                    </a:lnTo>
                    <a:lnTo>
                      <a:pt x="568" y="370"/>
                    </a:lnTo>
                    <a:lnTo>
                      <a:pt x="568" y="368"/>
                    </a:lnTo>
                    <a:lnTo>
                      <a:pt x="568" y="365"/>
                    </a:lnTo>
                    <a:lnTo>
                      <a:pt x="569" y="283"/>
                    </a:lnTo>
                    <a:lnTo>
                      <a:pt x="569" y="434"/>
                    </a:lnTo>
                    <a:lnTo>
                      <a:pt x="569" y="377"/>
                    </a:lnTo>
                    <a:lnTo>
                      <a:pt x="569" y="373"/>
                    </a:lnTo>
                    <a:lnTo>
                      <a:pt x="570" y="242"/>
                    </a:lnTo>
                    <a:lnTo>
                      <a:pt x="571" y="358"/>
                    </a:lnTo>
                    <a:lnTo>
                      <a:pt x="571" y="357"/>
                    </a:lnTo>
                    <a:lnTo>
                      <a:pt x="572" y="311"/>
                    </a:lnTo>
                    <a:lnTo>
                      <a:pt x="572" y="402"/>
                    </a:lnTo>
                    <a:lnTo>
                      <a:pt x="572" y="372"/>
                    </a:lnTo>
                    <a:lnTo>
                      <a:pt x="572" y="370"/>
                    </a:lnTo>
                    <a:lnTo>
                      <a:pt x="573" y="257"/>
                    </a:lnTo>
                    <a:lnTo>
                      <a:pt x="574" y="342"/>
                    </a:lnTo>
                    <a:lnTo>
                      <a:pt x="574" y="343"/>
                    </a:lnTo>
                    <a:lnTo>
                      <a:pt x="574" y="351"/>
                    </a:lnTo>
                    <a:lnTo>
                      <a:pt x="575" y="309"/>
                    </a:lnTo>
                    <a:lnTo>
                      <a:pt x="575" y="340"/>
                    </a:lnTo>
                    <a:lnTo>
                      <a:pt x="575" y="341"/>
                    </a:lnTo>
                    <a:lnTo>
                      <a:pt x="576" y="257"/>
                    </a:lnTo>
                    <a:lnTo>
                      <a:pt x="577" y="400"/>
                    </a:lnTo>
                    <a:lnTo>
                      <a:pt x="577" y="399"/>
                    </a:lnTo>
                    <a:lnTo>
                      <a:pt x="577" y="399"/>
                    </a:lnTo>
                    <a:lnTo>
                      <a:pt x="578" y="261"/>
                    </a:lnTo>
                    <a:lnTo>
                      <a:pt x="578" y="333"/>
                    </a:lnTo>
                    <a:lnTo>
                      <a:pt x="578" y="335"/>
                    </a:lnTo>
                    <a:lnTo>
                      <a:pt x="579" y="358"/>
                    </a:lnTo>
                    <a:lnTo>
                      <a:pt x="579" y="314"/>
                    </a:lnTo>
                    <a:lnTo>
                      <a:pt x="580" y="325"/>
                    </a:lnTo>
                    <a:lnTo>
                      <a:pt x="580" y="325"/>
                    </a:lnTo>
                    <a:lnTo>
                      <a:pt x="580" y="340"/>
                    </a:lnTo>
                    <a:lnTo>
                      <a:pt x="581" y="313"/>
                    </a:lnTo>
                    <a:lnTo>
                      <a:pt x="581" y="313"/>
                    </a:lnTo>
                    <a:lnTo>
                      <a:pt x="581" y="314"/>
                    </a:lnTo>
                    <a:lnTo>
                      <a:pt x="582" y="314"/>
                    </a:lnTo>
                    <a:lnTo>
                      <a:pt x="582" y="321"/>
                    </a:lnTo>
                    <a:lnTo>
                      <a:pt x="583" y="316"/>
                    </a:lnTo>
                    <a:lnTo>
                      <a:pt x="583" y="316"/>
                    </a:lnTo>
                    <a:lnTo>
                      <a:pt x="584" y="328"/>
                    </a:lnTo>
                    <a:lnTo>
                      <a:pt x="585" y="328"/>
                    </a:lnTo>
                    <a:lnTo>
                      <a:pt x="585" y="322"/>
                    </a:lnTo>
                    <a:lnTo>
                      <a:pt x="586" y="344"/>
                    </a:lnTo>
                    <a:lnTo>
                      <a:pt x="586" y="345"/>
                    </a:lnTo>
                    <a:lnTo>
                      <a:pt x="586" y="353"/>
                    </a:lnTo>
                    <a:lnTo>
                      <a:pt x="587" y="315"/>
                    </a:lnTo>
                    <a:lnTo>
                      <a:pt x="587" y="319"/>
                    </a:lnTo>
                    <a:lnTo>
                      <a:pt x="587" y="318"/>
                    </a:lnTo>
                    <a:lnTo>
                      <a:pt x="588" y="305"/>
                    </a:lnTo>
                    <a:lnTo>
                      <a:pt x="589" y="330"/>
                    </a:lnTo>
                    <a:lnTo>
                      <a:pt x="589" y="329"/>
                    </a:lnTo>
                    <a:lnTo>
                      <a:pt x="589" y="328"/>
                    </a:lnTo>
                    <a:lnTo>
                      <a:pt x="590" y="306"/>
                    </a:lnTo>
                    <a:lnTo>
                      <a:pt x="590" y="324"/>
                    </a:lnTo>
                    <a:lnTo>
                      <a:pt x="590" y="325"/>
                    </a:lnTo>
                    <a:lnTo>
                      <a:pt x="591" y="339"/>
                    </a:lnTo>
                    <a:lnTo>
                      <a:pt x="591" y="315"/>
                    </a:lnTo>
                    <a:lnTo>
                      <a:pt x="592" y="321"/>
                    </a:lnTo>
                    <a:lnTo>
                      <a:pt x="592" y="322"/>
                    </a:lnTo>
                    <a:lnTo>
                      <a:pt x="593" y="337"/>
                    </a:lnTo>
                    <a:lnTo>
                      <a:pt x="593" y="302"/>
                    </a:lnTo>
                    <a:lnTo>
                      <a:pt x="593" y="309"/>
                    </a:lnTo>
                    <a:lnTo>
                      <a:pt x="593" y="308"/>
                    </a:lnTo>
                    <a:lnTo>
                      <a:pt x="595" y="389"/>
                    </a:lnTo>
                    <a:lnTo>
                      <a:pt x="595" y="319"/>
                    </a:lnTo>
                    <a:lnTo>
                      <a:pt x="595" y="317"/>
                    </a:lnTo>
                    <a:lnTo>
                      <a:pt x="596" y="229"/>
                    </a:lnTo>
                    <a:lnTo>
                      <a:pt x="596" y="426"/>
                    </a:lnTo>
                    <a:lnTo>
                      <a:pt x="596" y="421"/>
                    </a:lnTo>
                    <a:lnTo>
                      <a:pt x="596" y="420"/>
                    </a:lnTo>
                    <a:lnTo>
                      <a:pt x="598" y="281"/>
                    </a:lnTo>
                    <a:lnTo>
                      <a:pt x="598" y="303"/>
                    </a:lnTo>
                    <a:lnTo>
                      <a:pt x="598" y="301"/>
                    </a:lnTo>
                    <a:lnTo>
                      <a:pt x="599" y="269"/>
                    </a:lnTo>
                    <a:lnTo>
                      <a:pt x="599" y="360"/>
                    </a:lnTo>
                    <a:lnTo>
                      <a:pt x="599" y="361"/>
                    </a:lnTo>
                    <a:lnTo>
                      <a:pt x="600" y="389"/>
                    </a:lnTo>
                    <a:lnTo>
                      <a:pt x="601" y="276"/>
                    </a:lnTo>
                    <a:lnTo>
                      <a:pt x="601" y="286"/>
                    </a:lnTo>
                    <a:lnTo>
                      <a:pt x="601" y="288"/>
                    </a:lnTo>
                    <a:lnTo>
                      <a:pt x="602" y="342"/>
                    </a:lnTo>
                    <a:lnTo>
                      <a:pt x="602" y="323"/>
                    </a:lnTo>
                    <a:lnTo>
                      <a:pt x="602" y="324"/>
                    </a:lnTo>
                    <a:lnTo>
                      <a:pt x="603" y="324"/>
                    </a:lnTo>
                    <a:lnTo>
                      <a:pt x="604" y="344"/>
                    </a:lnTo>
                    <a:lnTo>
                      <a:pt x="604" y="344"/>
                    </a:lnTo>
                    <a:lnTo>
                      <a:pt x="604" y="343"/>
                    </a:lnTo>
                    <a:lnTo>
                      <a:pt x="605" y="316"/>
                    </a:lnTo>
                    <a:lnTo>
                      <a:pt x="605" y="327"/>
                    </a:lnTo>
                    <a:lnTo>
                      <a:pt x="605" y="327"/>
                    </a:lnTo>
                    <a:lnTo>
                      <a:pt x="606" y="327"/>
                    </a:lnTo>
                    <a:lnTo>
                      <a:pt x="607" y="335"/>
                    </a:lnTo>
                    <a:lnTo>
                      <a:pt x="607" y="330"/>
                    </a:lnTo>
                    <a:lnTo>
                      <a:pt x="607" y="330"/>
                    </a:lnTo>
                    <a:lnTo>
                      <a:pt x="608" y="302"/>
                    </a:lnTo>
                    <a:lnTo>
                      <a:pt x="608" y="338"/>
                    </a:lnTo>
                    <a:lnTo>
                      <a:pt x="609" y="341"/>
                    </a:lnTo>
                    <a:lnTo>
                      <a:pt x="609" y="398"/>
                    </a:lnTo>
                    <a:lnTo>
                      <a:pt x="610" y="243"/>
                    </a:lnTo>
                    <a:lnTo>
                      <a:pt x="610" y="242"/>
                    </a:lnTo>
                    <a:lnTo>
                      <a:pt x="610" y="242"/>
                    </a:lnTo>
                    <a:lnTo>
                      <a:pt x="611" y="386"/>
                    </a:lnTo>
                    <a:lnTo>
                      <a:pt x="611" y="341"/>
                    </a:lnTo>
                    <a:lnTo>
                      <a:pt x="611" y="338"/>
                    </a:lnTo>
                    <a:lnTo>
                      <a:pt x="612" y="245"/>
                    </a:lnTo>
                    <a:lnTo>
                      <a:pt x="613" y="379"/>
                    </a:lnTo>
                    <a:lnTo>
                      <a:pt x="613" y="380"/>
                    </a:lnTo>
                    <a:lnTo>
                      <a:pt x="613" y="397"/>
                    </a:lnTo>
                    <a:lnTo>
                      <a:pt x="614" y="273"/>
                    </a:lnTo>
                    <a:lnTo>
                      <a:pt x="614" y="284"/>
                    </a:lnTo>
                    <a:lnTo>
                      <a:pt x="614" y="286"/>
                    </a:lnTo>
                    <a:lnTo>
                      <a:pt x="615" y="346"/>
                    </a:lnTo>
                    <a:lnTo>
                      <a:pt x="616" y="335"/>
                    </a:lnTo>
                    <a:lnTo>
                      <a:pt x="616" y="335"/>
                    </a:lnTo>
                    <a:lnTo>
                      <a:pt x="616" y="380"/>
                    </a:lnTo>
                    <a:lnTo>
                      <a:pt x="617" y="290"/>
                    </a:lnTo>
                    <a:lnTo>
                      <a:pt x="617" y="291"/>
                    </a:lnTo>
                    <a:lnTo>
                      <a:pt x="617" y="291"/>
                    </a:lnTo>
                    <a:lnTo>
                      <a:pt x="618" y="311"/>
                    </a:lnTo>
                    <a:lnTo>
                      <a:pt x="619" y="309"/>
                    </a:lnTo>
                    <a:lnTo>
                      <a:pt x="619" y="310"/>
                    </a:lnTo>
                    <a:lnTo>
                      <a:pt x="620" y="361"/>
                    </a:lnTo>
                    <a:lnTo>
                      <a:pt x="620" y="285"/>
                    </a:lnTo>
                    <a:lnTo>
                      <a:pt x="620" y="281"/>
                    </a:lnTo>
                    <a:lnTo>
                      <a:pt x="621" y="271"/>
                    </a:lnTo>
                    <a:lnTo>
                      <a:pt x="622" y="388"/>
                    </a:lnTo>
                    <a:lnTo>
                      <a:pt x="622" y="328"/>
                    </a:lnTo>
                    <a:lnTo>
                      <a:pt x="622" y="326"/>
                    </a:lnTo>
                    <a:lnTo>
                      <a:pt x="623" y="271"/>
                    </a:lnTo>
                    <a:lnTo>
                      <a:pt x="623" y="368"/>
                    </a:lnTo>
                    <a:lnTo>
                      <a:pt x="623" y="363"/>
                    </a:lnTo>
                    <a:lnTo>
                      <a:pt x="623" y="362"/>
                    </a:lnTo>
                    <a:lnTo>
                      <a:pt x="625" y="218"/>
                    </a:lnTo>
                    <a:lnTo>
                      <a:pt x="625" y="413"/>
                    </a:lnTo>
                    <a:lnTo>
                      <a:pt x="625" y="421"/>
                    </a:lnTo>
                    <a:lnTo>
                      <a:pt x="625" y="514"/>
                    </a:lnTo>
                    <a:lnTo>
                      <a:pt x="626" y="215"/>
                    </a:lnTo>
                    <a:lnTo>
                      <a:pt x="626" y="240"/>
                    </a:lnTo>
                    <a:lnTo>
                      <a:pt x="626" y="242"/>
                    </a:lnTo>
                    <a:lnTo>
                      <a:pt x="628" y="481"/>
                    </a:lnTo>
                    <a:lnTo>
                      <a:pt x="628" y="487"/>
                    </a:lnTo>
                    <a:lnTo>
                      <a:pt x="628" y="506"/>
                    </a:lnTo>
                    <a:lnTo>
                      <a:pt x="629" y="222"/>
                    </a:lnTo>
                    <a:lnTo>
                      <a:pt x="629" y="271"/>
                    </a:lnTo>
                    <a:lnTo>
                      <a:pt x="629" y="273"/>
                    </a:lnTo>
                    <a:lnTo>
                      <a:pt x="630" y="224"/>
                    </a:lnTo>
                    <a:lnTo>
                      <a:pt x="631" y="488"/>
                    </a:lnTo>
                    <a:lnTo>
                      <a:pt x="631" y="488"/>
                    </a:lnTo>
                    <a:lnTo>
                      <a:pt x="631" y="489"/>
                    </a:lnTo>
                    <a:lnTo>
                      <a:pt x="631" y="497"/>
                    </a:lnTo>
                    <a:lnTo>
                      <a:pt x="632" y="285"/>
                    </a:lnTo>
                    <a:lnTo>
                      <a:pt x="632" y="317"/>
                    </a:lnTo>
                    <a:lnTo>
                      <a:pt x="633" y="317"/>
                    </a:lnTo>
                    <a:lnTo>
                      <a:pt x="633" y="306"/>
                    </a:lnTo>
                    <a:lnTo>
                      <a:pt x="634" y="345"/>
                    </a:lnTo>
                    <a:lnTo>
                      <a:pt x="634" y="344"/>
                    </a:lnTo>
                    <a:lnTo>
                      <a:pt x="635" y="311"/>
                    </a:lnTo>
                    <a:lnTo>
                      <a:pt x="635" y="315"/>
                    </a:lnTo>
                    <a:lnTo>
                      <a:pt x="635" y="315"/>
                    </a:lnTo>
                    <a:lnTo>
                      <a:pt x="637" y="306"/>
                    </a:lnTo>
                    <a:lnTo>
                      <a:pt x="637" y="333"/>
                    </a:lnTo>
                    <a:lnTo>
                      <a:pt x="637" y="333"/>
                    </a:lnTo>
                    <a:lnTo>
                      <a:pt x="638" y="321"/>
                    </a:lnTo>
                    <a:lnTo>
                      <a:pt x="638" y="341"/>
                    </a:lnTo>
                    <a:lnTo>
                      <a:pt x="638" y="337"/>
                    </a:lnTo>
                    <a:lnTo>
                      <a:pt x="638" y="337"/>
                    </a:lnTo>
                    <a:lnTo>
                      <a:pt x="639" y="338"/>
                    </a:lnTo>
                    <a:lnTo>
                      <a:pt x="640" y="302"/>
                    </a:lnTo>
                    <a:lnTo>
                      <a:pt x="640" y="302"/>
                    </a:lnTo>
                    <a:lnTo>
                      <a:pt x="640" y="302"/>
                    </a:lnTo>
                    <a:lnTo>
                      <a:pt x="641" y="329"/>
                    </a:lnTo>
                    <a:lnTo>
                      <a:pt x="641" y="330"/>
                    </a:lnTo>
                    <a:lnTo>
                      <a:pt x="642" y="319"/>
                    </a:lnTo>
                    <a:lnTo>
                      <a:pt x="643" y="337"/>
                    </a:lnTo>
                    <a:lnTo>
                      <a:pt x="643" y="337"/>
                    </a:lnTo>
                    <a:lnTo>
                      <a:pt x="643" y="337"/>
                    </a:lnTo>
                    <a:lnTo>
                      <a:pt x="644" y="284"/>
                    </a:lnTo>
                    <a:lnTo>
                      <a:pt x="644" y="284"/>
                    </a:lnTo>
                    <a:lnTo>
                      <a:pt x="644" y="284"/>
                    </a:lnTo>
                    <a:lnTo>
                      <a:pt x="646" y="390"/>
                    </a:lnTo>
                    <a:lnTo>
                      <a:pt x="646" y="280"/>
                    </a:lnTo>
                    <a:lnTo>
                      <a:pt x="646" y="278"/>
                    </a:lnTo>
                    <a:lnTo>
                      <a:pt x="646" y="256"/>
                    </a:lnTo>
                    <a:lnTo>
                      <a:pt x="647" y="389"/>
                    </a:lnTo>
                    <a:lnTo>
                      <a:pt x="647" y="382"/>
                    </a:lnTo>
                    <a:lnTo>
                      <a:pt x="647" y="381"/>
                    </a:lnTo>
                    <a:lnTo>
                      <a:pt x="649" y="271"/>
                    </a:lnTo>
                    <a:lnTo>
                      <a:pt x="649" y="319"/>
                    </a:lnTo>
                    <a:lnTo>
                      <a:pt x="649" y="320"/>
                    </a:lnTo>
                    <a:lnTo>
                      <a:pt x="650" y="354"/>
                    </a:lnTo>
                    <a:lnTo>
                      <a:pt x="650" y="330"/>
                    </a:lnTo>
                    <a:lnTo>
                      <a:pt x="650" y="329"/>
                    </a:lnTo>
                    <a:lnTo>
                      <a:pt x="652" y="279"/>
                    </a:lnTo>
                    <a:lnTo>
                      <a:pt x="652" y="278"/>
                    </a:lnTo>
                    <a:lnTo>
                      <a:pt x="652" y="243"/>
                    </a:lnTo>
                    <a:lnTo>
                      <a:pt x="653" y="432"/>
                    </a:lnTo>
                    <a:lnTo>
                      <a:pt x="653" y="410"/>
                    </a:lnTo>
                    <a:lnTo>
                      <a:pt x="653" y="408"/>
                    </a:lnTo>
                    <a:lnTo>
                      <a:pt x="655" y="274"/>
                    </a:lnTo>
                    <a:lnTo>
                      <a:pt x="655" y="298"/>
                    </a:lnTo>
                    <a:lnTo>
                      <a:pt x="655" y="300"/>
                    </a:lnTo>
                    <a:lnTo>
                      <a:pt x="656" y="338"/>
                    </a:lnTo>
                    <a:lnTo>
                      <a:pt x="656" y="336"/>
                    </a:lnTo>
                    <a:lnTo>
                      <a:pt x="657" y="337"/>
                    </a:lnTo>
                    <a:lnTo>
                      <a:pt x="657" y="341"/>
                    </a:lnTo>
                    <a:lnTo>
                      <a:pt x="658" y="307"/>
                    </a:lnTo>
                    <a:lnTo>
                      <a:pt x="658" y="328"/>
                    </a:lnTo>
                    <a:lnTo>
                      <a:pt x="658" y="329"/>
                    </a:lnTo>
                    <a:lnTo>
                      <a:pt x="659" y="325"/>
                    </a:lnTo>
                    <a:lnTo>
                      <a:pt x="659" y="350"/>
                    </a:lnTo>
                    <a:lnTo>
                      <a:pt x="659" y="350"/>
                    </a:lnTo>
                    <a:lnTo>
                      <a:pt x="660" y="355"/>
                    </a:lnTo>
                    <a:lnTo>
                      <a:pt x="661" y="275"/>
                    </a:lnTo>
                    <a:lnTo>
                      <a:pt x="661" y="343"/>
                    </a:lnTo>
                    <a:lnTo>
                      <a:pt x="661" y="343"/>
                    </a:lnTo>
                    <a:lnTo>
                      <a:pt x="661" y="345"/>
                    </a:lnTo>
                    <a:lnTo>
                      <a:pt x="662" y="307"/>
                    </a:lnTo>
                    <a:lnTo>
                      <a:pt x="662" y="336"/>
                    </a:lnTo>
                    <a:lnTo>
                      <a:pt x="662" y="337"/>
                    </a:lnTo>
                    <a:lnTo>
                      <a:pt x="663" y="358"/>
                    </a:lnTo>
                    <a:lnTo>
                      <a:pt x="664" y="301"/>
                    </a:lnTo>
                    <a:lnTo>
                      <a:pt x="664" y="305"/>
                    </a:lnTo>
                    <a:lnTo>
                      <a:pt x="664" y="306"/>
                    </a:lnTo>
                    <a:lnTo>
                      <a:pt x="665" y="341"/>
                    </a:lnTo>
                    <a:lnTo>
                      <a:pt x="666" y="334"/>
                    </a:lnTo>
                    <a:lnTo>
                      <a:pt x="666" y="333"/>
                    </a:lnTo>
                    <a:lnTo>
                      <a:pt x="666" y="312"/>
                    </a:lnTo>
                    <a:lnTo>
                      <a:pt x="667" y="331"/>
                    </a:lnTo>
                    <a:lnTo>
                      <a:pt x="667" y="330"/>
                    </a:lnTo>
                    <a:lnTo>
                      <a:pt x="668" y="312"/>
                    </a:lnTo>
                    <a:lnTo>
                      <a:pt x="669" y="323"/>
                    </a:lnTo>
                    <a:lnTo>
                      <a:pt x="669" y="324"/>
                    </a:lnTo>
                    <a:lnTo>
                      <a:pt x="669" y="325"/>
                    </a:lnTo>
                    <a:lnTo>
                      <a:pt x="670" y="312"/>
                    </a:lnTo>
                    <a:lnTo>
                      <a:pt x="670" y="318"/>
                    </a:lnTo>
                    <a:lnTo>
                      <a:pt x="670" y="317"/>
                    </a:lnTo>
                    <a:lnTo>
                      <a:pt x="672" y="393"/>
                    </a:lnTo>
                    <a:lnTo>
                      <a:pt x="672" y="306"/>
                    </a:lnTo>
                    <a:lnTo>
                      <a:pt x="672" y="302"/>
                    </a:lnTo>
                    <a:lnTo>
                      <a:pt x="672" y="247"/>
                    </a:lnTo>
                    <a:lnTo>
                      <a:pt x="673" y="396"/>
                    </a:lnTo>
                    <a:lnTo>
                      <a:pt x="673" y="337"/>
                    </a:lnTo>
                    <a:lnTo>
                      <a:pt x="673" y="336"/>
                    </a:lnTo>
                    <a:lnTo>
                      <a:pt x="673" y="254"/>
                    </a:lnTo>
                    <a:lnTo>
                      <a:pt x="675" y="374"/>
                    </a:lnTo>
                    <a:lnTo>
                      <a:pt x="675" y="366"/>
                    </a:lnTo>
                    <a:lnTo>
                      <a:pt x="675" y="365"/>
                    </a:lnTo>
                    <a:lnTo>
                      <a:pt x="676" y="313"/>
                    </a:lnTo>
                    <a:lnTo>
                      <a:pt x="676" y="313"/>
                    </a:lnTo>
                    <a:lnTo>
                      <a:pt x="677" y="303"/>
                    </a:lnTo>
                    <a:lnTo>
                      <a:pt x="678" y="329"/>
                    </a:lnTo>
                    <a:lnTo>
                      <a:pt x="678" y="329"/>
                    </a:lnTo>
                    <a:lnTo>
                      <a:pt x="678" y="337"/>
                    </a:lnTo>
                    <a:lnTo>
                      <a:pt x="679" y="306"/>
                    </a:lnTo>
                    <a:lnTo>
                      <a:pt x="679" y="305"/>
                    </a:lnTo>
                    <a:lnTo>
                      <a:pt x="679" y="301"/>
                    </a:lnTo>
                    <a:lnTo>
                      <a:pt x="681" y="360"/>
                    </a:lnTo>
                    <a:lnTo>
                      <a:pt x="681" y="302"/>
                    </a:lnTo>
                    <a:lnTo>
                      <a:pt x="681" y="299"/>
                    </a:lnTo>
                    <a:lnTo>
                      <a:pt x="681" y="287"/>
                    </a:lnTo>
                    <a:lnTo>
                      <a:pt x="682" y="351"/>
                    </a:lnTo>
                    <a:lnTo>
                      <a:pt x="682" y="351"/>
                    </a:lnTo>
                    <a:lnTo>
                      <a:pt x="682" y="351"/>
                    </a:lnTo>
                    <a:lnTo>
                      <a:pt x="684" y="310"/>
                    </a:lnTo>
                    <a:lnTo>
                      <a:pt x="684" y="312"/>
                    </a:lnTo>
                    <a:lnTo>
                      <a:pt x="684" y="313"/>
                    </a:lnTo>
                    <a:lnTo>
                      <a:pt x="685" y="338"/>
                    </a:lnTo>
                    <a:lnTo>
                      <a:pt x="685" y="337"/>
                    </a:lnTo>
                    <a:lnTo>
                      <a:pt x="685" y="337"/>
                    </a:lnTo>
                    <a:lnTo>
                      <a:pt x="685" y="339"/>
                    </a:lnTo>
                    <a:lnTo>
                      <a:pt x="686" y="326"/>
                    </a:lnTo>
                    <a:lnTo>
                      <a:pt x="687" y="331"/>
                    </a:lnTo>
                    <a:lnTo>
                      <a:pt x="687" y="331"/>
                    </a:lnTo>
                    <a:lnTo>
                      <a:pt x="687" y="332"/>
                    </a:lnTo>
                    <a:lnTo>
                      <a:pt x="688" y="314"/>
                    </a:lnTo>
                    <a:lnTo>
                      <a:pt x="688" y="320"/>
                    </a:lnTo>
                    <a:lnTo>
                      <a:pt x="688" y="320"/>
                    </a:lnTo>
                    <a:lnTo>
                      <a:pt x="689" y="303"/>
                    </a:lnTo>
                    <a:lnTo>
                      <a:pt x="690" y="334"/>
                    </a:lnTo>
                    <a:lnTo>
                      <a:pt x="690" y="334"/>
                    </a:lnTo>
                    <a:lnTo>
                      <a:pt x="690" y="334"/>
                    </a:lnTo>
                    <a:lnTo>
                      <a:pt x="690" y="340"/>
                    </a:lnTo>
                    <a:lnTo>
                      <a:pt x="691" y="326"/>
                    </a:lnTo>
                    <a:lnTo>
                      <a:pt x="691" y="326"/>
                    </a:lnTo>
                    <a:lnTo>
                      <a:pt x="692" y="305"/>
                    </a:lnTo>
                    <a:lnTo>
                      <a:pt x="693" y="317"/>
                    </a:lnTo>
                    <a:lnTo>
                      <a:pt x="693" y="317"/>
                    </a:lnTo>
                    <a:lnTo>
                      <a:pt x="693" y="316"/>
                    </a:lnTo>
                    <a:lnTo>
                      <a:pt x="694" y="334"/>
                    </a:lnTo>
                    <a:lnTo>
                      <a:pt x="694" y="328"/>
                    </a:lnTo>
                    <a:lnTo>
                      <a:pt x="694" y="328"/>
                    </a:lnTo>
                    <a:lnTo>
                      <a:pt x="694" y="323"/>
                    </a:lnTo>
                    <a:lnTo>
                      <a:pt x="696" y="337"/>
                    </a:lnTo>
                    <a:lnTo>
                      <a:pt x="696" y="334"/>
                    </a:lnTo>
                    <a:lnTo>
                      <a:pt x="696" y="333"/>
                    </a:lnTo>
                    <a:lnTo>
                      <a:pt x="697" y="318"/>
                    </a:lnTo>
                    <a:lnTo>
                      <a:pt x="697" y="323"/>
                    </a:lnTo>
                    <a:lnTo>
                      <a:pt x="697" y="323"/>
                    </a:lnTo>
                    <a:lnTo>
                      <a:pt x="698" y="332"/>
                    </a:lnTo>
                    <a:lnTo>
                      <a:pt x="699" y="320"/>
                    </a:lnTo>
                    <a:lnTo>
                      <a:pt x="699" y="320"/>
                    </a:lnTo>
                    <a:lnTo>
                      <a:pt x="699" y="336"/>
                    </a:lnTo>
                    <a:lnTo>
                      <a:pt x="700" y="310"/>
                    </a:lnTo>
                    <a:lnTo>
                      <a:pt x="700" y="310"/>
                    </a:lnTo>
                    <a:lnTo>
                      <a:pt x="700" y="311"/>
                    </a:lnTo>
                    <a:lnTo>
                      <a:pt x="701" y="361"/>
                    </a:lnTo>
                    <a:lnTo>
                      <a:pt x="702" y="296"/>
                    </a:lnTo>
                    <a:lnTo>
                      <a:pt x="702" y="297"/>
                    </a:lnTo>
                    <a:lnTo>
                      <a:pt x="703" y="355"/>
                    </a:lnTo>
                    <a:lnTo>
                      <a:pt x="703" y="356"/>
                    </a:lnTo>
                    <a:lnTo>
                      <a:pt x="704" y="383"/>
                    </a:lnTo>
                    <a:lnTo>
                      <a:pt x="705" y="278"/>
                    </a:lnTo>
                    <a:lnTo>
                      <a:pt x="705" y="308"/>
                    </a:lnTo>
                    <a:lnTo>
                      <a:pt x="705" y="313"/>
                    </a:lnTo>
                    <a:lnTo>
                      <a:pt x="705" y="372"/>
                    </a:lnTo>
                    <a:lnTo>
                      <a:pt x="706" y="257"/>
                    </a:lnTo>
                    <a:lnTo>
                      <a:pt x="706" y="293"/>
                    </a:lnTo>
                    <a:lnTo>
                      <a:pt x="706" y="296"/>
                    </a:lnTo>
                    <a:lnTo>
                      <a:pt x="707" y="392"/>
                    </a:lnTo>
                    <a:lnTo>
                      <a:pt x="708" y="306"/>
                    </a:lnTo>
                    <a:lnTo>
                      <a:pt x="708" y="305"/>
                    </a:lnTo>
                    <a:lnTo>
                      <a:pt x="708" y="277"/>
                    </a:lnTo>
                    <a:lnTo>
                      <a:pt x="709" y="357"/>
                    </a:lnTo>
                    <a:lnTo>
                      <a:pt x="709" y="358"/>
                    </a:lnTo>
                    <a:lnTo>
                      <a:pt x="709" y="358"/>
                    </a:lnTo>
                    <a:lnTo>
                      <a:pt x="711" y="308"/>
                    </a:lnTo>
                    <a:lnTo>
                      <a:pt x="711" y="312"/>
                    </a:lnTo>
                    <a:lnTo>
                      <a:pt x="711" y="313"/>
                    </a:lnTo>
                    <a:lnTo>
                      <a:pt x="712" y="350"/>
                    </a:lnTo>
                    <a:lnTo>
                      <a:pt x="712" y="290"/>
                    </a:lnTo>
                    <a:lnTo>
                      <a:pt x="712" y="294"/>
                    </a:lnTo>
                    <a:lnTo>
                      <a:pt x="712" y="294"/>
                    </a:lnTo>
                    <a:lnTo>
                      <a:pt x="712" y="293"/>
                    </a:lnTo>
                    <a:lnTo>
                      <a:pt x="714" y="362"/>
                    </a:lnTo>
                    <a:lnTo>
                      <a:pt x="714" y="362"/>
                    </a:lnTo>
                    <a:lnTo>
                      <a:pt x="714" y="362"/>
                    </a:lnTo>
                    <a:lnTo>
                      <a:pt x="715" y="300"/>
                    </a:lnTo>
                    <a:lnTo>
                      <a:pt x="715" y="307"/>
                    </a:lnTo>
                    <a:lnTo>
                      <a:pt x="715" y="308"/>
                    </a:lnTo>
                    <a:lnTo>
                      <a:pt x="716" y="332"/>
                    </a:lnTo>
                    <a:lnTo>
                      <a:pt x="717" y="330"/>
                    </a:lnTo>
                    <a:lnTo>
                      <a:pt x="717" y="329"/>
                    </a:lnTo>
                    <a:lnTo>
                      <a:pt x="718" y="314"/>
                    </a:lnTo>
                    <a:lnTo>
                      <a:pt x="718" y="330"/>
                    </a:lnTo>
                    <a:lnTo>
                      <a:pt x="718" y="328"/>
                    </a:lnTo>
                    <a:lnTo>
                      <a:pt x="718" y="327"/>
                    </a:lnTo>
                    <a:lnTo>
                      <a:pt x="719" y="305"/>
                    </a:lnTo>
                    <a:lnTo>
                      <a:pt x="720" y="357"/>
                    </a:lnTo>
                    <a:lnTo>
                      <a:pt x="720" y="354"/>
                    </a:lnTo>
                    <a:lnTo>
                      <a:pt x="720" y="353"/>
                    </a:lnTo>
                    <a:lnTo>
                      <a:pt x="720" y="314"/>
                    </a:lnTo>
                    <a:lnTo>
                      <a:pt x="721" y="334"/>
                    </a:lnTo>
                    <a:lnTo>
                      <a:pt x="721" y="334"/>
                    </a:lnTo>
                    <a:lnTo>
                      <a:pt x="722" y="307"/>
                    </a:lnTo>
                    <a:lnTo>
                      <a:pt x="723" y="312"/>
                    </a:lnTo>
                    <a:lnTo>
                      <a:pt x="723" y="313"/>
                    </a:lnTo>
                    <a:lnTo>
                      <a:pt x="724" y="327"/>
                    </a:lnTo>
                    <a:lnTo>
                      <a:pt x="724" y="311"/>
                    </a:lnTo>
                    <a:lnTo>
                      <a:pt x="724" y="311"/>
                    </a:lnTo>
                    <a:lnTo>
                      <a:pt x="725" y="265"/>
                    </a:lnTo>
                    <a:lnTo>
                      <a:pt x="726" y="395"/>
                    </a:lnTo>
                    <a:lnTo>
                      <a:pt x="726" y="396"/>
                    </a:lnTo>
                    <a:lnTo>
                      <a:pt x="726" y="397"/>
                    </a:lnTo>
                    <a:lnTo>
                      <a:pt x="727" y="305"/>
                    </a:lnTo>
                    <a:lnTo>
                      <a:pt x="727" y="314"/>
                    </a:lnTo>
                    <a:lnTo>
                      <a:pt x="727" y="312"/>
                    </a:lnTo>
                    <a:lnTo>
                      <a:pt x="727" y="310"/>
                    </a:lnTo>
                    <a:lnTo>
                      <a:pt x="729" y="393"/>
                    </a:lnTo>
                    <a:lnTo>
                      <a:pt x="729" y="318"/>
                    </a:lnTo>
                    <a:lnTo>
                      <a:pt x="729" y="315"/>
                    </a:lnTo>
                    <a:lnTo>
                      <a:pt x="729" y="241"/>
                    </a:lnTo>
                    <a:lnTo>
                      <a:pt x="730" y="341"/>
                    </a:lnTo>
                    <a:lnTo>
                      <a:pt x="730" y="343"/>
                    </a:lnTo>
                    <a:lnTo>
                      <a:pt x="731" y="372"/>
                    </a:lnTo>
                    <a:lnTo>
                      <a:pt x="732" y="321"/>
                    </a:lnTo>
                    <a:lnTo>
                      <a:pt x="732" y="319"/>
                    </a:lnTo>
                    <a:lnTo>
                      <a:pt x="732" y="293"/>
                    </a:lnTo>
                    <a:lnTo>
                      <a:pt x="733" y="344"/>
                    </a:lnTo>
                    <a:lnTo>
                      <a:pt x="734" y="345"/>
                    </a:lnTo>
                    <a:lnTo>
                      <a:pt x="734" y="355"/>
                    </a:lnTo>
                    <a:lnTo>
                      <a:pt x="734" y="309"/>
                    </a:lnTo>
                    <a:lnTo>
                      <a:pt x="735" y="324"/>
                    </a:lnTo>
                    <a:lnTo>
                      <a:pt x="735" y="324"/>
                    </a:lnTo>
                    <a:lnTo>
                      <a:pt x="735" y="332"/>
                    </a:lnTo>
                    <a:lnTo>
                      <a:pt x="736" y="311"/>
                    </a:lnTo>
                    <a:lnTo>
                      <a:pt x="736" y="311"/>
                    </a:lnTo>
                    <a:lnTo>
                      <a:pt x="737" y="311"/>
                    </a:lnTo>
                    <a:lnTo>
                      <a:pt x="738" y="338"/>
                    </a:lnTo>
                    <a:lnTo>
                      <a:pt x="738" y="336"/>
                    </a:lnTo>
                    <a:lnTo>
                      <a:pt x="738" y="334"/>
                    </a:lnTo>
                    <a:lnTo>
                      <a:pt x="739" y="310"/>
                    </a:lnTo>
                    <a:lnTo>
                      <a:pt x="739" y="319"/>
                    </a:lnTo>
                    <a:lnTo>
                      <a:pt x="739" y="319"/>
                    </a:lnTo>
                    <a:lnTo>
                      <a:pt x="740" y="361"/>
                    </a:lnTo>
                    <a:lnTo>
                      <a:pt x="741" y="274"/>
                    </a:lnTo>
                    <a:lnTo>
                      <a:pt x="741" y="273"/>
                    </a:lnTo>
                    <a:lnTo>
                      <a:pt x="741" y="253"/>
                    </a:lnTo>
                    <a:lnTo>
                      <a:pt x="742" y="427"/>
                    </a:lnTo>
                    <a:lnTo>
                      <a:pt x="742" y="345"/>
                    </a:lnTo>
                    <a:lnTo>
                      <a:pt x="742" y="341"/>
                    </a:lnTo>
                    <a:lnTo>
                      <a:pt x="743" y="197"/>
                    </a:lnTo>
                    <a:lnTo>
                      <a:pt x="744" y="351"/>
                    </a:lnTo>
                    <a:lnTo>
                      <a:pt x="744" y="356"/>
                    </a:lnTo>
                    <a:lnTo>
                      <a:pt x="745" y="318"/>
                    </a:lnTo>
                    <a:lnTo>
                      <a:pt x="745" y="400"/>
                    </a:lnTo>
                    <a:lnTo>
                      <a:pt x="745" y="399"/>
                    </a:lnTo>
                    <a:lnTo>
                      <a:pt x="746" y="189"/>
                    </a:lnTo>
                    <a:lnTo>
                      <a:pt x="747" y="373"/>
                    </a:lnTo>
                    <a:lnTo>
                      <a:pt x="747" y="383"/>
                    </a:lnTo>
                    <a:lnTo>
                      <a:pt x="747" y="494"/>
                    </a:lnTo>
                    <a:lnTo>
                      <a:pt x="748" y="187"/>
                    </a:lnTo>
                    <a:lnTo>
                      <a:pt x="748" y="279"/>
                    </a:lnTo>
                    <a:lnTo>
                      <a:pt x="748" y="282"/>
                    </a:lnTo>
                    <a:lnTo>
                      <a:pt x="749" y="385"/>
                    </a:lnTo>
                    <a:lnTo>
                      <a:pt x="750" y="251"/>
                    </a:lnTo>
                    <a:lnTo>
                      <a:pt x="750" y="291"/>
                    </a:lnTo>
                    <a:lnTo>
                      <a:pt x="750" y="295"/>
                    </a:lnTo>
                    <a:lnTo>
                      <a:pt x="750" y="446"/>
                    </a:lnTo>
                    <a:lnTo>
                      <a:pt x="751" y="284"/>
                    </a:lnTo>
                    <a:lnTo>
                      <a:pt x="751" y="295"/>
                    </a:lnTo>
                    <a:lnTo>
                      <a:pt x="751" y="296"/>
                    </a:lnTo>
                    <a:lnTo>
                      <a:pt x="752" y="339"/>
                    </a:lnTo>
                    <a:lnTo>
                      <a:pt x="753" y="268"/>
                    </a:lnTo>
                    <a:lnTo>
                      <a:pt x="753" y="296"/>
                    </a:lnTo>
                    <a:lnTo>
                      <a:pt x="753" y="297"/>
                    </a:lnTo>
                    <a:lnTo>
                      <a:pt x="754" y="333"/>
                    </a:lnTo>
                    <a:lnTo>
                      <a:pt x="754" y="333"/>
                    </a:lnTo>
                    <a:lnTo>
                      <a:pt x="755" y="347"/>
                    </a:lnTo>
                    <a:lnTo>
                      <a:pt x="756" y="313"/>
                    </a:lnTo>
                    <a:lnTo>
                      <a:pt x="756" y="335"/>
                    </a:lnTo>
                    <a:lnTo>
                      <a:pt x="756" y="336"/>
                    </a:lnTo>
                    <a:lnTo>
                      <a:pt x="756" y="345"/>
                    </a:lnTo>
                    <a:lnTo>
                      <a:pt x="757" y="332"/>
                    </a:lnTo>
                    <a:lnTo>
                      <a:pt x="758" y="332"/>
                    </a:lnTo>
                    <a:lnTo>
                      <a:pt x="758" y="315"/>
                    </a:lnTo>
                    <a:lnTo>
                      <a:pt x="759" y="341"/>
                    </a:lnTo>
                    <a:lnTo>
                      <a:pt x="759" y="333"/>
                    </a:lnTo>
                    <a:lnTo>
                      <a:pt x="759" y="332"/>
                    </a:lnTo>
                    <a:lnTo>
                      <a:pt x="759" y="309"/>
                    </a:lnTo>
                    <a:lnTo>
                      <a:pt x="760" y="333"/>
                    </a:lnTo>
                    <a:lnTo>
                      <a:pt x="760" y="331"/>
                    </a:lnTo>
                    <a:lnTo>
                      <a:pt x="760" y="331"/>
                    </a:lnTo>
                    <a:lnTo>
                      <a:pt x="761" y="332"/>
                    </a:lnTo>
                    <a:lnTo>
                      <a:pt x="761" y="301"/>
                    </a:lnTo>
                    <a:lnTo>
                      <a:pt x="762" y="309"/>
                    </a:lnTo>
                    <a:lnTo>
                      <a:pt x="762" y="309"/>
                    </a:lnTo>
                    <a:lnTo>
                      <a:pt x="762" y="341"/>
                    </a:lnTo>
                    <a:lnTo>
                      <a:pt x="763" y="300"/>
                    </a:lnTo>
                    <a:lnTo>
                      <a:pt x="763" y="302"/>
                    </a:lnTo>
                    <a:lnTo>
                      <a:pt x="763" y="303"/>
                    </a:lnTo>
                    <a:lnTo>
                      <a:pt x="764" y="366"/>
                    </a:lnTo>
                    <a:lnTo>
                      <a:pt x="765" y="346"/>
                    </a:lnTo>
                    <a:lnTo>
                      <a:pt x="765" y="346"/>
                    </a:lnTo>
                    <a:lnTo>
                      <a:pt x="765" y="346"/>
                    </a:lnTo>
                    <a:lnTo>
                      <a:pt x="766" y="258"/>
                    </a:lnTo>
                    <a:lnTo>
                      <a:pt x="766" y="329"/>
                    </a:lnTo>
                    <a:lnTo>
                      <a:pt x="767" y="330"/>
                    </a:lnTo>
                    <a:lnTo>
                      <a:pt x="767" y="371"/>
                    </a:lnTo>
                    <a:lnTo>
                      <a:pt x="768" y="329"/>
                    </a:lnTo>
                    <a:lnTo>
                      <a:pt x="768" y="331"/>
                    </a:lnTo>
                    <a:lnTo>
                      <a:pt x="768" y="330"/>
                    </a:lnTo>
                    <a:lnTo>
                      <a:pt x="768" y="340"/>
                    </a:lnTo>
                    <a:lnTo>
                      <a:pt x="769" y="284"/>
                    </a:lnTo>
                    <a:lnTo>
                      <a:pt x="769" y="295"/>
                    </a:lnTo>
                    <a:lnTo>
                      <a:pt x="769" y="296"/>
                    </a:lnTo>
                    <a:lnTo>
                      <a:pt x="770" y="343"/>
                    </a:lnTo>
                    <a:lnTo>
                      <a:pt x="771" y="328"/>
                    </a:lnTo>
                    <a:lnTo>
                      <a:pt x="771" y="328"/>
                    </a:lnTo>
                    <a:lnTo>
                      <a:pt x="771" y="324"/>
                    </a:lnTo>
                    <a:lnTo>
                      <a:pt x="772" y="355"/>
                    </a:lnTo>
                    <a:lnTo>
                      <a:pt x="772" y="333"/>
                    </a:lnTo>
                    <a:lnTo>
                      <a:pt x="772" y="334"/>
                    </a:lnTo>
                    <a:lnTo>
                      <a:pt x="773" y="334"/>
                    </a:lnTo>
                    <a:lnTo>
                      <a:pt x="773" y="299"/>
                    </a:lnTo>
                    <a:lnTo>
                      <a:pt x="774" y="309"/>
                    </a:lnTo>
                    <a:lnTo>
                      <a:pt x="774" y="310"/>
                    </a:lnTo>
                    <a:lnTo>
                      <a:pt x="775" y="335"/>
                    </a:lnTo>
                    <a:lnTo>
                      <a:pt x="775" y="332"/>
                    </a:lnTo>
                    <a:lnTo>
                      <a:pt x="775" y="332"/>
                    </a:lnTo>
                    <a:lnTo>
                      <a:pt x="776" y="298"/>
                    </a:lnTo>
                    <a:lnTo>
                      <a:pt x="777" y="352"/>
                    </a:lnTo>
                    <a:lnTo>
                      <a:pt x="777" y="352"/>
                    </a:lnTo>
                    <a:lnTo>
                      <a:pt x="777" y="367"/>
                    </a:lnTo>
                    <a:lnTo>
                      <a:pt x="778" y="308"/>
                    </a:lnTo>
                    <a:lnTo>
                      <a:pt x="778" y="316"/>
                    </a:lnTo>
                    <a:lnTo>
                      <a:pt x="778" y="316"/>
                    </a:lnTo>
                    <a:lnTo>
                      <a:pt x="779" y="314"/>
                    </a:lnTo>
                    <a:lnTo>
                      <a:pt x="780" y="338"/>
                    </a:lnTo>
                    <a:lnTo>
                      <a:pt x="780" y="333"/>
                    </a:lnTo>
                    <a:lnTo>
                      <a:pt x="780" y="332"/>
                    </a:lnTo>
                    <a:lnTo>
                      <a:pt x="781" y="313"/>
                    </a:lnTo>
                    <a:lnTo>
                      <a:pt x="781" y="339"/>
                    </a:lnTo>
                    <a:lnTo>
                      <a:pt x="781" y="338"/>
                    </a:lnTo>
                    <a:lnTo>
                      <a:pt x="782" y="338"/>
                    </a:lnTo>
                    <a:lnTo>
                      <a:pt x="782" y="340"/>
                    </a:lnTo>
                    <a:lnTo>
                      <a:pt x="783" y="312"/>
                    </a:lnTo>
                    <a:lnTo>
                      <a:pt x="783" y="313"/>
                    </a:lnTo>
                    <a:lnTo>
                      <a:pt x="783" y="313"/>
                    </a:lnTo>
                    <a:lnTo>
                      <a:pt x="783" y="308"/>
                    </a:lnTo>
                    <a:lnTo>
                      <a:pt x="784" y="337"/>
                    </a:lnTo>
                    <a:lnTo>
                      <a:pt x="784" y="338"/>
                    </a:lnTo>
                    <a:lnTo>
                      <a:pt x="785" y="341"/>
                    </a:lnTo>
                    <a:lnTo>
                      <a:pt x="785" y="322"/>
                    </a:lnTo>
                    <a:lnTo>
                      <a:pt x="786" y="331"/>
                    </a:lnTo>
                    <a:lnTo>
                      <a:pt x="786" y="331"/>
                    </a:lnTo>
                    <a:lnTo>
                      <a:pt x="786" y="334"/>
                    </a:lnTo>
                    <a:lnTo>
                      <a:pt x="787" y="313"/>
                    </a:lnTo>
                    <a:lnTo>
                      <a:pt x="787" y="322"/>
                    </a:lnTo>
                    <a:lnTo>
                      <a:pt x="787" y="323"/>
                    </a:lnTo>
                    <a:lnTo>
                      <a:pt x="788" y="383"/>
                    </a:lnTo>
                    <a:lnTo>
                      <a:pt x="789" y="248"/>
                    </a:lnTo>
                    <a:lnTo>
                      <a:pt x="789" y="245"/>
                    </a:lnTo>
                    <a:lnTo>
                      <a:pt x="789" y="234"/>
                    </a:lnTo>
                    <a:lnTo>
                      <a:pt x="789" y="384"/>
                    </a:lnTo>
                    <a:lnTo>
                      <a:pt x="790" y="333"/>
                    </a:lnTo>
                    <a:lnTo>
                      <a:pt x="791" y="331"/>
                    </a:lnTo>
                    <a:lnTo>
                      <a:pt x="791" y="308"/>
                    </a:lnTo>
                    <a:lnTo>
                      <a:pt x="792" y="314"/>
                    </a:lnTo>
                    <a:lnTo>
                      <a:pt x="792" y="314"/>
                    </a:lnTo>
                    <a:lnTo>
                      <a:pt x="793" y="334"/>
                    </a:lnTo>
                    <a:lnTo>
                      <a:pt x="793" y="335"/>
                    </a:lnTo>
                    <a:lnTo>
                      <a:pt x="794" y="337"/>
                    </a:lnTo>
                    <a:lnTo>
                      <a:pt x="795" y="312"/>
                    </a:lnTo>
                    <a:lnTo>
                      <a:pt x="795" y="311"/>
                    </a:lnTo>
                    <a:lnTo>
                      <a:pt x="795" y="309"/>
                    </a:lnTo>
                    <a:lnTo>
                      <a:pt x="796" y="326"/>
                    </a:lnTo>
                    <a:lnTo>
                      <a:pt x="796" y="319"/>
                    </a:lnTo>
                    <a:lnTo>
                      <a:pt x="796" y="319"/>
                    </a:lnTo>
                    <a:lnTo>
                      <a:pt x="797" y="318"/>
                    </a:lnTo>
                    <a:lnTo>
                      <a:pt x="798" y="330"/>
                    </a:lnTo>
                    <a:lnTo>
                      <a:pt x="798" y="329"/>
                    </a:lnTo>
                    <a:lnTo>
                      <a:pt x="798" y="330"/>
                    </a:lnTo>
                    <a:lnTo>
                      <a:pt x="799" y="315"/>
                    </a:lnTo>
                    <a:lnTo>
                      <a:pt x="799" y="321"/>
                    </a:lnTo>
                    <a:lnTo>
                      <a:pt x="799" y="321"/>
                    </a:lnTo>
                    <a:lnTo>
                      <a:pt x="800" y="321"/>
                    </a:lnTo>
                    <a:lnTo>
                      <a:pt x="800" y="334"/>
                    </a:lnTo>
                    <a:lnTo>
                      <a:pt x="801" y="330"/>
                    </a:lnTo>
                    <a:lnTo>
                      <a:pt x="801" y="330"/>
                    </a:lnTo>
                    <a:lnTo>
                      <a:pt x="802" y="320"/>
                    </a:lnTo>
                    <a:lnTo>
                      <a:pt x="802" y="322"/>
                    </a:lnTo>
                    <a:lnTo>
                      <a:pt x="802" y="322"/>
                    </a:lnTo>
                    <a:lnTo>
                      <a:pt x="803" y="327"/>
                    </a:lnTo>
                    <a:lnTo>
                      <a:pt x="803" y="313"/>
                    </a:lnTo>
                    <a:lnTo>
                      <a:pt x="804" y="323"/>
                    </a:lnTo>
                    <a:lnTo>
                      <a:pt x="804" y="323"/>
                    </a:lnTo>
                    <a:lnTo>
                      <a:pt x="805" y="339"/>
                    </a:lnTo>
                    <a:lnTo>
                      <a:pt x="805" y="321"/>
                    </a:lnTo>
                    <a:lnTo>
                      <a:pt x="805" y="323"/>
                    </a:lnTo>
                    <a:lnTo>
                      <a:pt x="806" y="324"/>
                    </a:lnTo>
                    <a:lnTo>
                      <a:pt x="806" y="336"/>
                    </a:lnTo>
                    <a:lnTo>
                      <a:pt x="807" y="319"/>
                    </a:lnTo>
                    <a:lnTo>
                      <a:pt x="807" y="319"/>
                    </a:lnTo>
                    <a:lnTo>
                      <a:pt x="808" y="311"/>
                    </a:lnTo>
                    <a:lnTo>
                      <a:pt x="808" y="329"/>
                    </a:lnTo>
                    <a:lnTo>
                      <a:pt x="808" y="329"/>
                    </a:lnTo>
                    <a:lnTo>
                      <a:pt x="808" y="328"/>
                    </a:lnTo>
                    <a:lnTo>
                      <a:pt x="809" y="334"/>
                    </a:lnTo>
                    <a:lnTo>
                      <a:pt x="810" y="311"/>
                    </a:lnTo>
                    <a:lnTo>
                      <a:pt x="810" y="312"/>
                    </a:lnTo>
                    <a:lnTo>
                      <a:pt x="810" y="312"/>
                    </a:lnTo>
                    <a:lnTo>
                      <a:pt x="811" y="332"/>
                    </a:lnTo>
                    <a:lnTo>
                      <a:pt x="811" y="320"/>
                    </a:lnTo>
                    <a:lnTo>
                      <a:pt x="811" y="320"/>
                    </a:lnTo>
                    <a:lnTo>
                      <a:pt x="812" y="341"/>
                    </a:lnTo>
                    <a:lnTo>
                      <a:pt x="813" y="322"/>
                    </a:lnTo>
                    <a:lnTo>
                      <a:pt x="813" y="321"/>
                    </a:lnTo>
                    <a:lnTo>
                      <a:pt x="813" y="306"/>
                    </a:lnTo>
                    <a:lnTo>
                      <a:pt x="814" y="335"/>
                    </a:lnTo>
                    <a:lnTo>
                      <a:pt x="815" y="334"/>
                    </a:lnTo>
                    <a:lnTo>
                      <a:pt x="815" y="334"/>
                    </a:lnTo>
                    <a:lnTo>
                      <a:pt x="815" y="311"/>
                    </a:lnTo>
                    <a:lnTo>
                      <a:pt x="816" y="329"/>
                    </a:lnTo>
                    <a:lnTo>
                      <a:pt x="816" y="329"/>
                    </a:lnTo>
                    <a:lnTo>
                      <a:pt x="816" y="329"/>
                    </a:lnTo>
                    <a:lnTo>
                      <a:pt x="817" y="314"/>
                    </a:lnTo>
                    <a:lnTo>
                      <a:pt x="817" y="327"/>
                    </a:lnTo>
                    <a:lnTo>
                      <a:pt x="817" y="326"/>
                    </a:lnTo>
                    <a:lnTo>
                      <a:pt x="818" y="333"/>
                    </a:lnTo>
                    <a:lnTo>
                      <a:pt x="818" y="319"/>
                    </a:lnTo>
                    <a:lnTo>
                      <a:pt x="819" y="325"/>
                    </a:lnTo>
                    <a:lnTo>
                      <a:pt x="819" y="325"/>
                    </a:lnTo>
                    <a:lnTo>
                      <a:pt x="820" y="314"/>
                    </a:lnTo>
                    <a:lnTo>
                      <a:pt x="820" y="337"/>
                    </a:lnTo>
                    <a:lnTo>
                      <a:pt x="820" y="334"/>
                    </a:lnTo>
                    <a:lnTo>
                      <a:pt x="820" y="332"/>
                    </a:lnTo>
                    <a:lnTo>
                      <a:pt x="821" y="304"/>
                    </a:lnTo>
                    <a:lnTo>
                      <a:pt x="822" y="349"/>
                    </a:lnTo>
                    <a:lnTo>
                      <a:pt x="822" y="349"/>
                    </a:lnTo>
                    <a:lnTo>
                      <a:pt x="822" y="349"/>
                    </a:lnTo>
                    <a:lnTo>
                      <a:pt x="822" y="349"/>
                    </a:lnTo>
                    <a:lnTo>
                      <a:pt x="823" y="319"/>
                    </a:lnTo>
                    <a:lnTo>
                      <a:pt x="823" y="319"/>
                    </a:lnTo>
                    <a:lnTo>
                      <a:pt x="824" y="332"/>
                    </a:lnTo>
                    <a:lnTo>
                      <a:pt x="824" y="315"/>
                    </a:lnTo>
                    <a:lnTo>
                      <a:pt x="825" y="318"/>
                    </a:lnTo>
                    <a:lnTo>
                      <a:pt x="825" y="318"/>
                    </a:lnTo>
                    <a:lnTo>
                      <a:pt x="826" y="334"/>
                    </a:lnTo>
                    <a:lnTo>
                      <a:pt x="826" y="314"/>
                    </a:lnTo>
                    <a:lnTo>
                      <a:pt x="826" y="315"/>
                    </a:lnTo>
                    <a:lnTo>
                      <a:pt x="827" y="306"/>
                    </a:lnTo>
                    <a:lnTo>
                      <a:pt x="828" y="320"/>
                    </a:lnTo>
                    <a:lnTo>
                      <a:pt x="828" y="317"/>
                    </a:lnTo>
                    <a:lnTo>
                      <a:pt x="828" y="317"/>
                    </a:lnTo>
                    <a:lnTo>
                      <a:pt x="829" y="336"/>
                    </a:lnTo>
                    <a:lnTo>
                      <a:pt x="829" y="314"/>
                    </a:lnTo>
                    <a:lnTo>
                      <a:pt x="829" y="314"/>
                    </a:lnTo>
                    <a:lnTo>
                      <a:pt x="830" y="314"/>
                    </a:lnTo>
                    <a:lnTo>
                      <a:pt x="830" y="314"/>
                    </a:lnTo>
                    <a:lnTo>
                      <a:pt x="831" y="338"/>
                    </a:lnTo>
                    <a:lnTo>
                      <a:pt x="831" y="338"/>
                    </a:lnTo>
                    <a:lnTo>
                      <a:pt x="831" y="338"/>
                    </a:lnTo>
                    <a:lnTo>
                      <a:pt x="832" y="322"/>
                    </a:lnTo>
                    <a:lnTo>
                      <a:pt x="832" y="329"/>
                    </a:lnTo>
                    <a:lnTo>
                      <a:pt x="832" y="329"/>
                    </a:lnTo>
                    <a:lnTo>
                      <a:pt x="833" y="323"/>
                    </a:lnTo>
                    <a:lnTo>
                      <a:pt x="834" y="332"/>
                    </a:lnTo>
                    <a:lnTo>
                      <a:pt x="834" y="332"/>
                    </a:lnTo>
                    <a:lnTo>
                      <a:pt x="834" y="332"/>
                    </a:lnTo>
                    <a:lnTo>
                      <a:pt x="835" y="338"/>
                    </a:lnTo>
                    <a:lnTo>
                      <a:pt x="835" y="335"/>
                    </a:lnTo>
                    <a:lnTo>
                      <a:pt x="835" y="335"/>
                    </a:lnTo>
                    <a:lnTo>
                      <a:pt x="836" y="312"/>
                    </a:lnTo>
                    <a:lnTo>
                      <a:pt x="837" y="317"/>
                    </a:lnTo>
                    <a:lnTo>
                      <a:pt x="837" y="317"/>
                    </a:lnTo>
                    <a:lnTo>
                      <a:pt x="838" y="322"/>
                    </a:lnTo>
                    <a:lnTo>
                      <a:pt x="838" y="310"/>
                    </a:lnTo>
                    <a:lnTo>
                      <a:pt x="839" y="310"/>
                    </a:lnTo>
                    <a:lnTo>
                      <a:pt x="839" y="301"/>
                    </a:lnTo>
                    <a:lnTo>
                      <a:pt x="840" y="336"/>
                    </a:lnTo>
                    <a:lnTo>
                      <a:pt x="840" y="333"/>
                    </a:lnTo>
                    <a:lnTo>
                      <a:pt x="840" y="333"/>
                    </a:lnTo>
                    <a:lnTo>
                      <a:pt x="841" y="311"/>
                    </a:lnTo>
                    <a:lnTo>
                      <a:pt x="841" y="374"/>
                    </a:lnTo>
                    <a:lnTo>
                      <a:pt x="841" y="373"/>
                    </a:lnTo>
                    <a:lnTo>
                      <a:pt x="841" y="373"/>
                    </a:lnTo>
                    <a:lnTo>
                      <a:pt x="842" y="374"/>
                    </a:lnTo>
                    <a:lnTo>
                      <a:pt x="842" y="246"/>
                    </a:lnTo>
                    <a:lnTo>
                      <a:pt x="843" y="317"/>
                    </a:lnTo>
                    <a:lnTo>
                      <a:pt x="843" y="320"/>
                    </a:lnTo>
                    <a:lnTo>
                      <a:pt x="844" y="367"/>
                    </a:lnTo>
                    <a:lnTo>
                      <a:pt x="844" y="308"/>
                    </a:lnTo>
                    <a:lnTo>
                      <a:pt x="844" y="320"/>
                    </a:lnTo>
                    <a:lnTo>
                      <a:pt x="844" y="321"/>
                    </a:lnTo>
                    <a:lnTo>
                      <a:pt x="845" y="376"/>
                    </a:lnTo>
                    <a:lnTo>
                      <a:pt x="846" y="299"/>
                    </a:lnTo>
                    <a:lnTo>
                      <a:pt x="846" y="299"/>
                    </a:lnTo>
                    <a:lnTo>
                      <a:pt x="846" y="296"/>
                    </a:lnTo>
                    <a:lnTo>
                      <a:pt x="847" y="350"/>
                    </a:lnTo>
                    <a:lnTo>
                      <a:pt x="847" y="351"/>
                    </a:lnTo>
                    <a:lnTo>
                      <a:pt x="848" y="370"/>
                    </a:lnTo>
                    <a:lnTo>
                      <a:pt x="849" y="268"/>
                    </a:lnTo>
                    <a:lnTo>
                      <a:pt x="849" y="269"/>
                    </a:lnTo>
                    <a:lnTo>
                      <a:pt x="850" y="345"/>
                    </a:lnTo>
                    <a:lnTo>
                      <a:pt x="850" y="332"/>
                    </a:lnTo>
                    <a:lnTo>
                      <a:pt x="850" y="331"/>
                    </a:lnTo>
                    <a:lnTo>
                      <a:pt x="851" y="321"/>
                    </a:lnTo>
                    <a:lnTo>
                      <a:pt x="852" y="342"/>
                    </a:lnTo>
                    <a:lnTo>
                      <a:pt x="852" y="341"/>
                    </a:lnTo>
                    <a:lnTo>
                      <a:pt x="852" y="341"/>
                    </a:lnTo>
                    <a:lnTo>
                      <a:pt x="853" y="312"/>
                    </a:lnTo>
                    <a:lnTo>
                      <a:pt x="853" y="323"/>
                    </a:lnTo>
                    <a:lnTo>
                      <a:pt x="854" y="323"/>
                    </a:lnTo>
                    <a:lnTo>
                      <a:pt x="854" y="329"/>
                    </a:lnTo>
                    <a:lnTo>
                      <a:pt x="854" y="312"/>
                    </a:lnTo>
                    <a:lnTo>
                      <a:pt x="855" y="320"/>
                    </a:lnTo>
                    <a:lnTo>
                      <a:pt x="855" y="320"/>
                    </a:lnTo>
                    <a:lnTo>
                      <a:pt x="855" y="319"/>
                    </a:lnTo>
                    <a:lnTo>
                      <a:pt x="856" y="329"/>
                    </a:lnTo>
                    <a:lnTo>
                      <a:pt x="856" y="330"/>
                    </a:lnTo>
                    <a:lnTo>
                      <a:pt x="857" y="324"/>
                    </a:lnTo>
                    <a:lnTo>
                      <a:pt x="858" y="330"/>
                    </a:lnTo>
                    <a:lnTo>
                      <a:pt x="858" y="330"/>
                    </a:lnTo>
                    <a:lnTo>
                      <a:pt x="858" y="330"/>
                    </a:lnTo>
                    <a:lnTo>
                      <a:pt x="859" y="316"/>
                    </a:lnTo>
                    <a:lnTo>
                      <a:pt x="859" y="316"/>
                    </a:lnTo>
                    <a:lnTo>
                      <a:pt x="860" y="314"/>
                    </a:lnTo>
                    <a:lnTo>
                      <a:pt x="861" y="341"/>
                    </a:lnTo>
                    <a:lnTo>
                      <a:pt x="861" y="331"/>
                    </a:lnTo>
                    <a:lnTo>
                      <a:pt x="861" y="330"/>
                    </a:lnTo>
                    <a:lnTo>
                      <a:pt x="862" y="312"/>
                    </a:lnTo>
                    <a:lnTo>
                      <a:pt x="862" y="318"/>
                    </a:lnTo>
                    <a:lnTo>
                      <a:pt x="863" y="317"/>
                    </a:lnTo>
                    <a:lnTo>
                      <a:pt x="863" y="317"/>
                    </a:lnTo>
                    <a:lnTo>
                      <a:pt x="863" y="332"/>
                    </a:lnTo>
                    <a:lnTo>
                      <a:pt x="864" y="322"/>
                    </a:lnTo>
                    <a:lnTo>
                      <a:pt x="864" y="321"/>
                    </a:lnTo>
                    <a:lnTo>
                      <a:pt x="865" y="316"/>
                    </a:lnTo>
                    <a:lnTo>
                      <a:pt x="865" y="327"/>
                    </a:lnTo>
                    <a:lnTo>
                      <a:pt x="865" y="327"/>
                    </a:lnTo>
                    <a:lnTo>
                      <a:pt x="865" y="327"/>
                    </a:lnTo>
                    <a:lnTo>
                      <a:pt x="866" y="333"/>
                    </a:lnTo>
                    <a:lnTo>
                      <a:pt x="867" y="317"/>
                    </a:lnTo>
                    <a:lnTo>
                      <a:pt x="867" y="321"/>
                    </a:lnTo>
                    <a:lnTo>
                      <a:pt x="867" y="321"/>
                    </a:lnTo>
                    <a:lnTo>
                      <a:pt x="868" y="347"/>
                    </a:lnTo>
                    <a:lnTo>
                      <a:pt x="868" y="319"/>
                    </a:lnTo>
                    <a:lnTo>
                      <a:pt x="868" y="318"/>
                    </a:lnTo>
                    <a:lnTo>
                      <a:pt x="869" y="313"/>
                    </a:lnTo>
                    <a:lnTo>
                      <a:pt x="870" y="339"/>
                    </a:lnTo>
                    <a:lnTo>
                      <a:pt x="870" y="322"/>
                    </a:lnTo>
                    <a:lnTo>
                      <a:pt x="870" y="322"/>
                    </a:lnTo>
                    <a:lnTo>
                      <a:pt x="871" y="313"/>
                    </a:lnTo>
                    <a:lnTo>
                      <a:pt x="871" y="313"/>
                    </a:lnTo>
                    <a:lnTo>
                      <a:pt x="873" y="337"/>
                    </a:lnTo>
                    <a:lnTo>
                      <a:pt x="873" y="334"/>
                    </a:lnTo>
                    <a:lnTo>
                      <a:pt x="873" y="335"/>
                    </a:lnTo>
                    <a:lnTo>
                      <a:pt x="873" y="336"/>
                    </a:lnTo>
                    <a:lnTo>
                      <a:pt x="874" y="311"/>
                    </a:lnTo>
                    <a:lnTo>
                      <a:pt x="874" y="321"/>
                    </a:lnTo>
                    <a:lnTo>
                      <a:pt x="874" y="321"/>
                    </a:lnTo>
                    <a:lnTo>
                      <a:pt x="875" y="319"/>
                    </a:lnTo>
                    <a:lnTo>
                      <a:pt x="876" y="332"/>
                    </a:lnTo>
                    <a:lnTo>
                      <a:pt x="876" y="330"/>
                    </a:lnTo>
                    <a:lnTo>
                      <a:pt x="876" y="330"/>
                    </a:lnTo>
                    <a:lnTo>
                      <a:pt x="877" y="322"/>
                    </a:lnTo>
                    <a:lnTo>
                      <a:pt x="877" y="334"/>
                    </a:lnTo>
                    <a:lnTo>
                      <a:pt x="877" y="332"/>
                    </a:lnTo>
                    <a:lnTo>
                      <a:pt x="877" y="332"/>
                    </a:lnTo>
                    <a:lnTo>
                      <a:pt x="878" y="337"/>
                    </a:lnTo>
                    <a:lnTo>
                      <a:pt x="879" y="319"/>
                    </a:lnTo>
                    <a:lnTo>
                      <a:pt x="879" y="318"/>
                    </a:lnTo>
                    <a:lnTo>
                      <a:pt x="879" y="311"/>
                    </a:lnTo>
                    <a:lnTo>
                      <a:pt x="880" y="324"/>
                    </a:lnTo>
                    <a:lnTo>
                      <a:pt x="880" y="323"/>
                    </a:lnTo>
                    <a:lnTo>
                      <a:pt x="880" y="323"/>
                    </a:lnTo>
                    <a:lnTo>
                      <a:pt x="881" y="332"/>
                    </a:lnTo>
                    <a:lnTo>
                      <a:pt x="882" y="320"/>
                    </a:lnTo>
                    <a:lnTo>
                      <a:pt x="882" y="319"/>
                    </a:lnTo>
                    <a:lnTo>
                      <a:pt x="882" y="319"/>
                    </a:lnTo>
                    <a:lnTo>
                      <a:pt x="883" y="335"/>
                    </a:lnTo>
                    <a:lnTo>
                      <a:pt x="883" y="332"/>
                    </a:lnTo>
                    <a:lnTo>
                      <a:pt x="883" y="332"/>
                    </a:lnTo>
                    <a:lnTo>
                      <a:pt x="884" y="335"/>
                    </a:lnTo>
                    <a:lnTo>
                      <a:pt x="885" y="312"/>
                    </a:lnTo>
                    <a:lnTo>
                      <a:pt x="885" y="312"/>
                    </a:lnTo>
                    <a:lnTo>
                      <a:pt x="885" y="313"/>
                    </a:lnTo>
                    <a:lnTo>
                      <a:pt x="886" y="305"/>
                    </a:lnTo>
                    <a:lnTo>
                      <a:pt x="886" y="325"/>
                    </a:lnTo>
                    <a:lnTo>
                      <a:pt x="887" y="327"/>
                    </a:lnTo>
                    <a:lnTo>
                      <a:pt x="888" y="345"/>
                    </a:lnTo>
                    <a:lnTo>
                      <a:pt x="888" y="310"/>
                    </a:lnTo>
                    <a:lnTo>
                      <a:pt x="888" y="321"/>
                    </a:lnTo>
                    <a:lnTo>
                      <a:pt x="888" y="323"/>
                    </a:lnTo>
                    <a:lnTo>
                      <a:pt x="889" y="354"/>
                    </a:lnTo>
                    <a:lnTo>
                      <a:pt x="889" y="315"/>
                    </a:lnTo>
                    <a:lnTo>
                      <a:pt x="889" y="316"/>
                    </a:lnTo>
                    <a:lnTo>
                      <a:pt x="889" y="318"/>
                    </a:lnTo>
                    <a:lnTo>
                      <a:pt x="890" y="326"/>
                    </a:lnTo>
                    <a:lnTo>
                      <a:pt x="891" y="292"/>
                    </a:lnTo>
                    <a:lnTo>
                      <a:pt x="891" y="298"/>
                    </a:lnTo>
                    <a:lnTo>
                      <a:pt x="891" y="297"/>
                    </a:lnTo>
                    <a:lnTo>
                      <a:pt x="892" y="322"/>
                    </a:lnTo>
                    <a:lnTo>
                      <a:pt x="892" y="312"/>
                    </a:lnTo>
                    <a:lnTo>
                      <a:pt x="892" y="312"/>
                    </a:lnTo>
                    <a:lnTo>
                      <a:pt x="894" y="309"/>
                    </a:lnTo>
                    <a:lnTo>
                      <a:pt x="894" y="325"/>
                    </a:lnTo>
                    <a:lnTo>
                      <a:pt x="894" y="326"/>
                    </a:lnTo>
                    <a:lnTo>
                      <a:pt x="894" y="330"/>
                    </a:lnTo>
                    <a:lnTo>
                      <a:pt x="895" y="325"/>
                    </a:lnTo>
                    <a:lnTo>
                      <a:pt x="895" y="329"/>
                    </a:lnTo>
                    <a:lnTo>
                      <a:pt x="895" y="329"/>
                    </a:lnTo>
                    <a:lnTo>
                      <a:pt x="897" y="322"/>
                    </a:lnTo>
                    <a:lnTo>
                      <a:pt x="897" y="338"/>
                    </a:lnTo>
                    <a:lnTo>
                      <a:pt x="897" y="338"/>
                    </a:lnTo>
                    <a:lnTo>
                      <a:pt x="898" y="352"/>
                    </a:lnTo>
                    <a:lnTo>
                      <a:pt x="898" y="319"/>
                    </a:lnTo>
                    <a:lnTo>
                      <a:pt x="898" y="329"/>
                    </a:lnTo>
                    <a:lnTo>
                      <a:pt x="898" y="328"/>
                    </a:lnTo>
                    <a:lnTo>
                      <a:pt x="899" y="307"/>
                    </a:lnTo>
                    <a:lnTo>
                      <a:pt x="900" y="331"/>
                    </a:lnTo>
                    <a:lnTo>
                      <a:pt x="900" y="326"/>
                    </a:lnTo>
                    <a:lnTo>
                      <a:pt x="900" y="324"/>
                    </a:lnTo>
                    <a:lnTo>
                      <a:pt x="900" y="300"/>
                    </a:lnTo>
                    <a:lnTo>
                      <a:pt x="901" y="419"/>
                    </a:lnTo>
                    <a:lnTo>
                      <a:pt x="901" y="349"/>
                    </a:lnTo>
                    <a:lnTo>
                      <a:pt x="901" y="344"/>
                    </a:lnTo>
                    <a:lnTo>
                      <a:pt x="902" y="266"/>
                    </a:lnTo>
                    <a:lnTo>
                      <a:pt x="903" y="311"/>
                    </a:lnTo>
                    <a:lnTo>
                      <a:pt x="903" y="312"/>
                    </a:lnTo>
                    <a:lnTo>
                      <a:pt x="904" y="323"/>
                    </a:lnTo>
                    <a:lnTo>
                      <a:pt x="904" y="315"/>
                    </a:lnTo>
                    <a:lnTo>
                      <a:pt x="904" y="315"/>
                    </a:lnTo>
                    <a:lnTo>
                      <a:pt x="905" y="312"/>
                    </a:lnTo>
                    <a:lnTo>
                      <a:pt x="906" y="331"/>
                    </a:lnTo>
                    <a:lnTo>
                      <a:pt x="906" y="332"/>
                    </a:lnTo>
                    <a:lnTo>
                      <a:pt x="907" y="341"/>
                    </a:lnTo>
                    <a:lnTo>
                      <a:pt x="907" y="324"/>
                    </a:lnTo>
                    <a:lnTo>
                      <a:pt x="907" y="323"/>
                    </a:lnTo>
                    <a:lnTo>
                      <a:pt x="908" y="304"/>
                    </a:lnTo>
                    <a:lnTo>
                      <a:pt x="909" y="335"/>
                    </a:lnTo>
                    <a:lnTo>
                      <a:pt x="909" y="335"/>
                    </a:lnTo>
                    <a:lnTo>
                      <a:pt x="910" y="339"/>
                    </a:lnTo>
                    <a:lnTo>
                      <a:pt x="910" y="316"/>
                    </a:lnTo>
                    <a:lnTo>
                      <a:pt x="911" y="315"/>
                    </a:lnTo>
                    <a:lnTo>
                      <a:pt x="911" y="315"/>
                    </a:lnTo>
                    <a:lnTo>
                      <a:pt x="912" y="324"/>
                    </a:lnTo>
                    <a:lnTo>
                      <a:pt x="912" y="324"/>
                    </a:lnTo>
                    <a:lnTo>
                      <a:pt x="912" y="333"/>
                    </a:lnTo>
                    <a:lnTo>
                      <a:pt x="913" y="311"/>
                    </a:lnTo>
                    <a:lnTo>
                      <a:pt x="913" y="312"/>
                    </a:lnTo>
                    <a:lnTo>
                      <a:pt x="913" y="313"/>
                    </a:lnTo>
                    <a:lnTo>
                      <a:pt x="915" y="333"/>
                    </a:lnTo>
                    <a:lnTo>
                      <a:pt x="915" y="325"/>
                    </a:lnTo>
                    <a:lnTo>
                      <a:pt x="915" y="325"/>
                    </a:lnTo>
                    <a:lnTo>
                      <a:pt x="916" y="331"/>
                    </a:lnTo>
                    <a:lnTo>
                      <a:pt x="916" y="315"/>
                    </a:lnTo>
                    <a:lnTo>
                      <a:pt x="916" y="314"/>
                    </a:lnTo>
                    <a:lnTo>
                      <a:pt x="917" y="309"/>
                    </a:lnTo>
                    <a:lnTo>
                      <a:pt x="918" y="445"/>
                    </a:lnTo>
                    <a:lnTo>
                      <a:pt x="918" y="423"/>
                    </a:lnTo>
                    <a:lnTo>
                      <a:pt x="918" y="419"/>
                    </a:lnTo>
                    <a:lnTo>
                      <a:pt x="919" y="110"/>
                    </a:lnTo>
                    <a:lnTo>
                      <a:pt x="919" y="398"/>
                    </a:lnTo>
                    <a:lnTo>
                      <a:pt x="919" y="405"/>
                    </a:lnTo>
                    <a:lnTo>
                      <a:pt x="920" y="464"/>
                    </a:lnTo>
                    <a:lnTo>
                      <a:pt x="921" y="313"/>
                    </a:lnTo>
                    <a:lnTo>
                      <a:pt x="921" y="317"/>
                    </a:lnTo>
                    <a:lnTo>
                      <a:pt x="921" y="318"/>
                    </a:lnTo>
                    <a:lnTo>
                      <a:pt x="921" y="331"/>
                    </a:lnTo>
                    <a:lnTo>
                      <a:pt x="922" y="311"/>
                    </a:lnTo>
                    <a:lnTo>
                      <a:pt x="922" y="324"/>
                    </a:lnTo>
                    <a:lnTo>
                      <a:pt x="922" y="325"/>
                    </a:lnTo>
                    <a:lnTo>
                      <a:pt x="923" y="332"/>
                    </a:lnTo>
                    <a:lnTo>
                      <a:pt x="924" y="292"/>
                    </a:lnTo>
                    <a:lnTo>
                      <a:pt x="924" y="310"/>
                    </a:lnTo>
                    <a:lnTo>
                      <a:pt x="924" y="311"/>
                    </a:lnTo>
                    <a:lnTo>
                      <a:pt x="925" y="363"/>
                    </a:lnTo>
                    <a:lnTo>
                      <a:pt x="925" y="355"/>
                    </a:lnTo>
                    <a:lnTo>
                      <a:pt x="925" y="355"/>
                    </a:lnTo>
                    <a:lnTo>
                      <a:pt x="927" y="307"/>
                    </a:lnTo>
                    <a:lnTo>
                      <a:pt x="927" y="307"/>
                    </a:lnTo>
                    <a:lnTo>
                      <a:pt x="927" y="295"/>
                    </a:lnTo>
                    <a:lnTo>
                      <a:pt x="928" y="351"/>
                    </a:lnTo>
                    <a:lnTo>
                      <a:pt x="928" y="352"/>
                    </a:lnTo>
                    <a:lnTo>
                      <a:pt x="929" y="355"/>
                    </a:lnTo>
                    <a:lnTo>
                      <a:pt x="930" y="282"/>
                    </a:lnTo>
                    <a:lnTo>
                      <a:pt x="930" y="290"/>
                    </a:lnTo>
                    <a:lnTo>
                      <a:pt x="930" y="291"/>
                    </a:lnTo>
                    <a:lnTo>
                      <a:pt x="931" y="370"/>
                    </a:lnTo>
                    <a:lnTo>
                      <a:pt x="931" y="350"/>
                    </a:lnTo>
                    <a:lnTo>
                      <a:pt x="931" y="349"/>
                    </a:lnTo>
                    <a:lnTo>
                      <a:pt x="932" y="313"/>
                    </a:lnTo>
                    <a:lnTo>
                      <a:pt x="933" y="343"/>
                    </a:lnTo>
                    <a:lnTo>
                      <a:pt x="933" y="343"/>
                    </a:lnTo>
                    <a:lnTo>
                      <a:pt x="933" y="343"/>
                    </a:lnTo>
                    <a:lnTo>
                      <a:pt x="934" y="312"/>
                    </a:lnTo>
                    <a:lnTo>
                      <a:pt x="934" y="319"/>
                    </a:lnTo>
                    <a:lnTo>
                      <a:pt x="935" y="319"/>
                    </a:lnTo>
                    <a:lnTo>
                      <a:pt x="936" y="335"/>
                    </a:lnTo>
                    <a:lnTo>
                      <a:pt x="936" y="335"/>
                    </a:lnTo>
                    <a:lnTo>
                      <a:pt x="937" y="317"/>
                    </a:lnTo>
                    <a:lnTo>
                      <a:pt x="937" y="345"/>
                    </a:lnTo>
                    <a:lnTo>
                      <a:pt x="937" y="345"/>
                    </a:lnTo>
                    <a:lnTo>
                      <a:pt x="937" y="345"/>
                    </a:lnTo>
                    <a:lnTo>
                      <a:pt x="939" y="296"/>
                    </a:lnTo>
                    <a:lnTo>
                      <a:pt x="939" y="310"/>
                    </a:lnTo>
                    <a:lnTo>
                      <a:pt x="939" y="310"/>
                    </a:lnTo>
                    <a:lnTo>
                      <a:pt x="941" y="346"/>
                    </a:lnTo>
                    <a:lnTo>
                      <a:pt x="941" y="339"/>
                    </a:lnTo>
                    <a:lnTo>
                      <a:pt x="941" y="339"/>
                    </a:lnTo>
                    <a:lnTo>
                      <a:pt x="942" y="312"/>
                    </a:lnTo>
                    <a:lnTo>
                      <a:pt x="942" y="329"/>
                    </a:lnTo>
                    <a:lnTo>
                      <a:pt x="942" y="328"/>
                    </a:lnTo>
                    <a:lnTo>
                      <a:pt x="943" y="295"/>
                    </a:lnTo>
                    <a:lnTo>
                      <a:pt x="944" y="341"/>
                    </a:lnTo>
                    <a:lnTo>
                      <a:pt x="944" y="341"/>
                    </a:lnTo>
                    <a:lnTo>
                      <a:pt x="944" y="345"/>
                    </a:lnTo>
                    <a:lnTo>
                      <a:pt x="945" y="318"/>
                    </a:lnTo>
                    <a:lnTo>
                      <a:pt x="945" y="317"/>
                    </a:lnTo>
                    <a:lnTo>
                      <a:pt x="945" y="316"/>
                    </a:lnTo>
                    <a:lnTo>
                      <a:pt x="947" y="344"/>
                    </a:lnTo>
                    <a:lnTo>
                      <a:pt x="947" y="343"/>
                    </a:lnTo>
                    <a:lnTo>
                      <a:pt x="947" y="342"/>
                    </a:lnTo>
                    <a:lnTo>
                      <a:pt x="947" y="309"/>
                    </a:lnTo>
                    <a:lnTo>
                      <a:pt x="948" y="321"/>
                    </a:lnTo>
                    <a:lnTo>
                      <a:pt x="948" y="321"/>
                    </a:lnTo>
                    <a:lnTo>
                      <a:pt x="949" y="310"/>
                    </a:lnTo>
                    <a:lnTo>
                      <a:pt x="950" y="341"/>
                    </a:lnTo>
                    <a:lnTo>
                      <a:pt x="950" y="342"/>
                    </a:lnTo>
                    <a:lnTo>
                      <a:pt x="950" y="346"/>
                    </a:lnTo>
                    <a:lnTo>
                      <a:pt x="951" y="321"/>
                    </a:lnTo>
                    <a:lnTo>
                      <a:pt x="951" y="331"/>
                    </a:lnTo>
                    <a:lnTo>
                      <a:pt x="951" y="332"/>
                    </a:lnTo>
                    <a:lnTo>
                      <a:pt x="951" y="334"/>
                    </a:lnTo>
                    <a:lnTo>
                      <a:pt x="953" y="312"/>
                    </a:lnTo>
                    <a:lnTo>
                      <a:pt x="953" y="317"/>
                    </a:lnTo>
                    <a:lnTo>
                      <a:pt x="953" y="317"/>
                    </a:lnTo>
                    <a:lnTo>
                      <a:pt x="954" y="311"/>
                    </a:lnTo>
                    <a:lnTo>
                      <a:pt x="954" y="325"/>
                    </a:lnTo>
                    <a:lnTo>
                      <a:pt x="954" y="326"/>
                    </a:lnTo>
                    <a:lnTo>
                      <a:pt x="955" y="325"/>
                    </a:lnTo>
                    <a:lnTo>
                      <a:pt x="956" y="334"/>
                    </a:lnTo>
                    <a:lnTo>
                      <a:pt x="956" y="332"/>
                    </a:lnTo>
                    <a:lnTo>
                      <a:pt x="956" y="332"/>
                    </a:lnTo>
                    <a:lnTo>
                      <a:pt x="957" y="292"/>
                    </a:lnTo>
                    <a:lnTo>
                      <a:pt x="957" y="339"/>
                    </a:lnTo>
                    <a:lnTo>
                      <a:pt x="957" y="338"/>
                    </a:lnTo>
                    <a:lnTo>
                      <a:pt x="957" y="338"/>
                    </a:lnTo>
                    <a:lnTo>
                      <a:pt x="958" y="326"/>
                    </a:lnTo>
                    <a:lnTo>
                      <a:pt x="959" y="344"/>
                    </a:lnTo>
                    <a:lnTo>
                      <a:pt x="959" y="341"/>
                    </a:lnTo>
                    <a:lnTo>
                      <a:pt x="959" y="342"/>
                    </a:lnTo>
                    <a:lnTo>
                      <a:pt x="960" y="357"/>
                    </a:lnTo>
                    <a:lnTo>
                      <a:pt x="960" y="295"/>
                    </a:lnTo>
                    <a:lnTo>
                      <a:pt x="960" y="330"/>
                    </a:lnTo>
                    <a:lnTo>
                      <a:pt x="960" y="329"/>
                    </a:lnTo>
                    <a:lnTo>
                      <a:pt x="960" y="250"/>
                    </a:lnTo>
                    <a:lnTo>
                      <a:pt x="962" y="381"/>
                    </a:lnTo>
                    <a:lnTo>
                      <a:pt x="962" y="386"/>
                    </a:lnTo>
                    <a:lnTo>
                      <a:pt x="962" y="503"/>
                    </a:lnTo>
                    <a:lnTo>
                      <a:pt x="963" y="174"/>
                    </a:lnTo>
                    <a:lnTo>
                      <a:pt x="963" y="177"/>
                    </a:lnTo>
                    <a:lnTo>
                      <a:pt x="963" y="177"/>
                    </a:lnTo>
                    <a:lnTo>
                      <a:pt x="965" y="465"/>
                    </a:lnTo>
                    <a:lnTo>
                      <a:pt x="965" y="465"/>
                    </a:lnTo>
                    <a:lnTo>
                      <a:pt x="966" y="316"/>
                    </a:lnTo>
                    <a:lnTo>
                      <a:pt x="966" y="315"/>
                    </a:lnTo>
                    <a:lnTo>
                      <a:pt x="967" y="295"/>
                    </a:lnTo>
                    <a:lnTo>
                      <a:pt x="968" y="298"/>
                    </a:lnTo>
                    <a:lnTo>
                      <a:pt x="968" y="298"/>
                    </a:lnTo>
                    <a:lnTo>
                      <a:pt x="969" y="366"/>
                    </a:lnTo>
                    <a:lnTo>
                      <a:pt x="969" y="352"/>
                    </a:lnTo>
                    <a:lnTo>
                      <a:pt x="969" y="351"/>
                    </a:lnTo>
                    <a:lnTo>
                      <a:pt x="970" y="291"/>
                    </a:lnTo>
                    <a:lnTo>
                      <a:pt x="971" y="307"/>
                    </a:lnTo>
                    <a:lnTo>
                      <a:pt x="971" y="308"/>
                    </a:lnTo>
                    <a:lnTo>
                      <a:pt x="972" y="362"/>
                    </a:lnTo>
                    <a:lnTo>
                      <a:pt x="972" y="318"/>
                    </a:lnTo>
                    <a:lnTo>
                      <a:pt x="972" y="317"/>
                    </a:lnTo>
                    <a:lnTo>
                      <a:pt x="972" y="292"/>
                    </a:lnTo>
                    <a:lnTo>
                      <a:pt x="973" y="380"/>
                    </a:lnTo>
                    <a:lnTo>
                      <a:pt x="974" y="356"/>
                    </a:lnTo>
                    <a:lnTo>
                      <a:pt x="974" y="354"/>
                    </a:lnTo>
                    <a:lnTo>
                      <a:pt x="974" y="285"/>
                    </a:lnTo>
                    <a:lnTo>
                      <a:pt x="975" y="351"/>
                    </a:lnTo>
                    <a:lnTo>
                      <a:pt x="975" y="352"/>
                    </a:lnTo>
                    <a:lnTo>
                      <a:pt x="975" y="360"/>
                    </a:lnTo>
                    <a:lnTo>
                      <a:pt x="977" y="273"/>
                    </a:lnTo>
                    <a:lnTo>
                      <a:pt x="977" y="283"/>
                    </a:lnTo>
                    <a:lnTo>
                      <a:pt x="977" y="284"/>
                    </a:lnTo>
                    <a:lnTo>
                      <a:pt x="977" y="378"/>
                    </a:lnTo>
                    <a:lnTo>
                      <a:pt x="978" y="284"/>
                    </a:lnTo>
                    <a:lnTo>
                      <a:pt x="978" y="285"/>
                    </a:lnTo>
                    <a:lnTo>
                      <a:pt x="979" y="342"/>
                    </a:lnTo>
                    <a:lnTo>
                      <a:pt x="980" y="299"/>
                    </a:lnTo>
                    <a:lnTo>
                      <a:pt x="980" y="299"/>
                    </a:lnTo>
                    <a:lnTo>
                      <a:pt x="981" y="332"/>
                    </a:lnTo>
                    <a:lnTo>
                      <a:pt x="981" y="324"/>
                    </a:lnTo>
                    <a:lnTo>
                      <a:pt x="981" y="324"/>
                    </a:lnTo>
                    <a:lnTo>
                      <a:pt x="982" y="314"/>
                    </a:lnTo>
                    <a:lnTo>
                      <a:pt x="982" y="357"/>
                    </a:lnTo>
                    <a:lnTo>
                      <a:pt x="983" y="329"/>
                    </a:lnTo>
                    <a:lnTo>
                      <a:pt x="983" y="328"/>
                    </a:lnTo>
                    <a:lnTo>
                      <a:pt x="983" y="296"/>
                    </a:lnTo>
                    <a:lnTo>
                      <a:pt x="984" y="362"/>
                    </a:lnTo>
                    <a:lnTo>
                      <a:pt x="984" y="298"/>
                    </a:lnTo>
                    <a:lnTo>
                      <a:pt x="984" y="296"/>
                    </a:lnTo>
                    <a:lnTo>
                      <a:pt x="984" y="279"/>
                    </a:lnTo>
                    <a:lnTo>
                      <a:pt x="986" y="350"/>
                    </a:lnTo>
                    <a:lnTo>
                      <a:pt x="986" y="337"/>
                    </a:lnTo>
                    <a:lnTo>
                      <a:pt x="986" y="337"/>
                    </a:lnTo>
                    <a:lnTo>
                      <a:pt x="987" y="342"/>
                    </a:lnTo>
                    <a:lnTo>
                      <a:pt x="987" y="324"/>
                    </a:lnTo>
                    <a:lnTo>
                      <a:pt x="987" y="324"/>
                    </a:lnTo>
                    <a:lnTo>
                      <a:pt x="988" y="337"/>
                    </a:lnTo>
                    <a:lnTo>
                      <a:pt x="989" y="294"/>
                    </a:lnTo>
                    <a:lnTo>
                      <a:pt x="989" y="293"/>
                    </a:lnTo>
                    <a:lnTo>
                      <a:pt x="989" y="292"/>
                    </a:lnTo>
                    <a:lnTo>
                      <a:pt x="990" y="334"/>
                    </a:lnTo>
                    <a:lnTo>
                      <a:pt x="990" y="317"/>
                    </a:lnTo>
                    <a:lnTo>
                      <a:pt x="990" y="317"/>
                    </a:lnTo>
                    <a:lnTo>
                      <a:pt x="990" y="313"/>
                    </a:lnTo>
                    <a:lnTo>
                      <a:pt x="991" y="334"/>
                    </a:lnTo>
                    <a:lnTo>
                      <a:pt x="992" y="334"/>
                    </a:lnTo>
                    <a:lnTo>
                      <a:pt x="992" y="334"/>
                    </a:lnTo>
                    <a:lnTo>
                      <a:pt x="992" y="325"/>
                    </a:lnTo>
                    <a:lnTo>
                      <a:pt x="993" y="348"/>
                    </a:lnTo>
                    <a:lnTo>
                      <a:pt x="993" y="331"/>
                    </a:lnTo>
                    <a:lnTo>
                      <a:pt x="993" y="330"/>
                    </a:lnTo>
                    <a:lnTo>
                      <a:pt x="994" y="302"/>
                    </a:lnTo>
                    <a:lnTo>
                      <a:pt x="995" y="333"/>
                    </a:lnTo>
                    <a:lnTo>
                      <a:pt x="995" y="332"/>
                    </a:lnTo>
                    <a:lnTo>
                      <a:pt x="995" y="333"/>
                    </a:lnTo>
                    <a:lnTo>
                      <a:pt x="995" y="355"/>
                    </a:lnTo>
                    <a:lnTo>
                      <a:pt x="996" y="309"/>
                    </a:lnTo>
                    <a:lnTo>
                      <a:pt x="996" y="308"/>
                    </a:lnTo>
                    <a:lnTo>
                      <a:pt x="996" y="304"/>
                    </a:lnTo>
                    <a:lnTo>
                      <a:pt x="997" y="315"/>
                    </a:lnTo>
                    <a:lnTo>
                      <a:pt x="998" y="312"/>
                    </a:lnTo>
                    <a:lnTo>
                      <a:pt x="998" y="312"/>
                    </a:lnTo>
                    <a:lnTo>
                      <a:pt x="998" y="312"/>
                    </a:lnTo>
                    <a:lnTo>
                      <a:pt x="999" y="334"/>
                    </a:lnTo>
                    <a:lnTo>
                      <a:pt x="999" y="326"/>
                    </a:lnTo>
                    <a:lnTo>
                      <a:pt x="999" y="326"/>
                    </a:lnTo>
                    <a:lnTo>
                      <a:pt x="999" y="319"/>
                    </a:lnTo>
                    <a:lnTo>
                      <a:pt x="1001" y="335"/>
                    </a:lnTo>
                    <a:lnTo>
                      <a:pt x="1001" y="331"/>
                    </a:lnTo>
                    <a:lnTo>
                      <a:pt x="1001" y="330"/>
                    </a:lnTo>
                    <a:lnTo>
                      <a:pt x="1002" y="315"/>
                    </a:lnTo>
                    <a:lnTo>
                      <a:pt x="1002" y="332"/>
                    </a:lnTo>
                    <a:lnTo>
                      <a:pt x="1002" y="330"/>
                    </a:lnTo>
                    <a:lnTo>
                      <a:pt x="1002" y="330"/>
                    </a:lnTo>
                    <a:lnTo>
                      <a:pt x="1003" y="322"/>
                    </a:lnTo>
                    <a:lnTo>
                      <a:pt x="1004" y="337"/>
                    </a:lnTo>
                    <a:lnTo>
                      <a:pt x="1004" y="330"/>
                    </a:lnTo>
                    <a:lnTo>
                      <a:pt x="1004" y="329"/>
                    </a:lnTo>
                    <a:lnTo>
                      <a:pt x="1005" y="303"/>
                    </a:lnTo>
                    <a:lnTo>
                      <a:pt x="1005" y="335"/>
                    </a:lnTo>
                    <a:lnTo>
                      <a:pt x="1005" y="336"/>
                    </a:lnTo>
                    <a:lnTo>
                      <a:pt x="1006" y="352"/>
                    </a:lnTo>
                    <a:lnTo>
                      <a:pt x="1007" y="327"/>
                    </a:lnTo>
                    <a:lnTo>
                      <a:pt x="1007" y="328"/>
                    </a:lnTo>
                    <a:lnTo>
                      <a:pt x="1007" y="328"/>
                    </a:lnTo>
                    <a:lnTo>
                      <a:pt x="1007" y="331"/>
                    </a:lnTo>
                    <a:lnTo>
                      <a:pt x="1008" y="309"/>
                    </a:lnTo>
                    <a:lnTo>
                      <a:pt x="1008" y="314"/>
                    </a:lnTo>
                    <a:lnTo>
                      <a:pt x="1008" y="315"/>
                    </a:lnTo>
                    <a:lnTo>
                      <a:pt x="1009" y="337"/>
                    </a:lnTo>
                    <a:lnTo>
                      <a:pt x="1010" y="322"/>
                    </a:lnTo>
                    <a:lnTo>
                      <a:pt x="1010" y="323"/>
                    </a:lnTo>
                    <a:lnTo>
                      <a:pt x="1010" y="321"/>
                    </a:lnTo>
                    <a:lnTo>
                      <a:pt x="1011" y="342"/>
                    </a:lnTo>
                    <a:lnTo>
                      <a:pt x="1011" y="324"/>
                    </a:lnTo>
                    <a:lnTo>
                      <a:pt x="1012" y="324"/>
                    </a:lnTo>
                    <a:lnTo>
                      <a:pt x="1012" y="308"/>
                    </a:lnTo>
                    <a:lnTo>
                      <a:pt x="1012" y="332"/>
                    </a:lnTo>
                    <a:lnTo>
                      <a:pt x="1013" y="325"/>
                    </a:lnTo>
                    <a:lnTo>
                      <a:pt x="1013" y="325"/>
                    </a:lnTo>
                    <a:lnTo>
                      <a:pt x="1014" y="312"/>
                    </a:lnTo>
                    <a:lnTo>
                      <a:pt x="1014" y="315"/>
                    </a:lnTo>
                    <a:lnTo>
                      <a:pt x="1014" y="316"/>
                    </a:lnTo>
                    <a:lnTo>
                      <a:pt x="1015" y="309"/>
                    </a:lnTo>
                    <a:lnTo>
                      <a:pt x="1016" y="332"/>
                    </a:lnTo>
                    <a:lnTo>
                      <a:pt x="1016" y="326"/>
                    </a:lnTo>
                    <a:lnTo>
                      <a:pt x="1016" y="325"/>
                    </a:lnTo>
                    <a:lnTo>
                      <a:pt x="1017" y="314"/>
                    </a:lnTo>
                    <a:lnTo>
                      <a:pt x="1017" y="338"/>
                    </a:lnTo>
                    <a:lnTo>
                      <a:pt x="1017" y="338"/>
                    </a:lnTo>
                    <a:lnTo>
                      <a:pt x="1018" y="343"/>
                    </a:lnTo>
                    <a:lnTo>
                      <a:pt x="1019" y="317"/>
                    </a:lnTo>
                    <a:lnTo>
                      <a:pt x="1019" y="318"/>
                    </a:lnTo>
                    <a:lnTo>
                      <a:pt x="1019" y="318"/>
                    </a:lnTo>
                    <a:lnTo>
                      <a:pt x="1020" y="330"/>
                    </a:lnTo>
                    <a:lnTo>
                      <a:pt x="1020" y="329"/>
                    </a:lnTo>
                    <a:lnTo>
                      <a:pt x="1020" y="329"/>
                    </a:lnTo>
                    <a:lnTo>
                      <a:pt x="1021" y="341"/>
                    </a:lnTo>
                    <a:lnTo>
                      <a:pt x="1022" y="322"/>
                    </a:lnTo>
                    <a:lnTo>
                      <a:pt x="1022" y="321"/>
                    </a:lnTo>
                    <a:lnTo>
                      <a:pt x="1023" y="172"/>
                    </a:lnTo>
                    <a:lnTo>
                      <a:pt x="1023" y="518"/>
                    </a:lnTo>
                    <a:lnTo>
                      <a:pt x="1023" y="521"/>
                    </a:lnTo>
                    <a:lnTo>
                      <a:pt x="1024" y="567"/>
                    </a:lnTo>
                    <a:lnTo>
                      <a:pt x="1024" y="0"/>
                    </a:lnTo>
                    <a:lnTo>
                      <a:pt x="1025" y="387"/>
                    </a:lnTo>
                    <a:lnTo>
                      <a:pt x="1025" y="400"/>
                    </a:lnTo>
                    <a:lnTo>
                      <a:pt x="1025" y="614"/>
                    </a:lnTo>
                    <a:lnTo>
                      <a:pt x="1026" y="192"/>
                    </a:lnTo>
                    <a:lnTo>
                      <a:pt x="1026" y="290"/>
                    </a:lnTo>
                    <a:lnTo>
                      <a:pt x="1026" y="298"/>
                    </a:lnTo>
                    <a:lnTo>
                      <a:pt x="1027" y="446"/>
                    </a:lnTo>
                    <a:lnTo>
                      <a:pt x="1028" y="257"/>
                    </a:lnTo>
                    <a:lnTo>
                      <a:pt x="1028" y="256"/>
                    </a:lnTo>
                    <a:lnTo>
                      <a:pt x="1028" y="256"/>
                    </a:lnTo>
                    <a:lnTo>
                      <a:pt x="1029" y="360"/>
                    </a:lnTo>
                    <a:lnTo>
                      <a:pt x="1029" y="336"/>
                    </a:lnTo>
                    <a:lnTo>
                      <a:pt x="1029" y="332"/>
                    </a:lnTo>
                    <a:lnTo>
                      <a:pt x="1030" y="387"/>
                    </a:lnTo>
                    <a:lnTo>
                      <a:pt x="1031" y="300"/>
                    </a:lnTo>
                    <a:lnTo>
                      <a:pt x="1031" y="298"/>
                    </a:lnTo>
                    <a:lnTo>
                      <a:pt x="1031" y="287"/>
                    </a:lnTo>
                    <a:lnTo>
                      <a:pt x="1032" y="358"/>
                    </a:lnTo>
                    <a:lnTo>
                      <a:pt x="1032" y="321"/>
                    </a:lnTo>
                    <a:lnTo>
                      <a:pt x="1032" y="320"/>
                    </a:lnTo>
                    <a:lnTo>
                      <a:pt x="1033" y="278"/>
                    </a:lnTo>
                    <a:lnTo>
                      <a:pt x="1034" y="368"/>
                    </a:lnTo>
                    <a:lnTo>
                      <a:pt x="1034" y="359"/>
                    </a:lnTo>
                    <a:lnTo>
                      <a:pt x="1034" y="356"/>
                    </a:lnTo>
                    <a:lnTo>
                      <a:pt x="1035" y="311"/>
                    </a:lnTo>
                    <a:lnTo>
                      <a:pt x="1035" y="319"/>
                    </a:lnTo>
                    <a:lnTo>
                      <a:pt x="1036" y="318"/>
                    </a:lnTo>
                    <a:lnTo>
                      <a:pt x="1036" y="335"/>
                    </a:lnTo>
                    <a:lnTo>
                      <a:pt x="1037" y="316"/>
                    </a:lnTo>
                    <a:lnTo>
                      <a:pt x="1037" y="316"/>
                    </a:lnTo>
                    <a:lnTo>
                      <a:pt x="1037" y="305"/>
                    </a:lnTo>
                    <a:lnTo>
                      <a:pt x="1038" y="332"/>
                    </a:lnTo>
                    <a:lnTo>
                      <a:pt x="1038" y="332"/>
                    </a:lnTo>
                    <a:lnTo>
                      <a:pt x="1039" y="333"/>
                    </a:lnTo>
                    <a:lnTo>
                      <a:pt x="1039" y="322"/>
                    </a:lnTo>
                    <a:lnTo>
                      <a:pt x="1040" y="325"/>
                    </a:lnTo>
                    <a:lnTo>
                      <a:pt x="1040" y="325"/>
                    </a:lnTo>
                    <a:lnTo>
                      <a:pt x="1040" y="315"/>
                    </a:lnTo>
                    <a:lnTo>
                      <a:pt x="1041" y="347"/>
                    </a:lnTo>
                    <a:lnTo>
                      <a:pt x="1041" y="347"/>
                    </a:lnTo>
                    <a:lnTo>
                      <a:pt x="1042" y="348"/>
                    </a:lnTo>
                    <a:lnTo>
                      <a:pt x="1042" y="290"/>
                    </a:lnTo>
                    <a:lnTo>
                      <a:pt x="1043" y="309"/>
                    </a:lnTo>
                    <a:lnTo>
                      <a:pt x="1043" y="310"/>
                    </a:lnTo>
                    <a:lnTo>
                      <a:pt x="1043" y="342"/>
                    </a:lnTo>
                    <a:lnTo>
                      <a:pt x="1044" y="283"/>
                    </a:lnTo>
                    <a:lnTo>
                      <a:pt x="1044" y="284"/>
                    </a:lnTo>
                    <a:lnTo>
                      <a:pt x="1044" y="285"/>
                    </a:lnTo>
                    <a:lnTo>
                      <a:pt x="1045" y="376"/>
                    </a:lnTo>
                    <a:lnTo>
                      <a:pt x="1046" y="343"/>
                    </a:lnTo>
                    <a:lnTo>
                      <a:pt x="1046" y="342"/>
                    </a:lnTo>
                    <a:lnTo>
                      <a:pt x="1047" y="307"/>
                    </a:lnTo>
                    <a:lnTo>
                      <a:pt x="1047" y="316"/>
                    </a:lnTo>
                    <a:lnTo>
                      <a:pt x="1047" y="316"/>
                    </a:lnTo>
                    <a:lnTo>
                      <a:pt x="1048" y="343"/>
                    </a:lnTo>
                    <a:lnTo>
                      <a:pt x="1049" y="313"/>
                    </a:lnTo>
                    <a:lnTo>
                      <a:pt x="1049" y="313"/>
                    </a:lnTo>
                    <a:lnTo>
                      <a:pt x="1049" y="313"/>
                    </a:lnTo>
                    <a:lnTo>
                      <a:pt x="1050" y="351"/>
                    </a:lnTo>
                    <a:lnTo>
                      <a:pt x="1050" y="322"/>
                    </a:lnTo>
                    <a:lnTo>
                      <a:pt x="1050" y="322"/>
                    </a:lnTo>
                    <a:lnTo>
                      <a:pt x="1051" y="324"/>
                    </a:lnTo>
                    <a:lnTo>
                      <a:pt x="1051" y="302"/>
                    </a:lnTo>
                    <a:lnTo>
                      <a:pt x="1052" y="322"/>
                    </a:lnTo>
                    <a:lnTo>
                      <a:pt x="1052" y="323"/>
                    </a:lnTo>
                    <a:lnTo>
                      <a:pt x="1053" y="249"/>
                    </a:lnTo>
                    <a:lnTo>
                      <a:pt x="1053" y="345"/>
                    </a:lnTo>
                    <a:lnTo>
                      <a:pt x="1053" y="351"/>
                    </a:lnTo>
                    <a:lnTo>
                      <a:pt x="1054" y="459"/>
                    </a:lnTo>
                    <a:lnTo>
                      <a:pt x="1055" y="220"/>
                    </a:lnTo>
                    <a:lnTo>
                      <a:pt x="1055" y="216"/>
                    </a:lnTo>
                    <a:lnTo>
                      <a:pt x="1055" y="171"/>
                    </a:lnTo>
                    <a:lnTo>
                      <a:pt x="1056" y="460"/>
                    </a:lnTo>
                    <a:lnTo>
                      <a:pt x="1056" y="465"/>
                    </a:lnTo>
                    <a:lnTo>
                      <a:pt x="1057" y="505"/>
                    </a:lnTo>
                    <a:lnTo>
                      <a:pt x="1057" y="237"/>
                    </a:lnTo>
                    <a:lnTo>
                      <a:pt x="1058" y="378"/>
                    </a:lnTo>
                    <a:lnTo>
                      <a:pt x="1058" y="381"/>
                    </a:lnTo>
                    <a:lnTo>
                      <a:pt x="1058" y="442"/>
                    </a:lnTo>
                    <a:lnTo>
                      <a:pt x="1059" y="260"/>
                    </a:lnTo>
                    <a:lnTo>
                      <a:pt x="1059" y="280"/>
                    </a:lnTo>
                    <a:lnTo>
                      <a:pt x="1060" y="278"/>
                    </a:lnTo>
                    <a:lnTo>
                      <a:pt x="1060" y="274"/>
                    </a:lnTo>
                    <a:lnTo>
                      <a:pt x="1060" y="320"/>
                    </a:lnTo>
                    <a:lnTo>
                      <a:pt x="1061" y="290"/>
                    </a:lnTo>
                    <a:lnTo>
                      <a:pt x="1061" y="293"/>
                    </a:lnTo>
                    <a:lnTo>
                      <a:pt x="1061" y="306"/>
                    </a:lnTo>
                    <a:lnTo>
                      <a:pt x="1062" y="260"/>
                    </a:lnTo>
                    <a:lnTo>
                      <a:pt x="1062" y="275"/>
                    </a:lnTo>
                    <a:lnTo>
                      <a:pt x="1062" y="274"/>
                    </a:lnTo>
                    <a:lnTo>
                      <a:pt x="1063" y="265"/>
                    </a:lnTo>
                    <a:lnTo>
                      <a:pt x="1064" y="341"/>
                    </a:lnTo>
                    <a:lnTo>
                      <a:pt x="1064" y="319"/>
                    </a:lnTo>
                    <a:lnTo>
                      <a:pt x="1064" y="316"/>
                    </a:lnTo>
                    <a:lnTo>
                      <a:pt x="1064" y="278"/>
                    </a:lnTo>
                    <a:lnTo>
                      <a:pt x="1065" y="319"/>
                    </a:lnTo>
                    <a:lnTo>
                      <a:pt x="1065" y="316"/>
                    </a:lnTo>
                    <a:lnTo>
                      <a:pt x="1065" y="316"/>
                    </a:lnTo>
                    <a:lnTo>
                      <a:pt x="1066" y="262"/>
                    </a:lnTo>
                    <a:lnTo>
                      <a:pt x="1067" y="409"/>
                    </a:lnTo>
                    <a:lnTo>
                      <a:pt x="1067" y="408"/>
                    </a:lnTo>
                    <a:lnTo>
                      <a:pt x="1067" y="408"/>
                    </a:lnTo>
                    <a:lnTo>
                      <a:pt x="1068" y="337"/>
                    </a:lnTo>
                    <a:lnTo>
                      <a:pt x="1068" y="336"/>
                    </a:lnTo>
                    <a:lnTo>
                      <a:pt x="1069" y="333"/>
                    </a:lnTo>
                    <a:lnTo>
                      <a:pt x="1069" y="341"/>
                    </a:lnTo>
                    <a:lnTo>
                      <a:pt x="1070" y="340"/>
                    </a:lnTo>
                    <a:lnTo>
                      <a:pt x="1070" y="339"/>
                    </a:lnTo>
                    <a:lnTo>
                      <a:pt x="1070" y="345"/>
                    </a:lnTo>
                    <a:lnTo>
                      <a:pt x="1071" y="331"/>
                    </a:lnTo>
                    <a:lnTo>
                      <a:pt x="1071" y="343"/>
                    </a:lnTo>
                    <a:lnTo>
                      <a:pt x="1071" y="343"/>
                    </a:lnTo>
                    <a:lnTo>
                      <a:pt x="1072" y="345"/>
                    </a:lnTo>
                    <a:lnTo>
                      <a:pt x="1073" y="306"/>
                    </a:lnTo>
                    <a:lnTo>
                      <a:pt x="1073" y="307"/>
                    </a:lnTo>
                    <a:lnTo>
                      <a:pt x="1073" y="307"/>
                    </a:lnTo>
                    <a:lnTo>
                      <a:pt x="1073" y="306"/>
                    </a:lnTo>
                    <a:lnTo>
                      <a:pt x="1074" y="322"/>
                    </a:lnTo>
                    <a:lnTo>
                      <a:pt x="1074" y="320"/>
                    </a:lnTo>
                    <a:lnTo>
                      <a:pt x="1074" y="321"/>
                    </a:lnTo>
                    <a:lnTo>
                      <a:pt x="1075" y="321"/>
                    </a:lnTo>
                    <a:lnTo>
                      <a:pt x="1075" y="311"/>
                    </a:lnTo>
                    <a:lnTo>
                      <a:pt x="1076" y="315"/>
                    </a:lnTo>
                    <a:lnTo>
                      <a:pt x="1076" y="315"/>
                    </a:lnTo>
                    <a:lnTo>
                      <a:pt x="1076" y="315"/>
                    </a:lnTo>
                    <a:lnTo>
                      <a:pt x="1077" y="323"/>
                    </a:lnTo>
                    <a:lnTo>
                      <a:pt x="1077" y="318"/>
                    </a:lnTo>
                    <a:lnTo>
                      <a:pt x="1077" y="318"/>
                    </a:lnTo>
                    <a:lnTo>
                      <a:pt x="1078" y="315"/>
                    </a:lnTo>
                    <a:lnTo>
                      <a:pt x="1079" y="335"/>
                    </a:lnTo>
                    <a:lnTo>
                      <a:pt x="1079" y="331"/>
                    </a:lnTo>
                    <a:lnTo>
                      <a:pt x="1079" y="331"/>
                    </a:lnTo>
                    <a:lnTo>
                      <a:pt x="1080" y="311"/>
                    </a:lnTo>
                    <a:lnTo>
                      <a:pt x="1080" y="319"/>
                    </a:lnTo>
                    <a:lnTo>
                      <a:pt x="1080" y="319"/>
                    </a:lnTo>
                    <a:lnTo>
                      <a:pt x="1081" y="316"/>
                    </a:lnTo>
                    <a:lnTo>
                      <a:pt x="1082" y="323"/>
                    </a:lnTo>
                    <a:lnTo>
                      <a:pt x="1082" y="323"/>
                    </a:lnTo>
                    <a:lnTo>
                      <a:pt x="1083" y="319"/>
                    </a:lnTo>
                    <a:lnTo>
                      <a:pt x="1083" y="333"/>
                    </a:lnTo>
                    <a:lnTo>
                      <a:pt x="1084" y="334"/>
                    </a:lnTo>
                    <a:lnTo>
                      <a:pt x="1084" y="341"/>
                    </a:lnTo>
                    <a:lnTo>
                      <a:pt x="1085" y="327"/>
                    </a:lnTo>
                    <a:lnTo>
                      <a:pt x="1085" y="326"/>
                    </a:lnTo>
                    <a:lnTo>
                      <a:pt x="1086" y="307"/>
                    </a:lnTo>
                    <a:lnTo>
                      <a:pt x="1086" y="323"/>
                    </a:lnTo>
                    <a:lnTo>
                      <a:pt x="1086" y="324"/>
                    </a:lnTo>
                    <a:lnTo>
                      <a:pt x="1087" y="342"/>
                    </a:lnTo>
                    <a:lnTo>
                      <a:pt x="1088" y="323"/>
                    </a:lnTo>
                    <a:lnTo>
                      <a:pt x="1088" y="323"/>
                    </a:lnTo>
                    <a:lnTo>
                      <a:pt x="1089" y="314"/>
                    </a:lnTo>
                    <a:lnTo>
                      <a:pt x="1089" y="326"/>
                    </a:lnTo>
                    <a:lnTo>
                      <a:pt x="1089" y="322"/>
                    </a:lnTo>
                    <a:lnTo>
                      <a:pt x="1089" y="322"/>
                    </a:lnTo>
                    <a:lnTo>
                      <a:pt x="1090" y="321"/>
                    </a:lnTo>
                    <a:lnTo>
                      <a:pt x="1090" y="334"/>
                    </a:lnTo>
                    <a:lnTo>
                      <a:pt x="1091" y="324"/>
                    </a:lnTo>
                    <a:lnTo>
                      <a:pt x="1091" y="324"/>
                    </a:lnTo>
                    <a:lnTo>
                      <a:pt x="1092" y="295"/>
                    </a:lnTo>
                    <a:lnTo>
                      <a:pt x="1092" y="320"/>
                    </a:lnTo>
                    <a:lnTo>
                      <a:pt x="1093" y="321"/>
                    </a:lnTo>
                    <a:lnTo>
                      <a:pt x="1093" y="342"/>
                    </a:lnTo>
                    <a:lnTo>
                      <a:pt x="1094" y="332"/>
                    </a:lnTo>
                    <a:lnTo>
                      <a:pt x="1094" y="332"/>
                    </a:lnTo>
                    <a:lnTo>
                      <a:pt x="1095" y="304"/>
                    </a:lnTo>
                    <a:lnTo>
                      <a:pt x="1095" y="407"/>
                    </a:lnTo>
                    <a:lnTo>
                      <a:pt x="1095" y="382"/>
                    </a:lnTo>
                    <a:lnTo>
                      <a:pt x="1095" y="381"/>
                    </a:lnTo>
                    <a:lnTo>
                      <a:pt x="1096" y="387"/>
                    </a:lnTo>
                    <a:lnTo>
                      <a:pt x="1096" y="258"/>
                    </a:lnTo>
                    <a:lnTo>
                      <a:pt x="1097" y="296"/>
                    </a:lnTo>
                    <a:lnTo>
                      <a:pt x="1097" y="294"/>
                    </a:lnTo>
                    <a:lnTo>
                      <a:pt x="1097" y="289"/>
                    </a:lnTo>
                    <a:lnTo>
                      <a:pt x="1098" y="422"/>
                    </a:lnTo>
                    <a:lnTo>
                      <a:pt x="1098" y="344"/>
                    </a:lnTo>
                    <a:lnTo>
                      <a:pt x="1098" y="340"/>
                    </a:lnTo>
                    <a:lnTo>
                      <a:pt x="1099" y="282"/>
                    </a:lnTo>
                    <a:lnTo>
                      <a:pt x="1100" y="349"/>
                    </a:lnTo>
                    <a:lnTo>
                      <a:pt x="1100" y="336"/>
                    </a:lnTo>
                    <a:lnTo>
                      <a:pt x="1100" y="334"/>
                    </a:lnTo>
                    <a:lnTo>
                      <a:pt x="1101" y="298"/>
                    </a:lnTo>
                    <a:lnTo>
                      <a:pt x="1101" y="331"/>
                    </a:lnTo>
                    <a:lnTo>
                      <a:pt x="1101" y="331"/>
                    </a:lnTo>
                    <a:lnTo>
                      <a:pt x="1102" y="315"/>
                    </a:lnTo>
                    <a:lnTo>
                      <a:pt x="1103" y="324"/>
                    </a:lnTo>
                    <a:lnTo>
                      <a:pt x="1103" y="324"/>
                    </a:lnTo>
                    <a:lnTo>
                      <a:pt x="1104" y="330"/>
                    </a:lnTo>
                    <a:lnTo>
                      <a:pt x="1104" y="292"/>
                    </a:lnTo>
                    <a:lnTo>
                      <a:pt x="1104" y="292"/>
                    </a:lnTo>
                    <a:lnTo>
                      <a:pt x="1105" y="243"/>
                    </a:lnTo>
                    <a:lnTo>
                      <a:pt x="1106" y="437"/>
                    </a:lnTo>
                    <a:lnTo>
                      <a:pt x="1106" y="360"/>
                    </a:lnTo>
                    <a:lnTo>
                      <a:pt x="1106" y="356"/>
                    </a:lnTo>
                    <a:lnTo>
                      <a:pt x="1107" y="260"/>
                    </a:lnTo>
                    <a:lnTo>
                      <a:pt x="1107" y="347"/>
                    </a:lnTo>
                    <a:lnTo>
                      <a:pt x="1108" y="350"/>
                    </a:lnTo>
                    <a:lnTo>
                      <a:pt x="1108" y="382"/>
                    </a:lnTo>
                    <a:lnTo>
                      <a:pt x="1109" y="290"/>
                    </a:lnTo>
                    <a:lnTo>
                      <a:pt x="1109" y="290"/>
                    </a:lnTo>
                    <a:lnTo>
                      <a:pt x="1109" y="290"/>
                    </a:lnTo>
                    <a:lnTo>
                      <a:pt x="1110" y="259"/>
                    </a:lnTo>
                    <a:lnTo>
                      <a:pt x="1110" y="451"/>
                    </a:lnTo>
                    <a:lnTo>
                      <a:pt x="1110" y="419"/>
                    </a:lnTo>
                    <a:lnTo>
                      <a:pt x="1110" y="413"/>
                    </a:lnTo>
                    <a:lnTo>
                      <a:pt x="1111" y="271"/>
                    </a:lnTo>
                    <a:lnTo>
                      <a:pt x="1112" y="291"/>
                    </a:lnTo>
                    <a:lnTo>
                      <a:pt x="1112" y="290"/>
                    </a:lnTo>
                    <a:lnTo>
                      <a:pt x="1112" y="286"/>
                    </a:lnTo>
                    <a:lnTo>
                      <a:pt x="1113" y="337"/>
                    </a:lnTo>
                    <a:lnTo>
                      <a:pt x="1113" y="333"/>
                    </a:lnTo>
                    <a:lnTo>
                      <a:pt x="1113" y="333"/>
                    </a:lnTo>
                    <a:lnTo>
                      <a:pt x="1114" y="334"/>
                    </a:lnTo>
                    <a:lnTo>
                      <a:pt x="1115" y="320"/>
                    </a:lnTo>
                    <a:lnTo>
                      <a:pt x="1115" y="320"/>
                    </a:lnTo>
                    <a:lnTo>
                      <a:pt x="1115" y="321"/>
                    </a:lnTo>
                    <a:lnTo>
                      <a:pt x="1116" y="349"/>
                    </a:lnTo>
                    <a:lnTo>
                      <a:pt x="1116" y="341"/>
                    </a:lnTo>
                    <a:lnTo>
                      <a:pt x="1117" y="341"/>
                    </a:lnTo>
                    <a:lnTo>
                      <a:pt x="1117" y="231"/>
                    </a:lnTo>
                    <a:lnTo>
                      <a:pt x="1118" y="382"/>
                    </a:lnTo>
                    <a:lnTo>
                      <a:pt x="1118" y="387"/>
                    </a:lnTo>
                    <a:lnTo>
                      <a:pt x="1118" y="438"/>
                    </a:lnTo>
                    <a:lnTo>
                      <a:pt x="1119" y="281"/>
                    </a:lnTo>
                    <a:lnTo>
                      <a:pt x="1119" y="280"/>
                    </a:lnTo>
                    <a:lnTo>
                      <a:pt x="1120" y="275"/>
                    </a:lnTo>
                    <a:lnTo>
                      <a:pt x="1121" y="337"/>
                    </a:lnTo>
                    <a:lnTo>
                      <a:pt x="1121" y="328"/>
                    </a:lnTo>
                    <a:lnTo>
                      <a:pt x="1121" y="326"/>
                    </a:lnTo>
                    <a:lnTo>
                      <a:pt x="1121" y="300"/>
                    </a:lnTo>
                    <a:lnTo>
                      <a:pt x="1122" y="330"/>
                    </a:lnTo>
                    <a:lnTo>
                      <a:pt x="1122" y="325"/>
                    </a:lnTo>
                    <a:lnTo>
                      <a:pt x="1122" y="326"/>
                    </a:lnTo>
                    <a:lnTo>
                      <a:pt x="1123" y="395"/>
                    </a:lnTo>
                    <a:lnTo>
                      <a:pt x="1124" y="201"/>
                    </a:lnTo>
                    <a:lnTo>
                      <a:pt x="1124" y="216"/>
                    </a:lnTo>
                    <a:lnTo>
                      <a:pt x="1124" y="221"/>
                    </a:lnTo>
                    <a:lnTo>
                      <a:pt x="1125" y="414"/>
                    </a:lnTo>
                    <a:lnTo>
                      <a:pt x="1125" y="237"/>
                    </a:lnTo>
                    <a:lnTo>
                      <a:pt x="1125" y="236"/>
                    </a:lnTo>
                    <a:lnTo>
                      <a:pt x="1126" y="236"/>
                    </a:lnTo>
                    <a:lnTo>
                      <a:pt x="1127" y="422"/>
                    </a:lnTo>
                    <a:lnTo>
                      <a:pt x="1127" y="370"/>
                    </a:lnTo>
                    <a:lnTo>
                      <a:pt x="1127" y="367"/>
                    </a:lnTo>
                    <a:lnTo>
                      <a:pt x="1128" y="260"/>
                    </a:lnTo>
                    <a:lnTo>
                      <a:pt x="1128" y="331"/>
                    </a:lnTo>
                    <a:lnTo>
                      <a:pt x="1128" y="333"/>
                    </a:lnTo>
                    <a:lnTo>
                      <a:pt x="1129" y="359"/>
                    </a:lnTo>
                    <a:lnTo>
                      <a:pt x="1130" y="309"/>
                    </a:lnTo>
                    <a:lnTo>
                      <a:pt x="1130" y="314"/>
                    </a:lnTo>
                    <a:lnTo>
                      <a:pt x="1130" y="315"/>
                    </a:lnTo>
                    <a:lnTo>
                      <a:pt x="1131" y="354"/>
                    </a:lnTo>
                    <a:lnTo>
                      <a:pt x="1131" y="337"/>
                    </a:lnTo>
                    <a:lnTo>
                      <a:pt x="1132" y="337"/>
                    </a:lnTo>
                    <a:lnTo>
                      <a:pt x="1132" y="362"/>
                    </a:lnTo>
                    <a:lnTo>
                      <a:pt x="1133" y="231"/>
                    </a:lnTo>
                    <a:lnTo>
                      <a:pt x="1133" y="264"/>
                    </a:lnTo>
                    <a:lnTo>
                      <a:pt x="1133" y="269"/>
                    </a:lnTo>
                    <a:lnTo>
                      <a:pt x="1134" y="405"/>
                    </a:lnTo>
                    <a:lnTo>
                      <a:pt x="1134" y="281"/>
                    </a:lnTo>
                    <a:lnTo>
                      <a:pt x="1134" y="282"/>
                    </a:lnTo>
                    <a:lnTo>
                      <a:pt x="1135" y="336"/>
                    </a:lnTo>
                    <a:lnTo>
                      <a:pt x="1136" y="321"/>
                    </a:lnTo>
                    <a:lnTo>
                      <a:pt x="1136" y="322"/>
                    </a:lnTo>
                    <a:lnTo>
                      <a:pt x="1137" y="338"/>
                    </a:lnTo>
                    <a:lnTo>
                      <a:pt x="1137" y="307"/>
                    </a:lnTo>
                    <a:lnTo>
                      <a:pt x="1137" y="307"/>
                    </a:lnTo>
                    <a:lnTo>
                      <a:pt x="1138" y="304"/>
                    </a:lnTo>
                    <a:lnTo>
                      <a:pt x="1139" y="344"/>
                    </a:lnTo>
                    <a:lnTo>
                      <a:pt x="1139" y="341"/>
                    </a:lnTo>
                    <a:lnTo>
                      <a:pt x="1139" y="341"/>
                    </a:lnTo>
                    <a:lnTo>
                      <a:pt x="1140" y="312"/>
                    </a:lnTo>
                    <a:lnTo>
                      <a:pt x="1140" y="328"/>
                    </a:lnTo>
                    <a:lnTo>
                      <a:pt x="1141" y="328"/>
                    </a:lnTo>
                    <a:lnTo>
                      <a:pt x="1141" y="328"/>
                    </a:lnTo>
                    <a:lnTo>
                      <a:pt x="1142" y="338"/>
                    </a:lnTo>
                    <a:lnTo>
                      <a:pt x="1142" y="335"/>
                    </a:lnTo>
                    <a:lnTo>
                      <a:pt x="1142" y="335"/>
                    </a:lnTo>
                    <a:lnTo>
                      <a:pt x="1142" y="336"/>
                    </a:lnTo>
                    <a:lnTo>
                      <a:pt x="1143" y="321"/>
                    </a:lnTo>
                    <a:lnTo>
                      <a:pt x="1143" y="327"/>
                    </a:lnTo>
                    <a:lnTo>
                      <a:pt x="1143" y="327"/>
                    </a:lnTo>
                    <a:lnTo>
                      <a:pt x="1144" y="343"/>
                    </a:lnTo>
                    <a:lnTo>
                      <a:pt x="1145" y="324"/>
                    </a:lnTo>
                    <a:lnTo>
                      <a:pt x="1145" y="323"/>
                    </a:lnTo>
                    <a:lnTo>
                      <a:pt x="1145" y="300"/>
                    </a:lnTo>
                    <a:lnTo>
                      <a:pt x="1146" y="333"/>
                    </a:lnTo>
                    <a:lnTo>
                      <a:pt x="1146" y="333"/>
                    </a:lnTo>
                    <a:lnTo>
                      <a:pt x="1147" y="339"/>
                    </a:lnTo>
                    <a:lnTo>
                      <a:pt x="1148" y="310"/>
                    </a:lnTo>
                    <a:lnTo>
                      <a:pt x="1148" y="308"/>
                    </a:lnTo>
                    <a:lnTo>
                      <a:pt x="1148" y="289"/>
                    </a:lnTo>
                    <a:lnTo>
                      <a:pt x="1149" y="369"/>
                    </a:lnTo>
                    <a:lnTo>
                      <a:pt x="1149" y="360"/>
                    </a:lnTo>
                    <a:lnTo>
                      <a:pt x="1149" y="359"/>
                    </a:lnTo>
                    <a:lnTo>
                      <a:pt x="1151" y="251"/>
                    </a:lnTo>
                    <a:lnTo>
                      <a:pt x="1151" y="270"/>
                    </a:lnTo>
                    <a:lnTo>
                      <a:pt x="1151" y="272"/>
                    </a:lnTo>
                    <a:lnTo>
                      <a:pt x="1152" y="420"/>
                    </a:lnTo>
                    <a:lnTo>
                      <a:pt x="1152" y="316"/>
                    </a:lnTo>
                    <a:lnTo>
                      <a:pt x="1152" y="313"/>
                    </a:lnTo>
                    <a:lnTo>
                      <a:pt x="1153" y="273"/>
                    </a:lnTo>
                    <a:lnTo>
                      <a:pt x="1154" y="318"/>
                    </a:lnTo>
                    <a:lnTo>
                      <a:pt x="1154" y="317"/>
                    </a:lnTo>
                    <a:lnTo>
                      <a:pt x="1154" y="317"/>
                    </a:lnTo>
                    <a:lnTo>
                      <a:pt x="1154" y="309"/>
                    </a:lnTo>
                    <a:lnTo>
                      <a:pt x="1155" y="356"/>
                    </a:lnTo>
                    <a:lnTo>
                      <a:pt x="1155" y="342"/>
                    </a:lnTo>
                    <a:lnTo>
                      <a:pt x="1156" y="340"/>
                    </a:lnTo>
                    <a:lnTo>
                      <a:pt x="1156" y="282"/>
                    </a:lnTo>
                    <a:lnTo>
                      <a:pt x="1157" y="422"/>
                    </a:lnTo>
                    <a:lnTo>
                      <a:pt x="1157" y="419"/>
                    </a:lnTo>
                    <a:lnTo>
                      <a:pt x="1157" y="418"/>
                    </a:lnTo>
                    <a:lnTo>
                      <a:pt x="1158" y="229"/>
                    </a:lnTo>
                    <a:lnTo>
                      <a:pt x="1158" y="290"/>
                    </a:lnTo>
                    <a:lnTo>
                      <a:pt x="1158" y="293"/>
                    </a:lnTo>
                    <a:lnTo>
                      <a:pt x="1159" y="380"/>
                    </a:lnTo>
                    <a:lnTo>
                      <a:pt x="1160" y="309"/>
                    </a:lnTo>
                    <a:lnTo>
                      <a:pt x="1160" y="309"/>
                    </a:lnTo>
                    <a:lnTo>
                      <a:pt x="1161" y="358"/>
                    </a:lnTo>
                    <a:lnTo>
                      <a:pt x="1161" y="285"/>
                    </a:lnTo>
                    <a:lnTo>
                      <a:pt x="1161" y="284"/>
                    </a:lnTo>
                    <a:lnTo>
                      <a:pt x="1162" y="281"/>
                    </a:lnTo>
                    <a:lnTo>
                      <a:pt x="1163" y="337"/>
                    </a:lnTo>
                    <a:lnTo>
                      <a:pt x="1163" y="332"/>
                    </a:lnTo>
                    <a:lnTo>
                      <a:pt x="1163" y="332"/>
                    </a:lnTo>
                    <a:lnTo>
                      <a:pt x="1164" y="334"/>
                    </a:lnTo>
                    <a:lnTo>
                      <a:pt x="1164" y="322"/>
                    </a:lnTo>
                    <a:lnTo>
                      <a:pt x="1165" y="321"/>
                    </a:lnTo>
                    <a:lnTo>
                      <a:pt x="1166" y="308"/>
                    </a:lnTo>
                    <a:lnTo>
                      <a:pt x="1166" y="309"/>
                    </a:lnTo>
                    <a:lnTo>
                      <a:pt x="1166" y="309"/>
                    </a:lnTo>
                    <a:lnTo>
                      <a:pt x="1167" y="338"/>
                    </a:lnTo>
                    <a:lnTo>
                      <a:pt x="1167" y="323"/>
                    </a:lnTo>
                    <a:lnTo>
                      <a:pt x="1167" y="324"/>
                    </a:lnTo>
                    <a:lnTo>
                      <a:pt x="1168" y="321"/>
                    </a:lnTo>
                    <a:lnTo>
                      <a:pt x="1169" y="333"/>
                    </a:lnTo>
                    <a:lnTo>
                      <a:pt x="1169" y="333"/>
                    </a:lnTo>
                    <a:lnTo>
                      <a:pt x="1170" y="322"/>
                    </a:lnTo>
                    <a:lnTo>
                      <a:pt x="1170" y="326"/>
                    </a:lnTo>
                    <a:lnTo>
                      <a:pt x="1170" y="326"/>
                    </a:lnTo>
                    <a:lnTo>
                      <a:pt x="1171" y="326"/>
                    </a:lnTo>
                    <a:lnTo>
                      <a:pt x="1171" y="317"/>
                    </a:lnTo>
                    <a:lnTo>
                      <a:pt x="1172" y="325"/>
                    </a:lnTo>
                    <a:lnTo>
                      <a:pt x="1172" y="325"/>
                    </a:lnTo>
                    <a:lnTo>
                      <a:pt x="1172" y="329"/>
                    </a:lnTo>
                    <a:lnTo>
                      <a:pt x="1173" y="317"/>
                    </a:lnTo>
                    <a:lnTo>
                      <a:pt x="1173" y="328"/>
                    </a:lnTo>
                    <a:lnTo>
                      <a:pt x="1173" y="329"/>
                    </a:lnTo>
                    <a:lnTo>
                      <a:pt x="1174" y="341"/>
                    </a:lnTo>
                    <a:lnTo>
                      <a:pt x="1175" y="317"/>
                    </a:lnTo>
                    <a:lnTo>
                      <a:pt x="1175" y="318"/>
                    </a:lnTo>
                    <a:lnTo>
                      <a:pt x="1175" y="319"/>
                    </a:lnTo>
                    <a:lnTo>
                      <a:pt x="1176" y="341"/>
                    </a:lnTo>
                    <a:lnTo>
                      <a:pt x="1176" y="327"/>
                    </a:lnTo>
                    <a:lnTo>
                      <a:pt x="1176" y="328"/>
                    </a:lnTo>
                    <a:lnTo>
                      <a:pt x="1177" y="316"/>
                    </a:lnTo>
                    <a:lnTo>
                      <a:pt x="1178" y="333"/>
                    </a:lnTo>
                    <a:lnTo>
                      <a:pt x="1178" y="327"/>
                    </a:lnTo>
                    <a:lnTo>
                      <a:pt x="1178" y="326"/>
                    </a:lnTo>
                    <a:lnTo>
                      <a:pt x="1179" y="307"/>
                    </a:lnTo>
                    <a:lnTo>
                      <a:pt x="1179" y="346"/>
                    </a:lnTo>
                    <a:lnTo>
                      <a:pt x="1179" y="345"/>
                    </a:lnTo>
                    <a:lnTo>
                      <a:pt x="1180" y="345"/>
                    </a:lnTo>
                    <a:lnTo>
                      <a:pt x="1180" y="309"/>
                    </a:lnTo>
                    <a:lnTo>
                      <a:pt x="1181" y="323"/>
                    </a:lnTo>
                    <a:lnTo>
                      <a:pt x="1181" y="321"/>
                    </a:lnTo>
                    <a:lnTo>
                      <a:pt x="1182" y="290"/>
                    </a:lnTo>
                    <a:lnTo>
                      <a:pt x="1182" y="357"/>
                    </a:lnTo>
                    <a:lnTo>
                      <a:pt x="1182" y="353"/>
                    </a:lnTo>
                    <a:lnTo>
                      <a:pt x="1182" y="353"/>
                    </a:lnTo>
                    <a:lnTo>
                      <a:pt x="1183" y="306"/>
                    </a:lnTo>
                    <a:lnTo>
                      <a:pt x="1184" y="328"/>
                    </a:lnTo>
                    <a:lnTo>
                      <a:pt x="1184" y="328"/>
                    </a:lnTo>
                    <a:lnTo>
                      <a:pt x="1185" y="309"/>
                    </a:lnTo>
                    <a:lnTo>
                      <a:pt x="1185" y="329"/>
                    </a:lnTo>
                    <a:lnTo>
                      <a:pt x="1185" y="328"/>
                    </a:lnTo>
                    <a:lnTo>
                      <a:pt x="1185" y="328"/>
                    </a:lnTo>
                    <a:lnTo>
                      <a:pt x="1186" y="336"/>
                    </a:lnTo>
                    <a:lnTo>
                      <a:pt x="1187" y="321"/>
                    </a:lnTo>
                    <a:lnTo>
                      <a:pt x="1187" y="331"/>
                    </a:lnTo>
                    <a:lnTo>
                      <a:pt x="1187" y="330"/>
                    </a:lnTo>
                    <a:lnTo>
                      <a:pt x="1188" y="351"/>
                    </a:lnTo>
                    <a:lnTo>
                      <a:pt x="1188" y="322"/>
                    </a:lnTo>
                    <a:lnTo>
                      <a:pt x="1189" y="322"/>
                    </a:lnTo>
                    <a:lnTo>
                      <a:pt x="1189" y="321"/>
                    </a:lnTo>
                    <a:lnTo>
                      <a:pt x="1190" y="340"/>
                    </a:lnTo>
                    <a:lnTo>
                      <a:pt x="1190" y="326"/>
                    </a:lnTo>
                    <a:lnTo>
                      <a:pt x="1190" y="327"/>
                    </a:lnTo>
                    <a:lnTo>
                      <a:pt x="1190" y="327"/>
                    </a:lnTo>
                    <a:lnTo>
                      <a:pt x="1191" y="315"/>
                    </a:lnTo>
                    <a:lnTo>
                      <a:pt x="1191" y="320"/>
                    </a:lnTo>
                    <a:lnTo>
                      <a:pt x="1191" y="320"/>
                    </a:lnTo>
                    <a:lnTo>
                      <a:pt x="1192" y="323"/>
                    </a:lnTo>
                    <a:lnTo>
                      <a:pt x="1193" y="295"/>
                    </a:lnTo>
                    <a:lnTo>
                      <a:pt x="1193" y="296"/>
                    </a:lnTo>
                    <a:lnTo>
                      <a:pt x="1193" y="297"/>
                    </a:lnTo>
                    <a:lnTo>
                      <a:pt x="1194" y="334"/>
                    </a:lnTo>
                    <a:lnTo>
                      <a:pt x="1194" y="305"/>
                    </a:lnTo>
                    <a:lnTo>
                      <a:pt x="1194" y="305"/>
                    </a:lnTo>
                    <a:lnTo>
                      <a:pt x="1196" y="335"/>
                    </a:lnTo>
                    <a:lnTo>
                      <a:pt x="1196" y="313"/>
                    </a:lnTo>
                    <a:lnTo>
                      <a:pt x="1196" y="314"/>
                    </a:lnTo>
                    <a:lnTo>
                      <a:pt x="1197" y="345"/>
                    </a:lnTo>
                    <a:lnTo>
                      <a:pt x="1197" y="325"/>
                    </a:lnTo>
                    <a:lnTo>
                      <a:pt x="1197" y="325"/>
                    </a:lnTo>
                    <a:lnTo>
                      <a:pt x="1198" y="319"/>
                    </a:lnTo>
                    <a:lnTo>
                      <a:pt x="1199" y="340"/>
                    </a:lnTo>
                    <a:lnTo>
                      <a:pt x="1199" y="336"/>
                    </a:lnTo>
                    <a:lnTo>
                      <a:pt x="1199" y="335"/>
                    </a:lnTo>
                    <a:lnTo>
                      <a:pt x="1200" y="321"/>
                    </a:lnTo>
                    <a:lnTo>
                      <a:pt x="1200" y="321"/>
                    </a:lnTo>
                    <a:lnTo>
                      <a:pt x="1200" y="321"/>
                    </a:lnTo>
                    <a:lnTo>
                      <a:pt x="1201" y="322"/>
                    </a:lnTo>
                    <a:lnTo>
                      <a:pt x="1202" y="311"/>
                    </a:lnTo>
                    <a:lnTo>
                      <a:pt x="1202" y="319"/>
                    </a:lnTo>
                    <a:lnTo>
                      <a:pt x="1202" y="319"/>
                    </a:lnTo>
                    <a:lnTo>
                      <a:pt x="1203" y="334"/>
                    </a:lnTo>
                    <a:lnTo>
                      <a:pt x="1203" y="328"/>
                    </a:lnTo>
                    <a:lnTo>
                      <a:pt x="1203" y="329"/>
                    </a:lnTo>
                    <a:lnTo>
                      <a:pt x="1204" y="333"/>
                    </a:lnTo>
                    <a:lnTo>
                      <a:pt x="1205" y="323"/>
                    </a:lnTo>
                    <a:lnTo>
                      <a:pt x="1205" y="325"/>
                    </a:lnTo>
                    <a:lnTo>
                      <a:pt x="1205" y="325"/>
                    </a:lnTo>
                    <a:lnTo>
                      <a:pt x="1206" y="341"/>
                    </a:lnTo>
                    <a:lnTo>
                      <a:pt x="1206" y="313"/>
                    </a:lnTo>
                    <a:lnTo>
                      <a:pt x="1206" y="312"/>
                    </a:lnTo>
                    <a:lnTo>
                      <a:pt x="1207" y="297"/>
                    </a:lnTo>
                    <a:lnTo>
                      <a:pt x="1208" y="324"/>
                    </a:lnTo>
                    <a:lnTo>
                      <a:pt x="1208" y="323"/>
                    </a:lnTo>
                    <a:lnTo>
                      <a:pt x="1208" y="323"/>
                    </a:lnTo>
                    <a:lnTo>
                      <a:pt x="1209" y="335"/>
                    </a:lnTo>
                    <a:lnTo>
                      <a:pt x="1209" y="305"/>
                    </a:lnTo>
                    <a:lnTo>
                      <a:pt x="1209" y="304"/>
                    </a:lnTo>
                    <a:lnTo>
                      <a:pt x="1210" y="298"/>
                    </a:lnTo>
                    <a:lnTo>
                      <a:pt x="1211" y="342"/>
                    </a:lnTo>
                    <a:lnTo>
                      <a:pt x="1211" y="342"/>
                    </a:lnTo>
                    <a:lnTo>
                      <a:pt x="1211" y="342"/>
                    </a:lnTo>
                    <a:lnTo>
                      <a:pt x="1212" y="319"/>
                    </a:lnTo>
                    <a:lnTo>
                      <a:pt x="1212" y="322"/>
                    </a:lnTo>
                    <a:lnTo>
                      <a:pt x="1213" y="323"/>
                    </a:lnTo>
                    <a:lnTo>
                      <a:pt x="1213" y="322"/>
                    </a:lnTo>
                    <a:lnTo>
                      <a:pt x="1214" y="345"/>
                    </a:lnTo>
                    <a:lnTo>
                      <a:pt x="1214" y="339"/>
                    </a:lnTo>
                    <a:lnTo>
                      <a:pt x="1214" y="338"/>
                    </a:lnTo>
                    <a:lnTo>
                      <a:pt x="1215" y="299"/>
                    </a:lnTo>
                    <a:lnTo>
                      <a:pt x="1216" y="337"/>
                    </a:lnTo>
                    <a:lnTo>
                      <a:pt x="1216" y="337"/>
                    </a:lnTo>
                    <a:lnTo>
                      <a:pt x="1217" y="310"/>
                    </a:lnTo>
                    <a:lnTo>
                      <a:pt x="1217" y="396"/>
                    </a:lnTo>
                    <a:lnTo>
                      <a:pt x="1217" y="401"/>
                    </a:lnTo>
                    <a:lnTo>
                      <a:pt x="1217" y="447"/>
                    </a:lnTo>
                    <a:lnTo>
                      <a:pt x="1219" y="61"/>
                    </a:lnTo>
                    <a:lnTo>
                      <a:pt x="1219" y="148"/>
                    </a:lnTo>
                    <a:lnTo>
                      <a:pt x="1219" y="157"/>
                    </a:lnTo>
                    <a:lnTo>
                      <a:pt x="1219" y="527"/>
                    </a:lnTo>
                    <a:lnTo>
                      <a:pt x="1220" y="305"/>
                    </a:lnTo>
                    <a:lnTo>
                      <a:pt x="1220" y="303"/>
                    </a:lnTo>
                    <a:lnTo>
                      <a:pt x="1221" y="285"/>
                    </a:lnTo>
                    <a:lnTo>
                      <a:pt x="1221" y="366"/>
                    </a:lnTo>
                    <a:lnTo>
                      <a:pt x="1222" y="327"/>
                    </a:lnTo>
                    <a:lnTo>
                      <a:pt x="1222" y="323"/>
                    </a:lnTo>
                    <a:lnTo>
                      <a:pt x="1222" y="236"/>
                    </a:lnTo>
                    <a:lnTo>
                      <a:pt x="1223" y="370"/>
                    </a:lnTo>
                    <a:lnTo>
                      <a:pt x="1223" y="372"/>
                    </a:lnTo>
                    <a:lnTo>
                      <a:pt x="1224" y="400"/>
                    </a:lnTo>
                    <a:lnTo>
                      <a:pt x="1225" y="294"/>
                    </a:lnTo>
                    <a:lnTo>
                      <a:pt x="1225" y="294"/>
                    </a:lnTo>
                    <a:lnTo>
                      <a:pt x="1225" y="294"/>
                    </a:lnTo>
                    <a:lnTo>
                      <a:pt x="1226" y="324"/>
                    </a:lnTo>
                    <a:lnTo>
                      <a:pt x="1226" y="320"/>
                    </a:lnTo>
                    <a:lnTo>
                      <a:pt x="1226" y="319"/>
                    </a:lnTo>
                    <a:lnTo>
                      <a:pt x="1227" y="302"/>
                    </a:lnTo>
                    <a:lnTo>
                      <a:pt x="1228" y="364"/>
                    </a:lnTo>
                    <a:lnTo>
                      <a:pt x="1228" y="364"/>
                    </a:lnTo>
                    <a:lnTo>
                      <a:pt x="1228" y="364"/>
                    </a:lnTo>
                    <a:lnTo>
                      <a:pt x="1228" y="364"/>
                    </a:lnTo>
                    <a:lnTo>
                      <a:pt x="1229" y="262"/>
                    </a:lnTo>
                    <a:lnTo>
                      <a:pt x="1229" y="281"/>
                    </a:lnTo>
                    <a:lnTo>
                      <a:pt x="1229" y="285"/>
                    </a:lnTo>
                    <a:lnTo>
                      <a:pt x="1230" y="457"/>
                    </a:lnTo>
                    <a:lnTo>
                      <a:pt x="1231" y="184"/>
                    </a:lnTo>
                    <a:lnTo>
                      <a:pt x="1231" y="179"/>
                    </a:lnTo>
                    <a:lnTo>
                      <a:pt x="1231" y="145"/>
                    </a:lnTo>
                    <a:lnTo>
                      <a:pt x="1232" y="451"/>
                    </a:lnTo>
                    <a:lnTo>
                      <a:pt x="1232" y="383"/>
                    </a:lnTo>
                    <a:lnTo>
                      <a:pt x="1232" y="379"/>
                    </a:lnTo>
                    <a:lnTo>
                      <a:pt x="1233" y="246"/>
                    </a:lnTo>
                    <a:lnTo>
                      <a:pt x="1234" y="280"/>
                    </a:lnTo>
                    <a:lnTo>
                      <a:pt x="1234" y="284"/>
                    </a:lnTo>
                    <a:lnTo>
                      <a:pt x="1235" y="395"/>
                    </a:lnTo>
                    <a:lnTo>
                      <a:pt x="1235" y="343"/>
                    </a:lnTo>
                    <a:lnTo>
                      <a:pt x="1235" y="342"/>
                    </a:lnTo>
                    <a:lnTo>
                      <a:pt x="1236" y="375"/>
                    </a:lnTo>
                    <a:lnTo>
                      <a:pt x="1237" y="276"/>
                    </a:lnTo>
                    <a:lnTo>
                      <a:pt x="1237" y="288"/>
                    </a:lnTo>
                    <a:lnTo>
                      <a:pt x="1237" y="291"/>
                    </a:lnTo>
                    <a:lnTo>
                      <a:pt x="1237" y="404"/>
                    </a:lnTo>
                    <a:lnTo>
                      <a:pt x="1238" y="330"/>
                    </a:lnTo>
                    <a:lnTo>
                      <a:pt x="1238" y="325"/>
                    </a:lnTo>
                    <a:lnTo>
                      <a:pt x="1238" y="253"/>
                    </a:lnTo>
                    <a:lnTo>
                      <a:pt x="1240" y="375"/>
                    </a:lnTo>
                    <a:lnTo>
                      <a:pt x="1240" y="331"/>
                    </a:lnTo>
                    <a:lnTo>
                      <a:pt x="1240" y="330"/>
                    </a:lnTo>
                    <a:lnTo>
                      <a:pt x="1240" y="187"/>
                    </a:lnTo>
                    <a:lnTo>
                      <a:pt x="1241" y="501"/>
                    </a:lnTo>
                    <a:lnTo>
                      <a:pt x="1241" y="501"/>
                    </a:lnTo>
                    <a:lnTo>
                      <a:pt x="1241" y="502"/>
                    </a:lnTo>
                    <a:lnTo>
                      <a:pt x="1243" y="127"/>
                    </a:lnTo>
                    <a:lnTo>
                      <a:pt x="1243" y="181"/>
                    </a:lnTo>
                    <a:lnTo>
                      <a:pt x="1243" y="187"/>
                    </a:lnTo>
                    <a:lnTo>
                      <a:pt x="1244" y="489"/>
                    </a:lnTo>
                    <a:lnTo>
                      <a:pt x="1244" y="341"/>
                    </a:lnTo>
                    <a:lnTo>
                      <a:pt x="1244" y="338"/>
                    </a:lnTo>
                    <a:lnTo>
                      <a:pt x="1246" y="288"/>
                    </a:lnTo>
                    <a:lnTo>
                      <a:pt x="1246" y="294"/>
                    </a:lnTo>
                    <a:lnTo>
                      <a:pt x="1246" y="294"/>
                    </a:lnTo>
                    <a:lnTo>
                      <a:pt x="1247" y="337"/>
                    </a:lnTo>
                    <a:lnTo>
                      <a:pt x="1247" y="333"/>
                    </a:lnTo>
                    <a:lnTo>
                      <a:pt x="1247" y="333"/>
                    </a:lnTo>
                    <a:lnTo>
                      <a:pt x="1249" y="316"/>
                    </a:lnTo>
                    <a:lnTo>
                      <a:pt x="1249" y="315"/>
                    </a:lnTo>
                    <a:lnTo>
                      <a:pt x="1249" y="315"/>
                    </a:lnTo>
                    <a:lnTo>
                      <a:pt x="1250" y="334"/>
                    </a:lnTo>
                    <a:lnTo>
                      <a:pt x="1250" y="319"/>
                    </a:lnTo>
                    <a:lnTo>
                      <a:pt x="1250" y="318"/>
                    </a:lnTo>
                    <a:lnTo>
                      <a:pt x="1251" y="312"/>
                    </a:lnTo>
                    <a:lnTo>
                      <a:pt x="1252" y="349"/>
                    </a:lnTo>
                    <a:lnTo>
                      <a:pt x="1252" y="349"/>
                    </a:lnTo>
                    <a:lnTo>
                      <a:pt x="1252" y="364"/>
                    </a:lnTo>
                    <a:lnTo>
                      <a:pt x="1253" y="262"/>
                    </a:lnTo>
                    <a:lnTo>
                      <a:pt x="1253" y="266"/>
                    </a:lnTo>
                    <a:lnTo>
                      <a:pt x="1253" y="266"/>
                    </a:lnTo>
                    <a:lnTo>
                      <a:pt x="1254" y="349"/>
                    </a:lnTo>
                    <a:lnTo>
                      <a:pt x="1255" y="333"/>
                    </a:lnTo>
                    <a:lnTo>
                      <a:pt x="1255" y="334"/>
                    </a:lnTo>
                    <a:lnTo>
                      <a:pt x="1255" y="376"/>
                    </a:lnTo>
                    <a:lnTo>
                      <a:pt x="1256" y="307"/>
                    </a:lnTo>
                    <a:lnTo>
                      <a:pt x="1256" y="305"/>
                    </a:lnTo>
                    <a:lnTo>
                      <a:pt x="1256" y="291"/>
                    </a:lnTo>
                    <a:lnTo>
                      <a:pt x="1258" y="347"/>
                    </a:lnTo>
                    <a:lnTo>
                      <a:pt x="1258" y="343"/>
                    </a:lnTo>
                    <a:lnTo>
                      <a:pt x="1258" y="342"/>
                    </a:lnTo>
                    <a:lnTo>
                      <a:pt x="1259" y="357"/>
                    </a:lnTo>
                    <a:lnTo>
                      <a:pt x="1259" y="290"/>
                    </a:lnTo>
                    <a:lnTo>
                      <a:pt x="1259" y="290"/>
                    </a:lnTo>
                    <a:lnTo>
                      <a:pt x="1259" y="290"/>
                    </a:lnTo>
                    <a:lnTo>
                      <a:pt x="1260" y="289"/>
                    </a:lnTo>
                    <a:lnTo>
                      <a:pt x="1260" y="348"/>
                    </a:lnTo>
                    <a:lnTo>
                      <a:pt x="1261" y="312"/>
                    </a:lnTo>
                    <a:lnTo>
                      <a:pt x="1261" y="310"/>
                    </a:lnTo>
                    <a:lnTo>
                      <a:pt x="1261" y="291"/>
                    </a:lnTo>
                    <a:lnTo>
                      <a:pt x="1262" y="329"/>
                    </a:lnTo>
                    <a:lnTo>
                      <a:pt x="1262" y="329"/>
                    </a:lnTo>
                    <a:lnTo>
                      <a:pt x="1263" y="344"/>
                    </a:lnTo>
                    <a:lnTo>
                      <a:pt x="1264" y="281"/>
                    </a:lnTo>
                    <a:lnTo>
                      <a:pt x="1264" y="284"/>
                    </a:lnTo>
                    <a:lnTo>
                      <a:pt x="1264" y="285"/>
                    </a:lnTo>
                    <a:lnTo>
                      <a:pt x="1265" y="376"/>
                    </a:lnTo>
                    <a:lnTo>
                      <a:pt x="1265" y="315"/>
                    </a:lnTo>
                    <a:lnTo>
                      <a:pt x="1265" y="314"/>
                    </a:lnTo>
                    <a:lnTo>
                      <a:pt x="1265" y="310"/>
                    </a:lnTo>
                    <a:lnTo>
                      <a:pt x="1267" y="325"/>
                    </a:lnTo>
                    <a:lnTo>
                      <a:pt x="1267" y="325"/>
                    </a:lnTo>
                    <a:lnTo>
                      <a:pt x="1267" y="336"/>
                    </a:lnTo>
                    <a:lnTo>
                      <a:pt x="1268" y="306"/>
                    </a:lnTo>
                    <a:lnTo>
                      <a:pt x="1268" y="305"/>
                    </a:lnTo>
                    <a:lnTo>
                      <a:pt x="1268" y="300"/>
                    </a:lnTo>
                    <a:lnTo>
                      <a:pt x="1269" y="391"/>
                    </a:lnTo>
                    <a:lnTo>
                      <a:pt x="1270" y="302"/>
                    </a:lnTo>
                    <a:lnTo>
                      <a:pt x="1270" y="299"/>
                    </a:lnTo>
                    <a:lnTo>
                      <a:pt x="1270" y="276"/>
                    </a:lnTo>
                    <a:lnTo>
                      <a:pt x="1271" y="331"/>
                    </a:lnTo>
                    <a:lnTo>
                      <a:pt x="1271" y="328"/>
                    </a:lnTo>
                    <a:lnTo>
                      <a:pt x="1271" y="327"/>
                    </a:lnTo>
                    <a:lnTo>
                      <a:pt x="1272" y="344"/>
                    </a:lnTo>
                    <a:lnTo>
                      <a:pt x="1273" y="284"/>
                    </a:lnTo>
                    <a:lnTo>
                      <a:pt x="1273" y="284"/>
                    </a:lnTo>
                    <a:lnTo>
                      <a:pt x="1273" y="284"/>
                    </a:lnTo>
                    <a:lnTo>
                      <a:pt x="1274" y="390"/>
                    </a:lnTo>
                    <a:lnTo>
                      <a:pt x="1274" y="352"/>
                    </a:lnTo>
                    <a:lnTo>
                      <a:pt x="1274" y="350"/>
                    </a:lnTo>
                    <a:lnTo>
                      <a:pt x="1275" y="292"/>
                    </a:lnTo>
                    <a:lnTo>
                      <a:pt x="1276" y="309"/>
                    </a:lnTo>
                    <a:lnTo>
                      <a:pt x="1276" y="310"/>
                    </a:lnTo>
                    <a:lnTo>
                      <a:pt x="1276" y="341"/>
                    </a:lnTo>
                    <a:lnTo>
                      <a:pt x="1277" y="302"/>
                    </a:lnTo>
                    <a:lnTo>
                      <a:pt x="1277" y="304"/>
                    </a:lnTo>
                    <a:lnTo>
                      <a:pt x="1277" y="305"/>
                    </a:lnTo>
                    <a:lnTo>
                      <a:pt x="1278" y="373"/>
                    </a:lnTo>
                    <a:lnTo>
                      <a:pt x="1279" y="281"/>
                    </a:lnTo>
                    <a:lnTo>
                      <a:pt x="1279" y="289"/>
                    </a:lnTo>
                    <a:lnTo>
                      <a:pt x="1279" y="290"/>
                    </a:lnTo>
                    <a:lnTo>
                      <a:pt x="1280" y="330"/>
                    </a:lnTo>
                    <a:lnTo>
                      <a:pt x="1280" y="322"/>
                    </a:lnTo>
                    <a:lnTo>
                      <a:pt x="1280" y="322"/>
                    </a:lnTo>
                    <a:lnTo>
                      <a:pt x="1281" y="326"/>
                    </a:lnTo>
                    <a:lnTo>
                      <a:pt x="1282" y="317"/>
                    </a:lnTo>
                    <a:lnTo>
                      <a:pt x="1282" y="325"/>
                    </a:lnTo>
                    <a:lnTo>
                      <a:pt x="1282" y="325"/>
                    </a:lnTo>
                    <a:lnTo>
                      <a:pt x="1282" y="336"/>
                    </a:lnTo>
                    <a:lnTo>
                      <a:pt x="1283" y="294"/>
                    </a:lnTo>
                    <a:lnTo>
                      <a:pt x="1283" y="309"/>
                    </a:lnTo>
                    <a:lnTo>
                      <a:pt x="1283" y="310"/>
                    </a:lnTo>
                    <a:lnTo>
                      <a:pt x="1284" y="356"/>
                    </a:lnTo>
                    <a:lnTo>
                      <a:pt x="1285" y="316"/>
                    </a:lnTo>
                    <a:lnTo>
                      <a:pt x="1285" y="315"/>
                    </a:lnTo>
                    <a:lnTo>
                      <a:pt x="1285" y="288"/>
                    </a:lnTo>
                    <a:lnTo>
                      <a:pt x="1286" y="372"/>
                    </a:lnTo>
                    <a:lnTo>
                      <a:pt x="1286" y="373"/>
                    </a:lnTo>
                    <a:lnTo>
                      <a:pt x="1287" y="263"/>
                    </a:lnTo>
                    <a:lnTo>
                      <a:pt x="1288" y="389"/>
                    </a:lnTo>
                    <a:lnTo>
                      <a:pt x="1288" y="389"/>
                    </a:lnTo>
                    <a:lnTo>
                      <a:pt x="1288" y="392"/>
                    </a:lnTo>
                    <a:lnTo>
                      <a:pt x="1289" y="297"/>
                    </a:lnTo>
                    <a:lnTo>
                      <a:pt x="1289" y="301"/>
                    </a:lnTo>
                    <a:lnTo>
                      <a:pt x="1290" y="302"/>
                    </a:lnTo>
                    <a:lnTo>
                      <a:pt x="1290" y="334"/>
                    </a:lnTo>
                    <a:lnTo>
                      <a:pt x="1291" y="276"/>
                    </a:lnTo>
                    <a:lnTo>
                      <a:pt x="1291" y="276"/>
                    </a:lnTo>
                    <a:lnTo>
                      <a:pt x="1292" y="380"/>
                    </a:lnTo>
                    <a:lnTo>
                      <a:pt x="1292" y="324"/>
                    </a:lnTo>
                    <a:lnTo>
                      <a:pt x="1292" y="323"/>
                    </a:lnTo>
                    <a:lnTo>
                      <a:pt x="1293" y="362"/>
                    </a:lnTo>
                    <a:lnTo>
                      <a:pt x="1294" y="266"/>
                    </a:lnTo>
                    <a:lnTo>
                      <a:pt x="1294" y="264"/>
                    </a:lnTo>
                    <a:lnTo>
                      <a:pt x="1294" y="262"/>
                    </a:lnTo>
                    <a:lnTo>
                      <a:pt x="1295" y="429"/>
                    </a:lnTo>
                    <a:lnTo>
                      <a:pt x="1295" y="324"/>
                    </a:lnTo>
                    <a:lnTo>
                      <a:pt x="1295" y="322"/>
                    </a:lnTo>
                    <a:lnTo>
                      <a:pt x="1296" y="267"/>
                    </a:lnTo>
                    <a:lnTo>
                      <a:pt x="1297" y="280"/>
                    </a:lnTo>
                    <a:lnTo>
                      <a:pt x="1297" y="281"/>
                    </a:lnTo>
                    <a:lnTo>
                      <a:pt x="1298" y="334"/>
                    </a:lnTo>
                    <a:lnTo>
                      <a:pt x="1298" y="333"/>
                    </a:lnTo>
                    <a:lnTo>
                      <a:pt x="1298" y="333"/>
                    </a:lnTo>
                    <a:lnTo>
                      <a:pt x="1299" y="331"/>
                    </a:lnTo>
                    <a:lnTo>
                      <a:pt x="1300" y="366"/>
                    </a:lnTo>
                    <a:lnTo>
                      <a:pt x="1300" y="356"/>
                    </a:lnTo>
                    <a:lnTo>
                      <a:pt x="1300" y="356"/>
                    </a:lnTo>
                    <a:lnTo>
                      <a:pt x="1301" y="320"/>
                    </a:lnTo>
                    <a:lnTo>
                      <a:pt x="1301" y="339"/>
                    </a:lnTo>
                    <a:lnTo>
                      <a:pt x="1301" y="340"/>
                    </a:lnTo>
                    <a:lnTo>
                      <a:pt x="1302" y="352"/>
                    </a:lnTo>
                    <a:lnTo>
                      <a:pt x="1303" y="288"/>
                    </a:lnTo>
                    <a:lnTo>
                      <a:pt x="1303" y="289"/>
                    </a:lnTo>
                    <a:lnTo>
                      <a:pt x="1303" y="290"/>
                    </a:lnTo>
                    <a:lnTo>
                      <a:pt x="1304" y="347"/>
                    </a:lnTo>
                    <a:lnTo>
                      <a:pt x="1304" y="349"/>
                    </a:lnTo>
                    <a:lnTo>
                      <a:pt x="1305" y="331"/>
                    </a:lnTo>
                    <a:lnTo>
                      <a:pt x="1306" y="371"/>
                    </a:lnTo>
                    <a:lnTo>
                      <a:pt x="1306" y="368"/>
                    </a:lnTo>
                    <a:lnTo>
                      <a:pt x="1306" y="367"/>
                    </a:lnTo>
                    <a:lnTo>
                      <a:pt x="1307" y="251"/>
                    </a:lnTo>
                    <a:lnTo>
                      <a:pt x="1307" y="281"/>
                    </a:lnTo>
                    <a:lnTo>
                      <a:pt x="1307" y="284"/>
                    </a:lnTo>
                    <a:lnTo>
                      <a:pt x="1308" y="393"/>
                    </a:lnTo>
                    <a:lnTo>
                      <a:pt x="1309" y="282"/>
                    </a:lnTo>
                    <a:lnTo>
                      <a:pt x="1309" y="286"/>
                    </a:lnTo>
                    <a:lnTo>
                      <a:pt x="1309" y="288"/>
                    </a:lnTo>
                    <a:lnTo>
                      <a:pt x="1310" y="367"/>
                    </a:lnTo>
                    <a:lnTo>
                      <a:pt x="1310" y="341"/>
                    </a:lnTo>
                    <a:lnTo>
                      <a:pt x="1310" y="340"/>
                    </a:lnTo>
                    <a:lnTo>
                      <a:pt x="1311" y="316"/>
                    </a:lnTo>
                    <a:lnTo>
                      <a:pt x="1312" y="336"/>
                    </a:lnTo>
                    <a:lnTo>
                      <a:pt x="1312" y="336"/>
                    </a:lnTo>
                    <a:lnTo>
                      <a:pt x="1312" y="351"/>
                    </a:lnTo>
                    <a:lnTo>
                      <a:pt x="1313" y="300"/>
                    </a:lnTo>
                    <a:lnTo>
                      <a:pt x="1313" y="301"/>
                    </a:lnTo>
                    <a:lnTo>
                      <a:pt x="1314" y="302"/>
                    </a:lnTo>
                    <a:lnTo>
                      <a:pt x="1314" y="338"/>
                    </a:lnTo>
                    <a:lnTo>
                      <a:pt x="1315" y="303"/>
                    </a:lnTo>
                    <a:lnTo>
                      <a:pt x="1315" y="303"/>
                    </a:lnTo>
                    <a:lnTo>
                      <a:pt x="1315" y="302"/>
                    </a:lnTo>
                    <a:lnTo>
                      <a:pt x="1316" y="356"/>
                    </a:lnTo>
                    <a:lnTo>
                      <a:pt x="1316" y="324"/>
                    </a:lnTo>
                    <a:lnTo>
                      <a:pt x="1316" y="323"/>
                    </a:lnTo>
                    <a:lnTo>
                      <a:pt x="1317" y="302"/>
                    </a:lnTo>
                    <a:lnTo>
                      <a:pt x="1318" y="324"/>
                    </a:lnTo>
                    <a:lnTo>
                      <a:pt x="1318" y="325"/>
                    </a:lnTo>
                    <a:lnTo>
                      <a:pt x="1318" y="317"/>
                    </a:lnTo>
                    <a:lnTo>
                      <a:pt x="1319" y="342"/>
                    </a:lnTo>
                    <a:lnTo>
                      <a:pt x="1319" y="342"/>
                    </a:lnTo>
                    <a:lnTo>
                      <a:pt x="1319" y="342"/>
                    </a:lnTo>
                    <a:lnTo>
                      <a:pt x="1320" y="309"/>
                    </a:lnTo>
                    <a:lnTo>
                      <a:pt x="1321" y="348"/>
                    </a:lnTo>
                    <a:lnTo>
                      <a:pt x="1321" y="348"/>
                    </a:lnTo>
                    <a:lnTo>
                      <a:pt x="1321" y="348"/>
                    </a:lnTo>
                    <a:lnTo>
                      <a:pt x="1322" y="289"/>
                    </a:lnTo>
                    <a:lnTo>
                      <a:pt x="1322" y="309"/>
                    </a:lnTo>
                    <a:lnTo>
                      <a:pt x="1322" y="310"/>
                    </a:lnTo>
                    <a:lnTo>
                      <a:pt x="1323" y="351"/>
                    </a:lnTo>
                    <a:lnTo>
                      <a:pt x="1324" y="316"/>
                    </a:lnTo>
                    <a:lnTo>
                      <a:pt x="1324" y="316"/>
                    </a:lnTo>
                    <a:lnTo>
                      <a:pt x="1324" y="305"/>
                    </a:lnTo>
                    <a:lnTo>
                      <a:pt x="1325" y="369"/>
                    </a:lnTo>
                    <a:lnTo>
                      <a:pt x="1325" y="368"/>
                    </a:lnTo>
                    <a:lnTo>
                      <a:pt x="1325" y="367"/>
                    </a:lnTo>
                    <a:lnTo>
                      <a:pt x="1326" y="255"/>
                    </a:lnTo>
                    <a:lnTo>
                      <a:pt x="1327" y="336"/>
                    </a:lnTo>
                    <a:lnTo>
                      <a:pt x="1327" y="338"/>
                    </a:lnTo>
                    <a:lnTo>
                      <a:pt x="1327" y="370"/>
                    </a:lnTo>
                    <a:lnTo>
                      <a:pt x="1328" y="327"/>
                    </a:lnTo>
                    <a:lnTo>
                      <a:pt x="1328" y="343"/>
                    </a:lnTo>
                    <a:lnTo>
                      <a:pt x="1328" y="344"/>
                    </a:lnTo>
                    <a:lnTo>
                      <a:pt x="1329" y="348"/>
                    </a:lnTo>
                    <a:lnTo>
                      <a:pt x="1330" y="279"/>
                    </a:lnTo>
                    <a:lnTo>
                      <a:pt x="1330" y="291"/>
                    </a:lnTo>
                    <a:lnTo>
                      <a:pt x="1330" y="292"/>
                    </a:lnTo>
                    <a:lnTo>
                      <a:pt x="1330" y="360"/>
                    </a:lnTo>
                    <a:lnTo>
                      <a:pt x="1331" y="335"/>
                    </a:lnTo>
                    <a:lnTo>
                      <a:pt x="1331" y="334"/>
                    </a:lnTo>
                    <a:lnTo>
                      <a:pt x="1332" y="336"/>
                    </a:lnTo>
                    <a:lnTo>
                      <a:pt x="1332" y="274"/>
                    </a:lnTo>
                    <a:lnTo>
                      <a:pt x="1333" y="323"/>
                    </a:lnTo>
                    <a:lnTo>
                      <a:pt x="1333" y="324"/>
                    </a:lnTo>
                    <a:lnTo>
                      <a:pt x="1334" y="354"/>
                    </a:lnTo>
                    <a:lnTo>
                      <a:pt x="1334" y="324"/>
                    </a:lnTo>
                    <a:lnTo>
                      <a:pt x="1334" y="336"/>
                    </a:lnTo>
                    <a:lnTo>
                      <a:pt x="1334" y="336"/>
                    </a:lnTo>
                    <a:lnTo>
                      <a:pt x="1335" y="336"/>
                    </a:lnTo>
                    <a:lnTo>
                      <a:pt x="1336" y="270"/>
                    </a:lnTo>
                    <a:lnTo>
                      <a:pt x="1336" y="275"/>
                    </a:lnTo>
                    <a:lnTo>
                      <a:pt x="1336" y="274"/>
                    </a:lnTo>
                    <a:lnTo>
                      <a:pt x="1337" y="410"/>
                    </a:lnTo>
                    <a:lnTo>
                      <a:pt x="1337" y="302"/>
                    </a:lnTo>
                    <a:lnTo>
                      <a:pt x="1338" y="300"/>
                    </a:lnTo>
                    <a:lnTo>
                      <a:pt x="1338" y="218"/>
                    </a:lnTo>
                    <a:lnTo>
                      <a:pt x="1339" y="360"/>
                    </a:lnTo>
                    <a:lnTo>
                      <a:pt x="1339" y="359"/>
                    </a:lnTo>
                    <a:lnTo>
                      <a:pt x="1339" y="357"/>
                    </a:lnTo>
                    <a:lnTo>
                      <a:pt x="1339" y="298"/>
                    </a:lnTo>
                    <a:lnTo>
                      <a:pt x="1340" y="340"/>
                    </a:lnTo>
                    <a:lnTo>
                      <a:pt x="1340" y="340"/>
                    </a:lnTo>
                    <a:lnTo>
                      <a:pt x="1341" y="348"/>
                    </a:lnTo>
                    <a:lnTo>
                      <a:pt x="1342" y="312"/>
                    </a:lnTo>
                    <a:lnTo>
                      <a:pt x="1342" y="309"/>
                    </a:lnTo>
                    <a:lnTo>
                      <a:pt x="1342" y="290"/>
                    </a:lnTo>
                    <a:lnTo>
                      <a:pt x="1343" y="363"/>
                    </a:lnTo>
                    <a:lnTo>
                      <a:pt x="1343" y="322"/>
                    </a:lnTo>
                    <a:lnTo>
                      <a:pt x="1343" y="321"/>
                    </a:lnTo>
                    <a:lnTo>
                      <a:pt x="1344" y="326"/>
                    </a:lnTo>
                    <a:lnTo>
                      <a:pt x="1345" y="284"/>
                    </a:lnTo>
                    <a:lnTo>
                      <a:pt x="1345" y="300"/>
                    </a:lnTo>
                    <a:lnTo>
                      <a:pt x="1345" y="302"/>
                    </a:lnTo>
                    <a:lnTo>
                      <a:pt x="1345" y="364"/>
                    </a:lnTo>
                    <a:lnTo>
                      <a:pt x="1346" y="284"/>
                    </a:lnTo>
                    <a:lnTo>
                      <a:pt x="1346" y="318"/>
                    </a:lnTo>
                    <a:lnTo>
                      <a:pt x="1346" y="320"/>
                    </a:lnTo>
                    <a:lnTo>
                      <a:pt x="1347" y="351"/>
                    </a:lnTo>
                    <a:lnTo>
                      <a:pt x="1348" y="257"/>
                    </a:lnTo>
                    <a:lnTo>
                      <a:pt x="1348" y="314"/>
                    </a:lnTo>
                    <a:lnTo>
                      <a:pt x="1348" y="316"/>
                    </a:lnTo>
                    <a:lnTo>
                      <a:pt x="1348" y="429"/>
                    </a:lnTo>
                    <a:lnTo>
                      <a:pt x="1349" y="303"/>
                    </a:lnTo>
                    <a:lnTo>
                      <a:pt x="1349" y="301"/>
                    </a:lnTo>
                    <a:lnTo>
                      <a:pt x="1350" y="248"/>
                    </a:lnTo>
                    <a:lnTo>
                      <a:pt x="1351" y="332"/>
                    </a:lnTo>
                    <a:lnTo>
                      <a:pt x="1351" y="328"/>
                    </a:lnTo>
                    <a:lnTo>
                      <a:pt x="1351" y="328"/>
                    </a:lnTo>
                    <a:lnTo>
                      <a:pt x="1352" y="323"/>
                    </a:lnTo>
                    <a:lnTo>
                      <a:pt x="1352" y="331"/>
                    </a:lnTo>
                    <a:lnTo>
                      <a:pt x="1352" y="327"/>
                    </a:lnTo>
                    <a:lnTo>
                      <a:pt x="1352" y="327"/>
                    </a:lnTo>
                    <a:lnTo>
                      <a:pt x="1353" y="329"/>
                    </a:lnTo>
                    <a:lnTo>
                      <a:pt x="1353" y="319"/>
                    </a:lnTo>
                    <a:lnTo>
                      <a:pt x="1354" y="320"/>
                    </a:lnTo>
                    <a:lnTo>
                      <a:pt x="1354" y="320"/>
                    </a:lnTo>
                    <a:lnTo>
                      <a:pt x="1355" y="316"/>
                    </a:lnTo>
                    <a:lnTo>
                      <a:pt x="1355" y="335"/>
                    </a:lnTo>
                    <a:lnTo>
                      <a:pt x="1355" y="335"/>
                    </a:lnTo>
                    <a:lnTo>
                      <a:pt x="1356" y="341"/>
                    </a:lnTo>
                    <a:lnTo>
                      <a:pt x="1357" y="317"/>
                    </a:lnTo>
                    <a:lnTo>
                      <a:pt x="1357" y="319"/>
                    </a:lnTo>
                    <a:lnTo>
                      <a:pt x="1357" y="319"/>
                    </a:lnTo>
                    <a:lnTo>
                      <a:pt x="1358" y="332"/>
                    </a:lnTo>
                    <a:lnTo>
                      <a:pt x="1358" y="314"/>
                    </a:lnTo>
                    <a:lnTo>
                      <a:pt x="1358" y="314"/>
                    </a:lnTo>
                    <a:lnTo>
                      <a:pt x="1359" y="304"/>
                    </a:lnTo>
                    <a:lnTo>
                      <a:pt x="1360" y="363"/>
                    </a:lnTo>
                    <a:lnTo>
                      <a:pt x="1360" y="357"/>
                    </a:lnTo>
                    <a:lnTo>
                      <a:pt x="1360" y="355"/>
                    </a:lnTo>
                    <a:lnTo>
                      <a:pt x="1361" y="305"/>
                    </a:lnTo>
                    <a:lnTo>
                      <a:pt x="1361" y="309"/>
                    </a:lnTo>
                    <a:lnTo>
                      <a:pt x="1362" y="308"/>
                    </a:lnTo>
                    <a:lnTo>
                      <a:pt x="1362" y="302"/>
                    </a:lnTo>
                    <a:lnTo>
                      <a:pt x="1362" y="382"/>
                    </a:lnTo>
                    <a:lnTo>
                      <a:pt x="1363" y="307"/>
                    </a:lnTo>
                    <a:lnTo>
                      <a:pt x="1363" y="305"/>
                    </a:lnTo>
                    <a:lnTo>
                      <a:pt x="1364" y="279"/>
                    </a:lnTo>
                    <a:lnTo>
                      <a:pt x="1364" y="318"/>
                    </a:lnTo>
                    <a:lnTo>
                      <a:pt x="1364" y="320"/>
                    </a:lnTo>
                    <a:lnTo>
                      <a:pt x="1365" y="369"/>
                    </a:lnTo>
                    <a:lnTo>
                      <a:pt x="1366" y="311"/>
                    </a:lnTo>
                    <a:lnTo>
                      <a:pt x="1366" y="317"/>
                    </a:lnTo>
                    <a:lnTo>
                      <a:pt x="1366" y="317"/>
                    </a:lnTo>
                    <a:lnTo>
                      <a:pt x="1367" y="342"/>
                    </a:lnTo>
                    <a:lnTo>
                      <a:pt x="1367" y="305"/>
                    </a:lnTo>
                    <a:lnTo>
                      <a:pt x="1367" y="306"/>
                    </a:lnTo>
                    <a:lnTo>
                      <a:pt x="1367" y="306"/>
                    </a:lnTo>
                    <a:lnTo>
                      <a:pt x="1368" y="334"/>
                    </a:lnTo>
                    <a:lnTo>
                      <a:pt x="1369" y="326"/>
                    </a:lnTo>
                    <a:lnTo>
                      <a:pt x="1369" y="327"/>
                    </a:lnTo>
                    <a:lnTo>
                      <a:pt x="1369" y="321"/>
                    </a:lnTo>
                    <a:lnTo>
                      <a:pt x="1370" y="338"/>
                    </a:lnTo>
                    <a:lnTo>
                      <a:pt x="1370" y="336"/>
                    </a:lnTo>
                    <a:lnTo>
                      <a:pt x="1370" y="336"/>
                    </a:lnTo>
                    <a:lnTo>
                      <a:pt x="1371" y="310"/>
                    </a:lnTo>
                    <a:lnTo>
                      <a:pt x="1372" y="317"/>
                    </a:lnTo>
                    <a:lnTo>
                      <a:pt x="1372" y="318"/>
                    </a:lnTo>
                    <a:lnTo>
                      <a:pt x="1373" y="338"/>
                    </a:lnTo>
                    <a:lnTo>
                      <a:pt x="1373" y="311"/>
                    </a:lnTo>
                    <a:lnTo>
                      <a:pt x="1373" y="311"/>
                    </a:lnTo>
                    <a:lnTo>
                      <a:pt x="1374" y="310"/>
                    </a:lnTo>
                    <a:lnTo>
                      <a:pt x="1375" y="333"/>
                    </a:lnTo>
                    <a:lnTo>
                      <a:pt x="1375" y="334"/>
                    </a:lnTo>
                    <a:lnTo>
                      <a:pt x="1375" y="344"/>
                    </a:lnTo>
                    <a:lnTo>
                      <a:pt x="1376" y="324"/>
                    </a:lnTo>
                    <a:lnTo>
                      <a:pt x="1376" y="327"/>
                    </a:lnTo>
                    <a:lnTo>
                      <a:pt x="1376" y="327"/>
                    </a:lnTo>
                    <a:lnTo>
                      <a:pt x="1377" y="333"/>
                    </a:lnTo>
                    <a:lnTo>
                      <a:pt x="1378" y="276"/>
                    </a:lnTo>
                    <a:lnTo>
                      <a:pt x="1378" y="275"/>
                    </a:lnTo>
                    <a:lnTo>
                      <a:pt x="1379" y="261"/>
                    </a:lnTo>
                    <a:lnTo>
                      <a:pt x="1379" y="488"/>
                    </a:lnTo>
                    <a:lnTo>
                      <a:pt x="1379" y="491"/>
                    </a:lnTo>
                    <a:lnTo>
                      <a:pt x="1380" y="496"/>
                    </a:lnTo>
                    <a:lnTo>
                      <a:pt x="1380" y="138"/>
                    </a:lnTo>
                    <a:lnTo>
                      <a:pt x="1381" y="293"/>
                    </a:lnTo>
                    <a:lnTo>
                      <a:pt x="1381" y="297"/>
                    </a:lnTo>
                    <a:lnTo>
                      <a:pt x="1382" y="409"/>
                    </a:lnTo>
                    <a:lnTo>
                      <a:pt x="1382" y="340"/>
                    </a:lnTo>
                    <a:lnTo>
                      <a:pt x="1382" y="339"/>
                    </a:lnTo>
                    <a:lnTo>
                      <a:pt x="1383" y="315"/>
                    </a:lnTo>
                    <a:lnTo>
                      <a:pt x="1384" y="331"/>
                    </a:lnTo>
                    <a:lnTo>
                      <a:pt x="1384" y="332"/>
                    </a:lnTo>
                    <a:lnTo>
                      <a:pt x="1384" y="337"/>
                    </a:lnTo>
                    <a:lnTo>
                      <a:pt x="1385" y="308"/>
                    </a:lnTo>
                    <a:lnTo>
                      <a:pt x="1385" y="309"/>
                    </a:lnTo>
                    <a:lnTo>
                      <a:pt x="1386" y="309"/>
                    </a:lnTo>
                    <a:lnTo>
                      <a:pt x="1386" y="309"/>
                    </a:lnTo>
                    <a:lnTo>
                      <a:pt x="1387" y="359"/>
                    </a:lnTo>
                    <a:lnTo>
                      <a:pt x="1387" y="352"/>
                    </a:lnTo>
                    <a:lnTo>
                      <a:pt x="1387" y="352"/>
                    </a:lnTo>
                    <a:lnTo>
                      <a:pt x="1388" y="293"/>
                    </a:lnTo>
                    <a:lnTo>
                      <a:pt x="1388" y="329"/>
                    </a:lnTo>
                    <a:lnTo>
                      <a:pt x="1388" y="330"/>
                    </a:lnTo>
                    <a:lnTo>
                      <a:pt x="1389" y="245"/>
                    </a:lnTo>
                    <a:lnTo>
                      <a:pt x="1390" y="357"/>
                    </a:lnTo>
                    <a:lnTo>
                      <a:pt x="1390" y="362"/>
                    </a:lnTo>
                    <a:lnTo>
                      <a:pt x="1391" y="481"/>
                    </a:lnTo>
                    <a:lnTo>
                      <a:pt x="1391" y="285"/>
                    </a:lnTo>
                    <a:lnTo>
                      <a:pt x="1391" y="301"/>
                    </a:lnTo>
                    <a:lnTo>
                      <a:pt x="1391" y="303"/>
                    </a:lnTo>
                    <a:lnTo>
                      <a:pt x="1392" y="232"/>
                    </a:lnTo>
                    <a:lnTo>
                      <a:pt x="1393" y="415"/>
                    </a:lnTo>
                    <a:lnTo>
                      <a:pt x="1393" y="415"/>
                    </a:lnTo>
                    <a:lnTo>
                      <a:pt x="1393" y="413"/>
                    </a:lnTo>
                    <a:lnTo>
                      <a:pt x="1394" y="276"/>
                    </a:lnTo>
                    <a:lnTo>
                      <a:pt x="1394" y="341"/>
                    </a:lnTo>
                    <a:lnTo>
                      <a:pt x="1394" y="343"/>
                    </a:lnTo>
                    <a:lnTo>
                      <a:pt x="1395" y="362"/>
                    </a:lnTo>
                    <a:lnTo>
                      <a:pt x="1396" y="281"/>
                    </a:lnTo>
                    <a:lnTo>
                      <a:pt x="1396" y="279"/>
                    </a:lnTo>
                    <a:lnTo>
                      <a:pt x="1396" y="264"/>
                    </a:lnTo>
                    <a:lnTo>
                      <a:pt x="1397" y="347"/>
                    </a:lnTo>
                    <a:lnTo>
                      <a:pt x="1397" y="324"/>
                    </a:lnTo>
                    <a:lnTo>
                      <a:pt x="1397" y="324"/>
                    </a:lnTo>
                    <a:lnTo>
                      <a:pt x="1398" y="322"/>
                    </a:lnTo>
                    <a:lnTo>
                      <a:pt x="1398" y="336"/>
                    </a:lnTo>
                    <a:lnTo>
                      <a:pt x="1399" y="328"/>
                    </a:lnTo>
                    <a:lnTo>
                      <a:pt x="1399" y="328"/>
                    </a:lnTo>
                    <a:lnTo>
                      <a:pt x="1400" y="288"/>
                    </a:lnTo>
                    <a:lnTo>
                      <a:pt x="1400" y="346"/>
                    </a:lnTo>
                    <a:lnTo>
                      <a:pt x="1400" y="348"/>
                    </a:lnTo>
                    <a:lnTo>
                      <a:pt x="1401" y="390"/>
                    </a:lnTo>
                    <a:lnTo>
                      <a:pt x="1402" y="257"/>
                    </a:lnTo>
                    <a:lnTo>
                      <a:pt x="1402" y="258"/>
                    </a:lnTo>
                    <a:lnTo>
                      <a:pt x="1402" y="258"/>
                    </a:lnTo>
                    <a:lnTo>
                      <a:pt x="1403" y="381"/>
                    </a:lnTo>
                    <a:lnTo>
                      <a:pt x="1403" y="360"/>
                    </a:lnTo>
                    <a:lnTo>
                      <a:pt x="1403" y="357"/>
                    </a:lnTo>
                    <a:lnTo>
                      <a:pt x="1404" y="287"/>
                    </a:lnTo>
                    <a:lnTo>
                      <a:pt x="1405" y="446"/>
                    </a:lnTo>
                    <a:lnTo>
                      <a:pt x="1405" y="367"/>
                    </a:lnTo>
                    <a:lnTo>
                      <a:pt x="1405" y="362"/>
                    </a:lnTo>
                    <a:lnTo>
                      <a:pt x="1406" y="205"/>
                    </a:lnTo>
                    <a:lnTo>
                      <a:pt x="1406" y="344"/>
                    </a:lnTo>
                    <a:lnTo>
                      <a:pt x="1406" y="345"/>
                    </a:lnTo>
                    <a:lnTo>
                      <a:pt x="1407" y="331"/>
                    </a:lnTo>
                    <a:lnTo>
                      <a:pt x="1408" y="352"/>
                    </a:lnTo>
                    <a:lnTo>
                      <a:pt x="1408" y="343"/>
                    </a:lnTo>
                    <a:lnTo>
                      <a:pt x="1408" y="343"/>
                    </a:lnTo>
                    <a:lnTo>
                      <a:pt x="1409" y="321"/>
                    </a:lnTo>
                    <a:lnTo>
                      <a:pt x="1410" y="320"/>
                    </a:lnTo>
                    <a:lnTo>
                      <a:pt x="1410" y="319"/>
                    </a:lnTo>
                    <a:lnTo>
                      <a:pt x="1411" y="382"/>
                    </a:lnTo>
                    <a:lnTo>
                      <a:pt x="1411" y="354"/>
                    </a:lnTo>
                    <a:lnTo>
                      <a:pt x="1411" y="352"/>
                    </a:lnTo>
                    <a:lnTo>
                      <a:pt x="1412" y="217"/>
                    </a:lnTo>
                    <a:lnTo>
                      <a:pt x="1412" y="344"/>
                    </a:lnTo>
                    <a:lnTo>
                      <a:pt x="1412" y="352"/>
                    </a:lnTo>
                    <a:lnTo>
                      <a:pt x="1413" y="515"/>
                    </a:lnTo>
                    <a:lnTo>
                      <a:pt x="1414" y="146"/>
                    </a:lnTo>
                    <a:lnTo>
                      <a:pt x="1414" y="150"/>
                    </a:lnTo>
                    <a:lnTo>
                      <a:pt x="1414" y="151"/>
                    </a:lnTo>
                    <a:lnTo>
                      <a:pt x="1415" y="426"/>
                    </a:lnTo>
                    <a:lnTo>
                      <a:pt x="1415" y="428"/>
                    </a:lnTo>
                    <a:lnTo>
                      <a:pt x="1416" y="464"/>
                    </a:lnTo>
                    <a:lnTo>
                      <a:pt x="1417" y="189"/>
                    </a:lnTo>
                    <a:lnTo>
                      <a:pt x="1417" y="193"/>
                    </a:lnTo>
                    <a:lnTo>
                      <a:pt x="1417" y="194"/>
                    </a:lnTo>
                    <a:lnTo>
                      <a:pt x="1418" y="465"/>
                    </a:lnTo>
                    <a:lnTo>
                      <a:pt x="1419" y="470"/>
                    </a:lnTo>
                    <a:lnTo>
                      <a:pt x="1419" y="501"/>
                    </a:lnTo>
                    <a:lnTo>
                      <a:pt x="1419" y="66"/>
                    </a:lnTo>
                    <a:lnTo>
                      <a:pt x="1420" y="259"/>
                    </a:lnTo>
                    <a:lnTo>
                      <a:pt x="1420" y="273"/>
                    </a:lnTo>
                    <a:lnTo>
                      <a:pt x="1421" y="511"/>
                    </a:lnTo>
                    <a:lnTo>
                      <a:pt x="1421" y="270"/>
                    </a:lnTo>
                    <a:lnTo>
                      <a:pt x="1421" y="270"/>
                    </a:lnTo>
                    <a:lnTo>
                      <a:pt x="1422" y="463"/>
                    </a:lnTo>
                    <a:lnTo>
                      <a:pt x="1423" y="154"/>
                    </a:lnTo>
                    <a:lnTo>
                      <a:pt x="1423" y="155"/>
                    </a:lnTo>
                    <a:lnTo>
                      <a:pt x="1423" y="156"/>
                    </a:lnTo>
                    <a:lnTo>
                      <a:pt x="1424" y="408"/>
                    </a:lnTo>
                    <a:lnTo>
                      <a:pt x="1424" y="411"/>
                    </a:lnTo>
                    <a:lnTo>
                      <a:pt x="1425" y="466"/>
                    </a:lnTo>
                    <a:lnTo>
                      <a:pt x="1426" y="253"/>
                    </a:lnTo>
                    <a:lnTo>
                      <a:pt x="1426" y="269"/>
                    </a:lnTo>
                    <a:lnTo>
                      <a:pt x="1426" y="271"/>
                    </a:lnTo>
                    <a:lnTo>
                      <a:pt x="1427" y="381"/>
                    </a:lnTo>
                    <a:lnTo>
                      <a:pt x="1427" y="384"/>
                    </a:lnTo>
                    <a:lnTo>
                      <a:pt x="1428" y="406"/>
                    </a:lnTo>
                    <a:lnTo>
                      <a:pt x="1429" y="296"/>
                    </a:lnTo>
                    <a:lnTo>
                      <a:pt x="1429" y="318"/>
                    </a:lnTo>
                    <a:lnTo>
                      <a:pt x="1429" y="319"/>
                    </a:lnTo>
                    <a:lnTo>
                      <a:pt x="1430" y="341"/>
                    </a:lnTo>
                    <a:lnTo>
                      <a:pt x="1430" y="268"/>
                    </a:lnTo>
                    <a:lnTo>
                      <a:pt x="1430" y="279"/>
                    </a:lnTo>
                    <a:lnTo>
                      <a:pt x="1430" y="280"/>
                    </a:lnTo>
                    <a:lnTo>
                      <a:pt x="1432" y="380"/>
                    </a:lnTo>
                    <a:lnTo>
                      <a:pt x="1432" y="326"/>
                    </a:lnTo>
                    <a:lnTo>
                      <a:pt x="1432" y="322"/>
                    </a:lnTo>
                    <a:lnTo>
                      <a:pt x="1433" y="273"/>
                    </a:lnTo>
                    <a:lnTo>
                      <a:pt x="1433" y="352"/>
                    </a:lnTo>
                    <a:lnTo>
                      <a:pt x="1433" y="329"/>
                    </a:lnTo>
                    <a:lnTo>
                      <a:pt x="1434" y="327"/>
                    </a:lnTo>
                    <a:lnTo>
                      <a:pt x="1434" y="299"/>
                    </a:lnTo>
                    <a:lnTo>
                      <a:pt x="1435" y="338"/>
                    </a:lnTo>
                    <a:lnTo>
                      <a:pt x="1435" y="321"/>
                    </a:lnTo>
                    <a:lnTo>
                      <a:pt x="1435" y="320"/>
                    </a:lnTo>
                    <a:lnTo>
                      <a:pt x="1435" y="317"/>
                    </a:lnTo>
                    <a:lnTo>
                      <a:pt x="1436" y="337"/>
                    </a:lnTo>
                    <a:lnTo>
                      <a:pt x="1436" y="337"/>
                    </a:lnTo>
                    <a:lnTo>
                      <a:pt x="1436" y="337"/>
                    </a:lnTo>
                    <a:lnTo>
                      <a:pt x="1437" y="339"/>
                    </a:lnTo>
                    <a:lnTo>
                      <a:pt x="1438" y="262"/>
                    </a:lnTo>
                    <a:lnTo>
                      <a:pt x="1438" y="299"/>
                    </a:lnTo>
                    <a:lnTo>
                      <a:pt x="1438" y="301"/>
                    </a:lnTo>
                    <a:lnTo>
                      <a:pt x="1439" y="404"/>
                    </a:lnTo>
                    <a:lnTo>
                      <a:pt x="1439" y="277"/>
                    </a:lnTo>
                    <a:lnTo>
                      <a:pt x="1439" y="277"/>
                    </a:lnTo>
                    <a:lnTo>
                      <a:pt x="1441" y="367"/>
                    </a:lnTo>
                    <a:lnTo>
                      <a:pt x="1441" y="357"/>
                    </a:lnTo>
                    <a:lnTo>
                      <a:pt x="1441" y="356"/>
                    </a:lnTo>
                    <a:lnTo>
                      <a:pt x="1442" y="307"/>
                    </a:lnTo>
                    <a:lnTo>
                      <a:pt x="1443" y="307"/>
                    </a:lnTo>
                    <a:lnTo>
                      <a:pt x="1443" y="410"/>
                    </a:lnTo>
                    <a:lnTo>
                      <a:pt x="1444" y="215"/>
                    </a:lnTo>
                    <a:lnTo>
                      <a:pt x="1444" y="216"/>
                    </a:lnTo>
                    <a:lnTo>
                      <a:pt x="1445" y="365"/>
                    </a:lnTo>
                    <a:lnTo>
                      <a:pt x="1445" y="367"/>
                    </a:lnTo>
                    <a:lnTo>
                      <a:pt x="1446" y="409"/>
                    </a:lnTo>
                    <a:lnTo>
                      <a:pt x="1447" y="244"/>
                    </a:lnTo>
                    <a:lnTo>
                      <a:pt x="1447" y="264"/>
                    </a:lnTo>
                    <a:lnTo>
                      <a:pt x="1447" y="265"/>
                    </a:lnTo>
                    <a:lnTo>
                      <a:pt x="1447" y="260"/>
                    </a:lnTo>
                    <a:lnTo>
                      <a:pt x="1448" y="380"/>
                    </a:lnTo>
                    <a:lnTo>
                      <a:pt x="1448" y="281"/>
                    </a:lnTo>
                    <a:lnTo>
                      <a:pt x="1448" y="281"/>
                    </a:lnTo>
                    <a:lnTo>
                      <a:pt x="1450" y="385"/>
                    </a:lnTo>
                    <a:lnTo>
                      <a:pt x="1450" y="385"/>
                    </a:lnTo>
                    <a:lnTo>
                      <a:pt x="1450" y="385"/>
                    </a:lnTo>
                    <a:lnTo>
                      <a:pt x="1451" y="391"/>
                    </a:lnTo>
                    <a:lnTo>
                      <a:pt x="1451" y="235"/>
                    </a:lnTo>
                    <a:lnTo>
                      <a:pt x="1451" y="232"/>
                    </a:lnTo>
                    <a:lnTo>
                      <a:pt x="1452" y="206"/>
                    </a:lnTo>
                    <a:lnTo>
                      <a:pt x="1453" y="401"/>
                    </a:lnTo>
                    <a:lnTo>
                      <a:pt x="1453" y="401"/>
                    </a:lnTo>
                    <a:lnTo>
                      <a:pt x="1453" y="401"/>
                    </a:lnTo>
                    <a:lnTo>
                      <a:pt x="1454" y="262"/>
                    </a:lnTo>
                    <a:lnTo>
                      <a:pt x="1454" y="265"/>
                    </a:lnTo>
                    <a:lnTo>
                      <a:pt x="1454" y="266"/>
                    </a:lnTo>
                    <a:lnTo>
                      <a:pt x="1456" y="329"/>
                    </a:lnTo>
                    <a:lnTo>
                      <a:pt x="1456" y="321"/>
                    </a:lnTo>
                    <a:lnTo>
                      <a:pt x="1456" y="321"/>
                    </a:lnTo>
                    <a:lnTo>
                      <a:pt x="1457" y="384"/>
                    </a:lnTo>
                    <a:lnTo>
                      <a:pt x="1457" y="264"/>
                    </a:lnTo>
                    <a:lnTo>
                      <a:pt x="1458" y="261"/>
                    </a:lnTo>
                    <a:lnTo>
                      <a:pt x="1458" y="240"/>
                    </a:lnTo>
                    <a:lnTo>
                      <a:pt x="1459" y="349"/>
                    </a:lnTo>
                    <a:lnTo>
                      <a:pt x="1459" y="328"/>
                    </a:lnTo>
                    <a:lnTo>
                      <a:pt x="1459" y="328"/>
                    </a:lnTo>
                    <a:lnTo>
                      <a:pt x="1460" y="391"/>
                    </a:lnTo>
                    <a:lnTo>
                      <a:pt x="1460" y="248"/>
                    </a:lnTo>
                    <a:lnTo>
                      <a:pt x="1460" y="246"/>
                    </a:lnTo>
                    <a:lnTo>
                      <a:pt x="1461" y="228"/>
                    </a:lnTo>
                    <a:lnTo>
                      <a:pt x="1462" y="399"/>
                    </a:lnTo>
                    <a:lnTo>
                      <a:pt x="1462" y="374"/>
                    </a:lnTo>
                    <a:lnTo>
                      <a:pt x="1462" y="372"/>
                    </a:lnTo>
                    <a:lnTo>
                      <a:pt x="1463" y="301"/>
                    </a:lnTo>
                    <a:lnTo>
                      <a:pt x="1463" y="320"/>
                    </a:lnTo>
                    <a:lnTo>
                      <a:pt x="1463" y="321"/>
                    </a:lnTo>
                    <a:lnTo>
                      <a:pt x="1464" y="291"/>
                    </a:lnTo>
                    <a:lnTo>
                      <a:pt x="1465" y="353"/>
                    </a:lnTo>
                    <a:lnTo>
                      <a:pt x="1465" y="358"/>
                    </a:lnTo>
                    <a:lnTo>
                      <a:pt x="1465" y="427"/>
                    </a:lnTo>
                    <a:lnTo>
                      <a:pt x="1466" y="198"/>
                    </a:lnTo>
                    <a:lnTo>
                      <a:pt x="1466" y="231"/>
                    </a:lnTo>
                    <a:lnTo>
                      <a:pt x="1467" y="234"/>
                    </a:lnTo>
                    <a:lnTo>
                      <a:pt x="1468" y="391"/>
                    </a:lnTo>
                    <a:lnTo>
                      <a:pt x="1468" y="314"/>
                    </a:lnTo>
                    <a:lnTo>
                      <a:pt x="1468" y="312"/>
                    </a:lnTo>
                    <a:lnTo>
                      <a:pt x="1469" y="245"/>
                    </a:lnTo>
                    <a:lnTo>
                      <a:pt x="1469" y="454"/>
                    </a:lnTo>
                    <a:lnTo>
                      <a:pt x="1469" y="411"/>
                    </a:lnTo>
                    <a:lnTo>
                      <a:pt x="1469" y="408"/>
                    </a:lnTo>
                    <a:lnTo>
                      <a:pt x="1470" y="198"/>
                    </a:lnTo>
                    <a:lnTo>
                      <a:pt x="1471" y="343"/>
                    </a:lnTo>
                    <a:lnTo>
                      <a:pt x="1471" y="348"/>
                    </a:lnTo>
                    <a:lnTo>
                      <a:pt x="1472" y="498"/>
                    </a:lnTo>
                    <a:lnTo>
                      <a:pt x="1472" y="228"/>
                    </a:lnTo>
                    <a:lnTo>
                      <a:pt x="1472" y="228"/>
                    </a:lnTo>
                    <a:lnTo>
                      <a:pt x="1472" y="229"/>
                    </a:lnTo>
                    <a:lnTo>
                      <a:pt x="1474" y="341"/>
                    </a:lnTo>
                    <a:lnTo>
                      <a:pt x="1474" y="322"/>
                    </a:lnTo>
                    <a:lnTo>
                      <a:pt x="1474" y="322"/>
                    </a:lnTo>
                    <a:lnTo>
                      <a:pt x="1475" y="284"/>
                    </a:lnTo>
                    <a:lnTo>
                      <a:pt x="1475" y="413"/>
                    </a:lnTo>
                    <a:lnTo>
                      <a:pt x="1475" y="410"/>
                    </a:lnTo>
                    <a:lnTo>
                      <a:pt x="1475" y="408"/>
                    </a:lnTo>
                    <a:lnTo>
                      <a:pt x="1477" y="249"/>
                    </a:lnTo>
                    <a:lnTo>
                      <a:pt x="1477" y="312"/>
                    </a:lnTo>
                    <a:lnTo>
                      <a:pt x="1477" y="315"/>
                    </a:lnTo>
                    <a:lnTo>
                      <a:pt x="1478" y="356"/>
                    </a:lnTo>
                    <a:lnTo>
                      <a:pt x="1478" y="311"/>
                    </a:lnTo>
                    <a:lnTo>
                      <a:pt x="1478" y="313"/>
                    </a:lnTo>
                    <a:lnTo>
                      <a:pt x="1479" y="292"/>
                    </a:lnTo>
                    <a:lnTo>
                      <a:pt x="1480" y="406"/>
                    </a:lnTo>
                    <a:lnTo>
                      <a:pt x="1480" y="301"/>
                    </a:lnTo>
                    <a:lnTo>
                      <a:pt x="1480" y="301"/>
                    </a:lnTo>
                    <a:lnTo>
                      <a:pt x="1481" y="217"/>
                    </a:lnTo>
                    <a:lnTo>
                      <a:pt x="1481" y="376"/>
                    </a:lnTo>
                    <a:lnTo>
                      <a:pt x="1482" y="379"/>
                    </a:lnTo>
                    <a:lnTo>
                      <a:pt x="1482" y="396"/>
                    </a:lnTo>
                    <a:lnTo>
                      <a:pt x="1483" y="285"/>
                    </a:lnTo>
                    <a:lnTo>
                      <a:pt x="1483" y="345"/>
                    </a:lnTo>
                    <a:lnTo>
                      <a:pt x="1483" y="347"/>
                    </a:lnTo>
                    <a:lnTo>
                      <a:pt x="1483" y="361"/>
                    </a:lnTo>
                    <a:lnTo>
                      <a:pt x="1484" y="311"/>
                    </a:lnTo>
                    <a:lnTo>
                      <a:pt x="1484" y="321"/>
                    </a:lnTo>
                    <a:lnTo>
                      <a:pt x="1484" y="321"/>
                    </a:lnTo>
                    <a:lnTo>
                      <a:pt x="1485" y="310"/>
                    </a:lnTo>
                    <a:lnTo>
                      <a:pt x="1486" y="376"/>
                    </a:lnTo>
                    <a:lnTo>
                      <a:pt x="1486" y="375"/>
                    </a:lnTo>
                    <a:lnTo>
                      <a:pt x="1486" y="374"/>
                    </a:lnTo>
                    <a:lnTo>
                      <a:pt x="1487" y="297"/>
                    </a:lnTo>
                    <a:lnTo>
                      <a:pt x="1487" y="296"/>
                    </a:lnTo>
                    <a:lnTo>
                      <a:pt x="1488" y="292"/>
                    </a:lnTo>
                    <a:lnTo>
                      <a:pt x="1489" y="353"/>
                    </a:lnTo>
                    <a:lnTo>
                      <a:pt x="1489" y="342"/>
                    </a:lnTo>
                    <a:lnTo>
                      <a:pt x="1489" y="341"/>
                    </a:lnTo>
                    <a:lnTo>
                      <a:pt x="1490" y="287"/>
                    </a:lnTo>
                    <a:lnTo>
                      <a:pt x="1491" y="355"/>
                    </a:lnTo>
                    <a:lnTo>
                      <a:pt x="1491" y="356"/>
                    </a:lnTo>
                    <a:lnTo>
                      <a:pt x="1491" y="358"/>
                    </a:lnTo>
                    <a:lnTo>
                      <a:pt x="1492" y="308"/>
                    </a:lnTo>
                    <a:lnTo>
                      <a:pt x="1492" y="325"/>
                    </a:lnTo>
                    <a:lnTo>
                      <a:pt x="1492" y="325"/>
                    </a:lnTo>
                    <a:lnTo>
                      <a:pt x="1493" y="314"/>
                    </a:lnTo>
                    <a:lnTo>
                      <a:pt x="1494" y="326"/>
                    </a:lnTo>
                    <a:lnTo>
                      <a:pt x="1494" y="326"/>
                    </a:lnTo>
                    <a:lnTo>
                      <a:pt x="1494" y="329"/>
                    </a:lnTo>
                    <a:lnTo>
                      <a:pt x="1495" y="316"/>
                    </a:lnTo>
                    <a:lnTo>
                      <a:pt x="1495" y="325"/>
                    </a:lnTo>
                    <a:lnTo>
                      <a:pt x="1495" y="325"/>
                    </a:lnTo>
                    <a:lnTo>
                      <a:pt x="1496" y="340"/>
                    </a:lnTo>
                    <a:lnTo>
                      <a:pt x="1497" y="307"/>
                    </a:lnTo>
                    <a:lnTo>
                      <a:pt x="1497" y="307"/>
                    </a:lnTo>
                    <a:lnTo>
                      <a:pt x="1497" y="306"/>
                    </a:lnTo>
                    <a:lnTo>
                      <a:pt x="1498" y="343"/>
                    </a:lnTo>
                    <a:lnTo>
                      <a:pt x="1498" y="342"/>
                    </a:lnTo>
                    <a:lnTo>
                      <a:pt x="1498" y="341"/>
                    </a:lnTo>
                    <a:lnTo>
                      <a:pt x="1498" y="342"/>
                    </a:lnTo>
                    <a:lnTo>
                      <a:pt x="1500" y="296"/>
                    </a:lnTo>
                    <a:lnTo>
                      <a:pt x="1500" y="296"/>
                    </a:lnTo>
                    <a:lnTo>
                      <a:pt x="1501" y="371"/>
                    </a:lnTo>
                    <a:lnTo>
                      <a:pt x="1501" y="292"/>
                    </a:lnTo>
                    <a:lnTo>
                      <a:pt x="1501" y="290"/>
                    </a:lnTo>
                    <a:lnTo>
                      <a:pt x="1501" y="276"/>
                    </a:lnTo>
                    <a:lnTo>
                      <a:pt x="1503" y="350"/>
                    </a:lnTo>
                    <a:lnTo>
                      <a:pt x="1503" y="350"/>
                    </a:lnTo>
                    <a:lnTo>
                      <a:pt x="1503" y="356"/>
                    </a:lnTo>
                    <a:lnTo>
                      <a:pt x="1504" y="271"/>
                    </a:lnTo>
                    <a:lnTo>
                      <a:pt x="1504" y="310"/>
                    </a:lnTo>
                    <a:lnTo>
                      <a:pt x="1504" y="314"/>
                    </a:lnTo>
                    <a:lnTo>
                      <a:pt x="1505" y="387"/>
                    </a:lnTo>
                    <a:lnTo>
                      <a:pt x="1506" y="275"/>
                    </a:lnTo>
                    <a:lnTo>
                      <a:pt x="1506" y="280"/>
                    </a:lnTo>
                    <a:lnTo>
                      <a:pt x="1506" y="280"/>
                    </a:lnTo>
                    <a:lnTo>
                      <a:pt x="1507" y="345"/>
                    </a:lnTo>
                    <a:lnTo>
                      <a:pt x="1507" y="331"/>
                    </a:lnTo>
                    <a:lnTo>
                      <a:pt x="1507" y="330"/>
                    </a:lnTo>
                    <a:lnTo>
                      <a:pt x="1508" y="290"/>
                    </a:lnTo>
                    <a:lnTo>
                      <a:pt x="1509" y="453"/>
                    </a:lnTo>
                    <a:lnTo>
                      <a:pt x="1509" y="448"/>
                    </a:lnTo>
                    <a:lnTo>
                      <a:pt x="1509" y="445"/>
                    </a:lnTo>
                    <a:lnTo>
                      <a:pt x="1510" y="106"/>
                    </a:lnTo>
                    <a:lnTo>
                      <a:pt x="1510" y="390"/>
                    </a:lnTo>
                    <a:lnTo>
                      <a:pt x="1510" y="398"/>
                    </a:lnTo>
                    <a:lnTo>
                      <a:pt x="1510" y="482"/>
                    </a:lnTo>
                    <a:lnTo>
                      <a:pt x="1512" y="283"/>
                    </a:lnTo>
                    <a:lnTo>
                      <a:pt x="1512" y="282"/>
                    </a:lnTo>
                    <a:lnTo>
                      <a:pt x="1512" y="280"/>
                    </a:lnTo>
                    <a:lnTo>
                      <a:pt x="1513" y="350"/>
                    </a:lnTo>
                    <a:lnTo>
                      <a:pt x="1513" y="317"/>
                    </a:lnTo>
                    <a:lnTo>
                      <a:pt x="1513" y="315"/>
                    </a:lnTo>
                    <a:lnTo>
                      <a:pt x="1515" y="349"/>
                    </a:lnTo>
                    <a:lnTo>
                      <a:pt x="1515" y="277"/>
                    </a:lnTo>
                    <a:lnTo>
                      <a:pt x="1515" y="273"/>
                    </a:lnTo>
                    <a:lnTo>
                      <a:pt x="1515" y="264"/>
                    </a:lnTo>
                    <a:lnTo>
                      <a:pt x="1516" y="378"/>
                    </a:lnTo>
                    <a:lnTo>
                      <a:pt x="1516" y="376"/>
                    </a:lnTo>
                    <a:lnTo>
                      <a:pt x="1516" y="376"/>
                    </a:lnTo>
                    <a:lnTo>
                      <a:pt x="1516" y="419"/>
                    </a:lnTo>
                    <a:lnTo>
                      <a:pt x="1518" y="260"/>
                    </a:lnTo>
                    <a:lnTo>
                      <a:pt x="1518" y="313"/>
                    </a:lnTo>
                    <a:lnTo>
                      <a:pt x="1518" y="313"/>
                    </a:lnTo>
                    <a:lnTo>
                      <a:pt x="1518" y="281"/>
                    </a:lnTo>
                    <a:lnTo>
                      <a:pt x="1519" y="384"/>
                    </a:lnTo>
                    <a:lnTo>
                      <a:pt x="1519" y="378"/>
                    </a:lnTo>
                    <a:lnTo>
                      <a:pt x="1519" y="375"/>
                    </a:lnTo>
                    <a:lnTo>
                      <a:pt x="1520" y="260"/>
                    </a:lnTo>
                    <a:lnTo>
                      <a:pt x="1521" y="330"/>
                    </a:lnTo>
                    <a:lnTo>
                      <a:pt x="1521" y="330"/>
                    </a:lnTo>
                    <a:lnTo>
                      <a:pt x="1521" y="317"/>
                    </a:lnTo>
                    <a:lnTo>
                      <a:pt x="1521" y="369"/>
                    </a:lnTo>
                    <a:lnTo>
                      <a:pt x="1522" y="357"/>
                    </a:lnTo>
                    <a:lnTo>
                      <a:pt x="1522" y="358"/>
                    </a:lnTo>
                    <a:lnTo>
                      <a:pt x="1522" y="377"/>
                    </a:lnTo>
                    <a:lnTo>
                      <a:pt x="1523" y="236"/>
                    </a:lnTo>
                    <a:lnTo>
                      <a:pt x="1524" y="262"/>
                    </a:lnTo>
                    <a:lnTo>
                      <a:pt x="1524" y="259"/>
                    </a:lnTo>
                    <a:lnTo>
                      <a:pt x="1524" y="252"/>
                    </a:lnTo>
                    <a:lnTo>
                      <a:pt x="1525" y="452"/>
                    </a:lnTo>
                    <a:lnTo>
                      <a:pt x="1525" y="362"/>
                    </a:lnTo>
                    <a:lnTo>
                      <a:pt x="1525" y="357"/>
                    </a:lnTo>
                    <a:lnTo>
                      <a:pt x="1526" y="211"/>
                    </a:lnTo>
                    <a:lnTo>
                      <a:pt x="1527" y="404"/>
                    </a:lnTo>
                    <a:lnTo>
                      <a:pt x="1527" y="373"/>
                    </a:lnTo>
                    <a:lnTo>
                      <a:pt x="1527" y="367"/>
                    </a:lnTo>
                    <a:lnTo>
                      <a:pt x="1527" y="291"/>
                    </a:lnTo>
                    <a:lnTo>
                      <a:pt x="1528" y="385"/>
                    </a:lnTo>
                    <a:lnTo>
                      <a:pt x="1528" y="332"/>
                    </a:lnTo>
                    <a:lnTo>
                      <a:pt x="1528" y="329"/>
                    </a:lnTo>
                    <a:lnTo>
                      <a:pt x="1529" y="294"/>
                    </a:lnTo>
                    <a:lnTo>
                      <a:pt x="1530" y="332"/>
                    </a:lnTo>
                    <a:lnTo>
                      <a:pt x="1530" y="326"/>
                    </a:lnTo>
                    <a:lnTo>
                      <a:pt x="1530" y="325"/>
                    </a:lnTo>
                    <a:lnTo>
                      <a:pt x="1530" y="306"/>
                    </a:lnTo>
                    <a:lnTo>
                      <a:pt x="1531" y="375"/>
                    </a:lnTo>
                    <a:lnTo>
                      <a:pt x="1531" y="347"/>
                    </a:lnTo>
                    <a:lnTo>
                      <a:pt x="1531" y="344"/>
                    </a:lnTo>
                    <a:lnTo>
                      <a:pt x="1531" y="248"/>
                    </a:lnTo>
                    <a:lnTo>
                      <a:pt x="1533" y="405"/>
                    </a:lnTo>
                    <a:lnTo>
                      <a:pt x="1533" y="341"/>
                    </a:lnTo>
                    <a:lnTo>
                      <a:pt x="1533" y="336"/>
                    </a:lnTo>
                    <a:lnTo>
                      <a:pt x="1533" y="241"/>
                    </a:lnTo>
                    <a:lnTo>
                      <a:pt x="1534" y="435"/>
                    </a:lnTo>
                    <a:lnTo>
                      <a:pt x="1534" y="407"/>
                    </a:lnTo>
                    <a:lnTo>
                      <a:pt x="1534" y="403"/>
                    </a:lnTo>
                    <a:lnTo>
                      <a:pt x="1535" y="262"/>
                    </a:lnTo>
                    <a:lnTo>
                      <a:pt x="1536" y="263"/>
                    </a:lnTo>
                    <a:lnTo>
                      <a:pt x="1536" y="263"/>
                    </a:lnTo>
                    <a:lnTo>
                      <a:pt x="1536" y="253"/>
                    </a:lnTo>
                    <a:lnTo>
                      <a:pt x="1537" y="417"/>
                    </a:lnTo>
                    <a:lnTo>
                      <a:pt x="1537" y="385"/>
                    </a:lnTo>
                    <a:lnTo>
                      <a:pt x="1537" y="381"/>
                    </a:lnTo>
                    <a:lnTo>
                      <a:pt x="1538" y="225"/>
                    </a:lnTo>
                    <a:lnTo>
                      <a:pt x="1539" y="359"/>
                    </a:lnTo>
                    <a:lnTo>
                      <a:pt x="1539" y="360"/>
                    </a:lnTo>
                    <a:lnTo>
                      <a:pt x="1539" y="403"/>
                    </a:lnTo>
                    <a:lnTo>
                      <a:pt x="1540" y="258"/>
                    </a:lnTo>
                    <a:lnTo>
                      <a:pt x="1540" y="275"/>
                    </a:lnTo>
                    <a:lnTo>
                      <a:pt x="1540" y="277"/>
                    </a:lnTo>
                    <a:lnTo>
                      <a:pt x="1541" y="434"/>
                    </a:lnTo>
                    <a:lnTo>
                      <a:pt x="1542" y="287"/>
                    </a:lnTo>
                    <a:lnTo>
                      <a:pt x="1542" y="282"/>
                    </a:lnTo>
                    <a:lnTo>
                      <a:pt x="1542" y="146"/>
                    </a:lnTo>
                    <a:lnTo>
                      <a:pt x="1543" y="369"/>
                    </a:lnTo>
                    <a:lnTo>
                      <a:pt x="1543" y="343"/>
                    </a:lnTo>
                    <a:lnTo>
                      <a:pt x="1543" y="340"/>
                    </a:lnTo>
                    <a:lnTo>
                      <a:pt x="1544" y="486"/>
                    </a:lnTo>
                    <a:lnTo>
                      <a:pt x="1545" y="160"/>
                    </a:lnTo>
                    <a:lnTo>
                      <a:pt x="1545" y="158"/>
                    </a:lnTo>
                    <a:lnTo>
                      <a:pt x="1545" y="158"/>
                    </a:lnTo>
                    <a:lnTo>
                      <a:pt x="1546" y="467"/>
                    </a:lnTo>
                    <a:lnTo>
                      <a:pt x="1546" y="451"/>
                    </a:lnTo>
                    <a:lnTo>
                      <a:pt x="1546" y="446"/>
                    </a:lnTo>
                    <a:lnTo>
                      <a:pt x="1547" y="212"/>
                    </a:lnTo>
                    <a:lnTo>
                      <a:pt x="1548" y="338"/>
                    </a:lnTo>
                    <a:lnTo>
                      <a:pt x="1548" y="342"/>
                    </a:lnTo>
                    <a:lnTo>
                      <a:pt x="1548" y="378"/>
                    </a:lnTo>
                    <a:lnTo>
                      <a:pt x="1549" y="327"/>
                    </a:lnTo>
                    <a:lnTo>
                      <a:pt x="1549" y="335"/>
                    </a:lnTo>
                    <a:lnTo>
                      <a:pt x="1549" y="335"/>
                    </a:lnTo>
                    <a:lnTo>
                      <a:pt x="1549" y="336"/>
                    </a:lnTo>
                    <a:lnTo>
                      <a:pt x="1550" y="300"/>
                    </a:lnTo>
                    <a:lnTo>
                      <a:pt x="1551" y="326"/>
                    </a:lnTo>
                    <a:lnTo>
                      <a:pt x="1551" y="326"/>
                    </a:lnTo>
                    <a:lnTo>
                      <a:pt x="1551" y="331"/>
                    </a:lnTo>
                    <a:lnTo>
                      <a:pt x="1552" y="318"/>
                    </a:lnTo>
                    <a:lnTo>
                      <a:pt x="1552" y="324"/>
                    </a:lnTo>
                    <a:lnTo>
                      <a:pt x="1552" y="324"/>
                    </a:lnTo>
                    <a:lnTo>
                      <a:pt x="1553" y="331"/>
                    </a:lnTo>
                    <a:lnTo>
                      <a:pt x="1554" y="315"/>
                    </a:lnTo>
                    <a:lnTo>
                      <a:pt x="1554" y="315"/>
                    </a:lnTo>
                    <a:lnTo>
                      <a:pt x="1554" y="314"/>
                    </a:lnTo>
                    <a:lnTo>
                      <a:pt x="1554" y="324"/>
                    </a:lnTo>
                    <a:lnTo>
                      <a:pt x="1555" y="320"/>
                    </a:lnTo>
                    <a:lnTo>
                      <a:pt x="1555" y="320"/>
                    </a:lnTo>
                    <a:lnTo>
                      <a:pt x="1557" y="343"/>
                    </a:lnTo>
                    <a:lnTo>
                      <a:pt x="1557" y="346"/>
                    </a:lnTo>
                    <a:lnTo>
                      <a:pt x="1557" y="369"/>
                    </a:lnTo>
                    <a:lnTo>
                      <a:pt x="1558" y="241"/>
                    </a:lnTo>
                    <a:lnTo>
                      <a:pt x="1558" y="288"/>
                    </a:lnTo>
                    <a:lnTo>
                      <a:pt x="1559" y="291"/>
                    </a:lnTo>
                    <a:lnTo>
                      <a:pt x="1559" y="403"/>
                    </a:lnTo>
                    <a:lnTo>
                      <a:pt x="1560" y="302"/>
                    </a:lnTo>
                    <a:lnTo>
                      <a:pt x="1560" y="302"/>
                    </a:lnTo>
                    <a:lnTo>
                      <a:pt x="1560" y="296"/>
                    </a:lnTo>
                    <a:lnTo>
                      <a:pt x="1561" y="316"/>
                    </a:lnTo>
                    <a:lnTo>
                      <a:pt x="1561" y="317"/>
                    </a:lnTo>
                    <a:lnTo>
                      <a:pt x="1563" y="328"/>
                    </a:lnTo>
                    <a:lnTo>
                      <a:pt x="1563" y="327"/>
                    </a:lnTo>
                    <a:lnTo>
                      <a:pt x="1563" y="327"/>
                    </a:lnTo>
                    <a:lnTo>
                      <a:pt x="1563" y="330"/>
                    </a:lnTo>
                    <a:lnTo>
                      <a:pt x="1564" y="322"/>
                    </a:lnTo>
                    <a:lnTo>
                      <a:pt x="1564" y="322"/>
                    </a:lnTo>
                    <a:lnTo>
                      <a:pt x="1564" y="322"/>
                    </a:lnTo>
                    <a:lnTo>
                      <a:pt x="1565" y="314"/>
                    </a:lnTo>
                    <a:lnTo>
                      <a:pt x="1566" y="362"/>
                    </a:lnTo>
                    <a:lnTo>
                      <a:pt x="1566" y="345"/>
                    </a:lnTo>
                    <a:lnTo>
                      <a:pt x="1566" y="343"/>
                    </a:lnTo>
                    <a:lnTo>
                      <a:pt x="1566" y="253"/>
                    </a:lnTo>
                    <a:lnTo>
                      <a:pt x="1567" y="340"/>
                    </a:lnTo>
                    <a:lnTo>
                      <a:pt x="1568" y="341"/>
                    </a:lnTo>
                    <a:lnTo>
                      <a:pt x="1568" y="412"/>
                    </a:lnTo>
                    <a:lnTo>
                      <a:pt x="1569" y="314"/>
                    </a:lnTo>
                    <a:lnTo>
                      <a:pt x="1569" y="311"/>
                    </a:lnTo>
                    <a:lnTo>
                      <a:pt x="1569" y="203"/>
                    </a:lnTo>
                    <a:lnTo>
                      <a:pt x="1570" y="463"/>
                    </a:lnTo>
                    <a:lnTo>
                      <a:pt x="1570" y="466"/>
                    </a:lnTo>
                    <a:lnTo>
                      <a:pt x="1571" y="468"/>
                    </a:lnTo>
                    <a:lnTo>
                      <a:pt x="1571" y="234"/>
                    </a:lnTo>
                    <a:lnTo>
                      <a:pt x="1572" y="360"/>
                    </a:lnTo>
                    <a:lnTo>
                      <a:pt x="1572" y="356"/>
                    </a:lnTo>
                    <a:lnTo>
                      <a:pt x="1572" y="189"/>
                    </a:lnTo>
                    <a:lnTo>
                      <a:pt x="1573" y="343"/>
                    </a:lnTo>
                    <a:lnTo>
                      <a:pt x="1573" y="343"/>
                    </a:lnTo>
                    <a:lnTo>
                      <a:pt x="1574" y="446"/>
                    </a:lnTo>
                    <a:lnTo>
                      <a:pt x="1575" y="228"/>
                    </a:lnTo>
                    <a:lnTo>
                      <a:pt x="1575" y="227"/>
                    </a:lnTo>
                    <a:lnTo>
                      <a:pt x="1575" y="226"/>
                    </a:lnTo>
                    <a:lnTo>
                      <a:pt x="1576" y="441"/>
                    </a:lnTo>
                    <a:lnTo>
                      <a:pt x="1576" y="236"/>
                    </a:lnTo>
                    <a:lnTo>
                      <a:pt x="1576" y="233"/>
                    </a:lnTo>
                    <a:lnTo>
                      <a:pt x="1577" y="219"/>
                    </a:lnTo>
                    <a:lnTo>
                      <a:pt x="1577" y="433"/>
                    </a:lnTo>
                    <a:lnTo>
                      <a:pt x="1578" y="327"/>
                    </a:lnTo>
                    <a:lnTo>
                      <a:pt x="1578" y="324"/>
                    </a:lnTo>
                    <a:lnTo>
                      <a:pt x="1578" y="287"/>
                    </a:lnTo>
                    <a:lnTo>
                      <a:pt x="1579" y="342"/>
                    </a:lnTo>
                    <a:lnTo>
                      <a:pt x="1579" y="313"/>
                    </a:lnTo>
                    <a:lnTo>
                      <a:pt x="1579" y="313"/>
                    </a:lnTo>
                    <a:lnTo>
                      <a:pt x="1580" y="310"/>
                    </a:lnTo>
                    <a:lnTo>
                      <a:pt x="1580" y="334"/>
                    </a:lnTo>
                    <a:lnTo>
                      <a:pt x="1581" y="327"/>
                    </a:lnTo>
                    <a:lnTo>
                      <a:pt x="1581" y="329"/>
                    </a:lnTo>
                    <a:lnTo>
                      <a:pt x="1581" y="305"/>
                    </a:lnTo>
                    <a:lnTo>
                      <a:pt x="1582" y="344"/>
                    </a:lnTo>
                    <a:lnTo>
                      <a:pt x="1582" y="332"/>
                    </a:lnTo>
                    <a:lnTo>
                      <a:pt x="1583" y="330"/>
                    </a:lnTo>
                    <a:lnTo>
                      <a:pt x="1583" y="281"/>
                    </a:lnTo>
                    <a:lnTo>
                      <a:pt x="1584" y="352"/>
                    </a:lnTo>
                    <a:lnTo>
                      <a:pt x="1584" y="325"/>
                    </a:lnTo>
                    <a:lnTo>
                      <a:pt x="1584" y="324"/>
                    </a:lnTo>
                    <a:lnTo>
                      <a:pt x="1584" y="295"/>
                    </a:lnTo>
                    <a:lnTo>
                      <a:pt x="1585" y="355"/>
                    </a:lnTo>
                    <a:lnTo>
                      <a:pt x="1585" y="316"/>
                    </a:lnTo>
                    <a:lnTo>
                      <a:pt x="1585" y="315"/>
                    </a:lnTo>
                    <a:lnTo>
                      <a:pt x="1586" y="300"/>
                    </a:lnTo>
                    <a:lnTo>
                      <a:pt x="1586" y="376"/>
                    </a:lnTo>
                    <a:lnTo>
                      <a:pt x="1587" y="352"/>
                    </a:lnTo>
                    <a:lnTo>
                      <a:pt x="1587" y="349"/>
                    </a:lnTo>
                    <a:lnTo>
                      <a:pt x="1588" y="272"/>
                    </a:lnTo>
                    <a:lnTo>
                      <a:pt x="1588" y="343"/>
                    </a:lnTo>
                    <a:lnTo>
                      <a:pt x="1588" y="345"/>
                    </a:lnTo>
                    <a:lnTo>
                      <a:pt x="1589" y="376"/>
                    </a:lnTo>
                    <a:lnTo>
                      <a:pt x="1590" y="306"/>
                    </a:lnTo>
                    <a:lnTo>
                      <a:pt x="1590" y="317"/>
                    </a:lnTo>
                    <a:lnTo>
                      <a:pt x="1590" y="318"/>
                    </a:lnTo>
                    <a:lnTo>
                      <a:pt x="1590" y="349"/>
                    </a:lnTo>
                    <a:lnTo>
                      <a:pt x="1591" y="302"/>
                    </a:lnTo>
                    <a:lnTo>
                      <a:pt x="1591" y="309"/>
                    </a:lnTo>
                    <a:lnTo>
                      <a:pt x="1592" y="309"/>
                    </a:lnTo>
                    <a:lnTo>
                      <a:pt x="1593" y="337"/>
                    </a:lnTo>
                    <a:lnTo>
                      <a:pt x="1593" y="337"/>
                    </a:lnTo>
                    <a:lnTo>
                      <a:pt x="1593" y="337"/>
                    </a:lnTo>
                    <a:lnTo>
                      <a:pt x="1593" y="340"/>
                    </a:lnTo>
                    <a:lnTo>
                      <a:pt x="1594" y="304"/>
                    </a:lnTo>
                    <a:lnTo>
                      <a:pt x="1594" y="327"/>
                    </a:lnTo>
                    <a:lnTo>
                      <a:pt x="1594" y="327"/>
                    </a:lnTo>
                    <a:lnTo>
                      <a:pt x="1595" y="336"/>
                    </a:lnTo>
                    <a:lnTo>
                      <a:pt x="1595" y="297"/>
                    </a:lnTo>
                    <a:lnTo>
                      <a:pt x="1596" y="303"/>
                    </a:lnTo>
                    <a:lnTo>
                      <a:pt x="1596" y="303"/>
                    </a:lnTo>
                    <a:lnTo>
                      <a:pt x="1597" y="341"/>
                    </a:lnTo>
                    <a:lnTo>
                      <a:pt x="1597" y="321"/>
                    </a:lnTo>
                    <a:lnTo>
                      <a:pt x="1597" y="320"/>
                    </a:lnTo>
                    <a:lnTo>
                      <a:pt x="1598" y="310"/>
                    </a:lnTo>
                    <a:lnTo>
                      <a:pt x="1598" y="323"/>
                    </a:lnTo>
                    <a:lnTo>
                      <a:pt x="1599" y="319"/>
                    </a:lnTo>
                    <a:lnTo>
                      <a:pt x="1599" y="319"/>
                    </a:lnTo>
                    <a:lnTo>
                      <a:pt x="1599" y="317"/>
                    </a:lnTo>
                    <a:lnTo>
                      <a:pt x="1600" y="341"/>
                    </a:lnTo>
                    <a:lnTo>
                      <a:pt x="1600" y="332"/>
                    </a:lnTo>
                    <a:lnTo>
                      <a:pt x="1600" y="332"/>
                    </a:lnTo>
                    <a:lnTo>
                      <a:pt x="1601" y="300"/>
                    </a:lnTo>
                    <a:lnTo>
                      <a:pt x="1602" y="342"/>
                    </a:lnTo>
                    <a:lnTo>
                      <a:pt x="1602" y="342"/>
                    </a:lnTo>
                    <a:lnTo>
                      <a:pt x="1602" y="343"/>
                    </a:lnTo>
                    <a:lnTo>
                      <a:pt x="1603" y="326"/>
                    </a:lnTo>
                    <a:lnTo>
                      <a:pt x="1603" y="327"/>
                    </a:lnTo>
                    <a:lnTo>
                      <a:pt x="1603" y="327"/>
                    </a:lnTo>
                    <a:lnTo>
                      <a:pt x="1604" y="311"/>
                    </a:lnTo>
                    <a:lnTo>
                      <a:pt x="1605" y="331"/>
                    </a:lnTo>
                    <a:lnTo>
                      <a:pt x="1605" y="322"/>
                    </a:lnTo>
                    <a:lnTo>
                      <a:pt x="1605" y="320"/>
                    </a:lnTo>
                    <a:lnTo>
                      <a:pt x="1605" y="317"/>
                    </a:lnTo>
                    <a:lnTo>
                      <a:pt x="1606" y="357"/>
                    </a:lnTo>
                    <a:lnTo>
                      <a:pt x="1606" y="345"/>
                    </a:lnTo>
                    <a:lnTo>
                      <a:pt x="1607" y="344"/>
                    </a:lnTo>
                    <a:lnTo>
                      <a:pt x="1607" y="272"/>
                    </a:lnTo>
                    <a:lnTo>
                      <a:pt x="1608" y="328"/>
                    </a:lnTo>
                    <a:lnTo>
                      <a:pt x="1608" y="329"/>
                    </a:lnTo>
                    <a:lnTo>
                      <a:pt x="1608" y="340"/>
                    </a:lnTo>
                    <a:lnTo>
                      <a:pt x="1609" y="316"/>
                    </a:lnTo>
                    <a:lnTo>
                      <a:pt x="1609" y="329"/>
                    </a:lnTo>
                    <a:lnTo>
                      <a:pt x="1609" y="330"/>
                    </a:lnTo>
                    <a:lnTo>
                      <a:pt x="1610" y="345"/>
                    </a:lnTo>
                    <a:lnTo>
                      <a:pt x="1611" y="313"/>
                    </a:lnTo>
                    <a:lnTo>
                      <a:pt x="1611" y="312"/>
                    </a:lnTo>
                    <a:lnTo>
                      <a:pt x="1611" y="308"/>
                    </a:lnTo>
                    <a:lnTo>
                      <a:pt x="1612" y="341"/>
                    </a:lnTo>
                    <a:lnTo>
                      <a:pt x="1612" y="329"/>
                    </a:lnTo>
                    <a:lnTo>
                      <a:pt x="1612" y="328"/>
                    </a:lnTo>
                    <a:lnTo>
                      <a:pt x="1613" y="341"/>
                    </a:lnTo>
                    <a:lnTo>
                      <a:pt x="1614" y="315"/>
                    </a:lnTo>
                    <a:lnTo>
                      <a:pt x="1614" y="317"/>
                    </a:lnTo>
                    <a:lnTo>
                      <a:pt x="1614" y="317"/>
                    </a:lnTo>
                    <a:lnTo>
                      <a:pt x="1614" y="311"/>
                    </a:lnTo>
                    <a:lnTo>
                      <a:pt x="1615" y="327"/>
                    </a:lnTo>
                    <a:lnTo>
                      <a:pt x="1615" y="327"/>
                    </a:lnTo>
                    <a:lnTo>
                      <a:pt x="1616" y="326"/>
                    </a:lnTo>
                    <a:lnTo>
                      <a:pt x="1616" y="334"/>
                    </a:lnTo>
                    <a:lnTo>
                      <a:pt x="1616" y="319"/>
                    </a:lnTo>
                    <a:lnTo>
                      <a:pt x="1617" y="320"/>
                    </a:lnTo>
                    <a:lnTo>
                      <a:pt x="1617" y="320"/>
                    </a:lnTo>
                    <a:lnTo>
                      <a:pt x="1617" y="320"/>
                    </a:lnTo>
                    <a:lnTo>
                      <a:pt x="1618" y="345"/>
                    </a:lnTo>
                    <a:lnTo>
                      <a:pt x="1618" y="328"/>
                    </a:lnTo>
                    <a:lnTo>
                      <a:pt x="1618" y="328"/>
                    </a:lnTo>
                    <a:lnTo>
                      <a:pt x="1619" y="307"/>
                    </a:lnTo>
                    <a:lnTo>
                      <a:pt x="1620" y="334"/>
                    </a:lnTo>
                    <a:lnTo>
                      <a:pt x="1620" y="333"/>
                    </a:lnTo>
                    <a:lnTo>
                      <a:pt x="1620" y="333"/>
                    </a:lnTo>
                    <a:lnTo>
                      <a:pt x="1620" y="313"/>
                    </a:lnTo>
                    <a:lnTo>
                      <a:pt x="1621" y="315"/>
                    </a:lnTo>
                    <a:lnTo>
                      <a:pt x="1621" y="314"/>
                    </a:lnTo>
                    <a:lnTo>
                      <a:pt x="1622" y="305"/>
                    </a:lnTo>
                    <a:lnTo>
                      <a:pt x="1623" y="347"/>
                    </a:lnTo>
                    <a:lnTo>
                      <a:pt x="1623" y="348"/>
                    </a:lnTo>
                    <a:lnTo>
                      <a:pt x="1623" y="362"/>
                    </a:lnTo>
                    <a:lnTo>
                      <a:pt x="1624" y="264"/>
                    </a:lnTo>
                    <a:lnTo>
                      <a:pt x="1624" y="266"/>
                    </a:lnTo>
                    <a:lnTo>
                      <a:pt x="1624" y="267"/>
                    </a:lnTo>
                    <a:lnTo>
                      <a:pt x="1625" y="382"/>
                    </a:lnTo>
                    <a:lnTo>
                      <a:pt x="1626" y="368"/>
                    </a:lnTo>
                    <a:lnTo>
                      <a:pt x="1626" y="368"/>
                    </a:lnTo>
                    <a:lnTo>
                      <a:pt x="1627" y="303"/>
                    </a:lnTo>
                    <a:lnTo>
                      <a:pt x="1627" y="304"/>
                    </a:lnTo>
                    <a:lnTo>
                      <a:pt x="1627" y="303"/>
                    </a:lnTo>
                    <a:lnTo>
                      <a:pt x="1628" y="300"/>
                    </a:lnTo>
                    <a:lnTo>
                      <a:pt x="1628" y="332"/>
                    </a:lnTo>
                    <a:lnTo>
                      <a:pt x="1629" y="318"/>
                    </a:lnTo>
                    <a:lnTo>
                      <a:pt x="1629" y="317"/>
                    </a:lnTo>
                    <a:lnTo>
                      <a:pt x="1630" y="306"/>
                    </a:lnTo>
                    <a:lnTo>
                      <a:pt x="1630" y="338"/>
                    </a:lnTo>
                    <a:lnTo>
                      <a:pt x="1630" y="338"/>
                    </a:lnTo>
                    <a:lnTo>
                      <a:pt x="1630" y="337"/>
                    </a:lnTo>
                    <a:lnTo>
                      <a:pt x="1631" y="314"/>
                    </a:lnTo>
                    <a:lnTo>
                      <a:pt x="1632" y="329"/>
                    </a:lnTo>
                    <a:lnTo>
                      <a:pt x="1632" y="329"/>
                    </a:lnTo>
                    <a:lnTo>
                      <a:pt x="1633" y="331"/>
                    </a:lnTo>
                    <a:lnTo>
                      <a:pt x="1633" y="320"/>
                    </a:lnTo>
                    <a:lnTo>
                      <a:pt x="1633" y="327"/>
                    </a:lnTo>
                    <a:lnTo>
                      <a:pt x="1633" y="328"/>
                    </a:lnTo>
                    <a:lnTo>
                      <a:pt x="1634" y="343"/>
                    </a:lnTo>
                    <a:lnTo>
                      <a:pt x="1635" y="315"/>
                    </a:lnTo>
                    <a:lnTo>
                      <a:pt x="1635" y="324"/>
                    </a:lnTo>
                    <a:lnTo>
                      <a:pt x="1635" y="324"/>
                    </a:lnTo>
                    <a:lnTo>
                      <a:pt x="1636" y="337"/>
                    </a:lnTo>
                    <a:lnTo>
                      <a:pt x="1636" y="329"/>
                    </a:lnTo>
                    <a:lnTo>
                      <a:pt x="1636" y="330"/>
                    </a:lnTo>
                    <a:lnTo>
                      <a:pt x="1637" y="332"/>
                    </a:lnTo>
                    <a:lnTo>
                      <a:pt x="1638" y="310"/>
                    </a:lnTo>
                    <a:lnTo>
                      <a:pt x="1638" y="309"/>
                    </a:lnTo>
                    <a:lnTo>
                      <a:pt x="1638" y="308"/>
                    </a:lnTo>
                    <a:lnTo>
                      <a:pt x="1639" y="330"/>
                    </a:lnTo>
                    <a:lnTo>
                      <a:pt x="1639" y="323"/>
                    </a:lnTo>
                    <a:lnTo>
                      <a:pt x="1640" y="323"/>
                    </a:lnTo>
                    <a:lnTo>
                      <a:pt x="1640" y="334"/>
                    </a:lnTo>
                    <a:lnTo>
                      <a:pt x="1641" y="305"/>
                    </a:lnTo>
                    <a:lnTo>
                      <a:pt x="1641" y="305"/>
                    </a:lnTo>
                    <a:lnTo>
                      <a:pt x="1641" y="305"/>
                    </a:lnTo>
                    <a:lnTo>
                      <a:pt x="1641" y="303"/>
                    </a:lnTo>
                    <a:lnTo>
                      <a:pt x="1642" y="342"/>
                    </a:lnTo>
                    <a:lnTo>
                      <a:pt x="1642" y="342"/>
                    </a:lnTo>
                    <a:lnTo>
                      <a:pt x="1643" y="345"/>
                    </a:lnTo>
                    <a:lnTo>
                      <a:pt x="1643" y="305"/>
                    </a:lnTo>
                    <a:lnTo>
                      <a:pt x="1644" y="324"/>
                    </a:lnTo>
                    <a:lnTo>
                      <a:pt x="1644" y="325"/>
                    </a:lnTo>
                    <a:lnTo>
                      <a:pt x="1645" y="338"/>
                    </a:lnTo>
                    <a:lnTo>
                      <a:pt x="1645" y="329"/>
                    </a:lnTo>
                    <a:lnTo>
                      <a:pt x="1645" y="329"/>
                    </a:lnTo>
                    <a:lnTo>
                      <a:pt x="1646" y="327"/>
                    </a:lnTo>
                    <a:lnTo>
                      <a:pt x="1647" y="336"/>
                    </a:lnTo>
                    <a:lnTo>
                      <a:pt x="1647" y="336"/>
                    </a:lnTo>
                    <a:lnTo>
                      <a:pt x="1647" y="336"/>
                    </a:lnTo>
                    <a:lnTo>
                      <a:pt x="1648" y="316"/>
                    </a:lnTo>
                    <a:lnTo>
                      <a:pt x="1648" y="322"/>
                    </a:lnTo>
                    <a:lnTo>
                      <a:pt x="1648" y="323"/>
                    </a:lnTo>
                    <a:lnTo>
                      <a:pt x="1649" y="333"/>
                    </a:lnTo>
                    <a:lnTo>
                      <a:pt x="1650" y="316"/>
                    </a:lnTo>
                    <a:lnTo>
                      <a:pt x="1650" y="330"/>
                    </a:lnTo>
                    <a:lnTo>
                      <a:pt x="1650" y="330"/>
                    </a:lnTo>
                    <a:lnTo>
                      <a:pt x="1650" y="336"/>
                    </a:lnTo>
                    <a:lnTo>
                      <a:pt x="1651" y="234"/>
                    </a:lnTo>
                    <a:lnTo>
                      <a:pt x="1651" y="335"/>
                    </a:lnTo>
                    <a:lnTo>
                      <a:pt x="1651" y="342"/>
                    </a:lnTo>
                    <a:lnTo>
                      <a:pt x="1652" y="464"/>
                    </a:lnTo>
                    <a:lnTo>
                      <a:pt x="1653" y="164"/>
                    </a:lnTo>
                    <a:lnTo>
                      <a:pt x="1653" y="232"/>
                    </a:lnTo>
                    <a:lnTo>
                      <a:pt x="1653" y="236"/>
                    </a:lnTo>
                    <a:lnTo>
                      <a:pt x="1654" y="408"/>
                    </a:lnTo>
                    <a:lnTo>
                      <a:pt x="1654" y="290"/>
                    </a:lnTo>
                    <a:lnTo>
                      <a:pt x="1654" y="291"/>
                    </a:lnTo>
                    <a:lnTo>
                      <a:pt x="1656" y="365"/>
                    </a:lnTo>
                    <a:lnTo>
                      <a:pt x="1656" y="353"/>
                    </a:lnTo>
                    <a:lnTo>
                      <a:pt x="1656" y="352"/>
                    </a:lnTo>
                    <a:lnTo>
                      <a:pt x="1657" y="290"/>
                    </a:lnTo>
                    <a:lnTo>
                      <a:pt x="1657" y="304"/>
                    </a:lnTo>
                    <a:lnTo>
                      <a:pt x="1657" y="303"/>
                    </a:lnTo>
                    <a:lnTo>
                      <a:pt x="1658" y="370"/>
                    </a:lnTo>
                    <a:lnTo>
                      <a:pt x="1659" y="293"/>
                    </a:lnTo>
                    <a:lnTo>
                      <a:pt x="1659" y="292"/>
                    </a:lnTo>
                    <a:lnTo>
                      <a:pt x="1659" y="291"/>
                    </a:lnTo>
                    <a:lnTo>
                      <a:pt x="1660" y="329"/>
                    </a:lnTo>
                    <a:lnTo>
                      <a:pt x="1660" y="301"/>
                    </a:lnTo>
                    <a:lnTo>
                      <a:pt x="1660" y="299"/>
                    </a:lnTo>
                    <a:lnTo>
                      <a:pt x="1661" y="216"/>
                    </a:lnTo>
                    <a:lnTo>
                      <a:pt x="1662" y="470"/>
                    </a:lnTo>
                    <a:lnTo>
                      <a:pt x="1662" y="473"/>
                    </a:lnTo>
                    <a:lnTo>
                      <a:pt x="1662" y="474"/>
                    </a:lnTo>
                    <a:lnTo>
                      <a:pt x="1663" y="244"/>
                    </a:lnTo>
                    <a:lnTo>
                      <a:pt x="1663" y="322"/>
                    </a:lnTo>
                    <a:lnTo>
                      <a:pt x="1664" y="324"/>
                    </a:lnTo>
                    <a:lnTo>
                      <a:pt x="1665" y="361"/>
                    </a:lnTo>
                    <a:lnTo>
                      <a:pt x="1665" y="359"/>
                    </a:lnTo>
                    <a:lnTo>
                      <a:pt x="1665" y="359"/>
                    </a:lnTo>
                    <a:lnTo>
                      <a:pt x="1666" y="317"/>
                    </a:lnTo>
                    <a:lnTo>
                      <a:pt x="1666" y="318"/>
                    </a:lnTo>
                    <a:lnTo>
                      <a:pt x="1666" y="315"/>
                    </a:lnTo>
                    <a:lnTo>
                      <a:pt x="1667" y="301"/>
                    </a:lnTo>
                    <a:lnTo>
                      <a:pt x="1668" y="389"/>
                    </a:lnTo>
                    <a:lnTo>
                      <a:pt x="1668" y="389"/>
                    </a:lnTo>
                    <a:lnTo>
                      <a:pt x="1668" y="390"/>
                    </a:lnTo>
                    <a:lnTo>
                      <a:pt x="1669" y="268"/>
                    </a:lnTo>
                    <a:lnTo>
                      <a:pt x="1669" y="306"/>
                    </a:lnTo>
                    <a:lnTo>
                      <a:pt x="1669" y="306"/>
                    </a:lnTo>
                    <a:lnTo>
                      <a:pt x="1670" y="329"/>
                    </a:lnTo>
                    <a:lnTo>
                      <a:pt x="1670" y="291"/>
                    </a:lnTo>
                    <a:lnTo>
                      <a:pt x="1671" y="306"/>
                    </a:lnTo>
                    <a:lnTo>
                      <a:pt x="1671" y="307"/>
                    </a:lnTo>
                    <a:lnTo>
                      <a:pt x="1672" y="334"/>
                    </a:lnTo>
                    <a:lnTo>
                      <a:pt x="1672" y="334"/>
                    </a:lnTo>
                    <a:lnTo>
                      <a:pt x="1673" y="334"/>
                    </a:lnTo>
                    <a:lnTo>
                      <a:pt x="1674" y="326"/>
                    </a:lnTo>
                    <a:lnTo>
                      <a:pt x="1674" y="325"/>
                    </a:lnTo>
                    <a:lnTo>
                      <a:pt x="1674" y="320"/>
                    </a:lnTo>
                    <a:lnTo>
                      <a:pt x="1675" y="337"/>
                    </a:lnTo>
                    <a:lnTo>
                      <a:pt x="1675" y="337"/>
                    </a:lnTo>
                    <a:lnTo>
                      <a:pt x="1675" y="337"/>
                    </a:lnTo>
                    <a:lnTo>
                      <a:pt x="1676" y="312"/>
                    </a:lnTo>
                    <a:lnTo>
                      <a:pt x="1677" y="330"/>
                    </a:lnTo>
                    <a:lnTo>
                      <a:pt x="1677" y="330"/>
                    </a:lnTo>
                    <a:lnTo>
                      <a:pt x="1677" y="331"/>
                    </a:lnTo>
                    <a:lnTo>
                      <a:pt x="1678" y="315"/>
                    </a:lnTo>
                    <a:lnTo>
                      <a:pt x="1678" y="328"/>
                    </a:lnTo>
                    <a:lnTo>
                      <a:pt x="1678" y="329"/>
                    </a:lnTo>
                    <a:lnTo>
                      <a:pt x="1679" y="339"/>
                    </a:lnTo>
                    <a:lnTo>
                      <a:pt x="1680" y="278"/>
                    </a:lnTo>
                    <a:lnTo>
                      <a:pt x="1680" y="298"/>
                    </a:lnTo>
                    <a:lnTo>
                      <a:pt x="1680" y="302"/>
                    </a:lnTo>
                    <a:lnTo>
                      <a:pt x="1681" y="380"/>
                    </a:lnTo>
                    <a:lnTo>
                      <a:pt x="1681" y="301"/>
                    </a:lnTo>
                    <a:lnTo>
                      <a:pt x="1681" y="301"/>
                    </a:lnTo>
                    <a:lnTo>
                      <a:pt x="1682" y="340"/>
                    </a:lnTo>
                    <a:lnTo>
                      <a:pt x="1683" y="316"/>
                    </a:lnTo>
                    <a:lnTo>
                      <a:pt x="1683" y="315"/>
                    </a:lnTo>
                    <a:lnTo>
                      <a:pt x="1683" y="310"/>
                    </a:lnTo>
                    <a:lnTo>
                      <a:pt x="1684" y="331"/>
                    </a:lnTo>
                    <a:lnTo>
                      <a:pt x="1684" y="320"/>
                    </a:lnTo>
                    <a:lnTo>
                      <a:pt x="1684" y="321"/>
                    </a:lnTo>
                    <a:lnTo>
                      <a:pt x="1685" y="336"/>
                    </a:lnTo>
                    <a:lnTo>
                      <a:pt x="1686" y="333"/>
                    </a:lnTo>
                    <a:lnTo>
                      <a:pt x="1686" y="333"/>
                    </a:lnTo>
                    <a:lnTo>
                      <a:pt x="1686" y="344"/>
                    </a:lnTo>
                    <a:lnTo>
                      <a:pt x="1687" y="313"/>
                    </a:lnTo>
                    <a:lnTo>
                      <a:pt x="1687" y="317"/>
                    </a:lnTo>
                    <a:lnTo>
                      <a:pt x="1688" y="317"/>
                    </a:lnTo>
                    <a:lnTo>
                      <a:pt x="1688" y="325"/>
                    </a:lnTo>
                    <a:lnTo>
                      <a:pt x="1689" y="304"/>
                    </a:lnTo>
                    <a:lnTo>
                      <a:pt x="1689" y="304"/>
                    </a:lnTo>
                    <a:lnTo>
                      <a:pt x="1689" y="305"/>
                    </a:lnTo>
                    <a:lnTo>
                      <a:pt x="1690" y="342"/>
                    </a:lnTo>
                    <a:lnTo>
                      <a:pt x="1690" y="316"/>
                    </a:lnTo>
                    <a:lnTo>
                      <a:pt x="1690" y="315"/>
                    </a:lnTo>
                    <a:lnTo>
                      <a:pt x="1691" y="281"/>
                    </a:lnTo>
                    <a:lnTo>
                      <a:pt x="1692" y="379"/>
                    </a:lnTo>
                    <a:lnTo>
                      <a:pt x="1692" y="375"/>
                    </a:lnTo>
                    <a:lnTo>
                      <a:pt x="1692" y="375"/>
                    </a:lnTo>
                    <a:lnTo>
                      <a:pt x="1693" y="286"/>
                    </a:lnTo>
                    <a:lnTo>
                      <a:pt x="1693" y="318"/>
                    </a:lnTo>
                    <a:lnTo>
                      <a:pt x="1693" y="319"/>
                    </a:lnTo>
                    <a:lnTo>
                      <a:pt x="1694" y="318"/>
                    </a:lnTo>
                    <a:lnTo>
                      <a:pt x="1695" y="345"/>
                    </a:lnTo>
                    <a:lnTo>
                      <a:pt x="1695" y="340"/>
                    </a:lnTo>
                    <a:lnTo>
                      <a:pt x="1695" y="339"/>
                    </a:lnTo>
                    <a:lnTo>
                      <a:pt x="1695" y="340"/>
                    </a:lnTo>
                    <a:lnTo>
                      <a:pt x="1696" y="308"/>
                    </a:lnTo>
                    <a:lnTo>
                      <a:pt x="1696" y="312"/>
                    </a:lnTo>
                    <a:lnTo>
                      <a:pt x="1696" y="313"/>
                    </a:lnTo>
                    <a:lnTo>
                      <a:pt x="1698" y="338"/>
                    </a:lnTo>
                    <a:lnTo>
                      <a:pt x="1698" y="334"/>
                    </a:lnTo>
                    <a:lnTo>
                      <a:pt x="1698" y="333"/>
                    </a:lnTo>
                    <a:lnTo>
                      <a:pt x="1699" y="297"/>
                    </a:lnTo>
                    <a:lnTo>
                      <a:pt x="1699" y="296"/>
                    </a:lnTo>
                    <a:lnTo>
                      <a:pt x="1700" y="293"/>
                    </a:lnTo>
                    <a:lnTo>
                      <a:pt x="1701" y="352"/>
                    </a:lnTo>
                    <a:lnTo>
                      <a:pt x="1701" y="315"/>
                    </a:lnTo>
                    <a:lnTo>
                      <a:pt x="1701" y="314"/>
                    </a:lnTo>
                    <a:lnTo>
                      <a:pt x="1701" y="307"/>
                    </a:lnTo>
                    <a:lnTo>
                      <a:pt x="1702" y="356"/>
                    </a:lnTo>
                    <a:lnTo>
                      <a:pt x="1702" y="336"/>
                    </a:lnTo>
                    <a:lnTo>
                      <a:pt x="1702" y="335"/>
                    </a:lnTo>
                    <a:lnTo>
                      <a:pt x="1703" y="312"/>
                    </a:lnTo>
                    <a:lnTo>
                      <a:pt x="1704" y="317"/>
                    </a:lnTo>
                    <a:lnTo>
                      <a:pt x="1704" y="317"/>
                    </a:lnTo>
                    <a:lnTo>
                      <a:pt x="1705" y="345"/>
                    </a:lnTo>
                    <a:lnTo>
                      <a:pt x="1705" y="312"/>
                    </a:lnTo>
                    <a:lnTo>
                      <a:pt x="1705" y="311"/>
                    </a:lnTo>
                    <a:lnTo>
                      <a:pt x="1706" y="299"/>
                    </a:lnTo>
                    <a:lnTo>
                      <a:pt x="1707" y="330"/>
                    </a:lnTo>
                    <a:lnTo>
                      <a:pt x="1707" y="330"/>
                    </a:lnTo>
                    <a:lnTo>
                      <a:pt x="1707" y="335"/>
                    </a:lnTo>
                    <a:lnTo>
                      <a:pt x="1708" y="318"/>
                    </a:lnTo>
                    <a:lnTo>
                      <a:pt x="1708" y="328"/>
                    </a:lnTo>
                    <a:lnTo>
                      <a:pt x="1708" y="328"/>
                    </a:lnTo>
                    <a:lnTo>
                      <a:pt x="1709" y="336"/>
                    </a:lnTo>
                    <a:lnTo>
                      <a:pt x="1710" y="308"/>
                    </a:lnTo>
                    <a:lnTo>
                      <a:pt x="1710" y="308"/>
                    </a:lnTo>
                    <a:lnTo>
                      <a:pt x="1710" y="307"/>
                    </a:lnTo>
                    <a:lnTo>
                      <a:pt x="1711" y="342"/>
                    </a:lnTo>
                    <a:lnTo>
                      <a:pt x="1711" y="321"/>
                    </a:lnTo>
                    <a:lnTo>
                      <a:pt x="1712" y="320"/>
                    </a:lnTo>
                    <a:lnTo>
                      <a:pt x="1712" y="301"/>
                    </a:lnTo>
                    <a:lnTo>
                      <a:pt x="1713" y="324"/>
                    </a:lnTo>
                    <a:lnTo>
                      <a:pt x="1713" y="324"/>
                    </a:lnTo>
                    <a:lnTo>
                      <a:pt x="1713" y="321"/>
                    </a:lnTo>
                    <a:lnTo>
                      <a:pt x="1714" y="345"/>
                    </a:lnTo>
                    <a:lnTo>
                      <a:pt x="1714" y="344"/>
                    </a:lnTo>
                    <a:lnTo>
                      <a:pt x="1714" y="343"/>
                    </a:lnTo>
                    <a:lnTo>
                      <a:pt x="1716" y="312"/>
                    </a:lnTo>
                    <a:lnTo>
                      <a:pt x="1716" y="335"/>
                    </a:lnTo>
                    <a:lnTo>
                      <a:pt x="1716" y="336"/>
                    </a:lnTo>
                    <a:lnTo>
                      <a:pt x="1716" y="341"/>
                    </a:lnTo>
                    <a:lnTo>
                      <a:pt x="1717" y="324"/>
                    </a:lnTo>
                    <a:lnTo>
                      <a:pt x="1717" y="329"/>
                    </a:lnTo>
                    <a:lnTo>
                      <a:pt x="1717" y="328"/>
                    </a:lnTo>
                    <a:lnTo>
                      <a:pt x="1719" y="306"/>
                    </a:lnTo>
                    <a:lnTo>
                      <a:pt x="1719" y="305"/>
                    </a:lnTo>
                    <a:lnTo>
                      <a:pt x="1720" y="284"/>
                    </a:lnTo>
                    <a:lnTo>
                      <a:pt x="1720" y="348"/>
                    </a:lnTo>
                    <a:lnTo>
                      <a:pt x="1720" y="353"/>
                    </a:lnTo>
                    <a:lnTo>
                      <a:pt x="1721" y="396"/>
                    </a:lnTo>
                    <a:lnTo>
                      <a:pt x="1722" y="272"/>
                    </a:lnTo>
                    <a:lnTo>
                      <a:pt x="1722" y="277"/>
                    </a:lnTo>
                    <a:lnTo>
                      <a:pt x="1722" y="278"/>
                    </a:lnTo>
                    <a:lnTo>
                      <a:pt x="1723" y="350"/>
                    </a:lnTo>
                    <a:lnTo>
                      <a:pt x="1723" y="341"/>
                    </a:lnTo>
                    <a:lnTo>
                      <a:pt x="1723" y="342"/>
                    </a:lnTo>
                    <a:lnTo>
                      <a:pt x="1724" y="343"/>
                    </a:lnTo>
                    <a:lnTo>
                      <a:pt x="1725" y="243"/>
                    </a:lnTo>
                    <a:lnTo>
                      <a:pt x="1725" y="331"/>
                    </a:lnTo>
                    <a:lnTo>
                      <a:pt x="1725" y="333"/>
                    </a:lnTo>
                    <a:lnTo>
                      <a:pt x="1726" y="384"/>
                    </a:lnTo>
                    <a:lnTo>
                      <a:pt x="1726" y="342"/>
                    </a:lnTo>
                    <a:lnTo>
                      <a:pt x="1726" y="340"/>
                    </a:lnTo>
                    <a:lnTo>
                      <a:pt x="1727" y="234"/>
                    </a:lnTo>
                    <a:lnTo>
                      <a:pt x="1728" y="381"/>
                    </a:lnTo>
                    <a:lnTo>
                      <a:pt x="1728" y="383"/>
                    </a:lnTo>
                    <a:lnTo>
                      <a:pt x="1728" y="387"/>
                    </a:lnTo>
                    <a:lnTo>
                      <a:pt x="1729" y="292"/>
                    </a:lnTo>
                    <a:lnTo>
                      <a:pt x="1729" y="292"/>
                    </a:lnTo>
                    <a:lnTo>
                      <a:pt x="1731" y="347"/>
                    </a:lnTo>
                    <a:lnTo>
                      <a:pt x="1731" y="324"/>
                    </a:lnTo>
                    <a:lnTo>
                      <a:pt x="1731" y="324"/>
                    </a:lnTo>
                    <a:lnTo>
                      <a:pt x="1732" y="301"/>
                    </a:lnTo>
                    <a:lnTo>
                      <a:pt x="1732" y="337"/>
                    </a:lnTo>
                    <a:lnTo>
                      <a:pt x="1732" y="338"/>
                    </a:lnTo>
                    <a:lnTo>
                      <a:pt x="1733" y="341"/>
                    </a:lnTo>
                    <a:lnTo>
                      <a:pt x="1734" y="315"/>
                    </a:lnTo>
                    <a:lnTo>
                      <a:pt x="1734" y="329"/>
                    </a:lnTo>
                    <a:lnTo>
                      <a:pt x="1734" y="329"/>
                    </a:lnTo>
                    <a:lnTo>
                      <a:pt x="1734" y="326"/>
                    </a:lnTo>
                    <a:lnTo>
                      <a:pt x="1735" y="343"/>
                    </a:lnTo>
                    <a:lnTo>
                      <a:pt x="1735" y="341"/>
                    </a:lnTo>
                    <a:lnTo>
                      <a:pt x="1736" y="342"/>
                    </a:lnTo>
                    <a:lnTo>
                      <a:pt x="1737" y="308"/>
                    </a:lnTo>
                    <a:lnTo>
                      <a:pt x="1737" y="308"/>
                    </a:lnTo>
                    <a:lnTo>
                      <a:pt x="1738" y="244"/>
                    </a:lnTo>
                    <a:lnTo>
                      <a:pt x="1738" y="354"/>
                    </a:lnTo>
                    <a:lnTo>
                      <a:pt x="1738" y="356"/>
                    </a:lnTo>
                    <a:lnTo>
                      <a:pt x="1739" y="433"/>
                    </a:lnTo>
                    <a:lnTo>
                      <a:pt x="1740" y="261"/>
                    </a:lnTo>
                    <a:lnTo>
                      <a:pt x="1740" y="265"/>
                    </a:lnTo>
                    <a:lnTo>
                      <a:pt x="1740" y="267"/>
                    </a:lnTo>
                    <a:lnTo>
                      <a:pt x="1741" y="362"/>
                    </a:lnTo>
                    <a:lnTo>
                      <a:pt x="1741" y="294"/>
                    </a:lnTo>
                    <a:lnTo>
                      <a:pt x="1741" y="293"/>
                    </a:lnTo>
                    <a:lnTo>
                      <a:pt x="1742" y="284"/>
                    </a:lnTo>
                    <a:lnTo>
                      <a:pt x="1743" y="347"/>
                    </a:lnTo>
                    <a:lnTo>
                      <a:pt x="1743" y="324"/>
                    </a:lnTo>
                    <a:lnTo>
                      <a:pt x="1743" y="324"/>
                    </a:lnTo>
                    <a:lnTo>
                      <a:pt x="1744" y="351"/>
                    </a:lnTo>
                    <a:lnTo>
                      <a:pt x="1745" y="351"/>
                    </a:lnTo>
                    <a:lnTo>
                      <a:pt x="1745" y="356"/>
                    </a:lnTo>
                    <a:lnTo>
                      <a:pt x="1746" y="304"/>
                    </a:lnTo>
                    <a:lnTo>
                      <a:pt x="1746" y="305"/>
                    </a:lnTo>
                    <a:lnTo>
                      <a:pt x="1746" y="305"/>
                    </a:lnTo>
                    <a:lnTo>
                      <a:pt x="1746" y="305"/>
                    </a:lnTo>
                    <a:lnTo>
                      <a:pt x="1747" y="326"/>
                    </a:lnTo>
                    <a:lnTo>
                      <a:pt x="1747" y="324"/>
                    </a:lnTo>
                    <a:lnTo>
                      <a:pt x="1747" y="324"/>
                    </a:lnTo>
                    <a:lnTo>
                      <a:pt x="1748" y="317"/>
                    </a:lnTo>
                    <a:lnTo>
                      <a:pt x="1749" y="334"/>
                    </a:lnTo>
                    <a:lnTo>
                      <a:pt x="1749" y="334"/>
                    </a:lnTo>
                    <a:lnTo>
                      <a:pt x="1750" y="299"/>
                    </a:lnTo>
                    <a:lnTo>
                      <a:pt x="1750" y="351"/>
                    </a:lnTo>
                    <a:lnTo>
                      <a:pt x="1750" y="351"/>
                    </a:lnTo>
                    <a:lnTo>
                      <a:pt x="1752" y="303"/>
                    </a:lnTo>
                    <a:lnTo>
                      <a:pt x="1752" y="345"/>
                    </a:lnTo>
                    <a:lnTo>
                      <a:pt x="1752" y="345"/>
                    </a:lnTo>
                    <a:lnTo>
                      <a:pt x="1752" y="345"/>
                    </a:lnTo>
                    <a:lnTo>
                      <a:pt x="1753" y="324"/>
                    </a:lnTo>
                    <a:lnTo>
                      <a:pt x="1753" y="328"/>
                    </a:lnTo>
                    <a:lnTo>
                      <a:pt x="1753" y="328"/>
                    </a:lnTo>
                    <a:lnTo>
                      <a:pt x="1755" y="307"/>
                    </a:lnTo>
                    <a:lnTo>
                      <a:pt x="1755" y="331"/>
                    </a:lnTo>
                    <a:lnTo>
                      <a:pt x="1755" y="331"/>
                    </a:lnTo>
                    <a:lnTo>
                      <a:pt x="1756" y="347"/>
                    </a:lnTo>
                    <a:lnTo>
                      <a:pt x="1756" y="325"/>
                    </a:lnTo>
                    <a:lnTo>
                      <a:pt x="1756" y="325"/>
                    </a:lnTo>
                    <a:lnTo>
                      <a:pt x="1757" y="307"/>
                    </a:lnTo>
                    <a:lnTo>
                      <a:pt x="1758" y="335"/>
                    </a:lnTo>
                    <a:lnTo>
                      <a:pt x="1758" y="328"/>
                    </a:lnTo>
                    <a:lnTo>
                      <a:pt x="1758" y="327"/>
                    </a:lnTo>
                    <a:lnTo>
                      <a:pt x="1759" y="306"/>
                    </a:lnTo>
                    <a:lnTo>
                      <a:pt x="1759" y="316"/>
                    </a:lnTo>
                    <a:lnTo>
                      <a:pt x="1760" y="317"/>
                    </a:lnTo>
                    <a:lnTo>
                      <a:pt x="1760" y="334"/>
                    </a:lnTo>
                    <a:lnTo>
                      <a:pt x="1761" y="324"/>
                    </a:lnTo>
                    <a:lnTo>
                      <a:pt x="1761" y="323"/>
                    </a:lnTo>
                    <a:lnTo>
                      <a:pt x="1762" y="331"/>
                    </a:lnTo>
                    <a:lnTo>
                      <a:pt x="1762" y="313"/>
                    </a:lnTo>
                    <a:lnTo>
                      <a:pt x="1762" y="314"/>
                    </a:lnTo>
                    <a:lnTo>
                      <a:pt x="1762" y="315"/>
                    </a:lnTo>
                    <a:lnTo>
                      <a:pt x="1764" y="346"/>
                    </a:lnTo>
                    <a:lnTo>
                      <a:pt x="1764" y="340"/>
                    </a:lnTo>
                    <a:lnTo>
                      <a:pt x="1764" y="340"/>
                    </a:lnTo>
                    <a:lnTo>
                      <a:pt x="1765" y="290"/>
                    </a:lnTo>
                    <a:lnTo>
                      <a:pt x="1766" y="375"/>
                    </a:lnTo>
                    <a:lnTo>
                      <a:pt x="1766" y="379"/>
                    </a:lnTo>
                    <a:lnTo>
                      <a:pt x="1766" y="391"/>
                    </a:lnTo>
                    <a:lnTo>
                      <a:pt x="1767" y="270"/>
                    </a:lnTo>
                    <a:lnTo>
                      <a:pt x="1767" y="285"/>
                    </a:lnTo>
                    <a:lnTo>
                      <a:pt x="1767" y="285"/>
                    </a:lnTo>
                    <a:lnTo>
                      <a:pt x="1767" y="284"/>
                    </a:lnTo>
                    <a:lnTo>
                      <a:pt x="1769" y="325"/>
                    </a:lnTo>
                    <a:lnTo>
                      <a:pt x="1769" y="325"/>
                    </a:lnTo>
                    <a:lnTo>
                      <a:pt x="1770" y="356"/>
                    </a:lnTo>
                    <a:lnTo>
                      <a:pt x="1770" y="337"/>
                    </a:lnTo>
                    <a:lnTo>
                      <a:pt x="1770" y="338"/>
                    </a:lnTo>
                    <a:lnTo>
                      <a:pt x="1770" y="339"/>
                    </a:lnTo>
                    <a:lnTo>
                      <a:pt x="1770" y="326"/>
                    </a:lnTo>
                    <a:lnTo>
                      <a:pt x="1772" y="334"/>
                    </a:lnTo>
                    <a:lnTo>
                      <a:pt x="1772" y="334"/>
                    </a:lnTo>
                    <a:lnTo>
                      <a:pt x="1773" y="322"/>
                    </a:lnTo>
                    <a:lnTo>
                      <a:pt x="1773" y="323"/>
                    </a:lnTo>
                    <a:lnTo>
                      <a:pt x="1773" y="323"/>
                    </a:lnTo>
                    <a:lnTo>
                      <a:pt x="1774" y="301"/>
                    </a:lnTo>
                    <a:lnTo>
                      <a:pt x="1775" y="345"/>
                    </a:lnTo>
                    <a:lnTo>
                      <a:pt x="1775" y="345"/>
                    </a:lnTo>
                    <a:lnTo>
                      <a:pt x="1775" y="344"/>
                    </a:lnTo>
                    <a:lnTo>
                      <a:pt x="1776" y="300"/>
                    </a:lnTo>
                    <a:lnTo>
                      <a:pt x="1776" y="321"/>
                    </a:lnTo>
                    <a:lnTo>
                      <a:pt x="1776" y="322"/>
                    </a:lnTo>
                    <a:lnTo>
                      <a:pt x="1777" y="350"/>
                    </a:lnTo>
                    <a:lnTo>
                      <a:pt x="1778" y="314"/>
                    </a:lnTo>
                    <a:lnTo>
                      <a:pt x="1778" y="322"/>
                    </a:lnTo>
                    <a:lnTo>
                      <a:pt x="1778" y="323"/>
                    </a:lnTo>
                    <a:lnTo>
                      <a:pt x="1778" y="352"/>
                    </a:lnTo>
                    <a:lnTo>
                      <a:pt x="1779" y="275"/>
                    </a:lnTo>
                    <a:lnTo>
                      <a:pt x="1779" y="277"/>
                    </a:lnTo>
                    <a:lnTo>
                      <a:pt x="1779" y="278"/>
                    </a:lnTo>
                    <a:lnTo>
                      <a:pt x="1780" y="350"/>
                    </a:lnTo>
                    <a:lnTo>
                      <a:pt x="1781" y="322"/>
                    </a:lnTo>
                    <a:lnTo>
                      <a:pt x="1781" y="322"/>
                    </a:lnTo>
                    <a:lnTo>
                      <a:pt x="1781" y="342"/>
                    </a:lnTo>
                    <a:lnTo>
                      <a:pt x="1782" y="274"/>
                    </a:lnTo>
                    <a:lnTo>
                      <a:pt x="1782" y="272"/>
                    </a:lnTo>
                    <a:lnTo>
                      <a:pt x="1782" y="268"/>
                    </a:lnTo>
                    <a:lnTo>
                      <a:pt x="1783" y="379"/>
                    </a:lnTo>
                    <a:lnTo>
                      <a:pt x="1784" y="347"/>
                    </a:lnTo>
                    <a:lnTo>
                      <a:pt x="1784" y="345"/>
                    </a:lnTo>
                    <a:lnTo>
                      <a:pt x="1784" y="318"/>
                    </a:lnTo>
                    <a:lnTo>
                      <a:pt x="1785" y="323"/>
                    </a:lnTo>
                    <a:lnTo>
                      <a:pt x="1785" y="322"/>
                    </a:lnTo>
                    <a:lnTo>
                      <a:pt x="1786" y="284"/>
                    </a:lnTo>
                    <a:lnTo>
                      <a:pt x="1787" y="358"/>
                    </a:lnTo>
                    <a:lnTo>
                      <a:pt x="1787" y="358"/>
                    </a:lnTo>
                    <a:lnTo>
                      <a:pt x="1787" y="359"/>
                    </a:lnTo>
                    <a:lnTo>
                      <a:pt x="1788" y="314"/>
                    </a:lnTo>
                    <a:lnTo>
                      <a:pt x="1788" y="314"/>
                    </a:lnTo>
                    <a:lnTo>
                      <a:pt x="1789" y="301"/>
                    </a:lnTo>
                    <a:lnTo>
                      <a:pt x="1790" y="328"/>
                    </a:lnTo>
                    <a:lnTo>
                      <a:pt x="1790" y="329"/>
                    </a:lnTo>
                    <a:lnTo>
                      <a:pt x="1791" y="337"/>
                    </a:lnTo>
                    <a:lnTo>
                      <a:pt x="1791" y="324"/>
                    </a:lnTo>
                    <a:lnTo>
                      <a:pt x="1791" y="324"/>
                    </a:lnTo>
                    <a:lnTo>
                      <a:pt x="1791" y="323"/>
                    </a:lnTo>
                    <a:lnTo>
                      <a:pt x="1791" y="311"/>
                    </a:lnTo>
                    <a:lnTo>
                      <a:pt x="1793" y="334"/>
                    </a:lnTo>
                    <a:lnTo>
                      <a:pt x="1793" y="334"/>
                    </a:lnTo>
                    <a:lnTo>
                      <a:pt x="1793" y="334"/>
                    </a:lnTo>
                    <a:lnTo>
                      <a:pt x="1793" y="321"/>
                    </a:lnTo>
                    <a:lnTo>
                      <a:pt x="1794" y="334"/>
                    </a:lnTo>
                    <a:lnTo>
                      <a:pt x="1794" y="331"/>
                    </a:lnTo>
                    <a:lnTo>
                      <a:pt x="1794" y="331"/>
                    </a:lnTo>
                    <a:lnTo>
                      <a:pt x="1795" y="308"/>
                    </a:lnTo>
                    <a:lnTo>
                      <a:pt x="1796" y="346"/>
                    </a:lnTo>
                    <a:lnTo>
                      <a:pt x="1796" y="345"/>
                    </a:lnTo>
                    <a:lnTo>
                      <a:pt x="1797" y="307"/>
                    </a:lnTo>
                    <a:lnTo>
                      <a:pt x="1797" y="307"/>
                    </a:lnTo>
                    <a:lnTo>
                      <a:pt x="1797" y="306"/>
                    </a:lnTo>
                    <a:lnTo>
                      <a:pt x="1798" y="349"/>
                    </a:lnTo>
                    <a:lnTo>
                      <a:pt x="1799" y="330"/>
                    </a:lnTo>
                    <a:lnTo>
                      <a:pt x="1799" y="330"/>
                    </a:lnTo>
                    <a:lnTo>
                      <a:pt x="1800" y="330"/>
                    </a:lnTo>
                    <a:lnTo>
                      <a:pt x="1800" y="315"/>
                    </a:lnTo>
                    <a:lnTo>
                      <a:pt x="1800" y="315"/>
                    </a:lnTo>
                    <a:lnTo>
                      <a:pt x="1800" y="304"/>
                    </a:lnTo>
                    <a:lnTo>
                      <a:pt x="1802" y="334"/>
                    </a:lnTo>
                    <a:lnTo>
                      <a:pt x="1802" y="334"/>
                    </a:lnTo>
                    <a:lnTo>
                      <a:pt x="1802" y="334"/>
                    </a:lnTo>
                    <a:lnTo>
                      <a:pt x="1802" y="341"/>
                    </a:lnTo>
                    <a:lnTo>
                      <a:pt x="1803" y="303"/>
                    </a:lnTo>
                    <a:lnTo>
                      <a:pt x="1803" y="305"/>
                    </a:lnTo>
                    <a:lnTo>
                      <a:pt x="1803" y="305"/>
                    </a:lnTo>
                    <a:lnTo>
                      <a:pt x="1804" y="336"/>
                    </a:lnTo>
                    <a:lnTo>
                      <a:pt x="1805" y="311"/>
                    </a:lnTo>
                    <a:lnTo>
                      <a:pt x="1805" y="311"/>
                    </a:lnTo>
                    <a:lnTo>
                      <a:pt x="1806" y="351"/>
                    </a:lnTo>
                    <a:lnTo>
                      <a:pt x="1806" y="333"/>
                    </a:lnTo>
                    <a:lnTo>
                      <a:pt x="1806" y="334"/>
                    </a:lnTo>
                    <a:lnTo>
                      <a:pt x="1806" y="337"/>
                    </a:lnTo>
                    <a:lnTo>
                      <a:pt x="1808" y="310"/>
                    </a:lnTo>
                    <a:lnTo>
                      <a:pt x="1808" y="317"/>
                    </a:lnTo>
                    <a:lnTo>
                      <a:pt x="1808" y="317"/>
                    </a:lnTo>
                    <a:lnTo>
                      <a:pt x="1808" y="308"/>
                    </a:lnTo>
                    <a:lnTo>
                      <a:pt x="1809" y="344"/>
                    </a:lnTo>
                    <a:lnTo>
                      <a:pt x="1809" y="344"/>
                    </a:lnTo>
                    <a:lnTo>
                      <a:pt x="1809" y="344"/>
                    </a:lnTo>
                    <a:lnTo>
                      <a:pt x="1810" y="321"/>
                    </a:lnTo>
                    <a:lnTo>
                      <a:pt x="1811" y="327"/>
                    </a:lnTo>
                    <a:lnTo>
                      <a:pt x="1811" y="326"/>
                    </a:lnTo>
                    <a:lnTo>
                      <a:pt x="1812" y="313"/>
                    </a:lnTo>
                    <a:lnTo>
                      <a:pt x="1812" y="328"/>
                    </a:lnTo>
                    <a:lnTo>
                      <a:pt x="1812" y="328"/>
                    </a:lnTo>
                    <a:lnTo>
                      <a:pt x="1812" y="328"/>
                    </a:lnTo>
                    <a:lnTo>
                      <a:pt x="1814" y="343"/>
                    </a:lnTo>
                    <a:lnTo>
                      <a:pt x="1814" y="321"/>
                    </a:lnTo>
                    <a:lnTo>
                      <a:pt x="1814" y="319"/>
                    </a:lnTo>
                    <a:lnTo>
                      <a:pt x="1814" y="274"/>
                    </a:lnTo>
                    <a:lnTo>
                      <a:pt x="1815" y="375"/>
                    </a:lnTo>
                    <a:lnTo>
                      <a:pt x="1815" y="366"/>
                    </a:lnTo>
                    <a:lnTo>
                      <a:pt x="1815" y="365"/>
                    </a:lnTo>
                    <a:lnTo>
                      <a:pt x="1816" y="311"/>
                    </a:lnTo>
                    <a:lnTo>
                      <a:pt x="1817" y="317"/>
                    </a:lnTo>
                    <a:lnTo>
                      <a:pt x="1817" y="317"/>
                    </a:lnTo>
                    <a:lnTo>
                      <a:pt x="1817" y="323"/>
                    </a:lnTo>
                    <a:lnTo>
                      <a:pt x="1818" y="288"/>
                    </a:lnTo>
                    <a:lnTo>
                      <a:pt x="1818" y="307"/>
                    </a:lnTo>
                    <a:lnTo>
                      <a:pt x="1818" y="307"/>
                    </a:lnTo>
                    <a:lnTo>
                      <a:pt x="1819" y="367"/>
                    </a:lnTo>
                    <a:lnTo>
                      <a:pt x="1820" y="322"/>
                    </a:lnTo>
                    <a:lnTo>
                      <a:pt x="1820" y="321"/>
                    </a:lnTo>
                    <a:lnTo>
                      <a:pt x="1820" y="341"/>
                    </a:lnTo>
                    <a:lnTo>
                      <a:pt x="1821" y="312"/>
                    </a:lnTo>
                    <a:lnTo>
                      <a:pt x="1821" y="311"/>
                    </a:lnTo>
                    <a:lnTo>
                      <a:pt x="1821" y="310"/>
                    </a:lnTo>
                    <a:lnTo>
                      <a:pt x="1823" y="336"/>
                    </a:lnTo>
                    <a:lnTo>
                      <a:pt x="1823" y="334"/>
                    </a:lnTo>
                    <a:lnTo>
                      <a:pt x="1823" y="334"/>
                    </a:lnTo>
                    <a:lnTo>
                      <a:pt x="1824" y="300"/>
                    </a:lnTo>
                    <a:lnTo>
                      <a:pt x="1824" y="307"/>
                    </a:lnTo>
                    <a:lnTo>
                      <a:pt x="1824" y="309"/>
                    </a:lnTo>
                    <a:lnTo>
                      <a:pt x="1825" y="336"/>
                    </a:lnTo>
                    <a:lnTo>
                      <a:pt x="1826" y="290"/>
                    </a:lnTo>
                    <a:lnTo>
                      <a:pt x="1826" y="291"/>
                    </a:lnTo>
                    <a:lnTo>
                      <a:pt x="1826" y="291"/>
                    </a:lnTo>
                    <a:lnTo>
                      <a:pt x="1827" y="350"/>
                    </a:lnTo>
                    <a:lnTo>
                      <a:pt x="1827" y="348"/>
                    </a:lnTo>
                    <a:lnTo>
                      <a:pt x="1827" y="348"/>
                    </a:lnTo>
                    <a:lnTo>
                      <a:pt x="1827" y="349"/>
                    </a:lnTo>
                    <a:lnTo>
                      <a:pt x="1829" y="330"/>
                    </a:lnTo>
                    <a:lnTo>
                      <a:pt x="1829" y="339"/>
                    </a:lnTo>
                    <a:lnTo>
                      <a:pt x="1829" y="340"/>
                    </a:lnTo>
                    <a:lnTo>
                      <a:pt x="1829" y="342"/>
                    </a:lnTo>
                    <a:lnTo>
                      <a:pt x="1830" y="327"/>
                    </a:lnTo>
                    <a:lnTo>
                      <a:pt x="1830" y="337"/>
                    </a:lnTo>
                    <a:lnTo>
                      <a:pt x="1830" y="337"/>
                    </a:lnTo>
                    <a:lnTo>
                      <a:pt x="1830" y="337"/>
                    </a:lnTo>
                    <a:lnTo>
                      <a:pt x="1832" y="309"/>
                    </a:lnTo>
                    <a:lnTo>
                      <a:pt x="1832" y="313"/>
                    </a:lnTo>
                    <a:lnTo>
                      <a:pt x="1832" y="313"/>
                    </a:lnTo>
                    <a:lnTo>
                      <a:pt x="1832" y="313"/>
                    </a:lnTo>
                    <a:lnTo>
                      <a:pt x="1833" y="330"/>
                    </a:lnTo>
                    <a:lnTo>
                      <a:pt x="1833" y="327"/>
                    </a:lnTo>
                    <a:lnTo>
                      <a:pt x="1833" y="327"/>
                    </a:lnTo>
                    <a:lnTo>
                      <a:pt x="1833" y="327"/>
                    </a:lnTo>
                    <a:lnTo>
                      <a:pt x="1834" y="297"/>
                    </a:lnTo>
                    <a:lnTo>
                      <a:pt x="1835" y="316"/>
                    </a:lnTo>
                    <a:lnTo>
                      <a:pt x="1835" y="317"/>
                    </a:lnTo>
                    <a:lnTo>
                      <a:pt x="1836" y="340"/>
                    </a:lnTo>
                    <a:lnTo>
                      <a:pt x="1836" y="337"/>
                    </a:lnTo>
                    <a:lnTo>
                      <a:pt x="1837" y="336"/>
                    </a:lnTo>
                    <a:lnTo>
                      <a:pt x="1837" y="320"/>
                    </a:lnTo>
                    <a:lnTo>
                      <a:pt x="1838" y="322"/>
                    </a:lnTo>
                    <a:lnTo>
                      <a:pt x="1838" y="322"/>
                    </a:lnTo>
                    <a:lnTo>
                      <a:pt x="1838" y="321"/>
                    </a:lnTo>
                    <a:lnTo>
                      <a:pt x="1839" y="348"/>
                    </a:lnTo>
                    <a:lnTo>
                      <a:pt x="1839" y="335"/>
                    </a:lnTo>
                    <a:lnTo>
                      <a:pt x="1839" y="335"/>
                    </a:lnTo>
                    <a:lnTo>
                      <a:pt x="1840" y="337"/>
                    </a:lnTo>
                    <a:lnTo>
                      <a:pt x="1841" y="312"/>
                    </a:lnTo>
                    <a:lnTo>
                      <a:pt x="1841" y="313"/>
                    </a:lnTo>
                    <a:lnTo>
                      <a:pt x="1841" y="313"/>
                    </a:lnTo>
                    <a:lnTo>
                      <a:pt x="1841" y="335"/>
                    </a:lnTo>
                    <a:lnTo>
                      <a:pt x="1842" y="323"/>
                    </a:lnTo>
                    <a:lnTo>
                      <a:pt x="1842" y="322"/>
                    </a:lnTo>
                    <a:lnTo>
                      <a:pt x="1843" y="319"/>
                    </a:lnTo>
                    <a:lnTo>
                      <a:pt x="1844" y="330"/>
                    </a:lnTo>
                    <a:lnTo>
                      <a:pt x="1844" y="326"/>
                    </a:lnTo>
                    <a:lnTo>
                      <a:pt x="1844" y="326"/>
                    </a:lnTo>
                    <a:lnTo>
                      <a:pt x="1844" y="309"/>
                    </a:lnTo>
                    <a:lnTo>
                      <a:pt x="1845" y="338"/>
                    </a:lnTo>
                    <a:lnTo>
                      <a:pt x="1846" y="338"/>
                    </a:lnTo>
                    <a:lnTo>
                      <a:pt x="1846" y="309"/>
                    </a:lnTo>
                    <a:lnTo>
                      <a:pt x="1847" y="317"/>
                    </a:lnTo>
                    <a:lnTo>
                      <a:pt x="1847" y="317"/>
                    </a:lnTo>
                    <a:lnTo>
                      <a:pt x="1847" y="314"/>
                    </a:lnTo>
                    <a:lnTo>
                      <a:pt x="1848" y="330"/>
                    </a:lnTo>
                    <a:lnTo>
                      <a:pt x="1848" y="331"/>
                    </a:lnTo>
                    <a:lnTo>
                      <a:pt x="1849" y="332"/>
                    </a:lnTo>
                    <a:lnTo>
                      <a:pt x="1849" y="323"/>
                    </a:lnTo>
                    <a:lnTo>
                      <a:pt x="1850" y="331"/>
                    </a:lnTo>
                    <a:lnTo>
                      <a:pt x="1850" y="331"/>
                    </a:lnTo>
                    <a:lnTo>
                      <a:pt x="1851" y="320"/>
                    </a:lnTo>
                    <a:lnTo>
                      <a:pt x="1851" y="339"/>
                    </a:lnTo>
                    <a:lnTo>
                      <a:pt x="1851" y="335"/>
                    </a:lnTo>
                    <a:lnTo>
                      <a:pt x="1851" y="335"/>
                    </a:lnTo>
                    <a:lnTo>
                      <a:pt x="1852" y="321"/>
                    </a:lnTo>
                    <a:lnTo>
                      <a:pt x="1853" y="329"/>
                    </a:lnTo>
                    <a:lnTo>
                      <a:pt x="1853" y="328"/>
                    </a:lnTo>
                    <a:lnTo>
                      <a:pt x="1853" y="315"/>
                    </a:lnTo>
                    <a:lnTo>
                      <a:pt x="1854" y="334"/>
                    </a:lnTo>
                    <a:lnTo>
                      <a:pt x="1854" y="334"/>
                    </a:lnTo>
                    <a:lnTo>
                      <a:pt x="1855" y="334"/>
                    </a:lnTo>
                    <a:lnTo>
                      <a:pt x="1855" y="308"/>
                    </a:lnTo>
                    <a:lnTo>
                      <a:pt x="1856" y="312"/>
                    </a:lnTo>
                    <a:lnTo>
                      <a:pt x="1856" y="311"/>
                    </a:lnTo>
                    <a:lnTo>
                      <a:pt x="1857" y="325"/>
                    </a:lnTo>
                    <a:lnTo>
                      <a:pt x="1857" y="302"/>
                    </a:lnTo>
                    <a:lnTo>
                      <a:pt x="1857" y="302"/>
                    </a:lnTo>
                    <a:lnTo>
                      <a:pt x="1858" y="302"/>
                    </a:lnTo>
                    <a:lnTo>
                      <a:pt x="1858" y="367"/>
                    </a:lnTo>
                    <a:lnTo>
                      <a:pt x="1859" y="326"/>
                    </a:lnTo>
                    <a:lnTo>
                      <a:pt x="1859" y="325"/>
                    </a:lnTo>
                    <a:lnTo>
                      <a:pt x="1859" y="294"/>
                    </a:lnTo>
                    <a:lnTo>
                      <a:pt x="1860" y="345"/>
                    </a:lnTo>
                    <a:lnTo>
                      <a:pt x="1860" y="338"/>
                    </a:lnTo>
                    <a:lnTo>
                      <a:pt x="1861" y="336"/>
                    </a:lnTo>
                    <a:lnTo>
                      <a:pt x="1861" y="299"/>
                    </a:lnTo>
                    <a:lnTo>
                      <a:pt x="1862" y="361"/>
                    </a:lnTo>
                    <a:lnTo>
                      <a:pt x="1862" y="360"/>
                    </a:lnTo>
                    <a:lnTo>
                      <a:pt x="1862" y="359"/>
                    </a:lnTo>
                    <a:lnTo>
                      <a:pt x="1862" y="371"/>
                    </a:lnTo>
                    <a:lnTo>
                      <a:pt x="1863" y="309"/>
                    </a:lnTo>
                    <a:lnTo>
                      <a:pt x="1863" y="309"/>
                    </a:lnTo>
                    <a:lnTo>
                      <a:pt x="1864" y="292"/>
                    </a:lnTo>
                    <a:lnTo>
                      <a:pt x="1865" y="323"/>
                    </a:lnTo>
                    <a:lnTo>
                      <a:pt x="1865" y="324"/>
                    </a:lnTo>
                    <a:lnTo>
                      <a:pt x="1865" y="361"/>
                    </a:lnTo>
                    <a:lnTo>
                      <a:pt x="1866" y="312"/>
                    </a:lnTo>
                    <a:lnTo>
                      <a:pt x="1866" y="313"/>
                    </a:lnTo>
                    <a:lnTo>
                      <a:pt x="1866" y="312"/>
                    </a:lnTo>
                    <a:lnTo>
                      <a:pt x="1867" y="304"/>
                    </a:lnTo>
                    <a:lnTo>
                      <a:pt x="1868" y="326"/>
                    </a:lnTo>
                    <a:lnTo>
                      <a:pt x="1868" y="326"/>
                    </a:lnTo>
                    <a:lnTo>
                      <a:pt x="1868" y="333"/>
                    </a:lnTo>
                    <a:lnTo>
                      <a:pt x="1869" y="325"/>
                    </a:lnTo>
                    <a:lnTo>
                      <a:pt x="1869" y="329"/>
                    </a:lnTo>
                    <a:lnTo>
                      <a:pt x="1870" y="329"/>
                    </a:lnTo>
                    <a:lnTo>
                      <a:pt x="1870" y="336"/>
                    </a:lnTo>
                    <a:lnTo>
                      <a:pt x="1871" y="326"/>
                    </a:lnTo>
                    <a:lnTo>
                      <a:pt x="1871" y="326"/>
                    </a:lnTo>
                    <a:lnTo>
                      <a:pt x="1871" y="313"/>
                    </a:lnTo>
                    <a:lnTo>
                      <a:pt x="1872" y="334"/>
                    </a:lnTo>
                    <a:lnTo>
                      <a:pt x="1872" y="327"/>
                    </a:lnTo>
                    <a:lnTo>
                      <a:pt x="1872" y="326"/>
                    </a:lnTo>
                    <a:lnTo>
                      <a:pt x="1873" y="306"/>
                    </a:lnTo>
                    <a:lnTo>
                      <a:pt x="1874" y="321"/>
                    </a:lnTo>
                    <a:lnTo>
                      <a:pt x="1874" y="321"/>
                    </a:lnTo>
                    <a:lnTo>
                      <a:pt x="1875" y="334"/>
                    </a:lnTo>
                    <a:lnTo>
                      <a:pt x="1875" y="325"/>
                    </a:lnTo>
                    <a:lnTo>
                      <a:pt x="1875" y="324"/>
                    </a:lnTo>
                    <a:lnTo>
                      <a:pt x="1876" y="320"/>
                    </a:lnTo>
                    <a:lnTo>
                      <a:pt x="1877" y="320"/>
                    </a:lnTo>
                    <a:lnTo>
                      <a:pt x="1877" y="320"/>
                    </a:lnTo>
                    <a:lnTo>
                      <a:pt x="1877" y="319"/>
                    </a:lnTo>
                    <a:lnTo>
                      <a:pt x="1878" y="337"/>
                    </a:lnTo>
                    <a:lnTo>
                      <a:pt x="1878" y="337"/>
                    </a:lnTo>
                    <a:lnTo>
                      <a:pt x="1878" y="337"/>
                    </a:lnTo>
                    <a:lnTo>
                      <a:pt x="1879" y="343"/>
                    </a:lnTo>
                    <a:lnTo>
                      <a:pt x="1880" y="318"/>
                    </a:lnTo>
                    <a:lnTo>
                      <a:pt x="1880" y="319"/>
                    </a:lnTo>
                    <a:lnTo>
                      <a:pt x="1880" y="318"/>
                    </a:lnTo>
                    <a:lnTo>
                      <a:pt x="1880" y="314"/>
                    </a:lnTo>
                    <a:lnTo>
                      <a:pt x="1880" y="329"/>
                    </a:lnTo>
                    <a:lnTo>
                      <a:pt x="1881" y="321"/>
                    </a:lnTo>
                    <a:lnTo>
                      <a:pt x="1881" y="321"/>
                    </a:lnTo>
                    <a:lnTo>
                      <a:pt x="1882" y="313"/>
                    </a:lnTo>
                    <a:lnTo>
                      <a:pt x="1882" y="336"/>
                    </a:lnTo>
                    <a:lnTo>
                      <a:pt x="1883" y="320"/>
                    </a:lnTo>
                    <a:lnTo>
                      <a:pt x="1883" y="319"/>
                    </a:lnTo>
                    <a:lnTo>
                      <a:pt x="1883" y="309"/>
                    </a:lnTo>
                    <a:lnTo>
                      <a:pt x="1884" y="336"/>
                    </a:lnTo>
                    <a:lnTo>
                      <a:pt x="1884" y="317"/>
                    </a:lnTo>
                    <a:lnTo>
                      <a:pt x="1885" y="315"/>
                    </a:lnTo>
                    <a:lnTo>
                      <a:pt x="1885" y="301"/>
                    </a:lnTo>
                    <a:lnTo>
                      <a:pt x="1886" y="325"/>
                    </a:lnTo>
                    <a:lnTo>
                      <a:pt x="1886" y="328"/>
                    </a:lnTo>
                    <a:lnTo>
                      <a:pt x="1886" y="385"/>
                    </a:lnTo>
                    <a:lnTo>
                      <a:pt x="1887" y="280"/>
                    </a:lnTo>
                    <a:lnTo>
                      <a:pt x="1887" y="290"/>
                    </a:lnTo>
                    <a:lnTo>
                      <a:pt x="1887" y="291"/>
                    </a:lnTo>
                    <a:lnTo>
                      <a:pt x="1888" y="322"/>
                    </a:lnTo>
                    <a:lnTo>
                      <a:pt x="1889" y="318"/>
                    </a:lnTo>
                    <a:lnTo>
                      <a:pt x="1889" y="319"/>
                    </a:lnTo>
                    <a:lnTo>
                      <a:pt x="1890" y="347"/>
                    </a:lnTo>
                    <a:lnTo>
                      <a:pt x="1890" y="339"/>
                    </a:lnTo>
                    <a:lnTo>
                      <a:pt x="1890" y="338"/>
                    </a:lnTo>
                    <a:lnTo>
                      <a:pt x="1891" y="305"/>
                    </a:lnTo>
                    <a:lnTo>
                      <a:pt x="1892" y="315"/>
                    </a:lnTo>
                    <a:lnTo>
                      <a:pt x="1892" y="314"/>
                    </a:lnTo>
                    <a:lnTo>
                      <a:pt x="1892" y="290"/>
                    </a:lnTo>
                    <a:lnTo>
                      <a:pt x="1893" y="393"/>
                    </a:lnTo>
                    <a:lnTo>
                      <a:pt x="1893" y="366"/>
                    </a:lnTo>
                    <a:lnTo>
                      <a:pt x="1894" y="364"/>
                    </a:lnTo>
                    <a:lnTo>
                      <a:pt x="1894" y="235"/>
                    </a:lnTo>
                    <a:lnTo>
                      <a:pt x="1895" y="348"/>
                    </a:lnTo>
                    <a:lnTo>
                      <a:pt x="1895" y="351"/>
                    </a:lnTo>
                    <a:lnTo>
                      <a:pt x="1895" y="415"/>
                    </a:lnTo>
                    <a:lnTo>
                      <a:pt x="1896" y="340"/>
                    </a:lnTo>
                    <a:lnTo>
                      <a:pt x="1896" y="338"/>
                    </a:lnTo>
                    <a:lnTo>
                      <a:pt x="1897" y="273"/>
                    </a:lnTo>
                    <a:lnTo>
                      <a:pt x="1898" y="313"/>
                    </a:lnTo>
                    <a:lnTo>
                      <a:pt x="1898" y="313"/>
                    </a:lnTo>
                    <a:lnTo>
                      <a:pt x="1899" y="344"/>
                    </a:lnTo>
                    <a:lnTo>
                      <a:pt x="1899" y="318"/>
                    </a:lnTo>
                    <a:lnTo>
                      <a:pt x="1899" y="317"/>
                    </a:lnTo>
                    <a:lnTo>
                      <a:pt x="1900" y="308"/>
                    </a:lnTo>
                    <a:lnTo>
                      <a:pt x="1900" y="330"/>
                    </a:lnTo>
                    <a:lnTo>
                      <a:pt x="1901" y="310"/>
                    </a:lnTo>
                    <a:lnTo>
                      <a:pt x="1901" y="310"/>
                    </a:lnTo>
                    <a:lnTo>
                      <a:pt x="1902" y="357"/>
                    </a:lnTo>
                    <a:lnTo>
                      <a:pt x="1902" y="332"/>
                    </a:lnTo>
                    <a:lnTo>
                      <a:pt x="1902" y="331"/>
                    </a:lnTo>
                    <a:lnTo>
                      <a:pt x="1903" y="315"/>
                    </a:lnTo>
                    <a:lnTo>
                      <a:pt x="1904" y="325"/>
                    </a:lnTo>
                    <a:lnTo>
                      <a:pt x="1904" y="325"/>
                    </a:lnTo>
                    <a:lnTo>
                      <a:pt x="1905" y="305"/>
                    </a:lnTo>
                    <a:lnTo>
                      <a:pt x="1905" y="337"/>
                    </a:lnTo>
                    <a:lnTo>
                      <a:pt x="1905" y="336"/>
                    </a:lnTo>
                    <a:lnTo>
                      <a:pt x="1905" y="337"/>
                    </a:lnTo>
                    <a:lnTo>
                      <a:pt x="1906" y="337"/>
                    </a:lnTo>
                    <a:lnTo>
                      <a:pt x="1907" y="302"/>
                    </a:lnTo>
                    <a:lnTo>
                      <a:pt x="1907" y="302"/>
                    </a:lnTo>
                    <a:lnTo>
                      <a:pt x="1908" y="292"/>
                    </a:lnTo>
                    <a:lnTo>
                      <a:pt x="1908" y="348"/>
                    </a:lnTo>
                    <a:lnTo>
                      <a:pt x="1908" y="348"/>
                    </a:lnTo>
                    <a:lnTo>
                      <a:pt x="1909" y="347"/>
                    </a:lnTo>
                    <a:lnTo>
                      <a:pt x="1909" y="320"/>
                    </a:lnTo>
                    <a:lnTo>
                      <a:pt x="1910" y="338"/>
                    </a:lnTo>
                    <a:lnTo>
                      <a:pt x="1910" y="338"/>
                    </a:lnTo>
                    <a:lnTo>
                      <a:pt x="1910" y="344"/>
                    </a:lnTo>
                    <a:lnTo>
                      <a:pt x="1911" y="308"/>
                    </a:lnTo>
                    <a:lnTo>
                      <a:pt x="1911" y="309"/>
                    </a:lnTo>
                    <a:lnTo>
                      <a:pt x="1911" y="309"/>
                    </a:lnTo>
                    <a:lnTo>
                      <a:pt x="1912" y="308"/>
                    </a:lnTo>
                    <a:lnTo>
                      <a:pt x="1912" y="340"/>
                    </a:lnTo>
                    <a:lnTo>
                      <a:pt x="1913" y="326"/>
                    </a:lnTo>
                    <a:lnTo>
                      <a:pt x="1913" y="326"/>
                    </a:lnTo>
                    <a:lnTo>
                      <a:pt x="1914" y="348"/>
                    </a:lnTo>
                    <a:lnTo>
                      <a:pt x="1914" y="312"/>
                    </a:lnTo>
                    <a:lnTo>
                      <a:pt x="1914" y="312"/>
                    </a:lnTo>
                    <a:lnTo>
                      <a:pt x="1915" y="273"/>
                    </a:lnTo>
                    <a:lnTo>
                      <a:pt x="1916" y="375"/>
                    </a:lnTo>
                    <a:lnTo>
                      <a:pt x="1916" y="368"/>
                    </a:lnTo>
                    <a:lnTo>
                      <a:pt x="1916" y="366"/>
                    </a:lnTo>
                    <a:lnTo>
                      <a:pt x="1917" y="300"/>
                    </a:lnTo>
                    <a:lnTo>
                      <a:pt x="1917" y="318"/>
                    </a:lnTo>
                    <a:lnTo>
                      <a:pt x="1918" y="318"/>
                    </a:lnTo>
                    <a:lnTo>
                      <a:pt x="1918" y="315"/>
                    </a:lnTo>
                    <a:lnTo>
                      <a:pt x="1918" y="331"/>
                    </a:lnTo>
                    <a:lnTo>
                      <a:pt x="1919" y="319"/>
                    </a:lnTo>
                    <a:lnTo>
                      <a:pt x="1919" y="318"/>
                    </a:lnTo>
                    <a:lnTo>
                      <a:pt x="1920" y="295"/>
                    </a:lnTo>
                    <a:lnTo>
                      <a:pt x="1920" y="371"/>
                    </a:lnTo>
                    <a:lnTo>
                      <a:pt x="1920" y="372"/>
                    </a:lnTo>
                    <a:lnTo>
                      <a:pt x="1921" y="377"/>
                    </a:lnTo>
                    <a:lnTo>
                      <a:pt x="1922" y="275"/>
                    </a:lnTo>
                    <a:lnTo>
                      <a:pt x="1922" y="272"/>
                    </a:lnTo>
                    <a:lnTo>
                      <a:pt x="1922" y="247"/>
                    </a:lnTo>
                    <a:lnTo>
                      <a:pt x="1923" y="356"/>
                    </a:lnTo>
                    <a:lnTo>
                      <a:pt x="1923" y="327"/>
                    </a:lnTo>
                    <a:lnTo>
                      <a:pt x="1923" y="325"/>
                    </a:lnTo>
                    <a:lnTo>
                      <a:pt x="1924" y="382"/>
                    </a:lnTo>
                    <a:lnTo>
                      <a:pt x="1925" y="260"/>
                    </a:lnTo>
                    <a:lnTo>
                      <a:pt x="1925" y="260"/>
                    </a:lnTo>
                    <a:lnTo>
                      <a:pt x="1925" y="261"/>
                    </a:lnTo>
                    <a:lnTo>
                      <a:pt x="1926" y="354"/>
                    </a:lnTo>
                    <a:lnTo>
                      <a:pt x="1926" y="257"/>
                    </a:lnTo>
                    <a:lnTo>
                      <a:pt x="1926" y="282"/>
                    </a:lnTo>
                    <a:lnTo>
                      <a:pt x="1926" y="286"/>
                    </a:lnTo>
                    <a:lnTo>
                      <a:pt x="1927" y="391"/>
                    </a:lnTo>
                    <a:lnTo>
                      <a:pt x="1928" y="281"/>
                    </a:lnTo>
                    <a:lnTo>
                      <a:pt x="1928" y="290"/>
                    </a:lnTo>
                    <a:lnTo>
                      <a:pt x="1928" y="291"/>
                    </a:lnTo>
                    <a:lnTo>
                      <a:pt x="1929" y="342"/>
                    </a:lnTo>
                    <a:lnTo>
                      <a:pt x="1929" y="283"/>
                    </a:lnTo>
                    <a:lnTo>
                      <a:pt x="1929" y="305"/>
                    </a:lnTo>
                    <a:lnTo>
                      <a:pt x="1929" y="309"/>
                    </a:lnTo>
                    <a:lnTo>
                      <a:pt x="1930" y="381"/>
                    </a:lnTo>
                    <a:lnTo>
                      <a:pt x="1931" y="302"/>
                    </a:lnTo>
                    <a:lnTo>
                      <a:pt x="1931" y="304"/>
                    </a:lnTo>
                    <a:lnTo>
                      <a:pt x="1931" y="304"/>
                    </a:lnTo>
                    <a:lnTo>
                      <a:pt x="1931" y="285"/>
                    </a:lnTo>
                    <a:lnTo>
                      <a:pt x="1932" y="332"/>
                    </a:lnTo>
                    <a:lnTo>
                      <a:pt x="1933" y="333"/>
                    </a:lnTo>
                    <a:lnTo>
                      <a:pt x="1933" y="332"/>
                    </a:lnTo>
                    <a:lnTo>
                      <a:pt x="1934" y="368"/>
                    </a:lnTo>
                    <a:lnTo>
                      <a:pt x="1934" y="367"/>
                    </a:lnTo>
                    <a:lnTo>
                      <a:pt x="1934" y="367"/>
                    </a:lnTo>
                    <a:lnTo>
                      <a:pt x="1935" y="243"/>
                    </a:lnTo>
                    <a:lnTo>
                      <a:pt x="1935" y="321"/>
                    </a:lnTo>
                    <a:lnTo>
                      <a:pt x="1935" y="326"/>
                    </a:lnTo>
                    <a:lnTo>
                      <a:pt x="1936" y="402"/>
                    </a:lnTo>
                    <a:lnTo>
                      <a:pt x="1937" y="265"/>
                    </a:lnTo>
                    <a:lnTo>
                      <a:pt x="1937" y="265"/>
                    </a:lnTo>
                    <a:lnTo>
                      <a:pt x="1937" y="266"/>
                    </a:lnTo>
                    <a:lnTo>
                      <a:pt x="1938" y="404"/>
                    </a:lnTo>
                    <a:lnTo>
                      <a:pt x="1938" y="287"/>
                    </a:lnTo>
                    <a:lnTo>
                      <a:pt x="1938" y="283"/>
                    </a:lnTo>
                    <a:lnTo>
                      <a:pt x="1939" y="229"/>
                    </a:lnTo>
                    <a:lnTo>
                      <a:pt x="1940" y="392"/>
                    </a:lnTo>
                    <a:lnTo>
                      <a:pt x="1940" y="386"/>
                    </a:lnTo>
                    <a:lnTo>
                      <a:pt x="1940" y="385"/>
                    </a:lnTo>
                    <a:lnTo>
                      <a:pt x="1941" y="296"/>
                    </a:lnTo>
                    <a:lnTo>
                      <a:pt x="1941" y="308"/>
                    </a:lnTo>
                    <a:lnTo>
                      <a:pt x="1942" y="310"/>
                    </a:lnTo>
                    <a:lnTo>
                      <a:pt x="1942" y="369"/>
                    </a:lnTo>
                    <a:lnTo>
                      <a:pt x="1943" y="286"/>
                    </a:lnTo>
                    <a:lnTo>
                      <a:pt x="1943" y="285"/>
                    </a:lnTo>
                    <a:lnTo>
                      <a:pt x="1943" y="283"/>
                    </a:lnTo>
                    <a:lnTo>
                      <a:pt x="1944" y="360"/>
                    </a:lnTo>
                    <a:lnTo>
                      <a:pt x="1944" y="360"/>
                    </a:lnTo>
                    <a:lnTo>
                      <a:pt x="1945" y="366"/>
                    </a:lnTo>
                    <a:lnTo>
                      <a:pt x="1946" y="296"/>
                    </a:lnTo>
                    <a:lnTo>
                      <a:pt x="1946" y="294"/>
                    </a:lnTo>
                    <a:lnTo>
                      <a:pt x="1946" y="292"/>
                    </a:lnTo>
                    <a:lnTo>
                      <a:pt x="1947" y="336"/>
                    </a:lnTo>
                    <a:lnTo>
                      <a:pt x="1947" y="335"/>
                    </a:lnTo>
                    <a:lnTo>
                      <a:pt x="1947" y="335"/>
                    </a:lnTo>
                    <a:lnTo>
                      <a:pt x="1948" y="339"/>
                    </a:lnTo>
                    <a:lnTo>
                      <a:pt x="1949" y="307"/>
                    </a:lnTo>
                    <a:lnTo>
                      <a:pt x="1949" y="314"/>
                    </a:lnTo>
                    <a:lnTo>
                      <a:pt x="1949" y="316"/>
                    </a:lnTo>
                    <a:lnTo>
                      <a:pt x="1949" y="324"/>
                    </a:lnTo>
                    <a:lnTo>
                      <a:pt x="1950" y="303"/>
                    </a:lnTo>
                    <a:lnTo>
                      <a:pt x="1950" y="317"/>
                    </a:lnTo>
                    <a:lnTo>
                      <a:pt x="1950" y="318"/>
                    </a:lnTo>
                    <a:lnTo>
                      <a:pt x="1951" y="337"/>
                    </a:lnTo>
                    <a:lnTo>
                      <a:pt x="1952" y="316"/>
                    </a:lnTo>
                    <a:lnTo>
                      <a:pt x="1952" y="317"/>
                    </a:lnTo>
                    <a:lnTo>
                      <a:pt x="1952" y="317"/>
                    </a:lnTo>
                    <a:lnTo>
                      <a:pt x="1953" y="329"/>
                    </a:lnTo>
                    <a:lnTo>
                      <a:pt x="1953" y="324"/>
                    </a:lnTo>
                    <a:lnTo>
                      <a:pt x="1953" y="324"/>
                    </a:lnTo>
                    <a:lnTo>
                      <a:pt x="1954" y="318"/>
                    </a:lnTo>
                    <a:lnTo>
                      <a:pt x="1954" y="330"/>
                    </a:lnTo>
                    <a:lnTo>
                      <a:pt x="1955" y="328"/>
                    </a:lnTo>
                    <a:lnTo>
                      <a:pt x="1955" y="327"/>
                    </a:lnTo>
                    <a:lnTo>
                      <a:pt x="1955" y="320"/>
                    </a:lnTo>
                    <a:lnTo>
                      <a:pt x="1956" y="338"/>
                    </a:lnTo>
                    <a:lnTo>
                      <a:pt x="1956" y="336"/>
                    </a:lnTo>
                    <a:lnTo>
                      <a:pt x="1956" y="335"/>
                    </a:lnTo>
                    <a:lnTo>
                      <a:pt x="1957" y="302"/>
                    </a:lnTo>
                    <a:lnTo>
                      <a:pt x="1958" y="307"/>
                    </a:lnTo>
                    <a:lnTo>
                      <a:pt x="1958" y="307"/>
                    </a:lnTo>
                    <a:lnTo>
                      <a:pt x="1959" y="333"/>
                    </a:lnTo>
                    <a:lnTo>
                      <a:pt x="1959" y="328"/>
                    </a:lnTo>
                    <a:lnTo>
                      <a:pt x="1959" y="328"/>
                    </a:lnTo>
                    <a:lnTo>
                      <a:pt x="1960" y="323"/>
                    </a:lnTo>
                    <a:lnTo>
                      <a:pt x="1960" y="330"/>
                    </a:lnTo>
                    <a:lnTo>
                      <a:pt x="1961" y="324"/>
                    </a:lnTo>
                    <a:lnTo>
                      <a:pt x="1961" y="324"/>
                    </a:lnTo>
                    <a:lnTo>
                      <a:pt x="1962" y="327"/>
                    </a:lnTo>
                    <a:lnTo>
                      <a:pt x="1962" y="316"/>
                    </a:lnTo>
                    <a:lnTo>
                      <a:pt x="1962" y="322"/>
                    </a:lnTo>
                    <a:lnTo>
                      <a:pt x="1962" y="322"/>
                    </a:lnTo>
                    <a:lnTo>
                      <a:pt x="1963" y="318"/>
                    </a:lnTo>
                    <a:lnTo>
                      <a:pt x="1964" y="333"/>
                    </a:lnTo>
                    <a:lnTo>
                      <a:pt x="1964" y="334"/>
                    </a:lnTo>
                    <a:lnTo>
                      <a:pt x="1964" y="344"/>
                    </a:lnTo>
                    <a:lnTo>
                      <a:pt x="1965" y="308"/>
                    </a:lnTo>
                    <a:lnTo>
                      <a:pt x="1965" y="310"/>
                    </a:lnTo>
                    <a:lnTo>
                      <a:pt x="1966" y="311"/>
                    </a:lnTo>
                    <a:lnTo>
                      <a:pt x="1966" y="334"/>
                    </a:lnTo>
                    <a:lnTo>
                      <a:pt x="1967" y="318"/>
                    </a:lnTo>
                    <a:lnTo>
                      <a:pt x="1967" y="319"/>
                    </a:lnTo>
                    <a:lnTo>
                      <a:pt x="1968" y="347"/>
                    </a:lnTo>
                    <a:lnTo>
                      <a:pt x="1968" y="339"/>
                    </a:lnTo>
                    <a:lnTo>
                      <a:pt x="1968" y="339"/>
                    </a:lnTo>
                    <a:lnTo>
                      <a:pt x="1969" y="339"/>
                    </a:lnTo>
                    <a:lnTo>
                      <a:pt x="1969" y="298"/>
                    </a:lnTo>
                    <a:lnTo>
                      <a:pt x="1970" y="329"/>
                    </a:lnTo>
                    <a:lnTo>
                      <a:pt x="1970" y="330"/>
                    </a:lnTo>
                    <a:lnTo>
                      <a:pt x="1970" y="339"/>
                    </a:lnTo>
                    <a:lnTo>
                      <a:pt x="1971" y="325"/>
                    </a:lnTo>
                    <a:lnTo>
                      <a:pt x="1971" y="332"/>
                    </a:lnTo>
                    <a:lnTo>
                      <a:pt x="1971" y="333"/>
                    </a:lnTo>
                    <a:lnTo>
                      <a:pt x="1972" y="339"/>
                    </a:lnTo>
                    <a:lnTo>
                      <a:pt x="1973" y="319"/>
                    </a:lnTo>
                    <a:lnTo>
                      <a:pt x="1973" y="323"/>
                    </a:lnTo>
                    <a:lnTo>
                      <a:pt x="1973" y="323"/>
                    </a:lnTo>
                    <a:lnTo>
                      <a:pt x="1973" y="332"/>
                    </a:lnTo>
                    <a:lnTo>
                      <a:pt x="1974" y="315"/>
                    </a:lnTo>
                    <a:lnTo>
                      <a:pt x="1974" y="321"/>
                    </a:lnTo>
                    <a:lnTo>
                      <a:pt x="1974" y="321"/>
                    </a:lnTo>
                    <a:lnTo>
                      <a:pt x="1975" y="331"/>
                    </a:lnTo>
                    <a:lnTo>
                      <a:pt x="1976" y="317"/>
                    </a:lnTo>
                    <a:lnTo>
                      <a:pt x="1976" y="322"/>
                    </a:lnTo>
                    <a:lnTo>
                      <a:pt x="1976" y="322"/>
                    </a:lnTo>
                    <a:lnTo>
                      <a:pt x="1976" y="320"/>
                    </a:lnTo>
                    <a:lnTo>
                      <a:pt x="1977" y="336"/>
                    </a:lnTo>
                    <a:lnTo>
                      <a:pt x="1977" y="321"/>
                    </a:lnTo>
                    <a:lnTo>
                      <a:pt x="1977" y="320"/>
                    </a:lnTo>
                    <a:lnTo>
                      <a:pt x="1978" y="316"/>
                    </a:lnTo>
                    <a:lnTo>
                      <a:pt x="1979" y="326"/>
                    </a:lnTo>
                    <a:lnTo>
                      <a:pt x="1979" y="322"/>
                    </a:lnTo>
                    <a:lnTo>
                      <a:pt x="1979" y="321"/>
                    </a:lnTo>
                    <a:lnTo>
                      <a:pt x="1979" y="317"/>
                    </a:lnTo>
                    <a:lnTo>
                      <a:pt x="1980" y="323"/>
                    </a:lnTo>
                    <a:lnTo>
                      <a:pt x="1980" y="320"/>
                    </a:lnTo>
                    <a:lnTo>
                      <a:pt x="1980" y="320"/>
                    </a:lnTo>
                    <a:lnTo>
                      <a:pt x="1982" y="312"/>
                    </a:lnTo>
                    <a:lnTo>
                      <a:pt x="1982" y="339"/>
                    </a:lnTo>
                    <a:lnTo>
                      <a:pt x="1982" y="340"/>
                    </a:lnTo>
                    <a:lnTo>
                      <a:pt x="1982" y="341"/>
                    </a:lnTo>
                    <a:lnTo>
                      <a:pt x="1983" y="306"/>
                    </a:lnTo>
                    <a:lnTo>
                      <a:pt x="1983" y="332"/>
                    </a:lnTo>
                    <a:lnTo>
                      <a:pt x="1983" y="332"/>
                    </a:lnTo>
                    <a:lnTo>
                      <a:pt x="1984" y="336"/>
                    </a:lnTo>
                    <a:lnTo>
                      <a:pt x="1985" y="293"/>
                    </a:lnTo>
                    <a:lnTo>
                      <a:pt x="1985" y="300"/>
                    </a:lnTo>
                    <a:lnTo>
                      <a:pt x="1985" y="299"/>
                    </a:lnTo>
                    <a:lnTo>
                      <a:pt x="1985" y="298"/>
                    </a:lnTo>
                    <a:lnTo>
                      <a:pt x="1986" y="372"/>
                    </a:lnTo>
                    <a:lnTo>
                      <a:pt x="1986" y="333"/>
                    </a:lnTo>
                    <a:lnTo>
                      <a:pt x="1986" y="330"/>
                    </a:lnTo>
                    <a:lnTo>
                      <a:pt x="1987" y="332"/>
                    </a:lnTo>
                    <a:lnTo>
                      <a:pt x="1987" y="302"/>
                    </a:lnTo>
                    <a:lnTo>
                      <a:pt x="1988" y="312"/>
                    </a:lnTo>
                    <a:lnTo>
                      <a:pt x="1988" y="312"/>
                    </a:lnTo>
                    <a:lnTo>
                      <a:pt x="1988" y="312"/>
                    </a:lnTo>
                    <a:lnTo>
                      <a:pt x="1989" y="326"/>
                    </a:lnTo>
                    <a:lnTo>
                      <a:pt x="1989" y="325"/>
                    </a:lnTo>
                    <a:lnTo>
                      <a:pt x="1990" y="325"/>
                    </a:lnTo>
                    <a:lnTo>
                      <a:pt x="1991" y="366"/>
                    </a:lnTo>
                    <a:lnTo>
                      <a:pt x="1991" y="312"/>
                    </a:lnTo>
                    <a:lnTo>
                      <a:pt x="1991" y="312"/>
                    </a:lnTo>
                    <a:lnTo>
                      <a:pt x="1991" y="312"/>
                    </a:lnTo>
                    <a:lnTo>
                      <a:pt x="1991" y="305"/>
                    </a:lnTo>
                    <a:lnTo>
                      <a:pt x="1992" y="339"/>
                    </a:lnTo>
                    <a:lnTo>
                      <a:pt x="1992" y="339"/>
                    </a:lnTo>
                    <a:lnTo>
                      <a:pt x="1993" y="340"/>
                    </a:lnTo>
                    <a:lnTo>
                      <a:pt x="1994" y="321"/>
                    </a:lnTo>
                    <a:lnTo>
                      <a:pt x="1994" y="321"/>
                    </a:lnTo>
                    <a:lnTo>
                      <a:pt x="1994" y="322"/>
                    </a:lnTo>
                    <a:lnTo>
                      <a:pt x="1995" y="326"/>
                    </a:lnTo>
                    <a:lnTo>
                      <a:pt x="1995" y="307"/>
                    </a:lnTo>
                    <a:lnTo>
                      <a:pt x="1995" y="307"/>
                    </a:lnTo>
                    <a:lnTo>
                      <a:pt x="1995" y="307"/>
                    </a:lnTo>
                    <a:lnTo>
                      <a:pt x="1997" y="344"/>
                    </a:lnTo>
                    <a:lnTo>
                      <a:pt x="1997" y="339"/>
                    </a:lnTo>
                    <a:lnTo>
                      <a:pt x="1997" y="339"/>
                    </a:lnTo>
                    <a:lnTo>
                      <a:pt x="1998" y="318"/>
                    </a:lnTo>
                    <a:lnTo>
                      <a:pt x="1998" y="336"/>
                    </a:lnTo>
                    <a:lnTo>
                      <a:pt x="1998" y="336"/>
                    </a:lnTo>
                    <a:lnTo>
                      <a:pt x="1999" y="336"/>
                    </a:lnTo>
                    <a:lnTo>
                      <a:pt x="2000" y="316"/>
                    </a:lnTo>
                    <a:lnTo>
                      <a:pt x="2000" y="316"/>
                    </a:lnTo>
                    <a:lnTo>
                      <a:pt x="2001" y="324"/>
                    </a:lnTo>
                    <a:lnTo>
                      <a:pt x="2001" y="312"/>
                    </a:lnTo>
                    <a:lnTo>
                      <a:pt x="2001" y="312"/>
                    </a:lnTo>
                    <a:lnTo>
                      <a:pt x="2002" y="312"/>
                    </a:lnTo>
                    <a:lnTo>
                      <a:pt x="2003" y="329"/>
                    </a:lnTo>
                    <a:lnTo>
                      <a:pt x="2003" y="322"/>
                    </a:lnTo>
                    <a:lnTo>
                      <a:pt x="2003" y="322"/>
                    </a:lnTo>
                    <a:lnTo>
                      <a:pt x="2003" y="326"/>
                    </a:lnTo>
                    <a:lnTo>
                      <a:pt x="2004" y="296"/>
                    </a:lnTo>
                    <a:lnTo>
                      <a:pt x="2004" y="312"/>
                    </a:lnTo>
                    <a:lnTo>
                      <a:pt x="2004" y="312"/>
                    </a:lnTo>
                    <a:lnTo>
                      <a:pt x="2005" y="354"/>
                    </a:lnTo>
                    <a:lnTo>
                      <a:pt x="2006" y="318"/>
                    </a:lnTo>
                    <a:lnTo>
                      <a:pt x="2006" y="318"/>
                    </a:lnTo>
                    <a:lnTo>
                      <a:pt x="2007" y="329"/>
                    </a:lnTo>
                    <a:lnTo>
                      <a:pt x="2007" y="310"/>
                    </a:lnTo>
                    <a:lnTo>
                      <a:pt x="2007" y="310"/>
                    </a:lnTo>
                    <a:lnTo>
                      <a:pt x="2008" y="309"/>
                    </a:lnTo>
                    <a:lnTo>
                      <a:pt x="2009" y="322"/>
                    </a:lnTo>
                    <a:lnTo>
                      <a:pt x="2009" y="317"/>
                    </a:lnTo>
                    <a:lnTo>
                      <a:pt x="2009" y="317"/>
                    </a:lnTo>
                    <a:lnTo>
                      <a:pt x="2009" y="316"/>
                    </a:lnTo>
                    <a:lnTo>
                      <a:pt x="2010" y="346"/>
                    </a:lnTo>
                    <a:lnTo>
                      <a:pt x="2010" y="342"/>
                    </a:lnTo>
                    <a:lnTo>
                      <a:pt x="2010" y="342"/>
                    </a:lnTo>
                    <a:lnTo>
                      <a:pt x="2011" y="342"/>
                    </a:lnTo>
                    <a:lnTo>
                      <a:pt x="2012" y="322"/>
                    </a:lnTo>
                    <a:lnTo>
                      <a:pt x="2012" y="323"/>
                    </a:lnTo>
                    <a:lnTo>
                      <a:pt x="2012" y="323"/>
                    </a:lnTo>
                    <a:lnTo>
                      <a:pt x="2012" y="321"/>
                    </a:lnTo>
                    <a:lnTo>
                      <a:pt x="2013" y="348"/>
                    </a:lnTo>
                    <a:lnTo>
                      <a:pt x="2013" y="328"/>
                    </a:lnTo>
                    <a:lnTo>
                      <a:pt x="2014" y="328"/>
                    </a:lnTo>
                    <a:lnTo>
                      <a:pt x="2014" y="309"/>
                    </a:lnTo>
                    <a:lnTo>
                      <a:pt x="2015" y="338"/>
                    </a:lnTo>
                    <a:lnTo>
                      <a:pt x="2015" y="330"/>
                    </a:lnTo>
                    <a:lnTo>
                      <a:pt x="2015" y="329"/>
                    </a:lnTo>
                    <a:lnTo>
                      <a:pt x="2016" y="299"/>
                    </a:lnTo>
                    <a:lnTo>
                      <a:pt x="2016" y="298"/>
                    </a:lnTo>
                    <a:lnTo>
                      <a:pt x="2017" y="297"/>
                    </a:lnTo>
                    <a:lnTo>
                      <a:pt x="2018" y="337"/>
                    </a:lnTo>
                    <a:lnTo>
                      <a:pt x="2018" y="331"/>
                    </a:lnTo>
                    <a:lnTo>
                      <a:pt x="2018" y="332"/>
                    </a:lnTo>
                    <a:lnTo>
                      <a:pt x="2019" y="344"/>
                    </a:lnTo>
                    <a:lnTo>
                      <a:pt x="2019" y="324"/>
                    </a:lnTo>
                    <a:lnTo>
                      <a:pt x="2019" y="324"/>
                    </a:lnTo>
                    <a:lnTo>
                      <a:pt x="2020" y="330"/>
                    </a:lnTo>
                    <a:lnTo>
                      <a:pt x="2021" y="316"/>
                    </a:lnTo>
                    <a:lnTo>
                      <a:pt x="2021" y="324"/>
                    </a:lnTo>
                    <a:lnTo>
                      <a:pt x="2021" y="325"/>
                    </a:lnTo>
                    <a:lnTo>
                      <a:pt x="2022" y="342"/>
                    </a:lnTo>
                    <a:lnTo>
                      <a:pt x="2022" y="313"/>
                    </a:lnTo>
                    <a:lnTo>
                      <a:pt x="2022" y="313"/>
                    </a:lnTo>
                    <a:lnTo>
                      <a:pt x="2023" y="312"/>
                    </a:lnTo>
                    <a:lnTo>
                      <a:pt x="2024" y="337"/>
                    </a:lnTo>
                    <a:lnTo>
                      <a:pt x="2024" y="329"/>
                    </a:lnTo>
                    <a:lnTo>
                      <a:pt x="2024" y="328"/>
                    </a:lnTo>
                    <a:lnTo>
                      <a:pt x="2025" y="317"/>
                    </a:lnTo>
                    <a:lnTo>
                      <a:pt x="2025" y="331"/>
                    </a:lnTo>
                    <a:lnTo>
                      <a:pt x="2025" y="328"/>
                    </a:lnTo>
                    <a:lnTo>
                      <a:pt x="2025" y="327"/>
                    </a:lnTo>
                    <a:lnTo>
                      <a:pt x="2026" y="330"/>
                    </a:lnTo>
                    <a:lnTo>
                      <a:pt x="2027" y="312"/>
                    </a:lnTo>
                    <a:lnTo>
                      <a:pt x="2027" y="317"/>
                    </a:lnTo>
                    <a:lnTo>
                      <a:pt x="2027" y="317"/>
                    </a:lnTo>
                    <a:lnTo>
                      <a:pt x="2028" y="344"/>
                    </a:lnTo>
                    <a:lnTo>
                      <a:pt x="2028" y="229"/>
                    </a:lnTo>
                    <a:lnTo>
                      <a:pt x="2028" y="231"/>
                    </a:lnTo>
                    <a:lnTo>
                      <a:pt x="2028" y="232"/>
                    </a:lnTo>
                    <a:lnTo>
                      <a:pt x="2030" y="442"/>
                    </a:lnTo>
                    <a:lnTo>
                      <a:pt x="2030" y="272"/>
                    </a:lnTo>
                    <a:lnTo>
                      <a:pt x="2030" y="270"/>
                    </a:lnTo>
                    <a:lnTo>
                      <a:pt x="2030" y="260"/>
                    </a:lnTo>
                    <a:lnTo>
                      <a:pt x="2031" y="343"/>
                    </a:lnTo>
                    <a:lnTo>
                      <a:pt x="2031" y="343"/>
                    </a:lnTo>
                    <a:lnTo>
                      <a:pt x="2032" y="343"/>
                    </a:lnTo>
                    <a:lnTo>
                      <a:pt x="2033" y="316"/>
                    </a:lnTo>
                    <a:lnTo>
                      <a:pt x="2033" y="313"/>
                    </a:lnTo>
                    <a:lnTo>
                      <a:pt x="2033" y="291"/>
                    </a:lnTo>
                    <a:lnTo>
                      <a:pt x="2034" y="365"/>
                    </a:lnTo>
                    <a:lnTo>
                      <a:pt x="2034" y="357"/>
                    </a:lnTo>
                    <a:lnTo>
                      <a:pt x="2034" y="354"/>
                    </a:lnTo>
                    <a:lnTo>
                      <a:pt x="2035" y="355"/>
                    </a:lnTo>
                    <a:lnTo>
                      <a:pt x="2036" y="293"/>
                    </a:lnTo>
                    <a:lnTo>
                      <a:pt x="2036" y="293"/>
                    </a:lnTo>
                    <a:lnTo>
                      <a:pt x="2036" y="293"/>
                    </a:lnTo>
                    <a:lnTo>
                      <a:pt x="2037" y="346"/>
                    </a:lnTo>
                    <a:lnTo>
                      <a:pt x="2038" y="346"/>
                    </a:lnTo>
                    <a:lnTo>
                      <a:pt x="2038" y="350"/>
                    </a:lnTo>
                    <a:lnTo>
                      <a:pt x="2039" y="321"/>
                    </a:lnTo>
                    <a:lnTo>
                      <a:pt x="2039" y="336"/>
                    </a:lnTo>
                    <a:lnTo>
                      <a:pt x="2039" y="335"/>
                    </a:lnTo>
                    <a:lnTo>
                      <a:pt x="2040" y="342"/>
                    </a:lnTo>
                    <a:lnTo>
                      <a:pt x="2041" y="304"/>
                    </a:lnTo>
                    <a:lnTo>
                      <a:pt x="2041" y="304"/>
                    </a:lnTo>
                    <a:lnTo>
                      <a:pt x="2041" y="301"/>
                    </a:lnTo>
                    <a:lnTo>
                      <a:pt x="2042" y="335"/>
                    </a:lnTo>
                    <a:lnTo>
                      <a:pt x="2042" y="330"/>
                    </a:lnTo>
                    <a:lnTo>
                      <a:pt x="2042" y="329"/>
                    </a:lnTo>
                    <a:lnTo>
                      <a:pt x="2043" y="324"/>
                    </a:lnTo>
                    <a:lnTo>
                      <a:pt x="2044" y="337"/>
                    </a:lnTo>
                    <a:lnTo>
                      <a:pt x="2044" y="337"/>
                    </a:lnTo>
                    <a:lnTo>
                      <a:pt x="2044" y="341"/>
                    </a:lnTo>
                    <a:lnTo>
                      <a:pt x="2045" y="335"/>
                    </a:lnTo>
                    <a:lnTo>
                      <a:pt x="2045" y="339"/>
                    </a:lnTo>
                    <a:lnTo>
                      <a:pt x="2045" y="339"/>
                    </a:lnTo>
                    <a:lnTo>
                      <a:pt x="2045" y="343"/>
                    </a:lnTo>
                    <a:lnTo>
                      <a:pt x="2047" y="297"/>
                    </a:lnTo>
                    <a:lnTo>
                      <a:pt x="2047" y="298"/>
                    </a:lnTo>
                    <a:lnTo>
                      <a:pt x="2047" y="298"/>
                    </a:lnTo>
                    <a:lnTo>
                      <a:pt x="2047" y="298"/>
                    </a:lnTo>
                    <a:lnTo>
                      <a:pt x="2048" y="336"/>
                    </a:lnTo>
                    <a:lnTo>
                      <a:pt x="2048" y="319"/>
                    </a:lnTo>
                    <a:lnTo>
                      <a:pt x="2048" y="319"/>
                    </a:lnTo>
                    <a:lnTo>
                      <a:pt x="2049" y="323"/>
                    </a:lnTo>
                    <a:lnTo>
                      <a:pt x="2049" y="303"/>
                    </a:lnTo>
                    <a:lnTo>
                      <a:pt x="2050" y="320"/>
                    </a:lnTo>
                    <a:lnTo>
                      <a:pt x="2050" y="321"/>
                    </a:lnTo>
                    <a:lnTo>
                      <a:pt x="2050" y="348"/>
                    </a:lnTo>
                    <a:lnTo>
                      <a:pt x="2051" y="312"/>
                    </a:lnTo>
                    <a:lnTo>
                      <a:pt x="2051" y="316"/>
                    </a:lnTo>
                    <a:lnTo>
                      <a:pt x="2051" y="315"/>
                    </a:lnTo>
                    <a:lnTo>
                      <a:pt x="2053" y="297"/>
                    </a:lnTo>
                    <a:lnTo>
                      <a:pt x="2053" y="307"/>
                    </a:lnTo>
                    <a:lnTo>
                      <a:pt x="2053" y="307"/>
                    </a:lnTo>
                    <a:lnTo>
                      <a:pt x="2054" y="329"/>
                    </a:lnTo>
                    <a:lnTo>
                      <a:pt x="2054" y="329"/>
                    </a:lnTo>
                    <a:lnTo>
                      <a:pt x="2054" y="334"/>
                    </a:lnTo>
                    <a:lnTo>
                      <a:pt x="2056" y="304"/>
                    </a:lnTo>
                    <a:lnTo>
                      <a:pt x="2056" y="312"/>
                    </a:lnTo>
                    <a:lnTo>
                      <a:pt x="2056" y="312"/>
                    </a:lnTo>
                    <a:lnTo>
                      <a:pt x="2057" y="351"/>
                    </a:lnTo>
                    <a:lnTo>
                      <a:pt x="2057" y="350"/>
                    </a:lnTo>
                    <a:lnTo>
                      <a:pt x="2057" y="351"/>
                    </a:lnTo>
                    <a:lnTo>
                      <a:pt x="2058" y="317"/>
                    </a:lnTo>
                    <a:lnTo>
                      <a:pt x="2059" y="330"/>
                    </a:lnTo>
                    <a:lnTo>
                      <a:pt x="2059" y="330"/>
                    </a:lnTo>
                    <a:lnTo>
                      <a:pt x="2060" y="323"/>
                    </a:lnTo>
                    <a:lnTo>
                      <a:pt x="2060" y="332"/>
                    </a:lnTo>
                    <a:lnTo>
                      <a:pt x="2060" y="332"/>
                    </a:lnTo>
                    <a:lnTo>
                      <a:pt x="2060" y="335"/>
                    </a:lnTo>
                    <a:lnTo>
                      <a:pt x="2062" y="325"/>
                    </a:lnTo>
                    <a:lnTo>
                      <a:pt x="2062" y="329"/>
                    </a:lnTo>
                    <a:lnTo>
                      <a:pt x="2062" y="330"/>
                    </a:lnTo>
                    <a:lnTo>
                      <a:pt x="2062" y="323"/>
                    </a:lnTo>
                    <a:lnTo>
                      <a:pt x="2063" y="340"/>
                    </a:lnTo>
                    <a:lnTo>
                      <a:pt x="2063" y="338"/>
                    </a:lnTo>
                    <a:lnTo>
                      <a:pt x="2063" y="338"/>
                    </a:lnTo>
                    <a:lnTo>
                      <a:pt x="2065" y="305"/>
                    </a:lnTo>
                    <a:lnTo>
                      <a:pt x="2065" y="305"/>
                    </a:lnTo>
                    <a:lnTo>
                      <a:pt x="2065" y="299"/>
                    </a:lnTo>
                    <a:lnTo>
                      <a:pt x="2066" y="345"/>
                    </a:lnTo>
                    <a:lnTo>
                      <a:pt x="2066" y="335"/>
                    </a:lnTo>
                    <a:lnTo>
                      <a:pt x="2066" y="335"/>
                    </a:lnTo>
                    <a:lnTo>
                      <a:pt x="2067" y="306"/>
                    </a:lnTo>
                    <a:lnTo>
                      <a:pt x="2068" y="346"/>
                    </a:lnTo>
                    <a:lnTo>
                      <a:pt x="2068" y="346"/>
                    </a:lnTo>
                    <a:lnTo>
                      <a:pt x="2068" y="353"/>
                    </a:lnTo>
                    <a:lnTo>
                      <a:pt x="2069" y="307"/>
                    </a:lnTo>
                    <a:lnTo>
                      <a:pt x="2069" y="331"/>
                    </a:lnTo>
                    <a:lnTo>
                      <a:pt x="2069" y="332"/>
                    </a:lnTo>
                    <a:lnTo>
                      <a:pt x="2070" y="349"/>
                    </a:lnTo>
                    <a:lnTo>
                      <a:pt x="2071" y="309"/>
                    </a:lnTo>
                    <a:lnTo>
                      <a:pt x="2071" y="309"/>
                    </a:lnTo>
                    <a:lnTo>
                      <a:pt x="2071" y="310"/>
                    </a:lnTo>
                    <a:lnTo>
                      <a:pt x="2071" y="309"/>
                    </a:lnTo>
                    <a:lnTo>
                      <a:pt x="2072" y="343"/>
                    </a:lnTo>
                    <a:lnTo>
                      <a:pt x="2072" y="326"/>
                    </a:lnTo>
                    <a:lnTo>
                      <a:pt x="2072" y="326"/>
                    </a:lnTo>
                    <a:lnTo>
                      <a:pt x="2073" y="317"/>
                    </a:lnTo>
                    <a:lnTo>
                      <a:pt x="2073" y="339"/>
                    </a:lnTo>
                    <a:lnTo>
                      <a:pt x="2074" y="324"/>
                    </a:lnTo>
                    <a:lnTo>
                      <a:pt x="2074" y="324"/>
                    </a:lnTo>
                    <a:lnTo>
                      <a:pt x="2074" y="296"/>
                    </a:lnTo>
                    <a:lnTo>
                      <a:pt x="2075" y="336"/>
                    </a:lnTo>
                    <a:lnTo>
                      <a:pt x="2075" y="336"/>
                    </a:lnTo>
                    <a:lnTo>
                      <a:pt x="2075" y="336"/>
                    </a:lnTo>
                    <a:lnTo>
                      <a:pt x="2075" y="341"/>
                    </a:lnTo>
                    <a:lnTo>
                      <a:pt x="2076" y="321"/>
                    </a:lnTo>
                    <a:lnTo>
                      <a:pt x="2077" y="327"/>
                    </a:lnTo>
                    <a:lnTo>
                      <a:pt x="2077" y="327"/>
                    </a:lnTo>
                    <a:lnTo>
                      <a:pt x="2077" y="320"/>
                    </a:lnTo>
                    <a:lnTo>
                      <a:pt x="2078" y="334"/>
                    </a:lnTo>
                    <a:lnTo>
                      <a:pt x="2078" y="327"/>
                    </a:lnTo>
                    <a:lnTo>
                      <a:pt x="2078" y="326"/>
                    </a:lnTo>
                    <a:lnTo>
                      <a:pt x="2078" y="315"/>
                    </a:lnTo>
                    <a:lnTo>
                      <a:pt x="2079" y="331"/>
                    </a:lnTo>
                    <a:lnTo>
                      <a:pt x="2080" y="321"/>
                    </a:lnTo>
                    <a:lnTo>
                      <a:pt x="2080" y="320"/>
                    </a:lnTo>
                    <a:lnTo>
                      <a:pt x="2080" y="313"/>
                    </a:lnTo>
                    <a:lnTo>
                      <a:pt x="2081" y="331"/>
                    </a:lnTo>
                    <a:lnTo>
                      <a:pt x="2081" y="324"/>
                    </a:lnTo>
                    <a:lnTo>
                      <a:pt x="2081" y="324"/>
                    </a:lnTo>
                    <a:lnTo>
                      <a:pt x="2082" y="334"/>
                    </a:lnTo>
                    <a:lnTo>
                      <a:pt x="2083" y="323"/>
                    </a:lnTo>
                    <a:lnTo>
                      <a:pt x="2083" y="323"/>
                    </a:lnTo>
                    <a:lnTo>
                      <a:pt x="2083" y="323"/>
                    </a:lnTo>
                    <a:lnTo>
                      <a:pt x="2083" y="334"/>
                    </a:lnTo>
                    <a:lnTo>
                      <a:pt x="2084" y="314"/>
                    </a:lnTo>
                    <a:lnTo>
                      <a:pt x="2084" y="314"/>
                    </a:lnTo>
                    <a:lnTo>
                      <a:pt x="2084" y="314"/>
                    </a:lnTo>
                    <a:lnTo>
                      <a:pt x="2085" y="334"/>
                    </a:lnTo>
                    <a:lnTo>
                      <a:pt x="2086" y="309"/>
                    </a:lnTo>
                    <a:lnTo>
                      <a:pt x="2086" y="308"/>
                    </a:lnTo>
                    <a:lnTo>
                      <a:pt x="2086" y="307"/>
                    </a:lnTo>
                    <a:lnTo>
                      <a:pt x="2087" y="334"/>
                    </a:lnTo>
                    <a:lnTo>
                      <a:pt x="2087" y="334"/>
                    </a:lnTo>
                    <a:lnTo>
                      <a:pt x="2087" y="335"/>
                    </a:lnTo>
                    <a:lnTo>
                      <a:pt x="2088" y="309"/>
                    </a:lnTo>
                    <a:lnTo>
                      <a:pt x="2089" y="325"/>
                    </a:lnTo>
                    <a:lnTo>
                      <a:pt x="2089" y="325"/>
                    </a:lnTo>
                    <a:lnTo>
                      <a:pt x="2089" y="335"/>
                    </a:lnTo>
                    <a:lnTo>
                      <a:pt x="2090" y="330"/>
                    </a:lnTo>
                    <a:lnTo>
                      <a:pt x="2090" y="330"/>
                    </a:lnTo>
                    <a:lnTo>
                      <a:pt x="2091" y="333"/>
                    </a:lnTo>
                    <a:lnTo>
                      <a:pt x="2092" y="319"/>
                    </a:lnTo>
                    <a:lnTo>
                      <a:pt x="2092" y="319"/>
                    </a:lnTo>
                    <a:lnTo>
                      <a:pt x="2092" y="319"/>
                    </a:lnTo>
                    <a:lnTo>
                      <a:pt x="2092" y="311"/>
                    </a:lnTo>
                    <a:lnTo>
                      <a:pt x="2093" y="336"/>
                    </a:lnTo>
                    <a:lnTo>
                      <a:pt x="2093" y="333"/>
                    </a:lnTo>
                    <a:lnTo>
                      <a:pt x="2093" y="333"/>
                    </a:lnTo>
                    <a:lnTo>
                      <a:pt x="2094" y="313"/>
                    </a:lnTo>
                    <a:lnTo>
                      <a:pt x="2095" y="327"/>
                    </a:lnTo>
                    <a:lnTo>
                      <a:pt x="2095" y="327"/>
                    </a:lnTo>
                    <a:lnTo>
                      <a:pt x="2095" y="342"/>
                    </a:lnTo>
                    <a:lnTo>
                      <a:pt x="2096" y="293"/>
                    </a:lnTo>
                    <a:lnTo>
                      <a:pt x="2096" y="314"/>
                    </a:lnTo>
                    <a:lnTo>
                      <a:pt x="2096" y="314"/>
                    </a:lnTo>
                    <a:lnTo>
                      <a:pt x="2097" y="353"/>
                    </a:lnTo>
                    <a:lnTo>
                      <a:pt x="2098" y="331"/>
                    </a:lnTo>
                    <a:lnTo>
                      <a:pt x="2098" y="332"/>
                    </a:lnTo>
                    <a:lnTo>
                      <a:pt x="2099" y="314"/>
                    </a:lnTo>
                    <a:lnTo>
                      <a:pt x="2099" y="322"/>
                    </a:lnTo>
                    <a:lnTo>
                      <a:pt x="2099" y="322"/>
                    </a:lnTo>
                    <a:lnTo>
                      <a:pt x="2099" y="306"/>
                    </a:lnTo>
                    <a:lnTo>
                      <a:pt x="2101" y="361"/>
                    </a:lnTo>
                    <a:lnTo>
                      <a:pt x="2101" y="362"/>
                    </a:lnTo>
                    <a:lnTo>
                      <a:pt x="2101" y="366"/>
                    </a:lnTo>
                    <a:lnTo>
                      <a:pt x="2102" y="303"/>
                    </a:lnTo>
                    <a:lnTo>
                      <a:pt x="2102" y="308"/>
                    </a:lnTo>
                    <a:lnTo>
                      <a:pt x="2102" y="308"/>
                    </a:lnTo>
                    <a:lnTo>
                      <a:pt x="2103" y="340"/>
                    </a:lnTo>
                    <a:lnTo>
                      <a:pt x="2104" y="319"/>
                    </a:lnTo>
                    <a:lnTo>
                      <a:pt x="2104" y="318"/>
                    </a:lnTo>
                    <a:lnTo>
                      <a:pt x="2104" y="360"/>
                    </a:lnTo>
                    <a:lnTo>
                      <a:pt x="2105" y="293"/>
                    </a:lnTo>
                    <a:lnTo>
                      <a:pt x="2105" y="306"/>
                    </a:lnTo>
                    <a:lnTo>
                      <a:pt x="2105" y="308"/>
                    </a:lnTo>
                    <a:lnTo>
                      <a:pt x="2105" y="406"/>
                    </a:lnTo>
                    <a:lnTo>
                      <a:pt x="2107" y="244"/>
                    </a:lnTo>
                    <a:lnTo>
                      <a:pt x="2107" y="298"/>
                    </a:lnTo>
                    <a:lnTo>
                      <a:pt x="2107" y="299"/>
                    </a:lnTo>
                    <a:lnTo>
                      <a:pt x="2107" y="424"/>
                    </a:lnTo>
                    <a:lnTo>
                      <a:pt x="2108" y="272"/>
                    </a:lnTo>
                    <a:lnTo>
                      <a:pt x="2108" y="268"/>
                    </a:lnTo>
                    <a:lnTo>
                      <a:pt x="2109" y="158"/>
                    </a:lnTo>
                    <a:lnTo>
                      <a:pt x="2110" y="530"/>
                    </a:lnTo>
                    <a:lnTo>
                      <a:pt x="2110" y="532"/>
                    </a:lnTo>
                    <a:lnTo>
                      <a:pt x="2110" y="534"/>
                    </a:lnTo>
                    <a:lnTo>
                      <a:pt x="2111" y="177"/>
                    </a:lnTo>
                    <a:lnTo>
                      <a:pt x="2111" y="215"/>
                    </a:lnTo>
                    <a:lnTo>
                      <a:pt x="2111" y="220"/>
                    </a:lnTo>
                    <a:lnTo>
                      <a:pt x="2112" y="383"/>
                    </a:lnTo>
                    <a:lnTo>
                      <a:pt x="2113" y="342"/>
                    </a:lnTo>
                    <a:lnTo>
                      <a:pt x="2113" y="342"/>
                    </a:lnTo>
                    <a:lnTo>
                      <a:pt x="2114" y="305"/>
                    </a:lnTo>
                    <a:lnTo>
                      <a:pt x="2114" y="315"/>
                    </a:lnTo>
                    <a:lnTo>
                      <a:pt x="2115" y="316"/>
                    </a:lnTo>
                    <a:lnTo>
                      <a:pt x="2115" y="346"/>
                    </a:lnTo>
                    <a:lnTo>
                      <a:pt x="2116" y="307"/>
                    </a:lnTo>
                    <a:lnTo>
                      <a:pt x="2116" y="305"/>
                    </a:lnTo>
                    <a:lnTo>
                      <a:pt x="2116" y="276"/>
                    </a:lnTo>
                    <a:lnTo>
                      <a:pt x="2117" y="346"/>
                    </a:lnTo>
                    <a:lnTo>
                      <a:pt x="2117" y="346"/>
                    </a:lnTo>
                    <a:lnTo>
                      <a:pt x="2117" y="346"/>
                    </a:lnTo>
                    <a:lnTo>
                      <a:pt x="2119" y="361"/>
                    </a:lnTo>
                    <a:lnTo>
                      <a:pt x="2119" y="304"/>
                    </a:lnTo>
                    <a:lnTo>
                      <a:pt x="2119" y="302"/>
                    </a:lnTo>
                    <a:lnTo>
                      <a:pt x="2120" y="360"/>
                    </a:lnTo>
                    <a:lnTo>
                      <a:pt x="2120" y="242"/>
                    </a:lnTo>
                    <a:lnTo>
                      <a:pt x="2120" y="242"/>
                    </a:lnTo>
                    <a:lnTo>
                      <a:pt x="2121" y="225"/>
                    </a:lnTo>
                    <a:lnTo>
                      <a:pt x="2121" y="411"/>
                    </a:lnTo>
                    <a:lnTo>
                      <a:pt x="2122" y="382"/>
                    </a:lnTo>
                    <a:lnTo>
                      <a:pt x="2122" y="381"/>
                    </a:lnTo>
                    <a:lnTo>
                      <a:pt x="2123" y="294"/>
                    </a:lnTo>
                    <a:lnTo>
                      <a:pt x="2123" y="306"/>
                    </a:lnTo>
                    <a:lnTo>
                      <a:pt x="2123" y="307"/>
                    </a:lnTo>
                    <a:lnTo>
                      <a:pt x="2124" y="296"/>
                    </a:lnTo>
                    <a:lnTo>
                      <a:pt x="2125" y="329"/>
                    </a:lnTo>
                    <a:lnTo>
                      <a:pt x="2125" y="329"/>
                    </a:lnTo>
                    <a:lnTo>
                      <a:pt x="2125" y="348"/>
                    </a:lnTo>
                    <a:lnTo>
                      <a:pt x="2126" y="297"/>
                    </a:lnTo>
                    <a:lnTo>
                      <a:pt x="2126" y="317"/>
                    </a:lnTo>
                    <a:lnTo>
                      <a:pt x="2126" y="319"/>
                    </a:lnTo>
                    <a:lnTo>
                      <a:pt x="2127" y="400"/>
                    </a:lnTo>
                    <a:lnTo>
                      <a:pt x="2128" y="271"/>
                    </a:lnTo>
                    <a:lnTo>
                      <a:pt x="2128" y="272"/>
                    </a:lnTo>
                    <a:lnTo>
                      <a:pt x="2129" y="342"/>
                    </a:lnTo>
                    <a:lnTo>
                      <a:pt x="2129" y="339"/>
                    </a:lnTo>
                    <a:lnTo>
                      <a:pt x="2129" y="339"/>
                    </a:lnTo>
                    <a:lnTo>
                      <a:pt x="2130" y="346"/>
                    </a:lnTo>
                    <a:lnTo>
                      <a:pt x="2131" y="308"/>
                    </a:lnTo>
                    <a:lnTo>
                      <a:pt x="2131" y="308"/>
                    </a:lnTo>
                    <a:lnTo>
                      <a:pt x="2132" y="298"/>
                    </a:lnTo>
                    <a:lnTo>
                      <a:pt x="2132" y="336"/>
                    </a:lnTo>
                    <a:lnTo>
                      <a:pt x="2132" y="338"/>
                    </a:lnTo>
                    <a:lnTo>
                      <a:pt x="2133" y="423"/>
                    </a:lnTo>
                    <a:lnTo>
                      <a:pt x="2134" y="135"/>
                    </a:lnTo>
                    <a:lnTo>
                      <a:pt x="2134" y="182"/>
                    </a:lnTo>
                    <a:lnTo>
                      <a:pt x="2134" y="190"/>
                    </a:lnTo>
                    <a:lnTo>
                      <a:pt x="2135" y="466"/>
                    </a:lnTo>
                    <a:lnTo>
                      <a:pt x="2135" y="299"/>
                    </a:lnTo>
                    <a:lnTo>
                      <a:pt x="2135" y="298"/>
                    </a:lnTo>
                    <a:lnTo>
                      <a:pt x="2136" y="354"/>
                    </a:lnTo>
                    <a:lnTo>
                      <a:pt x="2137" y="248"/>
                    </a:lnTo>
                    <a:lnTo>
                      <a:pt x="2137" y="246"/>
                    </a:lnTo>
                    <a:lnTo>
                      <a:pt x="2137" y="239"/>
                    </a:lnTo>
                    <a:lnTo>
                      <a:pt x="2138" y="454"/>
                    </a:lnTo>
                    <a:lnTo>
                      <a:pt x="2138" y="317"/>
                    </a:lnTo>
                    <a:lnTo>
                      <a:pt x="2139" y="314"/>
                    </a:lnTo>
                    <a:lnTo>
                      <a:pt x="2139" y="264"/>
                    </a:lnTo>
                    <a:lnTo>
                      <a:pt x="2140" y="341"/>
                    </a:lnTo>
                    <a:lnTo>
                      <a:pt x="2140" y="335"/>
                    </a:lnTo>
                    <a:lnTo>
                      <a:pt x="2140" y="334"/>
                    </a:lnTo>
                    <a:lnTo>
                      <a:pt x="2140" y="312"/>
                    </a:lnTo>
                    <a:lnTo>
                      <a:pt x="2141" y="329"/>
                    </a:lnTo>
                    <a:lnTo>
                      <a:pt x="2141" y="328"/>
                    </a:lnTo>
                    <a:lnTo>
                      <a:pt x="2142" y="317"/>
                    </a:lnTo>
                    <a:lnTo>
                      <a:pt x="2143" y="331"/>
                    </a:lnTo>
                    <a:lnTo>
                      <a:pt x="2143" y="318"/>
                    </a:lnTo>
                    <a:lnTo>
                      <a:pt x="2143" y="318"/>
                    </a:lnTo>
                    <a:lnTo>
                      <a:pt x="2143" y="312"/>
                    </a:lnTo>
                    <a:lnTo>
                      <a:pt x="2144" y="340"/>
                    </a:lnTo>
                    <a:lnTo>
                      <a:pt x="2144" y="331"/>
                    </a:lnTo>
                    <a:lnTo>
                      <a:pt x="2144" y="330"/>
                    </a:lnTo>
                    <a:lnTo>
                      <a:pt x="2145" y="267"/>
                    </a:lnTo>
                    <a:lnTo>
                      <a:pt x="2146" y="331"/>
                    </a:lnTo>
                    <a:lnTo>
                      <a:pt x="2146" y="331"/>
                    </a:lnTo>
                    <a:lnTo>
                      <a:pt x="2146" y="331"/>
                    </a:lnTo>
                    <a:lnTo>
                      <a:pt x="2146" y="370"/>
                    </a:lnTo>
                    <a:lnTo>
                      <a:pt x="2147" y="293"/>
                    </a:lnTo>
                    <a:lnTo>
                      <a:pt x="2147" y="303"/>
                    </a:lnTo>
                    <a:lnTo>
                      <a:pt x="2147" y="303"/>
                    </a:lnTo>
                    <a:lnTo>
                      <a:pt x="2148" y="364"/>
                    </a:lnTo>
                    <a:lnTo>
                      <a:pt x="2149" y="332"/>
                    </a:lnTo>
                    <a:lnTo>
                      <a:pt x="2149" y="332"/>
                    </a:lnTo>
                    <a:lnTo>
                      <a:pt x="2149" y="259"/>
                    </a:lnTo>
                    <a:lnTo>
                      <a:pt x="2150" y="421"/>
                    </a:lnTo>
                    <a:lnTo>
                      <a:pt x="2150" y="418"/>
                    </a:lnTo>
                    <a:lnTo>
                      <a:pt x="2150" y="415"/>
                    </a:lnTo>
                    <a:lnTo>
                      <a:pt x="2151" y="207"/>
                    </a:lnTo>
                    <a:lnTo>
                      <a:pt x="2152" y="298"/>
                    </a:lnTo>
                    <a:lnTo>
                      <a:pt x="2152" y="302"/>
                    </a:lnTo>
                    <a:lnTo>
                      <a:pt x="2152" y="487"/>
                    </a:lnTo>
                    <a:lnTo>
                      <a:pt x="2153" y="212"/>
                    </a:lnTo>
                    <a:lnTo>
                      <a:pt x="2153" y="203"/>
                    </a:lnTo>
                    <a:lnTo>
                      <a:pt x="2154" y="169"/>
                    </a:lnTo>
                    <a:lnTo>
                      <a:pt x="2154" y="431"/>
                    </a:lnTo>
                    <a:lnTo>
                      <a:pt x="2155" y="347"/>
                    </a:lnTo>
                    <a:lnTo>
                      <a:pt x="2155" y="344"/>
                    </a:lnTo>
                    <a:lnTo>
                      <a:pt x="2155" y="297"/>
                    </a:lnTo>
                    <a:lnTo>
                      <a:pt x="2156" y="334"/>
                    </a:lnTo>
                    <a:lnTo>
                      <a:pt x="2156" y="334"/>
                    </a:lnTo>
                    <a:lnTo>
                      <a:pt x="2157" y="334"/>
                    </a:lnTo>
                    <a:lnTo>
                      <a:pt x="2157" y="313"/>
                    </a:lnTo>
                    <a:lnTo>
                      <a:pt x="2158" y="317"/>
                    </a:lnTo>
                    <a:lnTo>
                      <a:pt x="2158" y="317"/>
                    </a:lnTo>
                    <a:lnTo>
                      <a:pt x="2158" y="324"/>
                    </a:lnTo>
                    <a:lnTo>
                      <a:pt x="2159" y="285"/>
                    </a:lnTo>
                    <a:lnTo>
                      <a:pt x="2159" y="303"/>
                    </a:lnTo>
                    <a:lnTo>
                      <a:pt x="2159" y="303"/>
                    </a:lnTo>
                    <a:lnTo>
                      <a:pt x="2160" y="301"/>
                    </a:lnTo>
                    <a:lnTo>
                      <a:pt x="2160" y="386"/>
                    </a:lnTo>
                    <a:lnTo>
                      <a:pt x="2161" y="304"/>
                    </a:lnTo>
                    <a:lnTo>
                      <a:pt x="2161" y="303"/>
                    </a:lnTo>
                    <a:lnTo>
                      <a:pt x="2161" y="283"/>
                    </a:lnTo>
                    <a:lnTo>
                      <a:pt x="2162" y="343"/>
                    </a:lnTo>
                    <a:lnTo>
                      <a:pt x="2162" y="319"/>
                    </a:lnTo>
                    <a:lnTo>
                      <a:pt x="2163" y="317"/>
                    </a:lnTo>
                    <a:lnTo>
                      <a:pt x="2163" y="274"/>
                    </a:lnTo>
                    <a:lnTo>
                      <a:pt x="2164" y="336"/>
                    </a:lnTo>
                    <a:lnTo>
                      <a:pt x="2164" y="336"/>
                    </a:lnTo>
                    <a:lnTo>
                      <a:pt x="2164" y="353"/>
                    </a:lnTo>
                    <a:lnTo>
                      <a:pt x="2165" y="321"/>
                    </a:lnTo>
                    <a:lnTo>
                      <a:pt x="2165" y="320"/>
                    </a:lnTo>
                    <a:lnTo>
                      <a:pt x="2166" y="314"/>
                    </a:lnTo>
                    <a:lnTo>
                      <a:pt x="2167" y="362"/>
                    </a:lnTo>
                    <a:lnTo>
                      <a:pt x="2167" y="363"/>
                    </a:lnTo>
                    <a:lnTo>
                      <a:pt x="2167" y="374"/>
                    </a:lnTo>
                    <a:lnTo>
                      <a:pt x="2168" y="299"/>
                    </a:lnTo>
                    <a:lnTo>
                      <a:pt x="2168" y="300"/>
                    </a:lnTo>
                    <a:lnTo>
                      <a:pt x="2168" y="301"/>
                    </a:lnTo>
                    <a:lnTo>
                      <a:pt x="2169" y="305"/>
                    </a:lnTo>
                    <a:lnTo>
                      <a:pt x="2169" y="280"/>
                    </a:lnTo>
                    <a:lnTo>
                      <a:pt x="2170" y="295"/>
                    </a:lnTo>
                    <a:lnTo>
                      <a:pt x="2170" y="296"/>
                    </a:lnTo>
                    <a:lnTo>
                      <a:pt x="2170" y="342"/>
                    </a:lnTo>
                    <a:lnTo>
                      <a:pt x="2171" y="313"/>
                    </a:lnTo>
                    <a:lnTo>
                      <a:pt x="2172" y="315"/>
                    </a:lnTo>
                    <a:lnTo>
                      <a:pt x="2172" y="342"/>
                    </a:lnTo>
                    <a:lnTo>
                      <a:pt x="2173" y="319"/>
                    </a:lnTo>
                    <a:lnTo>
                      <a:pt x="2173" y="319"/>
                    </a:lnTo>
                    <a:lnTo>
                      <a:pt x="2173" y="315"/>
                    </a:lnTo>
                    <a:lnTo>
                      <a:pt x="2174" y="353"/>
                    </a:lnTo>
                    <a:lnTo>
                      <a:pt x="2174" y="351"/>
                    </a:lnTo>
                    <a:lnTo>
                      <a:pt x="2174" y="351"/>
                    </a:lnTo>
                    <a:lnTo>
                      <a:pt x="2175" y="280"/>
                    </a:lnTo>
                    <a:lnTo>
                      <a:pt x="2176" y="369"/>
                    </a:lnTo>
                    <a:lnTo>
                      <a:pt x="2176" y="373"/>
                    </a:lnTo>
                    <a:lnTo>
                      <a:pt x="2176" y="403"/>
                    </a:lnTo>
                    <a:lnTo>
                      <a:pt x="2177" y="204"/>
                    </a:lnTo>
                    <a:lnTo>
                      <a:pt x="2177" y="245"/>
                    </a:lnTo>
                    <a:lnTo>
                      <a:pt x="2177" y="249"/>
                    </a:lnTo>
                    <a:lnTo>
                      <a:pt x="2179" y="442"/>
                    </a:lnTo>
                    <a:lnTo>
                      <a:pt x="2179" y="388"/>
                    </a:lnTo>
                    <a:lnTo>
                      <a:pt x="2179" y="384"/>
                    </a:lnTo>
                    <a:lnTo>
                      <a:pt x="2180" y="226"/>
                    </a:lnTo>
                    <a:lnTo>
                      <a:pt x="2180" y="334"/>
                    </a:lnTo>
                    <a:lnTo>
                      <a:pt x="2180" y="335"/>
                    </a:lnTo>
                    <a:lnTo>
                      <a:pt x="2181" y="359"/>
                    </a:lnTo>
                    <a:lnTo>
                      <a:pt x="2182" y="307"/>
                    </a:lnTo>
                    <a:lnTo>
                      <a:pt x="2182" y="306"/>
                    </a:lnTo>
                    <a:lnTo>
                      <a:pt x="2182" y="294"/>
                    </a:lnTo>
                    <a:lnTo>
                      <a:pt x="2183" y="382"/>
                    </a:lnTo>
                    <a:lnTo>
                      <a:pt x="2183" y="372"/>
                    </a:lnTo>
                    <a:lnTo>
                      <a:pt x="2183" y="371"/>
                    </a:lnTo>
                    <a:lnTo>
                      <a:pt x="2185" y="281"/>
                    </a:lnTo>
                    <a:lnTo>
                      <a:pt x="2185" y="289"/>
                    </a:lnTo>
                    <a:lnTo>
                      <a:pt x="2185" y="290"/>
                    </a:lnTo>
                    <a:lnTo>
                      <a:pt x="2185" y="290"/>
                    </a:lnTo>
                    <a:lnTo>
                      <a:pt x="2186" y="332"/>
                    </a:lnTo>
                    <a:lnTo>
                      <a:pt x="2186" y="332"/>
                    </a:lnTo>
                    <a:lnTo>
                      <a:pt x="2187" y="331"/>
                    </a:lnTo>
                    <a:lnTo>
                      <a:pt x="2187" y="315"/>
                    </a:lnTo>
                    <a:lnTo>
                      <a:pt x="2188" y="342"/>
                    </a:lnTo>
                    <a:lnTo>
                      <a:pt x="2188" y="342"/>
                    </a:lnTo>
                    <a:lnTo>
                      <a:pt x="2189" y="350"/>
                    </a:lnTo>
                    <a:lnTo>
                      <a:pt x="2189" y="262"/>
                    </a:lnTo>
                    <a:lnTo>
                      <a:pt x="2189" y="276"/>
                    </a:lnTo>
                    <a:lnTo>
                      <a:pt x="2189" y="278"/>
                    </a:lnTo>
                    <a:lnTo>
                      <a:pt x="2190" y="412"/>
                    </a:lnTo>
                    <a:lnTo>
                      <a:pt x="2191" y="345"/>
                    </a:lnTo>
                    <a:lnTo>
                      <a:pt x="2191" y="342"/>
                    </a:lnTo>
                    <a:lnTo>
                      <a:pt x="2192" y="237"/>
                    </a:lnTo>
                    <a:lnTo>
                      <a:pt x="2192" y="340"/>
                    </a:lnTo>
                    <a:lnTo>
                      <a:pt x="2192" y="340"/>
                    </a:lnTo>
                    <a:lnTo>
                      <a:pt x="2193" y="323"/>
                    </a:lnTo>
                    <a:lnTo>
                      <a:pt x="2194" y="376"/>
                    </a:lnTo>
                    <a:lnTo>
                      <a:pt x="2194" y="338"/>
                    </a:lnTo>
                    <a:lnTo>
                      <a:pt x="2194" y="336"/>
                    </a:lnTo>
                    <a:lnTo>
                      <a:pt x="2195" y="301"/>
                    </a:lnTo>
                    <a:lnTo>
                      <a:pt x="2195" y="327"/>
                    </a:lnTo>
                    <a:lnTo>
                      <a:pt x="2196" y="327"/>
                    </a:lnTo>
                    <a:lnTo>
                      <a:pt x="2196" y="318"/>
                    </a:lnTo>
                    <a:lnTo>
                      <a:pt x="2196" y="327"/>
                    </a:lnTo>
                    <a:lnTo>
                      <a:pt x="2197" y="325"/>
                    </a:lnTo>
                    <a:lnTo>
                      <a:pt x="2197" y="325"/>
                    </a:lnTo>
                    <a:lnTo>
                      <a:pt x="2198" y="323"/>
                    </a:lnTo>
                    <a:lnTo>
                      <a:pt x="2198" y="329"/>
                    </a:lnTo>
                    <a:lnTo>
                      <a:pt x="2198" y="330"/>
                    </a:lnTo>
                    <a:lnTo>
                      <a:pt x="2199" y="340"/>
                    </a:lnTo>
                    <a:lnTo>
                      <a:pt x="2200" y="307"/>
                    </a:lnTo>
                    <a:lnTo>
                      <a:pt x="2200" y="309"/>
                    </a:lnTo>
                    <a:lnTo>
                      <a:pt x="2200" y="309"/>
                    </a:lnTo>
                    <a:lnTo>
                      <a:pt x="2200" y="309"/>
                    </a:lnTo>
                    <a:lnTo>
                      <a:pt x="2201" y="360"/>
                    </a:lnTo>
                    <a:lnTo>
                      <a:pt x="2201" y="310"/>
                    </a:lnTo>
                    <a:lnTo>
                      <a:pt x="2201" y="309"/>
                    </a:lnTo>
                    <a:lnTo>
                      <a:pt x="2202" y="289"/>
                    </a:lnTo>
                    <a:lnTo>
                      <a:pt x="2202" y="338"/>
                    </a:lnTo>
                    <a:lnTo>
                      <a:pt x="2203" y="332"/>
                    </a:lnTo>
                    <a:lnTo>
                      <a:pt x="2203" y="335"/>
                    </a:lnTo>
                    <a:lnTo>
                      <a:pt x="2204" y="346"/>
                    </a:lnTo>
                    <a:lnTo>
                      <a:pt x="2204" y="278"/>
                    </a:lnTo>
                    <a:lnTo>
                      <a:pt x="2204" y="277"/>
                    </a:lnTo>
                    <a:lnTo>
                      <a:pt x="2205" y="274"/>
                    </a:lnTo>
                    <a:lnTo>
                      <a:pt x="2206" y="338"/>
                    </a:lnTo>
                    <a:lnTo>
                      <a:pt x="2206" y="325"/>
                    </a:lnTo>
                    <a:lnTo>
                      <a:pt x="2206" y="324"/>
                    </a:lnTo>
                    <a:lnTo>
                      <a:pt x="2207" y="312"/>
                    </a:lnTo>
                    <a:lnTo>
                      <a:pt x="2207" y="360"/>
                    </a:lnTo>
                    <a:lnTo>
                      <a:pt x="2207" y="360"/>
                    </a:lnTo>
                    <a:lnTo>
                      <a:pt x="2207" y="360"/>
                    </a:lnTo>
                    <a:lnTo>
                      <a:pt x="2208" y="361"/>
                    </a:lnTo>
                    <a:lnTo>
                      <a:pt x="2208" y="308"/>
                    </a:lnTo>
                    <a:lnTo>
                      <a:pt x="2209" y="319"/>
                    </a:lnTo>
                    <a:lnTo>
                      <a:pt x="2209" y="320"/>
                    </a:lnTo>
                    <a:lnTo>
                      <a:pt x="2210" y="309"/>
                    </a:lnTo>
                    <a:lnTo>
                      <a:pt x="2210" y="343"/>
                    </a:lnTo>
                    <a:lnTo>
                      <a:pt x="2210" y="337"/>
                    </a:lnTo>
                    <a:lnTo>
                      <a:pt x="2211" y="336"/>
                    </a:lnTo>
                    <a:lnTo>
                      <a:pt x="2211" y="295"/>
                    </a:lnTo>
                    <a:lnTo>
                      <a:pt x="2212" y="338"/>
                    </a:lnTo>
                    <a:lnTo>
                      <a:pt x="2212" y="339"/>
                    </a:lnTo>
                    <a:lnTo>
                      <a:pt x="2212" y="346"/>
                    </a:lnTo>
                    <a:lnTo>
                      <a:pt x="2213" y="314"/>
                    </a:lnTo>
                    <a:lnTo>
                      <a:pt x="2213" y="319"/>
                    </a:lnTo>
                    <a:lnTo>
                      <a:pt x="2213" y="319"/>
                    </a:lnTo>
                    <a:lnTo>
                      <a:pt x="2214" y="340"/>
                    </a:lnTo>
                    <a:lnTo>
                      <a:pt x="2215" y="326"/>
                    </a:lnTo>
                    <a:lnTo>
                      <a:pt x="2215" y="326"/>
                    </a:lnTo>
                    <a:lnTo>
                      <a:pt x="2216" y="307"/>
                    </a:lnTo>
                    <a:lnTo>
                      <a:pt x="2216" y="318"/>
                    </a:lnTo>
                    <a:lnTo>
                      <a:pt x="2216" y="319"/>
                    </a:lnTo>
                    <a:lnTo>
                      <a:pt x="2217" y="335"/>
                    </a:lnTo>
                    <a:lnTo>
                      <a:pt x="2218" y="334"/>
                    </a:lnTo>
                    <a:lnTo>
                      <a:pt x="2218" y="334"/>
                    </a:lnTo>
                    <a:lnTo>
                      <a:pt x="2219" y="318"/>
                    </a:lnTo>
                    <a:lnTo>
                      <a:pt x="2219" y="324"/>
                    </a:lnTo>
                    <a:lnTo>
                      <a:pt x="2220" y="324"/>
                    </a:lnTo>
                    <a:lnTo>
                      <a:pt x="2220" y="324"/>
                    </a:lnTo>
                    <a:lnTo>
                      <a:pt x="2221" y="342"/>
                    </a:lnTo>
                    <a:lnTo>
                      <a:pt x="2221" y="343"/>
                    </a:lnTo>
                    <a:lnTo>
                      <a:pt x="2221" y="345"/>
                    </a:lnTo>
                    <a:lnTo>
                      <a:pt x="2222" y="301"/>
                    </a:lnTo>
                    <a:lnTo>
                      <a:pt x="2222" y="312"/>
                    </a:lnTo>
                    <a:lnTo>
                      <a:pt x="2222" y="313"/>
                    </a:lnTo>
                    <a:lnTo>
                      <a:pt x="2223" y="351"/>
                    </a:lnTo>
                    <a:lnTo>
                      <a:pt x="2224" y="298"/>
                    </a:lnTo>
                    <a:lnTo>
                      <a:pt x="2224" y="296"/>
                    </a:lnTo>
                    <a:lnTo>
                      <a:pt x="2225" y="289"/>
                    </a:lnTo>
                    <a:lnTo>
                      <a:pt x="2225" y="383"/>
                    </a:lnTo>
                    <a:lnTo>
                      <a:pt x="2225" y="376"/>
                    </a:lnTo>
                    <a:lnTo>
                      <a:pt x="2225" y="371"/>
                    </a:lnTo>
                    <a:lnTo>
                      <a:pt x="2226" y="373"/>
                    </a:lnTo>
                    <a:lnTo>
                      <a:pt x="2227" y="275"/>
                    </a:lnTo>
                    <a:lnTo>
                      <a:pt x="2227" y="275"/>
                    </a:lnTo>
                    <a:lnTo>
                      <a:pt x="2227" y="275"/>
                    </a:lnTo>
                    <a:lnTo>
                      <a:pt x="2228" y="336"/>
                    </a:lnTo>
                    <a:lnTo>
                      <a:pt x="2228" y="335"/>
                    </a:lnTo>
                    <a:lnTo>
                      <a:pt x="2228" y="335"/>
                    </a:lnTo>
                    <a:lnTo>
                      <a:pt x="2229" y="347"/>
                    </a:lnTo>
                    <a:lnTo>
                      <a:pt x="2230" y="328"/>
                    </a:lnTo>
                    <a:lnTo>
                      <a:pt x="2230" y="328"/>
                    </a:lnTo>
                    <a:lnTo>
                      <a:pt x="2230" y="321"/>
                    </a:lnTo>
                    <a:lnTo>
                      <a:pt x="2231" y="345"/>
                    </a:lnTo>
                    <a:lnTo>
                      <a:pt x="2231" y="327"/>
                    </a:lnTo>
                    <a:lnTo>
                      <a:pt x="2231" y="327"/>
                    </a:lnTo>
                    <a:lnTo>
                      <a:pt x="2232" y="328"/>
                    </a:lnTo>
                    <a:lnTo>
                      <a:pt x="2232" y="316"/>
                    </a:lnTo>
                    <a:lnTo>
                      <a:pt x="2233" y="320"/>
                    </a:lnTo>
                    <a:lnTo>
                      <a:pt x="2233" y="321"/>
                    </a:lnTo>
                    <a:lnTo>
                      <a:pt x="2234" y="344"/>
                    </a:lnTo>
                    <a:lnTo>
                      <a:pt x="2234" y="341"/>
                    </a:lnTo>
                    <a:lnTo>
                      <a:pt x="2235" y="341"/>
                    </a:lnTo>
                    <a:lnTo>
                      <a:pt x="2235" y="341"/>
                    </a:lnTo>
                    <a:lnTo>
                      <a:pt x="2235" y="302"/>
                    </a:lnTo>
                    <a:lnTo>
                      <a:pt x="2236" y="333"/>
                    </a:lnTo>
                    <a:lnTo>
                      <a:pt x="2236" y="334"/>
                    </a:lnTo>
                    <a:lnTo>
                      <a:pt x="2236" y="345"/>
                    </a:lnTo>
                    <a:lnTo>
                      <a:pt x="2237" y="307"/>
                    </a:lnTo>
                    <a:lnTo>
                      <a:pt x="2237" y="333"/>
                    </a:lnTo>
                    <a:lnTo>
                      <a:pt x="2237" y="333"/>
                    </a:lnTo>
                    <a:lnTo>
                      <a:pt x="2238" y="263"/>
                    </a:lnTo>
                    <a:lnTo>
                      <a:pt x="2239" y="363"/>
                    </a:lnTo>
                    <a:lnTo>
                      <a:pt x="2239" y="364"/>
                    </a:lnTo>
                    <a:lnTo>
                      <a:pt x="2239" y="381"/>
                    </a:lnTo>
                    <a:lnTo>
                      <a:pt x="2240" y="319"/>
                    </a:lnTo>
                    <a:lnTo>
                      <a:pt x="2240" y="336"/>
                    </a:lnTo>
                    <a:lnTo>
                      <a:pt x="2240" y="332"/>
                    </a:lnTo>
                    <a:lnTo>
                      <a:pt x="2241" y="273"/>
                    </a:lnTo>
                    <a:lnTo>
                      <a:pt x="2242" y="334"/>
                    </a:lnTo>
                    <a:lnTo>
                      <a:pt x="2242" y="334"/>
                    </a:lnTo>
                    <a:lnTo>
                      <a:pt x="2242" y="334"/>
                    </a:lnTo>
                    <a:lnTo>
                      <a:pt x="2243" y="318"/>
                    </a:lnTo>
                    <a:lnTo>
                      <a:pt x="2243" y="334"/>
                    </a:lnTo>
                    <a:lnTo>
                      <a:pt x="2244" y="334"/>
                    </a:lnTo>
                    <a:lnTo>
                      <a:pt x="2244" y="321"/>
                    </a:lnTo>
                    <a:lnTo>
                      <a:pt x="2245" y="331"/>
                    </a:lnTo>
                    <a:lnTo>
                      <a:pt x="2245" y="331"/>
                    </a:lnTo>
                    <a:lnTo>
                      <a:pt x="2246" y="343"/>
                    </a:lnTo>
                    <a:lnTo>
                      <a:pt x="2246" y="323"/>
                    </a:lnTo>
                    <a:lnTo>
                      <a:pt x="2246" y="322"/>
                    </a:lnTo>
                    <a:lnTo>
                      <a:pt x="2248" y="317"/>
                    </a:lnTo>
                    <a:lnTo>
                      <a:pt x="2248" y="324"/>
                    </a:lnTo>
                    <a:lnTo>
                      <a:pt x="2248" y="322"/>
                    </a:lnTo>
                    <a:lnTo>
                      <a:pt x="2248" y="323"/>
                    </a:lnTo>
                    <a:lnTo>
                      <a:pt x="2248" y="323"/>
                    </a:lnTo>
                    <a:lnTo>
                      <a:pt x="2249" y="313"/>
                    </a:lnTo>
                    <a:lnTo>
                      <a:pt x="2249" y="314"/>
                    </a:lnTo>
                    <a:lnTo>
                      <a:pt x="2249" y="314"/>
                    </a:lnTo>
                    <a:lnTo>
                      <a:pt x="2251" y="330"/>
                    </a:lnTo>
                    <a:lnTo>
                      <a:pt x="2251" y="330"/>
                    </a:lnTo>
                    <a:lnTo>
                      <a:pt x="2251" y="336"/>
                    </a:lnTo>
                    <a:lnTo>
                      <a:pt x="2252" y="317"/>
                    </a:lnTo>
                    <a:lnTo>
                      <a:pt x="2252" y="317"/>
                    </a:lnTo>
                    <a:lnTo>
                      <a:pt x="2252" y="317"/>
                    </a:lnTo>
                    <a:lnTo>
                      <a:pt x="2254" y="327"/>
                    </a:lnTo>
                    <a:lnTo>
                      <a:pt x="2254" y="319"/>
                    </a:lnTo>
                    <a:lnTo>
                      <a:pt x="2254" y="319"/>
                    </a:lnTo>
                    <a:lnTo>
                      <a:pt x="2255" y="330"/>
                    </a:lnTo>
                    <a:lnTo>
                      <a:pt x="2255" y="330"/>
                    </a:lnTo>
                    <a:lnTo>
                      <a:pt x="2256" y="331"/>
                    </a:lnTo>
                    <a:lnTo>
                      <a:pt x="2257" y="320"/>
                    </a:lnTo>
                    <a:lnTo>
                      <a:pt x="2257" y="322"/>
                    </a:lnTo>
                    <a:lnTo>
                      <a:pt x="2257" y="322"/>
                    </a:lnTo>
                    <a:lnTo>
                      <a:pt x="2257" y="328"/>
                    </a:lnTo>
                    <a:lnTo>
                      <a:pt x="2258" y="319"/>
                    </a:lnTo>
                    <a:lnTo>
                      <a:pt x="2258" y="327"/>
                    </a:lnTo>
                    <a:lnTo>
                      <a:pt x="2259" y="327"/>
                    </a:lnTo>
                    <a:lnTo>
                      <a:pt x="2259" y="334"/>
                    </a:lnTo>
                    <a:lnTo>
                      <a:pt x="2260" y="305"/>
                    </a:lnTo>
                    <a:lnTo>
                      <a:pt x="2260" y="330"/>
                    </a:lnTo>
                    <a:lnTo>
                      <a:pt x="2260" y="331"/>
                    </a:lnTo>
                    <a:lnTo>
                      <a:pt x="2261" y="353"/>
                    </a:lnTo>
                    <a:lnTo>
                      <a:pt x="2261" y="256"/>
                    </a:lnTo>
                    <a:lnTo>
                      <a:pt x="2261" y="282"/>
                    </a:lnTo>
                    <a:lnTo>
                      <a:pt x="2261" y="284"/>
                    </a:lnTo>
                    <a:lnTo>
                      <a:pt x="2262" y="450"/>
                    </a:lnTo>
                    <a:lnTo>
                      <a:pt x="2263" y="263"/>
                    </a:lnTo>
                    <a:lnTo>
                      <a:pt x="2263" y="262"/>
                    </a:lnTo>
                    <a:lnTo>
                      <a:pt x="2263" y="259"/>
                    </a:lnTo>
                    <a:lnTo>
                      <a:pt x="2264" y="404"/>
                    </a:lnTo>
                    <a:lnTo>
                      <a:pt x="2264" y="406"/>
                    </a:lnTo>
                    <a:lnTo>
                      <a:pt x="2265" y="407"/>
                    </a:lnTo>
                    <a:lnTo>
                      <a:pt x="2266" y="258"/>
                    </a:lnTo>
                    <a:lnTo>
                      <a:pt x="2266" y="327"/>
                    </a:lnTo>
                    <a:lnTo>
                      <a:pt x="2266" y="327"/>
                    </a:lnTo>
                    <a:lnTo>
                      <a:pt x="2266" y="364"/>
                    </a:lnTo>
                    <a:lnTo>
                      <a:pt x="2267" y="274"/>
                    </a:lnTo>
                    <a:lnTo>
                      <a:pt x="2267" y="296"/>
                    </a:lnTo>
                    <a:lnTo>
                      <a:pt x="2268" y="298"/>
                    </a:lnTo>
                    <a:lnTo>
                      <a:pt x="2268" y="360"/>
                    </a:lnTo>
                    <a:lnTo>
                      <a:pt x="2269" y="323"/>
                    </a:lnTo>
                    <a:lnTo>
                      <a:pt x="2269" y="324"/>
                    </a:lnTo>
                    <a:lnTo>
                      <a:pt x="2269" y="324"/>
                    </a:lnTo>
                    <a:lnTo>
                      <a:pt x="2270" y="313"/>
                    </a:lnTo>
                    <a:lnTo>
                      <a:pt x="2270" y="313"/>
                    </a:lnTo>
                    <a:lnTo>
                      <a:pt x="2271" y="312"/>
                    </a:lnTo>
                    <a:lnTo>
                      <a:pt x="2272" y="328"/>
                    </a:lnTo>
                    <a:lnTo>
                      <a:pt x="2272" y="325"/>
                    </a:lnTo>
                    <a:lnTo>
                      <a:pt x="2272" y="324"/>
                    </a:lnTo>
                    <a:lnTo>
                      <a:pt x="2273" y="317"/>
                    </a:lnTo>
                    <a:lnTo>
                      <a:pt x="2273" y="339"/>
                    </a:lnTo>
                    <a:lnTo>
                      <a:pt x="2273" y="338"/>
                    </a:lnTo>
                    <a:lnTo>
                      <a:pt x="2273" y="338"/>
                    </a:lnTo>
                    <a:lnTo>
                      <a:pt x="2274" y="346"/>
                    </a:lnTo>
                    <a:lnTo>
                      <a:pt x="2275" y="285"/>
                    </a:lnTo>
                    <a:lnTo>
                      <a:pt x="2275" y="310"/>
                    </a:lnTo>
                    <a:lnTo>
                      <a:pt x="2275" y="311"/>
                    </a:lnTo>
                    <a:lnTo>
                      <a:pt x="2276" y="386"/>
                    </a:lnTo>
                    <a:lnTo>
                      <a:pt x="2276" y="321"/>
                    </a:lnTo>
                    <a:lnTo>
                      <a:pt x="2276" y="319"/>
                    </a:lnTo>
                    <a:lnTo>
                      <a:pt x="2278" y="276"/>
                    </a:lnTo>
                    <a:lnTo>
                      <a:pt x="2278" y="316"/>
                    </a:lnTo>
                    <a:lnTo>
                      <a:pt x="2278" y="317"/>
                    </a:lnTo>
                    <a:lnTo>
                      <a:pt x="2278" y="348"/>
                    </a:lnTo>
                    <a:lnTo>
                      <a:pt x="2279" y="237"/>
                    </a:lnTo>
                    <a:lnTo>
                      <a:pt x="2279" y="299"/>
                    </a:lnTo>
                    <a:lnTo>
                      <a:pt x="2279" y="302"/>
                    </a:lnTo>
                    <a:lnTo>
                      <a:pt x="2280" y="413"/>
                    </a:lnTo>
                    <a:lnTo>
                      <a:pt x="2281" y="323"/>
                    </a:lnTo>
                    <a:lnTo>
                      <a:pt x="2281" y="321"/>
                    </a:lnTo>
                    <a:lnTo>
                      <a:pt x="2282" y="292"/>
                    </a:lnTo>
                    <a:lnTo>
                      <a:pt x="2282" y="330"/>
                    </a:lnTo>
                    <a:lnTo>
                      <a:pt x="2282" y="331"/>
                    </a:lnTo>
                    <a:lnTo>
                      <a:pt x="2283" y="355"/>
                    </a:lnTo>
                    <a:lnTo>
                      <a:pt x="2284" y="330"/>
                    </a:lnTo>
                    <a:lnTo>
                      <a:pt x="2284" y="330"/>
                    </a:lnTo>
                    <a:lnTo>
                      <a:pt x="2284" y="320"/>
                    </a:lnTo>
                    <a:lnTo>
                      <a:pt x="2285" y="348"/>
                    </a:lnTo>
                    <a:lnTo>
                      <a:pt x="2285" y="349"/>
                    </a:lnTo>
                    <a:lnTo>
                      <a:pt x="2286" y="352"/>
                    </a:lnTo>
                    <a:lnTo>
                      <a:pt x="2287" y="222"/>
                    </a:lnTo>
                    <a:lnTo>
                      <a:pt x="2287" y="254"/>
                    </a:lnTo>
                    <a:lnTo>
                      <a:pt x="2287" y="256"/>
                    </a:lnTo>
                    <a:lnTo>
                      <a:pt x="2288" y="513"/>
                    </a:lnTo>
                    <a:lnTo>
                      <a:pt x="2288" y="347"/>
                    </a:lnTo>
                    <a:lnTo>
                      <a:pt x="2288" y="338"/>
                    </a:lnTo>
                    <a:lnTo>
                      <a:pt x="2289" y="14"/>
                    </a:lnTo>
                    <a:lnTo>
                      <a:pt x="2290" y="487"/>
                    </a:lnTo>
                    <a:lnTo>
                      <a:pt x="2290" y="493"/>
                    </a:lnTo>
                    <a:lnTo>
                      <a:pt x="2290" y="507"/>
                    </a:lnTo>
                    <a:lnTo>
                      <a:pt x="2291" y="317"/>
                    </a:lnTo>
                    <a:lnTo>
                      <a:pt x="2292" y="317"/>
                    </a:lnTo>
                    <a:lnTo>
                      <a:pt x="2292" y="317"/>
                    </a:lnTo>
                    <a:lnTo>
                      <a:pt x="2293" y="298"/>
                    </a:lnTo>
                    <a:lnTo>
                      <a:pt x="2293" y="305"/>
                    </a:lnTo>
                    <a:lnTo>
                      <a:pt x="2293" y="306"/>
                    </a:lnTo>
                    <a:lnTo>
                      <a:pt x="2294" y="306"/>
                    </a:lnTo>
                    <a:lnTo>
                      <a:pt x="2294" y="326"/>
                    </a:lnTo>
                    <a:lnTo>
                      <a:pt x="2294" y="326"/>
                    </a:lnTo>
                    <a:lnTo>
                      <a:pt x="2296" y="321"/>
                    </a:lnTo>
                    <a:lnTo>
                      <a:pt x="2296" y="331"/>
                    </a:lnTo>
                    <a:lnTo>
                      <a:pt x="2296" y="332"/>
                    </a:lnTo>
                    <a:lnTo>
                      <a:pt x="2297" y="335"/>
                    </a:lnTo>
                    <a:lnTo>
                      <a:pt x="2297" y="324"/>
                    </a:lnTo>
                    <a:lnTo>
                      <a:pt x="2297" y="327"/>
                    </a:lnTo>
                    <a:lnTo>
                      <a:pt x="2297" y="328"/>
                    </a:lnTo>
                    <a:lnTo>
                      <a:pt x="2298" y="329"/>
                    </a:lnTo>
                    <a:lnTo>
                      <a:pt x="2298" y="321"/>
                    </a:lnTo>
                    <a:lnTo>
                      <a:pt x="2299" y="324"/>
                    </a:lnTo>
                    <a:lnTo>
                      <a:pt x="2299" y="323"/>
                    </a:lnTo>
                    <a:lnTo>
                      <a:pt x="2300" y="328"/>
                    </a:lnTo>
                    <a:lnTo>
                      <a:pt x="2300" y="315"/>
                    </a:lnTo>
                    <a:lnTo>
                      <a:pt x="2300" y="315"/>
                    </a:lnTo>
                    <a:lnTo>
                      <a:pt x="2301" y="308"/>
                    </a:lnTo>
                    <a:lnTo>
                      <a:pt x="2302" y="332"/>
                    </a:lnTo>
                    <a:lnTo>
                      <a:pt x="2302" y="329"/>
                    </a:lnTo>
                    <a:lnTo>
                      <a:pt x="2302" y="329"/>
                    </a:lnTo>
                    <a:lnTo>
                      <a:pt x="2303" y="324"/>
                    </a:lnTo>
                    <a:lnTo>
                      <a:pt x="2303" y="332"/>
                    </a:lnTo>
                    <a:lnTo>
                      <a:pt x="2303" y="333"/>
                    </a:lnTo>
                    <a:lnTo>
                      <a:pt x="2304" y="334"/>
                    </a:lnTo>
                    <a:lnTo>
                      <a:pt x="2305" y="314"/>
                    </a:lnTo>
                    <a:lnTo>
                      <a:pt x="2305" y="319"/>
                    </a:lnTo>
                    <a:lnTo>
                      <a:pt x="2305" y="319"/>
                    </a:lnTo>
                    <a:lnTo>
                      <a:pt x="2305" y="315"/>
                    </a:lnTo>
                    <a:lnTo>
                      <a:pt x="2306" y="330"/>
                    </a:lnTo>
                    <a:lnTo>
                      <a:pt x="2306" y="328"/>
                    </a:lnTo>
                    <a:lnTo>
                      <a:pt x="2306" y="328"/>
                    </a:lnTo>
                    <a:lnTo>
                      <a:pt x="2307" y="321"/>
                    </a:lnTo>
                    <a:lnTo>
                      <a:pt x="2308" y="333"/>
                    </a:lnTo>
                    <a:lnTo>
                      <a:pt x="2308" y="328"/>
                    </a:lnTo>
                    <a:lnTo>
                      <a:pt x="2308" y="327"/>
                    </a:lnTo>
                    <a:lnTo>
                      <a:pt x="2309" y="313"/>
                    </a:lnTo>
                    <a:lnTo>
                      <a:pt x="2309" y="313"/>
                    </a:lnTo>
                    <a:lnTo>
                      <a:pt x="2310" y="312"/>
                    </a:lnTo>
                    <a:lnTo>
                      <a:pt x="2311" y="344"/>
                    </a:lnTo>
                    <a:lnTo>
                      <a:pt x="2311" y="343"/>
                    </a:lnTo>
                    <a:lnTo>
                      <a:pt x="2311" y="343"/>
                    </a:lnTo>
                    <a:lnTo>
                      <a:pt x="2312" y="349"/>
                    </a:lnTo>
                    <a:lnTo>
                      <a:pt x="2312" y="317"/>
                    </a:lnTo>
                    <a:lnTo>
                      <a:pt x="2312" y="317"/>
                    </a:lnTo>
                    <a:lnTo>
                      <a:pt x="2314" y="322"/>
                    </a:lnTo>
                    <a:lnTo>
                      <a:pt x="2314" y="307"/>
                    </a:lnTo>
                    <a:lnTo>
                      <a:pt x="2314" y="307"/>
                    </a:lnTo>
                    <a:lnTo>
                      <a:pt x="2314" y="307"/>
                    </a:lnTo>
                    <a:lnTo>
                      <a:pt x="2315" y="348"/>
                    </a:lnTo>
                    <a:lnTo>
                      <a:pt x="2315" y="288"/>
                    </a:lnTo>
                    <a:lnTo>
                      <a:pt x="2316" y="287"/>
                    </a:lnTo>
                    <a:lnTo>
                      <a:pt x="2316" y="278"/>
                    </a:lnTo>
                    <a:lnTo>
                      <a:pt x="2317" y="410"/>
                    </a:lnTo>
                    <a:lnTo>
                      <a:pt x="2317" y="408"/>
                    </a:lnTo>
                    <a:lnTo>
                      <a:pt x="2317" y="405"/>
                    </a:lnTo>
                    <a:lnTo>
                      <a:pt x="2319" y="292"/>
                    </a:lnTo>
                    <a:lnTo>
                      <a:pt x="2319" y="301"/>
                    </a:lnTo>
                    <a:lnTo>
                      <a:pt x="2319" y="302"/>
                    </a:lnTo>
                    <a:lnTo>
                      <a:pt x="2320" y="266"/>
                    </a:lnTo>
                    <a:lnTo>
                      <a:pt x="2320" y="339"/>
                    </a:lnTo>
                    <a:lnTo>
                      <a:pt x="2320" y="341"/>
                    </a:lnTo>
                    <a:lnTo>
                      <a:pt x="2321" y="393"/>
                    </a:lnTo>
                    <a:lnTo>
                      <a:pt x="2322" y="295"/>
                    </a:lnTo>
                    <a:lnTo>
                      <a:pt x="2322" y="299"/>
                    </a:lnTo>
                    <a:lnTo>
                      <a:pt x="2322" y="300"/>
                    </a:lnTo>
                    <a:lnTo>
                      <a:pt x="2323" y="336"/>
                    </a:lnTo>
                    <a:lnTo>
                      <a:pt x="2323" y="311"/>
                    </a:lnTo>
                    <a:lnTo>
                      <a:pt x="2323" y="311"/>
                    </a:lnTo>
                    <a:lnTo>
                      <a:pt x="2324" y="364"/>
                    </a:lnTo>
                    <a:lnTo>
                      <a:pt x="2325" y="315"/>
                    </a:lnTo>
                    <a:lnTo>
                      <a:pt x="2325" y="314"/>
                    </a:lnTo>
                    <a:lnTo>
                      <a:pt x="2325" y="291"/>
                    </a:lnTo>
                    <a:lnTo>
                      <a:pt x="2326" y="344"/>
                    </a:lnTo>
                    <a:lnTo>
                      <a:pt x="2326" y="330"/>
                    </a:lnTo>
                    <a:lnTo>
                      <a:pt x="2326" y="329"/>
                    </a:lnTo>
                    <a:lnTo>
                      <a:pt x="2327" y="310"/>
                    </a:lnTo>
                    <a:lnTo>
                      <a:pt x="2328" y="321"/>
                    </a:lnTo>
                    <a:lnTo>
                      <a:pt x="2328" y="321"/>
                    </a:lnTo>
                    <a:lnTo>
                      <a:pt x="2329" y="352"/>
                    </a:lnTo>
                    <a:lnTo>
                      <a:pt x="2329" y="313"/>
                    </a:lnTo>
                    <a:lnTo>
                      <a:pt x="2329" y="312"/>
                    </a:lnTo>
                    <a:lnTo>
                      <a:pt x="2330" y="240"/>
                    </a:lnTo>
                    <a:lnTo>
                      <a:pt x="2331" y="459"/>
                    </a:lnTo>
                    <a:lnTo>
                      <a:pt x="2331" y="444"/>
                    </a:lnTo>
                    <a:lnTo>
                      <a:pt x="2331" y="443"/>
                    </a:lnTo>
                    <a:lnTo>
                      <a:pt x="2332" y="225"/>
                    </a:lnTo>
                    <a:lnTo>
                      <a:pt x="2332" y="309"/>
                    </a:lnTo>
                    <a:lnTo>
                      <a:pt x="2332" y="311"/>
                    </a:lnTo>
                    <a:lnTo>
                      <a:pt x="2333" y="355"/>
                    </a:lnTo>
                    <a:lnTo>
                      <a:pt x="2334" y="338"/>
                    </a:lnTo>
                    <a:lnTo>
                      <a:pt x="2334" y="338"/>
                    </a:lnTo>
                    <a:lnTo>
                      <a:pt x="2335" y="308"/>
                    </a:lnTo>
                    <a:lnTo>
                      <a:pt x="2335" y="323"/>
                    </a:lnTo>
                    <a:lnTo>
                      <a:pt x="2335" y="323"/>
                    </a:lnTo>
                    <a:lnTo>
                      <a:pt x="2335" y="338"/>
                    </a:lnTo>
                    <a:lnTo>
                      <a:pt x="2337" y="295"/>
                    </a:lnTo>
                    <a:lnTo>
                      <a:pt x="2337" y="298"/>
                    </a:lnTo>
                    <a:lnTo>
                      <a:pt x="2337" y="298"/>
                    </a:lnTo>
                    <a:lnTo>
                      <a:pt x="2338" y="332"/>
                    </a:lnTo>
                    <a:lnTo>
                      <a:pt x="2338" y="330"/>
                    </a:lnTo>
                    <a:lnTo>
                      <a:pt x="2338" y="330"/>
                    </a:lnTo>
                    <a:lnTo>
                      <a:pt x="2339" y="341"/>
                    </a:lnTo>
                    <a:lnTo>
                      <a:pt x="2340" y="270"/>
                    </a:lnTo>
                    <a:lnTo>
                      <a:pt x="2340" y="280"/>
                    </a:lnTo>
                    <a:lnTo>
                      <a:pt x="2340" y="282"/>
                    </a:lnTo>
                    <a:lnTo>
                      <a:pt x="2340" y="424"/>
                    </a:lnTo>
                    <a:lnTo>
                      <a:pt x="2341" y="292"/>
                    </a:lnTo>
                    <a:lnTo>
                      <a:pt x="2341" y="293"/>
                    </a:lnTo>
                    <a:lnTo>
                      <a:pt x="2342" y="341"/>
                    </a:lnTo>
                    <a:lnTo>
                      <a:pt x="2343" y="281"/>
                    </a:lnTo>
                    <a:lnTo>
                      <a:pt x="2343" y="290"/>
                    </a:lnTo>
                    <a:lnTo>
                      <a:pt x="2343" y="290"/>
                    </a:lnTo>
                    <a:lnTo>
                      <a:pt x="2343" y="340"/>
                    </a:lnTo>
                    <a:lnTo>
                      <a:pt x="2344" y="338"/>
                    </a:lnTo>
                    <a:lnTo>
                      <a:pt x="2344" y="338"/>
                    </a:lnTo>
                    <a:lnTo>
                      <a:pt x="2345" y="350"/>
                    </a:lnTo>
                    <a:lnTo>
                      <a:pt x="2346" y="315"/>
                    </a:lnTo>
                    <a:lnTo>
                      <a:pt x="2346" y="313"/>
                    </a:lnTo>
                    <a:lnTo>
                      <a:pt x="2346" y="275"/>
                    </a:lnTo>
                    <a:lnTo>
                      <a:pt x="2347" y="385"/>
                    </a:lnTo>
                    <a:lnTo>
                      <a:pt x="2347" y="385"/>
                    </a:lnTo>
                    <a:lnTo>
                      <a:pt x="2347" y="384"/>
                    </a:lnTo>
                    <a:lnTo>
                      <a:pt x="2348" y="281"/>
                    </a:lnTo>
                    <a:lnTo>
                      <a:pt x="2349" y="314"/>
                    </a:lnTo>
                    <a:lnTo>
                      <a:pt x="2349" y="315"/>
                    </a:lnTo>
                    <a:lnTo>
                      <a:pt x="2349" y="329"/>
                    </a:lnTo>
                    <a:lnTo>
                      <a:pt x="2350" y="322"/>
                    </a:lnTo>
                    <a:lnTo>
                      <a:pt x="2350" y="323"/>
                    </a:lnTo>
                    <a:lnTo>
                      <a:pt x="2351" y="344"/>
                    </a:lnTo>
                    <a:lnTo>
                      <a:pt x="2352" y="315"/>
                    </a:lnTo>
                    <a:lnTo>
                      <a:pt x="2352" y="315"/>
                    </a:lnTo>
                    <a:lnTo>
                      <a:pt x="2353" y="334"/>
                    </a:lnTo>
                    <a:lnTo>
                      <a:pt x="2353" y="303"/>
                    </a:lnTo>
                    <a:lnTo>
                      <a:pt x="2353" y="305"/>
                    </a:lnTo>
                    <a:lnTo>
                      <a:pt x="2354" y="289"/>
                    </a:lnTo>
                    <a:lnTo>
                      <a:pt x="2355" y="410"/>
                    </a:lnTo>
                    <a:lnTo>
                      <a:pt x="2355" y="410"/>
                    </a:lnTo>
                    <a:lnTo>
                      <a:pt x="2355" y="413"/>
                    </a:lnTo>
                    <a:lnTo>
                      <a:pt x="2355" y="416"/>
                    </a:lnTo>
                    <a:lnTo>
                      <a:pt x="2356" y="260"/>
                    </a:lnTo>
                    <a:lnTo>
                      <a:pt x="2356" y="316"/>
                    </a:lnTo>
                    <a:lnTo>
                      <a:pt x="2356" y="319"/>
                    </a:lnTo>
                    <a:lnTo>
                      <a:pt x="2357" y="355"/>
                    </a:lnTo>
                    <a:lnTo>
                      <a:pt x="2358" y="305"/>
                    </a:lnTo>
                    <a:lnTo>
                      <a:pt x="2358" y="306"/>
                    </a:lnTo>
                    <a:lnTo>
                      <a:pt x="2358" y="307"/>
                    </a:lnTo>
                    <a:lnTo>
                      <a:pt x="2359" y="338"/>
                    </a:lnTo>
                    <a:lnTo>
                      <a:pt x="2359" y="321"/>
                    </a:lnTo>
                    <a:lnTo>
                      <a:pt x="2359" y="321"/>
                    </a:lnTo>
                    <a:lnTo>
                      <a:pt x="2360" y="307"/>
                    </a:lnTo>
                    <a:lnTo>
                      <a:pt x="2361" y="334"/>
                    </a:lnTo>
                    <a:lnTo>
                      <a:pt x="2361" y="335"/>
                    </a:lnTo>
                    <a:lnTo>
                      <a:pt x="2361" y="341"/>
                    </a:lnTo>
                    <a:lnTo>
                      <a:pt x="2362" y="317"/>
                    </a:lnTo>
                    <a:lnTo>
                      <a:pt x="2362" y="318"/>
                    </a:lnTo>
                    <a:lnTo>
                      <a:pt x="2362" y="318"/>
                    </a:lnTo>
                    <a:lnTo>
                      <a:pt x="2362" y="316"/>
                    </a:lnTo>
                    <a:lnTo>
                      <a:pt x="2363" y="326"/>
                    </a:lnTo>
                    <a:lnTo>
                      <a:pt x="2364" y="319"/>
                    </a:lnTo>
                    <a:lnTo>
                      <a:pt x="2364" y="318"/>
                    </a:lnTo>
                    <a:lnTo>
                      <a:pt x="2365" y="329"/>
                    </a:lnTo>
                    <a:lnTo>
                      <a:pt x="2365" y="314"/>
                    </a:lnTo>
                    <a:lnTo>
                      <a:pt x="2365" y="314"/>
                    </a:lnTo>
                    <a:lnTo>
                      <a:pt x="2365" y="314"/>
                    </a:lnTo>
                    <a:lnTo>
                      <a:pt x="2365" y="280"/>
                    </a:lnTo>
                    <a:lnTo>
                      <a:pt x="2367" y="383"/>
                    </a:lnTo>
                    <a:lnTo>
                      <a:pt x="2367" y="335"/>
                    </a:lnTo>
                    <a:lnTo>
                      <a:pt x="2367" y="333"/>
                    </a:lnTo>
                    <a:lnTo>
                      <a:pt x="2367" y="309"/>
                    </a:lnTo>
                    <a:lnTo>
                      <a:pt x="2368" y="334"/>
                    </a:lnTo>
                    <a:lnTo>
                      <a:pt x="2368" y="334"/>
                    </a:lnTo>
                    <a:lnTo>
                      <a:pt x="2369" y="350"/>
                    </a:lnTo>
                    <a:lnTo>
                      <a:pt x="2370" y="296"/>
                    </a:lnTo>
                    <a:lnTo>
                      <a:pt x="2370" y="311"/>
                    </a:lnTo>
                    <a:lnTo>
                      <a:pt x="2370" y="312"/>
                    </a:lnTo>
                    <a:lnTo>
                      <a:pt x="2370" y="345"/>
                    </a:lnTo>
                    <a:lnTo>
                      <a:pt x="2371" y="308"/>
                    </a:lnTo>
                    <a:lnTo>
                      <a:pt x="2371" y="308"/>
                    </a:lnTo>
                    <a:lnTo>
                      <a:pt x="2371" y="307"/>
                    </a:lnTo>
                    <a:lnTo>
                      <a:pt x="2373" y="338"/>
                    </a:lnTo>
                    <a:lnTo>
                      <a:pt x="2373" y="326"/>
                    </a:lnTo>
                    <a:lnTo>
                      <a:pt x="2373" y="326"/>
                    </a:lnTo>
                    <a:lnTo>
                      <a:pt x="2374" y="340"/>
                    </a:lnTo>
                    <a:lnTo>
                      <a:pt x="2374" y="310"/>
                    </a:lnTo>
                    <a:lnTo>
                      <a:pt x="2374" y="309"/>
                    </a:lnTo>
                    <a:lnTo>
                      <a:pt x="2374" y="307"/>
                    </a:lnTo>
                    <a:lnTo>
                      <a:pt x="2375" y="353"/>
                    </a:lnTo>
                    <a:lnTo>
                      <a:pt x="2376" y="351"/>
                    </a:lnTo>
                    <a:lnTo>
                      <a:pt x="2376" y="351"/>
                    </a:lnTo>
                    <a:lnTo>
                      <a:pt x="2376" y="352"/>
                    </a:lnTo>
                    <a:lnTo>
                      <a:pt x="2377" y="309"/>
                    </a:lnTo>
                    <a:lnTo>
                      <a:pt x="2377" y="315"/>
                    </a:lnTo>
                    <a:lnTo>
                      <a:pt x="2377" y="316"/>
                    </a:lnTo>
                    <a:lnTo>
                      <a:pt x="2378" y="312"/>
                    </a:lnTo>
                    <a:lnTo>
                      <a:pt x="2379" y="329"/>
                    </a:lnTo>
                    <a:lnTo>
                      <a:pt x="2379" y="330"/>
                    </a:lnTo>
                    <a:lnTo>
                      <a:pt x="2380" y="301"/>
                    </a:lnTo>
                    <a:lnTo>
                      <a:pt x="2380" y="351"/>
                    </a:lnTo>
                    <a:lnTo>
                      <a:pt x="2380" y="351"/>
                    </a:lnTo>
                    <a:lnTo>
                      <a:pt x="2381" y="307"/>
                    </a:lnTo>
                    <a:lnTo>
                      <a:pt x="2382" y="366"/>
                    </a:lnTo>
                    <a:lnTo>
                      <a:pt x="2382" y="367"/>
                    </a:lnTo>
                    <a:lnTo>
                      <a:pt x="2382" y="368"/>
                    </a:lnTo>
                    <a:lnTo>
                      <a:pt x="2383" y="276"/>
                    </a:lnTo>
                    <a:lnTo>
                      <a:pt x="2383" y="362"/>
                    </a:lnTo>
                    <a:lnTo>
                      <a:pt x="2383" y="364"/>
                    </a:lnTo>
                    <a:lnTo>
                      <a:pt x="2383" y="370"/>
                    </a:lnTo>
                    <a:lnTo>
                      <a:pt x="2385" y="299"/>
                    </a:lnTo>
                    <a:lnTo>
                      <a:pt x="2385" y="300"/>
                    </a:lnTo>
                    <a:lnTo>
                      <a:pt x="2385" y="299"/>
                    </a:lnTo>
                    <a:lnTo>
                      <a:pt x="2386" y="284"/>
                    </a:lnTo>
                    <a:lnTo>
                      <a:pt x="2386" y="305"/>
                    </a:lnTo>
                    <a:lnTo>
                      <a:pt x="2386" y="306"/>
                    </a:lnTo>
                    <a:lnTo>
                      <a:pt x="2388" y="345"/>
                    </a:lnTo>
                    <a:lnTo>
                      <a:pt x="2388" y="338"/>
                    </a:lnTo>
                    <a:lnTo>
                      <a:pt x="2388" y="338"/>
                    </a:lnTo>
                    <a:lnTo>
                      <a:pt x="2389" y="322"/>
                    </a:lnTo>
                    <a:lnTo>
                      <a:pt x="2389" y="328"/>
                    </a:lnTo>
                    <a:lnTo>
                      <a:pt x="2389" y="329"/>
                    </a:lnTo>
                    <a:lnTo>
                      <a:pt x="2390" y="324"/>
                    </a:lnTo>
                    <a:lnTo>
                      <a:pt x="2391" y="376"/>
                    </a:lnTo>
                    <a:lnTo>
                      <a:pt x="2391" y="360"/>
                    </a:lnTo>
                    <a:lnTo>
                      <a:pt x="2391" y="355"/>
                    </a:lnTo>
                    <a:lnTo>
                      <a:pt x="2392" y="267"/>
                    </a:lnTo>
                    <a:lnTo>
                      <a:pt x="2392" y="348"/>
                    </a:lnTo>
                    <a:lnTo>
                      <a:pt x="2393" y="348"/>
                    </a:lnTo>
                    <a:lnTo>
                      <a:pt x="2393" y="353"/>
                    </a:lnTo>
                    <a:lnTo>
                      <a:pt x="2394" y="319"/>
                    </a:lnTo>
                    <a:lnTo>
                      <a:pt x="2394" y="319"/>
                    </a:lnTo>
                    <a:lnTo>
                      <a:pt x="2394" y="319"/>
                    </a:lnTo>
                    <a:lnTo>
                      <a:pt x="2394" y="331"/>
                    </a:lnTo>
                    <a:lnTo>
                      <a:pt x="2395" y="323"/>
                    </a:lnTo>
                    <a:lnTo>
                      <a:pt x="2395" y="323"/>
                    </a:lnTo>
                    <a:lnTo>
                      <a:pt x="2396" y="329"/>
                    </a:lnTo>
                    <a:lnTo>
                      <a:pt x="2397" y="327"/>
                    </a:lnTo>
                    <a:lnTo>
                      <a:pt x="2397" y="327"/>
                    </a:lnTo>
                    <a:lnTo>
                      <a:pt x="2397" y="315"/>
                    </a:lnTo>
                    <a:lnTo>
                      <a:pt x="2398" y="335"/>
                    </a:lnTo>
                    <a:lnTo>
                      <a:pt x="2398" y="326"/>
                    </a:lnTo>
                    <a:lnTo>
                      <a:pt x="2398" y="326"/>
                    </a:lnTo>
                    <a:lnTo>
                      <a:pt x="2399" y="258"/>
                    </a:lnTo>
                    <a:lnTo>
                      <a:pt x="2400" y="409"/>
                    </a:lnTo>
                    <a:lnTo>
                      <a:pt x="2400" y="410"/>
                    </a:lnTo>
                    <a:lnTo>
                      <a:pt x="2400" y="410"/>
                    </a:lnTo>
                    <a:lnTo>
                      <a:pt x="2401" y="286"/>
                    </a:lnTo>
                    <a:lnTo>
                      <a:pt x="2401" y="320"/>
                    </a:lnTo>
                    <a:lnTo>
                      <a:pt x="2401" y="320"/>
                    </a:lnTo>
                    <a:lnTo>
                      <a:pt x="2402" y="333"/>
                    </a:lnTo>
                    <a:lnTo>
                      <a:pt x="2403" y="332"/>
                    </a:lnTo>
                    <a:lnTo>
                      <a:pt x="2403" y="332"/>
                    </a:lnTo>
                    <a:lnTo>
                      <a:pt x="2403" y="333"/>
                    </a:lnTo>
                    <a:lnTo>
                      <a:pt x="2404" y="323"/>
                    </a:lnTo>
                    <a:lnTo>
                      <a:pt x="2404" y="325"/>
                    </a:lnTo>
                    <a:lnTo>
                      <a:pt x="2404" y="325"/>
                    </a:lnTo>
                    <a:lnTo>
                      <a:pt x="2405" y="324"/>
                    </a:lnTo>
                    <a:lnTo>
                      <a:pt x="2406" y="333"/>
                    </a:lnTo>
                    <a:lnTo>
                      <a:pt x="2406" y="333"/>
                    </a:lnTo>
                    <a:lnTo>
                      <a:pt x="2407" y="304"/>
                    </a:lnTo>
                    <a:lnTo>
                      <a:pt x="2407" y="308"/>
                    </a:lnTo>
                    <a:lnTo>
                      <a:pt x="2407" y="308"/>
                    </a:lnTo>
                    <a:lnTo>
                      <a:pt x="2408" y="334"/>
                    </a:lnTo>
                    <a:lnTo>
                      <a:pt x="2409" y="328"/>
                    </a:lnTo>
                    <a:lnTo>
                      <a:pt x="2409" y="328"/>
                    </a:lnTo>
                    <a:lnTo>
                      <a:pt x="2410" y="329"/>
                    </a:lnTo>
                    <a:lnTo>
                      <a:pt x="2410" y="323"/>
                    </a:lnTo>
                    <a:lnTo>
                      <a:pt x="2410" y="323"/>
                    </a:lnTo>
                    <a:lnTo>
                      <a:pt x="2411" y="314"/>
                    </a:lnTo>
                    <a:lnTo>
                      <a:pt x="2412" y="324"/>
                    </a:lnTo>
                    <a:lnTo>
                      <a:pt x="2412" y="321"/>
                    </a:lnTo>
                    <a:lnTo>
                      <a:pt x="2412" y="321"/>
                    </a:lnTo>
                    <a:lnTo>
                      <a:pt x="2412" y="319"/>
                    </a:lnTo>
                    <a:lnTo>
                      <a:pt x="2413" y="339"/>
                    </a:lnTo>
                    <a:lnTo>
                      <a:pt x="2413" y="341"/>
                    </a:lnTo>
                    <a:lnTo>
                      <a:pt x="2414" y="346"/>
                    </a:lnTo>
                    <a:lnTo>
                      <a:pt x="2414" y="284"/>
                    </a:lnTo>
                    <a:lnTo>
                      <a:pt x="2415" y="341"/>
                    </a:lnTo>
                    <a:lnTo>
                      <a:pt x="2415" y="344"/>
                    </a:lnTo>
                    <a:lnTo>
                      <a:pt x="2415" y="385"/>
                    </a:lnTo>
                    <a:lnTo>
                      <a:pt x="2416" y="294"/>
                    </a:lnTo>
                    <a:lnTo>
                      <a:pt x="2416" y="294"/>
                    </a:lnTo>
                    <a:lnTo>
                      <a:pt x="2417" y="295"/>
                    </a:lnTo>
                    <a:lnTo>
                      <a:pt x="2417" y="294"/>
                    </a:lnTo>
                    <a:lnTo>
                      <a:pt x="2418" y="338"/>
                    </a:lnTo>
                    <a:lnTo>
                      <a:pt x="2418" y="334"/>
                    </a:lnTo>
                    <a:lnTo>
                      <a:pt x="2418" y="334"/>
                    </a:lnTo>
                    <a:lnTo>
                      <a:pt x="2418" y="325"/>
                    </a:lnTo>
                    <a:lnTo>
                      <a:pt x="2419" y="338"/>
                    </a:lnTo>
                    <a:lnTo>
                      <a:pt x="2419" y="338"/>
                    </a:lnTo>
                    <a:lnTo>
                      <a:pt x="2420" y="367"/>
                    </a:lnTo>
                    <a:lnTo>
                      <a:pt x="2421" y="234"/>
                    </a:lnTo>
                    <a:lnTo>
                      <a:pt x="2421" y="235"/>
                    </a:lnTo>
                    <a:lnTo>
                      <a:pt x="2421" y="235"/>
                    </a:lnTo>
                    <a:lnTo>
                      <a:pt x="2422" y="375"/>
                    </a:lnTo>
                    <a:lnTo>
                      <a:pt x="2422" y="351"/>
                    </a:lnTo>
                    <a:lnTo>
                      <a:pt x="2422" y="351"/>
                    </a:lnTo>
                    <a:lnTo>
                      <a:pt x="2423" y="304"/>
                    </a:lnTo>
                    <a:lnTo>
                      <a:pt x="2424" y="319"/>
                    </a:lnTo>
                    <a:lnTo>
                      <a:pt x="2424" y="319"/>
                    </a:lnTo>
                    <a:lnTo>
                      <a:pt x="2424" y="315"/>
                    </a:lnTo>
                    <a:lnTo>
                      <a:pt x="2425" y="343"/>
                    </a:lnTo>
                    <a:lnTo>
                      <a:pt x="2425" y="344"/>
                    </a:lnTo>
                    <a:lnTo>
                      <a:pt x="2426" y="304"/>
                    </a:lnTo>
                    <a:lnTo>
                      <a:pt x="2427" y="362"/>
                    </a:lnTo>
                    <a:lnTo>
                      <a:pt x="2427" y="361"/>
                    </a:lnTo>
                    <a:lnTo>
                      <a:pt x="2428" y="325"/>
                    </a:lnTo>
                    <a:lnTo>
                      <a:pt x="2428" y="329"/>
                    </a:lnTo>
                    <a:lnTo>
                      <a:pt x="2428" y="325"/>
                    </a:lnTo>
                    <a:lnTo>
                      <a:pt x="2429" y="297"/>
                    </a:lnTo>
                    <a:lnTo>
                      <a:pt x="2429" y="335"/>
                    </a:lnTo>
                    <a:lnTo>
                      <a:pt x="2430" y="323"/>
                    </a:lnTo>
                    <a:lnTo>
                      <a:pt x="2430" y="323"/>
                    </a:lnTo>
                    <a:lnTo>
                      <a:pt x="2430" y="344"/>
                    </a:lnTo>
                    <a:lnTo>
                      <a:pt x="2431" y="281"/>
                    </a:lnTo>
                    <a:lnTo>
                      <a:pt x="2431" y="281"/>
                    </a:lnTo>
                    <a:lnTo>
                      <a:pt x="2432" y="280"/>
                    </a:lnTo>
                    <a:lnTo>
                      <a:pt x="2433" y="363"/>
                    </a:lnTo>
                    <a:lnTo>
                      <a:pt x="2433" y="330"/>
                    </a:lnTo>
                    <a:lnTo>
                      <a:pt x="2433" y="330"/>
                    </a:lnTo>
                    <a:lnTo>
                      <a:pt x="2434" y="302"/>
                    </a:lnTo>
                    <a:lnTo>
                      <a:pt x="2434" y="308"/>
                    </a:lnTo>
                    <a:lnTo>
                      <a:pt x="2434" y="307"/>
                    </a:lnTo>
                    <a:lnTo>
                      <a:pt x="2435" y="300"/>
                    </a:lnTo>
                    <a:lnTo>
                      <a:pt x="2436" y="367"/>
                    </a:lnTo>
                    <a:lnTo>
                      <a:pt x="2436" y="372"/>
                    </a:lnTo>
                    <a:lnTo>
                      <a:pt x="2436" y="476"/>
                    </a:lnTo>
                    <a:lnTo>
                      <a:pt x="2437" y="127"/>
                    </a:lnTo>
                    <a:lnTo>
                      <a:pt x="2437" y="124"/>
                    </a:lnTo>
                    <a:lnTo>
                      <a:pt x="2438" y="122"/>
                    </a:lnTo>
                    <a:lnTo>
                      <a:pt x="2438" y="401"/>
                    </a:lnTo>
                    <a:lnTo>
                      <a:pt x="2439" y="364"/>
                    </a:lnTo>
                    <a:lnTo>
                      <a:pt x="2439" y="361"/>
                    </a:lnTo>
                    <a:lnTo>
                      <a:pt x="2440" y="343"/>
                    </a:lnTo>
                    <a:lnTo>
                      <a:pt x="2440" y="352"/>
                    </a:lnTo>
                    <a:lnTo>
                      <a:pt x="2441" y="353"/>
                    </a:lnTo>
                    <a:lnTo>
                      <a:pt x="2441" y="353"/>
                    </a:lnTo>
                    <a:lnTo>
                      <a:pt x="2441" y="293"/>
                    </a:lnTo>
                    <a:lnTo>
                      <a:pt x="2442" y="301"/>
                    </a:lnTo>
                    <a:lnTo>
                      <a:pt x="2442" y="300"/>
                    </a:lnTo>
                    <a:lnTo>
                      <a:pt x="2443" y="332"/>
                    </a:lnTo>
                    <a:lnTo>
                      <a:pt x="2443" y="326"/>
                    </a:lnTo>
                    <a:lnTo>
                      <a:pt x="2443" y="327"/>
                    </a:lnTo>
                    <a:lnTo>
                      <a:pt x="2444" y="324"/>
                    </a:lnTo>
                    <a:lnTo>
                      <a:pt x="2445" y="330"/>
                    </a:lnTo>
                    <a:lnTo>
                      <a:pt x="2445" y="329"/>
                    </a:lnTo>
                    <a:lnTo>
                      <a:pt x="2445" y="330"/>
                    </a:lnTo>
                    <a:lnTo>
                      <a:pt x="2446" y="321"/>
                    </a:lnTo>
                    <a:lnTo>
                      <a:pt x="2446" y="331"/>
                    </a:lnTo>
                    <a:lnTo>
                      <a:pt x="2446" y="331"/>
                    </a:lnTo>
                    <a:lnTo>
                      <a:pt x="2447" y="333"/>
                    </a:lnTo>
                    <a:lnTo>
                      <a:pt x="2448" y="320"/>
                    </a:lnTo>
                    <a:lnTo>
                      <a:pt x="2448" y="320"/>
                    </a:lnTo>
                    <a:lnTo>
                      <a:pt x="2449" y="312"/>
                    </a:lnTo>
                    <a:lnTo>
                      <a:pt x="2449" y="312"/>
                    </a:lnTo>
                    <a:lnTo>
                      <a:pt x="2450" y="312"/>
                    </a:lnTo>
                    <a:lnTo>
                      <a:pt x="2451" y="348"/>
                    </a:lnTo>
                    <a:lnTo>
                      <a:pt x="2451" y="347"/>
                    </a:lnTo>
                    <a:lnTo>
                      <a:pt x="2451" y="347"/>
                    </a:lnTo>
                    <a:lnTo>
                      <a:pt x="2452" y="311"/>
                    </a:lnTo>
                    <a:lnTo>
                      <a:pt x="2452" y="318"/>
                    </a:lnTo>
                    <a:lnTo>
                      <a:pt x="2452" y="318"/>
                    </a:lnTo>
                    <a:lnTo>
                      <a:pt x="2453" y="326"/>
                    </a:lnTo>
                    <a:lnTo>
                      <a:pt x="2454" y="315"/>
                    </a:lnTo>
                    <a:lnTo>
                      <a:pt x="2454" y="315"/>
                    </a:lnTo>
                    <a:lnTo>
                      <a:pt x="2454" y="316"/>
                    </a:lnTo>
                    <a:lnTo>
                      <a:pt x="2455" y="326"/>
                    </a:lnTo>
                    <a:lnTo>
                      <a:pt x="2455" y="326"/>
                    </a:lnTo>
                    <a:lnTo>
                      <a:pt x="2456" y="336"/>
                    </a:lnTo>
                    <a:lnTo>
                      <a:pt x="2457" y="326"/>
                    </a:lnTo>
                    <a:lnTo>
                      <a:pt x="2457" y="326"/>
                    </a:lnTo>
                    <a:lnTo>
                      <a:pt x="2457" y="326"/>
                    </a:lnTo>
                    <a:lnTo>
                      <a:pt x="2458" y="339"/>
                    </a:lnTo>
                    <a:lnTo>
                      <a:pt x="2458" y="311"/>
                    </a:lnTo>
                    <a:lnTo>
                      <a:pt x="2458" y="311"/>
                    </a:lnTo>
                    <a:lnTo>
                      <a:pt x="2458" y="311"/>
                    </a:lnTo>
                    <a:lnTo>
                      <a:pt x="2459" y="310"/>
                    </a:lnTo>
                    <a:lnTo>
                      <a:pt x="2459" y="329"/>
                    </a:lnTo>
                    <a:lnTo>
                      <a:pt x="2460" y="327"/>
                    </a:lnTo>
                    <a:lnTo>
                      <a:pt x="2460" y="327"/>
                    </a:lnTo>
                    <a:lnTo>
                      <a:pt x="2460" y="329"/>
                    </a:lnTo>
                    <a:lnTo>
                      <a:pt x="2461" y="310"/>
                    </a:lnTo>
                    <a:lnTo>
                      <a:pt x="2461" y="317"/>
                    </a:lnTo>
                    <a:lnTo>
                      <a:pt x="2461" y="317"/>
                    </a:lnTo>
                    <a:lnTo>
                      <a:pt x="2462" y="317"/>
                    </a:lnTo>
                    <a:lnTo>
                      <a:pt x="2462" y="343"/>
                    </a:lnTo>
                    <a:lnTo>
                      <a:pt x="2463" y="330"/>
                    </a:lnTo>
                    <a:lnTo>
                      <a:pt x="2463" y="330"/>
                    </a:lnTo>
                    <a:lnTo>
                      <a:pt x="2464" y="316"/>
                    </a:lnTo>
                    <a:lnTo>
                      <a:pt x="2464" y="337"/>
                    </a:lnTo>
                    <a:lnTo>
                      <a:pt x="2465" y="338"/>
                    </a:lnTo>
                    <a:lnTo>
                      <a:pt x="2465" y="347"/>
                    </a:lnTo>
                    <a:lnTo>
                      <a:pt x="2466" y="284"/>
                    </a:lnTo>
                    <a:lnTo>
                      <a:pt x="2466" y="312"/>
                    </a:lnTo>
                    <a:lnTo>
                      <a:pt x="2466" y="314"/>
                    </a:lnTo>
                    <a:lnTo>
                      <a:pt x="2467" y="353"/>
                    </a:lnTo>
                    <a:lnTo>
                      <a:pt x="2467" y="329"/>
                    </a:lnTo>
                    <a:lnTo>
                      <a:pt x="2467" y="329"/>
                    </a:lnTo>
                    <a:lnTo>
                      <a:pt x="2468" y="330"/>
                    </a:lnTo>
                    <a:lnTo>
                      <a:pt x="2468" y="310"/>
                    </a:lnTo>
                    <a:lnTo>
                      <a:pt x="2469" y="319"/>
                    </a:lnTo>
                    <a:lnTo>
                      <a:pt x="2469" y="319"/>
                    </a:lnTo>
                    <a:lnTo>
                      <a:pt x="2470" y="341"/>
                    </a:lnTo>
                    <a:lnTo>
                      <a:pt x="2470" y="309"/>
                    </a:lnTo>
                    <a:lnTo>
                      <a:pt x="2470" y="313"/>
                    </a:lnTo>
                    <a:lnTo>
                      <a:pt x="2470" y="313"/>
                    </a:lnTo>
                    <a:lnTo>
                      <a:pt x="2471" y="313"/>
                    </a:lnTo>
                    <a:lnTo>
                      <a:pt x="2472" y="343"/>
                    </a:lnTo>
                    <a:lnTo>
                      <a:pt x="2472" y="341"/>
                    </a:lnTo>
                    <a:lnTo>
                      <a:pt x="2472" y="340"/>
                    </a:lnTo>
                    <a:lnTo>
                      <a:pt x="2472" y="343"/>
                    </a:lnTo>
                    <a:lnTo>
                      <a:pt x="2473" y="267"/>
                    </a:lnTo>
                    <a:lnTo>
                      <a:pt x="2473" y="278"/>
                    </a:lnTo>
                    <a:lnTo>
                      <a:pt x="2473" y="280"/>
                    </a:lnTo>
                    <a:lnTo>
                      <a:pt x="2474" y="362"/>
                    </a:lnTo>
                    <a:lnTo>
                      <a:pt x="2475" y="313"/>
                    </a:lnTo>
                    <a:lnTo>
                      <a:pt x="2475" y="313"/>
                    </a:lnTo>
                    <a:lnTo>
                      <a:pt x="2476" y="307"/>
                    </a:lnTo>
                    <a:lnTo>
                      <a:pt x="2476" y="357"/>
                    </a:lnTo>
                    <a:lnTo>
                      <a:pt x="2476" y="358"/>
                    </a:lnTo>
                    <a:lnTo>
                      <a:pt x="2477" y="379"/>
                    </a:lnTo>
                    <a:lnTo>
                      <a:pt x="2477" y="253"/>
                    </a:lnTo>
                    <a:lnTo>
                      <a:pt x="2478" y="332"/>
                    </a:lnTo>
                    <a:lnTo>
                      <a:pt x="2478" y="337"/>
                    </a:lnTo>
                    <a:lnTo>
                      <a:pt x="2479" y="403"/>
                    </a:lnTo>
                    <a:lnTo>
                      <a:pt x="2479" y="230"/>
                    </a:lnTo>
                    <a:lnTo>
                      <a:pt x="2479" y="228"/>
                    </a:lnTo>
                    <a:lnTo>
                      <a:pt x="2480" y="214"/>
                    </a:lnTo>
                    <a:lnTo>
                      <a:pt x="2481" y="427"/>
                    </a:lnTo>
                    <a:lnTo>
                      <a:pt x="2481" y="412"/>
                    </a:lnTo>
                    <a:lnTo>
                      <a:pt x="2481" y="411"/>
                    </a:lnTo>
                    <a:lnTo>
                      <a:pt x="2482" y="306"/>
                    </a:lnTo>
                    <a:lnTo>
                      <a:pt x="2482" y="312"/>
                    </a:lnTo>
                    <a:lnTo>
                      <a:pt x="2482" y="312"/>
                    </a:lnTo>
                    <a:lnTo>
                      <a:pt x="2484" y="337"/>
                    </a:lnTo>
                    <a:lnTo>
                      <a:pt x="2484" y="337"/>
                    </a:lnTo>
                    <a:lnTo>
                      <a:pt x="2484" y="337"/>
                    </a:lnTo>
                    <a:lnTo>
                      <a:pt x="2485" y="303"/>
                    </a:lnTo>
                    <a:lnTo>
                      <a:pt x="2485" y="303"/>
                    </a:lnTo>
                    <a:lnTo>
                      <a:pt x="2486" y="303"/>
                    </a:lnTo>
                    <a:lnTo>
                      <a:pt x="2486" y="330"/>
                    </a:lnTo>
                    <a:lnTo>
                      <a:pt x="2487" y="315"/>
                    </a:lnTo>
                    <a:lnTo>
                      <a:pt x="2487" y="315"/>
                    </a:lnTo>
                    <a:lnTo>
                      <a:pt x="2487" y="307"/>
                    </a:lnTo>
                    <a:lnTo>
                      <a:pt x="2488" y="352"/>
                    </a:lnTo>
                    <a:lnTo>
                      <a:pt x="2488" y="348"/>
                    </a:lnTo>
                    <a:lnTo>
                      <a:pt x="2489" y="347"/>
                    </a:lnTo>
                    <a:lnTo>
                      <a:pt x="2489" y="348"/>
                    </a:lnTo>
                    <a:lnTo>
                      <a:pt x="2490" y="295"/>
                    </a:lnTo>
                    <a:lnTo>
                      <a:pt x="2490" y="305"/>
                    </a:lnTo>
                    <a:lnTo>
                      <a:pt x="2490" y="306"/>
                    </a:lnTo>
                    <a:lnTo>
                      <a:pt x="2490" y="294"/>
                    </a:lnTo>
                    <a:lnTo>
                      <a:pt x="2491" y="366"/>
                    </a:lnTo>
                    <a:lnTo>
                      <a:pt x="2491" y="316"/>
                    </a:lnTo>
                    <a:lnTo>
                      <a:pt x="2491" y="313"/>
                    </a:lnTo>
                    <a:lnTo>
                      <a:pt x="2492" y="229"/>
                    </a:lnTo>
                    <a:lnTo>
                      <a:pt x="2493" y="393"/>
                    </a:lnTo>
                    <a:lnTo>
                      <a:pt x="2493" y="390"/>
                    </a:lnTo>
                    <a:lnTo>
                      <a:pt x="2493" y="388"/>
                    </a:lnTo>
                    <a:lnTo>
                      <a:pt x="2494" y="404"/>
                    </a:lnTo>
                    <a:lnTo>
                      <a:pt x="2494" y="283"/>
                    </a:lnTo>
                    <a:lnTo>
                      <a:pt x="2494" y="283"/>
                    </a:lnTo>
                    <a:lnTo>
                      <a:pt x="2495" y="349"/>
                    </a:lnTo>
                    <a:lnTo>
                      <a:pt x="2496" y="330"/>
                    </a:lnTo>
                    <a:lnTo>
                      <a:pt x="2496" y="330"/>
                    </a:lnTo>
                    <a:lnTo>
                      <a:pt x="2497" y="316"/>
                    </a:lnTo>
                    <a:lnTo>
                      <a:pt x="2497" y="343"/>
                    </a:lnTo>
                    <a:lnTo>
                      <a:pt x="2497" y="343"/>
                    </a:lnTo>
                    <a:lnTo>
                      <a:pt x="2498" y="343"/>
                    </a:lnTo>
                    <a:lnTo>
                      <a:pt x="2498" y="352"/>
                    </a:lnTo>
                    <a:lnTo>
                      <a:pt x="2499" y="309"/>
                    </a:lnTo>
                    <a:lnTo>
                      <a:pt x="2499" y="309"/>
                    </a:lnTo>
                    <a:lnTo>
                      <a:pt x="2499" y="310"/>
                    </a:lnTo>
                    <a:lnTo>
                      <a:pt x="2500" y="321"/>
                    </a:lnTo>
                    <a:lnTo>
                      <a:pt x="2500" y="318"/>
                    </a:lnTo>
                    <a:lnTo>
                      <a:pt x="2500" y="318"/>
                    </a:lnTo>
                    <a:lnTo>
                      <a:pt x="2501" y="328"/>
                    </a:lnTo>
                    <a:lnTo>
                      <a:pt x="2502" y="313"/>
                    </a:lnTo>
                    <a:lnTo>
                      <a:pt x="2502" y="312"/>
                    </a:lnTo>
                    <a:lnTo>
                      <a:pt x="2502" y="306"/>
                    </a:lnTo>
                    <a:lnTo>
                      <a:pt x="2503" y="333"/>
                    </a:lnTo>
                    <a:lnTo>
                      <a:pt x="2503" y="334"/>
                    </a:lnTo>
                    <a:lnTo>
                      <a:pt x="2505" y="342"/>
                    </a:lnTo>
                    <a:lnTo>
                      <a:pt x="2505" y="319"/>
                    </a:lnTo>
                    <a:lnTo>
                      <a:pt x="2505" y="316"/>
                    </a:lnTo>
                    <a:lnTo>
                      <a:pt x="2505" y="279"/>
                    </a:lnTo>
                    <a:lnTo>
                      <a:pt x="2506" y="366"/>
                    </a:lnTo>
                    <a:lnTo>
                      <a:pt x="2506" y="325"/>
                    </a:lnTo>
                    <a:lnTo>
                      <a:pt x="2506" y="324"/>
                    </a:lnTo>
                    <a:lnTo>
                      <a:pt x="2507" y="307"/>
                    </a:lnTo>
                    <a:lnTo>
                      <a:pt x="2508" y="367"/>
                    </a:lnTo>
                    <a:lnTo>
                      <a:pt x="2508" y="367"/>
                    </a:lnTo>
                    <a:lnTo>
                      <a:pt x="2509" y="245"/>
                    </a:lnTo>
                    <a:lnTo>
                      <a:pt x="2509" y="392"/>
                    </a:lnTo>
                    <a:lnTo>
                      <a:pt x="2509" y="396"/>
                    </a:lnTo>
                    <a:lnTo>
                      <a:pt x="2510" y="420"/>
                    </a:lnTo>
                    <a:lnTo>
                      <a:pt x="2510" y="257"/>
                    </a:lnTo>
                    <a:lnTo>
                      <a:pt x="2511" y="299"/>
                    </a:lnTo>
                    <a:lnTo>
                      <a:pt x="2511" y="301"/>
                    </a:lnTo>
                    <a:lnTo>
                      <a:pt x="2512" y="331"/>
                    </a:lnTo>
                    <a:lnTo>
                      <a:pt x="2512" y="317"/>
                    </a:lnTo>
                    <a:lnTo>
                      <a:pt x="2513" y="315"/>
                    </a:lnTo>
                    <a:lnTo>
                      <a:pt x="2513" y="278"/>
                    </a:lnTo>
                    <a:lnTo>
                      <a:pt x="2514" y="408"/>
                    </a:lnTo>
                    <a:lnTo>
                      <a:pt x="2514" y="385"/>
                    </a:lnTo>
                    <a:lnTo>
                      <a:pt x="2514" y="381"/>
                    </a:lnTo>
                    <a:lnTo>
                      <a:pt x="2515" y="283"/>
                    </a:lnTo>
                    <a:lnTo>
                      <a:pt x="2515" y="297"/>
                    </a:lnTo>
                    <a:lnTo>
                      <a:pt x="2515" y="298"/>
                    </a:lnTo>
                    <a:lnTo>
                      <a:pt x="2516" y="345"/>
                    </a:lnTo>
                    <a:lnTo>
                      <a:pt x="2517" y="339"/>
                    </a:lnTo>
                    <a:lnTo>
                      <a:pt x="2517" y="339"/>
                    </a:lnTo>
                    <a:lnTo>
                      <a:pt x="2517" y="345"/>
                    </a:lnTo>
                    <a:lnTo>
                      <a:pt x="2518" y="315"/>
                    </a:lnTo>
                    <a:lnTo>
                      <a:pt x="2518" y="316"/>
                    </a:lnTo>
                    <a:lnTo>
                      <a:pt x="2518" y="316"/>
                    </a:lnTo>
                    <a:lnTo>
                      <a:pt x="2519" y="324"/>
                    </a:lnTo>
                    <a:lnTo>
                      <a:pt x="2520" y="313"/>
                    </a:lnTo>
                    <a:lnTo>
                      <a:pt x="2520" y="318"/>
                    </a:lnTo>
                    <a:lnTo>
                      <a:pt x="2520" y="319"/>
                    </a:lnTo>
                    <a:lnTo>
                      <a:pt x="2521" y="337"/>
                    </a:lnTo>
                    <a:lnTo>
                      <a:pt x="2521" y="318"/>
                    </a:lnTo>
                    <a:lnTo>
                      <a:pt x="2521" y="320"/>
                    </a:lnTo>
                    <a:lnTo>
                      <a:pt x="2522" y="321"/>
                    </a:lnTo>
                    <a:lnTo>
                      <a:pt x="2523" y="336"/>
                    </a:lnTo>
                    <a:lnTo>
                      <a:pt x="2523" y="309"/>
                    </a:lnTo>
                    <a:lnTo>
                      <a:pt x="2523" y="309"/>
                    </a:lnTo>
                    <a:lnTo>
                      <a:pt x="2523" y="309"/>
                    </a:lnTo>
                    <a:lnTo>
                      <a:pt x="2523" y="299"/>
                    </a:lnTo>
                    <a:lnTo>
                      <a:pt x="2524" y="340"/>
                    </a:lnTo>
                    <a:lnTo>
                      <a:pt x="2524" y="341"/>
                    </a:lnTo>
                    <a:lnTo>
                      <a:pt x="2525" y="341"/>
                    </a:lnTo>
                    <a:lnTo>
                      <a:pt x="2526" y="315"/>
                    </a:lnTo>
                    <a:lnTo>
                      <a:pt x="2526" y="315"/>
                    </a:lnTo>
                    <a:lnTo>
                      <a:pt x="2526" y="312"/>
                    </a:lnTo>
                    <a:lnTo>
                      <a:pt x="2527" y="332"/>
                    </a:lnTo>
                    <a:lnTo>
                      <a:pt x="2527" y="328"/>
                    </a:lnTo>
                    <a:lnTo>
                      <a:pt x="2527" y="328"/>
                    </a:lnTo>
                    <a:lnTo>
                      <a:pt x="2528" y="332"/>
                    </a:lnTo>
                    <a:lnTo>
                      <a:pt x="2529" y="308"/>
                    </a:lnTo>
                    <a:lnTo>
                      <a:pt x="2529" y="307"/>
                    </a:lnTo>
                    <a:lnTo>
                      <a:pt x="2529" y="305"/>
                    </a:lnTo>
                    <a:lnTo>
                      <a:pt x="2530" y="328"/>
                    </a:lnTo>
                    <a:lnTo>
                      <a:pt x="2530" y="321"/>
                    </a:lnTo>
                    <a:lnTo>
                      <a:pt x="2530" y="321"/>
                    </a:lnTo>
                    <a:lnTo>
                      <a:pt x="2531" y="316"/>
                    </a:lnTo>
                    <a:lnTo>
                      <a:pt x="2532" y="346"/>
                    </a:lnTo>
                    <a:lnTo>
                      <a:pt x="2532" y="346"/>
                    </a:lnTo>
                    <a:lnTo>
                      <a:pt x="2532" y="351"/>
                    </a:lnTo>
                    <a:lnTo>
                      <a:pt x="2533" y="314"/>
                    </a:lnTo>
                    <a:lnTo>
                      <a:pt x="2533" y="320"/>
                    </a:lnTo>
                    <a:lnTo>
                      <a:pt x="2533" y="320"/>
                    </a:lnTo>
                    <a:lnTo>
                      <a:pt x="2534" y="343"/>
                    </a:lnTo>
                    <a:lnTo>
                      <a:pt x="2535" y="307"/>
                    </a:lnTo>
                    <a:lnTo>
                      <a:pt x="2535" y="307"/>
                    </a:lnTo>
                    <a:lnTo>
                      <a:pt x="2535" y="308"/>
                    </a:lnTo>
                    <a:lnTo>
                      <a:pt x="2536" y="327"/>
                    </a:lnTo>
                    <a:lnTo>
                      <a:pt x="2537" y="328"/>
                    </a:lnTo>
                    <a:lnTo>
                      <a:pt x="2537" y="334"/>
                    </a:lnTo>
                    <a:lnTo>
                      <a:pt x="2538" y="302"/>
                    </a:lnTo>
                    <a:lnTo>
                      <a:pt x="2538" y="313"/>
                    </a:lnTo>
                    <a:lnTo>
                      <a:pt x="2538" y="313"/>
                    </a:lnTo>
                    <a:lnTo>
                      <a:pt x="2539" y="346"/>
                    </a:lnTo>
                    <a:lnTo>
                      <a:pt x="2539" y="346"/>
                    </a:lnTo>
                    <a:lnTo>
                      <a:pt x="2540" y="347"/>
                    </a:lnTo>
                    <a:lnTo>
                      <a:pt x="2541" y="321"/>
                    </a:lnTo>
                    <a:lnTo>
                      <a:pt x="2541" y="325"/>
                    </a:lnTo>
                    <a:lnTo>
                      <a:pt x="2541" y="324"/>
                    </a:lnTo>
                    <a:lnTo>
                      <a:pt x="2542" y="318"/>
                    </a:lnTo>
                    <a:lnTo>
                      <a:pt x="2542" y="334"/>
                    </a:lnTo>
                    <a:lnTo>
                      <a:pt x="2542" y="334"/>
                    </a:lnTo>
                    <a:lnTo>
                      <a:pt x="2543" y="336"/>
                    </a:lnTo>
                    <a:lnTo>
                      <a:pt x="2544" y="321"/>
                    </a:lnTo>
                    <a:lnTo>
                      <a:pt x="2544" y="322"/>
                    </a:lnTo>
                    <a:lnTo>
                      <a:pt x="2544" y="322"/>
                    </a:lnTo>
                    <a:lnTo>
                      <a:pt x="2544" y="321"/>
                    </a:lnTo>
                    <a:lnTo>
                      <a:pt x="2545" y="343"/>
                    </a:lnTo>
                    <a:lnTo>
                      <a:pt x="2545" y="336"/>
                    </a:lnTo>
                    <a:lnTo>
                      <a:pt x="2546" y="336"/>
                    </a:lnTo>
                    <a:lnTo>
                      <a:pt x="2547" y="298"/>
                    </a:lnTo>
                    <a:lnTo>
                      <a:pt x="2547" y="305"/>
                    </a:lnTo>
                    <a:lnTo>
                      <a:pt x="2547" y="306"/>
                    </a:lnTo>
                    <a:lnTo>
                      <a:pt x="2547" y="304"/>
                    </a:lnTo>
                    <a:lnTo>
                      <a:pt x="2548" y="334"/>
                    </a:lnTo>
                    <a:lnTo>
                      <a:pt x="2548" y="330"/>
                    </a:lnTo>
                    <a:lnTo>
                      <a:pt x="2548" y="330"/>
                    </a:lnTo>
                    <a:lnTo>
                      <a:pt x="2550" y="332"/>
                    </a:lnTo>
                    <a:lnTo>
                      <a:pt x="2550" y="324"/>
                    </a:lnTo>
                    <a:lnTo>
                      <a:pt x="2550" y="323"/>
                    </a:lnTo>
                    <a:lnTo>
                      <a:pt x="2550" y="320"/>
                    </a:lnTo>
                    <a:lnTo>
                      <a:pt x="2551" y="344"/>
                    </a:lnTo>
                    <a:lnTo>
                      <a:pt x="2551" y="321"/>
                    </a:lnTo>
                    <a:lnTo>
                      <a:pt x="2551" y="319"/>
                    </a:lnTo>
                    <a:lnTo>
                      <a:pt x="2552" y="309"/>
                    </a:lnTo>
                    <a:lnTo>
                      <a:pt x="2553" y="353"/>
                    </a:lnTo>
                    <a:lnTo>
                      <a:pt x="2553" y="338"/>
                    </a:lnTo>
                    <a:lnTo>
                      <a:pt x="2553" y="337"/>
                    </a:lnTo>
                    <a:lnTo>
                      <a:pt x="2554" y="307"/>
                    </a:lnTo>
                    <a:lnTo>
                      <a:pt x="2554" y="320"/>
                    </a:lnTo>
                    <a:lnTo>
                      <a:pt x="2554" y="320"/>
                    </a:lnTo>
                    <a:lnTo>
                      <a:pt x="2556" y="315"/>
                    </a:lnTo>
                    <a:lnTo>
                      <a:pt x="2556" y="325"/>
                    </a:lnTo>
                    <a:lnTo>
                      <a:pt x="2556" y="321"/>
                    </a:lnTo>
                    <a:lnTo>
                      <a:pt x="2556" y="321"/>
                    </a:lnTo>
                    <a:lnTo>
                      <a:pt x="2556" y="319"/>
                    </a:lnTo>
                    <a:lnTo>
                      <a:pt x="2557" y="334"/>
                    </a:lnTo>
                    <a:lnTo>
                      <a:pt x="2557" y="334"/>
                    </a:lnTo>
                    <a:lnTo>
                      <a:pt x="2557" y="334"/>
                    </a:lnTo>
                    <a:lnTo>
                      <a:pt x="2558" y="348"/>
                    </a:lnTo>
                    <a:lnTo>
                      <a:pt x="2559" y="305"/>
                    </a:lnTo>
                    <a:lnTo>
                      <a:pt x="2559" y="305"/>
                    </a:lnTo>
                    <a:lnTo>
                      <a:pt x="2559" y="328"/>
                    </a:lnTo>
                    <a:lnTo>
                      <a:pt x="2560" y="326"/>
                    </a:lnTo>
                    <a:lnTo>
                      <a:pt x="2561" y="326"/>
                    </a:lnTo>
                    <a:lnTo>
                      <a:pt x="2562" y="335"/>
                    </a:lnTo>
                    <a:lnTo>
                      <a:pt x="2562" y="335"/>
                    </a:lnTo>
                    <a:lnTo>
                      <a:pt x="2562" y="335"/>
                    </a:lnTo>
                    <a:lnTo>
                      <a:pt x="2562" y="337"/>
                    </a:lnTo>
                    <a:lnTo>
                      <a:pt x="2563" y="313"/>
                    </a:lnTo>
                    <a:lnTo>
                      <a:pt x="2563" y="322"/>
                    </a:lnTo>
                    <a:lnTo>
                      <a:pt x="2563" y="322"/>
                    </a:lnTo>
                    <a:lnTo>
                      <a:pt x="2564" y="339"/>
                    </a:lnTo>
                    <a:lnTo>
                      <a:pt x="2565" y="315"/>
                    </a:lnTo>
                    <a:lnTo>
                      <a:pt x="2565" y="315"/>
                    </a:lnTo>
                    <a:lnTo>
                      <a:pt x="2565" y="313"/>
                    </a:lnTo>
                    <a:lnTo>
                      <a:pt x="2566" y="325"/>
                    </a:lnTo>
                    <a:lnTo>
                      <a:pt x="2566" y="317"/>
                    </a:lnTo>
                    <a:lnTo>
                      <a:pt x="2566" y="317"/>
                    </a:lnTo>
                    <a:lnTo>
                      <a:pt x="2567" y="313"/>
                    </a:lnTo>
                    <a:lnTo>
                      <a:pt x="2568" y="330"/>
                    </a:lnTo>
                    <a:lnTo>
                      <a:pt x="2568" y="327"/>
                    </a:lnTo>
                    <a:lnTo>
                      <a:pt x="2568" y="326"/>
                    </a:lnTo>
                    <a:lnTo>
                      <a:pt x="2568" y="327"/>
                    </a:lnTo>
                    <a:lnTo>
                      <a:pt x="2569" y="317"/>
                    </a:lnTo>
                    <a:lnTo>
                      <a:pt x="2569" y="322"/>
                    </a:lnTo>
                    <a:lnTo>
                      <a:pt x="2570" y="323"/>
                    </a:lnTo>
                    <a:lnTo>
                      <a:pt x="2571" y="335"/>
                    </a:lnTo>
                    <a:lnTo>
                      <a:pt x="2571" y="319"/>
                    </a:lnTo>
                    <a:lnTo>
                      <a:pt x="2571" y="318"/>
                    </a:lnTo>
                    <a:lnTo>
                      <a:pt x="2571" y="308"/>
                    </a:lnTo>
                    <a:lnTo>
                      <a:pt x="2572" y="335"/>
                    </a:lnTo>
                    <a:lnTo>
                      <a:pt x="2572" y="332"/>
                    </a:lnTo>
                    <a:lnTo>
                      <a:pt x="2572" y="332"/>
                    </a:lnTo>
                    <a:lnTo>
                      <a:pt x="2573" y="323"/>
                    </a:lnTo>
                    <a:lnTo>
                      <a:pt x="2574" y="336"/>
                    </a:lnTo>
                    <a:lnTo>
                      <a:pt x="2574" y="335"/>
                    </a:lnTo>
                    <a:lnTo>
                      <a:pt x="2574" y="335"/>
                    </a:lnTo>
                    <a:lnTo>
                      <a:pt x="2574" y="336"/>
                    </a:lnTo>
                    <a:lnTo>
                      <a:pt x="2575" y="322"/>
                    </a:lnTo>
                    <a:lnTo>
                      <a:pt x="2575" y="322"/>
                    </a:lnTo>
                    <a:lnTo>
                      <a:pt x="2575" y="323"/>
                    </a:lnTo>
                    <a:lnTo>
                      <a:pt x="2576" y="333"/>
                    </a:lnTo>
                    <a:lnTo>
                      <a:pt x="2577" y="315"/>
                    </a:lnTo>
                    <a:lnTo>
                      <a:pt x="2577" y="314"/>
                    </a:lnTo>
                    <a:lnTo>
                      <a:pt x="2577" y="313"/>
                    </a:lnTo>
                    <a:lnTo>
                      <a:pt x="2578" y="332"/>
                    </a:lnTo>
                    <a:lnTo>
                      <a:pt x="2578" y="324"/>
                    </a:lnTo>
                    <a:lnTo>
                      <a:pt x="2578" y="324"/>
                    </a:lnTo>
                    <a:lnTo>
                      <a:pt x="2579" y="314"/>
                    </a:lnTo>
                    <a:lnTo>
                      <a:pt x="2580" y="334"/>
                    </a:lnTo>
                    <a:lnTo>
                      <a:pt x="2580" y="335"/>
                    </a:lnTo>
                    <a:lnTo>
                      <a:pt x="2580" y="338"/>
                    </a:lnTo>
                    <a:lnTo>
                      <a:pt x="2581" y="310"/>
                    </a:lnTo>
                    <a:lnTo>
                      <a:pt x="2581" y="322"/>
                    </a:lnTo>
                    <a:lnTo>
                      <a:pt x="2581" y="322"/>
                    </a:lnTo>
                    <a:lnTo>
                      <a:pt x="2582" y="317"/>
                    </a:lnTo>
                    <a:lnTo>
                      <a:pt x="2582" y="342"/>
                    </a:lnTo>
                    <a:lnTo>
                      <a:pt x="2583" y="328"/>
                    </a:lnTo>
                    <a:lnTo>
                      <a:pt x="2583" y="326"/>
                    </a:lnTo>
                    <a:lnTo>
                      <a:pt x="2584" y="337"/>
                    </a:lnTo>
                    <a:lnTo>
                      <a:pt x="2584" y="309"/>
                    </a:lnTo>
                    <a:lnTo>
                      <a:pt x="2584" y="310"/>
                    </a:lnTo>
                    <a:lnTo>
                      <a:pt x="2585" y="310"/>
                    </a:lnTo>
                    <a:lnTo>
                      <a:pt x="2585" y="309"/>
                    </a:lnTo>
                    <a:lnTo>
                      <a:pt x="2586" y="333"/>
                    </a:lnTo>
                    <a:lnTo>
                      <a:pt x="2586" y="328"/>
                    </a:lnTo>
                    <a:lnTo>
                      <a:pt x="2586" y="328"/>
                    </a:lnTo>
                    <a:lnTo>
                      <a:pt x="2586" y="328"/>
                    </a:lnTo>
                    <a:lnTo>
                      <a:pt x="2587" y="311"/>
                    </a:lnTo>
                    <a:lnTo>
                      <a:pt x="2587" y="319"/>
                    </a:lnTo>
                    <a:lnTo>
                      <a:pt x="2587" y="319"/>
                    </a:lnTo>
                    <a:lnTo>
                      <a:pt x="2588" y="319"/>
                    </a:lnTo>
                    <a:lnTo>
                      <a:pt x="2588" y="334"/>
                    </a:lnTo>
                    <a:lnTo>
                      <a:pt x="2589" y="325"/>
                    </a:lnTo>
                    <a:lnTo>
                      <a:pt x="2589" y="325"/>
                    </a:lnTo>
                    <a:lnTo>
                      <a:pt x="2589" y="324"/>
                    </a:lnTo>
                    <a:lnTo>
                      <a:pt x="2590" y="350"/>
                    </a:lnTo>
                    <a:lnTo>
                      <a:pt x="2590" y="350"/>
                    </a:lnTo>
                    <a:lnTo>
                      <a:pt x="2590" y="350"/>
                    </a:lnTo>
                    <a:lnTo>
                      <a:pt x="2591" y="350"/>
                    </a:lnTo>
                    <a:lnTo>
                      <a:pt x="2592" y="300"/>
                    </a:lnTo>
                    <a:lnTo>
                      <a:pt x="2592" y="331"/>
                    </a:lnTo>
                    <a:lnTo>
                      <a:pt x="2592" y="331"/>
                    </a:lnTo>
                    <a:lnTo>
                      <a:pt x="2592" y="339"/>
                    </a:lnTo>
                    <a:lnTo>
                      <a:pt x="2593" y="307"/>
                    </a:lnTo>
                    <a:lnTo>
                      <a:pt x="2594" y="324"/>
                    </a:lnTo>
                    <a:lnTo>
                      <a:pt x="2594" y="324"/>
                    </a:lnTo>
                    <a:lnTo>
                      <a:pt x="2594" y="346"/>
                    </a:lnTo>
                    <a:lnTo>
                      <a:pt x="2595" y="315"/>
                    </a:lnTo>
                    <a:lnTo>
                      <a:pt x="2595" y="315"/>
                    </a:lnTo>
                    <a:lnTo>
                      <a:pt x="2596" y="329"/>
                    </a:lnTo>
                    <a:lnTo>
                      <a:pt x="2597" y="313"/>
                    </a:lnTo>
                    <a:lnTo>
                      <a:pt x="2597" y="312"/>
                    </a:lnTo>
                    <a:lnTo>
                      <a:pt x="2597" y="312"/>
                    </a:lnTo>
                    <a:lnTo>
                      <a:pt x="2598" y="329"/>
                    </a:lnTo>
                    <a:lnTo>
                      <a:pt x="2598" y="325"/>
                    </a:lnTo>
                    <a:lnTo>
                      <a:pt x="2598" y="324"/>
                    </a:lnTo>
                    <a:lnTo>
                      <a:pt x="2598" y="319"/>
                    </a:lnTo>
                    <a:lnTo>
                      <a:pt x="2600" y="337"/>
                    </a:lnTo>
                    <a:lnTo>
                      <a:pt x="2600" y="331"/>
                    </a:lnTo>
                    <a:lnTo>
                      <a:pt x="2600" y="330"/>
                    </a:lnTo>
                    <a:lnTo>
                      <a:pt x="2600" y="332"/>
                    </a:lnTo>
                    <a:lnTo>
                      <a:pt x="2600" y="317"/>
                    </a:lnTo>
                    <a:lnTo>
                      <a:pt x="2601" y="330"/>
                    </a:lnTo>
                    <a:lnTo>
                      <a:pt x="2601" y="330"/>
                    </a:lnTo>
                    <a:lnTo>
                      <a:pt x="2601" y="332"/>
                    </a:lnTo>
                    <a:lnTo>
                      <a:pt x="2603" y="317"/>
                    </a:lnTo>
                    <a:lnTo>
                      <a:pt x="2603" y="321"/>
                    </a:lnTo>
                    <a:lnTo>
                      <a:pt x="2603" y="321"/>
                    </a:lnTo>
                    <a:lnTo>
                      <a:pt x="2603" y="308"/>
                    </a:lnTo>
                    <a:lnTo>
                      <a:pt x="2604" y="339"/>
                    </a:lnTo>
                    <a:lnTo>
                      <a:pt x="2604" y="339"/>
                    </a:lnTo>
                    <a:lnTo>
                      <a:pt x="2604" y="340"/>
                    </a:lnTo>
                    <a:lnTo>
                      <a:pt x="2605" y="326"/>
                    </a:lnTo>
                    <a:lnTo>
                      <a:pt x="2606" y="334"/>
                    </a:lnTo>
                    <a:lnTo>
                      <a:pt x="2606" y="334"/>
                    </a:lnTo>
                    <a:lnTo>
                      <a:pt x="2607" y="318"/>
                    </a:lnTo>
                    <a:lnTo>
                      <a:pt x="2607" y="327"/>
                    </a:lnTo>
                    <a:lnTo>
                      <a:pt x="2607" y="327"/>
                    </a:lnTo>
                    <a:lnTo>
                      <a:pt x="2608" y="333"/>
                    </a:lnTo>
                    <a:lnTo>
                      <a:pt x="2609" y="320"/>
                    </a:lnTo>
                    <a:lnTo>
                      <a:pt x="2609" y="319"/>
                    </a:lnTo>
                  </a:path>
                </a:pathLst>
              </a:custGeom>
              <a:noFill/>
              <a:ln w="6350" cap="flat">
                <a:solidFill>
                  <a:srgbClr val="7030A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81" name="Line 75">
              <a:extLst>
                <a:ext uri="{FF2B5EF4-FFF2-40B4-BE49-F238E27FC236}">
                  <a16:creationId xmlns:a16="http://schemas.microsoft.com/office/drawing/2014/main" id="{A37FA70D-09FD-D05C-FD2A-6E508BC47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6034" y="3780575"/>
              <a:ext cx="4141788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76">
              <a:extLst>
                <a:ext uri="{FF2B5EF4-FFF2-40B4-BE49-F238E27FC236}">
                  <a16:creationId xmlns:a16="http://schemas.microsoft.com/office/drawing/2014/main" id="{A280B950-406E-5091-6640-3AF0927962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6034" y="3783662"/>
              <a:ext cx="0" cy="28674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Line 85">
              <a:extLst>
                <a:ext uri="{FF2B5EF4-FFF2-40B4-BE49-F238E27FC236}">
                  <a16:creationId xmlns:a16="http://schemas.microsoft.com/office/drawing/2014/main" id="{D9DC9FE3-FE2B-0D52-F40F-49C0D589F0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67821" y="3783662"/>
              <a:ext cx="0" cy="28674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8F37286D-063C-1A02-CEB6-C732B77ACAAC}"/>
                </a:ext>
              </a:extLst>
            </p:cNvPr>
            <p:cNvGrpSpPr/>
            <p:nvPr/>
          </p:nvGrpSpPr>
          <p:grpSpPr>
            <a:xfrm>
              <a:off x="1027621" y="2489200"/>
              <a:ext cx="3768725" cy="1262481"/>
              <a:chOff x="1027621" y="1176275"/>
              <a:chExt cx="3768725" cy="2500313"/>
            </a:xfrm>
          </p:grpSpPr>
          <p:sp>
            <p:nvSpPr>
              <p:cNvPr id="123" name="Freeform 117">
                <a:extLst>
                  <a:ext uri="{FF2B5EF4-FFF2-40B4-BE49-F238E27FC236}">
                    <a16:creationId xmlns:a16="http://schemas.microsoft.com/office/drawing/2014/main" id="{0176205E-0730-03E9-263F-6BF1F9CF4A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621" y="1176275"/>
                <a:ext cx="3768725" cy="2500313"/>
              </a:xfrm>
              <a:custGeom>
                <a:avLst/>
                <a:gdLst>
                  <a:gd name="T0" fmla="*/ 37 w 2374"/>
                  <a:gd name="T1" fmla="*/ 650 h 1575"/>
                  <a:gd name="T2" fmla="*/ 74 w 2374"/>
                  <a:gd name="T3" fmla="*/ 602 h 1575"/>
                  <a:gd name="T4" fmla="*/ 112 w 2374"/>
                  <a:gd name="T5" fmla="*/ 662 h 1575"/>
                  <a:gd name="T6" fmla="*/ 150 w 2374"/>
                  <a:gd name="T7" fmla="*/ 645 h 1575"/>
                  <a:gd name="T8" fmla="*/ 187 w 2374"/>
                  <a:gd name="T9" fmla="*/ 646 h 1575"/>
                  <a:gd name="T10" fmla="*/ 225 w 2374"/>
                  <a:gd name="T11" fmla="*/ 649 h 1575"/>
                  <a:gd name="T12" fmla="*/ 263 w 2374"/>
                  <a:gd name="T13" fmla="*/ 591 h 1575"/>
                  <a:gd name="T14" fmla="*/ 300 w 2374"/>
                  <a:gd name="T15" fmla="*/ 623 h 1575"/>
                  <a:gd name="T16" fmla="*/ 338 w 2374"/>
                  <a:gd name="T17" fmla="*/ 604 h 1575"/>
                  <a:gd name="T18" fmla="*/ 376 w 2374"/>
                  <a:gd name="T19" fmla="*/ 619 h 1575"/>
                  <a:gd name="T20" fmla="*/ 414 w 2374"/>
                  <a:gd name="T21" fmla="*/ 671 h 1575"/>
                  <a:gd name="T22" fmla="*/ 451 w 2374"/>
                  <a:gd name="T23" fmla="*/ 621 h 1575"/>
                  <a:gd name="T24" fmla="*/ 489 w 2374"/>
                  <a:gd name="T25" fmla="*/ 611 h 1575"/>
                  <a:gd name="T26" fmla="*/ 527 w 2374"/>
                  <a:gd name="T27" fmla="*/ 652 h 1575"/>
                  <a:gd name="T28" fmla="*/ 564 w 2374"/>
                  <a:gd name="T29" fmla="*/ 765 h 1575"/>
                  <a:gd name="T30" fmla="*/ 602 w 2374"/>
                  <a:gd name="T31" fmla="*/ 566 h 1575"/>
                  <a:gd name="T32" fmla="*/ 640 w 2374"/>
                  <a:gd name="T33" fmla="*/ 399 h 1575"/>
                  <a:gd name="T34" fmla="*/ 677 w 2374"/>
                  <a:gd name="T35" fmla="*/ 560 h 1575"/>
                  <a:gd name="T36" fmla="*/ 715 w 2374"/>
                  <a:gd name="T37" fmla="*/ 19 h 1575"/>
                  <a:gd name="T38" fmla="*/ 753 w 2374"/>
                  <a:gd name="T39" fmla="*/ 1150 h 1575"/>
                  <a:gd name="T40" fmla="*/ 790 w 2374"/>
                  <a:gd name="T41" fmla="*/ 1331 h 1575"/>
                  <a:gd name="T42" fmla="*/ 828 w 2374"/>
                  <a:gd name="T43" fmla="*/ 833 h 1575"/>
                  <a:gd name="T44" fmla="*/ 865 w 2374"/>
                  <a:gd name="T45" fmla="*/ 674 h 1575"/>
                  <a:gd name="T46" fmla="*/ 903 w 2374"/>
                  <a:gd name="T47" fmla="*/ 423 h 1575"/>
                  <a:gd name="T48" fmla="*/ 941 w 2374"/>
                  <a:gd name="T49" fmla="*/ 420 h 1575"/>
                  <a:gd name="T50" fmla="*/ 979 w 2374"/>
                  <a:gd name="T51" fmla="*/ 516 h 1575"/>
                  <a:gd name="T52" fmla="*/ 1017 w 2374"/>
                  <a:gd name="T53" fmla="*/ 606 h 1575"/>
                  <a:gd name="T54" fmla="*/ 1054 w 2374"/>
                  <a:gd name="T55" fmla="*/ 590 h 1575"/>
                  <a:gd name="T56" fmla="*/ 1092 w 2374"/>
                  <a:gd name="T57" fmla="*/ 565 h 1575"/>
                  <a:gd name="T58" fmla="*/ 1130 w 2374"/>
                  <a:gd name="T59" fmla="*/ 562 h 1575"/>
                  <a:gd name="T60" fmla="*/ 1167 w 2374"/>
                  <a:gd name="T61" fmla="*/ 615 h 1575"/>
                  <a:gd name="T62" fmla="*/ 1205 w 2374"/>
                  <a:gd name="T63" fmla="*/ 710 h 1575"/>
                  <a:gd name="T64" fmla="*/ 1242 w 2374"/>
                  <a:gd name="T65" fmla="*/ 671 h 1575"/>
                  <a:gd name="T66" fmla="*/ 1280 w 2374"/>
                  <a:gd name="T67" fmla="*/ 669 h 1575"/>
                  <a:gd name="T68" fmla="*/ 1318 w 2374"/>
                  <a:gd name="T69" fmla="*/ 638 h 1575"/>
                  <a:gd name="T70" fmla="*/ 1355 w 2374"/>
                  <a:gd name="T71" fmla="*/ 625 h 1575"/>
                  <a:gd name="T72" fmla="*/ 1393 w 2374"/>
                  <a:gd name="T73" fmla="*/ 670 h 1575"/>
                  <a:gd name="T74" fmla="*/ 1431 w 2374"/>
                  <a:gd name="T75" fmla="*/ 634 h 1575"/>
                  <a:gd name="T76" fmla="*/ 1468 w 2374"/>
                  <a:gd name="T77" fmla="*/ 618 h 1575"/>
                  <a:gd name="T78" fmla="*/ 1506 w 2374"/>
                  <a:gd name="T79" fmla="*/ 583 h 1575"/>
                  <a:gd name="T80" fmla="*/ 1544 w 2374"/>
                  <a:gd name="T81" fmla="*/ 532 h 1575"/>
                  <a:gd name="T82" fmla="*/ 1582 w 2374"/>
                  <a:gd name="T83" fmla="*/ 550 h 1575"/>
                  <a:gd name="T84" fmla="*/ 1619 w 2374"/>
                  <a:gd name="T85" fmla="*/ 562 h 1575"/>
                  <a:gd name="T86" fmla="*/ 1657 w 2374"/>
                  <a:gd name="T87" fmla="*/ 637 h 1575"/>
                  <a:gd name="T88" fmla="*/ 1695 w 2374"/>
                  <a:gd name="T89" fmla="*/ 637 h 1575"/>
                  <a:gd name="T90" fmla="*/ 1732 w 2374"/>
                  <a:gd name="T91" fmla="*/ 658 h 1575"/>
                  <a:gd name="T92" fmla="*/ 1770 w 2374"/>
                  <a:gd name="T93" fmla="*/ 683 h 1575"/>
                  <a:gd name="T94" fmla="*/ 1808 w 2374"/>
                  <a:gd name="T95" fmla="*/ 634 h 1575"/>
                  <a:gd name="T96" fmla="*/ 1845 w 2374"/>
                  <a:gd name="T97" fmla="*/ 630 h 1575"/>
                  <a:gd name="T98" fmla="*/ 1883 w 2374"/>
                  <a:gd name="T99" fmla="*/ 612 h 1575"/>
                  <a:gd name="T100" fmla="*/ 1921 w 2374"/>
                  <a:gd name="T101" fmla="*/ 564 h 1575"/>
                  <a:gd name="T102" fmla="*/ 1958 w 2374"/>
                  <a:gd name="T103" fmla="*/ 612 h 1575"/>
                  <a:gd name="T104" fmla="*/ 1996 w 2374"/>
                  <a:gd name="T105" fmla="*/ 637 h 1575"/>
                  <a:gd name="T106" fmla="*/ 2034 w 2374"/>
                  <a:gd name="T107" fmla="*/ 554 h 1575"/>
                  <a:gd name="T108" fmla="*/ 2071 w 2374"/>
                  <a:gd name="T109" fmla="*/ 613 h 1575"/>
                  <a:gd name="T110" fmla="*/ 2109 w 2374"/>
                  <a:gd name="T111" fmla="*/ 644 h 1575"/>
                  <a:gd name="T112" fmla="*/ 2147 w 2374"/>
                  <a:gd name="T113" fmla="*/ 632 h 1575"/>
                  <a:gd name="T114" fmla="*/ 2185 w 2374"/>
                  <a:gd name="T115" fmla="*/ 672 h 1575"/>
                  <a:gd name="T116" fmla="*/ 2222 w 2374"/>
                  <a:gd name="T117" fmla="*/ 673 h 1575"/>
                  <a:gd name="T118" fmla="*/ 2260 w 2374"/>
                  <a:gd name="T119" fmla="*/ 699 h 1575"/>
                  <a:gd name="T120" fmla="*/ 2298 w 2374"/>
                  <a:gd name="T121" fmla="*/ 618 h 1575"/>
                  <a:gd name="T122" fmla="*/ 2335 w 2374"/>
                  <a:gd name="T123" fmla="*/ 574 h 1575"/>
                  <a:gd name="T124" fmla="*/ 2373 w 2374"/>
                  <a:gd name="T125" fmla="*/ 599 h 1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74" h="1575">
                    <a:moveTo>
                      <a:pt x="0" y="615"/>
                    </a:moveTo>
                    <a:lnTo>
                      <a:pt x="0" y="616"/>
                    </a:lnTo>
                    <a:lnTo>
                      <a:pt x="1" y="617"/>
                    </a:lnTo>
                    <a:lnTo>
                      <a:pt x="1" y="618"/>
                    </a:lnTo>
                    <a:lnTo>
                      <a:pt x="2" y="620"/>
                    </a:lnTo>
                    <a:lnTo>
                      <a:pt x="3" y="620"/>
                    </a:lnTo>
                    <a:lnTo>
                      <a:pt x="3" y="621"/>
                    </a:lnTo>
                    <a:lnTo>
                      <a:pt x="4" y="623"/>
                    </a:lnTo>
                    <a:lnTo>
                      <a:pt x="4" y="624"/>
                    </a:lnTo>
                    <a:lnTo>
                      <a:pt x="5" y="626"/>
                    </a:lnTo>
                    <a:lnTo>
                      <a:pt x="5" y="627"/>
                    </a:lnTo>
                    <a:lnTo>
                      <a:pt x="6" y="628"/>
                    </a:lnTo>
                    <a:lnTo>
                      <a:pt x="7" y="629"/>
                    </a:lnTo>
                    <a:lnTo>
                      <a:pt x="7" y="630"/>
                    </a:lnTo>
                    <a:lnTo>
                      <a:pt x="8" y="631"/>
                    </a:lnTo>
                    <a:lnTo>
                      <a:pt x="8" y="632"/>
                    </a:lnTo>
                    <a:lnTo>
                      <a:pt x="9" y="633"/>
                    </a:lnTo>
                    <a:lnTo>
                      <a:pt x="9" y="635"/>
                    </a:lnTo>
                    <a:lnTo>
                      <a:pt x="10" y="637"/>
                    </a:lnTo>
                    <a:lnTo>
                      <a:pt x="10" y="638"/>
                    </a:lnTo>
                    <a:lnTo>
                      <a:pt x="11" y="639"/>
                    </a:lnTo>
                    <a:lnTo>
                      <a:pt x="12" y="639"/>
                    </a:lnTo>
                    <a:lnTo>
                      <a:pt x="12" y="640"/>
                    </a:lnTo>
                    <a:lnTo>
                      <a:pt x="13" y="641"/>
                    </a:lnTo>
                    <a:lnTo>
                      <a:pt x="13" y="642"/>
                    </a:lnTo>
                    <a:lnTo>
                      <a:pt x="14" y="643"/>
                    </a:lnTo>
                    <a:lnTo>
                      <a:pt x="15" y="644"/>
                    </a:lnTo>
                    <a:lnTo>
                      <a:pt x="15" y="645"/>
                    </a:lnTo>
                    <a:lnTo>
                      <a:pt x="16" y="645"/>
                    </a:lnTo>
                    <a:lnTo>
                      <a:pt x="16" y="646"/>
                    </a:lnTo>
                    <a:lnTo>
                      <a:pt x="17" y="647"/>
                    </a:lnTo>
                    <a:lnTo>
                      <a:pt x="18" y="648"/>
                    </a:lnTo>
                    <a:lnTo>
                      <a:pt x="18" y="648"/>
                    </a:lnTo>
                    <a:lnTo>
                      <a:pt x="19" y="649"/>
                    </a:lnTo>
                    <a:lnTo>
                      <a:pt x="19" y="649"/>
                    </a:lnTo>
                    <a:lnTo>
                      <a:pt x="20" y="650"/>
                    </a:lnTo>
                    <a:lnTo>
                      <a:pt x="21" y="650"/>
                    </a:lnTo>
                    <a:lnTo>
                      <a:pt x="21" y="651"/>
                    </a:lnTo>
                    <a:lnTo>
                      <a:pt x="22" y="652"/>
                    </a:lnTo>
                    <a:lnTo>
                      <a:pt x="22" y="652"/>
                    </a:lnTo>
                    <a:lnTo>
                      <a:pt x="23" y="653"/>
                    </a:lnTo>
                    <a:lnTo>
                      <a:pt x="23" y="653"/>
                    </a:lnTo>
                    <a:lnTo>
                      <a:pt x="24" y="653"/>
                    </a:lnTo>
                    <a:lnTo>
                      <a:pt x="24" y="653"/>
                    </a:lnTo>
                    <a:lnTo>
                      <a:pt x="25" y="653"/>
                    </a:lnTo>
                    <a:lnTo>
                      <a:pt x="25" y="653"/>
                    </a:lnTo>
                    <a:lnTo>
                      <a:pt x="26" y="653"/>
                    </a:lnTo>
                    <a:lnTo>
                      <a:pt x="27" y="653"/>
                    </a:lnTo>
                    <a:lnTo>
                      <a:pt x="27" y="653"/>
                    </a:lnTo>
                    <a:lnTo>
                      <a:pt x="28" y="653"/>
                    </a:lnTo>
                    <a:lnTo>
                      <a:pt x="28" y="652"/>
                    </a:lnTo>
                    <a:lnTo>
                      <a:pt x="29" y="651"/>
                    </a:lnTo>
                    <a:lnTo>
                      <a:pt x="30" y="651"/>
                    </a:lnTo>
                    <a:lnTo>
                      <a:pt x="30" y="651"/>
                    </a:lnTo>
                    <a:lnTo>
                      <a:pt x="31" y="651"/>
                    </a:lnTo>
                    <a:lnTo>
                      <a:pt x="31" y="651"/>
                    </a:lnTo>
                    <a:lnTo>
                      <a:pt x="32" y="651"/>
                    </a:lnTo>
                    <a:lnTo>
                      <a:pt x="33" y="651"/>
                    </a:lnTo>
                    <a:lnTo>
                      <a:pt x="33" y="651"/>
                    </a:lnTo>
                    <a:lnTo>
                      <a:pt x="34" y="651"/>
                    </a:lnTo>
                    <a:lnTo>
                      <a:pt x="34" y="651"/>
                    </a:lnTo>
                    <a:lnTo>
                      <a:pt x="35" y="650"/>
                    </a:lnTo>
                    <a:lnTo>
                      <a:pt x="36" y="650"/>
                    </a:lnTo>
                    <a:lnTo>
                      <a:pt x="36" y="651"/>
                    </a:lnTo>
                    <a:lnTo>
                      <a:pt x="37" y="650"/>
                    </a:lnTo>
                    <a:lnTo>
                      <a:pt x="37" y="650"/>
                    </a:lnTo>
                    <a:lnTo>
                      <a:pt x="38" y="650"/>
                    </a:lnTo>
                    <a:lnTo>
                      <a:pt x="38" y="649"/>
                    </a:lnTo>
                    <a:lnTo>
                      <a:pt x="39" y="648"/>
                    </a:lnTo>
                    <a:lnTo>
                      <a:pt x="39" y="648"/>
                    </a:lnTo>
                    <a:lnTo>
                      <a:pt x="40" y="648"/>
                    </a:lnTo>
                    <a:lnTo>
                      <a:pt x="41" y="647"/>
                    </a:lnTo>
                    <a:lnTo>
                      <a:pt x="41" y="645"/>
                    </a:lnTo>
                    <a:lnTo>
                      <a:pt x="42" y="644"/>
                    </a:lnTo>
                    <a:lnTo>
                      <a:pt x="42" y="643"/>
                    </a:lnTo>
                    <a:lnTo>
                      <a:pt x="43" y="642"/>
                    </a:lnTo>
                    <a:lnTo>
                      <a:pt x="44" y="640"/>
                    </a:lnTo>
                    <a:lnTo>
                      <a:pt x="44" y="639"/>
                    </a:lnTo>
                    <a:lnTo>
                      <a:pt x="45" y="638"/>
                    </a:lnTo>
                    <a:lnTo>
                      <a:pt x="45" y="636"/>
                    </a:lnTo>
                    <a:lnTo>
                      <a:pt x="46" y="635"/>
                    </a:lnTo>
                    <a:lnTo>
                      <a:pt x="47" y="633"/>
                    </a:lnTo>
                    <a:lnTo>
                      <a:pt x="47" y="632"/>
                    </a:lnTo>
                    <a:lnTo>
                      <a:pt x="48" y="630"/>
                    </a:lnTo>
                    <a:lnTo>
                      <a:pt x="48" y="628"/>
                    </a:lnTo>
                    <a:lnTo>
                      <a:pt x="49" y="627"/>
                    </a:lnTo>
                    <a:lnTo>
                      <a:pt x="50" y="625"/>
                    </a:lnTo>
                    <a:lnTo>
                      <a:pt x="50" y="624"/>
                    </a:lnTo>
                    <a:lnTo>
                      <a:pt x="51" y="623"/>
                    </a:lnTo>
                    <a:lnTo>
                      <a:pt x="51" y="621"/>
                    </a:lnTo>
                    <a:lnTo>
                      <a:pt x="52" y="620"/>
                    </a:lnTo>
                    <a:lnTo>
                      <a:pt x="52" y="619"/>
                    </a:lnTo>
                    <a:lnTo>
                      <a:pt x="53" y="617"/>
                    </a:lnTo>
                    <a:lnTo>
                      <a:pt x="54" y="616"/>
                    </a:lnTo>
                    <a:lnTo>
                      <a:pt x="54" y="614"/>
                    </a:lnTo>
                    <a:lnTo>
                      <a:pt x="55" y="613"/>
                    </a:lnTo>
                    <a:lnTo>
                      <a:pt x="55" y="612"/>
                    </a:lnTo>
                    <a:lnTo>
                      <a:pt x="56" y="611"/>
                    </a:lnTo>
                    <a:lnTo>
                      <a:pt x="56" y="611"/>
                    </a:lnTo>
                    <a:lnTo>
                      <a:pt x="57" y="609"/>
                    </a:lnTo>
                    <a:lnTo>
                      <a:pt x="57" y="608"/>
                    </a:lnTo>
                    <a:lnTo>
                      <a:pt x="58" y="606"/>
                    </a:lnTo>
                    <a:lnTo>
                      <a:pt x="59" y="605"/>
                    </a:lnTo>
                    <a:lnTo>
                      <a:pt x="59" y="603"/>
                    </a:lnTo>
                    <a:lnTo>
                      <a:pt x="60" y="603"/>
                    </a:lnTo>
                    <a:lnTo>
                      <a:pt x="60" y="602"/>
                    </a:lnTo>
                    <a:lnTo>
                      <a:pt x="61" y="601"/>
                    </a:lnTo>
                    <a:lnTo>
                      <a:pt x="62" y="601"/>
                    </a:lnTo>
                    <a:lnTo>
                      <a:pt x="62" y="601"/>
                    </a:lnTo>
                    <a:lnTo>
                      <a:pt x="63" y="600"/>
                    </a:lnTo>
                    <a:lnTo>
                      <a:pt x="63" y="600"/>
                    </a:lnTo>
                    <a:lnTo>
                      <a:pt x="64" y="600"/>
                    </a:lnTo>
                    <a:lnTo>
                      <a:pt x="65" y="599"/>
                    </a:lnTo>
                    <a:lnTo>
                      <a:pt x="65" y="598"/>
                    </a:lnTo>
                    <a:lnTo>
                      <a:pt x="66" y="598"/>
                    </a:lnTo>
                    <a:lnTo>
                      <a:pt x="66" y="598"/>
                    </a:lnTo>
                    <a:lnTo>
                      <a:pt x="67" y="599"/>
                    </a:lnTo>
                    <a:lnTo>
                      <a:pt x="68" y="600"/>
                    </a:lnTo>
                    <a:lnTo>
                      <a:pt x="68" y="600"/>
                    </a:lnTo>
                    <a:lnTo>
                      <a:pt x="69" y="600"/>
                    </a:lnTo>
                    <a:lnTo>
                      <a:pt x="69" y="600"/>
                    </a:lnTo>
                    <a:lnTo>
                      <a:pt x="70" y="601"/>
                    </a:lnTo>
                    <a:lnTo>
                      <a:pt x="70" y="601"/>
                    </a:lnTo>
                    <a:lnTo>
                      <a:pt x="71" y="602"/>
                    </a:lnTo>
                    <a:lnTo>
                      <a:pt x="71" y="602"/>
                    </a:lnTo>
                    <a:lnTo>
                      <a:pt x="72" y="603"/>
                    </a:lnTo>
                    <a:lnTo>
                      <a:pt x="72" y="603"/>
                    </a:lnTo>
                    <a:lnTo>
                      <a:pt x="73" y="603"/>
                    </a:lnTo>
                    <a:lnTo>
                      <a:pt x="74" y="602"/>
                    </a:lnTo>
                    <a:lnTo>
                      <a:pt x="74" y="602"/>
                    </a:lnTo>
                    <a:lnTo>
                      <a:pt x="75" y="603"/>
                    </a:lnTo>
                    <a:lnTo>
                      <a:pt x="75" y="604"/>
                    </a:lnTo>
                    <a:lnTo>
                      <a:pt x="76" y="604"/>
                    </a:lnTo>
                    <a:lnTo>
                      <a:pt x="77" y="605"/>
                    </a:lnTo>
                    <a:lnTo>
                      <a:pt x="77" y="606"/>
                    </a:lnTo>
                    <a:lnTo>
                      <a:pt x="78" y="606"/>
                    </a:lnTo>
                    <a:lnTo>
                      <a:pt x="78" y="606"/>
                    </a:lnTo>
                    <a:lnTo>
                      <a:pt x="79" y="607"/>
                    </a:lnTo>
                    <a:lnTo>
                      <a:pt x="80" y="609"/>
                    </a:lnTo>
                    <a:lnTo>
                      <a:pt x="80" y="609"/>
                    </a:lnTo>
                    <a:lnTo>
                      <a:pt x="81" y="610"/>
                    </a:lnTo>
                    <a:lnTo>
                      <a:pt x="81" y="612"/>
                    </a:lnTo>
                    <a:lnTo>
                      <a:pt x="82" y="613"/>
                    </a:lnTo>
                    <a:lnTo>
                      <a:pt x="83" y="614"/>
                    </a:lnTo>
                    <a:lnTo>
                      <a:pt x="83" y="614"/>
                    </a:lnTo>
                    <a:lnTo>
                      <a:pt x="84" y="615"/>
                    </a:lnTo>
                    <a:lnTo>
                      <a:pt x="84" y="617"/>
                    </a:lnTo>
                    <a:lnTo>
                      <a:pt x="85" y="618"/>
                    </a:lnTo>
                    <a:lnTo>
                      <a:pt x="85" y="620"/>
                    </a:lnTo>
                    <a:lnTo>
                      <a:pt x="86" y="621"/>
                    </a:lnTo>
                    <a:lnTo>
                      <a:pt x="86" y="622"/>
                    </a:lnTo>
                    <a:lnTo>
                      <a:pt x="87" y="623"/>
                    </a:lnTo>
                    <a:lnTo>
                      <a:pt x="88" y="624"/>
                    </a:lnTo>
                    <a:lnTo>
                      <a:pt x="88" y="625"/>
                    </a:lnTo>
                    <a:lnTo>
                      <a:pt x="89" y="626"/>
                    </a:lnTo>
                    <a:lnTo>
                      <a:pt x="89" y="627"/>
                    </a:lnTo>
                    <a:lnTo>
                      <a:pt x="90" y="627"/>
                    </a:lnTo>
                    <a:lnTo>
                      <a:pt x="90" y="629"/>
                    </a:lnTo>
                    <a:lnTo>
                      <a:pt x="91" y="630"/>
                    </a:lnTo>
                    <a:lnTo>
                      <a:pt x="92" y="631"/>
                    </a:lnTo>
                    <a:lnTo>
                      <a:pt x="92" y="632"/>
                    </a:lnTo>
                    <a:lnTo>
                      <a:pt x="93" y="633"/>
                    </a:lnTo>
                    <a:lnTo>
                      <a:pt x="93" y="633"/>
                    </a:lnTo>
                    <a:lnTo>
                      <a:pt x="94" y="634"/>
                    </a:lnTo>
                    <a:lnTo>
                      <a:pt x="95" y="636"/>
                    </a:lnTo>
                    <a:lnTo>
                      <a:pt x="95" y="637"/>
                    </a:lnTo>
                    <a:lnTo>
                      <a:pt x="96" y="639"/>
                    </a:lnTo>
                    <a:lnTo>
                      <a:pt x="96" y="640"/>
                    </a:lnTo>
                    <a:lnTo>
                      <a:pt x="97" y="642"/>
                    </a:lnTo>
                    <a:lnTo>
                      <a:pt x="98" y="642"/>
                    </a:lnTo>
                    <a:lnTo>
                      <a:pt x="98" y="643"/>
                    </a:lnTo>
                    <a:lnTo>
                      <a:pt x="99" y="644"/>
                    </a:lnTo>
                    <a:lnTo>
                      <a:pt x="99" y="645"/>
                    </a:lnTo>
                    <a:lnTo>
                      <a:pt x="100" y="646"/>
                    </a:lnTo>
                    <a:lnTo>
                      <a:pt x="101" y="647"/>
                    </a:lnTo>
                    <a:lnTo>
                      <a:pt x="101" y="648"/>
                    </a:lnTo>
                    <a:lnTo>
                      <a:pt x="102" y="649"/>
                    </a:lnTo>
                    <a:lnTo>
                      <a:pt x="102" y="651"/>
                    </a:lnTo>
                    <a:lnTo>
                      <a:pt x="103" y="652"/>
                    </a:lnTo>
                    <a:lnTo>
                      <a:pt x="103" y="653"/>
                    </a:lnTo>
                    <a:lnTo>
                      <a:pt x="104" y="654"/>
                    </a:lnTo>
                    <a:lnTo>
                      <a:pt x="104" y="655"/>
                    </a:lnTo>
                    <a:lnTo>
                      <a:pt x="105" y="656"/>
                    </a:lnTo>
                    <a:lnTo>
                      <a:pt x="105" y="657"/>
                    </a:lnTo>
                    <a:lnTo>
                      <a:pt x="106" y="657"/>
                    </a:lnTo>
                    <a:lnTo>
                      <a:pt x="107" y="657"/>
                    </a:lnTo>
                    <a:lnTo>
                      <a:pt x="107" y="658"/>
                    </a:lnTo>
                    <a:lnTo>
                      <a:pt x="108" y="658"/>
                    </a:lnTo>
                    <a:lnTo>
                      <a:pt x="108" y="659"/>
                    </a:lnTo>
                    <a:lnTo>
                      <a:pt x="109" y="659"/>
                    </a:lnTo>
                    <a:lnTo>
                      <a:pt x="110" y="660"/>
                    </a:lnTo>
                    <a:lnTo>
                      <a:pt x="110" y="661"/>
                    </a:lnTo>
                    <a:lnTo>
                      <a:pt x="111" y="661"/>
                    </a:lnTo>
                    <a:lnTo>
                      <a:pt x="112" y="662"/>
                    </a:lnTo>
                    <a:lnTo>
                      <a:pt x="112" y="662"/>
                    </a:lnTo>
                    <a:lnTo>
                      <a:pt x="113" y="662"/>
                    </a:lnTo>
                    <a:lnTo>
                      <a:pt x="113" y="662"/>
                    </a:lnTo>
                    <a:lnTo>
                      <a:pt x="114" y="663"/>
                    </a:lnTo>
                    <a:lnTo>
                      <a:pt x="115" y="664"/>
                    </a:lnTo>
                    <a:lnTo>
                      <a:pt x="115" y="664"/>
                    </a:lnTo>
                    <a:lnTo>
                      <a:pt x="116" y="664"/>
                    </a:lnTo>
                    <a:lnTo>
                      <a:pt x="116" y="665"/>
                    </a:lnTo>
                    <a:lnTo>
                      <a:pt x="117" y="665"/>
                    </a:lnTo>
                    <a:lnTo>
                      <a:pt x="117" y="666"/>
                    </a:lnTo>
                    <a:lnTo>
                      <a:pt x="118" y="667"/>
                    </a:lnTo>
                    <a:lnTo>
                      <a:pt x="118" y="667"/>
                    </a:lnTo>
                    <a:lnTo>
                      <a:pt x="119" y="667"/>
                    </a:lnTo>
                    <a:lnTo>
                      <a:pt x="119" y="668"/>
                    </a:lnTo>
                    <a:lnTo>
                      <a:pt x="120" y="668"/>
                    </a:lnTo>
                    <a:lnTo>
                      <a:pt x="121" y="669"/>
                    </a:lnTo>
                    <a:lnTo>
                      <a:pt x="121" y="669"/>
                    </a:lnTo>
                    <a:lnTo>
                      <a:pt x="122" y="669"/>
                    </a:lnTo>
                    <a:lnTo>
                      <a:pt x="122" y="669"/>
                    </a:lnTo>
                    <a:lnTo>
                      <a:pt x="123" y="669"/>
                    </a:lnTo>
                    <a:lnTo>
                      <a:pt x="124" y="669"/>
                    </a:lnTo>
                    <a:lnTo>
                      <a:pt x="124" y="670"/>
                    </a:lnTo>
                    <a:lnTo>
                      <a:pt x="125" y="670"/>
                    </a:lnTo>
                    <a:lnTo>
                      <a:pt x="125" y="670"/>
                    </a:lnTo>
                    <a:lnTo>
                      <a:pt x="126" y="669"/>
                    </a:lnTo>
                    <a:lnTo>
                      <a:pt x="127" y="669"/>
                    </a:lnTo>
                    <a:lnTo>
                      <a:pt x="127" y="668"/>
                    </a:lnTo>
                    <a:lnTo>
                      <a:pt x="128" y="667"/>
                    </a:lnTo>
                    <a:lnTo>
                      <a:pt x="128" y="668"/>
                    </a:lnTo>
                    <a:lnTo>
                      <a:pt x="129" y="668"/>
                    </a:lnTo>
                    <a:lnTo>
                      <a:pt x="130" y="668"/>
                    </a:lnTo>
                    <a:lnTo>
                      <a:pt x="130" y="668"/>
                    </a:lnTo>
                    <a:lnTo>
                      <a:pt x="131" y="669"/>
                    </a:lnTo>
                    <a:lnTo>
                      <a:pt x="131" y="670"/>
                    </a:lnTo>
                    <a:lnTo>
                      <a:pt x="132" y="670"/>
                    </a:lnTo>
                    <a:lnTo>
                      <a:pt x="132" y="669"/>
                    </a:lnTo>
                    <a:lnTo>
                      <a:pt x="133" y="669"/>
                    </a:lnTo>
                    <a:lnTo>
                      <a:pt x="133" y="668"/>
                    </a:lnTo>
                    <a:lnTo>
                      <a:pt x="134" y="668"/>
                    </a:lnTo>
                    <a:lnTo>
                      <a:pt x="135" y="668"/>
                    </a:lnTo>
                    <a:lnTo>
                      <a:pt x="135" y="668"/>
                    </a:lnTo>
                    <a:lnTo>
                      <a:pt x="136" y="667"/>
                    </a:lnTo>
                    <a:lnTo>
                      <a:pt x="136" y="667"/>
                    </a:lnTo>
                    <a:lnTo>
                      <a:pt x="137" y="667"/>
                    </a:lnTo>
                    <a:lnTo>
                      <a:pt x="137" y="666"/>
                    </a:lnTo>
                    <a:lnTo>
                      <a:pt x="138" y="666"/>
                    </a:lnTo>
                    <a:lnTo>
                      <a:pt x="139" y="665"/>
                    </a:lnTo>
                    <a:lnTo>
                      <a:pt x="139" y="664"/>
                    </a:lnTo>
                    <a:lnTo>
                      <a:pt x="140" y="663"/>
                    </a:lnTo>
                    <a:lnTo>
                      <a:pt x="140" y="662"/>
                    </a:lnTo>
                    <a:lnTo>
                      <a:pt x="141" y="661"/>
                    </a:lnTo>
                    <a:lnTo>
                      <a:pt x="142" y="660"/>
                    </a:lnTo>
                    <a:lnTo>
                      <a:pt x="142" y="658"/>
                    </a:lnTo>
                    <a:lnTo>
                      <a:pt x="143" y="657"/>
                    </a:lnTo>
                    <a:lnTo>
                      <a:pt x="143" y="656"/>
                    </a:lnTo>
                    <a:lnTo>
                      <a:pt x="144" y="655"/>
                    </a:lnTo>
                    <a:lnTo>
                      <a:pt x="145" y="654"/>
                    </a:lnTo>
                    <a:lnTo>
                      <a:pt x="145" y="653"/>
                    </a:lnTo>
                    <a:lnTo>
                      <a:pt x="146" y="651"/>
                    </a:lnTo>
                    <a:lnTo>
                      <a:pt x="146" y="650"/>
                    </a:lnTo>
                    <a:lnTo>
                      <a:pt x="147" y="649"/>
                    </a:lnTo>
                    <a:lnTo>
                      <a:pt x="148" y="648"/>
                    </a:lnTo>
                    <a:lnTo>
                      <a:pt x="148" y="648"/>
                    </a:lnTo>
                    <a:lnTo>
                      <a:pt x="149" y="647"/>
                    </a:lnTo>
                    <a:lnTo>
                      <a:pt x="149" y="646"/>
                    </a:lnTo>
                    <a:lnTo>
                      <a:pt x="150" y="645"/>
                    </a:lnTo>
                    <a:lnTo>
                      <a:pt x="150" y="644"/>
                    </a:lnTo>
                    <a:lnTo>
                      <a:pt x="151" y="642"/>
                    </a:lnTo>
                    <a:lnTo>
                      <a:pt x="151" y="642"/>
                    </a:lnTo>
                    <a:lnTo>
                      <a:pt x="152" y="641"/>
                    </a:lnTo>
                    <a:lnTo>
                      <a:pt x="152" y="639"/>
                    </a:lnTo>
                    <a:lnTo>
                      <a:pt x="153" y="639"/>
                    </a:lnTo>
                    <a:lnTo>
                      <a:pt x="154" y="638"/>
                    </a:lnTo>
                    <a:lnTo>
                      <a:pt x="154" y="636"/>
                    </a:lnTo>
                    <a:lnTo>
                      <a:pt x="155" y="635"/>
                    </a:lnTo>
                    <a:lnTo>
                      <a:pt x="155" y="634"/>
                    </a:lnTo>
                    <a:lnTo>
                      <a:pt x="156" y="633"/>
                    </a:lnTo>
                    <a:lnTo>
                      <a:pt x="157" y="632"/>
                    </a:lnTo>
                    <a:lnTo>
                      <a:pt x="157" y="632"/>
                    </a:lnTo>
                    <a:lnTo>
                      <a:pt x="158" y="631"/>
                    </a:lnTo>
                    <a:lnTo>
                      <a:pt x="158" y="630"/>
                    </a:lnTo>
                    <a:lnTo>
                      <a:pt x="159" y="630"/>
                    </a:lnTo>
                    <a:lnTo>
                      <a:pt x="160" y="629"/>
                    </a:lnTo>
                    <a:lnTo>
                      <a:pt x="160" y="628"/>
                    </a:lnTo>
                    <a:lnTo>
                      <a:pt x="161" y="628"/>
                    </a:lnTo>
                    <a:lnTo>
                      <a:pt x="161" y="627"/>
                    </a:lnTo>
                    <a:lnTo>
                      <a:pt x="162" y="626"/>
                    </a:lnTo>
                    <a:lnTo>
                      <a:pt x="163" y="625"/>
                    </a:lnTo>
                    <a:lnTo>
                      <a:pt x="163" y="625"/>
                    </a:lnTo>
                    <a:lnTo>
                      <a:pt x="164" y="624"/>
                    </a:lnTo>
                    <a:lnTo>
                      <a:pt x="164" y="624"/>
                    </a:lnTo>
                    <a:lnTo>
                      <a:pt x="165" y="624"/>
                    </a:lnTo>
                    <a:lnTo>
                      <a:pt x="165" y="624"/>
                    </a:lnTo>
                    <a:lnTo>
                      <a:pt x="166" y="623"/>
                    </a:lnTo>
                    <a:lnTo>
                      <a:pt x="166" y="623"/>
                    </a:lnTo>
                    <a:lnTo>
                      <a:pt x="167" y="622"/>
                    </a:lnTo>
                    <a:lnTo>
                      <a:pt x="168" y="621"/>
                    </a:lnTo>
                    <a:lnTo>
                      <a:pt x="168" y="621"/>
                    </a:lnTo>
                    <a:lnTo>
                      <a:pt x="169" y="620"/>
                    </a:lnTo>
                    <a:lnTo>
                      <a:pt x="169" y="620"/>
                    </a:lnTo>
                    <a:lnTo>
                      <a:pt x="170" y="620"/>
                    </a:lnTo>
                    <a:lnTo>
                      <a:pt x="170" y="620"/>
                    </a:lnTo>
                    <a:lnTo>
                      <a:pt x="171" y="620"/>
                    </a:lnTo>
                    <a:lnTo>
                      <a:pt x="172" y="620"/>
                    </a:lnTo>
                    <a:lnTo>
                      <a:pt x="172" y="620"/>
                    </a:lnTo>
                    <a:lnTo>
                      <a:pt x="173" y="621"/>
                    </a:lnTo>
                    <a:lnTo>
                      <a:pt x="173" y="622"/>
                    </a:lnTo>
                    <a:lnTo>
                      <a:pt x="174" y="623"/>
                    </a:lnTo>
                    <a:lnTo>
                      <a:pt x="175" y="623"/>
                    </a:lnTo>
                    <a:lnTo>
                      <a:pt x="175" y="623"/>
                    </a:lnTo>
                    <a:lnTo>
                      <a:pt x="176" y="624"/>
                    </a:lnTo>
                    <a:lnTo>
                      <a:pt x="176" y="624"/>
                    </a:lnTo>
                    <a:lnTo>
                      <a:pt x="177" y="625"/>
                    </a:lnTo>
                    <a:lnTo>
                      <a:pt x="178" y="626"/>
                    </a:lnTo>
                    <a:lnTo>
                      <a:pt x="178" y="627"/>
                    </a:lnTo>
                    <a:lnTo>
                      <a:pt x="179" y="629"/>
                    </a:lnTo>
                    <a:lnTo>
                      <a:pt x="179" y="630"/>
                    </a:lnTo>
                    <a:lnTo>
                      <a:pt x="180" y="631"/>
                    </a:lnTo>
                    <a:lnTo>
                      <a:pt x="180" y="633"/>
                    </a:lnTo>
                    <a:lnTo>
                      <a:pt x="181" y="634"/>
                    </a:lnTo>
                    <a:lnTo>
                      <a:pt x="182" y="634"/>
                    </a:lnTo>
                    <a:lnTo>
                      <a:pt x="182" y="635"/>
                    </a:lnTo>
                    <a:lnTo>
                      <a:pt x="183" y="637"/>
                    </a:lnTo>
                    <a:lnTo>
                      <a:pt x="183" y="638"/>
                    </a:lnTo>
                    <a:lnTo>
                      <a:pt x="184" y="639"/>
                    </a:lnTo>
                    <a:lnTo>
                      <a:pt x="184" y="640"/>
                    </a:lnTo>
                    <a:lnTo>
                      <a:pt x="185" y="641"/>
                    </a:lnTo>
                    <a:lnTo>
                      <a:pt x="186" y="642"/>
                    </a:lnTo>
                    <a:lnTo>
                      <a:pt x="186" y="643"/>
                    </a:lnTo>
                    <a:lnTo>
                      <a:pt x="187" y="644"/>
                    </a:lnTo>
                    <a:lnTo>
                      <a:pt x="187" y="646"/>
                    </a:lnTo>
                    <a:lnTo>
                      <a:pt x="188" y="648"/>
                    </a:lnTo>
                    <a:lnTo>
                      <a:pt x="189" y="650"/>
                    </a:lnTo>
                    <a:lnTo>
                      <a:pt x="189" y="651"/>
                    </a:lnTo>
                    <a:lnTo>
                      <a:pt x="190" y="651"/>
                    </a:lnTo>
                    <a:lnTo>
                      <a:pt x="190" y="651"/>
                    </a:lnTo>
                    <a:lnTo>
                      <a:pt x="191" y="652"/>
                    </a:lnTo>
                    <a:lnTo>
                      <a:pt x="192" y="653"/>
                    </a:lnTo>
                    <a:lnTo>
                      <a:pt x="192" y="654"/>
                    </a:lnTo>
                    <a:lnTo>
                      <a:pt x="193" y="655"/>
                    </a:lnTo>
                    <a:lnTo>
                      <a:pt x="193" y="655"/>
                    </a:lnTo>
                    <a:lnTo>
                      <a:pt x="194" y="655"/>
                    </a:lnTo>
                    <a:lnTo>
                      <a:pt x="194" y="656"/>
                    </a:lnTo>
                    <a:lnTo>
                      <a:pt x="195" y="656"/>
                    </a:lnTo>
                    <a:lnTo>
                      <a:pt x="196" y="656"/>
                    </a:lnTo>
                    <a:lnTo>
                      <a:pt x="196" y="657"/>
                    </a:lnTo>
                    <a:lnTo>
                      <a:pt x="197" y="657"/>
                    </a:lnTo>
                    <a:lnTo>
                      <a:pt x="197" y="659"/>
                    </a:lnTo>
                    <a:lnTo>
                      <a:pt x="198" y="660"/>
                    </a:lnTo>
                    <a:lnTo>
                      <a:pt x="198" y="661"/>
                    </a:lnTo>
                    <a:lnTo>
                      <a:pt x="199" y="662"/>
                    </a:lnTo>
                    <a:lnTo>
                      <a:pt x="199" y="663"/>
                    </a:lnTo>
                    <a:lnTo>
                      <a:pt x="200" y="664"/>
                    </a:lnTo>
                    <a:lnTo>
                      <a:pt x="201" y="665"/>
                    </a:lnTo>
                    <a:lnTo>
                      <a:pt x="201" y="665"/>
                    </a:lnTo>
                    <a:lnTo>
                      <a:pt x="202" y="666"/>
                    </a:lnTo>
                    <a:lnTo>
                      <a:pt x="202" y="667"/>
                    </a:lnTo>
                    <a:lnTo>
                      <a:pt x="203" y="668"/>
                    </a:lnTo>
                    <a:lnTo>
                      <a:pt x="204" y="668"/>
                    </a:lnTo>
                    <a:lnTo>
                      <a:pt x="204" y="669"/>
                    </a:lnTo>
                    <a:lnTo>
                      <a:pt x="205" y="670"/>
                    </a:lnTo>
                    <a:lnTo>
                      <a:pt x="205" y="670"/>
                    </a:lnTo>
                    <a:lnTo>
                      <a:pt x="206" y="671"/>
                    </a:lnTo>
                    <a:lnTo>
                      <a:pt x="207" y="671"/>
                    </a:lnTo>
                    <a:lnTo>
                      <a:pt x="207" y="672"/>
                    </a:lnTo>
                    <a:lnTo>
                      <a:pt x="208" y="673"/>
                    </a:lnTo>
                    <a:lnTo>
                      <a:pt x="208" y="674"/>
                    </a:lnTo>
                    <a:lnTo>
                      <a:pt x="209" y="674"/>
                    </a:lnTo>
                    <a:lnTo>
                      <a:pt x="210" y="674"/>
                    </a:lnTo>
                    <a:lnTo>
                      <a:pt x="210" y="674"/>
                    </a:lnTo>
                    <a:lnTo>
                      <a:pt x="211" y="674"/>
                    </a:lnTo>
                    <a:lnTo>
                      <a:pt x="211" y="673"/>
                    </a:lnTo>
                    <a:lnTo>
                      <a:pt x="212" y="673"/>
                    </a:lnTo>
                    <a:lnTo>
                      <a:pt x="212" y="672"/>
                    </a:lnTo>
                    <a:lnTo>
                      <a:pt x="213" y="671"/>
                    </a:lnTo>
                    <a:lnTo>
                      <a:pt x="213" y="671"/>
                    </a:lnTo>
                    <a:lnTo>
                      <a:pt x="214" y="669"/>
                    </a:lnTo>
                    <a:lnTo>
                      <a:pt x="215" y="668"/>
                    </a:lnTo>
                    <a:lnTo>
                      <a:pt x="215" y="666"/>
                    </a:lnTo>
                    <a:lnTo>
                      <a:pt x="216" y="664"/>
                    </a:lnTo>
                    <a:lnTo>
                      <a:pt x="216" y="663"/>
                    </a:lnTo>
                    <a:lnTo>
                      <a:pt x="217" y="661"/>
                    </a:lnTo>
                    <a:lnTo>
                      <a:pt x="217" y="661"/>
                    </a:lnTo>
                    <a:lnTo>
                      <a:pt x="218" y="660"/>
                    </a:lnTo>
                    <a:lnTo>
                      <a:pt x="219" y="659"/>
                    </a:lnTo>
                    <a:lnTo>
                      <a:pt x="219" y="659"/>
                    </a:lnTo>
                    <a:lnTo>
                      <a:pt x="220" y="659"/>
                    </a:lnTo>
                    <a:lnTo>
                      <a:pt x="220" y="658"/>
                    </a:lnTo>
                    <a:lnTo>
                      <a:pt x="221" y="657"/>
                    </a:lnTo>
                    <a:lnTo>
                      <a:pt x="222" y="656"/>
                    </a:lnTo>
                    <a:lnTo>
                      <a:pt x="222" y="656"/>
                    </a:lnTo>
                    <a:lnTo>
                      <a:pt x="223" y="655"/>
                    </a:lnTo>
                    <a:lnTo>
                      <a:pt x="223" y="653"/>
                    </a:lnTo>
                    <a:lnTo>
                      <a:pt x="224" y="651"/>
                    </a:lnTo>
                    <a:lnTo>
                      <a:pt x="225" y="651"/>
                    </a:lnTo>
                    <a:lnTo>
                      <a:pt x="225" y="649"/>
                    </a:lnTo>
                    <a:lnTo>
                      <a:pt x="226" y="646"/>
                    </a:lnTo>
                    <a:lnTo>
                      <a:pt x="226" y="644"/>
                    </a:lnTo>
                    <a:lnTo>
                      <a:pt x="227" y="641"/>
                    </a:lnTo>
                    <a:lnTo>
                      <a:pt x="227" y="640"/>
                    </a:lnTo>
                    <a:lnTo>
                      <a:pt x="228" y="639"/>
                    </a:lnTo>
                    <a:lnTo>
                      <a:pt x="229" y="637"/>
                    </a:lnTo>
                    <a:lnTo>
                      <a:pt x="229" y="635"/>
                    </a:lnTo>
                    <a:lnTo>
                      <a:pt x="230" y="633"/>
                    </a:lnTo>
                    <a:lnTo>
                      <a:pt x="230" y="632"/>
                    </a:lnTo>
                    <a:lnTo>
                      <a:pt x="231" y="631"/>
                    </a:lnTo>
                    <a:lnTo>
                      <a:pt x="231" y="630"/>
                    </a:lnTo>
                    <a:lnTo>
                      <a:pt x="232" y="629"/>
                    </a:lnTo>
                    <a:lnTo>
                      <a:pt x="232" y="627"/>
                    </a:lnTo>
                    <a:lnTo>
                      <a:pt x="233" y="626"/>
                    </a:lnTo>
                    <a:lnTo>
                      <a:pt x="234" y="624"/>
                    </a:lnTo>
                    <a:lnTo>
                      <a:pt x="234" y="622"/>
                    </a:lnTo>
                    <a:lnTo>
                      <a:pt x="235" y="620"/>
                    </a:lnTo>
                    <a:lnTo>
                      <a:pt x="235" y="618"/>
                    </a:lnTo>
                    <a:lnTo>
                      <a:pt x="236" y="617"/>
                    </a:lnTo>
                    <a:lnTo>
                      <a:pt x="237" y="614"/>
                    </a:lnTo>
                    <a:lnTo>
                      <a:pt x="237" y="612"/>
                    </a:lnTo>
                    <a:lnTo>
                      <a:pt x="238" y="611"/>
                    </a:lnTo>
                    <a:lnTo>
                      <a:pt x="238" y="609"/>
                    </a:lnTo>
                    <a:lnTo>
                      <a:pt x="239" y="608"/>
                    </a:lnTo>
                    <a:lnTo>
                      <a:pt x="240" y="608"/>
                    </a:lnTo>
                    <a:lnTo>
                      <a:pt x="240" y="607"/>
                    </a:lnTo>
                    <a:lnTo>
                      <a:pt x="241" y="606"/>
                    </a:lnTo>
                    <a:lnTo>
                      <a:pt x="241" y="605"/>
                    </a:lnTo>
                    <a:lnTo>
                      <a:pt x="242" y="605"/>
                    </a:lnTo>
                    <a:lnTo>
                      <a:pt x="243" y="604"/>
                    </a:lnTo>
                    <a:lnTo>
                      <a:pt x="243" y="603"/>
                    </a:lnTo>
                    <a:lnTo>
                      <a:pt x="244" y="601"/>
                    </a:lnTo>
                    <a:lnTo>
                      <a:pt x="244" y="601"/>
                    </a:lnTo>
                    <a:lnTo>
                      <a:pt x="245" y="600"/>
                    </a:lnTo>
                    <a:lnTo>
                      <a:pt x="245" y="598"/>
                    </a:lnTo>
                    <a:lnTo>
                      <a:pt x="246" y="597"/>
                    </a:lnTo>
                    <a:lnTo>
                      <a:pt x="246" y="596"/>
                    </a:lnTo>
                    <a:lnTo>
                      <a:pt x="247" y="596"/>
                    </a:lnTo>
                    <a:lnTo>
                      <a:pt x="247" y="595"/>
                    </a:lnTo>
                    <a:lnTo>
                      <a:pt x="248" y="594"/>
                    </a:lnTo>
                    <a:lnTo>
                      <a:pt x="249" y="594"/>
                    </a:lnTo>
                    <a:lnTo>
                      <a:pt x="249" y="592"/>
                    </a:lnTo>
                    <a:lnTo>
                      <a:pt x="250" y="592"/>
                    </a:lnTo>
                    <a:lnTo>
                      <a:pt x="251" y="591"/>
                    </a:lnTo>
                    <a:lnTo>
                      <a:pt x="251" y="591"/>
                    </a:lnTo>
                    <a:lnTo>
                      <a:pt x="252" y="591"/>
                    </a:lnTo>
                    <a:lnTo>
                      <a:pt x="252" y="591"/>
                    </a:lnTo>
                    <a:lnTo>
                      <a:pt x="253" y="592"/>
                    </a:lnTo>
                    <a:lnTo>
                      <a:pt x="254" y="592"/>
                    </a:lnTo>
                    <a:lnTo>
                      <a:pt x="254" y="593"/>
                    </a:lnTo>
                    <a:lnTo>
                      <a:pt x="255" y="594"/>
                    </a:lnTo>
                    <a:lnTo>
                      <a:pt x="255" y="594"/>
                    </a:lnTo>
                    <a:lnTo>
                      <a:pt x="256" y="593"/>
                    </a:lnTo>
                    <a:lnTo>
                      <a:pt x="257" y="593"/>
                    </a:lnTo>
                    <a:lnTo>
                      <a:pt x="257" y="593"/>
                    </a:lnTo>
                    <a:lnTo>
                      <a:pt x="258" y="592"/>
                    </a:lnTo>
                    <a:lnTo>
                      <a:pt x="258" y="592"/>
                    </a:lnTo>
                    <a:lnTo>
                      <a:pt x="259" y="591"/>
                    </a:lnTo>
                    <a:lnTo>
                      <a:pt x="259" y="591"/>
                    </a:lnTo>
                    <a:lnTo>
                      <a:pt x="260" y="590"/>
                    </a:lnTo>
                    <a:lnTo>
                      <a:pt x="260" y="590"/>
                    </a:lnTo>
                    <a:lnTo>
                      <a:pt x="261" y="590"/>
                    </a:lnTo>
                    <a:lnTo>
                      <a:pt x="261" y="590"/>
                    </a:lnTo>
                    <a:lnTo>
                      <a:pt x="262" y="590"/>
                    </a:lnTo>
                    <a:lnTo>
                      <a:pt x="263" y="591"/>
                    </a:lnTo>
                    <a:lnTo>
                      <a:pt x="263" y="592"/>
                    </a:lnTo>
                    <a:lnTo>
                      <a:pt x="264" y="594"/>
                    </a:lnTo>
                    <a:lnTo>
                      <a:pt x="264" y="595"/>
                    </a:lnTo>
                    <a:lnTo>
                      <a:pt x="265" y="596"/>
                    </a:lnTo>
                    <a:lnTo>
                      <a:pt x="266" y="597"/>
                    </a:lnTo>
                    <a:lnTo>
                      <a:pt x="266" y="598"/>
                    </a:lnTo>
                    <a:lnTo>
                      <a:pt x="267" y="600"/>
                    </a:lnTo>
                    <a:lnTo>
                      <a:pt x="267" y="601"/>
                    </a:lnTo>
                    <a:lnTo>
                      <a:pt x="268" y="601"/>
                    </a:lnTo>
                    <a:lnTo>
                      <a:pt x="269" y="602"/>
                    </a:lnTo>
                    <a:lnTo>
                      <a:pt x="269" y="603"/>
                    </a:lnTo>
                    <a:lnTo>
                      <a:pt x="270" y="603"/>
                    </a:lnTo>
                    <a:lnTo>
                      <a:pt x="270" y="604"/>
                    </a:lnTo>
                    <a:lnTo>
                      <a:pt x="271" y="604"/>
                    </a:lnTo>
                    <a:lnTo>
                      <a:pt x="272" y="604"/>
                    </a:lnTo>
                    <a:lnTo>
                      <a:pt x="272" y="604"/>
                    </a:lnTo>
                    <a:lnTo>
                      <a:pt x="273" y="605"/>
                    </a:lnTo>
                    <a:lnTo>
                      <a:pt x="273" y="606"/>
                    </a:lnTo>
                    <a:lnTo>
                      <a:pt x="274" y="607"/>
                    </a:lnTo>
                    <a:lnTo>
                      <a:pt x="274" y="608"/>
                    </a:lnTo>
                    <a:lnTo>
                      <a:pt x="275" y="609"/>
                    </a:lnTo>
                    <a:lnTo>
                      <a:pt x="276" y="609"/>
                    </a:lnTo>
                    <a:lnTo>
                      <a:pt x="276" y="610"/>
                    </a:lnTo>
                    <a:lnTo>
                      <a:pt x="277" y="611"/>
                    </a:lnTo>
                    <a:lnTo>
                      <a:pt x="277" y="611"/>
                    </a:lnTo>
                    <a:lnTo>
                      <a:pt x="278" y="611"/>
                    </a:lnTo>
                    <a:lnTo>
                      <a:pt x="278" y="611"/>
                    </a:lnTo>
                    <a:lnTo>
                      <a:pt x="279" y="612"/>
                    </a:lnTo>
                    <a:lnTo>
                      <a:pt x="279" y="612"/>
                    </a:lnTo>
                    <a:lnTo>
                      <a:pt x="280" y="612"/>
                    </a:lnTo>
                    <a:lnTo>
                      <a:pt x="281" y="613"/>
                    </a:lnTo>
                    <a:lnTo>
                      <a:pt x="281" y="614"/>
                    </a:lnTo>
                    <a:lnTo>
                      <a:pt x="282" y="614"/>
                    </a:lnTo>
                    <a:lnTo>
                      <a:pt x="282" y="614"/>
                    </a:lnTo>
                    <a:lnTo>
                      <a:pt x="283" y="614"/>
                    </a:lnTo>
                    <a:lnTo>
                      <a:pt x="284" y="615"/>
                    </a:lnTo>
                    <a:lnTo>
                      <a:pt x="284" y="615"/>
                    </a:lnTo>
                    <a:lnTo>
                      <a:pt x="285" y="614"/>
                    </a:lnTo>
                    <a:lnTo>
                      <a:pt x="285" y="614"/>
                    </a:lnTo>
                    <a:lnTo>
                      <a:pt x="286" y="615"/>
                    </a:lnTo>
                    <a:lnTo>
                      <a:pt x="287" y="616"/>
                    </a:lnTo>
                    <a:lnTo>
                      <a:pt x="287" y="617"/>
                    </a:lnTo>
                    <a:lnTo>
                      <a:pt x="288" y="618"/>
                    </a:lnTo>
                    <a:lnTo>
                      <a:pt x="288" y="618"/>
                    </a:lnTo>
                    <a:lnTo>
                      <a:pt x="289" y="619"/>
                    </a:lnTo>
                    <a:lnTo>
                      <a:pt x="290" y="619"/>
                    </a:lnTo>
                    <a:lnTo>
                      <a:pt x="290" y="618"/>
                    </a:lnTo>
                    <a:lnTo>
                      <a:pt x="291" y="618"/>
                    </a:lnTo>
                    <a:lnTo>
                      <a:pt x="291" y="618"/>
                    </a:lnTo>
                    <a:lnTo>
                      <a:pt x="292" y="618"/>
                    </a:lnTo>
                    <a:lnTo>
                      <a:pt x="292" y="619"/>
                    </a:lnTo>
                    <a:lnTo>
                      <a:pt x="293" y="619"/>
                    </a:lnTo>
                    <a:lnTo>
                      <a:pt x="293" y="619"/>
                    </a:lnTo>
                    <a:lnTo>
                      <a:pt x="294" y="619"/>
                    </a:lnTo>
                    <a:lnTo>
                      <a:pt x="294" y="619"/>
                    </a:lnTo>
                    <a:lnTo>
                      <a:pt x="295" y="619"/>
                    </a:lnTo>
                    <a:lnTo>
                      <a:pt x="296" y="620"/>
                    </a:lnTo>
                    <a:lnTo>
                      <a:pt x="296" y="620"/>
                    </a:lnTo>
                    <a:lnTo>
                      <a:pt x="297" y="621"/>
                    </a:lnTo>
                    <a:lnTo>
                      <a:pt x="297" y="622"/>
                    </a:lnTo>
                    <a:lnTo>
                      <a:pt x="298" y="623"/>
                    </a:lnTo>
                    <a:lnTo>
                      <a:pt x="299" y="623"/>
                    </a:lnTo>
                    <a:lnTo>
                      <a:pt x="299" y="623"/>
                    </a:lnTo>
                    <a:lnTo>
                      <a:pt x="300" y="624"/>
                    </a:lnTo>
                    <a:lnTo>
                      <a:pt x="300" y="623"/>
                    </a:lnTo>
                    <a:lnTo>
                      <a:pt x="301" y="624"/>
                    </a:lnTo>
                    <a:lnTo>
                      <a:pt x="302" y="624"/>
                    </a:lnTo>
                    <a:lnTo>
                      <a:pt x="302" y="624"/>
                    </a:lnTo>
                    <a:lnTo>
                      <a:pt x="303" y="625"/>
                    </a:lnTo>
                    <a:lnTo>
                      <a:pt x="303" y="626"/>
                    </a:lnTo>
                    <a:lnTo>
                      <a:pt x="304" y="626"/>
                    </a:lnTo>
                    <a:lnTo>
                      <a:pt x="305" y="626"/>
                    </a:lnTo>
                    <a:lnTo>
                      <a:pt x="305" y="627"/>
                    </a:lnTo>
                    <a:lnTo>
                      <a:pt x="306" y="627"/>
                    </a:lnTo>
                    <a:lnTo>
                      <a:pt x="306" y="626"/>
                    </a:lnTo>
                    <a:lnTo>
                      <a:pt x="307" y="626"/>
                    </a:lnTo>
                    <a:lnTo>
                      <a:pt x="307" y="627"/>
                    </a:lnTo>
                    <a:lnTo>
                      <a:pt x="308" y="628"/>
                    </a:lnTo>
                    <a:lnTo>
                      <a:pt x="308" y="629"/>
                    </a:lnTo>
                    <a:lnTo>
                      <a:pt x="309" y="631"/>
                    </a:lnTo>
                    <a:lnTo>
                      <a:pt x="310" y="632"/>
                    </a:lnTo>
                    <a:lnTo>
                      <a:pt x="310" y="633"/>
                    </a:lnTo>
                    <a:lnTo>
                      <a:pt x="311" y="633"/>
                    </a:lnTo>
                    <a:lnTo>
                      <a:pt x="311" y="633"/>
                    </a:lnTo>
                    <a:lnTo>
                      <a:pt x="312" y="634"/>
                    </a:lnTo>
                    <a:lnTo>
                      <a:pt x="312" y="634"/>
                    </a:lnTo>
                    <a:lnTo>
                      <a:pt x="313" y="635"/>
                    </a:lnTo>
                    <a:lnTo>
                      <a:pt x="314" y="637"/>
                    </a:lnTo>
                    <a:lnTo>
                      <a:pt x="314" y="638"/>
                    </a:lnTo>
                    <a:lnTo>
                      <a:pt x="315" y="637"/>
                    </a:lnTo>
                    <a:lnTo>
                      <a:pt x="315" y="637"/>
                    </a:lnTo>
                    <a:lnTo>
                      <a:pt x="316" y="636"/>
                    </a:lnTo>
                    <a:lnTo>
                      <a:pt x="317" y="635"/>
                    </a:lnTo>
                    <a:lnTo>
                      <a:pt x="317" y="634"/>
                    </a:lnTo>
                    <a:lnTo>
                      <a:pt x="318" y="634"/>
                    </a:lnTo>
                    <a:lnTo>
                      <a:pt x="319" y="634"/>
                    </a:lnTo>
                    <a:lnTo>
                      <a:pt x="319" y="633"/>
                    </a:lnTo>
                    <a:lnTo>
                      <a:pt x="320" y="632"/>
                    </a:lnTo>
                    <a:lnTo>
                      <a:pt x="320" y="631"/>
                    </a:lnTo>
                    <a:lnTo>
                      <a:pt x="321" y="630"/>
                    </a:lnTo>
                    <a:lnTo>
                      <a:pt x="321" y="629"/>
                    </a:lnTo>
                    <a:lnTo>
                      <a:pt x="322" y="629"/>
                    </a:lnTo>
                    <a:lnTo>
                      <a:pt x="323" y="629"/>
                    </a:lnTo>
                    <a:lnTo>
                      <a:pt x="323" y="628"/>
                    </a:lnTo>
                    <a:lnTo>
                      <a:pt x="324" y="626"/>
                    </a:lnTo>
                    <a:lnTo>
                      <a:pt x="324" y="625"/>
                    </a:lnTo>
                    <a:lnTo>
                      <a:pt x="325" y="624"/>
                    </a:lnTo>
                    <a:lnTo>
                      <a:pt x="325" y="622"/>
                    </a:lnTo>
                    <a:lnTo>
                      <a:pt x="326" y="621"/>
                    </a:lnTo>
                    <a:lnTo>
                      <a:pt x="326" y="621"/>
                    </a:lnTo>
                    <a:lnTo>
                      <a:pt x="327" y="621"/>
                    </a:lnTo>
                    <a:lnTo>
                      <a:pt x="328" y="620"/>
                    </a:lnTo>
                    <a:lnTo>
                      <a:pt x="328" y="619"/>
                    </a:lnTo>
                    <a:lnTo>
                      <a:pt x="329" y="618"/>
                    </a:lnTo>
                    <a:lnTo>
                      <a:pt x="329" y="617"/>
                    </a:lnTo>
                    <a:lnTo>
                      <a:pt x="330" y="616"/>
                    </a:lnTo>
                    <a:lnTo>
                      <a:pt x="331" y="614"/>
                    </a:lnTo>
                    <a:lnTo>
                      <a:pt x="331" y="613"/>
                    </a:lnTo>
                    <a:lnTo>
                      <a:pt x="332" y="612"/>
                    </a:lnTo>
                    <a:lnTo>
                      <a:pt x="332" y="612"/>
                    </a:lnTo>
                    <a:lnTo>
                      <a:pt x="333" y="611"/>
                    </a:lnTo>
                    <a:lnTo>
                      <a:pt x="334" y="610"/>
                    </a:lnTo>
                    <a:lnTo>
                      <a:pt x="334" y="609"/>
                    </a:lnTo>
                    <a:lnTo>
                      <a:pt x="335" y="607"/>
                    </a:lnTo>
                    <a:lnTo>
                      <a:pt x="335" y="605"/>
                    </a:lnTo>
                    <a:lnTo>
                      <a:pt x="336" y="604"/>
                    </a:lnTo>
                    <a:lnTo>
                      <a:pt x="337" y="605"/>
                    </a:lnTo>
                    <a:lnTo>
                      <a:pt x="337" y="605"/>
                    </a:lnTo>
                    <a:lnTo>
                      <a:pt x="338" y="605"/>
                    </a:lnTo>
                    <a:lnTo>
                      <a:pt x="338" y="604"/>
                    </a:lnTo>
                    <a:lnTo>
                      <a:pt x="339" y="603"/>
                    </a:lnTo>
                    <a:lnTo>
                      <a:pt x="339" y="602"/>
                    </a:lnTo>
                    <a:lnTo>
                      <a:pt x="340" y="601"/>
                    </a:lnTo>
                    <a:lnTo>
                      <a:pt x="340" y="600"/>
                    </a:lnTo>
                    <a:lnTo>
                      <a:pt x="341" y="599"/>
                    </a:lnTo>
                    <a:lnTo>
                      <a:pt x="341" y="597"/>
                    </a:lnTo>
                    <a:lnTo>
                      <a:pt x="342" y="596"/>
                    </a:lnTo>
                    <a:lnTo>
                      <a:pt x="343" y="595"/>
                    </a:lnTo>
                    <a:lnTo>
                      <a:pt x="343" y="595"/>
                    </a:lnTo>
                    <a:lnTo>
                      <a:pt x="344" y="594"/>
                    </a:lnTo>
                    <a:lnTo>
                      <a:pt x="344" y="594"/>
                    </a:lnTo>
                    <a:lnTo>
                      <a:pt x="345" y="593"/>
                    </a:lnTo>
                    <a:lnTo>
                      <a:pt x="346" y="593"/>
                    </a:lnTo>
                    <a:lnTo>
                      <a:pt x="346" y="593"/>
                    </a:lnTo>
                    <a:lnTo>
                      <a:pt x="347" y="592"/>
                    </a:lnTo>
                    <a:lnTo>
                      <a:pt x="347" y="592"/>
                    </a:lnTo>
                    <a:lnTo>
                      <a:pt x="348" y="592"/>
                    </a:lnTo>
                    <a:lnTo>
                      <a:pt x="349" y="591"/>
                    </a:lnTo>
                    <a:lnTo>
                      <a:pt x="349" y="590"/>
                    </a:lnTo>
                    <a:lnTo>
                      <a:pt x="350" y="589"/>
                    </a:lnTo>
                    <a:lnTo>
                      <a:pt x="350" y="588"/>
                    </a:lnTo>
                    <a:lnTo>
                      <a:pt x="351" y="587"/>
                    </a:lnTo>
                    <a:lnTo>
                      <a:pt x="352" y="585"/>
                    </a:lnTo>
                    <a:lnTo>
                      <a:pt x="352" y="584"/>
                    </a:lnTo>
                    <a:lnTo>
                      <a:pt x="353" y="584"/>
                    </a:lnTo>
                    <a:lnTo>
                      <a:pt x="353" y="585"/>
                    </a:lnTo>
                    <a:lnTo>
                      <a:pt x="354" y="585"/>
                    </a:lnTo>
                    <a:lnTo>
                      <a:pt x="354" y="586"/>
                    </a:lnTo>
                    <a:lnTo>
                      <a:pt x="355" y="586"/>
                    </a:lnTo>
                    <a:lnTo>
                      <a:pt x="355" y="586"/>
                    </a:lnTo>
                    <a:lnTo>
                      <a:pt x="356" y="587"/>
                    </a:lnTo>
                    <a:lnTo>
                      <a:pt x="357" y="588"/>
                    </a:lnTo>
                    <a:lnTo>
                      <a:pt x="357" y="588"/>
                    </a:lnTo>
                    <a:lnTo>
                      <a:pt x="358" y="589"/>
                    </a:lnTo>
                    <a:lnTo>
                      <a:pt x="358" y="590"/>
                    </a:lnTo>
                    <a:lnTo>
                      <a:pt x="359" y="591"/>
                    </a:lnTo>
                    <a:lnTo>
                      <a:pt x="359" y="592"/>
                    </a:lnTo>
                    <a:lnTo>
                      <a:pt x="360" y="592"/>
                    </a:lnTo>
                    <a:lnTo>
                      <a:pt x="361" y="593"/>
                    </a:lnTo>
                    <a:lnTo>
                      <a:pt x="361" y="594"/>
                    </a:lnTo>
                    <a:lnTo>
                      <a:pt x="362" y="595"/>
                    </a:lnTo>
                    <a:lnTo>
                      <a:pt x="362" y="596"/>
                    </a:lnTo>
                    <a:lnTo>
                      <a:pt x="363" y="597"/>
                    </a:lnTo>
                    <a:lnTo>
                      <a:pt x="364" y="598"/>
                    </a:lnTo>
                    <a:lnTo>
                      <a:pt x="364" y="600"/>
                    </a:lnTo>
                    <a:lnTo>
                      <a:pt x="365" y="601"/>
                    </a:lnTo>
                    <a:lnTo>
                      <a:pt x="365" y="602"/>
                    </a:lnTo>
                    <a:lnTo>
                      <a:pt x="366" y="604"/>
                    </a:lnTo>
                    <a:lnTo>
                      <a:pt x="367" y="604"/>
                    </a:lnTo>
                    <a:lnTo>
                      <a:pt x="367" y="605"/>
                    </a:lnTo>
                    <a:lnTo>
                      <a:pt x="368" y="606"/>
                    </a:lnTo>
                    <a:lnTo>
                      <a:pt x="368" y="608"/>
                    </a:lnTo>
                    <a:lnTo>
                      <a:pt x="369" y="609"/>
                    </a:lnTo>
                    <a:lnTo>
                      <a:pt x="370" y="610"/>
                    </a:lnTo>
                    <a:lnTo>
                      <a:pt x="370" y="611"/>
                    </a:lnTo>
                    <a:lnTo>
                      <a:pt x="371" y="611"/>
                    </a:lnTo>
                    <a:lnTo>
                      <a:pt x="371" y="612"/>
                    </a:lnTo>
                    <a:lnTo>
                      <a:pt x="372" y="614"/>
                    </a:lnTo>
                    <a:lnTo>
                      <a:pt x="372" y="615"/>
                    </a:lnTo>
                    <a:lnTo>
                      <a:pt x="373" y="617"/>
                    </a:lnTo>
                    <a:lnTo>
                      <a:pt x="373" y="617"/>
                    </a:lnTo>
                    <a:lnTo>
                      <a:pt x="374" y="618"/>
                    </a:lnTo>
                    <a:lnTo>
                      <a:pt x="374" y="618"/>
                    </a:lnTo>
                    <a:lnTo>
                      <a:pt x="375" y="618"/>
                    </a:lnTo>
                    <a:lnTo>
                      <a:pt x="376" y="619"/>
                    </a:lnTo>
                    <a:lnTo>
                      <a:pt x="376" y="620"/>
                    </a:lnTo>
                    <a:lnTo>
                      <a:pt x="377" y="620"/>
                    </a:lnTo>
                    <a:lnTo>
                      <a:pt x="377" y="621"/>
                    </a:lnTo>
                    <a:lnTo>
                      <a:pt x="378" y="621"/>
                    </a:lnTo>
                    <a:lnTo>
                      <a:pt x="379" y="622"/>
                    </a:lnTo>
                    <a:lnTo>
                      <a:pt x="379" y="623"/>
                    </a:lnTo>
                    <a:lnTo>
                      <a:pt x="380" y="624"/>
                    </a:lnTo>
                    <a:lnTo>
                      <a:pt x="380" y="624"/>
                    </a:lnTo>
                    <a:lnTo>
                      <a:pt x="381" y="626"/>
                    </a:lnTo>
                    <a:lnTo>
                      <a:pt x="382" y="628"/>
                    </a:lnTo>
                    <a:lnTo>
                      <a:pt x="382" y="630"/>
                    </a:lnTo>
                    <a:lnTo>
                      <a:pt x="383" y="632"/>
                    </a:lnTo>
                    <a:lnTo>
                      <a:pt x="383" y="634"/>
                    </a:lnTo>
                    <a:lnTo>
                      <a:pt x="384" y="636"/>
                    </a:lnTo>
                    <a:lnTo>
                      <a:pt x="385" y="638"/>
                    </a:lnTo>
                    <a:lnTo>
                      <a:pt x="385" y="639"/>
                    </a:lnTo>
                    <a:lnTo>
                      <a:pt x="386" y="641"/>
                    </a:lnTo>
                    <a:lnTo>
                      <a:pt x="386" y="644"/>
                    </a:lnTo>
                    <a:lnTo>
                      <a:pt x="387" y="645"/>
                    </a:lnTo>
                    <a:lnTo>
                      <a:pt x="387" y="648"/>
                    </a:lnTo>
                    <a:lnTo>
                      <a:pt x="388" y="650"/>
                    </a:lnTo>
                    <a:lnTo>
                      <a:pt x="388" y="652"/>
                    </a:lnTo>
                    <a:lnTo>
                      <a:pt x="389" y="653"/>
                    </a:lnTo>
                    <a:lnTo>
                      <a:pt x="390" y="654"/>
                    </a:lnTo>
                    <a:lnTo>
                      <a:pt x="390" y="656"/>
                    </a:lnTo>
                    <a:lnTo>
                      <a:pt x="391" y="657"/>
                    </a:lnTo>
                    <a:lnTo>
                      <a:pt x="391" y="659"/>
                    </a:lnTo>
                    <a:lnTo>
                      <a:pt x="392" y="660"/>
                    </a:lnTo>
                    <a:lnTo>
                      <a:pt x="393" y="662"/>
                    </a:lnTo>
                    <a:lnTo>
                      <a:pt x="393" y="664"/>
                    </a:lnTo>
                    <a:lnTo>
                      <a:pt x="394" y="665"/>
                    </a:lnTo>
                    <a:lnTo>
                      <a:pt x="394" y="667"/>
                    </a:lnTo>
                    <a:lnTo>
                      <a:pt x="395" y="668"/>
                    </a:lnTo>
                    <a:lnTo>
                      <a:pt x="396" y="670"/>
                    </a:lnTo>
                    <a:lnTo>
                      <a:pt x="396" y="671"/>
                    </a:lnTo>
                    <a:lnTo>
                      <a:pt x="397" y="672"/>
                    </a:lnTo>
                    <a:lnTo>
                      <a:pt x="397" y="673"/>
                    </a:lnTo>
                    <a:lnTo>
                      <a:pt x="398" y="673"/>
                    </a:lnTo>
                    <a:lnTo>
                      <a:pt x="399" y="674"/>
                    </a:lnTo>
                    <a:lnTo>
                      <a:pt x="399" y="674"/>
                    </a:lnTo>
                    <a:lnTo>
                      <a:pt x="400" y="675"/>
                    </a:lnTo>
                    <a:lnTo>
                      <a:pt x="400" y="675"/>
                    </a:lnTo>
                    <a:lnTo>
                      <a:pt x="401" y="675"/>
                    </a:lnTo>
                    <a:lnTo>
                      <a:pt x="401" y="674"/>
                    </a:lnTo>
                    <a:lnTo>
                      <a:pt x="402" y="675"/>
                    </a:lnTo>
                    <a:lnTo>
                      <a:pt x="402" y="675"/>
                    </a:lnTo>
                    <a:lnTo>
                      <a:pt x="403" y="675"/>
                    </a:lnTo>
                    <a:lnTo>
                      <a:pt x="404" y="675"/>
                    </a:lnTo>
                    <a:lnTo>
                      <a:pt x="404" y="675"/>
                    </a:lnTo>
                    <a:lnTo>
                      <a:pt x="405" y="676"/>
                    </a:lnTo>
                    <a:lnTo>
                      <a:pt x="405" y="676"/>
                    </a:lnTo>
                    <a:lnTo>
                      <a:pt x="406" y="675"/>
                    </a:lnTo>
                    <a:lnTo>
                      <a:pt x="406" y="676"/>
                    </a:lnTo>
                    <a:lnTo>
                      <a:pt x="407" y="676"/>
                    </a:lnTo>
                    <a:lnTo>
                      <a:pt x="408" y="676"/>
                    </a:lnTo>
                    <a:lnTo>
                      <a:pt x="408" y="677"/>
                    </a:lnTo>
                    <a:lnTo>
                      <a:pt x="409" y="676"/>
                    </a:lnTo>
                    <a:lnTo>
                      <a:pt x="409" y="676"/>
                    </a:lnTo>
                    <a:lnTo>
                      <a:pt x="410" y="675"/>
                    </a:lnTo>
                    <a:lnTo>
                      <a:pt x="411" y="674"/>
                    </a:lnTo>
                    <a:lnTo>
                      <a:pt x="411" y="673"/>
                    </a:lnTo>
                    <a:lnTo>
                      <a:pt x="412" y="673"/>
                    </a:lnTo>
                    <a:lnTo>
                      <a:pt x="412" y="672"/>
                    </a:lnTo>
                    <a:lnTo>
                      <a:pt x="413" y="671"/>
                    </a:lnTo>
                    <a:lnTo>
                      <a:pt x="414" y="671"/>
                    </a:lnTo>
                    <a:lnTo>
                      <a:pt x="414" y="671"/>
                    </a:lnTo>
                    <a:lnTo>
                      <a:pt x="415" y="671"/>
                    </a:lnTo>
                    <a:lnTo>
                      <a:pt x="415" y="670"/>
                    </a:lnTo>
                    <a:lnTo>
                      <a:pt x="416" y="670"/>
                    </a:lnTo>
                    <a:lnTo>
                      <a:pt x="417" y="670"/>
                    </a:lnTo>
                    <a:lnTo>
                      <a:pt x="417" y="671"/>
                    </a:lnTo>
                    <a:lnTo>
                      <a:pt x="418" y="671"/>
                    </a:lnTo>
                    <a:lnTo>
                      <a:pt x="418" y="672"/>
                    </a:lnTo>
                    <a:lnTo>
                      <a:pt x="419" y="671"/>
                    </a:lnTo>
                    <a:lnTo>
                      <a:pt x="419" y="670"/>
                    </a:lnTo>
                    <a:lnTo>
                      <a:pt x="420" y="668"/>
                    </a:lnTo>
                    <a:lnTo>
                      <a:pt x="420" y="667"/>
                    </a:lnTo>
                    <a:lnTo>
                      <a:pt x="421" y="665"/>
                    </a:lnTo>
                    <a:lnTo>
                      <a:pt x="421" y="664"/>
                    </a:lnTo>
                    <a:lnTo>
                      <a:pt x="422" y="662"/>
                    </a:lnTo>
                    <a:lnTo>
                      <a:pt x="423" y="660"/>
                    </a:lnTo>
                    <a:lnTo>
                      <a:pt x="423" y="659"/>
                    </a:lnTo>
                    <a:lnTo>
                      <a:pt x="424" y="657"/>
                    </a:lnTo>
                    <a:lnTo>
                      <a:pt x="424" y="656"/>
                    </a:lnTo>
                    <a:lnTo>
                      <a:pt x="425" y="655"/>
                    </a:lnTo>
                    <a:lnTo>
                      <a:pt x="426" y="654"/>
                    </a:lnTo>
                    <a:lnTo>
                      <a:pt x="426" y="653"/>
                    </a:lnTo>
                    <a:lnTo>
                      <a:pt x="427" y="653"/>
                    </a:lnTo>
                    <a:lnTo>
                      <a:pt x="427" y="653"/>
                    </a:lnTo>
                    <a:lnTo>
                      <a:pt x="428" y="653"/>
                    </a:lnTo>
                    <a:lnTo>
                      <a:pt x="429" y="652"/>
                    </a:lnTo>
                    <a:lnTo>
                      <a:pt x="429" y="651"/>
                    </a:lnTo>
                    <a:lnTo>
                      <a:pt x="430" y="651"/>
                    </a:lnTo>
                    <a:lnTo>
                      <a:pt x="430" y="650"/>
                    </a:lnTo>
                    <a:lnTo>
                      <a:pt x="431" y="649"/>
                    </a:lnTo>
                    <a:lnTo>
                      <a:pt x="432" y="648"/>
                    </a:lnTo>
                    <a:lnTo>
                      <a:pt x="432" y="647"/>
                    </a:lnTo>
                    <a:lnTo>
                      <a:pt x="433" y="645"/>
                    </a:lnTo>
                    <a:lnTo>
                      <a:pt x="433" y="643"/>
                    </a:lnTo>
                    <a:lnTo>
                      <a:pt x="434" y="642"/>
                    </a:lnTo>
                    <a:lnTo>
                      <a:pt x="434" y="641"/>
                    </a:lnTo>
                    <a:lnTo>
                      <a:pt x="435" y="639"/>
                    </a:lnTo>
                    <a:lnTo>
                      <a:pt x="435" y="638"/>
                    </a:lnTo>
                    <a:lnTo>
                      <a:pt x="436" y="637"/>
                    </a:lnTo>
                    <a:lnTo>
                      <a:pt x="437" y="636"/>
                    </a:lnTo>
                    <a:lnTo>
                      <a:pt x="437" y="634"/>
                    </a:lnTo>
                    <a:lnTo>
                      <a:pt x="438" y="632"/>
                    </a:lnTo>
                    <a:lnTo>
                      <a:pt x="438" y="631"/>
                    </a:lnTo>
                    <a:lnTo>
                      <a:pt x="439" y="630"/>
                    </a:lnTo>
                    <a:lnTo>
                      <a:pt x="439" y="629"/>
                    </a:lnTo>
                    <a:lnTo>
                      <a:pt x="440" y="627"/>
                    </a:lnTo>
                    <a:lnTo>
                      <a:pt x="441" y="626"/>
                    </a:lnTo>
                    <a:lnTo>
                      <a:pt x="441" y="626"/>
                    </a:lnTo>
                    <a:lnTo>
                      <a:pt x="442" y="625"/>
                    </a:lnTo>
                    <a:lnTo>
                      <a:pt x="442" y="624"/>
                    </a:lnTo>
                    <a:lnTo>
                      <a:pt x="443" y="623"/>
                    </a:lnTo>
                    <a:lnTo>
                      <a:pt x="444" y="623"/>
                    </a:lnTo>
                    <a:lnTo>
                      <a:pt x="444" y="622"/>
                    </a:lnTo>
                    <a:lnTo>
                      <a:pt x="445" y="622"/>
                    </a:lnTo>
                    <a:lnTo>
                      <a:pt x="445" y="622"/>
                    </a:lnTo>
                    <a:lnTo>
                      <a:pt x="446" y="621"/>
                    </a:lnTo>
                    <a:lnTo>
                      <a:pt x="447" y="620"/>
                    </a:lnTo>
                    <a:lnTo>
                      <a:pt x="447" y="620"/>
                    </a:lnTo>
                    <a:lnTo>
                      <a:pt x="448" y="621"/>
                    </a:lnTo>
                    <a:lnTo>
                      <a:pt x="448" y="621"/>
                    </a:lnTo>
                    <a:lnTo>
                      <a:pt x="449" y="621"/>
                    </a:lnTo>
                    <a:lnTo>
                      <a:pt x="449" y="621"/>
                    </a:lnTo>
                    <a:lnTo>
                      <a:pt x="450" y="621"/>
                    </a:lnTo>
                    <a:lnTo>
                      <a:pt x="451" y="621"/>
                    </a:lnTo>
                    <a:lnTo>
                      <a:pt x="451" y="621"/>
                    </a:lnTo>
                    <a:lnTo>
                      <a:pt x="452" y="621"/>
                    </a:lnTo>
                    <a:lnTo>
                      <a:pt x="452" y="621"/>
                    </a:lnTo>
                    <a:lnTo>
                      <a:pt x="453" y="620"/>
                    </a:lnTo>
                    <a:lnTo>
                      <a:pt x="453" y="619"/>
                    </a:lnTo>
                    <a:lnTo>
                      <a:pt x="454" y="618"/>
                    </a:lnTo>
                    <a:lnTo>
                      <a:pt x="454" y="617"/>
                    </a:lnTo>
                    <a:lnTo>
                      <a:pt x="455" y="616"/>
                    </a:lnTo>
                    <a:lnTo>
                      <a:pt x="456" y="615"/>
                    </a:lnTo>
                    <a:lnTo>
                      <a:pt x="456" y="614"/>
                    </a:lnTo>
                    <a:lnTo>
                      <a:pt x="457" y="613"/>
                    </a:lnTo>
                    <a:lnTo>
                      <a:pt x="458" y="612"/>
                    </a:lnTo>
                    <a:lnTo>
                      <a:pt x="458" y="612"/>
                    </a:lnTo>
                    <a:lnTo>
                      <a:pt x="459" y="611"/>
                    </a:lnTo>
                    <a:lnTo>
                      <a:pt x="459" y="610"/>
                    </a:lnTo>
                    <a:lnTo>
                      <a:pt x="460" y="609"/>
                    </a:lnTo>
                    <a:lnTo>
                      <a:pt x="461" y="608"/>
                    </a:lnTo>
                    <a:lnTo>
                      <a:pt x="461" y="608"/>
                    </a:lnTo>
                    <a:lnTo>
                      <a:pt x="462" y="608"/>
                    </a:lnTo>
                    <a:lnTo>
                      <a:pt x="462" y="607"/>
                    </a:lnTo>
                    <a:lnTo>
                      <a:pt x="463" y="606"/>
                    </a:lnTo>
                    <a:lnTo>
                      <a:pt x="464" y="605"/>
                    </a:lnTo>
                    <a:lnTo>
                      <a:pt x="464" y="604"/>
                    </a:lnTo>
                    <a:lnTo>
                      <a:pt x="465" y="604"/>
                    </a:lnTo>
                    <a:lnTo>
                      <a:pt x="465" y="603"/>
                    </a:lnTo>
                    <a:lnTo>
                      <a:pt x="466" y="602"/>
                    </a:lnTo>
                    <a:lnTo>
                      <a:pt x="466" y="600"/>
                    </a:lnTo>
                    <a:lnTo>
                      <a:pt x="467" y="600"/>
                    </a:lnTo>
                    <a:lnTo>
                      <a:pt x="467" y="600"/>
                    </a:lnTo>
                    <a:lnTo>
                      <a:pt x="468" y="599"/>
                    </a:lnTo>
                    <a:lnTo>
                      <a:pt x="468" y="598"/>
                    </a:lnTo>
                    <a:lnTo>
                      <a:pt x="469" y="597"/>
                    </a:lnTo>
                    <a:lnTo>
                      <a:pt x="470" y="596"/>
                    </a:lnTo>
                    <a:lnTo>
                      <a:pt x="470" y="596"/>
                    </a:lnTo>
                    <a:lnTo>
                      <a:pt x="471" y="596"/>
                    </a:lnTo>
                    <a:lnTo>
                      <a:pt x="471" y="596"/>
                    </a:lnTo>
                    <a:lnTo>
                      <a:pt x="472" y="597"/>
                    </a:lnTo>
                    <a:lnTo>
                      <a:pt x="473" y="597"/>
                    </a:lnTo>
                    <a:lnTo>
                      <a:pt x="473" y="598"/>
                    </a:lnTo>
                    <a:lnTo>
                      <a:pt x="474" y="599"/>
                    </a:lnTo>
                    <a:lnTo>
                      <a:pt x="474" y="601"/>
                    </a:lnTo>
                    <a:lnTo>
                      <a:pt x="475" y="600"/>
                    </a:lnTo>
                    <a:lnTo>
                      <a:pt x="476" y="601"/>
                    </a:lnTo>
                    <a:lnTo>
                      <a:pt x="476" y="602"/>
                    </a:lnTo>
                    <a:lnTo>
                      <a:pt x="477" y="602"/>
                    </a:lnTo>
                    <a:lnTo>
                      <a:pt x="477" y="603"/>
                    </a:lnTo>
                    <a:lnTo>
                      <a:pt x="478" y="604"/>
                    </a:lnTo>
                    <a:lnTo>
                      <a:pt x="479" y="605"/>
                    </a:lnTo>
                    <a:lnTo>
                      <a:pt x="479" y="605"/>
                    </a:lnTo>
                    <a:lnTo>
                      <a:pt x="480" y="605"/>
                    </a:lnTo>
                    <a:lnTo>
                      <a:pt x="480" y="606"/>
                    </a:lnTo>
                    <a:lnTo>
                      <a:pt x="481" y="606"/>
                    </a:lnTo>
                    <a:lnTo>
                      <a:pt x="481" y="606"/>
                    </a:lnTo>
                    <a:lnTo>
                      <a:pt x="482" y="606"/>
                    </a:lnTo>
                    <a:lnTo>
                      <a:pt x="482" y="606"/>
                    </a:lnTo>
                    <a:lnTo>
                      <a:pt x="483" y="605"/>
                    </a:lnTo>
                    <a:lnTo>
                      <a:pt x="484" y="605"/>
                    </a:lnTo>
                    <a:lnTo>
                      <a:pt x="484" y="606"/>
                    </a:lnTo>
                    <a:lnTo>
                      <a:pt x="485" y="607"/>
                    </a:lnTo>
                    <a:lnTo>
                      <a:pt x="485" y="607"/>
                    </a:lnTo>
                    <a:lnTo>
                      <a:pt x="486" y="607"/>
                    </a:lnTo>
                    <a:lnTo>
                      <a:pt x="486" y="607"/>
                    </a:lnTo>
                    <a:lnTo>
                      <a:pt x="487" y="608"/>
                    </a:lnTo>
                    <a:lnTo>
                      <a:pt x="488" y="609"/>
                    </a:lnTo>
                    <a:lnTo>
                      <a:pt x="488" y="610"/>
                    </a:lnTo>
                    <a:lnTo>
                      <a:pt x="489" y="611"/>
                    </a:lnTo>
                    <a:lnTo>
                      <a:pt x="489" y="613"/>
                    </a:lnTo>
                    <a:lnTo>
                      <a:pt x="490" y="614"/>
                    </a:lnTo>
                    <a:lnTo>
                      <a:pt x="491" y="616"/>
                    </a:lnTo>
                    <a:lnTo>
                      <a:pt x="491" y="618"/>
                    </a:lnTo>
                    <a:lnTo>
                      <a:pt x="492" y="618"/>
                    </a:lnTo>
                    <a:lnTo>
                      <a:pt x="492" y="620"/>
                    </a:lnTo>
                    <a:lnTo>
                      <a:pt x="493" y="621"/>
                    </a:lnTo>
                    <a:lnTo>
                      <a:pt x="494" y="623"/>
                    </a:lnTo>
                    <a:lnTo>
                      <a:pt x="494" y="624"/>
                    </a:lnTo>
                    <a:lnTo>
                      <a:pt x="495" y="626"/>
                    </a:lnTo>
                    <a:lnTo>
                      <a:pt x="495" y="627"/>
                    </a:lnTo>
                    <a:lnTo>
                      <a:pt x="496" y="629"/>
                    </a:lnTo>
                    <a:lnTo>
                      <a:pt x="496" y="630"/>
                    </a:lnTo>
                    <a:lnTo>
                      <a:pt x="497" y="632"/>
                    </a:lnTo>
                    <a:lnTo>
                      <a:pt x="498" y="633"/>
                    </a:lnTo>
                    <a:lnTo>
                      <a:pt x="498" y="635"/>
                    </a:lnTo>
                    <a:lnTo>
                      <a:pt x="499" y="635"/>
                    </a:lnTo>
                    <a:lnTo>
                      <a:pt x="499" y="634"/>
                    </a:lnTo>
                    <a:lnTo>
                      <a:pt x="500" y="635"/>
                    </a:lnTo>
                    <a:lnTo>
                      <a:pt x="500" y="635"/>
                    </a:lnTo>
                    <a:lnTo>
                      <a:pt x="501" y="635"/>
                    </a:lnTo>
                    <a:lnTo>
                      <a:pt x="501" y="635"/>
                    </a:lnTo>
                    <a:lnTo>
                      <a:pt x="502" y="635"/>
                    </a:lnTo>
                    <a:lnTo>
                      <a:pt x="503" y="634"/>
                    </a:lnTo>
                    <a:lnTo>
                      <a:pt x="503" y="633"/>
                    </a:lnTo>
                    <a:lnTo>
                      <a:pt x="504" y="634"/>
                    </a:lnTo>
                    <a:lnTo>
                      <a:pt x="504" y="634"/>
                    </a:lnTo>
                    <a:lnTo>
                      <a:pt x="505" y="634"/>
                    </a:lnTo>
                    <a:lnTo>
                      <a:pt x="506" y="635"/>
                    </a:lnTo>
                    <a:lnTo>
                      <a:pt x="506" y="636"/>
                    </a:lnTo>
                    <a:lnTo>
                      <a:pt x="507" y="637"/>
                    </a:lnTo>
                    <a:lnTo>
                      <a:pt x="507" y="638"/>
                    </a:lnTo>
                    <a:lnTo>
                      <a:pt x="508" y="639"/>
                    </a:lnTo>
                    <a:lnTo>
                      <a:pt x="509" y="639"/>
                    </a:lnTo>
                    <a:lnTo>
                      <a:pt x="509" y="638"/>
                    </a:lnTo>
                    <a:lnTo>
                      <a:pt x="510" y="638"/>
                    </a:lnTo>
                    <a:lnTo>
                      <a:pt x="510" y="638"/>
                    </a:lnTo>
                    <a:lnTo>
                      <a:pt x="511" y="639"/>
                    </a:lnTo>
                    <a:lnTo>
                      <a:pt x="512" y="639"/>
                    </a:lnTo>
                    <a:lnTo>
                      <a:pt x="512" y="639"/>
                    </a:lnTo>
                    <a:lnTo>
                      <a:pt x="513" y="641"/>
                    </a:lnTo>
                    <a:lnTo>
                      <a:pt x="513" y="641"/>
                    </a:lnTo>
                    <a:lnTo>
                      <a:pt x="514" y="642"/>
                    </a:lnTo>
                    <a:lnTo>
                      <a:pt x="514" y="643"/>
                    </a:lnTo>
                    <a:lnTo>
                      <a:pt x="515" y="644"/>
                    </a:lnTo>
                    <a:lnTo>
                      <a:pt x="515" y="644"/>
                    </a:lnTo>
                    <a:lnTo>
                      <a:pt x="516" y="644"/>
                    </a:lnTo>
                    <a:lnTo>
                      <a:pt x="516" y="645"/>
                    </a:lnTo>
                    <a:lnTo>
                      <a:pt x="517" y="645"/>
                    </a:lnTo>
                    <a:lnTo>
                      <a:pt x="518" y="645"/>
                    </a:lnTo>
                    <a:lnTo>
                      <a:pt x="518" y="646"/>
                    </a:lnTo>
                    <a:lnTo>
                      <a:pt x="519" y="646"/>
                    </a:lnTo>
                    <a:lnTo>
                      <a:pt x="519" y="646"/>
                    </a:lnTo>
                    <a:lnTo>
                      <a:pt x="520" y="647"/>
                    </a:lnTo>
                    <a:lnTo>
                      <a:pt x="521" y="647"/>
                    </a:lnTo>
                    <a:lnTo>
                      <a:pt x="521" y="649"/>
                    </a:lnTo>
                    <a:lnTo>
                      <a:pt x="522" y="649"/>
                    </a:lnTo>
                    <a:lnTo>
                      <a:pt x="522" y="650"/>
                    </a:lnTo>
                    <a:lnTo>
                      <a:pt x="523" y="651"/>
                    </a:lnTo>
                    <a:lnTo>
                      <a:pt x="524" y="652"/>
                    </a:lnTo>
                    <a:lnTo>
                      <a:pt x="524" y="653"/>
                    </a:lnTo>
                    <a:lnTo>
                      <a:pt x="525" y="653"/>
                    </a:lnTo>
                    <a:lnTo>
                      <a:pt x="526" y="653"/>
                    </a:lnTo>
                    <a:lnTo>
                      <a:pt x="526" y="653"/>
                    </a:lnTo>
                    <a:lnTo>
                      <a:pt x="527" y="652"/>
                    </a:lnTo>
                    <a:lnTo>
                      <a:pt x="527" y="652"/>
                    </a:lnTo>
                    <a:lnTo>
                      <a:pt x="528" y="653"/>
                    </a:lnTo>
                    <a:lnTo>
                      <a:pt x="528" y="653"/>
                    </a:lnTo>
                    <a:lnTo>
                      <a:pt x="529" y="654"/>
                    </a:lnTo>
                    <a:lnTo>
                      <a:pt x="529" y="654"/>
                    </a:lnTo>
                    <a:lnTo>
                      <a:pt x="530" y="654"/>
                    </a:lnTo>
                    <a:lnTo>
                      <a:pt x="531" y="656"/>
                    </a:lnTo>
                    <a:lnTo>
                      <a:pt x="531" y="657"/>
                    </a:lnTo>
                    <a:lnTo>
                      <a:pt x="532" y="658"/>
                    </a:lnTo>
                    <a:lnTo>
                      <a:pt x="532" y="659"/>
                    </a:lnTo>
                    <a:lnTo>
                      <a:pt x="533" y="661"/>
                    </a:lnTo>
                    <a:lnTo>
                      <a:pt x="533" y="663"/>
                    </a:lnTo>
                    <a:lnTo>
                      <a:pt x="534" y="664"/>
                    </a:lnTo>
                    <a:lnTo>
                      <a:pt x="535" y="665"/>
                    </a:lnTo>
                    <a:lnTo>
                      <a:pt x="535" y="667"/>
                    </a:lnTo>
                    <a:lnTo>
                      <a:pt x="536" y="668"/>
                    </a:lnTo>
                    <a:lnTo>
                      <a:pt x="536" y="670"/>
                    </a:lnTo>
                    <a:lnTo>
                      <a:pt x="537" y="672"/>
                    </a:lnTo>
                    <a:lnTo>
                      <a:pt x="538" y="675"/>
                    </a:lnTo>
                    <a:lnTo>
                      <a:pt x="538" y="678"/>
                    </a:lnTo>
                    <a:lnTo>
                      <a:pt x="539" y="680"/>
                    </a:lnTo>
                    <a:lnTo>
                      <a:pt x="539" y="682"/>
                    </a:lnTo>
                    <a:lnTo>
                      <a:pt x="540" y="685"/>
                    </a:lnTo>
                    <a:lnTo>
                      <a:pt x="541" y="688"/>
                    </a:lnTo>
                    <a:lnTo>
                      <a:pt x="541" y="691"/>
                    </a:lnTo>
                    <a:lnTo>
                      <a:pt x="542" y="694"/>
                    </a:lnTo>
                    <a:lnTo>
                      <a:pt x="542" y="697"/>
                    </a:lnTo>
                    <a:lnTo>
                      <a:pt x="543" y="699"/>
                    </a:lnTo>
                    <a:lnTo>
                      <a:pt x="543" y="701"/>
                    </a:lnTo>
                    <a:lnTo>
                      <a:pt x="544" y="704"/>
                    </a:lnTo>
                    <a:lnTo>
                      <a:pt x="545" y="706"/>
                    </a:lnTo>
                    <a:lnTo>
                      <a:pt x="545" y="709"/>
                    </a:lnTo>
                    <a:lnTo>
                      <a:pt x="546" y="711"/>
                    </a:lnTo>
                    <a:lnTo>
                      <a:pt x="546" y="713"/>
                    </a:lnTo>
                    <a:lnTo>
                      <a:pt x="547" y="715"/>
                    </a:lnTo>
                    <a:lnTo>
                      <a:pt x="547" y="718"/>
                    </a:lnTo>
                    <a:lnTo>
                      <a:pt x="548" y="720"/>
                    </a:lnTo>
                    <a:lnTo>
                      <a:pt x="548" y="722"/>
                    </a:lnTo>
                    <a:lnTo>
                      <a:pt x="549" y="724"/>
                    </a:lnTo>
                    <a:lnTo>
                      <a:pt x="550" y="727"/>
                    </a:lnTo>
                    <a:lnTo>
                      <a:pt x="550" y="729"/>
                    </a:lnTo>
                    <a:lnTo>
                      <a:pt x="551" y="730"/>
                    </a:lnTo>
                    <a:lnTo>
                      <a:pt x="551" y="733"/>
                    </a:lnTo>
                    <a:lnTo>
                      <a:pt x="552" y="735"/>
                    </a:lnTo>
                    <a:lnTo>
                      <a:pt x="553" y="738"/>
                    </a:lnTo>
                    <a:lnTo>
                      <a:pt x="553" y="741"/>
                    </a:lnTo>
                    <a:lnTo>
                      <a:pt x="554" y="743"/>
                    </a:lnTo>
                    <a:lnTo>
                      <a:pt x="554" y="745"/>
                    </a:lnTo>
                    <a:lnTo>
                      <a:pt x="555" y="747"/>
                    </a:lnTo>
                    <a:lnTo>
                      <a:pt x="556" y="750"/>
                    </a:lnTo>
                    <a:lnTo>
                      <a:pt x="556" y="751"/>
                    </a:lnTo>
                    <a:lnTo>
                      <a:pt x="557" y="753"/>
                    </a:lnTo>
                    <a:lnTo>
                      <a:pt x="557" y="755"/>
                    </a:lnTo>
                    <a:lnTo>
                      <a:pt x="558" y="756"/>
                    </a:lnTo>
                    <a:lnTo>
                      <a:pt x="559" y="757"/>
                    </a:lnTo>
                    <a:lnTo>
                      <a:pt x="559" y="758"/>
                    </a:lnTo>
                    <a:lnTo>
                      <a:pt x="560" y="759"/>
                    </a:lnTo>
                    <a:lnTo>
                      <a:pt x="560" y="760"/>
                    </a:lnTo>
                    <a:lnTo>
                      <a:pt x="561" y="761"/>
                    </a:lnTo>
                    <a:lnTo>
                      <a:pt x="561" y="761"/>
                    </a:lnTo>
                    <a:lnTo>
                      <a:pt x="562" y="762"/>
                    </a:lnTo>
                    <a:lnTo>
                      <a:pt x="562" y="763"/>
                    </a:lnTo>
                    <a:lnTo>
                      <a:pt x="563" y="764"/>
                    </a:lnTo>
                    <a:lnTo>
                      <a:pt x="563" y="765"/>
                    </a:lnTo>
                    <a:lnTo>
                      <a:pt x="564" y="765"/>
                    </a:lnTo>
                    <a:lnTo>
                      <a:pt x="565" y="766"/>
                    </a:lnTo>
                    <a:lnTo>
                      <a:pt x="565" y="765"/>
                    </a:lnTo>
                    <a:lnTo>
                      <a:pt x="566" y="766"/>
                    </a:lnTo>
                    <a:lnTo>
                      <a:pt x="566" y="766"/>
                    </a:lnTo>
                    <a:lnTo>
                      <a:pt x="567" y="767"/>
                    </a:lnTo>
                    <a:lnTo>
                      <a:pt x="568" y="767"/>
                    </a:lnTo>
                    <a:lnTo>
                      <a:pt x="568" y="766"/>
                    </a:lnTo>
                    <a:lnTo>
                      <a:pt x="569" y="765"/>
                    </a:lnTo>
                    <a:lnTo>
                      <a:pt x="569" y="763"/>
                    </a:lnTo>
                    <a:lnTo>
                      <a:pt x="570" y="762"/>
                    </a:lnTo>
                    <a:lnTo>
                      <a:pt x="571" y="759"/>
                    </a:lnTo>
                    <a:lnTo>
                      <a:pt x="571" y="756"/>
                    </a:lnTo>
                    <a:lnTo>
                      <a:pt x="572" y="754"/>
                    </a:lnTo>
                    <a:lnTo>
                      <a:pt x="572" y="752"/>
                    </a:lnTo>
                    <a:lnTo>
                      <a:pt x="573" y="750"/>
                    </a:lnTo>
                    <a:lnTo>
                      <a:pt x="574" y="748"/>
                    </a:lnTo>
                    <a:lnTo>
                      <a:pt x="574" y="747"/>
                    </a:lnTo>
                    <a:lnTo>
                      <a:pt x="575" y="745"/>
                    </a:lnTo>
                    <a:lnTo>
                      <a:pt x="575" y="743"/>
                    </a:lnTo>
                    <a:lnTo>
                      <a:pt x="576" y="741"/>
                    </a:lnTo>
                    <a:lnTo>
                      <a:pt x="576" y="740"/>
                    </a:lnTo>
                    <a:lnTo>
                      <a:pt x="577" y="738"/>
                    </a:lnTo>
                    <a:lnTo>
                      <a:pt x="577" y="736"/>
                    </a:lnTo>
                    <a:lnTo>
                      <a:pt x="578" y="734"/>
                    </a:lnTo>
                    <a:lnTo>
                      <a:pt x="579" y="732"/>
                    </a:lnTo>
                    <a:lnTo>
                      <a:pt x="579" y="731"/>
                    </a:lnTo>
                    <a:lnTo>
                      <a:pt x="580" y="730"/>
                    </a:lnTo>
                    <a:lnTo>
                      <a:pt x="580" y="728"/>
                    </a:lnTo>
                    <a:lnTo>
                      <a:pt x="581" y="726"/>
                    </a:lnTo>
                    <a:lnTo>
                      <a:pt x="581" y="725"/>
                    </a:lnTo>
                    <a:lnTo>
                      <a:pt x="582" y="724"/>
                    </a:lnTo>
                    <a:lnTo>
                      <a:pt x="583" y="723"/>
                    </a:lnTo>
                    <a:lnTo>
                      <a:pt x="583" y="721"/>
                    </a:lnTo>
                    <a:lnTo>
                      <a:pt x="584" y="720"/>
                    </a:lnTo>
                    <a:lnTo>
                      <a:pt x="584" y="718"/>
                    </a:lnTo>
                    <a:lnTo>
                      <a:pt x="585" y="715"/>
                    </a:lnTo>
                    <a:lnTo>
                      <a:pt x="586" y="711"/>
                    </a:lnTo>
                    <a:lnTo>
                      <a:pt x="586" y="708"/>
                    </a:lnTo>
                    <a:lnTo>
                      <a:pt x="587" y="704"/>
                    </a:lnTo>
                    <a:lnTo>
                      <a:pt x="587" y="700"/>
                    </a:lnTo>
                    <a:lnTo>
                      <a:pt x="588" y="697"/>
                    </a:lnTo>
                    <a:lnTo>
                      <a:pt x="589" y="693"/>
                    </a:lnTo>
                    <a:lnTo>
                      <a:pt x="589" y="689"/>
                    </a:lnTo>
                    <a:lnTo>
                      <a:pt x="590" y="684"/>
                    </a:lnTo>
                    <a:lnTo>
                      <a:pt x="590" y="679"/>
                    </a:lnTo>
                    <a:lnTo>
                      <a:pt x="591" y="673"/>
                    </a:lnTo>
                    <a:lnTo>
                      <a:pt x="592" y="668"/>
                    </a:lnTo>
                    <a:lnTo>
                      <a:pt x="592" y="664"/>
                    </a:lnTo>
                    <a:lnTo>
                      <a:pt x="593" y="658"/>
                    </a:lnTo>
                    <a:lnTo>
                      <a:pt x="593" y="652"/>
                    </a:lnTo>
                    <a:lnTo>
                      <a:pt x="594" y="647"/>
                    </a:lnTo>
                    <a:lnTo>
                      <a:pt x="594" y="642"/>
                    </a:lnTo>
                    <a:lnTo>
                      <a:pt x="595" y="637"/>
                    </a:lnTo>
                    <a:lnTo>
                      <a:pt x="595" y="631"/>
                    </a:lnTo>
                    <a:lnTo>
                      <a:pt x="596" y="625"/>
                    </a:lnTo>
                    <a:lnTo>
                      <a:pt x="597" y="620"/>
                    </a:lnTo>
                    <a:lnTo>
                      <a:pt x="597" y="614"/>
                    </a:lnTo>
                    <a:lnTo>
                      <a:pt x="598" y="608"/>
                    </a:lnTo>
                    <a:lnTo>
                      <a:pt x="598" y="602"/>
                    </a:lnTo>
                    <a:lnTo>
                      <a:pt x="599" y="596"/>
                    </a:lnTo>
                    <a:lnTo>
                      <a:pt x="600" y="591"/>
                    </a:lnTo>
                    <a:lnTo>
                      <a:pt x="600" y="585"/>
                    </a:lnTo>
                    <a:lnTo>
                      <a:pt x="601" y="579"/>
                    </a:lnTo>
                    <a:lnTo>
                      <a:pt x="601" y="572"/>
                    </a:lnTo>
                    <a:lnTo>
                      <a:pt x="602" y="566"/>
                    </a:lnTo>
                    <a:lnTo>
                      <a:pt x="603" y="561"/>
                    </a:lnTo>
                    <a:lnTo>
                      <a:pt x="603" y="555"/>
                    </a:lnTo>
                    <a:lnTo>
                      <a:pt x="604" y="549"/>
                    </a:lnTo>
                    <a:lnTo>
                      <a:pt x="604" y="543"/>
                    </a:lnTo>
                    <a:lnTo>
                      <a:pt x="605" y="537"/>
                    </a:lnTo>
                    <a:lnTo>
                      <a:pt x="606" y="532"/>
                    </a:lnTo>
                    <a:lnTo>
                      <a:pt x="606" y="526"/>
                    </a:lnTo>
                    <a:lnTo>
                      <a:pt x="607" y="521"/>
                    </a:lnTo>
                    <a:lnTo>
                      <a:pt x="607" y="517"/>
                    </a:lnTo>
                    <a:lnTo>
                      <a:pt x="608" y="513"/>
                    </a:lnTo>
                    <a:lnTo>
                      <a:pt x="608" y="509"/>
                    </a:lnTo>
                    <a:lnTo>
                      <a:pt x="609" y="505"/>
                    </a:lnTo>
                    <a:lnTo>
                      <a:pt x="609" y="500"/>
                    </a:lnTo>
                    <a:lnTo>
                      <a:pt x="610" y="496"/>
                    </a:lnTo>
                    <a:lnTo>
                      <a:pt x="610" y="492"/>
                    </a:lnTo>
                    <a:lnTo>
                      <a:pt x="611" y="488"/>
                    </a:lnTo>
                    <a:lnTo>
                      <a:pt x="612" y="483"/>
                    </a:lnTo>
                    <a:lnTo>
                      <a:pt x="612" y="479"/>
                    </a:lnTo>
                    <a:lnTo>
                      <a:pt x="613" y="474"/>
                    </a:lnTo>
                    <a:lnTo>
                      <a:pt x="613" y="469"/>
                    </a:lnTo>
                    <a:lnTo>
                      <a:pt x="614" y="464"/>
                    </a:lnTo>
                    <a:lnTo>
                      <a:pt x="615" y="461"/>
                    </a:lnTo>
                    <a:lnTo>
                      <a:pt x="615" y="456"/>
                    </a:lnTo>
                    <a:lnTo>
                      <a:pt x="616" y="452"/>
                    </a:lnTo>
                    <a:lnTo>
                      <a:pt x="616" y="447"/>
                    </a:lnTo>
                    <a:lnTo>
                      <a:pt x="617" y="442"/>
                    </a:lnTo>
                    <a:lnTo>
                      <a:pt x="618" y="437"/>
                    </a:lnTo>
                    <a:lnTo>
                      <a:pt x="618" y="432"/>
                    </a:lnTo>
                    <a:lnTo>
                      <a:pt x="619" y="427"/>
                    </a:lnTo>
                    <a:lnTo>
                      <a:pt x="619" y="421"/>
                    </a:lnTo>
                    <a:lnTo>
                      <a:pt x="620" y="415"/>
                    </a:lnTo>
                    <a:lnTo>
                      <a:pt x="621" y="411"/>
                    </a:lnTo>
                    <a:lnTo>
                      <a:pt x="621" y="406"/>
                    </a:lnTo>
                    <a:lnTo>
                      <a:pt x="622" y="402"/>
                    </a:lnTo>
                    <a:lnTo>
                      <a:pt x="622" y="398"/>
                    </a:lnTo>
                    <a:lnTo>
                      <a:pt x="623" y="396"/>
                    </a:lnTo>
                    <a:lnTo>
                      <a:pt x="623" y="393"/>
                    </a:lnTo>
                    <a:lnTo>
                      <a:pt x="624" y="391"/>
                    </a:lnTo>
                    <a:lnTo>
                      <a:pt x="624" y="388"/>
                    </a:lnTo>
                    <a:lnTo>
                      <a:pt x="625" y="386"/>
                    </a:lnTo>
                    <a:lnTo>
                      <a:pt x="626" y="385"/>
                    </a:lnTo>
                    <a:lnTo>
                      <a:pt x="626" y="384"/>
                    </a:lnTo>
                    <a:lnTo>
                      <a:pt x="627" y="382"/>
                    </a:lnTo>
                    <a:lnTo>
                      <a:pt x="627" y="380"/>
                    </a:lnTo>
                    <a:lnTo>
                      <a:pt x="628" y="379"/>
                    </a:lnTo>
                    <a:lnTo>
                      <a:pt x="628" y="378"/>
                    </a:lnTo>
                    <a:lnTo>
                      <a:pt x="629" y="378"/>
                    </a:lnTo>
                    <a:lnTo>
                      <a:pt x="630" y="377"/>
                    </a:lnTo>
                    <a:lnTo>
                      <a:pt x="630" y="377"/>
                    </a:lnTo>
                    <a:lnTo>
                      <a:pt x="631" y="377"/>
                    </a:lnTo>
                    <a:lnTo>
                      <a:pt x="631" y="377"/>
                    </a:lnTo>
                    <a:lnTo>
                      <a:pt x="632" y="378"/>
                    </a:lnTo>
                    <a:lnTo>
                      <a:pt x="633" y="378"/>
                    </a:lnTo>
                    <a:lnTo>
                      <a:pt x="633" y="379"/>
                    </a:lnTo>
                    <a:lnTo>
                      <a:pt x="634" y="380"/>
                    </a:lnTo>
                    <a:lnTo>
                      <a:pt x="634" y="382"/>
                    </a:lnTo>
                    <a:lnTo>
                      <a:pt x="635" y="383"/>
                    </a:lnTo>
                    <a:lnTo>
                      <a:pt x="636" y="384"/>
                    </a:lnTo>
                    <a:lnTo>
                      <a:pt x="636" y="386"/>
                    </a:lnTo>
                    <a:lnTo>
                      <a:pt x="637" y="388"/>
                    </a:lnTo>
                    <a:lnTo>
                      <a:pt x="637" y="390"/>
                    </a:lnTo>
                    <a:lnTo>
                      <a:pt x="638" y="392"/>
                    </a:lnTo>
                    <a:lnTo>
                      <a:pt x="639" y="394"/>
                    </a:lnTo>
                    <a:lnTo>
                      <a:pt x="639" y="396"/>
                    </a:lnTo>
                    <a:lnTo>
                      <a:pt x="640" y="399"/>
                    </a:lnTo>
                    <a:lnTo>
                      <a:pt x="640" y="401"/>
                    </a:lnTo>
                    <a:lnTo>
                      <a:pt x="641" y="403"/>
                    </a:lnTo>
                    <a:lnTo>
                      <a:pt x="641" y="405"/>
                    </a:lnTo>
                    <a:lnTo>
                      <a:pt x="642" y="408"/>
                    </a:lnTo>
                    <a:lnTo>
                      <a:pt x="642" y="411"/>
                    </a:lnTo>
                    <a:lnTo>
                      <a:pt x="643" y="413"/>
                    </a:lnTo>
                    <a:lnTo>
                      <a:pt x="643" y="415"/>
                    </a:lnTo>
                    <a:lnTo>
                      <a:pt x="644" y="417"/>
                    </a:lnTo>
                    <a:lnTo>
                      <a:pt x="645" y="419"/>
                    </a:lnTo>
                    <a:lnTo>
                      <a:pt x="645" y="421"/>
                    </a:lnTo>
                    <a:lnTo>
                      <a:pt x="646" y="423"/>
                    </a:lnTo>
                    <a:lnTo>
                      <a:pt x="646" y="425"/>
                    </a:lnTo>
                    <a:lnTo>
                      <a:pt x="647" y="427"/>
                    </a:lnTo>
                    <a:lnTo>
                      <a:pt x="648" y="430"/>
                    </a:lnTo>
                    <a:lnTo>
                      <a:pt x="648" y="432"/>
                    </a:lnTo>
                    <a:lnTo>
                      <a:pt x="649" y="435"/>
                    </a:lnTo>
                    <a:lnTo>
                      <a:pt x="649" y="437"/>
                    </a:lnTo>
                    <a:lnTo>
                      <a:pt x="650" y="439"/>
                    </a:lnTo>
                    <a:lnTo>
                      <a:pt x="651" y="441"/>
                    </a:lnTo>
                    <a:lnTo>
                      <a:pt x="651" y="443"/>
                    </a:lnTo>
                    <a:lnTo>
                      <a:pt x="652" y="444"/>
                    </a:lnTo>
                    <a:lnTo>
                      <a:pt x="652" y="446"/>
                    </a:lnTo>
                    <a:lnTo>
                      <a:pt x="653" y="449"/>
                    </a:lnTo>
                    <a:lnTo>
                      <a:pt x="654" y="452"/>
                    </a:lnTo>
                    <a:lnTo>
                      <a:pt x="654" y="454"/>
                    </a:lnTo>
                    <a:lnTo>
                      <a:pt x="655" y="456"/>
                    </a:lnTo>
                    <a:lnTo>
                      <a:pt x="655" y="459"/>
                    </a:lnTo>
                    <a:lnTo>
                      <a:pt x="656" y="462"/>
                    </a:lnTo>
                    <a:lnTo>
                      <a:pt x="656" y="465"/>
                    </a:lnTo>
                    <a:lnTo>
                      <a:pt x="657" y="468"/>
                    </a:lnTo>
                    <a:lnTo>
                      <a:pt x="657" y="471"/>
                    </a:lnTo>
                    <a:lnTo>
                      <a:pt x="658" y="473"/>
                    </a:lnTo>
                    <a:lnTo>
                      <a:pt x="659" y="476"/>
                    </a:lnTo>
                    <a:lnTo>
                      <a:pt x="659" y="478"/>
                    </a:lnTo>
                    <a:lnTo>
                      <a:pt x="660" y="480"/>
                    </a:lnTo>
                    <a:lnTo>
                      <a:pt x="660" y="483"/>
                    </a:lnTo>
                    <a:lnTo>
                      <a:pt x="661" y="486"/>
                    </a:lnTo>
                    <a:lnTo>
                      <a:pt x="661" y="488"/>
                    </a:lnTo>
                    <a:lnTo>
                      <a:pt x="662" y="491"/>
                    </a:lnTo>
                    <a:lnTo>
                      <a:pt x="663" y="493"/>
                    </a:lnTo>
                    <a:lnTo>
                      <a:pt x="663" y="495"/>
                    </a:lnTo>
                    <a:lnTo>
                      <a:pt x="664" y="498"/>
                    </a:lnTo>
                    <a:lnTo>
                      <a:pt x="665" y="501"/>
                    </a:lnTo>
                    <a:lnTo>
                      <a:pt x="665" y="504"/>
                    </a:lnTo>
                    <a:lnTo>
                      <a:pt x="666" y="507"/>
                    </a:lnTo>
                    <a:lnTo>
                      <a:pt x="666" y="510"/>
                    </a:lnTo>
                    <a:lnTo>
                      <a:pt x="667" y="513"/>
                    </a:lnTo>
                    <a:lnTo>
                      <a:pt x="668" y="515"/>
                    </a:lnTo>
                    <a:lnTo>
                      <a:pt x="668" y="518"/>
                    </a:lnTo>
                    <a:lnTo>
                      <a:pt x="669" y="521"/>
                    </a:lnTo>
                    <a:lnTo>
                      <a:pt x="669" y="524"/>
                    </a:lnTo>
                    <a:lnTo>
                      <a:pt x="670" y="527"/>
                    </a:lnTo>
                    <a:lnTo>
                      <a:pt x="670" y="530"/>
                    </a:lnTo>
                    <a:lnTo>
                      <a:pt x="671" y="534"/>
                    </a:lnTo>
                    <a:lnTo>
                      <a:pt x="671" y="537"/>
                    </a:lnTo>
                    <a:lnTo>
                      <a:pt x="672" y="539"/>
                    </a:lnTo>
                    <a:lnTo>
                      <a:pt x="673" y="542"/>
                    </a:lnTo>
                    <a:lnTo>
                      <a:pt x="673" y="545"/>
                    </a:lnTo>
                    <a:lnTo>
                      <a:pt x="674" y="548"/>
                    </a:lnTo>
                    <a:lnTo>
                      <a:pt x="674" y="550"/>
                    </a:lnTo>
                    <a:lnTo>
                      <a:pt x="675" y="551"/>
                    </a:lnTo>
                    <a:lnTo>
                      <a:pt x="675" y="553"/>
                    </a:lnTo>
                    <a:lnTo>
                      <a:pt x="676" y="556"/>
                    </a:lnTo>
                    <a:lnTo>
                      <a:pt x="677" y="558"/>
                    </a:lnTo>
                    <a:lnTo>
                      <a:pt x="677" y="560"/>
                    </a:lnTo>
                    <a:lnTo>
                      <a:pt x="678" y="562"/>
                    </a:lnTo>
                    <a:lnTo>
                      <a:pt x="678" y="564"/>
                    </a:lnTo>
                    <a:lnTo>
                      <a:pt x="679" y="565"/>
                    </a:lnTo>
                    <a:lnTo>
                      <a:pt x="680" y="565"/>
                    </a:lnTo>
                    <a:lnTo>
                      <a:pt x="680" y="565"/>
                    </a:lnTo>
                    <a:lnTo>
                      <a:pt x="681" y="565"/>
                    </a:lnTo>
                    <a:lnTo>
                      <a:pt x="681" y="562"/>
                    </a:lnTo>
                    <a:lnTo>
                      <a:pt x="682" y="560"/>
                    </a:lnTo>
                    <a:lnTo>
                      <a:pt x="683" y="556"/>
                    </a:lnTo>
                    <a:lnTo>
                      <a:pt x="683" y="552"/>
                    </a:lnTo>
                    <a:lnTo>
                      <a:pt x="684" y="546"/>
                    </a:lnTo>
                    <a:lnTo>
                      <a:pt x="684" y="541"/>
                    </a:lnTo>
                    <a:lnTo>
                      <a:pt x="685" y="535"/>
                    </a:lnTo>
                    <a:lnTo>
                      <a:pt x="686" y="527"/>
                    </a:lnTo>
                    <a:lnTo>
                      <a:pt x="686" y="519"/>
                    </a:lnTo>
                    <a:lnTo>
                      <a:pt x="687" y="510"/>
                    </a:lnTo>
                    <a:lnTo>
                      <a:pt x="687" y="502"/>
                    </a:lnTo>
                    <a:lnTo>
                      <a:pt x="688" y="493"/>
                    </a:lnTo>
                    <a:lnTo>
                      <a:pt x="688" y="484"/>
                    </a:lnTo>
                    <a:lnTo>
                      <a:pt x="689" y="476"/>
                    </a:lnTo>
                    <a:lnTo>
                      <a:pt x="689" y="466"/>
                    </a:lnTo>
                    <a:lnTo>
                      <a:pt x="690" y="457"/>
                    </a:lnTo>
                    <a:lnTo>
                      <a:pt x="690" y="446"/>
                    </a:lnTo>
                    <a:lnTo>
                      <a:pt x="691" y="435"/>
                    </a:lnTo>
                    <a:lnTo>
                      <a:pt x="692" y="423"/>
                    </a:lnTo>
                    <a:lnTo>
                      <a:pt x="692" y="411"/>
                    </a:lnTo>
                    <a:lnTo>
                      <a:pt x="693" y="399"/>
                    </a:lnTo>
                    <a:lnTo>
                      <a:pt x="693" y="387"/>
                    </a:lnTo>
                    <a:lnTo>
                      <a:pt x="694" y="375"/>
                    </a:lnTo>
                    <a:lnTo>
                      <a:pt x="695" y="363"/>
                    </a:lnTo>
                    <a:lnTo>
                      <a:pt x="695" y="350"/>
                    </a:lnTo>
                    <a:lnTo>
                      <a:pt x="696" y="338"/>
                    </a:lnTo>
                    <a:lnTo>
                      <a:pt x="696" y="326"/>
                    </a:lnTo>
                    <a:lnTo>
                      <a:pt x="697" y="314"/>
                    </a:lnTo>
                    <a:lnTo>
                      <a:pt x="698" y="302"/>
                    </a:lnTo>
                    <a:lnTo>
                      <a:pt x="698" y="290"/>
                    </a:lnTo>
                    <a:lnTo>
                      <a:pt x="699" y="278"/>
                    </a:lnTo>
                    <a:lnTo>
                      <a:pt x="699" y="266"/>
                    </a:lnTo>
                    <a:lnTo>
                      <a:pt x="700" y="255"/>
                    </a:lnTo>
                    <a:lnTo>
                      <a:pt x="701" y="243"/>
                    </a:lnTo>
                    <a:lnTo>
                      <a:pt x="701" y="232"/>
                    </a:lnTo>
                    <a:lnTo>
                      <a:pt x="702" y="220"/>
                    </a:lnTo>
                    <a:lnTo>
                      <a:pt x="702" y="208"/>
                    </a:lnTo>
                    <a:lnTo>
                      <a:pt x="703" y="197"/>
                    </a:lnTo>
                    <a:lnTo>
                      <a:pt x="703" y="186"/>
                    </a:lnTo>
                    <a:lnTo>
                      <a:pt x="704" y="174"/>
                    </a:lnTo>
                    <a:lnTo>
                      <a:pt x="704" y="164"/>
                    </a:lnTo>
                    <a:lnTo>
                      <a:pt x="705" y="154"/>
                    </a:lnTo>
                    <a:lnTo>
                      <a:pt x="706" y="144"/>
                    </a:lnTo>
                    <a:lnTo>
                      <a:pt x="706" y="133"/>
                    </a:lnTo>
                    <a:lnTo>
                      <a:pt x="707" y="123"/>
                    </a:lnTo>
                    <a:lnTo>
                      <a:pt x="707" y="113"/>
                    </a:lnTo>
                    <a:lnTo>
                      <a:pt x="708" y="104"/>
                    </a:lnTo>
                    <a:lnTo>
                      <a:pt x="708" y="95"/>
                    </a:lnTo>
                    <a:lnTo>
                      <a:pt x="709" y="86"/>
                    </a:lnTo>
                    <a:lnTo>
                      <a:pt x="710" y="78"/>
                    </a:lnTo>
                    <a:lnTo>
                      <a:pt x="710" y="70"/>
                    </a:lnTo>
                    <a:lnTo>
                      <a:pt x="711" y="62"/>
                    </a:lnTo>
                    <a:lnTo>
                      <a:pt x="711" y="55"/>
                    </a:lnTo>
                    <a:lnTo>
                      <a:pt x="712" y="47"/>
                    </a:lnTo>
                    <a:lnTo>
                      <a:pt x="713" y="42"/>
                    </a:lnTo>
                    <a:lnTo>
                      <a:pt x="713" y="36"/>
                    </a:lnTo>
                    <a:lnTo>
                      <a:pt x="714" y="30"/>
                    </a:lnTo>
                    <a:lnTo>
                      <a:pt x="714" y="24"/>
                    </a:lnTo>
                    <a:lnTo>
                      <a:pt x="715" y="19"/>
                    </a:lnTo>
                    <a:lnTo>
                      <a:pt x="716" y="14"/>
                    </a:lnTo>
                    <a:lnTo>
                      <a:pt x="716" y="9"/>
                    </a:lnTo>
                    <a:lnTo>
                      <a:pt x="717" y="6"/>
                    </a:lnTo>
                    <a:lnTo>
                      <a:pt x="717" y="3"/>
                    </a:lnTo>
                    <a:lnTo>
                      <a:pt x="718" y="1"/>
                    </a:lnTo>
                    <a:lnTo>
                      <a:pt x="718" y="0"/>
                    </a:lnTo>
                    <a:lnTo>
                      <a:pt x="719" y="1"/>
                    </a:lnTo>
                    <a:lnTo>
                      <a:pt x="720" y="2"/>
                    </a:lnTo>
                    <a:lnTo>
                      <a:pt x="720" y="5"/>
                    </a:lnTo>
                    <a:lnTo>
                      <a:pt x="721" y="9"/>
                    </a:lnTo>
                    <a:lnTo>
                      <a:pt x="721" y="13"/>
                    </a:lnTo>
                    <a:lnTo>
                      <a:pt x="722" y="19"/>
                    </a:lnTo>
                    <a:lnTo>
                      <a:pt x="722" y="26"/>
                    </a:lnTo>
                    <a:lnTo>
                      <a:pt x="723" y="34"/>
                    </a:lnTo>
                    <a:lnTo>
                      <a:pt x="723" y="43"/>
                    </a:lnTo>
                    <a:lnTo>
                      <a:pt x="724" y="52"/>
                    </a:lnTo>
                    <a:lnTo>
                      <a:pt x="725" y="61"/>
                    </a:lnTo>
                    <a:lnTo>
                      <a:pt x="725" y="73"/>
                    </a:lnTo>
                    <a:lnTo>
                      <a:pt x="726" y="84"/>
                    </a:lnTo>
                    <a:lnTo>
                      <a:pt x="726" y="95"/>
                    </a:lnTo>
                    <a:lnTo>
                      <a:pt x="727" y="107"/>
                    </a:lnTo>
                    <a:lnTo>
                      <a:pt x="728" y="121"/>
                    </a:lnTo>
                    <a:lnTo>
                      <a:pt x="728" y="137"/>
                    </a:lnTo>
                    <a:lnTo>
                      <a:pt x="729" y="153"/>
                    </a:lnTo>
                    <a:lnTo>
                      <a:pt x="729" y="170"/>
                    </a:lnTo>
                    <a:lnTo>
                      <a:pt x="730" y="188"/>
                    </a:lnTo>
                    <a:lnTo>
                      <a:pt x="731" y="206"/>
                    </a:lnTo>
                    <a:lnTo>
                      <a:pt x="731" y="225"/>
                    </a:lnTo>
                    <a:lnTo>
                      <a:pt x="732" y="245"/>
                    </a:lnTo>
                    <a:lnTo>
                      <a:pt x="733" y="265"/>
                    </a:lnTo>
                    <a:lnTo>
                      <a:pt x="733" y="286"/>
                    </a:lnTo>
                    <a:lnTo>
                      <a:pt x="734" y="308"/>
                    </a:lnTo>
                    <a:lnTo>
                      <a:pt x="734" y="330"/>
                    </a:lnTo>
                    <a:lnTo>
                      <a:pt x="735" y="354"/>
                    </a:lnTo>
                    <a:lnTo>
                      <a:pt x="735" y="377"/>
                    </a:lnTo>
                    <a:lnTo>
                      <a:pt x="736" y="401"/>
                    </a:lnTo>
                    <a:lnTo>
                      <a:pt x="736" y="424"/>
                    </a:lnTo>
                    <a:lnTo>
                      <a:pt x="737" y="450"/>
                    </a:lnTo>
                    <a:lnTo>
                      <a:pt x="737" y="476"/>
                    </a:lnTo>
                    <a:lnTo>
                      <a:pt x="738" y="503"/>
                    </a:lnTo>
                    <a:lnTo>
                      <a:pt x="739" y="529"/>
                    </a:lnTo>
                    <a:lnTo>
                      <a:pt x="739" y="556"/>
                    </a:lnTo>
                    <a:lnTo>
                      <a:pt x="740" y="584"/>
                    </a:lnTo>
                    <a:lnTo>
                      <a:pt x="740" y="612"/>
                    </a:lnTo>
                    <a:lnTo>
                      <a:pt x="741" y="639"/>
                    </a:lnTo>
                    <a:lnTo>
                      <a:pt x="742" y="668"/>
                    </a:lnTo>
                    <a:lnTo>
                      <a:pt x="742" y="696"/>
                    </a:lnTo>
                    <a:lnTo>
                      <a:pt x="743" y="724"/>
                    </a:lnTo>
                    <a:lnTo>
                      <a:pt x="743" y="752"/>
                    </a:lnTo>
                    <a:lnTo>
                      <a:pt x="744" y="780"/>
                    </a:lnTo>
                    <a:lnTo>
                      <a:pt x="745" y="808"/>
                    </a:lnTo>
                    <a:lnTo>
                      <a:pt x="745" y="836"/>
                    </a:lnTo>
                    <a:lnTo>
                      <a:pt x="746" y="863"/>
                    </a:lnTo>
                    <a:lnTo>
                      <a:pt x="746" y="889"/>
                    </a:lnTo>
                    <a:lnTo>
                      <a:pt x="747" y="915"/>
                    </a:lnTo>
                    <a:lnTo>
                      <a:pt x="748" y="941"/>
                    </a:lnTo>
                    <a:lnTo>
                      <a:pt x="748" y="966"/>
                    </a:lnTo>
                    <a:lnTo>
                      <a:pt x="749" y="991"/>
                    </a:lnTo>
                    <a:lnTo>
                      <a:pt x="749" y="1015"/>
                    </a:lnTo>
                    <a:lnTo>
                      <a:pt x="750" y="1039"/>
                    </a:lnTo>
                    <a:lnTo>
                      <a:pt x="750" y="1062"/>
                    </a:lnTo>
                    <a:lnTo>
                      <a:pt x="751" y="1084"/>
                    </a:lnTo>
                    <a:lnTo>
                      <a:pt x="751" y="1106"/>
                    </a:lnTo>
                    <a:lnTo>
                      <a:pt x="752" y="1128"/>
                    </a:lnTo>
                    <a:lnTo>
                      <a:pt x="753" y="1150"/>
                    </a:lnTo>
                    <a:lnTo>
                      <a:pt x="753" y="1171"/>
                    </a:lnTo>
                    <a:lnTo>
                      <a:pt x="754" y="1192"/>
                    </a:lnTo>
                    <a:lnTo>
                      <a:pt x="754" y="1212"/>
                    </a:lnTo>
                    <a:lnTo>
                      <a:pt x="755" y="1231"/>
                    </a:lnTo>
                    <a:lnTo>
                      <a:pt x="755" y="1251"/>
                    </a:lnTo>
                    <a:lnTo>
                      <a:pt x="756" y="1269"/>
                    </a:lnTo>
                    <a:lnTo>
                      <a:pt x="757" y="1288"/>
                    </a:lnTo>
                    <a:lnTo>
                      <a:pt x="757" y="1306"/>
                    </a:lnTo>
                    <a:lnTo>
                      <a:pt x="758" y="1324"/>
                    </a:lnTo>
                    <a:lnTo>
                      <a:pt x="758" y="1341"/>
                    </a:lnTo>
                    <a:lnTo>
                      <a:pt x="759" y="1358"/>
                    </a:lnTo>
                    <a:lnTo>
                      <a:pt x="760" y="1374"/>
                    </a:lnTo>
                    <a:lnTo>
                      <a:pt x="760" y="1390"/>
                    </a:lnTo>
                    <a:lnTo>
                      <a:pt x="761" y="1405"/>
                    </a:lnTo>
                    <a:lnTo>
                      <a:pt x="761" y="1421"/>
                    </a:lnTo>
                    <a:lnTo>
                      <a:pt x="762" y="1436"/>
                    </a:lnTo>
                    <a:lnTo>
                      <a:pt x="763" y="1451"/>
                    </a:lnTo>
                    <a:lnTo>
                      <a:pt x="763" y="1463"/>
                    </a:lnTo>
                    <a:lnTo>
                      <a:pt x="764" y="1476"/>
                    </a:lnTo>
                    <a:lnTo>
                      <a:pt x="764" y="1489"/>
                    </a:lnTo>
                    <a:lnTo>
                      <a:pt x="765" y="1501"/>
                    </a:lnTo>
                    <a:lnTo>
                      <a:pt x="765" y="1510"/>
                    </a:lnTo>
                    <a:lnTo>
                      <a:pt x="766" y="1519"/>
                    </a:lnTo>
                    <a:lnTo>
                      <a:pt x="767" y="1528"/>
                    </a:lnTo>
                    <a:lnTo>
                      <a:pt x="767" y="1536"/>
                    </a:lnTo>
                    <a:lnTo>
                      <a:pt x="768" y="1544"/>
                    </a:lnTo>
                    <a:lnTo>
                      <a:pt x="768" y="1551"/>
                    </a:lnTo>
                    <a:lnTo>
                      <a:pt x="769" y="1557"/>
                    </a:lnTo>
                    <a:lnTo>
                      <a:pt x="769" y="1561"/>
                    </a:lnTo>
                    <a:lnTo>
                      <a:pt x="770" y="1566"/>
                    </a:lnTo>
                    <a:lnTo>
                      <a:pt x="770" y="1570"/>
                    </a:lnTo>
                    <a:lnTo>
                      <a:pt x="771" y="1573"/>
                    </a:lnTo>
                    <a:lnTo>
                      <a:pt x="772" y="1575"/>
                    </a:lnTo>
                    <a:lnTo>
                      <a:pt x="772" y="1575"/>
                    </a:lnTo>
                    <a:lnTo>
                      <a:pt x="773" y="1575"/>
                    </a:lnTo>
                    <a:lnTo>
                      <a:pt x="773" y="1575"/>
                    </a:lnTo>
                    <a:lnTo>
                      <a:pt x="774" y="1574"/>
                    </a:lnTo>
                    <a:lnTo>
                      <a:pt x="775" y="1570"/>
                    </a:lnTo>
                    <a:lnTo>
                      <a:pt x="775" y="1567"/>
                    </a:lnTo>
                    <a:lnTo>
                      <a:pt x="776" y="1561"/>
                    </a:lnTo>
                    <a:lnTo>
                      <a:pt x="776" y="1556"/>
                    </a:lnTo>
                    <a:lnTo>
                      <a:pt x="777" y="1550"/>
                    </a:lnTo>
                    <a:lnTo>
                      <a:pt x="778" y="1544"/>
                    </a:lnTo>
                    <a:lnTo>
                      <a:pt x="778" y="1537"/>
                    </a:lnTo>
                    <a:lnTo>
                      <a:pt x="779" y="1530"/>
                    </a:lnTo>
                    <a:lnTo>
                      <a:pt x="779" y="1521"/>
                    </a:lnTo>
                    <a:lnTo>
                      <a:pt x="780" y="1512"/>
                    </a:lnTo>
                    <a:lnTo>
                      <a:pt x="781" y="1503"/>
                    </a:lnTo>
                    <a:lnTo>
                      <a:pt x="781" y="1493"/>
                    </a:lnTo>
                    <a:lnTo>
                      <a:pt x="782" y="1484"/>
                    </a:lnTo>
                    <a:lnTo>
                      <a:pt x="782" y="1474"/>
                    </a:lnTo>
                    <a:lnTo>
                      <a:pt x="783" y="1463"/>
                    </a:lnTo>
                    <a:lnTo>
                      <a:pt x="783" y="1453"/>
                    </a:lnTo>
                    <a:lnTo>
                      <a:pt x="784" y="1443"/>
                    </a:lnTo>
                    <a:lnTo>
                      <a:pt x="784" y="1432"/>
                    </a:lnTo>
                    <a:lnTo>
                      <a:pt x="785" y="1421"/>
                    </a:lnTo>
                    <a:lnTo>
                      <a:pt x="785" y="1410"/>
                    </a:lnTo>
                    <a:lnTo>
                      <a:pt x="786" y="1400"/>
                    </a:lnTo>
                    <a:lnTo>
                      <a:pt x="787" y="1390"/>
                    </a:lnTo>
                    <a:lnTo>
                      <a:pt x="787" y="1380"/>
                    </a:lnTo>
                    <a:lnTo>
                      <a:pt x="788" y="1371"/>
                    </a:lnTo>
                    <a:lnTo>
                      <a:pt x="788" y="1361"/>
                    </a:lnTo>
                    <a:lnTo>
                      <a:pt x="789" y="1351"/>
                    </a:lnTo>
                    <a:lnTo>
                      <a:pt x="790" y="1341"/>
                    </a:lnTo>
                    <a:lnTo>
                      <a:pt x="790" y="1331"/>
                    </a:lnTo>
                    <a:lnTo>
                      <a:pt x="791" y="1321"/>
                    </a:lnTo>
                    <a:lnTo>
                      <a:pt x="791" y="1311"/>
                    </a:lnTo>
                    <a:lnTo>
                      <a:pt x="792" y="1301"/>
                    </a:lnTo>
                    <a:lnTo>
                      <a:pt x="793" y="1292"/>
                    </a:lnTo>
                    <a:lnTo>
                      <a:pt x="793" y="1282"/>
                    </a:lnTo>
                    <a:lnTo>
                      <a:pt x="794" y="1272"/>
                    </a:lnTo>
                    <a:lnTo>
                      <a:pt x="794" y="1263"/>
                    </a:lnTo>
                    <a:lnTo>
                      <a:pt x="795" y="1253"/>
                    </a:lnTo>
                    <a:lnTo>
                      <a:pt x="796" y="1243"/>
                    </a:lnTo>
                    <a:lnTo>
                      <a:pt x="796" y="1233"/>
                    </a:lnTo>
                    <a:lnTo>
                      <a:pt x="797" y="1224"/>
                    </a:lnTo>
                    <a:lnTo>
                      <a:pt x="797" y="1214"/>
                    </a:lnTo>
                    <a:lnTo>
                      <a:pt x="798" y="1204"/>
                    </a:lnTo>
                    <a:lnTo>
                      <a:pt x="798" y="1195"/>
                    </a:lnTo>
                    <a:lnTo>
                      <a:pt x="799" y="1185"/>
                    </a:lnTo>
                    <a:lnTo>
                      <a:pt x="800" y="1175"/>
                    </a:lnTo>
                    <a:lnTo>
                      <a:pt x="800" y="1167"/>
                    </a:lnTo>
                    <a:lnTo>
                      <a:pt x="801" y="1157"/>
                    </a:lnTo>
                    <a:lnTo>
                      <a:pt x="801" y="1148"/>
                    </a:lnTo>
                    <a:lnTo>
                      <a:pt x="802" y="1140"/>
                    </a:lnTo>
                    <a:lnTo>
                      <a:pt x="802" y="1132"/>
                    </a:lnTo>
                    <a:lnTo>
                      <a:pt x="803" y="1123"/>
                    </a:lnTo>
                    <a:lnTo>
                      <a:pt x="804" y="1115"/>
                    </a:lnTo>
                    <a:lnTo>
                      <a:pt x="804" y="1107"/>
                    </a:lnTo>
                    <a:lnTo>
                      <a:pt x="805" y="1098"/>
                    </a:lnTo>
                    <a:lnTo>
                      <a:pt x="805" y="1089"/>
                    </a:lnTo>
                    <a:lnTo>
                      <a:pt x="806" y="1081"/>
                    </a:lnTo>
                    <a:lnTo>
                      <a:pt x="807" y="1073"/>
                    </a:lnTo>
                    <a:lnTo>
                      <a:pt x="807" y="1065"/>
                    </a:lnTo>
                    <a:lnTo>
                      <a:pt x="808" y="1057"/>
                    </a:lnTo>
                    <a:lnTo>
                      <a:pt x="808" y="1048"/>
                    </a:lnTo>
                    <a:lnTo>
                      <a:pt x="809" y="1039"/>
                    </a:lnTo>
                    <a:lnTo>
                      <a:pt x="810" y="1031"/>
                    </a:lnTo>
                    <a:lnTo>
                      <a:pt x="810" y="1024"/>
                    </a:lnTo>
                    <a:lnTo>
                      <a:pt x="811" y="1015"/>
                    </a:lnTo>
                    <a:lnTo>
                      <a:pt x="811" y="1007"/>
                    </a:lnTo>
                    <a:lnTo>
                      <a:pt x="812" y="1000"/>
                    </a:lnTo>
                    <a:lnTo>
                      <a:pt x="812" y="992"/>
                    </a:lnTo>
                    <a:lnTo>
                      <a:pt x="813" y="985"/>
                    </a:lnTo>
                    <a:lnTo>
                      <a:pt x="814" y="978"/>
                    </a:lnTo>
                    <a:lnTo>
                      <a:pt x="814" y="971"/>
                    </a:lnTo>
                    <a:lnTo>
                      <a:pt x="815" y="964"/>
                    </a:lnTo>
                    <a:lnTo>
                      <a:pt x="815" y="957"/>
                    </a:lnTo>
                    <a:lnTo>
                      <a:pt x="816" y="950"/>
                    </a:lnTo>
                    <a:lnTo>
                      <a:pt x="816" y="944"/>
                    </a:lnTo>
                    <a:lnTo>
                      <a:pt x="817" y="936"/>
                    </a:lnTo>
                    <a:lnTo>
                      <a:pt x="817" y="929"/>
                    </a:lnTo>
                    <a:lnTo>
                      <a:pt x="818" y="923"/>
                    </a:lnTo>
                    <a:lnTo>
                      <a:pt x="819" y="918"/>
                    </a:lnTo>
                    <a:lnTo>
                      <a:pt x="819" y="911"/>
                    </a:lnTo>
                    <a:lnTo>
                      <a:pt x="820" y="905"/>
                    </a:lnTo>
                    <a:lnTo>
                      <a:pt x="820" y="899"/>
                    </a:lnTo>
                    <a:lnTo>
                      <a:pt x="821" y="893"/>
                    </a:lnTo>
                    <a:lnTo>
                      <a:pt x="822" y="888"/>
                    </a:lnTo>
                    <a:lnTo>
                      <a:pt x="822" y="883"/>
                    </a:lnTo>
                    <a:lnTo>
                      <a:pt x="823" y="879"/>
                    </a:lnTo>
                    <a:lnTo>
                      <a:pt x="823" y="874"/>
                    </a:lnTo>
                    <a:lnTo>
                      <a:pt x="824" y="869"/>
                    </a:lnTo>
                    <a:lnTo>
                      <a:pt x="825" y="863"/>
                    </a:lnTo>
                    <a:lnTo>
                      <a:pt x="825" y="857"/>
                    </a:lnTo>
                    <a:lnTo>
                      <a:pt x="826" y="852"/>
                    </a:lnTo>
                    <a:lnTo>
                      <a:pt x="826" y="847"/>
                    </a:lnTo>
                    <a:lnTo>
                      <a:pt x="827" y="842"/>
                    </a:lnTo>
                    <a:lnTo>
                      <a:pt x="828" y="837"/>
                    </a:lnTo>
                    <a:lnTo>
                      <a:pt x="828" y="833"/>
                    </a:lnTo>
                    <a:lnTo>
                      <a:pt x="829" y="830"/>
                    </a:lnTo>
                    <a:lnTo>
                      <a:pt x="829" y="826"/>
                    </a:lnTo>
                    <a:lnTo>
                      <a:pt x="830" y="823"/>
                    </a:lnTo>
                    <a:lnTo>
                      <a:pt x="830" y="819"/>
                    </a:lnTo>
                    <a:lnTo>
                      <a:pt x="831" y="815"/>
                    </a:lnTo>
                    <a:lnTo>
                      <a:pt x="831" y="810"/>
                    </a:lnTo>
                    <a:lnTo>
                      <a:pt x="832" y="806"/>
                    </a:lnTo>
                    <a:lnTo>
                      <a:pt x="832" y="804"/>
                    </a:lnTo>
                    <a:lnTo>
                      <a:pt x="833" y="801"/>
                    </a:lnTo>
                    <a:lnTo>
                      <a:pt x="834" y="797"/>
                    </a:lnTo>
                    <a:lnTo>
                      <a:pt x="834" y="795"/>
                    </a:lnTo>
                    <a:lnTo>
                      <a:pt x="835" y="792"/>
                    </a:lnTo>
                    <a:lnTo>
                      <a:pt x="835" y="789"/>
                    </a:lnTo>
                    <a:lnTo>
                      <a:pt x="836" y="785"/>
                    </a:lnTo>
                    <a:lnTo>
                      <a:pt x="837" y="782"/>
                    </a:lnTo>
                    <a:lnTo>
                      <a:pt x="837" y="778"/>
                    </a:lnTo>
                    <a:lnTo>
                      <a:pt x="838" y="774"/>
                    </a:lnTo>
                    <a:lnTo>
                      <a:pt x="838" y="772"/>
                    </a:lnTo>
                    <a:lnTo>
                      <a:pt x="839" y="770"/>
                    </a:lnTo>
                    <a:lnTo>
                      <a:pt x="840" y="766"/>
                    </a:lnTo>
                    <a:lnTo>
                      <a:pt x="840" y="762"/>
                    </a:lnTo>
                    <a:lnTo>
                      <a:pt x="841" y="759"/>
                    </a:lnTo>
                    <a:lnTo>
                      <a:pt x="841" y="756"/>
                    </a:lnTo>
                    <a:lnTo>
                      <a:pt x="842" y="754"/>
                    </a:lnTo>
                    <a:lnTo>
                      <a:pt x="843" y="751"/>
                    </a:lnTo>
                    <a:lnTo>
                      <a:pt x="843" y="749"/>
                    </a:lnTo>
                    <a:lnTo>
                      <a:pt x="844" y="747"/>
                    </a:lnTo>
                    <a:lnTo>
                      <a:pt x="844" y="744"/>
                    </a:lnTo>
                    <a:lnTo>
                      <a:pt x="845" y="741"/>
                    </a:lnTo>
                    <a:lnTo>
                      <a:pt x="845" y="739"/>
                    </a:lnTo>
                    <a:lnTo>
                      <a:pt x="846" y="737"/>
                    </a:lnTo>
                    <a:lnTo>
                      <a:pt x="846" y="735"/>
                    </a:lnTo>
                    <a:lnTo>
                      <a:pt x="847" y="733"/>
                    </a:lnTo>
                    <a:lnTo>
                      <a:pt x="848" y="731"/>
                    </a:lnTo>
                    <a:lnTo>
                      <a:pt x="848" y="729"/>
                    </a:lnTo>
                    <a:lnTo>
                      <a:pt x="849" y="728"/>
                    </a:lnTo>
                    <a:lnTo>
                      <a:pt x="849" y="726"/>
                    </a:lnTo>
                    <a:lnTo>
                      <a:pt x="850" y="725"/>
                    </a:lnTo>
                    <a:lnTo>
                      <a:pt x="850" y="723"/>
                    </a:lnTo>
                    <a:lnTo>
                      <a:pt x="851" y="721"/>
                    </a:lnTo>
                    <a:lnTo>
                      <a:pt x="852" y="720"/>
                    </a:lnTo>
                    <a:lnTo>
                      <a:pt x="852" y="719"/>
                    </a:lnTo>
                    <a:lnTo>
                      <a:pt x="853" y="717"/>
                    </a:lnTo>
                    <a:lnTo>
                      <a:pt x="853" y="715"/>
                    </a:lnTo>
                    <a:lnTo>
                      <a:pt x="854" y="713"/>
                    </a:lnTo>
                    <a:lnTo>
                      <a:pt x="855" y="712"/>
                    </a:lnTo>
                    <a:lnTo>
                      <a:pt x="855" y="711"/>
                    </a:lnTo>
                    <a:lnTo>
                      <a:pt x="856" y="709"/>
                    </a:lnTo>
                    <a:lnTo>
                      <a:pt x="856" y="707"/>
                    </a:lnTo>
                    <a:lnTo>
                      <a:pt x="857" y="706"/>
                    </a:lnTo>
                    <a:lnTo>
                      <a:pt x="858" y="704"/>
                    </a:lnTo>
                    <a:lnTo>
                      <a:pt x="858" y="702"/>
                    </a:lnTo>
                    <a:lnTo>
                      <a:pt x="859" y="701"/>
                    </a:lnTo>
                    <a:lnTo>
                      <a:pt x="859" y="698"/>
                    </a:lnTo>
                    <a:lnTo>
                      <a:pt x="860" y="697"/>
                    </a:lnTo>
                    <a:lnTo>
                      <a:pt x="861" y="694"/>
                    </a:lnTo>
                    <a:lnTo>
                      <a:pt x="861" y="692"/>
                    </a:lnTo>
                    <a:lnTo>
                      <a:pt x="862" y="690"/>
                    </a:lnTo>
                    <a:lnTo>
                      <a:pt x="862" y="688"/>
                    </a:lnTo>
                    <a:lnTo>
                      <a:pt x="863" y="686"/>
                    </a:lnTo>
                    <a:lnTo>
                      <a:pt x="863" y="685"/>
                    </a:lnTo>
                    <a:lnTo>
                      <a:pt x="864" y="683"/>
                    </a:lnTo>
                    <a:lnTo>
                      <a:pt x="864" y="680"/>
                    </a:lnTo>
                    <a:lnTo>
                      <a:pt x="865" y="677"/>
                    </a:lnTo>
                    <a:lnTo>
                      <a:pt x="865" y="674"/>
                    </a:lnTo>
                    <a:lnTo>
                      <a:pt x="866" y="671"/>
                    </a:lnTo>
                    <a:lnTo>
                      <a:pt x="867" y="668"/>
                    </a:lnTo>
                    <a:lnTo>
                      <a:pt x="867" y="665"/>
                    </a:lnTo>
                    <a:lnTo>
                      <a:pt x="868" y="662"/>
                    </a:lnTo>
                    <a:lnTo>
                      <a:pt x="869" y="659"/>
                    </a:lnTo>
                    <a:lnTo>
                      <a:pt x="869" y="657"/>
                    </a:lnTo>
                    <a:lnTo>
                      <a:pt x="870" y="654"/>
                    </a:lnTo>
                    <a:lnTo>
                      <a:pt x="870" y="650"/>
                    </a:lnTo>
                    <a:lnTo>
                      <a:pt x="871" y="647"/>
                    </a:lnTo>
                    <a:lnTo>
                      <a:pt x="872" y="644"/>
                    </a:lnTo>
                    <a:lnTo>
                      <a:pt x="872" y="641"/>
                    </a:lnTo>
                    <a:lnTo>
                      <a:pt x="873" y="636"/>
                    </a:lnTo>
                    <a:lnTo>
                      <a:pt x="873" y="632"/>
                    </a:lnTo>
                    <a:lnTo>
                      <a:pt x="874" y="629"/>
                    </a:lnTo>
                    <a:lnTo>
                      <a:pt x="875" y="626"/>
                    </a:lnTo>
                    <a:lnTo>
                      <a:pt x="875" y="623"/>
                    </a:lnTo>
                    <a:lnTo>
                      <a:pt x="876" y="620"/>
                    </a:lnTo>
                    <a:lnTo>
                      <a:pt x="876" y="617"/>
                    </a:lnTo>
                    <a:lnTo>
                      <a:pt x="877" y="613"/>
                    </a:lnTo>
                    <a:lnTo>
                      <a:pt x="877" y="610"/>
                    </a:lnTo>
                    <a:lnTo>
                      <a:pt x="878" y="606"/>
                    </a:lnTo>
                    <a:lnTo>
                      <a:pt x="878" y="603"/>
                    </a:lnTo>
                    <a:lnTo>
                      <a:pt x="879" y="600"/>
                    </a:lnTo>
                    <a:lnTo>
                      <a:pt x="879" y="597"/>
                    </a:lnTo>
                    <a:lnTo>
                      <a:pt x="880" y="593"/>
                    </a:lnTo>
                    <a:lnTo>
                      <a:pt x="881" y="589"/>
                    </a:lnTo>
                    <a:lnTo>
                      <a:pt x="881" y="586"/>
                    </a:lnTo>
                    <a:lnTo>
                      <a:pt x="882" y="582"/>
                    </a:lnTo>
                    <a:lnTo>
                      <a:pt x="882" y="579"/>
                    </a:lnTo>
                    <a:lnTo>
                      <a:pt x="883" y="576"/>
                    </a:lnTo>
                    <a:lnTo>
                      <a:pt x="884" y="572"/>
                    </a:lnTo>
                    <a:lnTo>
                      <a:pt x="884" y="567"/>
                    </a:lnTo>
                    <a:lnTo>
                      <a:pt x="885" y="563"/>
                    </a:lnTo>
                    <a:lnTo>
                      <a:pt x="885" y="559"/>
                    </a:lnTo>
                    <a:lnTo>
                      <a:pt x="886" y="555"/>
                    </a:lnTo>
                    <a:lnTo>
                      <a:pt x="887" y="549"/>
                    </a:lnTo>
                    <a:lnTo>
                      <a:pt x="887" y="544"/>
                    </a:lnTo>
                    <a:lnTo>
                      <a:pt x="888" y="538"/>
                    </a:lnTo>
                    <a:lnTo>
                      <a:pt x="888" y="533"/>
                    </a:lnTo>
                    <a:lnTo>
                      <a:pt x="889" y="529"/>
                    </a:lnTo>
                    <a:lnTo>
                      <a:pt x="890" y="525"/>
                    </a:lnTo>
                    <a:lnTo>
                      <a:pt x="890" y="520"/>
                    </a:lnTo>
                    <a:lnTo>
                      <a:pt x="891" y="515"/>
                    </a:lnTo>
                    <a:lnTo>
                      <a:pt x="891" y="510"/>
                    </a:lnTo>
                    <a:lnTo>
                      <a:pt x="892" y="505"/>
                    </a:lnTo>
                    <a:lnTo>
                      <a:pt x="892" y="500"/>
                    </a:lnTo>
                    <a:lnTo>
                      <a:pt x="893" y="495"/>
                    </a:lnTo>
                    <a:lnTo>
                      <a:pt x="893" y="490"/>
                    </a:lnTo>
                    <a:lnTo>
                      <a:pt x="894" y="485"/>
                    </a:lnTo>
                    <a:lnTo>
                      <a:pt x="895" y="480"/>
                    </a:lnTo>
                    <a:lnTo>
                      <a:pt x="895" y="475"/>
                    </a:lnTo>
                    <a:lnTo>
                      <a:pt x="896" y="471"/>
                    </a:lnTo>
                    <a:lnTo>
                      <a:pt x="896" y="467"/>
                    </a:lnTo>
                    <a:lnTo>
                      <a:pt x="897" y="462"/>
                    </a:lnTo>
                    <a:lnTo>
                      <a:pt x="897" y="458"/>
                    </a:lnTo>
                    <a:lnTo>
                      <a:pt x="898" y="454"/>
                    </a:lnTo>
                    <a:lnTo>
                      <a:pt x="899" y="450"/>
                    </a:lnTo>
                    <a:lnTo>
                      <a:pt x="899" y="446"/>
                    </a:lnTo>
                    <a:lnTo>
                      <a:pt x="900" y="441"/>
                    </a:lnTo>
                    <a:lnTo>
                      <a:pt x="900" y="438"/>
                    </a:lnTo>
                    <a:lnTo>
                      <a:pt x="901" y="435"/>
                    </a:lnTo>
                    <a:lnTo>
                      <a:pt x="902" y="431"/>
                    </a:lnTo>
                    <a:lnTo>
                      <a:pt x="902" y="429"/>
                    </a:lnTo>
                    <a:lnTo>
                      <a:pt x="903" y="426"/>
                    </a:lnTo>
                    <a:lnTo>
                      <a:pt x="903" y="423"/>
                    </a:lnTo>
                    <a:lnTo>
                      <a:pt x="904" y="420"/>
                    </a:lnTo>
                    <a:lnTo>
                      <a:pt x="905" y="417"/>
                    </a:lnTo>
                    <a:lnTo>
                      <a:pt x="905" y="415"/>
                    </a:lnTo>
                    <a:lnTo>
                      <a:pt x="906" y="413"/>
                    </a:lnTo>
                    <a:lnTo>
                      <a:pt x="906" y="410"/>
                    </a:lnTo>
                    <a:lnTo>
                      <a:pt x="907" y="407"/>
                    </a:lnTo>
                    <a:lnTo>
                      <a:pt x="908" y="404"/>
                    </a:lnTo>
                    <a:lnTo>
                      <a:pt x="908" y="402"/>
                    </a:lnTo>
                    <a:lnTo>
                      <a:pt x="909" y="399"/>
                    </a:lnTo>
                    <a:lnTo>
                      <a:pt x="909" y="396"/>
                    </a:lnTo>
                    <a:lnTo>
                      <a:pt x="910" y="394"/>
                    </a:lnTo>
                    <a:lnTo>
                      <a:pt x="910" y="393"/>
                    </a:lnTo>
                    <a:lnTo>
                      <a:pt x="911" y="391"/>
                    </a:lnTo>
                    <a:lnTo>
                      <a:pt x="911" y="389"/>
                    </a:lnTo>
                    <a:lnTo>
                      <a:pt x="912" y="387"/>
                    </a:lnTo>
                    <a:lnTo>
                      <a:pt x="912" y="385"/>
                    </a:lnTo>
                    <a:lnTo>
                      <a:pt x="913" y="382"/>
                    </a:lnTo>
                    <a:lnTo>
                      <a:pt x="914" y="380"/>
                    </a:lnTo>
                    <a:lnTo>
                      <a:pt x="914" y="379"/>
                    </a:lnTo>
                    <a:lnTo>
                      <a:pt x="915" y="378"/>
                    </a:lnTo>
                    <a:lnTo>
                      <a:pt x="915" y="377"/>
                    </a:lnTo>
                    <a:lnTo>
                      <a:pt x="916" y="375"/>
                    </a:lnTo>
                    <a:lnTo>
                      <a:pt x="917" y="374"/>
                    </a:lnTo>
                    <a:lnTo>
                      <a:pt x="917" y="373"/>
                    </a:lnTo>
                    <a:lnTo>
                      <a:pt x="918" y="372"/>
                    </a:lnTo>
                    <a:lnTo>
                      <a:pt x="918" y="371"/>
                    </a:lnTo>
                    <a:lnTo>
                      <a:pt x="919" y="370"/>
                    </a:lnTo>
                    <a:lnTo>
                      <a:pt x="920" y="370"/>
                    </a:lnTo>
                    <a:lnTo>
                      <a:pt x="920" y="368"/>
                    </a:lnTo>
                    <a:lnTo>
                      <a:pt x="921" y="367"/>
                    </a:lnTo>
                    <a:lnTo>
                      <a:pt x="921" y="366"/>
                    </a:lnTo>
                    <a:lnTo>
                      <a:pt x="922" y="366"/>
                    </a:lnTo>
                    <a:lnTo>
                      <a:pt x="923" y="367"/>
                    </a:lnTo>
                    <a:lnTo>
                      <a:pt x="923" y="368"/>
                    </a:lnTo>
                    <a:lnTo>
                      <a:pt x="924" y="369"/>
                    </a:lnTo>
                    <a:lnTo>
                      <a:pt x="924" y="371"/>
                    </a:lnTo>
                    <a:lnTo>
                      <a:pt x="925" y="374"/>
                    </a:lnTo>
                    <a:lnTo>
                      <a:pt x="925" y="376"/>
                    </a:lnTo>
                    <a:lnTo>
                      <a:pt x="926" y="379"/>
                    </a:lnTo>
                    <a:lnTo>
                      <a:pt x="926" y="381"/>
                    </a:lnTo>
                    <a:lnTo>
                      <a:pt x="927" y="382"/>
                    </a:lnTo>
                    <a:lnTo>
                      <a:pt x="928" y="384"/>
                    </a:lnTo>
                    <a:lnTo>
                      <a:pt x="928" y="386"/>
                    </a:lnTo>
                    <a:lnTo>
                      <a:pt x="929" y="388"/>
                    </a:lnTo>
                    <a:lnTo>
                      <a:pt x="929" y="389"/>
                    </a:lnTo>
                    <a:lnTo>
                      <a:pt x="930" y="390"/>
                    </a:lnTo>
                    <a:lnTo>
                      <a:pt x="930" y="391"/>
                    </a:lnTo>
                    <a:lnTo>
                      <a:pt x="931" y="393"/>
                    </a:lnTo>
                    <a:lnTo>
                      <a:pt x="932" y="394"/>
                    </a:lnTo>
                    <a:lnTo>
                      <a:pt x="932" y="396"/>
                    </a:lnTo>
                    <a:lnTo>
                      <a:pt x="933" y="399"/>
                    </a:lnTo>
                    <a:lnTo>
                      <a:pt x="933" y="401"/>
                    </a:lnTo>
                    <a:lnTo>
                      <a:pt x="934" y="403"/>
                    </a:lnTo>
                    <a:lnTo>
                      <a:pt x="935" y="405"/>
                    </a:lnTo>
                    <a:lnTo>
                      <a:pt x="935" y="407"/>
                    </a:lnTo>
                    <a:lnTo>
                      <a:pt x="936" y="409"/>
                    </a:lnTo>
                    <a:lnTo>
                      <a:pt x="936" y="411"/>
                    </a:lnTo>
                    <a:lnTo>
                      <a:pt x="937" y="413"/>
                    </a:lnTo>
                    <a:lnTo>
                      <a:pt x="938" y="415"/>
                    </a:lnTo>
                    <a:lnTo>
                      <a:pt x="938" y="416"/>
                    </a:lnTo>
                    <a:lnTo>
                      <a:pt x="939" y="417"/>
                    </a:lnTo>
                    <a:lnTo>
                      <a:pt x="939" y="417"/>
                    </a:lnTo>
                    <a:lnTo>
                      <a:pt x="940" y="418"/>
                    </a:lnTo>
                    <a:lnTo>
                      <a:pt x="940" y="418"/>
                    </a:lnTo>
                    <a:lnTo>
                      <a:pt x="941" y="420"/>
                    </a:lnTo>
                    <a:lnTo>
                      <a:pt x="942" y="421"/>
                    </a:lnTo>
                    <a:lnTo>
                      <a:pt x="942" y="422"/>
                    </a:lnTo>
                    <a:lnTo>
                      <a:pt x="943" y="423"/>
                    </a:lnTo>
                    <a:lnTo>
                      <a:pt x="943" y="424"/>
                    </a:lnTo>
                    <a:lnTo>
                      <a:pt x="944" y="425"/>
                    </a:lnTo>
                    <a:lnTo>
                      <a:pt x="944" y="428"/>
                    </a:lnTo>
                    <a:lnTo>
                      <a:pt x="945" y="430"/>
                    </a:lnTo>
                    <a:lnTo>
                      <a:pt x="946" y="432"/>
                    </a:lnTo>
                    <a:lnTo>
                      <a:pt x="946" y="434"/>
                    </a:lnTo>
                    <a:lnTo>
                      <a:pt x="947" y="437"/>
                    </a:lnTo>
                    <a:lnTo>
                      <a:pt x="947" y="439"/>
                    </a:lnTo>
                    <a:lnTo>
                      <a:pt x="948" y="442"/>
                    </a:lnTo>
                    <a:lnTo>
                      <a:pt x="949" y="444"/>
                    </a:lnTo>
                    <a:lnTo>
                      <a:pt x="949" y="446"/>
                    </a:lnTo>
                    <a:lnTo>
                      <a:pt x="950" y="448"/>
                    </a:lnTo>
                    <a:lnTo>
                      <a:pt x="950" y="450"/>
                    </a:lnTo>
                    <a:lnTo>
                      <a:pt x="951" y="452"/>
                    </a:lnTo>
                    <a:lnTo>
                      <a:pt x="952" y="455"/>
                    </a:lnTo>
                    <a:lnTo>
                      <a:pt x="952" y="455"/>
                    </a:lnTo>
                    <a:lnTo>
                      <a:pt x="953" y="456"/>
                    </a:lnTo>
                    <a:lnTo>
                      <a:pt x="953" y="458"/>
                    </a:lnTo>
                    <a:lnTo>
                      <a:pt x="954" y="460"/>
                    </a:lnTo>
                    <a:lnTo>
                      <a:pt x="955" y="463"/>
                    </a:lnTo>
                    <a:lnTo>
                      <a:pt x="955" y="465"/>
                    </a:lnTo>
                    <a:lnTo>
                      <a:pt x="956" y="467"/>
                    </a:lnTo>
                    <a:lnTo>
                      <a:pt x="956" y="469"/>
                    </a:lnTo>
                    <a:lnTo>
                      <a:pt x="957" y="470"/>
                    </a:lnTo>
                    <a:lnTo>
                      <a:pt x="957" y="472"/>
                    </a:lnTo>
                    <a:lnTo>
                      <a:pt x="958" y="474"/>
                    </a:lnTo>
                    <a:lnTo>
                      <a:pt x="958" y="476"/>
                    </a:lnTo>
                    <a:lnTo>
                      <a:pt x="959" y="479"/>
                    </a:lnTo>
                    <a:lnTo>
                      <a:pt x="959" y="482"/>
                    </a:lnTo>
                    <a:lnTo>
                      <a:pt x="960" y="483"/>
                    </a:lnTo>
                    <a:lnTo>
                      <a:pt x="961" y="485"/>
                    </a:lnTo>
                    <a:lnTo>
                      <a:pt x="961" y="486"/>
                    </a:lnTo>
                    <a:lnTo>
                      <a:pt x="962" y="486"/>
                    </a:lnTo>
                    <a:lnTo>
                      <a:pt x="962" y="486"/>
                    </a:lnTo>
                    <a:lnTo>
                      <a:pt x="963" y="486"/>
                    </a:lnTo>
                    <a:lnTo>
                      <a:pt x="964" y="486"/>
                    </a:lnTo>
                    <a:lnTo>
                      <a:pt x="964" y="486"/>
                    </a:lnTo>
                    <a:lnTo>
                      <a:pt x="965" y="486"/>
                    </a:lnTo>
                    <a:lnTo>
                      <a:pt x="965" y="487"/>
                    </a:lnTo>
                    <a:lnTo>
                      <a:pt x="966" y="488"/>
                    </a:lnTo>
                    <a:lnTo>
                      <a:pt x="967" y="489"/>
                    </a:lnTo>
                    <a:lnTo>
                      <a:pt x="967" y="491"/>
                    </a:lnTo>
                    <a:lnTo>
                      <a:pt x="968" y="493"/>
                    </a:lnTo>
                    <a:lnTo>
                      <a:pt x="968" y="495"/>
                    </a:lnTo>
                    <a:lnTo>
                      <a:pt x="969" y="497"/>
                    </a:lnTo>
                    <a:lnTo>
                      <a:pt x="970" y="498"/>
                    </a:lnTo>
                    <a:lnTo>
                      <a:pt x="970" y="501"/>
                    </a:lnTo>
                    <a:lnTo>
                      <a:pt x="971" y="502"/>
                    </a:lnTo>
                    <a:lnTo>
                      <a:pt x="971" y="503"/>
                    </a:lnTo>
                    <a:lnTo>
                      <a:pt x="972" y="503"/>
                    </a:lnTo>
                    <a:lnTo>
                      <a:pt x="972" y="505"/>
                    </a:lnTo>
                    <a:lnTo>
                      <a:pt x="973" y="506"/>
                    </a:lnTo>
                    <a:lnTo>
                      <a:pt x="973" y="507"/>
                    </a:lnTo>
                    <a:lnTo>
                      <a:pt x="974" y="509"/>
                    </a:lnTo>
                    <a:lnTo>
                      <a:pt x="975" y="509"/>
                    </a:lnTo>
                    <a:lnTo>
                      <a:pt x="975" y="510"/>
                    </a:lnTo>
                    <a:lnTo>
                      <a:pt x="976" y="510"/>
                    </a:lnTo>
                    <a:lnTo>
                      <a:pt x="976" y="511"/>
                    </a:lnTo>
                    <a:lnTo>
                      <a:pt x="977" y="512"/>
                    </a:lnTo>
                    <a:lnTo>
                      <a:pt x="977" y="513"/>
                    </a:lnTo>
                    <a:lnTo>
                      <a:pt x="978" y="515"/>
                    </a:lnTo>
                    <a:lnTo>
                      <a:pt x="979" y="516"/>
                    </a:lnTo>
                    <a:lnTo>
                      <a:pt x="979" y="517"/>
                    </a:lnTo>
                    <a:lnTo>
                      <a:pt x="980" y="518"/>
                    </a:lnTo>
                    <a:lnTo>
                      <a:pt x="980" y="519"/>
                    </a:lnTo>
                    <a:lnTo>
                      <a:pt x="981" y="520"/>
                    </a:lnTo>
                    <a:lnTo>
                      <a:pt x="982" y="521"/>
                    </a:lnTo>
                    <a:lnTo>
                      <a:pt x="982" y="520"/>
                    </a:lnTo>
                    <a:lnTo>
                      <a:pt x="983" y="520"/>
                    </a:lnTo>
                    <a:lnTo>
                      <a:pt x="983" y="521"/>
                    </a:lnTo>
                    <a:lnTo>
                      <a:pt x="984" y="521"/>
                    </a:lnTo>
                    <a:lnTo>
                      <a:pt x="985" y="520"/>
                    </a:lnTo>
                    <a:lnTo>
                      <a:pt x="985" y="520"/>
                    </a:lnTo>
                    <a:lnTo>
                      <a:pt x="986" y="520"/>
                    </a:lnTo>
                    <a:lnTo>
                      <a:pt x="986" y="521"/>
                    </a:lnTo>
                    <a:lnTo>
                      <a:pt x="987" y="521"/>
                    </a:lnTo>
                    <a:lnTo>
                      <a:pt x="987" y="521"/>
                    </a:lnTo>
                    <a:lnTo>
                      <a:pt x="988" y="522"/>
                    </a:lnTo>
                    <a:lnTo>
                      <a:pt x="989" y="523"/>
                    </a:lnTo>
                    <a:lnTo>
                      <a:pt x="989" y="523"/>
                    </a:lnTo>
                    <a:lnTo>
                      <a:pt x="990" y="524"/>
                    </a:lnTo>
                    <a:lnTo>
                      <a:pt x="990" y="525"/>
                    </a:lnTo>
                    <a:lnTo>
                      <a:pt x="991" y="526"/>
                    </a:lnTo>
                    <a:lnTo>
                      <a:pt x="991" y="526"/>
                    </a:lnTo>
                    <a:lnTo>
                      <a:pt x="992" y="527"/>
                    </a:lnTo>
                    <a:lnTo>
                      <a:pt x="992" y="527"/>
                    </a:lnTo>
                    <a:lnTo>
                      <a:pt x="993" y="527"/>
                    </a:lnTo>
                    <a:lnTo>
                      <a:pt x="994" y="529"/>
                    </a:lnTo>
                    <a:lnTo>
                      <a:pt x="994" y="532"/>
                    </a:lnTo>
                    <a:lnTo>
                      <a:pt x="995" y="533"/>
                    </a:lnTo>
                    <a:lnTo>
                      <a:pt x="995" y="535"/>
                    </a:lnTo>
                    <a:lnTo>
                      <a:pt x="996" y="537"/>
                    </a:lnTo>
                    <a:lnTo>
                      <a:pt x="997" y="539"/>
                    </a:lnTo>
                    <a:lnTo>
                      <a:pt x="997" y="540"/>
                    </a:lnTo>
                    <a:lnTo>
                      <a:pt x="998" y="542"/>
                    </a:lnTo>
                    <a:lnTo>
                      <a:pt x="998" y="543"/>
                    </a:lnTo>
                    <a:lnTo>
                      <a:pt x="999" y="545"/>
                    </a:lnTo>
                    <a:lnTo>
                      <a:pt x="1000" y="546"/>
                    </a:lnTo>
                    <a:lnTo>
                      <a:pt x="1000" y="548"/>
                    </a:lnTo>
                    <a:lnTo>
                      <a:pt x="1001" y="551"/>
                    </a:lnTo>
                    <a:lnTo>
                      <a:pt x="1001" y="553"/>
                    </a:lnTo>
                    <a:lnTo>
                      <a:pt x="1002" y="555"/>
                    </a:lnTo>
                    <a:lnTo>
                      <a:pt x="1003" y="558"/>
                    </a:lnTo>
                    <a:lnTo>
                      <a:pt x="1003" y="561"/>
                    </a:lnTo>
                    <a:lnTo>
                      <a:pt x="1004" y="563"/>
                    </a:lnTo>
                    <a:lnTo>
                      <a:pt x="1004" y="564"/>
                    </a:lnTo>
                    <a:lnTo>
                      <a:pt x="1005" y="566"/>
                    </a:lnTo>
                    <a:lnTo>
                      <a:pt x="1005" y="568"/>
                    </a:lnTo>
                    <a:lnTo>
                      <a:pt x="1006" y="570"/>
                    </a:lnTo>
                    <a:lnTo>
                      <a:pt x="1006" y="572"/>
                    </a:lnTo>
                    <a:lnTo>
                      <a:pt x="1007" y="574"/>
                    </a:lnTo>
                    <a:lnTo>
                      <a:pt x="1008" y="576"/>
                    </a:lnTo>
                    <a:lnTo>
                      <a:pt x="1008" y="578"/>
                    </a:lnTo>
                    <a:lnTo>
                      <a:pt x="1009" y="580"/>
                    </a:lnTo>
                    <a:lnTo>
                      <a:pt x="1009" y="582"/>
                    </a:lnTo>
                    <a:lnTo>
                      <a:pt x="1010" y="583"/>
                    </a:lnTo>
                    <a:lnTo>
                      <a:pt x="1011" y="585"/>
                    </a:lnTo>
                    <a:lnTo>
                      <a:pt x="1011" y="587"/>
                    </a:lnTo>
                    <a:lnTo>
                      <a:pt x="1012" y="588"/>
                    </a:lnTo>
                    <a:lnTo>
                      <a:pt x="1012" y="589"/>
                    </a:lnTo>
                    <a:lnTo>
                      <a:pt x="1013" y="592"/>
                    </a:lnTo>
                    <a:lnTo>
                      <a:pt x="1014" y="594"/>
                    </a:lnTo>
                    <a:lnTo>
                      <a:pt x="1014" y="597"/>
                    </a:lnTo>
                    <a:lnTo>
                      <a:pt x="1015" y="599"/>
                    </a:lnTo>
                    <a:lnTo>
                      <a:pt x="1015" y="602"/>
                    </a:lnTo>
                    <a:lnTo>
                      <a:pt x="1016" y="604"/>
                    </a:lnTo>
                    <a:lnTo>
                      <a:pt x="1017" y="606"/>
                    </a:lnTo>
                    <a:lnTo>
                      <a:pt x="1017" y="608"/>
                    </a:lnTo>
                    <a:lnTo>
                      <a:pt x="1018" y="609"/>
                    </a:lnTo>
                    <a:lnTo>
                      <a:pt x="1018" y="611"/>
                    </a:lnTo>
                    <a:lnTo>
                      <a:pt x="1019" y="613"/>
                    </a:lnTo>
                    <a:lnTo>
                      <a:pt x="1019" y="615"/>
                    </a:lnTo>
                    <a:lnTo>
                      <a:pt x="1020" y="616"/>
                    </a:lnTo>
                    <a:lnTo>
                      <a:pt x="1020" y="618"/>
                    </a:lnTo>
                    <a:lnTo>
                      <a:pt x="1021" y="620"/>
                    </a:lnTo>
                    <a:lnTo>
                      <a:pt x="1022" y="622"/>
                    </a:lnTo>
                    <a:lnTo>
                      <a:pt x="1022" y="623"/>
                    </a:lnTo>
                    <a:lnTo>
                      <a:pt x="1023" y="624"/>
                    </a:lnTo>
                    <a:lnTo>
                      <a:pt x="1023" y="625"/>
                    </a:lnTo>
                    <a:lnTo>
                      <a:pt x="1024" y="625"/>
                    </a:lnTo>
                    <a:lnTo>
                      <a:pt x="1024" y="626"/>
                    </a:lnTo>
                    <a:lnTo>
                      <a:pt x="1025" y="626"/>
                    </a:lnTo>
                    <a:lnTo>
                      <a:pt x="1026" y="627"/>
                    </a:lnTo>
                    <a:lnTo>
                      <a:pt x="1026" y="628"/>
                    </a:lnTo>
                    <a:lnTo>
                      <a:pt x="1027" y="629"/>
                    </a:lnTo>
                    <a:lnTo>
                      <a:pt x="1027" y="630"/>
                    </a:lnTo>
                    <a:lnTo>
                      <a:pt x="1028" y="632"/>
                    </a:lnTo>
                    <a:lnTo>
                      <a:pt x="1029" y="632"/>
                    </a:lnTo>
                    <a:lnTo>
                      <a:pt x="1029" y="633"/>
                    </a:lnTo>
                    <a:lnTo>
                      <a:pt x="1030" y="634"/>
                    </a:lnTo>
                    <a:lnTo>
                      <a:pt x="1030" y="635"/>
                    </a:lnTo>
                    <a:lnTo>
                      <a:pt x="1031" y="636"/>
                    </a:lnTo>
                    <a:lnTo>
                      <a:pt x="1032" y="636"/>
                    </a:lnTo>
                    <a:lnTo>
                      <a:pt x="1032" y="635"/>
                    </a:lnTo>
                    <a:lnTo>
                      <a:pt x="1033" y="635"/>
                    </a:lnTo>
                    <a:lnTo>
                      <a:pt x="1033" y="635"/>
                    </a:lnTo>
                    <a:lnTo>
                      <a:pt x="1034" y="634"/>
                    </a:lnTo>
                    <a:lnTo>
                      <a:pt x="1034" y="633"/>
                    </a:lnTo>
                    <a:lnTo>
                      <a:pt x="1035" y="632"/>
                    </a:lnTo>
                    <a:lnTo>
                      <a:pt x="1036" y="630"/>
                    </a:lnTo>
                    <a:lnTo>
                      <a:pt x="1036" y="628"/>
                    </a:lnTo>
                    <a:lnTo>
                      <a:pt x="1037" y="626"/>
                    </a:lnTo>
                    <a:lnTo>
                      <a:pt x="1037" y="625"/>
                    </a:lnTo>
                    <a:lnTo>
                      <a:pt x="1038" y="624"/>
                    </a:lnTo>
                    <a:lnTo>
                      <a:pt x="1038" y="622"/>
                    </a:lnTo>
                    <a:lnTo>
                      <a:pt x="1039" y="620"/>
                    </a:lnTo>
                    <a:lnTo>
                      <a:pt x="1039" y="620"/>
                    </a:lnTo>
                    <a:lnTo>
                      <a:pt x="1040" y="618"/>
                    </a:lnTo>
                    <a:lnTo>
                      <a:pt x="1041" y="617"/>
                    </a:lnTo>
                    <a:lnTo>
                      <a:pt x="1041" y="615"/>
                    </a:lnTo>
                    <a:lnTo>
                      <a:pt x="1042" y="614"/>
                    </a:lnTo>
                    <a:lnTo>
                      <a:pt x="1042" y="612"/>
                    </a:lnTo>
                    <a:lnTo>
                      <a:pt x="1043" y="612"/>
                    </a:lnTo>
                    <a:lnTo>
                      <a:pt x="1044" y="611"/>
                    </a:lnTo>
                    <a:lnTo>
                      <a:pt x="1044" y="610"/>
                    </a:lnTo>
                    <a:lnTo>
                      <a:pt x="1045" y="609"/>
                    </a:lnTo>
                    <a:lnTo>
                      <a:pt x="1045" y="608"/>
                    </a:lnTo>
                    <a:lnTo>
                      <a:pt x="1046" y="607"/>
                    </a:lnTo>
                    <a:lnTo>
                      <a:pt x="1047" y="606"/>
                    </a:lnTo>
                    <a:lnTo>
                      <a:pt x="1047" y="605"/>
                    </a:lnTo>
                    <a:lnTo>
                      <a:pt x="1048" y="604"/>
                    </a:lnTo>
                    <a:lnTo>
                      <a:pt x="1048" y="602"/>
                    </a:lnTo>
                    <a:lnTo>
                      <a:pt x="1049" y="601"/>
                    </a:lnTo>
                    <a:lnTo>
                      <a:pt x="1050" y="601"/>
                    </a:lnTo>
                    <a:lnTo>
                      <a:pt x="1050" y="601"/>
                    </a:lnTo>
                    <a:lnTo>
                      <a:pt x="1051" y="600"/>
                    </a:lnTo>
                    <a:lnTo>
                      <a:pt x="1051" y="598"/>
                    </a:lnTo>
                    <a:lnTo>
                      <a:pt x="1052" y="596"/>
                    </a:lnTo>
                    <a:lnTo>
                      <a:pt x="1052" y="595"/>
                    </a:lnTo>
                    <a:lnTo>
                      <a:pt x="1053" y="593"/>
                    </a:lnTo>
                    <a:lnTo>
                      <a:pt x="1053" y="591"/>
                    </a:lnTo>
                    <a:lnTo>
                      <a:pt x="1054" y="590"/>
                    </a:lnTo>
                    <a:lnTo>
                      <a:pt x="1054" y="589"/>
                    </a:lnTo>
                    <a:lnTo>
                      <a:pt x="1055" y="589"/>
                    </a:lnTo>
                    <a:lnTo>
                      <a:pt x="1056" y="587"/>
                    </a:lnTo>
                    <a:lnTo>
                      <a:pt x="1056" y="586"/>
                    </a:lnTo>
                    <a:lnTo>
                      <a:pt x="1057" y="586"/>
                    </a:lnTo>
                    <a:lnTo>
                      <a:pt x="1057" y="586"/>
                    </a:lnTo>
                    <a:lnTo>
                      <a:pt x="1058" y="585"/>
                    </a:lnTo>
                    <a:lnTo>
                      <a:pt x="1059" y="584"/>
                    </a:lnTo>
                    <a:lnTo>
                      <a:pt x="1059" y="583"/>
                    </a:lnTo>
                    <a:lnTo>
                      <a:pt x="1060" y="583"/>
                    </a:lnTo>
                    <a:lnTo>
                      <a:pt x="1060" y="583"/>
                    </a:lnTo>
                    <a:lnTo>
                      <a:pt x="1061" y="583"/>
                    </a:lnTo>
                    <a:lnTo>
                      <a:pt x="1062" y="583"/>
                    </a:lnTo>
                    <a:lnTo>
                      <a:pt x="1062" y="584"/>
                    </a:lnTo>
                    <a:lnTo>
                      <a:pt x="1063" y="584"/>
                    </a:lnTo>
                    <a:lnTo>
                      <a:pt x="1063" y="584"/>
                    </a:lnTo>
                    <a:lnTo>
                      <a:pt x="1064" y="584"/>
                    </a:lnTo>
                    <a:lnTo>
                      <a:pt x="1065" y="583"/>
                    </a:lnTo>
                    <a:lnTo>
                      <a:pt x="1065" y="582"/>
                    </a:lnTo>
                    <a:lnTo>
                      <a:pt x="1066" y="581"/>
                    </a:lnTo>
                    <a:lnTo>
                      <a:pt x="1066" y="580"/>
                    </a:lnTo>
                    <a:lnTo>
                      <a:pt x="1067" y="578"/>
                    </a:lnTo>
                    <a:lnTo>
                      <a:pt x="1067" y="577"/>
                    </a:lnTo>
                    <a:lnTo>
                      <a:pt x="1068" y="576"/>
                    </a:lnTo>
                    <a:lnTo>
                      <a:pt x="1069" y="574"/>
                    </a:lnTo>
                    <a:lnTo>
                      <a:pt x="1069" y="574"/>
                    </a:lnTo>
                    <a:lnTo>
                      <a:pt x="1070" y="574"/>
                    </a:lnTo>
                    <a:lnTo>
                      <a:pt x="1070" y="573"/>
                    </a:lnTo>
                    <a:lnTo>
                      <a:pt x="1071" y="572"/>
                    </a:lnTo>
                    <a:lnTo>
                      <a:pt x="1071" y="572"/>
                    </a:lnTo>
                    <a:lnTo>
                      <a:pt x="1072" y="571"/>
                    </a:lnTo>
                    <a:lnTo>
                      <a:pt x="1072" y="571"/>
                    </a:lnTo>
                    <a:lnTo>
                      <a:pt x="1073" y="571"/>
                    </a:lnTo>
                    <a:lnTo>
                      <a:pt x="1074" y="571"/>
                    </a:lnTo>
                    <a:lnTo>
                      <a:pt x="1074" y="573"/>
                    </a:lnTo>
                    <a:lnTo>
                      <a:pt x="1075" y="573"/>
                    </a:lnTo>
                    <a:lnTo>
                      <a:pt x="1076" y="573"/>
                    </a:lnTo>
                    <a:lnTo>
                      <a:pt x="1076" y="573"/>
                    </a:lnTo>
                    <a:lnTo>
                      <a:pt x="1077" y="573"/>
                    </a:lnTo>
                    <a:lnTo>
                      <a:pt x="1077" y="572"/>
                    </a:lnTo>
                    <a:lnTo>
                      <a:pt x="1078" y="572"/>
                    </a:lnTo>
                    <a:lnTo>
                      <a:pt x="1079" y="572"/>
                    </a:lnTo>
                    <a:lnTo>
                      <a:pt x="1079" y="571"/>
                    </a:lnTo>
                    <a:lnTo>
                      <a:pt x="1080" y="570"/>
                    </a:lnTo>
                    <a:lnTo>
                      <a:pt x="1080" y="570"/>
                    </a:lnTo>
                    <a:lnTo>
                      <a:pt x="1081" y="568"/>
                    </a:lnTo>
                    <a:lnTo>
                      <a:pt x="1081" y="568"/>
                    </a:lnTo>
                    <a:lnTo>
                      <a:pt x="1082" y="567"/>
                    </a:lnTo>
                    <a:lnTo>
                      <a:pt x="1083" y="566"/>
                    </a:lnTo>
                    <a:lnTo>
                      <a:pt x="1083" y="566"/>
                    </a:lnTo>
                    <a:lnTo>
                      <a:pt x="1084" y="565"/>
                    </a:lnTo>
                    <a:lnTo>
                      <a:pt x="1084" y="564"/>
                    </a:lnTo>
                    <a:lnTo>
                      <a:pt x="1085" y="564"/>
                    </a:lnTo>
                    <a:lnTo>
                      <a:pt x="1085" y="564"/>
                    </a:lnTo>
                    <a:lnTo>
                      <a:pt x="1086" y="564"/>
                    </a:lnTo>
                    <a:lnTo>
                      <a:pt x="1086" y="563"/>
                    </a:lnTo>
                    <a:lnTo>
                      <a:pt x="1087" y="563"/>
                    </a:lnTo>
                    <a:lnTo>
                      <a:pt x="1088" y="562"/>
                    </a:lnTo>
                    <a:lnTo>
                      <a:pt x="1088" y="562"/>
                    </a:lnTo>
                    <a:lnTo>
                      <a:pt x="1089" y="563"/>
                    </a:lnTo>
                    <a:lnTo>
                      <a:pt x="1089" y="564"/>
                    </a:lnTo>
                    <a:lnTo>
                      <a:pt x="1090" y="565"/>
                    </a:lnTo>
                    <a:lnTo>
                      <a:pt x="1091" y="565"/>
                    </a:lnTo>
                    <a:lnTo>
                      <a:pt x="1091" y="565"/>
                    </a:lnTo>
                    <a:lnTo>
                      <a:pt x="1092" y="565"/>
                    </a:lnTo>
                    <a:lnTo>
                      <a:pt x="1092" y="564"/>
                    </a:lnTo>
                    <a:lnTo>
                      <a:pt x="1093" y="564"/>
                    </a:lnTo>
                    <a:lnTo>
                      <a:pt x="1094" y="564"/>
                    </a:lnTo>
                    <a:lnTo>
                      <a:pt x="1094" y="565"/>
                    </a:lnTo>
                    <a:lnTo>
                      <a:pt x="1095" y="564"/>
                    </a:lnTo>
                    <a:lnTo>
                      <a:pt x="1095" y="564"/>
                    </a:lnTo>
                    <a:lnTo>
                      <a:pt x="1096" y="564"/>
                    </a:lnTo>
                    <a:lnTo>
                      <a:pt x="1097" y="564"/>
                    </a:lnTo>
                    <a:lnTo>
                      <a:pt x="1097" y="565"/>
                    </a:lnTo>
                    <a:lnTo>
                      <a:pt x="1098" y="564"/>
                    </a:lnTo>
                    <a:lnTo>
                      <a:pt x="1098" y="564"/>
                    </a:lnTo>
                    <a:lnTo>
                      <a:pt x="1099" y="565"/>
                    </a:lnTo>
                    <a:lnTo>
                      <a:pt x="1099" y="565"/>
                    </a:lnTo>
                    <a:lnTo>
                      <a:pt x="1100" y="565"/>
                    </a:lnTo>
                    <a:lnTo>
                      <a:pt x="1100" y="566"/>
                    </a:lnTo>
                    <a:lnTo>
                      <a:pt x="1101" y="565"/>
                    </a:lnTo>
                    <a:lnTo>
                      <a:pt x="1101" y="566"/>
                    </a:lnTo>
                    <a:lnTo>
                      <a:pt x="1102" y="565"/>
                    </a:lnTo>
                    <a:lnTo>
                      <a:pt x="1103" y="564"/>
                    </a:lnTo>
                    <a:lnTo>
                      <a:pt x="1103" y="564"/>
                    </a:lnTo>
                    <a:lnTo>
                      <a:pt x="1104" y="564"/>
                    </a:lnTo>
                    <a:lnTo>
                      <a:pt x="1104" y="564"/>
                    </a:lnTo>
                    <a:lnTo>
                      <a:pt x="1105" y="564"/>
                    </a:lnTo>
                    <a:lnTo>
                      <a:pt x="1106" y="564"/>
                    </a:lnTo>
                    <a:lnTo>
                      <a:pt x="1106" y="564"/>
                    </a:lnTo>
                    <a:lnTo>
                      <a:pt x="1107" y="564"/>
                    </a:lnTo>
                    <a:lnTo>
                      <a:pt x="1107" y="564"/>
                    </a:lnTo>
                    <a:lnTo>
                      <a:pt x="1108" y="562"/>
                    </a:lnTo>
                    <a:lnTo>
                      <a:pt x="1109" y="561"/>
                    </a:lnTo>
                    <a:lnTo>
                      <a:pt x="1109" y="560"/>
                    </a:lnTo>
                    <a:lnTo>
                      <a:pt x="1110" y="560"/>
                    </a:lnTo>
                    <a:lnTo>
                      <a:pt x="1110" y="559"/>
                    </a:lnTo>
                    <a:lnTo>
                      <a:pt x="1111" y="559"/>
                    </a:lnTo>
                    <a:lnTo>
                      <a:pt x="1112" y="559"/>
                    </a:lnTo>
                    <a:lnTo>
                      <a:pt x="1112" y="558"/>
                    </a:lnTo>
                    <a:lnTo>
                      <a:pt x="1113" y="557"/>
                    </a:lnTo>
                    <a:lnTo>
                      <a:pt x="1113" y="556"/>
                    </a:lnTo>
                    <a:lnTo>
                      <a:pt x="1114" y="555"/>
                    </a:lnTo>
                    <a:lnTo>
                      <a:pt x="1114" y="555"/>
                    </a:lnTo>
                    <a:lnTo>
                      <a:pt x="1115" y="555"/>
                    </a:lnTo>
                    <a:lnTo>
                      <a:pt x="1116" y="554"/>
                    </a:lnTo>
                    <a:lnTo>
                      <a:pt x="1116" y="553"/>
                    </a:lnTo>
                    <a:lnTo>
                      <a:pt x="1117" y="553"/>
                    </a:lnTo>
                    <a:lnTo>
                      <a:pt x="1117" y="554"/>
                    </a:lnTo>
                    <a:lnTo>
                      <a:pt x="1118" y="554"/>
                    </a:lnTo>
                    <a:lnTo>
                      <a:pt x="1118" y="555"/>
                    </a:lnTo>
                    <a:lnTo>
                      <a:pt x="1119" y="554"/>
                    </a:lnTo>
                    <a:lnTo>
                      <a:pt x="1119" y="554"/>
                    </a:lnTo>
                    <a:lnTo>
                      <a:pt x="1120" y="553"/>
                    </a:lnTo>
                    <a:lnTo>
                      <a:pt x="1121" y="553"/>
                    </a:lnTo>
                    <a:lnTo>
                      <a:pt x="1121" y="554"/>
                    </a:lnTo>
                    <a:lnTo>
                      <a:pt x="1122" y="555"/>
                    </a:lnTo>
                    <a:lnTo>
                      <a:pt x="1122" y="556"/>
                    </a:lnTo>
                    <a:lnTo>
                      <a:pt x="1123" y="556"/>
                    </a:lnTo>
                    <a:lnTo>
                      <a:pt x="1124" y="556"/>
                    </a:lnTo>
                    <a:lnTo>
                      <a:pt x="1124" y="557"/>
                    </a:lnTo>
                    <a:lnTo>
                      <a:pt x="1125" y="558"/>
                    </a:lnTo>
                    <a:lnTo>
                      <a:pt x="1125" y="558"/>
                    </a:lnTo>
                    <a:lnTo>
                      <a:pt x="1126" y="558"/>
                    </a:lnTo>
                    <a:lnTo>
                      <a:pt x="1127" y="558"/>
                    </a:lnTo>
                    <a:lnTo>
                      <a:pt x="1127" y="559"/>
                    </a:lnTo>
                    <a:lnTo>
                      <a:pt x="1128" y="559"/>
                    </a:lnTo>
                    <a:lnTo>
                      <a:pt x="1128" y="560"/>
                    </a:lnTo>
                    <a:lnTo>
                      <a:pt x="1129" y="561"/>
                    </a:lnTo>
                    <a:lnTo>
                      <a:pt x="1130" y="562"/>
                    </a:lnTo>
                    <a:lnTo>
                      <a:pt x="1130" y="564"/>
                    </a:lnTo>
                    <a:lnTo>
                      <a:pt x="1131" y="565"/>
                    </a:lnTo>
                    <a:lnTo>
                      <a:pt x="1131" y="566"/>
                    </a:lnTo>
                    <a:lnTo>
                      <a:pt x="1132" y="567"/>
                    </a:lnTo>
                    <a:lnTo>
                      <a:pt x="1132" y="568"/>
                    </a:lnTo>
                    <a:lnTo>
                      <a:pt x="1133" y="568"/>
                    </a:lnTo>
                    <a:lnTo>
                      <a:pt x="1133" y="569"/>
                    </a:lnTo>
                    <a:lnTo>
                      <a:pt x="1134" y="569"/>
                    </a:lnTo>
                    <a:lnTo>
                      <a:pt x="1134" y="570"/>
                    </a:lnTo>
                    <a:lnTo>
                      <a:pt x="1135" y="571"/>
                    </a:lnTo>
                    <a:lnTo>
                      <a:pt x="1136" y="572"/>
                    </a:lnTo>
                    <a:lnTo>
                      <a:pt x="1136" y="573"/>
                    </a:lnTo>
                    <a:lnTo>
                      <a:pt x="1137" y="573"/>
                    </a:lnTo>
                    <a:lnTo>
                      <a:pt x="1137" y="573"/>
                    </a:lnTo>
                    <a:lnTo>
                      <a:pt x="1138" y="573"/>
                    </a:lnTo>
                    <a:lnTo>
                      <a:pt x="1139" y="573"/>
                    </a:lnTo>
                    <a:lnTo>
                      <a:pt x="1139" y="574"/>
                    </a:lnTo>
                    <a:lnTo>
                      <a:pt x="1140" y="576"/>
                    </a:lnTo>
                    <a:lnTo>
                      <a:pt x="1140" y="579"/>
                    </a:lnTo>
                    <a:lnTo>
                      <a:pt x="1141" y="580"/>
                    </a:lnTo>
                    <a:lnTo>
                      <a:pt x="1142" y="582"/>
                    </a:lnTo>
                    <a:lnTo>
                      <a:pt x="1142" y="583"/>
                    </a:lnTo>
                    <a:lnTo>
                      <a:pt x="1143" y="584"/>
                    </a:lnTo>
                    <a:lnTo>
                      <a:pt x="1143" y="586"/>
                    </a:lnTo>
                    <a:lnTo>
                      <a:pt x="1144" y="586"/>
                    </a:lnTo>
                    <a:lnTo>
                      <a:pt x="1145" y="587"/>
                    </a:lnTo>
                    <a:lnTo>
                      <a:pt x="1145" y="588"/>
                    </a:lnTo>
                    <a:lnTo>
                      <a:pt x="1146" y="590"/>
                    </a:lnTo>
                    <a:lnTo>
                      <a:pt x="1146" y="591"/>
                    </a:lnTo>
                    <a:lnTo>
                      <a:pt x="1147" y="592"/>
                    </a:lnTo>
                    <a:lnTo>
                      <a:pt x="1147" y="593"/>
                    </a:lnTo>
                    <a:lnTo>
                      <a:pt x="1148" y="594"/>
                    </a:lnTo>
                    <a:lnTo>
                      <a:pt x="1148" y="595"/>
                    </a:lnTo>
                    <a:lnTo>
                      <a:pt x="1149" y="595"/>
                    </a:lnTo>
                    <a:lnTo>
                      <a:pt x="1150" y="597"/>
                    </a:lnTo>
                    <a:lnTo>
                      <a:pt x="1150" y="599"/>
                    </a:lnTo>
                    <a:lnTo>
                      <a:pt x="1151" y="599"/>
                    </a:lnTo>
                    <a:lnTo>
                      <a:pt x="1151" y="600"/>
                    </a:lnTo>
                    <a:lnTo>
                      <a:pt x="1152" y="602"/>
                    </a:lnTo>
                    <a:lnTo>
                      <a:pt x="1153" y="603"/>
                    </a:lnTo>
                    <a:lnTo>
                      <a:pt x="1153" y="604"/>
                    </a:lnTo>
                    <a:lnTo>
                      <a:pt x="1154" y="606"/>
                    </a:lnTo>
                    <a:lnTo>
                      <a:pt x="1154" y="607"/>
                    </a:lnTo>
                    <a:lnTo>
                      <a:pt x="1155" y="607"/>
                    </a:lnTo>
                    <a:lnTo>
                      <a:pt x="1156" y="608"/>
                    </a:lnTo>
                    <a:lnTo>
                      <a:pt x="1156" y="608"/>
                    </a:lnTo>
                    <a:lnTo>
                      <a:pt x="1157" y="609"/>
                    </a:lnTo>
                    <a:lnTo>
                      <a:pt x="1157" y="610"/>
                    </a:lnTo>
                    <a:lnTo>
                      <a:pt x="1158" y="611"/>
                    </a:lnTo>
                    <a:lnTo>
                      <a:pt x="1159" y="612"/>
                    </a:lnTo>
                    <a:lnTo>
                      <a:pt x="1159" y="612"/>
                    </a:lnTo>
                    <a:lnTo>
                      <a:pt x="1160" y="612"/>
                    </a:lnTo>
                    <a:lnTo>
                      <a:pt x="1160" y="612"/>
                    </a:lnTo>
                    <a:lnTo>
                      <a:pt x="1161" y="612"/>
                    </a:lnTo>
                    <a:lnTo>
                      <a:pt x="1161" y="612"/>
                    </a:lnTo>
                    <a:lnTo>
                      <a:pt x="1162" y="613"/>
                    </a:lnTo>
                    <a:lnTo>
                      <a:pt x="1162" y="612"/>
                    </a:lnTo>
                    <a:lnTo>
                      <a:pt x="1163" y="612"/>
                    </a:lnTo>
                    <a:lnTo>
                      <a:pt x="1164" y="612"/>
                    </a:lnTo>
                    <a:lnTo>
                      <a:pt x="1164" y="613"/>
                    </a:lnTo>
                    <a:lnTo>
                      <a:pt x="1165" y="612"/>
                    </a:lnTo>
                    <a:lnTo>
                      <a:pt x="1165" y="612"/>
                    </a:lnTo>
                    <a:lnTo>
                      <a:pt x="1166" y="613"/>
                    </a:lnTo>
                    <a:lnTo>
                      <a:pt x="1166" y="614"/>
                    </a:lnTo>
                    <a:lnTo>
                      <a:pt x="1167" y="615"/>
                    </a:lnTo>
                    <a:lnTo>
                      <a:pt x="1168" y="617"/>
                    </a:lnTo>
                    <a:lnTo>
                      <a:pt x="1168" y="618"/>
                    </a:lnTo>
                    <a:lnTo>
                      <a:pt x="1169" y="619"/>
                    </a:lnTo>
                    <a:lnTo>
                      <a:pt x="1169" y="620"/>
                    </a:lnTo>
                    <a:lnTo>
                      <a:pt x="1170" y="621"/>
                    </a:lnTo>
                    <a:lnTo>
                      <a:pt x="1171" y="622"/>
                    </a:lnTo>
                    <a:lnTo>
                      <a:pt x="1171" y="623"/>
                    </a:lnTo>
                    <a:lnTo>
                      <a:pt x="1172" y="624"/>
                    </a:lnTo>
                    <a:lnTo>
                      <a:pt x="1172" y="625"/>
                    </a:lnTo>
                    <a:lnTo>
                      <a:pt x="1173" y="627"/>
                    </a:lnTo>
                    <a:lnTo>
                      <a:pt x="1174" y="628"/>
                    </a:lnTo>
                    <a:lnTo>
                      <a:pt x="1174" y="629"/>
                    </a:lnTo>
                    <a:lnTo>
                      <a:pt x="1175" y="630"/>
                    </a:lnTo>
                    <a:lnTo>
                      <a:pt x="1175" y="632"/>
                    </a:lnTo>
                    <a:lnTo>
                      <a:pt x="1176" y="634"/>
                    </a:lnTo>
                    <a:lnTo>
                      <a:pt x="1177" y="637"/>
                    </a:lnTo>
                    <a:lnTo>
                      <a:pt x="1177" y="639"/>
                    </a:lnTo>
                    <a:lnTo>
                      <a:pt x="1178" y="641"/>
                    </a:lnTo>
                    <a:lnTo>
                      <a:pt x="1178" y="644"/>
                    </a:lnTo>
                    <a:lnTo>
                      <a:pt x="1179" y="645"/>
                    </a:lnTo>
                    <a:lnTo>
                      <a:pt x="1179" y="647"/>
                    </a:lnTo>
                    <a:lnTo>
                      <a:pt x="1180" y="649"/>
                    </a:lnTo>
                    <a:lnTo>
                      <a:pt x="1180" y="651"/>
                    </a:lnTo>
                    <a:lnTo>
                      <a:pt x="1181" y="652"/>
                    </a:lnTo>
                    <a:lnTo>
                      <a:pt x="1181" y="654"/>
                    </a:lnTo>
                    <a:lnTo>
                      <a:pt x="1182" y="657"/>
                    </a:lnTo>
                    <a:lnTo>
                      <a:pt x="1183" y="659"/>
                    </a:lnTo>
                    <a:lnTo>
                      <a:pt x="1183" y="662"/>
                    </a:lnTo>
                    <a:lnTo>
                      <a:pt x="1184" y="665"/>
                    </a:lnTo>
                    <a:lnTo>
                      <a:pt x="1184" y="668"/>
                    </a:lnTo>
                    <a:lnTo>
                      <a:pt x="1185" y="671"/>
                    </a:lnTo>
                    <a:lnTo>
                      <a:pt x="1186" y="673"/>
                    </a:lnTo>
                    <a:lnTo>
                      <a:pt x="1186" y="676"/>
                    </a:lnTo>
                    <a:lnTo>
                      <a:pt x="1187" y="678"/>
                    </a:lnTo>
                    <a:lnTo>
                      <a:pt x="1187" y="679"/>
                    </a:lnTo>
                    <a:lnTo>
                      <a:pt x="1188" y="681"/>
                    </a:lnTo>
                    <a:lnTo>
                      <a:pt x="1189" y="685"/>
                    </a:lnTo>
                    <a:lnTo>
                      <a:pt x="1189" y="687"/>
                    </a:lnTo>
                    <a:lnTo>
                      <a:pt x="1190" y="688"/>
                    </a:lnTo>
                    <a:lnTo>
                      <a:pt x="1190" y="690"/>
                    </a:lnTo>
                    <a:lnTo>
                      <a:pt x="1191" y="691"/>
                    </a:lnTo>
                    <a:lnTo>
                      <a:pt x="1192" y="692"/>
                    </a:lnTo>
                    <a:lnTo>
                      <a:pt x="1192" y="694"/>
                    </a:lnTo>
                    <a:lnTo>
                      <a:pt x="1193" y="696"/>
                    </a:lnTo>
                    <a:lnTo>
                      <a:pt x="1193" y="698"/>
                    </a:lnTo>
                    <a:lnTo>
                      <a:pt x="1194" y="699"/>
                    </a:lnTo>
                    <a:lnTo>
                      <a:pt x="1194" y="700"/>
                    </a:lnTo>
                    <a:lnTo>
                      <a:pt x="1195" y="701"/>
                    </a:lnTo>
                    <a:lnTo>
                      <a:pt x="1195" y="701"/>
                    </a:lnTo>
                    <a:lnTo>
                      <a:pt x="1196" y="702"/>
                    </a:lnTo>
                    <a:lnTo>
                      <a:pt x="1197" y="704"/>
                    </a:lnTo>
                    <a:lnTo>
                      <a:pt x="1197" y="704"/>
                    </a:lnTo>
                    <a:lnTo>
                      <a:pt x="1198" y="705"/>
                    </a:lnTo>
                    <a:lnTo>
                      <a:pt x="1198" y="706"/>
                    </a:lnTo>
                    <a:lnTo>
                      <a:pt x="1199" y="707"/>
                    </a:lnTo>
                    <a:lnTo>
                      <a:pt x="1199" y="707"/>
                    </a:lnTo>
                    <a:lnTo>
                      <a:pt x="1200" y="709"/>
                    </a:lnTo>
                    <a:lnTo>
                      <a:pt x="1201" y="711"/>
                    </a:lnTo>
                    <a:lnTo>
                      <a:pt x="1201" y="711"/>
                    </a:lnTo>
                    <a:lnTo>
                      <a:pt x="1202" y="712"/>
                    </a:lnTo>
                    <a:lnTo>
                      <a:pt x="1202" y="713"/>
                    </a:lnTo>
                    <a:lnTo>
                      <a:pt x="1203" y="714"/>
                    </a:lnTo>
                    <a:lnTo>
                      <a:pt x="1204" y="713"/>
                    </a:lnTo>
                    <a:lnTo>
                      <a:pt x="1204" y="712"/>
                    </a:lnTo>
                    <a:lnTo>
                      <a:pt x="1205" y="710"/>
                    </a:lnTo>
                    <a:lnTo>
                      <a:pt x="1205" y="707"/>
                    </a:lnTo>
                    <a:lnTo>
                      <a:pt x="1206" y="706"/>
                    </a:lnTo>
                    <a:lnTo>
                      <a:pt x="1207" y="704"/>
                    </a:lnTo>
                    <a:lnTo>
                      <a:pt x="1207" y="703"/>
                    </a:lnTo>
                    <a:lnTo>
                      <a:pt x="1208" y="702"/>
                    </a:lnTo>
                    <a:lnTo>
                      <a:pt x="1208" y="701"/>
                    </a:lnTo>
                    <a:lnTo>
                      <a:pt x="1209" y="700"/>
                    </a:lnTo>
                    <a:lnTo>
                      <a:pt x="1209" y="698"/>
                    </a:lnTo>
                    <a:lnTo>
                      <a:pt x="1210" y="698"/>
                    </a:lnTo>
                    <a:lnTo>
                      <a:pt x="1211" y="697"/>
                    </a:lnTo>
                    <a:lnTo>
                      <a:pt x="1211" y="695"/>
                    </a:lnTo>
                    <a:lnTo>
                      <a:pt x="1212" y="694"/>
                    </a:lnTo>
                    <a:lnTo>
                      <a:pt x="1212" y="693"/>
                    </a:lnTo>
                    <a:lnTo>
                      <a:pt x="1213" y="691"/>
                    </a:lnTo>
                    <a:lnTo>
                      <a:pt x="1213" y="690"/>
                    </a:lnTo>
                    <a:lnTo>
                      <a:pt x="1214" y="688"/>
                    </a:lnTo>
                    <a:lnTo>
                      <a:pt x="1215" y="687"/>
                    </a:lnTo>
                    <a:lnTo>
                      <a:pt x="1215" y="685"/>
                    </a:lnTo>
                    <a:lnTo>
                      <a:pt x="1216" y="684"/>
                    </a:lnTo>
                    <a:lnTo>
                      <a:pt x="1216" y="683"/>
                    </a:lnTo>
                    <a:lnTo>
                      <a:pt x="1217" y="682"/>
                    </a:lnTo>
                    <a:lnTo>
                      <a:pt x="1218" y="681"/>
                    </a:lnTo>
                    <a:lnTo>
                      <a:pt x="1218" y="679"/>
                    </a:lnTo>
                    <a:lnTo>
                      <a:pt x="1219" y="678"/>
                    </a:lnTo>
                    <a:lnTo>
                      <a:pt x="1219" y="676"/>
                    </a:lnTo>
                    <a:lnTo>
                      <a:pt x="1220" y="673"/>
                    </a:lnTo>
                    <a:lnTo>
                      <a:pt x="1221" y="671"/>
                    </a:lnTo>
                    <a:lnTo>
                      <a:pt x="1221" y="669"/>
                    </a:lnTo>
                    <a:lnTo>
                      <a:pt x="1222" y="667"/>
                    </a:lnTo>
                    <a:lnTo>
                      <a:pt x="1222" y="666"/>
                    </a:lnTo>
                    <a:lnTo>
                      <a:pt x="1223" y="664"/>
                    </a:lnTo>
                    <a:lnTo>
                      <a:pt x="1224" y="663"/>
                    </a:lnTo>
                    <a:lnTo>
                      <a:pt x="1224" y="662"/>
                    </a:lnTo>
                    <a:lnTo>
                      <a:pt x="1225" y="662"/>
                    </a:lnTo>
                    <a:lnTo>
                      <a:pt x="1225" y="662"/>
                    </a:lnTo>
                    <a:lnTo>
                      <a:pt x="1226" y="660"/>
                    </a:lnTo>
                    <a:lnTo>
                      <a:pt x="1226" y="659"/>
                    </a:lnTo>
                    <a:lnTo>
                      <a:pt x="1227" y="659"/>
                    </a:lnTo>
                    <a:lnTo>
                      <a:pt x="1227" y="659"/>
                    </a:lnTo>
                    <a:lnTo>
                      <a:pt x="1228" y="659"/>
                    </a:lnTo>
                    <a:lnTo>
                      <a:pt x="1228" y="659"/>
                    </a:lnTo>
                    <a:lnTo>
                      <a:pt x="1229" y="659"/>
                    </a:lnTo>
                    <a:lnTo>
                      <a:pt x="1230" y="660"/>
                    </a:lnTo>
                    <a:lnTo>
                      <a:pt x="1230" y="660"/>
                    </a:lnTo>
                    <a:lnTo>
                      <a:pt x="1231" y="660"/>
                    </a:lnTo>
                    <a:lnTo>
                      <a:pt x="1231" y="661"/>
                    </a:lnTo>
                    <a:lnTo>
                      <a:pt x="1232" y="662"/>
                    </a:lnTo>
                    <a:lnTo>
                      <a:pt x="1233" y="663"/>
                    </a:lnTo>
                    <a:lnTo>
                      <a:pt x="1233" y="663"/>
                    </a:lnTo>
                    <a:lnTo>
                      <a:pt x="1234" y="663"/>
                    </a:lnTo>
                    <a:lnTo>
                      <a:pt x="1234" y="663"/>
                    </a:lnTo>
                    <a:lnTo>
                      <a:pt x="1235" y="664"/>
                    </a:lnTo>
                    <a:lnTo>
                      <a:pt x="1236" y="665"/>
                    </a:lnTo>
                    <a:lnTo>
                      <a:pt x="1236" y="665"/>
                    </a:lnTo>
                    <a:lnTo>
                      <a:pt x="1237" y="665"/>
                    </a:lnTo>
                    <a:lnTo>
                      <a:pt x="1237" y="665"/>
                    </a:lnTo>
                    <a:lnTo>
                      <a:pt x="1238" y="665"/>
                    </a:lnTo>
                    <a:lnTo>
                      <a:pt x="1239" y="665"/>
                    </a:lnTo>
                    <a:lnTo>
                      <a:pt x="1239" y="665"/>
                    </a:lnTo>
                    <a:lnTo>
                      <a:pt x="1240" y="666"/>
                    </a:lnTo>
                    <a:lnTo>
                      <a:pt x="1240" y="667"/>
                    </a:lnTo>
                    <a:lnTo>
                      <a:pt x="1241" y="667"/>
                    </a:lnTo>
                    <a:lnTo>
                      <a:pt x="1241" y="668"/>
                    </a:lnTo>
                    <a:lnTo>
                      <a:pt x="1242" y="670"/>
                    </a:lnTo>
                    <a:lnTo>
                      <a:pt x="1242" y="671"/>
                    </a:lnTo>
                    <a:lnTo>
                      <a:pt x="1243" y="673"/>
                    </a:lnTo>
                    <a:lnTo>
                      <a:pt x="1244" y="674"/>
                    </a:lnTo>
                    <a:lnTo>
                      <a:pt x="1244" y="675"/>
                    </a:lnTo>
                    <a:lnTo>
                      <a:pt x="1245" y="676"/>
                    </a:lnTo>
                    <a:lnTo>
                      <a:pt x="1245" y="676"/>
                    </a:lnTo>
                    <a:lnTo>
                      <a:pt x="1246" y="676"/>
                    </a:lnTo>
                    <a:lnTo>
                      <a:pt x="1246" y="677"/>
                    </a:lnTo>
                    <a:lnTo>
                      <a:pt x="1247" y="679"/>
                    </a:lnTo>
                    <a:lnTo>
                      <a:pt x="1248" y="679"/>
                    </a:lnTo>
                    <a:lnTo>
                      <a:pt x="1248" y="680"/>
                    </a:lnTo>
                    <a:lnTo>
                      <a:pt x="1249" y="681"/>
                    </a:lnTo>
                    <a:lnTo>
                      <a:pt x="1249" y="682"/>
                    </a:lnTo>
                    <a:lnTo>
                      <a:pt x="1250" y="683"/>
                    </a:lnTo>
                    <a:lnTo>
                      <a:pt x="1251" y="684"/>
                    </a:lnTo>
                    <a:lnTo>
                      <a:pt x="1251" y="686"/>
                    </a:lnTo>
                    <a:lnTo>
                      <a:pt x="1252" y="686"/>
                    </a:lnTo>
                    <a:lnTo>
                      <a:pt x="1252" y="686"/>
                    </a:lnTo>
                    <a:lnTo>
                      <a:pt x="1253" y="687"/>
                    </a:lnTo>
                    <a:lnTo>
                      <a:pt x="1254" y="686"/>
                    </a:lnTo>
                    <a:lnTo>
                      <a:pt x="1254" y="686"/>
                    </a:lnTo>
                    <a:lnTo>
                      <a:pt x="1255" y="685"/>
                    </a:lnTo>
                    <a:lnTo>
                      <a:pt x="1255" y="685"/>
                    </a:lnTo>
                    <a:lnTo>
                      <a:pt x="1256" y="685"/>
                    </a:lnTo>
                    <a:lnTo>
                      <a:pt x="1256" y="684"/>
                    </a:lnTo>
                    <a:lnTo>
                      <a:pt x="1257" y="685"/>
                    </a:lnTo>
                    <a:lnTo>
                      <a:pt x="1258" y="685"/>
                    </a:lnTo>
                    <a:lnTo>
                      <a:pt x="1258" y="686"/>
                    </a:lnTo>
                    <a:lnTo>
                      <a:pt x="1259" y="686"/>
                    </a:lnTo>
                    <a:lnTo>
                      <a:pt x="1259" y="686"/>
                    </a:lnTo>
                    <a:lnTo>
                      <a:pt x="1260" y="686"/>
                    </a:lnTo>
                    <a:lnTo>
                      <a:pt x="1260" y="686"/>
                    </a:lnTo>
                    <a:lnTo>
                      <a:pt x="1261" y="686"/>
                    </a:lnTo>
                    <a:lnTo>
                      <a:pt x="1261" y="685"/>
                    </a:lnTo>
                    <a:lnTo>
                      <a:pt x="1262" y="685"/>
                    </a:lnTo>
                    <a:lnTo>
                      <a:pt x="1263" y="684"/>
                    </a:lnTo>
                    <a:lnTo>
                      <a:pt x="1263" y="685"/>
                    </a:lnTo>
                    <a:lnTo>
                      <a:pt x="1264" y="685"/>
                    </a:lnTo>
                    <a:lnTo>
                      <a:pt x="1264" y="684"/>
                    </a:lnTo>
                    <a:lnTo>
                      <a:pt x="1265" y="683"/>
                    </a:lnTo>
                    <a:lnTo>
                      <a:pt x="1266" y="682"/>
                    </a:lnTo>
                    <a:lnTo>
                      <a:pt x="1266" y="682"/>
                    </a:lnTo>
                    <a:lnTo>
                      <a:pt x="1267" y="682"/>
                    </a:lnTo>
                    <a:lnTo>
                      <a:pt x="1267" y="681"/>
                    </a:lnTo>
                    <a:lnTo>
                      <a:pt x="1268" y="681"/>
                    </a:lnTo>
                    <a:lnTo>
                      <a:pt x="1269" y="681"/>
                    </a:lnTo>
                    <a:lnTo>
                      <a:pt x="1269" y="680"/>
                    </a:lnTo>
                    <a:lnTo>
                      <a:pt x="1270" y="679"/>
                    </a:lnTo>
                    <a:lnTo>
                      <a:pt x="1270" y="677"/>
                    </a:lnTo>
                    <a:lnTo>
                      <a:pt x="1271" y="677"/>
                    </a:lnTo>
                    <a:lnTo>
                      <a:pt x="1272" y="676"/>
                    </a:lnTo>
                    <a:lnTo>
                      <a:pt x="1272" y="675"/>
                    </a:lnTo>
                    <a:lnTo>
                      <a:pt x="1273" y="674"/>
                    </a:lnTo>
                    <a:lnTo>
                      <a:pt x="1273" y="674"/>
                    </a:lnTo>
                    <a:lnTo>
                      <a:pt x="1274" y="673"/>
                    </a:lnTo>
                    <a:lnTo>
                      <a:pt x="1274" y="673"/>
                    </a:lnTo>
                    <a:lnTo>
                      <a:pt x="1275" y="673"/>
                    </a:lnTo>
                    <a:lnTo>
                      <a:pt x="1275" y="673"/>
                    </a:lnTo>
                    <a:lnTo>
                      <a:pt x="1276" y="674"/>
                    </a:lnTo>
                    <a:lnTo>
                      <a:pt x="1276" y="674"/>
                    </a:lnTo>
                    <a:lnTo>
                      <a:pt x="1277" y="673"/>
                    </a:lnTo>
                    <a:lnTo>
                      <a:pt x="1278" y="672"/>
                    </a:lnTo>
                    <a:lnTo>
                      <a:pt x="1278" y="671"/>
                    </a:lnTo>
                    <a:lnTo>
                      <a:pt x="1279" y="671"/>
                    </a:lnTo>
                    <a:lnTo>
                      <a:pt x="1279" y="670"/>
                    </a:lnTo>
                    <a:lnTo>
                      <a:pt x="1280" y="669"/>
                    </a:lnTo>
                    <a:lnTo>
                      <a:pt x="1281" y="669"/>
                    </a:lnTo>
                    <a:lnTo>
                      <a:pt x="1281" y="670"/>
                    </a:lnTo>
                    <a:lnTo>
                      <a:pt x="1282" y="670"/>
                    </a:lnTo>
                    <a:lnTo>
                      <a:pt x="1283" y="670"/>
                    </a:lnTo>
                    <a:lnTo>
                      <a:pt x="1283" y="670"/>
                    </a:lnTo>
                    <a:lnTo>
                      <a:pt x="1284" y="670"/>
                    </a:lnTo>
                    <a:lnTo>
                      <a:pt x="1284" y="670"/>
                    </a:lnTo>
                    <a:lnTo>
                      <a:pt x="1285" y="670"/>
                    </a:lnTo>
                    <a:lnTo>
                      <a:pt x="1286" y="670"/>
                    </a:lnTo>
                    <a:lnTo>
                      <a:pt x="1286" y="669"/>
                    </a:lnTo>
                    <a:lnTo>
                      <a:pt x="1287" y="668"/>
                    </a:lnTo>
                    <a:lnTo>
                      <a:pt x="1287" y="668"/>
                    </a:lnTo>
                    <a:lnTo>
                      <a:pt x="1288" y="667"/>
                    </a:lnTo>
                    <a:lnTo>
                      <a:pt x="1288" y="667"/>
                    </a:lnTo>
                    <a:lnTo>
                      <a:pt x="1289" y="666"/>
                    </a:lnTo>
                    <a:lnTo>
                      <a:pt x="1289" y="666"/>
                    </a:lnTo>
                    <a:lnTo>
                      <a:pt x="1290" y="665"/>
                    </a:lnTo>
                    <a:lnTo>
                      <a:pt x="1291" y="664"/>
                    </a:lnTo>
                    <a:lnTo>
                      <a:pt x="1291" y="663"/>
                    </a:lnTo>
                    <a:lnTo>
                      <a:pt x="1292" y="663"/>
                    </a:lnTo>
                    <a:lnTo>
                      <a:pt x="1292" y="663"/>
                    </a:lnTo>
                    <a:lnTo>
                      <a:pt x="1293" y="664"/>
                    </a:lnTo>
                    <a:lnTo>
                      <a:pt x="1293" y="663"/>
                    </a:lnTo>
                    <a:lnTo>
                      <a:pt x="1294" y="663"/>
                    </a:lnTo>
                    <a:lnTo>
                      <a:pt x="1295" y="663"/>
                    </a:lnTo>
                    <a:lnTo>
                      <a:pt x="1295" y="663"/>
                    </a:lnTo>
                    <a:lnTo>
                      <a:pt x="1296" y="663"/>
                    </a:lnTo>
                    <a:lnTo>
                      <a:pt x="1296" y="663"/>
                    </a:lnTo>
                    <a:lnTo>
                      <a:pt x="1297" y="662"/>
                    </a:lnTo>
                    <a:lnTo>
                      <a:pt x="1298" y="662"/>
                    </a:lnTo>
                    <a:lnTo>
                      <a:pt x="1298" y="662"/>
                    </a:lnTo>
                    <a:lnTo>
                      <a:pt x="1299" y="662"/>
                    </a:lnTo>
                    <a:lnTo>
                      <a:pt x="1299" y="662"/>
                    </a:lnTo>
                    <a:lnTo>
                      <a:pt x="1300" y="662"/>
                    </a:lnTo>
                    <a:lnTo>
                      <a:pt x="1301" y="661"/>
                    </a:lnTo>
                    <a:lnTo>
                      <a:pt x="1301" y="661"/>
                    </a:lnTo>
                    <a:lnTo>
                      <a:pt x="1302" y="660"/>
                    </a:lnTo>
                    <a:lnTo>
                      <a:pt x="1302" y="659"/>
                    </a:lnTo>
                    <a:lnTo>
                      <a:pt x="1303" y="659"/>
                    </a:lnTo>
                    <a:lnTo>
                      <a:pt x="1303" y="659"/>
                    </a:lnTo>
                    <a:lnTo>
                      <a:pt x="1304" y="657"/>
                    </a:lnTo>
                    <a:lnTo>
                      <a:pt x="1305" y="656"/>
                    </a:lnTo>
                    <a:lnTo>
                      <a:pt x="1305" y="654"/>
                    </a:lnTo>
                    <a:lnTo>
                      <a:pt x="1306" y="652"/>
                    </a:lnTo>
                    <a:lnTo>
                      <a:pt x="1306" y="650"/>
                    </a:lnTo>
                    <a:lnTo>
                      <a:pt x="1307" y="649"/>
                    </a:lnTo>
                    <a:lnTo>
                      <a:pt x="1307" y="649"/>
                    </a:lnTo>
                    <a:lnTo>
                      <a:pt x="1308" y="648"/>
                    </a:lnTo>
                    <a:lnTo>
                      <a:pt x="1308" y="649"/>
                    </a:lnTo>
                    <a:lnTo>
                      <a:pt x="1309" y="649"/>
                    </a:lnTo>
                    <a:lnTo>
                      <a:pt x="1310" y="649"/>
                    </a:lnTo>
                    <a:lnTo>
                      <a:pt x="1310" y="648"/>
                    </a:lnTo>
                    <a:lnTo>
                      <a:pt x="1311" y="647"/>
                    </a:lnTo>
                    <a:lnTo>
                      <a:pt x="1311" y="645"/>
                    </a:lnTo>
                    <a:lnTo>
                      <a:pt x="1312" y="645"/>
                    </a:lnTo>
                    <a:lnTo>
                      <a:pt x="1313" y="644"/>
                    </a:lnTo>
                    <a:lnTo>
                      <a:pt x="1313" y="643"/>
                    </a:lnTo>
                    <a:lnTo>
                      <a:pt x="1314" y="642"/>
                    </a:lnTo>
                    <a:lnTo>
                      <a:pt x="1314" y="641"/>
                    </a:lnTo>
                    <a:lnTo>
                      <a:pt x="1315" y="642"/>
                    </a:lnTo>
                    <a:lnTo>
                      <a:pt x="1316" y="641"/>
                    </a:lnTo>
                    <a:lnTo>
                      <a:pt x="1316" y="640"/>
                    </a:lnTo>
                    <a:lnTo>
                      <a:pt x="1317" y="640"/>
                    </a:lnTo>
                    <a:lnTo>
                      <a:pt x="1317" y="639"/>
                    </a:lnTo>
                    <a:lnTo>
                      <a:pt x="1318" y="638"/>
                    </a:lnTo>
                    <a:lnTo>
                      <a:pt x="1319" y="636"/>
                    </a:lnTo>
                    <a:lnTo>
                      <a:pt x="1319" y="635"/>
                    </a:lnTo>
                    <a:lnTo>
                      <a:pt x="1320" y="635"/>
                    </a:lnTo>
                    <a:lnTo>
                      <a:pt x="1320" y="634"/>
                    </a:lnTo>
                    <a:lnTo>
                      <a:pt x="1321" y="632"/>
                    </a:lnTo>
                    <a:lnTo>
                      <a:pt x="1321" y="631"/>
                    </a:lnTo>
                    <a:lnTo>
                      <a:pt x="1322" y="630"/>
                    </a:lnTo>
                    <a:lnTo>
                      <a:pt x="1322" y="629"/>
                    </a:lnTo>
                    <a:lnTo>
                      <a:pt x="1323" y="627"/>
                    </a:lnTo>
                    <a:lnTo>
                      <a:pt x="1323" y="626"/>
                    </a:lnTo>
                    <a:lnTo>
                      <a:pt x="1324" y="625"/>
                    </a:lnTo>
                    <a:lnTo>
                      <a:pt x="1325" y="624"/>
                    </a:lnTo>
                    <a:lnTo>
                      <a:pt x="1325" y="622"/>
                    </a:lnTo>
                    <a:lnTo>
                      <a:pt x="1326" y="621"/>
                    </a:lnTo>
                    <a:lnTo>
                      <a:pt x="1326" y="620"/>
                    </a:lnTo>
                    <a:lnTo>
                      <a:pt x="1327" y="618"/>
                    </a:lnTo>
                    <a:lnTo>
                      <a:pt x="1328" y="618"/>
                    </a:lnTo>
                    <a:lnTo>
                      <a:pt x="1328" y="618"/>
                    </a:lnTo>
                    <a:lnTo>
                      <a:pt x="1329" y="617"/>
                    </a:lnTo>
                    <a:lnTo>
                      <a:pt x="1329" y="616"/>
                    </a:lnTo>
                    <a:lnTo>
                      <a:pt x="1330" y="615"/>
                    </a:lnTo>
                    <a:lnTo>
                      <a:pt x="1331" y="614"/>
                    </a:lnTo>
                    <a:lnTo>
                      <a:pt x="1331" y="614"/>
                    </a:lnTo>
                    <a:lnTo>
                      <a:pt x="1332" y="614"/>
                    </a:lnTo>
                    <a:lnTo>
                      <a:pt x="1332" y="614"/>
                    </a:lnTo>
                    <a:lnTo>
                      <a:pt x="1333" y="614"/>
                    </a:lnTo>
                    <a:lnTo>
                      <a:pt x="1334" y="614"/>
                    </a:lnTo>
                    <a:lnTo>
                      <a:pt x="1334" y="613"/>
                    </a:lnTo>
                    <a:lnTo>
                      <a:pt x="1335" y="613"/>
                    </a:lnTo>
                    <a:lnTo>
                      <a:pt x="1335" y="613"/>
                    </a:lnTo>
                    <a:lnTo>
                      <a:pt x="1336" y="613"/>
                    </a:lnTo>
                    <a:lnTo>
                      <a:pt x="1336" y="612"/>
                    </a:lnTo>
                    <a:lnTo>
                      <a:pt x="1337" y="612"/>
                    </a:lnTo>
                    <a:lnTo>
                      <a:pt x="1338" y="612"/>
                    </a:lnTo>
                    <a:lnTo>
                      <a:pt x="1338" y="613"/>
                    </a:lnTo>
                    <a:lnTo>
                      <a:pt x="1339" y="612"/>
                    </a:lnTo>
                    <a:lnTo>
                      <a:pt x="1339" y="612"/>
                    </a:lnTo>
                    <a:lnTo>
                      <a:pt x="1340" y="612"/>
                    </a:lnTo>
                    <a:lnTo>
                      <a:pt x="1340" y="612"/>
                    </a:lnTo>
                    <a:lnTo>
                      <a:pt x="1341" y="611"/>
                    </a:lnTo>
                    <a:lnTo>
                      <a:pt x="1341" y="611"/>
                    </a:lnTo>
                    <a:lnTo>
                      <a:pt x="1342" y="612"/>
                    </a:lnTo>
                    <a:lnTo>
                      <a:pt x="1343" y="613"/>
                    </a:lnTo>
                    <a:lnTo>
                      <a:pt x="1343" y="614"/>
                    </a:lnTo>
                    <a:lnTo>
                      <a:pt x="1344" y="615"/>
                    </a:lnTo>
                    <a:lnTo>
                      <a:pt x="1344" y="616"/>
                    </a:lnTo>
                    <a:lnTo>
                      <a:pt x="1345" y="616"/>
                    </a:lnTo>
                    <a:lnTo>
                      <a:pt x="1346" y="617"/>
                    </a:lnTo>
                    <a:lnTo>
                      <a:pt x="1346" y="617"/>
                    </a:lnTo>
                    <a:lnTo>
                      <a:pt x="1347" y="617"/>
                    </a:lnTo>
                    <a:lnTo>
                      <a:pt x="1347" y="617"/>
                    </a:lnTo>
                    <a:lnTo>
                      <a:pt x="1348" y="618"/>
                    </a:lnTo>
                    <a:lnTo>
                      <a:pt x="1349" y="618"/>
                    </a:lnTo>
                    <a:lnTo>
                      <a:pt x="1349" y="620"/>
                    </a:lnTo>
                    <a:lnTo>
                      <a:pt x="1350" y="621"/>
                    </a:lnTo>
                    <a:lnTo>
                      <a:pt x="1350" y="621"/>
                    </a:lnTo>
                    <a:lnTo>
                      <a:pt x="1351" y="621"/>
                    </a:lnTo>
                    <a:lnTo>
                      <a:pt x="1352" y="621"/>
                    </a:lnTo>
                    <a:lnTo>
                      <a:pt x="1352" y="622"/>
                    </a:lnTo>
                    <a:lnTo>
                      <a:pt x="1353" y="623"/>
                    </a:lnTo>
                    <a:lnTo>
                      <a:pt x="1353" y="623"/>
                    </a:lnTo>
                    <a:lnTo>
                      <a:pt x="1354" y="624"/>
                    </a:lnTo>
                    <a:lnTo>
                      <a:pt x="1354" y="624"/>
                    </a:lnTo>
                    <a:lnTo>
                      <a:pt x="1355" y="624"/>
                    </a:lnTo>
                    <a:lnTo>
                      <a:pt x="1355" y="625"/>
                    </a:lnTo>
                    <a:lnTo>
                      <a:pt x="1356" y="626"/>
                    </a:lnTo>
                    <a:lnTo>
                      <a:pt x="1357" y="626"/>
                    </a:lnTo>
                    <a:lnTo>
                      <a:pt x="1357" y="626"/>
                    </a:lnTo>
                    <a:lnTo>
                      <a:pt x="1358" y="627"/>
                    </a:lnTo>
                    <a:lnTo>
                      <a:pt x="1358" y="627"/>
                    </a:lnTo>
                    <a:lnTo>
                      <a:pt x="1359" y="628"/>
                    </a:lnTo>
                    <a:lnTo>
                      <a:pt x="1360" y="629"/>
                    </a:lnTo>
                    <a:lnTo>
                      <a:pt x="1360" y="630"/>
                    </a:lnTo>
                    <a:lnTo>
                      <a:pt x="1361" y="631"/>
                    </a:lnTo>
                    <a:lnTo>
                      <a:pt x="1361" y="632"/>
                    </a:lnTo>
                    <a:lnTo>
                      <a:pt x="1362" y="633"/>
                    </a:lnTo>
                    <a:lnTo>
                      <a:pt x="1363" y="634"/>
                    </a:lnTo>
                    <a:lnTo>
                      <a:pt x="1363" y="636"/>
                    </a:lnTo>
                    <a:lnTo>
                      <a:pt x="1364" y="637"/>
                    </a:lnTo>
                    <a:lnTo>
                      <a:pt x="1364" y="638"/>
                    </a:lnTo>
                    <a:lnTo>
                      <a:pt x="1365" y="639"/>
                    </a:lnTo>
                    <a:lnTo>
                      <a:pt x="1366" y="641"/>
                    </a:lnTo>
                    <a:lnTo>
                      <a:pt x="1366" y="642"/>
                    </a:lnTo>
                    <a:lnTo>
                      <a:pt x="1367" y="644"/>
                    </a:lnTo>
                    <a:lnTo>
                      <a:pt x="1367" y="645"/>
                    </a:lnTo>
                    <a:lnTo>
                      <a:pt x="1368" y="646"/>
                    </a:lnTo>
                    <a:lnTo>
                      <a:pt x="1368" y="647"/>
                    </a:lnTo>
                    <a:lnTo>
                      <a:pt x="1369" y="648"/>
                    </a:lnTo>
                    <a:lnTo>
                      <a:pt x="1369" y="649"/>
                    </a:lnTo>
                    <a:lnTo>
                      <a:pt x="1370" y="650"/>
                    </a:lnTo>
                    <a:lnTo>
                      <a:pt x="1370" y="650"/>
                    </a:lnTo>
                    <a:lnTo>
                      <a:pt x="1371" y="650"/>
                    </a:lnTo>
                    <a:lnTo>
                      <a:pt x="1372" y="651"/>
                    </a:lnTo>
                    <a:lnTo>
                      <a:pt x="1372" y="651"/>
                    </a:lnTo>
                    <a:lnTo>
                      <a:pt x="1373" y="652"/>
                    </a:lnTo>
                    <a:lnTo>
                      <a:pt x="1373" y="652"/>
                    </a:lnTo>
                    <a:lnTo>
                      <a:pt x="1374" y="653"/>
                    </a:lnTo>
                    <a:lnTo>
                      <a:pt x="1375" y="653"/>
                    </a:lnTo>
                    <a:lnTo>
                      <a:pt x="1375" y="653"/>
                    </a:lnTo>
                    <a:lnTo>
                      <a:pt x="1376" y="653"/>
                    </a:lnTo>
                    <a:lnTo>
                      <a:pt x="1376" y="655"/>
                    </a:lnTo>
                    <a:lnTo>
                      <a:pt x="1377" y="656"/>
                    </a:lnTo>
                    <a:lnTo>
                      <a:pt x="1378" y="657"/>
                    </a:lnTo>
                    <a:lnTo>
                      <a:pt x="1378" y="658"/>
                    </a:lnTo>
                    <a:lnTo>
                      <a:pt x="1379" y="660"/>
                    </a:lnTo>
                    <a:lnTo>
                      <a:pt x="1379" y="661"/>
                    </a:lnTo>
                    <a:lnTo>
                      <a:pt x="1380" y="662"/>
                    </a:lnTo>
                    <a:lnTo>
                      <a:pt x="1381" y="664"/>
                    </a:lnTo>
                    <a:lnTo>
                      <a:pt x="1381" y="666"/>
                    </a:lnTo>
                    <a:lnTo>
                      <a:pt x="1382" y="667"/>
                    </a:lnTo>
                    <a:lnTo>
                      <a:pt x="1382" y="667"/>
                    </a:lnTo>
                    <a:lnTo>
                      <a:pt x="1383" y="668"/>
                    </a:lnTo>
                    <a:lnTo>
                      <a:pt x="1383" y="668"/>
                    </a:lnTo>
                    <a:lnTo>
                      <a:pt x="1384" y="668"/>
                    </a:lnTo>
                    <a:lnTo>
                      <a:pt x="1385" y="669"/>
                    </a:lnTo>
                    <a:lnTo>
                      <a:pt x="1385" y="669"/>
                    </a:lnTo>
                    <a:lnTo>
                      <a:pt x="1386" y="670"/>
                    </a:lnTo>
                    <a:lnTo>
                      <a:pt x="1386" y="671"/>
                    </a:lnTo>
                    <a:lnTo>
                      <a:pt x="1387" y="671"/>
                    </a:lnTo>
                    <a:lnTo>
                      <a:pt x="1387" y="670"/>
                    </a:lnTo>
                    <a:lnTo>
                      <a:pt x="1388" y="671"/>
                    </a:lnTo>
                    <a:lnTo>
                      <a:pt x="1388" y="671"/>
                    </a:lnTo>
                    <a:lnTo>
                      <a:pt x="1389" y="671"/>
                    </a:lnTo>
                    <a:lnTo>
                      <a:pt x="1390" y="670"/>
                    </a:lnTo>
                    <a:lnTo>
                      <a:pt x="1390" y="670"/>
                    </a:lnTo>
                    <a:lnTo>
                      <a:pt x="1391" y="670"/>
                    </a:lnTo>
                    <a:lnTo>
                      <a:pt x="1391" y="670"/>
                    </a:lnTo>
                    <a:lnTo>
                      <a:pt x="1392" y="670"/>
                    </a:lnTo>
                    <a:lnTo>
                      <a:pt x="1393" y="670"/>
                    </a:lnTo>
                    <a:lnTo>
                      <a:pt x="1393" y="670"/>
                    </a:lnTo>
                    <a:lnTo>
                      <a:pt x="1394" y="671"/>
                    </a:lnTo>
                    <a:lnTo>
                      <a:pt x="1394" y="671"/>
                    </a:lnTo>
                    <a:lnTo>
                      <a:pt x="1395" y="671"/>
                    </a:lnTo>
                    <a:lnTo>
                      <a:pt x="1396" y="672"/>
                    </a:lnTo>
                    <a:lnTo>
                      <a:pt x="1396" y="672"/>
                    </a:lnTo>
                    <a:lnTo>
                      <a:pt x="1397" y="673"/>
                    </a:lnTo>
                    <a:lnTo>
                      <a:pt x="1397" y="673"/>
                    </a:lnTo>
                    <a:lnTo>
                      <a:pt x="1398" y="672"/>
                    </a:lnTo>
                    <a:lnTo>
                      <a:pt x="1399" y="671"/>
                    </a:lnTo>
                    <a:lnTo>
                      <a:pt x="1399" y="672"/>
                    </a:lnTo>
                    <a:lnTo>
                      <a:pt x="1400" y="672"/>
                    </a:lnTo>
                    <a:lnTo>
                      <a:pt x="1400" y="673"/>
                    </a:lnTo>
                    <a:lnTo>
                      <a:pt x="1401" y="672"/>
                    </a:lnTo>
                    <a:lnTo>
                      <a:pt x="1401" y="672"/>
                    </a:lnTo>
                    <a:lnTo>
                      <a:pt x="1402" y="672"/>
                    </a:lnTo>
                    <a:lnTo>
                      <a:pt x="1402" y="671"/>
                    </a:lnTo>
                    <a:lnTo>
                      <a:pt x="1403" y="671"/>
                    </a:lnTo>
                    <a:lnTo>
                      <a:pt x="1403" y="671"/>
                    </a:lnTo>
                    <a:lnTo>
                      <a:pt x="1404" y="670"/>
                    </a:lnTo>
                    <a:lnTo>
                      <a:pt x="1405" y="670"/>
                    </a:lnTo>
                    <a:lnTo>
                      <a:pt x="1405" y="670"/>
                    </a:lnTo>
                    <a:lnTo>
                      <a:pt x="1406" y="669"/>
                    </a:lnTo>
                    <a:lnTo>
                      <a:pt x="1406" y="669"/>
                    </a:lnTo>
                    <a:lnTo>
                      <a:pt x="1407" y="670"/>
                    </a:lnTo>
                    <a:lnTo>
                      <a:pt x="1408" y="670"/>
                    </a:lnTo>
                    <a:lnTo>
                      <a:pt x="1408" y="669"/>
                    </a:lnTo>
                    <a:lnTo>
                      <a:pt x="1409" y="668"/>
                    </a:lnTo>
                    <a:lnTo>
                      <a:pt x="1409" y="669"/>
                    </a:lnTo>
                    <a:lnTo>
                      <a:pt x="1410" y="669"/>
                    </a:lnTo>
                    <a:lnTo>
                      <a:pt x="1411" y="668"/>
                    </a:lnTo>
                    <a:lnTo>
                      <a:pt x="1411" y="668"/>
                    </a:lnTo>
                    <a:lnTo>
                      <a:pt x="1412" y="667"/>
                    </a:lnTo>
                    <a:lnTo>
                      <a:pt x="1412" y="665"/>
                    </a:lnTo>
                    <a:lnTo>
                      <a:pt x="1413" y="664"/>
                    </a:lnTo>
                    <a:lnTo>
                      <a:pt x="1414" y="663"/>
                    </a:lnTo>
                    <a:lnTo>
                      <a:pt x="1414" y="662"/>
                    </a:lnTo>
                    <a:lnTo>
                      <a:pt x="1415" y="661"/>
                    </a:lnTo>
                    <a:lnTo>
                      <a:pt x="1415" y="659"/>
                    </a:lnTo>
                    <a:lnTo>
                      <a:pt x="1416" y="658"/>
                    </a:lnTo>
                    <a:lnTo>
                      <a:pt x="1416" y="656"/>
                    </a:lnTo>
                    <a:lnTo>
                      <a:pt x="1417" y="654"/>
                    </a:lnTo>
                    <a:lnTo>
                      <a:pt x="1417" y="653"/>
                    </a:lnTo>
                    <a:lnTo>
                      <a:pt x="1418" y="652"/>
                    </a:lnTo>
                    <a:lnTo>
                      <a:pt x="1419" y="650"/>
                    </a:lnTo>
                    <a:lnTo>
                      <a:pt x="1419" y="649"/>
                    </a:lnTo>
                    <a:lnTo>
                      <a:pt x="1420" y="648"/>
                    </a:lnTo>
                    <a:lnTo>
                      <a:pt x="1420" y="648"/>
                    </a:lnTo>
                    <a:lnTo>
                      <a:pt x="1421" y="646"/>
                    </a:lnTo>
                    <a:lnTo>
                      <a:pt x="1422" y="645"/>
                    </a:lnTo>
                    <a:lnTo>
                      <a:pt x="1422" y="644"/>
                    </a:lnTo>
                    <a:lnTo>
                      <a:pt x="1423" y="644"/>
                    </a:lnTo>
                    <a:lnTo>
                      <a:pt x="1423" y="642"/>
                    </a:lnTo>
                    <a:lnTo>
                      <a:pt x="1424" y="642"/>
                    </a:lnTo>
                    <a:lnTo>
                      <a:pt x="1425" y="641"/>
                    </a:lnTo>
                    <a:lnTo>
                      <a:pt x="1425" y="641"/>
                    </a:lnTo>
                    <a:lnTo>
                      <a:pt x="1426" y="640"/>
                    </a:lnTo>
                    <a:lnTo>
                      <a:pt x="1426" y="639"/>
                    </a:lnTo>
                    <a:lnTo>
                      <a:pt x="1427" y="638"/>
                    </a:lnTo>
                    <a:lnTo>
                      <a:pt x="1428" y="638"/>
                    </a:lnTo>
                    <a:lnTo>
                      <a:pt x="1428" y="637"/>
                    </a:lnTo>
                    <a:lnTo>
                      <a:pt x="1429" y="637"/>
                    </a:lnTo>
                    <a:lnTo>
                      <a:pt x="1429" y="636"/>
                    </a:lnTo>
                    <a:lnTo>
                      <a:pt x="1430" y="636"/>
                    </a:lnTo>
                    <a:lnTo>
                      <a:pt x="1430" y="635"/>
                    </a:lnTo>
                    <a:lnTo>
                      <a:pt x="1431" y="634"/>
                    </a:lnTo>
                    <a:lnTo>
                      <a:pt x="1431" y="633"/>
                    </a:lnTo>
                    <a:lnTo>
                      <a:pt x="1432" y="632"/>
                    </a:lnTo>
                    <a:lnTo>
                      <a:pt x="1433" y="631"/>
                    </a:lnTo>
                    <a:lnTo>
                      <a:pt x="1433" y="629"/>
                    </a:lnTo>
                    <a:lnTo>
                      <a:pt x="1434" y="628"/>
                    </a:lnTo>
                    <a:lnTo>
                      <a:pt x="1434" y="627"/>
                    </a:lnTo>
                    <a:lnTo>
                      <a:pt x="1435" y="626"/>
                    </a:lnTo>
                    <a:lnTo>
                      <a:pt x="1435" y="626"/>
                    </a:lnTo>
                    <a:lnTo>
                      <a:pt x="1436" y="626"/>
                    </a:lnTo>
                    <a:lnTo>
                      <a:pt x="1437" y="626"/>
                    </a:lnTo>
                    <a:lnTo>
                      <a:pt x="1437" y="624"/>
                    </a:lnTo>
                    <a:lnTo>
                      <a:pt x="1438" y="624"/>
                    </a:lnTo>
                    <a:lnTo>
                      <a:pt x="1438" y="623"/>
                    </a:lnTo>
                    <a:lnTo>
                      <a:pt x="1439" y="621"/>
                    </a:lnTo>
                    <a:lnTo>
                      <a:pt x="1440" y="620"/>
                    </a:lnTo>
                    <a:lnTo>
                      <a:pt x="1440" y="619"/>
                    </a:lnTo>
                    <a:lnTo>
                      <a:pt x="1441" y="618"/>
                    </a:lnTo>
                    <a:lnTo>
                      <a:pt x="1441" y="617"/>
                    </a:lnTo>
                    <a:lnTo>
                      <a:pt x="1442" y="615"/>
                    </a:lnTo>
                    <a:lnTo>
                      <a:pt x="1443" y="614"/>
                    </a:lnTo>
                    <a:lnTo>
                      <a:pt x="1443" y="614"/>
                    </a:lnTo>
                    <a:lnTo>
                      <a:pt x="1444" y="613"/>
                    </a:lnTo>
                    <a:lnTo>
                      <a:pt x="1444" y="612"/>
                    </a:lnTo>
                    <a:lnTo>
                      <a:pt x="1445" y="611"/>
                    </a:lnTo>
                    <a:lnTo>
                      <a:pt x="1446" y="609"/>
                    </a:lnTo>
                    <a:lnTo>
                      <a:pt x="1446" y="609"/>
                    </a:lnTo>
                    <a:lnTo>
                      <a:pt x="1447" y="608"/>
                    </a:lnTo>
                    <a:lnTo>
                      <a:pt x="1447" y="606"/>
                    </a:lnTo>
                    <a:lnTo>
                      <a:pt x="1448" y="605"/>
                    </a:lnTo>
                    <a:lnTo>
                      <a:pt x="1448" y="604"/>
                    </a:lnTo>
                    <a:lnTo>
                      <a:pt x="1449" y="603"/>
                    </a:lnTo>
                    <a:lnTo>
                      <a:pt x="1449" y="603"/>
                    </a:lnTo>
                    <a:lnTo>
                      <a:pt x="1450" y="604"/>
                    </a:lnTo>
                    <a:lnTo>
                      <a:pt x="1450" y="604"/>
                    </a:lnTo>
                    <a:lnTo>
                      <a:pt x="1451" y="604"/>
                    </a:lnTo>
                    <a:lnTo>
                      <a:pt x="1452" y="603"/>
                    </a:lnTo>
                    <a:lnTo>
                      <a:pt x="1452" y="603"/>
                    </a:lnTo>
                    <a:lnTo>
                      <a:pt x="1453" y="603"/>
                    </a:lnTo>
                    <a:lnTo>
                      <a:pt x="1453" y="602"/>
                    </a:lnTo>
                    <a:lnTo>
                      <a:pt x="1454" y="602"/>
                    </a:lnTo>
                    <a:lnTo>
                      <a:pt x="1455" y="603"/>
                    </a:lnTo>
                    <a:lnTo>
                      <a:pt x="1455" y="602"/>
                    </a:lnTo>
                    <a:lnTo>
                      <a:pt x="1456" y="603"/>
                    </a:lnTo>
                    <a:lnTo>
                      <a:pt x="1456" y="603"/>
                    </a:lnTo>
                    <a:lnTo>
                      <a:pt x="1457" y="603"/>
                    </a:lnTo>
                    <a:lnTo>
                      <a:pt x="1458" y="603"/>
                    </a:lnTo>
                    <a:lnTo>
                      <a:pt x="1458" y="603"/>
                    </a:lnTo>
                    <a:lnTo>
                      <a:pt x="1459" y="604"/>
                    </a:lnTo>
                    <a:lnTo>
                      <a:pt x="1459" y="606"/>
                    </a:lnTo>
                    <a:lnTo>
                      <a:pt x="1460" y="607"/>
                    </a:lnTo>
                    <a:lnTo>
                      <a:pt x="1461" y="607"/>
                    </a:lnTo>
                    <a:lnTo>
                      <a:pt x="1461" y="608"/>
                    </a:lnTo>
                    <a:lnTo>
                      <a:pt x="1462" y="609"/>
                    </a:lnTo>
                    <a:lnTo>
                      <a:pt x="1462" y="609"/>
                    </a:lnTo>
                    <a:lnTo>
                      <a:pt x="1463" y="610"/>
                    </a:lnTo>
                    <a:lnTo>
                      <a:pt x="1463" y="611"/>
                    </a:lnTo>
                    <a:lnTo>
                      <a:pt x="1464" y="611"/>
                    </a:lnTo>
                    <a:lnTo>
                      <a:pt x="1464" y="612"/>
                    </a:lnTo>
                    <a:lnTo>
                      <a:pt x="1465" y="614"/>
                    </a:lnTo>
                    <a:lnTo>
                      <a:pt x="1466" y="614"/>
                    </a:lnTo>
                    <a:lnTo>
                      <a:pt x="1466" y="614"/>
                    </a:lnTo>
                    <a:lnTo>
                      <a:pt x="1467" y="615"/>
                    </a:lnTo>
                    <a:lnTo>
                      <a:pt x="1467" y="615"/>
                    </a:lnTo>
                    <a:lnTo>
                      <a:pt x="1468" y="616"/>
                    </a:lnTo>
                    <a:lnTo>
                      <a:pt x="1468" y="618"/>
                    </a:lnTo>
                    <a:lnTo>
                      <a:pt x="1469" y="619"/>
                    </a:lnTo>
                    <a:lnTo>
                      <a:pt x="1470" y="620"/>
                    </a:lnTo>
                    <a:lnTo>
                      <a:pt x="1470" y="621"/>
                    </a:lnTo>
                    <a:lnTo>
                      <a:pt x="1471" y="623"/>
                    </a:lnTo>
                    <a:lnTo>
                      <a:pt x="1471" y="624"/>
                    </a:lnTo>
                    <a:lnTo>
                      <a:pt x="1472" y="624"/>
                    </a:lnTo>
                    <a:lnTo>
                      <a:pt x="1473" y="625"/>
                    </a:lnTo>
                    <a:lnTo>
                      <a:pt x="1473" y="626"/>
                    </a:lnTo>
                    <a:lnTo>
                      <a:pt x="1474" y="626"/>
                    </a:lnTo>
                    <a:lnTo>
                      <a:pt x="1474" y="626"/>
                    </a:lnTo>
                    <a:lnTo>
                      <a:pt x="1475" y="627"/>
                    </a:lnTo>
                    <a:lnTo>
                      <a:pt x="1476" y="627"/>
                    </a:lnTo>
                    <a:lnTo>
                      <a:pt x="1476" y="627"/>
                    </a:lnTo>
                    <a:lnTo>
                      <a:pt x="1477" y="627"/>
                    </a:lnTo>
                    <a:lnTo>
                      <a:pt x="1477" y="628"/>
                    </a:lnTo>
                    <a:lnTo>
                      <a:pt x="1478" y="629"/>
                    </a:lnTo>
                    <a:lnTo>
                      <a:pt x="1478" y="629"/>
                    </a:lnTo>
                    <a:lnTo>
                      <a:pt x="1479" y="629"/>
                    </a:lnTo>
                    <a:lnTo>
                      <a:pt x="1480" y="629"/>
                    </a:lnTo>
                    <a:lnTo>
                      <a:pt x="1480" y="629"/>
                    </a:lnTo>
                    <a:lnTo>
                      <a:pt x="1481" y="628"/>
                    </a:lnTo>
                    <a:lnTo>
                      <a:pt x="1481" y="628"/>
                    </a:lnTo>
                    <a:lnTo>
                      <a:pt x="1482" y="627"/>
                    </a:lnTo>
                    <a:lnTo>
                      <a:pt x="1482" y="627"/>
                    </a:lnTo>
                    <a:lnTo>
                      <a:pt x="1483" y="626"/>
                    </a:lnTo>
                    <a:lnTo>
                      <a:pt x="1483" y="626"/>
                    </a:lnTo>
                    <a:lnTo>
                      <a:pt x="1484" y="626"/>
                    </a:lnTo>
                    <a:lnTo>
                      <a:pt x="1485" y="626"/>
                    </a:lnTo>
                    <a:lnTo>
                      <a:pt x="1485" y="626"/>
                    </a:lnTo>
                    <a:lnTo>
                      <a:pt x="1486" y="626"/>
                    </a:lnTo>
                    <a:lnTo>
                      <a:pt x="1486" y="626"/>
                    </a:lnTo>
                    <a:lnTo>
                      <a:pt x="1487" y="627"/>
                    </a:lnTo>
                    <a:lnTo>
                      <a:pt x="1488" y="626"/>
                    </a:lnTo>
                    <a:lnTo>
                      <a:pt x="1488" y="626"/>
                    </a:lnTo>
                    <a:lnTo>
                      <a:pt x="1489" y="626"/>
                    </a:lnTo>
                    <a:lnTo>
                      <a:pt x="1490" y="626"/>
                    </a:lnTo>
                    <a:lnTo>
                      <a:pt x="1490" y="626"/>
                    </a:lnTo>
                    <a:lnTo>
                      <a:pt x="1491" y="626"/>
                    </a:lnTo>
                    <a:lnTo>
                      <a:pt x="1491" y="626"/>
                    </a:lnTo>
                    <a:lnTo>
                      <a:pt x="1492" y="626"/>
                    </a:lnTo>
                    <a:lnTo>
                      <a:pt x="1493" y="624"/>
                    </a:lnTo>
                    <a:lnTo>
                      <a:pt x="1493" y="624"/>
                    </a:lnTo>
                    <a:lnTo>
                      <a:pt x="1494" y="624"/>
                    </a:lnTo>
                    <a:lnTo>
                      <a:pt x="1494" y="621"/>
                    </a:lnTo>
                    <a:lnTo>
                      <a:pt x="1495" y="620"/>
                    </a:lnTo>
                    <a:lnTo>
                      <a:pt x="1495" y="618"/>
                    </a:lnTo>
                    <a:lnTo>
                      <a:pt x="1496" y="617"/>
                    </a:lnTo>
                    <a:lnTo>
                      <a:pt x="1496" y="615"/>
                    </a:lnTo>
                    <a:lnTo>
                      <a:pt x="1497" y="612"/>
                    </a:lnTo>
                    <a:lnTo>
                      <a:pt x="1497" y="610"/>
                    </a:lnTo>
                    <a:lnTo>
                      <a:pt x="1498" y="608"/>
                    </a:lnTo>
                    <a:lnTo>
                      <a:pt x="1499" y="606"/>
                    </a:lnTo>
                    <a:lnTo>
                      <a:pt x="1499" y="603"/>
                    </a:lnTo>
                    <a:lnTo>
                      <a:pt x="1500" y="601"/>
                    </a:lnTo>
                    <a:lnTo>
                      <a:pt x="1500" y="599"/>
                    </a:lnTo>
                    <a:lnTo>
                      <a:pt x="1501" y="597"/>
                    </a:lnTo>
                    <a:lnTo>
                      <a:pt x="1502" y="596"/>
                    </a:lnTo>
                    <a:lnTo>
                      <a:pt x="1502" y="594"/>
                    </a:lnTo>
                    <a:lnTo>
                      <a:pt x="1503" y="593"/>
                    </a:lnTo>
                    <a:lnTo>
                      <a:pt x="1503" y="591"/>
                    </a:lnTo>
                    <a:lnTo>
                      <a:pt x="1504" y="589"/>
                    </a:lnTo>
                    <a:lnTo>
                      <a:pt x="1505" y="588"/>
                    </a:lnTo>
                    <a:lnTo>
                      <a:pt x="1505" y="586"/>
                    </a:lnTo>
                    <a:lnTo>
                      <a:pt x="1506" y="585"/>
                    </a:lnTo>
                    <a:lnTo>
                      <a:pt x="1506" y="583"/>
                    </a:lnTo>
                    <a:lnTo>
                      <a:pt x="1507" y="581"/>
                    </a:lnTo>
                    <a:lnTo>
                      <a:pt x="1508" y="579"/>
                    </a:lnTo>
                    <a:lnTo>
                      <a:pt x="1508" y="579"/>
                    </a:lnTo>
                    <a:lnTo>
                      <a:pt x="1509" y="577"/>
                    </a:lnTo>
                    <a:lnTo>
                      <a:pt x="1509" y="576"/>
                    </a:lnTo>
                    <a:lnTo>
                      <a:pt x="1510" y="574"/>
                    </a:lnTo>
                    <a:lnTo>
                      <a:pt x="1510" y="573"/>
                    </a:lnTo>
                    <a:lnTo>
                      <a:pt x="1511" y="571"/>
                    </a:lnTo>
                    <a:lnTo>
                      <a:pt x="1511" y="570"/>
                    </a:lnTo>
                    <a:lnTo>
                      <a:pt x="1512" y="568"/>
                    </a:lnTo>
                    <a:lnTo>
                      <a:pt x="1513" y="567"/>
                    </a:lnTo>
                    <a:lnTo>
                      <a:pt x="1513" y="567"/>
                    </a:lnTo>
                    <a:lnTo>
                      <a:pt x="1514" y="566"/>
                    </a:lnTo>
                    <a:lnTo>
                      <a:pt x="1514" y="565"/>
                    </a:lnTo>
                    <a:lnTo>
                      <a:pt x="1515" y="565"/>
                    </a:lnTo>
                    <a:lnTo>
                      <a:pt x="1515" y="565"/>
                    </a:lnTo>
                    <a:lnTo>
                      <a:pt x="1516" y="564"/>
                    </a:lnTo>
                    <a:lnTo>
                      <a:pt x="1517" y="564"/>
                    </a:lnTo>
                    <a:lnTo>
                      <a:pt x="1517" y="563"/>
                    </a:lnTo>
                    <a:lnTo>
                      <a:pt x="1518" y="563"/>
                    </a:lnTo>
                    <a:lnTo>
                      <a:pt x="1518" y="562"/>
                    </a:lnTo>
                    <a:lnTo>
                      <a:pt x="1519" y="562"/>
                    </a:lnTo>
                    <a:lnTo>
                      <a:pt x="1520" y="561"/>
                    </a:lnTo>
                    <a:lnTo>
                      <a:pt x="1520" y="561"/>
                    </a:lnTo>
                    <a:lnTo>
                      <a:pt x="1521" y="560"/>
                    </a:lnTo>
                    <a:lnTo>
                      <a:pt x="1521" y="559"/>
                    </a:lnTo>
                    <a:lnTo>
                      <a:pt x="1522" y="558"/>
                    </a:lnTo>
                    <a:lnTo>
                      <a:pt x="1523" y="556"/>
                    </a:lnTo>
                    <a:lnTo>
                      <a:pt x="1523" y="555"/>
                    </a:lnTo>
                    <a:lnTo>
                      <a:pt x="1524" y="553"/>
                    </a:lnTo>
                    <a:lnTo>
                      <a:pt x="1524" y="553"/>
                    </a:lnTo>
                    <a:lnTo>
                      <a:pt x="1525" y="553"/>
                    </a:lnTo>
                    <a:lnTo>
                      <a:pt x="1525" y="552"/>
                    </a:lnTo>
                    <a:lnTo>
                      <a:pt x="1526" y="551"/>
                    </a:lnTo>
                    <a:lnTo>
                      <a:pt x="1527" y="550"/>
                    </a:lnTo>
                    <a:lnTo>
                      <a:pt x="1527" y="549"/>
                    </a:lnTo>
                    <a:lnTo>
                      <a:pt x="1528" y="548"/>
                    </a:lnTo>
                    <a:lnTo>
                      <a:pt x="1528" y="547"/>
                    </a:lnTo>
                    <a:lnTo>
                      <a:pt x="1529" y="547"/>
                    </a:lnTo>
                    <a:lnTo>
                      <a:pt x="1529" y="547"/>
                    </a:lnTo>
                    <a:lnTo>
                      <a:pt x="1530" y="546"/>
                    </a:lnTo>
                    <a:lnTo>
                      <a:pt x="1530" y="545"/>
                    </a:lnTo>
                    <a:lnTo>
                      <a:pt x="1531" y="544"/>
                    </a:lnTo>
                    <a:lnTo>
                      <a:pt x="1532" y="544"/>
                    </a:lnTo>
                    <a:lnTo>
                      <a:pt x="1532" y="544"/>
                    </a:lnTo>
                    <a:lnTo>
                      <a:pt x="1533" y="542"/>
                    </a:lnTo>
                    <a:lnTo>
                      <a:pt x="1533" y="541"/>
                    </a:lnTo>
                    <a:lnTo>
                      <a:pt x="1534" y="541"/>
                    </a:lnTo>
                    <a:lnTo>
                      <a:pt x="1535" y="541"/>
                    </a:lnTo>
                    <a:lnTo>
                      <a:pt x="1535" y="541"/>
                    </a:lnTo>
                    <a:lnTo>
                      <a:pt x="1536" y="540"/>
                    </a:lnTo>
                    <a:lnTo>
                      <a:pt x="1536" y="541"/>
                    </a:lnTo>
                    <a:lnTo>
                      <a:pt x="1537" y="540"/>
                    </a:lnTo>
                    <a:lnTo>
                      <a:pt x="1538" y="539"/>
                    </a:lnTo>
                    <a:lnTo>
                      <a:pt x="1538" y="539"/>
                    </a:lnTo>
                    <a:lnTo>
                      <a:pt x="1539" y="538"/>
                    </a:lnTo>
                    <a:lnTo>
                      <a:pt x="1539" y="537"/>
                    </a:lnTo>
                    <a:lnTo>
                      <a:pt x="1540" y="536"/>
                    </a:lnTo>
                    <a:lnTo>
                      <a:pt x="1541" y="535"/>
                    </a:lnTo>
                    <a:lnTo>
                      <a:pt x="1541" y="535"/>
                    </a:lnTo>
                    <a:lnTo>
                      <a:pt x="1542" y="534"/>
                    </a:lnTo>
                    <a:lnTo>
                      <a:pt x="1542" y="533"/>
                    </a:lnTo>
                    <a:lnTo>
                      <a:pt x="1543" y="533"/>
                    </a:lnTo>
                    <a:lnTo>
                      <a:pt x="1543" y="533"/>
                    </a:lnTo>
                    <a:lnTo>
                      <a:pt x="1544" y="532"/>
                    </a:lnTo>
                    <a:lnTo>
                      <a:pt x="1544" y="531"/>
                    </a:lnTo>
                    <a:lnTo>
                      <a:pt x="1545" y="531"/>
                    </a:lnTo>
                    <a:lnTo>
                      <a:pt x="1545" y="530"/>
                    </a:lnTo>
                    <a:lnTo>
                      <a:pt x="1546" y="529"/>
                    </a:lnTo>
                    <a:lnTo>
                      <a:pt x="1547" y="527"/>
                    </a:lnTo>
                    <a:lnTo>
                      <a:pt x="1547" y="526"/>
                    </a:lnTo>
                    <a:lnTo>
                      <a:pt x="1548" y="526"/>
                    </a:lnTo>
                    <a:lnTo>
                      <a:pt x="1548" y="525"/>
                    </a:lnTo>
                    <a:lnTo>
                      <a:pt x="1549" y="525"/>
                    </a:lnTo>
                    <a:lnTo>
                      <a:pt x="1550" y="524"/>
                    </a:lnTo>
                    <a:lnTo>
                      <a:pt x="1550" y="524"/>
                    </a:lnTo>
                    <a:lnTo>
                      <a:pt x="1551" y="523"/>
                    </a:lnTo>
                    <a:lnTo>
                      <a:pt x="1551" y="522"/>
                    </a:lnTo>
                    <a:lnTo>
                      <a:pt x="1552" y="521"/>
                    </a:lnTo>
                    <a:lnTo>
                      <a:pt x="1553" y="521"/>
                    </a:lnTo>
                    <a:lnTo>
                      <a:pt x="1553" y="520"/>
                    </a:lnTo>
                    <a:lnTo>
                      <a:pt x="1554" y="519"/>
                    </a:lnTo>
                    <a:lnTo>
                      <a:pt x="1554" y="518"/>
                    </a:lnTo>
                    <a:lnTo>
                      <a:pt x="1555" y="518"/>
                    </a:lnTo>
                    <a:lnTo>
                      <a:pt x="1556" y="517"/>
                    </a:lnTo>
                    <a:lnTo>
                      <a:pt x="1556" y="517"/>
                    </a:lnTo>
                    <a:lnTo>
                      <a:pt x="1557" y="517"/>
                    </a:lnTo>
                    <a:lnTo>
                      <a:pt x="1557" y="516"/>
                    </a:lnTo>
                    <a:lnTo>
                      <a:pt x="1558" y="517"/>
                    </a:lnTo>
                    <a:lnTo>
                      <a:pt x="1558" y="517"/>
                    </a:lnTo>
                    <a:lnTo>
                      <a:pt x="1559" y="517"/>
                    </a:lnTo>
                    <a:lnTo>
                      <a:pt x="1560" y="518"/>
                    </a:lnTo>
                    <a:lnTo>
                      <a:pt x="1560" y="518"/>
                    </a:lnTo>
                    <a:lnTo>
                      <a:pt x="1561" y="519"/>
                    </a:lnTo>
                    <a:lnTo>
                      <a:pt x="1561" y="520"/>
                    </a:lnTo>
                    <a:lnTo>
                      <a:pt x="1562" y="519"/>
                    </a:lnTo>
                    <a:lnTo>
                      <a:pt x="1562" y="518"/>
                    </a:lnTo>
                    <a:lnTo>
                      <a:pt x="1563" y="518"/>
                    </a:lnTo>
                    <a:lnTo>
                      <a:pt x="1564" y="518"/>
                    </a:lnTo>
                    <a:lnTo>
                      <a:pt x="1564" y="518"/>
                    </a:lnTo>
                    <a:lnTo>
                      <a:pt x="1565" y="518"/>
                    </a:lnTo>
                    <a:lnTo>
                      <a:pt x="1565" y="519"/>
                    </a:lnTo>
                    <a:lnTo>
                      <a:pt x="1566" y="520"/>
                    </a:lnTo>
                    <a:lnTo>
                      <a:pt x="1567" y="519"/>
                    </a:lnTo>
                    <a:lnTo>
                      <a:pt x="1567" y="519"/>
                    </a:lnTo>
                    <a:lnTo>
                      <a:pt x="1568" y="519"/>
                    </a:lnTo>
                    <a:lnTo>
                      <a:pt x="1568" y="520"/>
                    </a:lnTo>
                    <a:lnTo>
                      <a:pt x="1569" y="520"/>
                    </a:lnTo>
                    <a:lnTo>
                      <a:pt x="1570" y="521"/>
                    </a:lnTo>
                    <a:lnTo>
                      <a:pt x="1570" y="523"/>
                    </a:lnTo>
                    <a:lnTo>
                      <a:pt x="1571" y="525"/>
                    </a:lnTo>
                    <a:lnTo>
                      <a:pt x="1571" y="527"/>
                    </a:lnTo>
                    <a:lnTo>
                      <a:pt x="1572" y="529"/>
                    </a:lnTo>
                    <a:lnTo>
                      <a:pt x="1572" y="530"/>
                    </a:lnTo>
                    <a:lnTo>
                      <a:pt x="1573" y="532"/>
                    </a:lnTo>
                    <a:lnTo>
                      <a:pt x="1574" y="533"/>
                    </a:lnTo>
                    <a:lnTo>
                      <a:pt x="1574" y="535"/>
                    </a:lnTo>
                    <a:lnTo>
                      <a:pt x="1575" y="537"/>
                    </a:lnTo>
                    <a:lnTo>
                      <a:pt x="1575" y="539"/>
                    </a:lnTo>
                    <a:lnTo>
                      <a:pt x="1576" y="541"/>
                    </a:lnTo>
                    <a:lnTo>
                      <a:pt x="1576" y="542"/>
                    </a:lnTo>
                    <a:lnTo>
                      <a:pt x="1577" y="543"/>
                    </a:lnTo>
                    <a:lnTo>
                      <a:pt x="1577" y="544"/>
                    </a:lnTo>
                    <a:lnTo>
                      <a:pt x="1578" y="545"/>
                    </a:lnTo>
                    <a:lnTo>
                      <a:pt x="1579" y="546"/>
                    </a:lnTo>
                    <a:lnTo>
                      <a:pt x="1579" y="547"/>
                    </a:lnTo>
                    <a:lnTo>
                      <a:pt x="1580" y="548"/>
                    </a:lnTo>
                    <a:lnTo>
                      <a:pt x="1580" y="549"/>
                    </a:lnTo>
                    <a:lnTo>
                      <a:pt x="1581" y="549"/>
                    </a:lnTo>
                    <a:lnTo>
                      <a:pt x="1582" y="550"/>
                    </a:lnTo>
                    <a:lnTo>
                      <a:pt x="1582" y="550"/>
                    </a:lnTo>
                    <a:lnTo>
                      <a:pt x="1583" y="550"/>
                    </a:lnTo>
                    <a:lnTo>
                      <a:pt x="1583" y="550"/>
                    </a:lnTo>
                    <a:lnTo>
                      <a:pt x="1584" y="550"/>
                    </a:lnTo>
                    <a:lnTo>
                      <a:pt x="1585" y="551"/>
                    </a:lnTo>
                    <a:lnTo>
                      <a:pt x="1585" y="551"/>
                    </a:lnTo>
                    <a:lnTo>
                      <a:pt x="1586" y="551"/>
                    </a:lnTo>
                    <a:lnTo>
                      <a:pt x="1586" y="551"/>
                    </a:lnTo>
                    <a:lnTo>
                      <a:pt x="1587" y="551"/>
                    </a:lnTo>
                    <a:lnTo>
                      <a:pt x="1588" y="551"/>
                    </a:lnTo>
                    <a:lnTo>
                      <a:pt x="1588" y="551"/>
                    </a:lnTo>
                    <a:lnTo>
                      <a:pt x="1589" y="552"/>
                    </a:lnTo>
                    <a:lnTo>
                      <a:pt x="1589" y="553"/>
                    </a:lnTo>
                    <a:lnTo>
                      <a:pt x="1590" y="554"/>
                    </a:lnTo>
                    <a:lnTo>
                      <a:pt x="1590" y="555"/>
                    </a:lnTo>
                    <a:lnTo>
                      <a:pt x="1591" y="555"/>
                    </a:lnTo>
                    <a:lnTo>
                      <a:pt x="1591" y="556"/>
                    </a:lnTo>
                    <a:lnTo>
                      <a:pt x="1592" y="556"/>
                    </a:lnTo>
                    <a:lnTo>
                      <a:pt x="1592" y="557"/>
                    </a:lnTo>
                    <a:lnTo>
                      <a:pt x="1593" y="558"/>
                    </a:lnTo>
                    <a:lnTo>
                      <a:pt x="1594" y="559"/>
                    </a:lnTo>
                    <a:lnTo>
                      <a:pt x="1594" y="560"/>
                    </a:lnTo>
                    <a:lnTo>
                      <a:pt x="1595" y="561"/>
                    </a:lnTo>
                    <a:lnTo>
                      <a:pt x="1595" y="561"/>
                    </a:lnTo>
                    <a:lnTo>
                      <a:pt x="1596" y="561"/>
                    </a:lnTo>
                    <a:lnTo>
                      <a:pt x="1597" y="561"/>
                    </a:lnTo>
                    <a:lnTo>
                      <a:pt x="1597" y="562"/>
                    </a:lnTo>
                    <a:lnTo>
                      <a:pt x="1598" y="564"/>
                    </a:lnTo>
                    <a:lnTo>
                      <a:pt x="1598" y="564"/>
                    </a:lnTo>
                    <a:lnTo>
                      <a:pt x="1599" y="565"/>
                    </a:lnTo>
                    <a:lnTo>
                      <a:pt x="1600" y="566"/>
                    </a:lnTo>
                    <a:lnTo>
                      <a:pt x="1600" y="566"/>
                    </a:lnTo>
                    <a:lnTo>
                      <a:pt x="1601" y="567"/>
                    </a:lnTo>
                    <a:lnTo>
                      <a:pt x="1601" y="567"/>
                    </a:lnTo>
                    <a:lnTo>
                      <a:pt x="1602" y="567"/>
                    </a:lnTo>
                    <a:lnTo>
                      <a:pt x="1603" y="568"/>
                    </a:lnTo>
                    <a:lnTo>
                      <a:pt x="1603" y="568"/>
                    </a:lnTo>
                    <a:lnTo>
                      <a:pt x="1604" y="568"/>
                    </a:lnTo>
                    <a:lnTo>
                      <a:pt x="1604" y="568"/>
                    </a:lnTo>
                    <a:lnTo>
                      <a:pt x="1605" y="569"/>
                    </a:lnTo>
                    <a:lnTo>
                      <a:pt x="1605" y="570"/>
                    </a:lnTo>
                    <a:lnTo>
                      <a:pt x="1606" y="569"/>
                    </a:lnTo>
                    <a:lnTo>
                      <a:pt x="1607" y="568"/>
                    </a:lnTo>
                    <a:lnTo>
                      <a:pt x="1607" y="567"/>
                    </a:lnTo>
                    <a:lnTo>
                      <a:pt x="1608" y="567"/>
                    </a:lnTo>
                    <a:lnTo>
                      <a:pt x="1608" y="567"/>
                    </a:lnTo>
                    <a:lnTo>
                      <a:pt x="1609" y="566"/>
                    </a:lnTo>
                    <a:lnTo>
                      <a:pt x="1609" y="565"/>
                    </a:lnTo>
                    <a:lnTo>
                      <a:pt x="1610" y="565"/>
                    </a:lnTo>
                    <a:lnTo>
                      <a:pt x="1610" y="564"/>
                    </a:lnTo>
                    <a:lnTo>
                      <a:pt x="1611" y="564"/>
                    </a:lnTo>
                    <a:lnTo>
                      <a:pt x="1612" y="563"/>
                    </a:lnTo>
                    <a:lnTo>
                      <a:pt x="1612" y="562"/>
                    </a:lnTo>
                    <a:lnTo>
                      <a:pt x="1613" y="562"/>
                    </a:lnTo>
                    <a:lnTo>
                      <a:pt x="1613" y="561"/>
                    </a:lnTo>
                    <a:lnTo>
                      <a:pt x="1614" y="561"/>
                    </a:lnTo>
                    <a:lnTo>
                      <a:pt x="1615" y="562"/>
                    </a:lnTo>
                    <a:lnTo>
                      <a:pt x="1615" y="562"/>
                    </a:lnTo>
                    <a:lnTo>
                      <a:pt x="1616" y="562"/>
                    </a:lnTo>
                    <a:lnTo>
                      <a:pt x="1616" y="563"/>
                    </a:lnTo>
                    <a:lnTo>
                      <a:pt x="1617" y="562"/>
                    </a:lnTo>
                    <a:lnTo>
                      <a:pt x="1618" y="561"/>
                    </a:lnTo>
                    <a:lnTo>
                      <a:pt x="1618" y="561"/>
                    </a:lnTo>
                    <a:lnTo>
                      <a:pt x="1619" y="562"/>
                    </a:lnTo>
                    <a:lnTo>
                      <a:pt x="1619" y="562"/>
                    </a:lnTo>
                    <a:lnTo>
                      <a:pt x="1620" y="562"/>
                    </a:lnTo>
                    <a:lnTo>
                      <a:pt x="1621" y="563"/>
                    </a:lnTo>
                    <a:lnTo>
                      <a:pt x="1621" y="564"/>
                    </a:lnTo>
                    <a:lnTo>
                      <a:pt x="1622" y="564"/>
                    </a:lnTo>
                    <a:lnTo>
                      <a:pt x="1622" y="565"/>
                    </a:lnTo>
                    <a:lnTo>
                      <a:pt x="1623" y="566"/>
                    </a:lnTo>
                    <a:lnTo>
                      <a:pt x="1623" y="567"/>
                    </a:lnTo>
                    <a:lnTo>
                      <a:pt x="1624" y="568"/>
                    </a:lnTo>
                    <a:lnTo>
                      <a:pt x="1624" y="570"/>
                    </a:lnTo>
                    <a:lnTo>
                      <a:pt x="1625" y="571"/>
                    </a:lnTo>
                    <a:lnTo>
                      <a:pt x="1625" y="571"/>
                    </a:lnTo>
                    <a:lnTo>
                      <a:pt x="1626" y="572"/>
                    </a:lnTo>
                    <a:lnTo>
                      <a:pt x="1627" y="572"/>
                    </a:lnTo>
                    <a:lnTo>
                      <a:pt x="1627" y="572"/>
                    </a:lnTo>
                    <a:lnTo>
                      <a:pt x="1628" y="572"/>
                    </a:lnTo>
                    <a:lnTo>
                      <a:pt x="1629" y="573"/>
                    </a:lnTo>
                    <a:lnTo>
                      <a:pt x="1629" y="575"/>
                    </a:lnTo>
                    <a:lnTo>
                      <a:pt x="1630" y="576"/>
                    </a:lnTo>
                    <a:lnTo>
                      <a:pt x="1630" y="576"/>
                    </a:lnTo>
                    <a:lnTo>
                      <a:pt x="1631" y="577"/>
                    </a:lnTo>
                    <a:lnTo>
                      <a:pt x="1632" y="577"/>
                    </a:lnTo>
                    <a:lnTo>
                      <a:pt x="1632" y="577"/>
                    </a:lnTo>
                    <a:lnTo>
                      <a:pt x="1633" y="577"/>
                    </a:lnTo>
                    <a:lnTo>
                      <a:pt x="1633" y="577"/>
                    </a:lnTo>
                    <a:lnTo>
                      <a:pt x="1634" y="577"/>
                    </a:lnTo>
                    <a:lnTo>
                      <a:pt x="1635" y="578"/>
                    </a:lnTo>
                    <a:lnTo>
                      <a:pt x="1635" y="579"/>
                    </a:lnTo>
                    <a:lnTo>
                      <a:pt x="1636" y="579"/>
                    </a:lnTo>
                    <a:lnTo>
                      <a:pt x="1636" y="580"/>
                    </a:lnTo>
                    <a:lnTo>
                      <a:pt x="1637" y="581"/>
                    </a:lnTo>
                    <a:lnTo>
                      <a:pt x="1637" y="583"/>
                    </a:lnTo>
                    <a:lnTo>
                      <a:pt x="1638" y="584"/>
                    </a:lnTo>
                    <a:lnTo>
                      <a:pt x="1638" y="585"/>
                    </a:lnTo>
                    <a:lnTo>
                      <a:pt x="1639" y="587"/>
                    </a:lnTo>
                    <a:lnTo>
                      <a:pt x="1639" y="589"/>
                    </a:lnTo>
                    <a:lnTo>
                      <a:pt x="1640" y="590"/>
                    </a:lnTo>
                    <a:lnTo>
                      <a:pt x="1641" y="592"/>
                    </a:lnTo>
                    <a:lnTo>
                      <a:pt x="1641" y="594"/>
                    </a:lnTo>
                    <a:lnTo>
                      <a:pt x="1642" y="595"/>
                    </a:lnTo>
                    <a:lnTo>
                      <a:pt x="1642" y="597"/>
                    </a:lnTo>
                    <a:lnTo>
                      <a:pt x="1643" y="600"/>
                    </a:lnTo>
                    <a:lnTo>
                      <a:pt x="1644" y="601"/>
                    </a:lnTo>
                    <a:lnTo>
                      <a:pt x="1644" y="603"/>
                    </a:lnTo>
                    <a:lnTo>
                      <a:pt x="1645" y="604"/>
                    </a:lnTo>
                    <a:lnTo>
                      <a:pt x="1645" y="605"/>
                    </a:lnTo>
                    <a:lnTo>
                      <a:pt x="1646" y="606"/>
                    </a:lnTo>
                    <a:lnTo>
                      <a:pt x="1647" y="608"/>
                    </a:lnTo>
                    <a:lnTo>
                      <a:pt x="1647" y="609"/>
                    </a:lnTo>
                    <a:lnTo>
                      <a:pt x="1648" y="611"/>
                    </a:lnTo>
                    <a:lnTo>
                      <a:pt x="1648" y="613"/>
                    </a:lnTo>
                    <a:lnTo>
                      <a:pt x="1649" y="614"/>
                    </a:lnTo>
                    <a:lnTo>
                      <a:pt x="1650" y="615"/>
                    </a:lnTo>
                    <a:lnTo>
                      <a:pt x="1650" y="617"/>
                    </a:lnTo>
                    <a:lnTo>
                      <a:pt x="1651" y="619"/>
                    </a:lnTo>
                    <a:lnTo>
                      <a:pt x="1651" y="621"/>
                    </a:lnTo>
                    <a:lnTo>
                      <a:pt x="1652" y="623"/>
                    </a:lnTo>
                    <a:lnTo>
                      <a:pt x="1652" y="624"/>
                    </a:lnTo>
                    <a:lnTo>
                      <a:pt x="1653" y="625"/>
                    </a:lnTo>
                    <a:lnTo>
                      <a:pt x="1654" y="627"/>
                    </a:lnTo>
                    <a:lnTo>
                      <a:pt x="1654" y="628"/>
                    </a:lnTo>
                    <a:lnTo>
                      <a:pt x="1655" y="631"/>
                    </a:lnTo>
                    <a:lnTo>
                      <a:pt x="1655" y="633"/>
                    </a:lnTo>
                    <a:lnTo>
                      <a:pt x="1656" y="634"/>
                    </a:lnTo>
                    <a:lnTo>
                      <a:pt x="1656" y="635"/>
                    </a:lnTo>
                    <a:lnTo>
                      <a:pt x="1657" y="637"/>
                    </a:lnTo>
                    <a:lnTo>
                      <a:pt x="1657" y="638"/>
                    </a:lnTo>
                    <a:lnTo>
                      <a:pt x="1658" y="640"/>
                    </a:lnTo>
                    <a:lnTo>
                      <a:pt x="1659" y="641"/>
                    </a:lnTo>
                    <a:lnTo>
                      <a:pt x="1659" y="642"/>
                    </a:lnTo>
                    <a:lnTo>
                      <a:pt x="1660" y="643"/>
                    </a:lnTo>
                    <a:lnTo>
                      <a:pt x="1660" y="643"/>
                    </a:lnTo>
                    <a:lnTo>
                      <a:pt x="1661" y="643"/>
                    </a:lnTo>
                    <a:lnTo>
                      <a:pt x="1662" y="643"/>
                    </a:lnTo>
                    <a:lnTo>
                      <a:pt x="1662" y="644"/>
                    </a:lnTo>
                    <a:lnTo>
                      <a:pt x="1663" y="644"/>
                    </a:lnTo>
                    <a:lnTo>
                      <a:pt x="1663" y="644"/>
                    </a:lnTo>
                    <a:lnTo>
                      <a:pt x="1664" y="644"/>
                    </a:lnTo>
                    <a:lnTo>
                      <a:pt x="1665" y="645"/>
                    </a:lnTo>
                    <a:lnTo>
                      <a:pt x="1665" y="646"/>
                    </a:lnTo>
                    <a:lnTo>
                      <a:pt x="1666" y="647"/>
                    </a:lnTo>
                    <a:lnTo>
                      <a:pt x="1666" y="648"/>
                    </a:lnTo>
                    <a:lnTo>
                      <a:pt x="1667" y="649"/>
                    </a:lnTo>
                    <a:lnTo>
                      <a:pt x="1668" y="650"/>
                    </a:lnTo>
                    <a:lnTo>
                      <a:pt x="1668" y="650"/>
                    </a:lnTo>
                    <a:lnTo>
                      <a:pt x="1669" y="650"/>
                    </a:lnTo>
                    <a:lnTo>
                      <a:pt x="1669" y="651"/>
                    </a:lnTo>
                    <a:lnTo>
                      <a:pt x="1670" y="651"/>
                    </a:lnTo>
                    <a:lnTo>
                      <a:pt x="1670" y="653"/>
                    </a:lnTo>
                    <a:lnTo>
                      <a:pt x="1671" y="654"/>
                    </a:lnTo>
                    <a:lnTo>
                      <a:pt x="1671" y="654"/>
                    </a:lnTo>
                    <a:lnTo>
                      <a:pt x="1672" y="654"/>
                    </a:lnTo>
                    <a:lnTo>
                      <a:pt x="1672" y="654"/>
                    </a:lnTo>
                    <a:lnTo>
                      <a:pt x="1673" y="654"/>
                    </a:lnTo>
                    <a:lnTo>
                      <a:pt x="1674" y="654"/>
                    </a:lnTo>
                    <a:lnTo>
                      <a:pt x="1674" y="654"/>
                    </a:lnTo>
                    <a:lnTo>
                      <a:pt x="1675" y="654"/>
                    </a:lnTo>
                    <a:lnTo>
                      <a:pt x="1675" y="653"/>
                    </a:lnTo>
                    <a:lnTo>
                      <a:pt x="1676" y="653"/>
                    </a:lnTo>
                    <a:lnTo>
                      <a:pt x="1677" y="652"/>
                    </a:lnTo>
                    <a:lnTo>
                      <a:pt x="1677" y="650"/>
                    </a:lnTo>
                    <a:lnTo>
                      <a:pt x="1678" y="650"/>
                    </a:lnTo>
                    <a:lnTo>
                      <a:pt x="1678" y="649"/>
                    </a:lnTo>
                    <a:lnTo>
                      <a:pt x="1679" y="649"/>
                    </a:lnTo>
                    <a:lnTo>
                      <a:pt x="1680" y="648"/>
                    </a:lnTo>
                    <a:lnTo>
                      <a:pt x="1680" y="646"/>
                    </a:lnTo>
                    <a:lnTo>
                      <a:pt x="1681" y="644"/>
                    </a:lnTo>
                    <a:lnTo>
                      <a:pt x="1681" y="644"/>
                    </a:lnTo>
                    <a:lnTo>
                      <a:pt x="1682" y="643"/>
                    </a:lnTo>
                    <a:lnTo>
                      <a:pt x="1683" y="643"/>
                    </a:lnTo>
                    <a:lnTo>
                      <a:pt x="1683" y="642"/>
                    </a:lnTo>
                    <a:lnTo>
                      <a:pt x="1684" y="642"/>
                    </a:lnTo>
                    <a:lnTo>
                      <a:pt x="1684" y="642"/>
                    </a:lnTo>
                    <a:lnTo>
                      <a:pt x="1685" y="642"/>
                    </a:lnTo>
                    <a:lnTo>
                      <a:pt x="1685" y="641"/>
                    </a:lnTo>
                    <a:lnTo>
                      <a:pt x="1686" y="641"/>
                    </a:lnTo>
                    <a:lnTo>
                      <a:pt x="1686" y="640"/>
                    </a:lnTo>
                    <a:lnTo>
                      <a:pt x="1687" y="640"/>
                    </a:lnTo>
                    <a:lnTo>
                      <a:pt x="1688" y="640"/>
                    </a:lnTo>
                    <a:lnTo>
                      <a:pt x="1688" y="640"/>
                    </a:lnTo>
                    <a:lnTo>
                      <a:pt x="1689" y="639"/>
                    </a:lnTo>
                    <a:lnTo>
                      <a:pt x="1689" y="639"/>
                    </a:lnTo>
                    <a:lnTo>
                      <a:pt x="1690" y="638"/>
                    </a:lnTo>
                    <a:lnTo>
                      <a:pt x="1690" y="638"/>
                    </a:lnTo>
                    <a:lnTo>
                      <a:pt x="1691" y="638"/>
                    </a:lnTo>
                    <a:lnTo>
                      <a:pt x="1692" y="638"/>
                    </a:lnTo>
                    <a:lnTo>
                      <a:pt x="1692" y="637"/>
                    </a:lnTo>
                    <a:lnTo>
                      <a:pt x="1693" y="638"/>
                    </a:lnTo>
                    <a:lnTo>
                      <a:pt x="1693" y="638"/>
                    </a:lnTo>
                    <a:lnTo>
                      <a:pt x="1694" y="638"/>
                    </a:lnTo>
                    <a:lnTo>
                      <a:pt x="1695" y="637"/>
                    </a:lnTo>
                    <a:lnTo>
                      <a:pt x="1695" y="637"/>
                    </a:lnTo>
                    <a:lnTo>
                      <a:pt x="1696" y="637"/>
                    </a:lnTo>
                    <a:lnTo>
                      <a:pt x="1697" y="637"/>
                    </a:lnTo>
                    <a:lnTo>
                      <a:pt x="1697" y="637"/>
                    </a:lnTo>
                    <a:lnTo>
                      <a:pt x="1698" y="638"/>
                    </a:lnTo>
                    <a:lnTo>
                      <a:pt x="1698" y="638"/>
                    </a:lnTo>
                    <a:lnTo>
                      <a:pt x="1699" y="639"/>
                    </a:lnTo>
                    <a:lnTo>
                      <a:pt x="1699" y="640"/>
                    </a:lnTo>
                    <a:lnTo>
                      <a:pt x="1700" y="641"/>
                    </a:lnTo>
                    <a:lnTo>
                      <a:pt x="1701" y="642"/>
                    </a:lnTo>
                    <a:lnTo>
                      <a:pt x="1701" y="642"/>
                    </a:lnTo>
                    <a:lnTo>
                      <a:pt x="1702" y="642"/>
                    </a:lnTo>
                    <a:lnTo>
                      <a:pt x="1702" y="642"/>
                    </a:lnTo>
                    <a:lnTo>
                      <a:pt x="1703" y="643"/>
                    </a:lnTo>
                    <a:lnTo>
                      <a:pt x="1703" y="643"/>
                    </a:lnTo>
                    <a:lnTo>
                      <a:pt x="1704" y="643"/>
                    </a:lnTo>
                    <a:lnTo>
                      <a:pt x="1704" y="643"/>
                    </a:lnTo>
                    <a:lnTo>
                      <a:pt x="1705" y="643"/>
                    </a:lnTo>
                    <a:lnTo>
                      <a:pt x="1706" y="644"/>
                    </a:lnTo>
                    <a:lnTo>
                      <a:pt x="1706" y="644"/>
                    </a:lnTo>
                    <a:lnTo>
                      <a:pt x="1707" y="645"/>
                    </a:lnTo>
                    <a:lnTo>
                      <a:pt x="1707" y="645"/>
                    </a:lnTo>
                    <a:lnTo>
                      <a:pt x="1708" y="645"/>
                    </a:lnTo>
                    <a:lnTo>
                      <a:pt x="1709" y="646"/>
                    </a:lnTo>
                    <a:lnTo>
                      <a:pt x="1709" y="647"/>
                    </a:lnTo>
                    <a:lnTo>
                      <a:pt x="1710" y="647"/>
                    </a:lnTo>
                    <a:lnTo>
                      <a:pt x="1710" y="647"/>
                    </a:lnTo>
                    <a:lnTo>
                      <a:pt x="1711" y="647"/>
                    </a:lnTo>
                    <a:lnTo>
                      <a:pt x="1712" y="648"/>
                    </a:lnTo>
                    <a:lnTo>
                      <a:pt x="1712" y="647"/>
                    </a:lnTo>
                    <a:lnTo>
                      <a:pt x="1713" y="648"/>
                    </a:lnTo>
                    <a:lnTo>
                      <a:pt x="1713" y="650"/>
                    </a:lnTo>
                    <a:lnTo>
                      <a:pt x="1714" y="651"/>
                    </a:lnTo>
                    <a:lnTo>
                      <a:pt x="1715" y="652"/>
                    </a:lnTo>
                    <a:lnTo>
                      <a:pt x="1715" y="653"/>
                    </a:lnTo>
                    <a:lnTo>
                      <a:pt x="1716" y="654"/>
                    </a:lnTo>
                    <a:lnTo>
                      <a:pt x="1716" y="654"/>
                    </a:lnTo>
                    <a:lnTo>
                      <a:pt x="1717" y="654"/>
                    </a:lnTo>
                    <a:lnTo>
                      <a:pt x="1717" y="654"/>
                    </a:lnTo>
                    <a:lnTo>
                      <a:pt x="1718" y="655"/>
                    </a:lnTo>
                    <a:lnTo>
                      <a:pt x="1718" y="656"/>
                    </a:lnTo>
                    <a:lnTo>
                      <a:pt x="1719" y="656"/>
                    </a:lnTo>
                    <a:lnTo>
                      <a:pt x="1719" y="656"/>
                    </a:lnTo>
                    <a:lnTo>
                      <a:pt x="1720" y="657"/>
                    </a:lnTo>
                    <a:lnTo>
                      <a:pt x="1721" y="658"/>
                    </a:lnTo>
                    <a:lnTo>
                      <a:pt x="1721" y="658"/>
                    </a:lnTo>
                    <a:lnTo>
                      <a:pt x="1722" y="657"/>
                    </a:lnTo>
                    <a:lnTo>
                      <a:pt x="1722" y="658"/>
                    </a:lnTo>
                    <a:lnTo>
                      <a:pt x="1723" y="658"/>
                    </a:lnTo>
                    <a:lnTo>
                      <a:pt x="1724" y="658"/>
                    </a:lnTo>
                    <a:lnTo>
                      <a:pt x="1724" y="658"/>
                    </a:lnTo>
                    <a:lnTo>
                      <a:pt x="1725" y="659"/>
                    </a:lnTo>
                    <a:lnTo>
                      <a:pt x="1725" y="659"/>
                    </a:lnTo>
                    <a:lnTo>
                      <a:pt x="1726" y="659"/>
                    </a:lnTo>
                    <a:lnTo>
                      <a:pt x="1727" y="658"/>
                    </a:lnTo>
                    <a:lnTo>
                      <a:pt x="1727" y="659"/>
                    </a:lnTo>
                    <a:lnTo>
                      <a:pt x="1728" y="659"/>
                    </a:lnTo>
                    <a:lnTo>
                      <a:pt x="1728" y="658"/>
                    </a:lnTo>
                    <a:lnTo>
                      <a:pt x="1729" y="658"/>
                    </a:lnTo>
                    <a:lnTo>
                      <a:pt x="1730" y="658"/>
                    </a:lnTo>
                    <a:lnTo>
                      <a:pt x="1730" y="657"/>
                    </a:lnTo>
                    <a:lnTo>
                      <a:pt x="1731" y="657"/>
                    </a:lnTo>
                    <a:lnTo>
                      <a:pt x="1731" y="657"/>
                    </a:lnTo>
                    <a:lnTo>
                      <a:pt x="1732" y="657"/>
                    </a:lnTo>
                    <a:lnTo>
                      <a:pt x="1732" y="658"/>
                    </a:lnTo>
                    <a:lnTo>
                      <a:pt x="1733" y="659"/>
                    </a:lnTo>
                    <a:lnTo>
                      <a:pt x="1733" y="659"/>
                    </a:lnTo>
                    <a:lnTo>
                      <a:pt x="1734" y="659"/>
                    </a:lnTo>
                    <a:lnTo>
                      <a:pt x="1735" y="659"/>
                    </a:lnTo>
                    <a:lnTo>
                      <a:pt x="1735" y="660"/>
                    </a:lnTo>
                    <a:lnTo>
                      <a:pt x="1736" y="660"/>
                    </a:lnTo>
                    <a:lnTo>
                      <a:pt x="1736" y="660"/>
                    </a:lnTo>
                    <a:lnTo>
                      <a:pt x="1737" y="660"/>
                    </a:lnTo>
                    <a:lnTo>
                      <a:pt x="1737" y="660"/>
                    </a:lnTo>
                    <a:lnTo>
                      <a:pt x="1738" y="660"/>
                    </a:lnTo>
                    <a:lnTo>
                      <a:pt x="1739" y="661"/>
                    </a:lnTo>
                    <a:lnTo>
                      <a:pt x="1739" y="661"/>
                    </a:lnTo>
                    <a:lnTo>
                      <a:pt x="1740" y="662"/>
                    </a:lnTo>
                    <a:lnTo>
                      <a:pt x="1740" y="663"/>
                    </a:lnTo>
                    <a:lnTo>
                      <a:pt x="1741" y="663"/>
                    </a:lnTo>
                    <a:lnTo>
                      <a:pt x="1742" y="662"/>
                    </a:lnTo>
                    <a:lnTo>
                      <a:pt x="1742" y="662"/>
                    </a:lnTo>
                    <a:lnTo>
                      <a:pt x="1743" y="663"/>
                    </a:lnTo>
                    <a:lnTo>
                      <a:pt x="1743" y="663"/>
                    </a:lnTo>
                    <a:lnTo>
                      <a:pt x="1744" y="663"/>
                    </a:lnTo>
                    <a:lnTo>
                      <a:pt x="1745" y="664"/>
                    </a:lnTo>
                    <a:lnTo>
                      <a:pt x="1745" y="665"/>
                    </a:lnTo>
                    <a:lnTo>
                      <a:pt x="1746" y="666"/>
                    </a:lnTo>
                    <a:lnTo>
                      <a:pt x="1746" y="667"/>
                    </a:lnTo>
                    <a:lnTo>
                      <a:pt x="1747" y="667"/>
                    </a:lnTo>
                    <a:lnTo>
                      <a:pt x="1747" y="668"/>
                    </a:lnTo>
                    <a:lnTo>
                      <a:pt x="1748" y="670"/>
                    </a:lnTo>
                    <a:lnTo>
                      <a:pt x="1749" y="670"/>
                    </a:lnTo>
                    <a:lnTo>
                      <a:pt x="1749" y="670"/>
                    </a:lnTo>
                    <a:lnTo>
                      <a:pt x="1750" y="670"/>
                    </a:lnTo>
                    <a:lnTo>
                      <a:pt x="1750" y="671"/>
                    </a:lnTo>
                    <a:lnTo>
                      <a:pt x="1751" y="670"/>
                    </a:lnTo>
                    <a:lnTo>
                      <a:pt x="1751" y="669"/>
                    </a:lnTo>
                    <a:lnTo>
                      <a:pt x="1752" y="669"/>
                    </a:lnTo>
                    <a:lnTo>
                      <a:pt x="1752" y="670"/>
                    </a:lnTo>
                    <a:lnTo>
                      <a:pt x="1753" y="670"/>
                    </a:lnTo>
                    <a:lnTo>
                      <a:pt x="1754" y="671"/>
                    </a:lnTo>
                    <a:lnTo>
                      <a:pt x="1754" y="671"/>
                    </a:lnTo>
                    <a:lnTo>
                      <a:pt x="1755" y="671"/>
                    </a:lnTo>
                    <a:lnTo>
                      <a:pt x="1755" y="672"/>
                    </a:lnTo>
                    <a:lnTo>
                      <a:pt x="1756" y="672"/>
                    </a:lnTo>
                    <a:lnTo>
                      <a:pt x="1757" y="673"/>
                    </a:lnTo>
                    <a:lnTo>
                      <a:pt x="1757" y="673"/>
                    </a:lnTo>
                    <a:lnTo>
                      <a:pt x="1758" y="673"/>
                    </a:lnTo>
                    <a:lnTo>
                      <a:pt x="1758" y="673"/>
                    </a:lnTo>
                    <a:lnTo>
                      <a:pt x="1759" y="674"/>
                    </a:lnTo>
                    <a:lnTo>
                      <a:pt x="1760" y="675"/>
                    </a:lnTo>
                    <a:lnTo>
                      <a:pt x="1760" y="676"/>
                    </a:lnTo>
                    <a:lnTo>
                      <a:pt x="1761" y="676"/>
                    </a:lnTo>
                    <a:lnTo>
                      <a:pt x="1761" y="676"/>
                    </a:lnTo>
                    <a:lnTo>
                      <a:pt x="1762" y="676"/>
                    </a:lnTo>
                    <a:lnTo>
                      <a:pt x="1763" y="676"/>
                    </a:lnTo>
                    <a:lnTo>
                      <a:pt x="1763" y="677"/>
                    </a:lnTo>
                    <a:lnTo>
                      <a:pt x="1764" y="678"/>
                    </a:lnTo>
                    <a:lnTo>
                      <a:pt x="1764" y="679"/>
                    </a:lnTo>
                    <a:lnTo>
                      <a:pt x="1765" y="679"/>
                    </a:lnTo>
                    <a:lnTo>
                      <a:pt x="1765" y="679"/>
                    </a:lnTo>
                    <a:lnTo>
                      <a:pt x="1766" y="680"/>
                    </a:lnTo>
                    <a:lnTo>
                      <a:pt x="1766" y="680"/>
                    </a:lnTo>
                    <a:lnTo>
                      <a:pt x="1767" y="681"/>
                    </a:lnTo>
                    <a:lnTo>
                      <a:pt x="1768" y="683"/>
                    </a:lnTo>
                    <a:lnTo>
                      <a:pt x="1768" y="683"/>
                    </a:lnTo>
                    <a:lnTo>
                      <a:pt x="1769" y="684"/>
                    </a:lnTo>
                    <a:lnTo>
                      <a:pt x="1769" y="683"/>
                    </a:lnTo>
                    <a:lnTo>
                      <a:pt x="1770" y="683"/>
                    </a:lnTo>
                    <a:lnTo>
                      <a:pt x="1771" y="682"/>
                    </a:lnTo>
                    <a:lnTo>
                      <a:pt x="1771" y="682"/>
                    </a:lnTo>
                    <a:lnTo>
                      <a:pt x="1772" y="683"/>
                    </a:lnTo>
                    <a:lnTo>
                      <a:pt x="1772" y="683"/>
                    </a:lnTo>
                    <a:lnTo>
                      <a:pt x="1773" y="683"/>
                    </a:lnTo>
                    <a:lnTo>
                      <a:pt x="1774" y="682"/>
                    </a:lnTo>
                    <a:lnTo>
                      <a:pt x="1774" y="682"/>
                    </a:lnTo>
                    <a:lnTo>
                      <a:pt x="1775" y="682"/>
                    </a:lnTo>
                    <a:lnTo>
                      <a:pt x="1775" y="682"/>
                    </a:lnTo>
                    <a:lnTo>
                      <a:pt x="1776" y="682"/>
                    </a:lnTo>
                    <a:lnTo>
                      <a:pt x="1777" y="682"/>
                    </a:lnTo>
                    <a:lnTo>
                      <a:pt x="1777" y="681"/>
                    </a:lnTo>
                    <a:lnTo>
                      <a:pt x="1778" y="681"/>
                    </a:lnTo>
                    <a:lnTo>
                      <a:pt x="1778" y="680"/>
                    </a:lnTo>
                    <a:lnTo>
                      <a:pt x="1779" y="680"/>
                    </a:lnTo>
                    <a:lnTo>
                      <a:pt x="1779" y="679"/>
                    </a:lnTo>
                    <a:lnTo>
                      <a:pt x="1780" y="679"/>
                    </a:lnTo>
                    <a:lnTo>
                      <a:pt x="1780" y="678"/>
                    </a:lnTo>
                    <a:lnTo>
                      <a:pt x="1781" y="677"/>
                    </a:lnTo>
                    <a:lnTo>
                      <a:pt x="1782" y="677"/>
                    </a:lnTo>
                    <a:lnTo>
                      <a:pt x="1782" y="676"/>
                    </a:lnTo>
                    <a:lnTo>
                      <a:pt x="1783" y="675"/>
                    </a:lnTo>
                    <a:lnTo>
                      <a:pt x="1783" y="674"/>
                    </a:lnTo>
                    <a:lnTo>
                      <a:pt x="1784" y="673"/>
                    </a:lnTo>
                    <a:lnTo>
                      <a:pt x="1784" y="671"/>
                    </a:lnTo>
                    <a:lnTo>
                      <a:pt x="1785" y="669"/>
                    </a:lnTo>
                    <a:lnTo>
                      <a:pt x="1786" y="667"/>
                    </a:lnTo>
                    <a:lnTo>
                      <a:pt x="1786" y="666"/>
                    </a:lnTo>
                    <a:lnTo>
                      <a:pt x="1787" y="665"/>
                    </a:lnTo>
                    <a:lnTo>
                      <a:pt x="1787" y="664"/>
                    </a:lnTo>
                    <a:lnTo>
                      <a:pt x="1788" y="663"/>
                    </a:lnTo>
                    <a:lnTo>
                      <a:pt x="1789" y="662"/>
                    </a:lnTo>
                    <a:lnTo>
                      <a:pt x="1789" y="661"/>
                    </a:lnTo>
                    <a:lnTo>
                      <a:pt x="1790" y="661"/>
                    </a:lnTo>
                    <a:lnTo>
                      <a:pt x="1790" y="659"/>
                    </a:lnTo>
                    <a:lnTo>
                      <a:pt x="1791" y="659"/>
                    </a:lnTo>
                    <a:lnTo>
                      <a:pt x="1792" y="658"/>
                    </a:lnTo>
                    <a:lnTo>
                      <a:pt x="1792" y="657"/>
                    </a:lnTo>
                    <a:lnTo>
                      <a:pt x="1793" y="656"/>
                    </a:lnTo>
                    <a:lnTo>
                      <a:pt x="1793" y="655"/>
                    </a:lnTo>
                    <a:lnTo>
                      <a:pt x="1794" y="655"/>
                    </a:lnTo>
                    <a:lnTo>
                      <a:pt x="1794" y="654"/>
                    </a:lnTo>
                    <a:lnTo>
                      <a:pt x="1795" y="653"/>
                    </a:lnTo>
                    <a:lnTo>
                      <a:pt x="1796" y="653"/>
                    </a:lnTo>
                    <a:lnTo>
                      <a:pt x="1796" y="653"/>
                    </a:lnTo>
                    <a:lnTo>
                      <a:pt x="1797" y="652"/>
                    </a:lnTo>
                    <a:lnTo>
                      <a:pt x="1797" y="651"/>
                    </a:lnTo>
                    <a:lnTo>
                      <a:pt x="1798" y="651"/>
                    </a:lnTo>
                    <a:lnTo>
                      <a:pt x="1798" y="650"/>
                    </a:lnTo>
                    <a:lnTo>
                      <a:pt x="1799" y="648"/>
                    </a:lnTo>
                    <a:lnTo>
                      <a:pt x="1799" y="648"/>
                    </a:lnTo>
                    <a:lnTo>
                      <a:pt x="1800" y="647"/>
                    </a:lnTo>
                    <a:lnTo>
                      <a:pt x="1801" y="645"/>
                    </a:lnTo>
                    <a:lnTo>
                      <a:pt x="1801" y="644"/>
                    </a:lnTo>
                    <a:lnTo>
                      <a:pt x="1802" y="642"/>
                    </a:lnTo>
                    <a:lnTo>
                      <a:pt x="1802" y="641"/>
                    </a:lnTo>
                    <a:lnTo>
                      <a:pt x="1803" y="639"/>
                    </a:lnTo>
                    <a:lnTo>
                      <a:pt x="1804" y="639"/>
                    </a:lnTo>
                    <a:lnTo>
                      <a:pt x="1804" y="638"/>
                    </a:lnTo>
                    <a:lnTo>
                      <a:pt x="1805" y="638"/>
                    </a:lnTo>
                    <a:lnTo>
                      <a:pt x="1805" y="636"/>
                    </a:lnTo>
                    <a:lnTo>
                      <a:pt x="1806" y="635"/>
                    </a:lnTo>
                    <a:lnTo>
                      <a:pt x="1807" y="635"/>
                    </a:lnTo>
                    <a:lnTo>
                      <a:pt x="1807" y="634"/>
                    </a:lnTo>
                    <a:lnTo>
                      <a:pt x="1808" y="634"/>
                    </a:lnTo>
                    <a:lnTo>
                      <a:pt x="1808" y="634"/>
                    </a:lnTo>
                    <a:lnTo>
                      <a:pt x="1809" y="634"/>
                    </a:lnTo>
                    <a:lnTo>
                      <a:pt x="1810" y="633"/>
                    </a:lnTo>
                    <a:lnTo>
                      <a:pt x="1810" y="632"/>
                    </a:lnTo>
                    <a:lnTo>
                      <a:pt x="1811" y="632"/>
                    </a:lnTo>
                    <a:lnTo>
                      <a:pt x="1811" y="632"/>
                    </a:lnTo>
                    <a:lnTo>
                      <a:pt x="1812" y="632"/>
                    </a:lnTo>
                    <a:lnTo>
                      <a:pt x="1812" y="632"/>
                    </a:lnTo>
                    <a:lnTo>
                      <a:pt x="1813" y="631"/>
                    </a:lnTo>
                    <a:lnTo>
                      <a:pt x="1813" y="630"/>
                    </a:lnTo>
                    <a:lnTo>
                      <a:pt x="1814" y="630"/>
                    </a:lnTo>
                    <a:lnTo>
                      <a:pt x="1814" y="629"/>
                    </a:lnTo>
                    <a:lnTo>
                      <a:pt x="1815" y="628"/>
                    </a:lnTo>
                    <a:lnTo>
                      <a:pt x="1816" y="627"/>
                    </a:lnTo>
                    <a:lnTo>
                      <a:pt x="1816" y="627"/>
                    </a:lnTo>
                    <a:lnTo>
                      <a:pt x="1817" y="626"/>
                    </a:lnTo>
                    <a:lnTo>
                      <a:pt x="1817" y="625"/>
                    </a:lnTo>
                    <a:lnTo>
                      <a:pt x="1818" y="624"/>
                    </a:lnTo>
                    <a:lnTo>
                      <a:pt x="1819" y="623"/>
                    </a:lnTo>
                    <a:lnTo>
                      <a:pt x="1819" y="622"/>
                    </a:lnTo>
                    <a:lnTo>
                      <a:pt x="1820" y="621"/>
                    </a:lnTo>
                    <a:lnTo>
                      <a:pt x="1820" y="621"/>
                    </a:lnTo>
                    <a:lnTo>
                      <a:pt x="1821" y="620"/>
                    </a:lnTo>
                    <a:lnTo>
                      <a:pt x="1822" y="621"/>
                    </a:lnTo>
                    <a:lnTo>
                      <a:pt x="1822" y="621"/>
                    </a:lnTo>
                    <a:lnTo>
                      <a:pt x="1823" y="621"/>
                    </a:lnTo>
                    <a:lnTo>
                      <a:pt x="1823" y="621"/>
                    </a:lnTo>
                    <a:lnTo>
                      <a:pt x="1824" y="621"/>
                    </a:lnTo>
                    <a:lnTo>
                      <a:pt x="1825" y="622"/>
                    </a:lnTo>
                    <a:lnTo>
                      <a:pt x="1825" y="622"/>
                    </a:lnTo>
                    <a:lnTo>
                      <a:pt x="1826" y="623"/>
                    </a:lnTo>
                    <a:lnTo>
                      <a:pt x="1826" y="623"/>
                    </a:lnTo>
                    <a:lnTo>
                      <a:pt x="1827" y="624"/>
                    </a:lnTo>
                    <a:lnTo>
                      <a:pt x="1827" y="624"/>
                    </a:lnTo>
                    <a:lnTo>
                      <a:pt x="1828" y="624"/>
                    </a:lnTo>
                    <a:lnTo>
                      <a:pt x="1829" y="624"/>
                    </a:lnTo>
                    <a:lnTo>
                      <a:pt x="1829" y="623"/>
                    </a:lnTo>
                    <a:lnTo>
                      <a:pt x="1830" y="623"/>
                    </a:lnTo>
                    <a:lnTo>
                      <a:pt x="1830" y="624"/>
                    </a:lnTo>
                    <a:lnTo>
                      <a:pt x="1831" y="624"/>
                    </a:lnTo>
                    <a:lnTo>
                      <a:pt x="1831" y="625"/>
                    </a:lnTo>
                    <a:lnTo>
                      <a:pt x="1832" y="625"/>
                    </a:lnTo>
                    <a:lnTo>
                      <a:pt x="1832" y="626"/>
                    </a:lnTo>
                    <a:lnTo>
                      <a:pt x="1833" y="625"/>
                    </a:lnTo>
                    <a:lnTo>
                      <a:pt x="1834" y="625"/>
                    </a:lnTo>
                    <a:lnTo>
                      <a:pt x="1834" y="625"/>
                    </a:lnTo>
                    <a:lnTo>
                      <a:pt x="1835" y="625"/>
                    </a:lnTo>
                    <a:lnTo>
                      <a:pt x="1836" y="625"/>
                    </a:lnTo>
                    <a:lnTo>
                      <a:pt x="1836" y="626"/>
                    </a:lnTo>
                    <a:lnTo>
                      <a:pt x="1837" y="626"/>
                    </a:lnTo>
                    <a:lnTo>
                      <a:pt x="1837" y="626"/>
                    </a:lnTo>
                    <a:lnTo>
                      <a:pt x="1838" y="627"/>
                    </a:lnTo>
                    <a:lnTo>
                      <a:pt x="1839" y="629"/>
                    </a:lnTo>
                    <a:lnTo>
                      <a:pt x="1839" y="630"/>
                    </a:lnTo>
                    <a:lnTo>
                      <a:pt x="1840" y="631"/>
                    </a:lnTo>
                    <a:lnTo>
                      <a:pt x="1840" y="632"/>
                    </a:lnTo>
                    <a:lnTo>
                      <a:pt x="1841" y="632"/>
                    </a:lnTo>
                    <a:lnTo>
                      <a:pt x="1841" y="632"/>
                    </a:lnTo>
                    <a:lnTo>
                      <a:pt x="1842" y="632"/>
                    </a:lnTo>
                    <a:lnTo>
                      <a:pt x="1843" y="632"/>
                    </a:lnTo>
                    <a:lnTo>
                      <a:pt x="1843" y="632"/>
                    </a:lnTo>
                    <a:lnTo>
                      <a:pt x="1844" y="631"/>
                    </a:lnTo>
                    <a:lnTo>
                      <a:pt x="1844" y="630"/>
                    </a:lnTo>
                    <a:lnTo>
                      <a:pt x="1845" y="630"/>
                    </a:lnTo>
                    <a:lnTo>
                      <a:pt x="1845" y="630"/>
                    </a:lnTo>
                    <a:lnTo>
                      <a:pt x="1846" y="630"/>
                    </a:lnTo>
                    <a:lnTo>
                      <a:pt x="1846" y="630"/>
                    </a:lnTo>
                    <a:lnTo>
                      <a:pt x="1847" y="630"/>
                    </a:lnTo>
                    <a:lnTo>
                      <a:pt x="1848" y="630"/>
                    </a:lnTo>
                    <a:lnTo>
                      <a:pt x="1848" y="630"/>
                    </a:lnTo>
                    <a:lnTo>
                      <a:pt x="1849" y="630"/>
                    </a:lnTo>
                    <a:lnTo>
                      <a:pt x="1849" y="629"/>
                    </a:lnTo>
                    <a:lnTo>
                      <a:pt x="1850" y="628"/>
                    </a:lnTo>
                    <a:lnTo>
                      <a:pt x="1851" y="627"/>
                    </a:lnTo>
                    <a:lnTo>
                      <a:pt x="1851" y="627"/>
                    </a:lnTo>
                    <a:lnTo>
                      <a:pt x="1852" y="627"/>
                    </a:lnTo>
                    <a:lnTo>
                      <a:pt x="1852" y="627"/>
                    </a:lnTo>
                    <a:lnTo>
                      <a:pt x="1853" y="627"/>
                    </a:lnTo>
                    <a:lnTo>
                      <a:pt x="1854" y="627"/>
                    </a:lnTo>
                    <a:lnTo>
                      <a:pt x="1854" y="628"/>
                    </a:lnTo>
                    <a:lnTo>
                      <a:pt x="1855" y="627"/>
                    </a:lnTo>
                    <a:lnTo>
                      <a:pt x="1855" y="627"/>
                    </a:lnTo>
                    <a:lnTo>
                      <a:pt x="1856" y="627"/>
                    </a:lnTo>
                    <a:lnTo>
                      <a:pt x="1857" y="628"/>
                    </a:lnTo>
                    <a:lnTo>
                      <a:pt x="1857" y="628"/>
                    </a:lnTo>
                    <a:lnTo>
                      <a:pt x="1858" y="627"/>
                    </a:lnTo>
                    <a:lnTo>
                      <a:pt x="1858" y="628"/>
                    </a:lnTo>
                    <a:lnTo>
                      <a:pt x="1859" y="627"/>
                    </a:lnTo>
                    <a:lnTo>
                      <a:pt x="1859" y="627"/>
                    </a:lnTo>
                    <a:lnTo>
                      <a:pt x="1860" y="627"/>
                    </a:lnTo>
                    <a:lnTo>
                      <a:pt x="1860" y="627"/>
                    </a:lnTo>
                    <a:lnTo>
                      <a:pt x="1861" y="627"/>
                    </a:lnTo>
                    <a:lnTo>
                      <a:pt x="1861" y="627"/>
                    </a:lnTo>
                    <a:lnTo>
                      <a:pt x="1862" y="627"/>
                    </a:lnTo>
                    <a:lnTo>
                      <a:pt x="1863" y="626"/>
                    </a:lnTo>
                    <a:lnTo>
                      <a:pt x="1863" y="626"/>
                    </a:lnTo>
                    <a:lnTo>
                      <a:pt x="1864" y="625"/>
                    </a:lnTo>
                    <a:lnTo>
                      <a:pt x="1864" y="625"/>
                    </a:lnTo>
                    <a:lnTo>
                      <a:pt x="1865" y="624"/>
                    </a:lnTo>
                    <a:lnTo>
                      <a:pt x="1866" y="624"/>
                    </a:lnTo>
                    <a:lnTo>
                      <a:pt x="1866" y="624"/>
                    </a:lnTo>
                    <a:lnTo>
                      <a:pt x="1867" y="624"/>
                    </a:lnTo>
                    <a:lnTo>
                      <a:pt x="1867" y="624"/>
                    </a:lnTo>
                    <a:lnTo>
                      <a:pt x="1868" y="623"/>
                    </a:lnTo>
                    <a:lnTo>
                      <a:pt x="1869" y="621"/>
                    </a:lnTo>
                    <a:lnTo>
                      <a:pt x="1869" y="620"/>
                    </a:lnTo>
                    <a:lnTo>
                      <a:pt x="1870" y="620"/>
                    </a:lnTo>
                    <a:lnTo>
                      <a:pt x="1870" y="619"/>
                    </a:lnTo>
                    <a:lnTo>
                      <a:pt x="1871" y="618"/>
                    </a:lnTo>
                    <a:lnTo>
                      <a:pt x="1872" y="618"/>
                    </a:lnTo>
                    <a:lnTo>
                      <a:pt x="1872" y="618"/>
                    </a:lnTo>
                    <a:lnTo>
                      <a:pt x="1873" y="617"/>
                    </a:lnTo>
                    <a:lnTo>
                      <a:pt x="1873" y="617"/>
                    </a:lnTo>
                    <a:lnTo>
                      <a:pt x="1874" y="616"/>
                    </a:lnTo>
                    <a:lnTo>
                      <a:pt x="1874" y="615"/>
                    </a:lnTo>
                    <a:lnTo>
                      <a:pt x="1875" y="614"/>
                    </a:lnTo>
                    <a:lnTo>
                      <a:pt x="1876" y="614"/>
                    </a:lnTo>
                    <a:lnTo>
                      <a:pt x="1876" y="612"/>
                    </a:lnTo>
                    <a:lnTo>
                      <a:pt x="1877" y="612"/>
                    </a:lnTo>
                    <a:lnTo>
                      <a:pt x="1877" y="611"/>
                    </a:lnTo>
                    <a:lnTo>
                      <a:pt x="1878" y="610"/>
                    </a:lnTo>
                    <a:lnTo>
                      <a:pt x="1878" y="610"/>
                    </a:lnTo>
                    <a:lnTo>
                      <a:pt x="1879" y="610"/>
                    </a:lnTo>
                    <a:lnTo>
                      <a:pt x="1879" y="610"/>
                    </a:lnTo>
                    <a:lnTo>
                      <a:pt x="1880" y="610"/>
                    </a:lnTo>
                    <a:lnTo>
                      <a:pt x="1881" y="610"/>
                    </a:lnTo>
                    <a:lnTo>
                      <a:pt x="1881" y="611"/>
                    </a:lnTo>
                    <a:lnTo>
                      <a:pt x="1882" y="611"/>
                    </a:lnTo>
                    <a:lnTo>
                      <a:pt x="1882" y="612"/>
                    </a:lnTo>
                    <a:lnTo>
                      <a:pt x="1883" y="612"/>
                    </a:lnTo>
                    <a:lnTo>
                      <a:pt x="1884" y="612"/>
                    </a:lnTo>
                    <a:lnTo>
                      <a:pt x="1884" y="612"/>
                    </a:lnTo>
                    <a:lnTo>
                      <a:pt x="1885" y="612"/>
                    </a:lnTo>
                    <a:lnTo>
                      <a:pt x="1885" y="612"/>
                    </a:lnTo>
                    <a:lnTo>
                      <a:pt x="1886" y="612"/>
                    </a:lnTo>
                    <a:lnTo>
                      <a:pt x="1887" y="612"/>
                    </a:lnTo>
                    <a:lnTo>
                      <a:pt x="1887" y="612"/>
                    </a:lnTo>
                    <a:lnTo>
                      <a:pt x="1888" y="612"/>
                    </a:lnTo>
                    <a:lnTo>
                      <a:pt x="1888" y="612"/>
                    </a:lnTo>
                    <a:lnTo>
                      <a:pt x="1889" y="612"/>
                    </a:lnTo>
                    <a:lnTo>
                      <a:pt x="1890" y="612"/>
                    </a:lnTo>
                    <a:lnTo>
                      <a:pt x="1890" y="612"/>
                    </a:lnTo>
                    <a:lnTo>
                      <a:pt x="1891" y="612"/>
                    </a:lnTo>
                    <a:lnTo>
                      <a:pt x="1891" y="612"/>
                    </a:lnTo>
                    <a:lnTo>
                      <a:pt x="1892" y="612"/>
                    </a:lnTo>
                    <a:lnTo>
                      <a:pt x="1892" y="612"/>
                    </a:lnTo>
                    <a:lnTo>
                      <a:pt x="1893" y="612"/>
                    </a:lnTo>
                    <a:lnTo>
                      <a:pt x="1893" y="611"/>
                    </a:lnTo>
                    <a:lnTo>
                      <a:pt x="1894" y="611"/>
                    </a:lnTo>
                    <a:lnTo>
                      <a:pt x="1894" y="611"/>
                    </a:lnTo>
                    <a:lnTo>
                      <a:pt x="1895" y="611"/>
                    </a:lnTo>
                    <a:lnTo>
                      <a:pt x="1896" y="611"/>
                    </a:lnTo>
                    <a:lnTo>
                      <a:pt x="1896" y="610"/>
                    </a:lnTo>
                    <a:lnTo>
                      <a:pt x="1897" y="609"/>
                    </a:lnTo>
                    <a:lnTo>
                      <a:pt x="1897" y="608"/>
                    </a:lnTo>
                    <a:lnTo>
                      <a:pt x="1898" y="606"/>
                    </a:lnTo>
                    <a:lnTo>
                      <a:pt x="1899" y="605"/>
                    </a:lnTo>
                    <a:lnTo>
                      <a:pt x="1899" y="604"/>
                    </a:lnTo>
                    <a:lnTo>
                      <a:pt x="1900" y="603"/>
                    </a:lnTo>
                    <a:lnTo>
                      <a:pt x="1900" y="603"/>
                    </a:lnTo>
                    <a:lnTo>
                      <a:pt x="1901" y="602"/>
                    </a:lnTo>
                    <a:lnTo>
                      <a:pt x="1902" y="600"/>
                    </a:lnTo>
                    <a:lnTo>
                      <a:pt x="1902" y="599"/>
                    </a:lnTo>
                    <a:lnTo>
                      <a:pt x="1903" y="598"/>
                    </a:lnTo>
                    <a:lnTo>
                      <a:pt x="1904" y="597"/>
                    </a:lnTo>
                    <a:lnTo>
                      <a:pt x="1904" y="595"/>
                    </a:lnTo>
                    <a:lnTo>
                      <a:pt x="1905" y="595"/>
                    </a:lnTo>
                    <a:lnTo>
                      <a:pt x="1905" y="594"/>
                    </a:lnTo>
                    <a:lnTo>
                      <a:pt x="1906" y="593"/>
                    </a:lnTo>
                    <a:lnTo>
                      <a:pt x="1906" y="592"/>
                    </a:lnTo>
                    <a:lnTo>
                      <a:pt x="1907" y="591"/>
                    </a:lnTo>
                    <a:lnTo>
                      <a:pt x="1907" y="590"/>
                    </a:lnTo>
                    <a:lnTo>
                      <a:pt x="1908" y="588"/>
                    </a:lnTo>
                    <a:lnTo>
                      <a:pt x="1908" y="587"/>
                    </a:lnTo>
                    <a:lnTo>
                      <a:pt x="1909" y="586"/>
                    </a:lnTo>
                    <a:lnTo>
                      <a:pt x="1910" y="585"/>
                    </a:lnTo>
                    <a:lnTo>
                      <a:pt x="1910" y="583"/>
                    </a:lnTo>
                    <a:lnTo>
                      <a:pt x="1911" y="583"/>
                    </a:lnTo>
                    <a:lnTo>
                      <a:pt x="1911" y="582"/>
                    </a:lnTo>
                    <a:lnTo>
                      <a:pt x="1912" y="582"/>
                    </a:lnTo>
                    <a:lnTo>
                      <a:pt x="1913" y="581"/>
                    </a:lnTo>
                    <a:lnTo>
                      <a:pt x="1913" y="579"/>
                    </a:lnTo>
                    <a:lnTo>
                      <a:pt x="1914" y="578"/>
                    </a:lnTo>
                    <a:lnTo>
                      <a:pt x="1914" y="577"/>
                    </a:lnTo>
                    <a:lnTo>
                      <a:pt x="1915" y="575"/>
                    </a:lnTo>
                    <a:lnTo>
                      <a:pt x="1916" y="574"/>
                    </a:lnTo>
                    <a:lnTo>
                      <a:pt x="1916" y="574"/>
                    </a:lnTo>
                    <a:lnTo>
                      <a:pt x="1917" y="573"/>
                    </a:lnTo>
                    <a:lnTo>
                      <a:pt x="1917" y="571"/>
                    </a:lnTo>
                    <a:lnTo>
                      <a:pt x="1918" y="570"/>
                    </a:lnTo>
                    <a:lnTo>
                      <a:pt x="1919" y="568"/>
                    </a:lnTo>
                    <a:lnTo>
                      <a:pt x="1919" y="567"/>
                    </a:lnTo>
                    <a:lnTo>
                      <a:pt x="1920" y="566"/>
                    </a:lnTo>
                    <a:lnTo>
                      <a:pt x="1920" y="565"/>
                    </a:lnTo>
                    <a:lnTo>
                      <a:pt x="1921" y="564"/>
                    </a:lnTo>
                    <a:lnTo>
                      <a:pt x="1921" y="562"/>
                    </a:lnTo>
                    <a:lnTo>
                      <a:pt x="1922" y="562"/>
                    </a:lnTo>
                    <a:lnTo>
                      <a:pt x="1923" y="561"/>
                    </a:lnTo>
                    <a:lnTo>
                      <a:pt x="1923" y="560"/>
                    </a:lnTo>
                    <a:lnTo>
                      <a:pt x="1924" y="559"/>
                    </a:lnTo>
                    <a:lnTo>
                      <a:pt x="1924" y="558"/>
                    </a:lnTo>
                    <a:lnTo>
                      <a:pt x="1925" y="557"/>
                    </a:lnTo>
                    <a:lnTo>
                      <a:pt x="1925" y="557"/>
                    </a:lnTo>
                    <a:lnTo>
                      <a:pt x="1926" y="557"/>
                    </a:lnTo>
                    <a:lnTo>
                      <a:pt x="1926" y="557"/>
                    </a:lnTo>
                    <a:lnTo>
                      <a:pt x="1927" y="556"/>
                    </a:lnTo>
                    <a:lnTo>
                      <a:pt x="1928" y="556"/>
                    </a:lnTo>
                    <a:lnTo>
                      <a:pt x="1928" y="556"/>
                    </a:lnTo>
                    <a:lnTo>
                      <a:pt x="1929" y="555"/>
                    </a:lnTo>
                    <a:lnTo>
                      <a:pt x="1929" y="554"/>
                    </a:lnTo>
                    <a:lnTo>
                      <a:pt x="1930" y="554"/>
                    </a:lnTo>
                    <a:lnTo>
                      <a:pt x="1931" y="554"/>
                    </a:lnTo>
                    <a:lnTo>
                      <a:pt x="1931" y="555"/>
                    </a:lnTo>
                    <a:lnTo>
                      <a:pt x="1932" y="555"/>
                    </a:lnTo>
                    <a:lnTo>
                      <a:pt x="1932" y="555"/>
                    </a:lnTo>
                    <a:lnTo>
                      <a:pt x="1933" y="556"/>
                    </a:lnTo>
                    <a:lnTo>
                      <a:pt x="1934" y="556"/>
                    </a:lnTo>
                    <a:lnTo>
                      <a:pt x="1934" y="556"/>
                    </a:lnTo>
                    <a:lnTo>
                      <a:pt x="1935" y="558"/>
                    </a:lnTo>
                    <a:lnTo>
                      <a:pt x="1935" y="559"/>
                    </a:lnTo>
                    <a:lnTo>
                      <a:pt x="1936" y="560"/>
                    </a:lnTo>
                    <a:lnTo>
                      <a:pt x="1937" y="561"/>
                    </a:lnTo>
                    <a:lnTo>
                      <a:pt x="1937" y="562"/>
                    </a:lnTo>
                    <a:lnTo>
                      <a:pt x="1938" y="563"/>
                    </a:lnTo>
                    <a:lnTo>
                      <a:pt x="1938" y="563"/>
                    </a:lnTo>
                    <a:lnTo>
                      <a:pt x="1939" y="564"/>
                    </a:lnTo>
                    <a:lnTo>
                      <a:pt x="1939" y="565"/>
                    </a:lnTo>
                    <a:lnTo>
                      <a:pt x="1940" y="567"/>
                    </a:lnTo>
                    <a:lnTo>
                      <a:pt x="1940" y="567"/>
                    </a:lnTo>
                    <a:lnTo>
                      <a:pt x="1941" y="568"/>
                    </a:lnTo>
                    <a:lnTo>
                      <a:pt x="1941" y="569"/>
                    </a:lnTo>
                    <a:lnTo>
                      <a:pt x="1942" y="570"/>
                    </a:lnTo>
                    <a:lnTo>
                      <a:pt x="1943" y="571"/>
                    </a:lnTo>
                    <a:lnTo>
                      <a:pt x="1943" y="572"/>
                    </a:lnTo>
                    <a:lnTo>
                      <a:pt x="1944" y="573"/>
                    </a:lnTo>
                    <a:lnTo>
                      <a:pt x="1944" y="573"/>
                    </a:lnTo>
                    <a:lnTo>
                      <a:pt x="1945" y="574"/>
                    </a:lnTo>
                    <a:lnTo>
                      <a:pt x="1946" y="575"/>
                    </a:lnTo>
                    <a:lnTo>
                      <a:pt x="1946" y="576"/>
                    </a:lnTo>
                    <a:lnTo>
                      <a:pt x="1947" y="576"/>
                    </a:lnTo>
                    <a:lnTo>
                      <a:pt x="1947" y="577"/>
                    </a:lnTo>
                    <a:lnTo>
                      <a:pt x="1948" y="579"/>
                    </a:lnTo>
                    <a:lnTo>
                      <a:pt x="1949" y="580"/>
                    </a:lnTo>
                    <a:lnTo>
                      <a:pt x="1949" y="580"/>
                    </a:lnTo>
                    <a:lnTo>
                      <a:pt x="1950" y="582"/>
                    </a:lnTo>
                    <a:lnTo>
                      <a:pt x="1950" y="585"/>
                    </a:lnTo>
                    <a:lnTo>
                      <a:pt x="1951" y="588"/>
                    </a:lnTo>
                    <a:lnTo>
                      <a:pt x="1952" y="590"/>
                    </a:lnTo>
                    <a:lnTo>
                      <a:pt x="1952" y="592"/>
                    </a:lnTo>
                    <a:lnTo>
                      <a:pt x="1953" y="594"/>
                    </a:lnTo>
                    <a:lnTo>
                      <a:pt x="1953" y="595"/>
                    </a:lnTo>
                    <a:lnTo>
                      <a:pt x="1954" y="596"/>
                    </a:lnTo>
                    <a:lnTo>
                      <a:pt x="1954" y="599"/>
                    </a:lnTo>
                    <a:lnTo>
                      <a:pt x="1955" y="601"/>
                    </a:lnTo>
                    <a:lnTo>
                      <a:pt x="1955" y="603"/>
                    </a:lnTo>
                    <a:lnTo>
                      <a:pt x="1956" y="605"/>
                    </a:lnTo>
                    <a:lnTo>
                      <a:pt x="1957" y="608"/>
                    </a:lnTo>
                    <a:lnTo>
                      <a:pt x="1957" y="609"/>
                    </a:lnTo>
                    <a:lnTo>
                      <a:pt x="1958" y="611"/>
                    </a:lnTo>
                    <a:lnTo>
                      <a:pt x="1958" y="612"/>
                    </a:lnTo>
                    <a:lnTo>
                      <a:pt x="1959" y="613"/>
                    </a:lnTo>
                    <a:lnTo>
                      <a:pt x="1959" y="614"/>
                    </a:lnTo>
                    <a:lnTo>
                      <a:pt x="1960" y="615"/>
                    </a:lnTo>
                    <a:lnTo>
                      <a:pt x="1961" y="617"/>
                    </a:lnTo>
                    <a:lnTo>
                      <a:pt x="1961" y="617"/>
                    </a:lnTo>
                    <a:lnTo>
                      <a:pt x="1962" y="618"/>
                    </a:lnTo>
                    <a:lnTo>
                      <a:pt x="1962" y="620"/>
                    </a:lnTo>
                    <a:lnTo>
                      <a:pt x="1963" y="620"/>
                    </a:lnTo>
                    <a:lnTo>
                      <a:pt x="1964" y="621"/>
                    </a:lnTo>
                    <a:lnTo>
                      <a:pt x="1964" y="621"/>
                    </a:lnTo>
                    <a:lnTo>
                      <a:pt x="1965" y="622"/>
                    </a:lnTo>
                    <a:lnTo>
                      <a:pt x="1965" y="622"/>
                    </a:lnTo>
                    <a:lnTo>
                      <a:pt x="1966" y="622"/>
                    </a:lnTo>
                    <a:lnTo>
                      <a:pt x="1967" y="623"/>
                    </a:lnTo>
                    <a:lnTo>
                      <a:pt x="1967" y="625"/>
                    </a:lnTo>
                    <a:lnTo>
                      <a:pt x="1968" y="626"/>
                    </a:lnTo>
                    <a:lnTo>
                      <a:pt x="1968" y="627"/>
                    </a:lnTo>
                    <a:lnTo>
                      <a:pt x="1969" y="629"/>
                    </a:lnTo>
                    <a:lnTo>
                      <a:pt x="1970" y="630"/>
                    </a:lnTo>
                    <a:lnTo>
                      <a:pt x="1970" y="630"/>
                    </a:lnTo>
                    <a:lnTo>
                      <a:pt x="1971" y="630"/>
                    </a:lnTo>
                    <a:lnTo>
                      <a:pt x="1971" y="632"/>
                    </a:lnTo>
                    <a:lnTo>
                      <a:pt x="1972" y="633"/>
                    </a:lnTo>
                    <a:lnTo>
                      <a:pt x="1972" y="633"/>
                    </a:lnTo>
                    <a:lnTo>
                      <a:pt x="1973" y="634"/>
                    </a:lnTo>
                    <a:lnTo>
                      <a:pt x="1973" y="635"/>
                    </a:lnTo>
                    <a:lnTo>
                      <a:pt x="1974" y="635"/>
                    </a:lnTo>
                    <a:lnTo>
                      <a:pt x="1975" y="636"/>
                    </a:lnTo>
                    <a:lnTo>
                      <a:pt x="1975" y="636"/>
                    </a:lnTo>
                    <a:lnTo>
                      <a:pt x="1976" y="637"/>
                    </a:lnTo>
                    <a:lnTo>
                      <a:pt x="1976" y="638"/>
                    </a:lnTo>
                    <a:lnTo>
                      <a:pt x="1977" y="638"/>
                    </a:lnTo>
                    <a:lnTo>
                      <a:pt x="1978" y="638"/>
                    </a:lnTo>
                    <a:lnTo>
                      <a:pt x="1978" y="638"/>
                    </a:lnTo>
                    <a:lnTo>
                      <a:pt x="1979" y="639"/>
                    </a:lnTo>
                    <a:lnTo>
                      <a:pt x="1979" y="640"/>
                    </a:lnTo>
                    <a:lnTo>
                      <a:pt x="1980" y="641"/>
                    </a:lnTo>
                    <a:lnTo>
                      <a:pt x="1981" y="641"/>
                    </a:lnTo>
                    <a:lnTo>
                      <a:pt x="1981" y="642"/>
                    </a:lnTo>
                    <a:lnTo>
                      <a:pt x="1982" y="644"/>
                    </a:lnTo>
                    <a:lnTo>
                      <a:pt x="1982" y="645"/>
                    </a:lnTo>
                    <a:lnTo>
                      <a:pt x="1983" y="646"/>
                    </a:lnTo>
                    <a:lnTo>
                      <a:pt x="1984" y="647"/>
                    </a:lnTo>
                    <a:lnTo>
                      <a:pt x="1984" y="648"/>
                    </a:lnTo>
                    <a:lnTo>
                      <a:pt x="1985" y="649"/>
                    </a:lnTo>
                    <a:lnTo>
                      <a:pt x="1985" y="650"/>
                    </a:lnTo>
                    <a:lnTo>
                      <a:pt x="1986" y="650"/>
                    </a:lnTo>
                    <a:lnTo>
                      <a:pt x="1986" y="651"/>
                    </a:lnTo>
                    <a:lnTo>
                      <a:pt x="1987" y="651"/>
                    </a:lnTo>
                    <a:lnTo>
                      <a:pt x="1987" y="650"/>
                    </a:lnTo>
                    <a:lnTo>
                      <a:pt x="1988" y="650"/>
                    </a:lnTo>
                    <a:lnTo>
                      <a:pt x="1988" y="650"/>
                    </a:lnTo>
                    <a:lnTo>
                      <a:pt x="1989" y="648"/>
                    </a:lnTo>
                    <a:lnTo>
                      <a:pt x="1990" y="648"/>
                    </a:lnTo>
                    <a:lnTo>
                      <a:pt x="1990" y="647"/>
                    </a:lnTo>
                    <a:lnTo>
                      <a:pt x="1991" y="646"/>
                    </a:lnTo>
                    <a:lnTo>
                      <a:pt x="1991" y="645"/>
                    </a:lnTo>
                    <a:lnTo>
                      <a:pt x="1992" y="644"/>
                    </a:lnTo>
                    <a:lnTo>
                      <a:pt x="1993" y="642"/>
                    </a:lnTo>
                    <a:lnTo>
                      <a:pt x="1993" y="641"/>
                    </a:lnTo>
                    <a:lnTo>
                      <a:pt x="1994" y="640"/>
                    </a:lnTo>
                    <a:lnTo>
                      <a:pt x="1994" y="639"/>
                    </a:lnTo>
                    <a:lnTo>
                      <a:pt x="1995" y="638"/>
                    </a:lnTo>
                    <a:lnTo>
                      <a:pt x="1996" y="637"/>
                    </a:lnTo>
                    <a:lnTo>
                      <a:pt x="1996" y="637"/>
                    </a:lnTo>
                    <a:lnTo>
                      <a:pt x="1997" y="637"/>
                    </a:lnTo>
                    <a:lnTo>
                      <a:pt x="1997" y="637"/>
                    </a:lnTo>
                    <a:lnTo>
                      <a:pt x="1998" y="636"/>
                    </a:lnTo>
                    <a:lnTo>
                      <a:pt x="1999" y="636"/>
                    </a:lnTo>
                    <a:lnTo>
                      <a:pt x="1999" y="636"/>
                    </a:lnTo>
                    <a:lnTo>
                      <a:pt x="2000" y="635"/>
                    </a:lnTo>
                    <a:lnTo>
                      <a:pt x="2000" y="635"/>
                    </a:lnTo>
                    <a:lnTo>
                      <a:pt x="2001" y="633"/>
                    </a:lnTo>
                    <a:lnTo>
                      <a:pt x="2001" y="633"/>
                    </a:lnTo>
                    <a:lnTo>
                      <a:pt x="2002" y="631"/>
                    </a:lnTo>
                    <a:lnTo>
                      <a:pt x="2002" y="629"/>
                    </a:lnTo>
                    <a:lnTo>
                      <a:pt x="2003" y="628"/>
                    </a:lnTo>
                    <a:lnTo>
                      <a:pt x="2004" y="627"/>
                    </a:lnTo>
                    <a:lnTo>
                      <a:pt x="2004" y="625"/>
                    </a:lnTo>
                    <a:lnTo>
                      <a:pt x="2005" y="623"/>
                    </a:lnTo>
                    <a:lnTo>
                      <a:pt x="2005" y="621"/>
                    </a:lnTo>
                    <a:lnTo>
                      <a:pt x="2006" y="619"/>
                    </a:lnTo>
                    <a:lnTo>
                      <a:pt x="2006" y="617"/>
                    </a:lnTo>
                    <a:lnTo>
                      <a:pt x="2007" y="615"/>
                    </a:lnTo>
                    <a:lnTo>
                      <a:pt x="2008" y="613"/>
                    </a:lnTo>
                    <a:lnTo>
                      <a:pt x="2008" y="611"/>
                    </a:lnTo>
                    <a:lnTo>
                      <a:pt x="2009" y="609"/>
                    </a:lnTo>
                    <a:lnTo>
                      <a:pt x="2009" y="606"/>
                    </a:lnTo>
                    <a:lnTo>
                      <a:pt x="2010" y="604"/>
                    </a:lnTo>
                    <a:lnTo>
                      <a:pt x="2011" y="601"/>
                    </a:lnTo>
                    <a:lnTo>
                      <a:pt x="2011" y="600"/>
                    </a:lnTo>
                    <a:lnTo>
                      <a:pt x="2012" y="598"/>
                    </a:lnTo>
                    <a:lnTo>
                      <a:pt x="2012" y="597"/>
                    </a:lnTo>
                    <a:lnTo>
                      <a:pt x="2013" y="595"/>
                    </a:lnTo>
                    <a:lnTo>
                      <a:pt x="2014" y="594"/>
                    </a:lnTo>
                    <a:lnTo>
                      <a:pt x="2014" y="592"/>
                    </a:lnTo>
                    <a:lnTo>
                      <a:pt x="2015" y="590"/>
                    </a:lnTo>
                    <a:lnTo>
                      <a:pt x="2015" y="589"/>
                    </a:lnTo>
                    <a:lnTo>
                      <a:pt x="2016" y="587"/>
                    </a:lnTo>
                    <a:lnTo>
                      <a:pt x="2016" y="585"/>
                    </a:lnTo>
                    <a:lnTo>
                      <a:pt x="2017" y="583"/>
                    </a:lnTo>
                    <a:lnTo>
                      <a:pt x="2018" y="582"/>
                    </a:lnTo>
                    <a:lnTo>
                      <a:pt x="2018" y="580"/>
                    </a:lnTo>
                    <a:lnTo>
                      <a:pt x="2019" y="578"/>
                    </a:lnTo>
                    <a:lnTo>
                      <a:pt x="2019" y="577"/>
                    </a:lnTo>
                    <a:lnTo>
                      <a:pt x="2020" y="574"/>
                    </a:lnTo>
                    <a:lnTo>
                      <a:pt x="2020" y="573"/>
                    </a:lnTo>
                    <a:lnTo>
                      <a:pt x="2021" y="571"/>
                    </a:lnTo>
                    <a:lnTo>
                      <a:pt x="2021" y="570"/>
                    </a:lnTo>
                    <a:lnTo>
                      <a:pt x="2022" y="568"/>
                    </a:lnTo>
                    <a:lnTo>
                      <a:pt x="2023" y="567"/>
                    </a:lnTo>
                    <a:lnTo>
                      <a:pt x="2023" y="566"/>
                    </a:lnTo>
                    <a:lnTo>
                      <a:pt x="2024" y="565"/>
                    </a:lnTo>
                    <a:lnTo>
                      <a:pt x="2024" y="564"/>
                    </a:lnTo>
                    <a:lnTo>
                      <a:pt x="2025" y="563"/>
                    </a:lnTo>
                    <a:lnTo>
                      <a:pt x="2026" y="562"/>
                    </a:lnTo>
                    <a:lnTo>
                      <a:pt x="2026" y="560"/>
                    </a:lnTo>
                    <a:lnTo>
                      <a:pt x="2027" y="559"/>
                    </a:lnTo>
                    <a:lnTo>
                      <a:pt x="2027" y="558"/>
                    </a:lnTo>
                    <a:lnTo>
                      <a:pt x="2028" y="558"/>
                    </a:lnTo>
                    <a:lnTo>
                      <a:pt x="2029" y="558"/>
                    </a:lnTo>
                    <a:lnTo>
                      <a:pt x="2029" y="557"/>
                    </a:lnTo>
                    <a:lnTo>
                      <a:pt x="2030" y="556"/>
                    </a:lnTo>
                    <a:lnTo>
                      <a:pt x="2030" y="556"/>
                    </a:lnTo>
                    <a:lnTo>
                      <a:pt x="2031" y="555"/>
                    </a:lnTo>
                    <a:lnTo>
                      <a:pt x="2032" y="555"/>
                    </a:lnTo>
                    <a:lnTo>
                      <a:pt x="2032" y="555"/>
                    </a:lnTo>
                    <a:lnTo>
                      <a:pt x="2033" y="555"/>
                    </a:lnTo>
                    <a:lnTo>
                      <a:pt x="2033" y="555"/>
                    </a:lnTo>
                    <a:lnTo>
                      <a:pt x="2034" y="554"/>
                    </a:lnTo>
                    <a:lnTo>
                      <a:pt x="2034" y="555"/>
                    </a:lnTo>
                    <a:lnTo>
                      <a:pt x="2035" y="555"/>
                    </a:lnTo>
                    <a:lnTo>
                      <a:pt x="2035" y="555"/>
                    </a:lnTo>
                    <a:lnTo>
                      <a:pt x="2036" y="555"/>
                    </a:lnTo>
                    <a:lnTo>
                      <a:pt x="2037" y="554"/>
                    </a:lnTo>
                    <a:lnTo>
                      <a:pt x="2037" y="555"/>
                    </a:lnTo>
                    <a:lnTo>
                      <a:pt x="2038" y="555"/>
                    </a:lnTo>
                    <a:lnTo>
                      <a:pt x="2038" y="556"/>
                    </a:lnTo>
                    <a:lnTo>
                      <a:pt x="2039" y="557"/>
                    </a:lnTo>
                    <a:lnTo>
                      <a:pt x="2040" y="558"/>
                    </a:lnTo>
                    <a:lnTo>
                      <a:pt x="2040" y="560"/>
                    </a:lnTo>
                    <a:lnTo>
                      <a:pt x="2041" y="561"/>
                    </a:lnTo>
                    <a:lnTo>
                      <a:pt x="2041" y="562"/>
                    </a:lnTo>
                    <a:lnTo>
                      <a:pt x="2042" y="563"/>
                    </a:lnTo>
                    <a:lnTo>
                      <a:pt x="2043" y="564"/>
                    </a:lnTo>
                    <a:lnTo>
                      <a:pt x="2043" y="564"/>
                    </a:lnTo>
                    <a:lnTo>
                      <a:pt x="2044" y="564"/>
                    </a:lnTo>
                    <a:lnTo>
                      <a:pt x="2044" y="565"/>
                    </a:lnTo>
                    <a:lnTo>
                      <a:pt x="2045" y="566"/>
                    </a:lnTo>
                    <a:lnTo>
                      <a:pt x="2046" y="567"/>
                    </a:lnTo>
                    <a:lnTo>
                      <a:pt x="2046" y="568"/>
                    </a:lnTo>
                    <a:lnTo>
                      <a:pt x="2047" y="570"/>
                    </a:lnTo>
                    <a:lnTo>
                      <a:pt x="2047" y="571"/>
                    </a:lnTo>
                    <a:lnTo>
                      <a:pt x="2048" y="573"/>
                    </a:lnTo>
                    <a:lnTo>
                      <a:pt x="2048" y="574"/>
                    </a:lnTo>
                    <a:lnTo>
                      <a:pt x="2049" y="575"/>
                    </a:lnTo>
                    <a:lnTo>
                      <a:pt x="2049" y="576"/>
                    </a:lnTo>
                    <a:lnTo>
                      <a:pt x="2050" y="576"/>
                    </a:lnTo>
                    <a:lnTo>
                      <a:pt x="2051" y="577"/>
                    </a:lnTo>
                    <a:lnTo>
                      <a:pt x="2051" y="578"/>
                    </a:lnTo>
                    <a:lnTo>
                      <a:pt x="2052" y="579"/>
                    </a:lnTo>
                    <a:lnTo>
                      <a:pt x="2052" y="580"/>
                    </a:lnTo>
                    <a:lnTo>
                      <a:pt x="2053" y="582"/>
                    </a:lnTo>
                    <a:lnTo>
                      <a:pt x="2053" y="583"/>
                    </a:lnTo>
                    <a:lnTo>
                      <a:pt x="2054" y="585"/>
                    </a:lnTo>
                    <a:lnTo>
                      <a:pt x="2055" y="586"/>
                    </a:lnTo>
                    <a:lnTo>
                      <a:pt x="2055" y="588"/>
                    </a:lnTo>
                    <a:lnTo>
                      <a:pt x="2056" y="589"/>
                    </a:lnTo>
                    <a:lnTo>
                      <a:pt x="2056" y="589"/>
                    </a:lnTo>
                    <a:lnTo>
                      <a:pt x="2057" y="591"/>
                    </a:lnTo>
                    <a:lnTo>
                      <a:pt x="2058" y="591"/>
                    </a:lnTo>
                    <a:lnTo>
                      <a:pt x="2058" y="591"/>
                    </a:lnTo>
                    <a:lnTo>
                      <a:pt x="2059" y="592"/>
                    </a:lnTo>
                    <a:lnTo>
                      <a:pt x="2059" y="593"/>
                    </a:lnTo>
                    <a:lnTo>
                      <a:pt x="2060" y="594"/>
                    </a:lnTo>
                    <a:lnTo>
                      <a:pt x="2061" y="595"/>
                    </a:lnTo>
                    <a:lnTo>
                      <a:pt x="2061" y="596"/>
                    </a:lnTo>
                    <a:lnTo>
                      <a:pt x="2062" y="597"/>
                    </a:lnTo>
                    <a:lnTo>
                      <a:pt x="2062" y="598"/>
                    </a:lnTo>
                    <a:lnTo>
                      <a:pt x="2063" y="598"/>
                    </a:lnTo>
                    <a:lnTo>
                      <a:pt x="2063" y="598"/>
                    </a:lnTo>
                    <a:lnTo>
                      <a:pt x="2064" y="599"/>
                    </a:lnTo>
                    <a:lnTo>
                      <a:pt x="2065" y="600"/>
                    </a:lnTo>
                    <a:lnTo>
                      <a:pt x="2065" y="601"/>
                    </a:lnTo>
                    <a:lnTo>
                      <a:pt x="2066" y="602"/>
                    </a:lnTo>
                    <a:lnTo>
                      <a:pt x="2066" y="603"/>
                    </a:lnTo>
                    <a:lnTo>
                      <a:pt x="2067" y="604"/>
                    </a:lnTo>
                    <a:lnTo>
                      <a:pt x="2067" y="605"/>
                    </a:lnTo>
                    <a:lnTo>
                      <a:pt x="2068" y="606"/>
                    </a:lnTo>
                    <a:lnTo>
                      <a:pt x="2068" y="608"/>
                    </a:lnTo>
                    <a:lnTo>
                      <a:pt x="2069" y="609"/>
                    </a:lnTo>
                    <a:lnTo>
                      <a:pt x="2070" y="609"/>
                    </a:lnTo>
                    <a:lnTo>
                      <a:pt x="2070" y="611"/>
                    </a:lnTo>
                    <a:lnTo>
                      <a:pt x="2071" y="612"/>
                    </a:lnTo>
                    <a:lnTo>
                      <a:pt x="2071" y="613"/>
                    </a:lnTo>
                    <a:lnTo>
                      <a:pt x="2072" y="613"/>
                    </a:lnTo>
                    <a:lnTo>
                      <a:pt x="2073" y="614"/>
                    </a:lnTo>
                    <a:lnTo>
                      <a:pt x="2073" y="614"/>
                    </a:lnTo>
                    <a:lnTo>
                      <a:pt x="2074" y="615"/>
                    </a:lnTo>
                    <a:lnTo>
                      <a:pt x="2074" y="615"/>
                    </a:lnTo>
                    <a:lnTo>
                      <a:pt x="2075" y="617"/>
                    </a:lnTo>
                    <a:lnTo>
                      <a:pt x="2076" y="618"/>
                    </a:lnTo>
                    <a:lnTo>
                      <a:pt x="2076" y="619"/>
                    </a:lnTo>
                    <a:lnTo>
                      <a:pt x="2077" y="620"/>
                    </a:lnTo>
                    <a:lnTo>
                      <a:pt x="2077" y="621"/>
                    </a:lnTo>
                    <a:lnTo>
                      <a:pt x="2078" y="623"/>
                    </a:lnTo>
                    <a:lnTo>
                      <a:pt x="2079" y="623"/>
                    </a:lnTo>
                    <a:lnTo>
                      <a:pt x="2079" y="624"/>
                    </a:lnTo>
                    <a:lnTo>
                      <a:pt x="2080" y="625"/>
                    </a:lnTo>
                    <a:lnTo>
                      <a:pt x="2080" y="627"/>
                    </a:lnTo>
                    <a:lnTo>
                      <a:pt x="2081" y="628"/>
                    </a:lnTo>
                    <a:lnTo>
                      <a:pt x="2081" y="630"/>
                    </a:lnTo>
                    <a:lnTo>
                      <a:pt x="2082" y="631"/>
                    </a:lnTo>
                    <a:lnTo>
                      <a:pt x="2082" y="632"/>
                    </a:lnTo>
                    <a:lnTo>
                      <a:pt x="2083" y="633"/>
                    </a:lnTo>
                    <a:lnTo>
                      <a:pt x="2083" y="633"/>
                    </a:lnTo>
                    <a:lnTo>
                      <a:pt x="2084" y="634"/>
                    </a:lnTo>
                    <a:lnTo>
                      <a:pt x="2085" y="634"/>
                    </a:lnTo>
                    <a:lnTo>
                      <a:pt x="2085" y="635"/>
                    </a:lnTo>
                    <a:lnTo>
                      <a:pt x="2086" y="636"/>
                    </a:lnTo>
                    <a:lnTo>
                      <a:pt x="2086" y="636"/>
                    </a:lnTo>
                    <a:lnTo>
                      <a:pt x="2087" y="637"/>
                    </a:lnTo>
                    <a:lnTo>
                      <a:pt x="2088" y="638"/>
                    </a:lnTo>
                    <a:lnTo>
                      <a:pt x="2088" y="638"/>
                    </a:lnTo>
                    <a:lnTo>
                      <a:pt x="2089" y="639"/>
                    </a:lnTo>
                    <a:lnTo>
                      <a:pt x="2089" y="640"/>
                    </a:lnTo>
                    <a:lnTo>
                      <a:pt x="2090" y="642"/>
                    </a:lnTo>
                    <a:lnTo>
                      <a:pt x="2091" y="643"/>
                    </a:lnTo>
                    <a:lnTo>
                      <a:pt x="2091" y="644"/>
                    </a:lnTo>
                    <a:lnTo>
                      <a:pt x="2092" y="644"/>
                    </a:lnTo>
                    <a:lnTo>
                      <a:pt x="2092" y="645"/>
                    </a:lnTo>
                    <a:lnTo>
                      <a:pt x="2093" y="646"/>
                    </a:lnTo>
                    <a:lnTo>
                      <a:pt x="2094" y="647"/>
                    </a:lnTo>
                    <a:lnTo>
                      <a:pt x="2094" y="647"/>
                    </a:lnTo>
                    <a:lnTo>
                      <a:pt x="2095" y="647"/>
                    </a:lnTo>
                    <a:lnTo>
                      <a:pt x="2095" y="648"/>
                    </a:lnTo>
                    <a:lnTo>
                      <a:pt x="2096" y="649"/>
                    </a:lnTo>
                    <a:lnTo>
                      <a:pt x="2096" y="650"/>
                    </a:lnTo>
                    <a:lnTo>
                      <a:pt x="2097" y="650"/>
                    </a:lnTo>
                    <a:lnTo>
                      <a:pt x="2098" y="650"/>
                    </a:lnTo>
                    <a:lnTo>
                      <a:pt x="2098" y="650"/>
                    </a:lnTo>
                    <a:lnTo>
                      <a:pt x="2099" y="649"/>
                    </a:lnTo>
                    <a:lnTo>
                      <a:pt x="2099" y="649"/>
                    </a:lnTo>
                    <a:lnTo>
                      <a:pt x="2100" y="649"/>
                    </a:lnTo>
                    <a:lnTo>
                      <a:pt x="2100" y="650"/>
                    </a:lnTo>
                    <a:lnTo>
                      <a:pt x="2101" y="650"/>
                    </a:lnTo>
                    <a:lnTo>
                      <a:pt x="2101" y="650"/>
                    </a:lnTo>
                    <a:lnTo>
                      <a:pt x="2102" y="649"/>
                    </a:lnTo>
                    <a:lnTo>
                      <a:pt x="2103" y="649"/>
                    </a:lnTo>
                    <a:lnTo>
                      <a:pt x="2103" y="648"/>
                    </a:lnTo>
                    <a:lnTo>
                      <a:pt x="2104" y="648"/>
                    </a:lnTo>
                    <a:lnTo>
                      <a:pt x="2104" y="647"/>
                    </a:lnTo>
                    <a:lnTo>
                      <a:pt x="2105" y="647"/>
                    </a:lnTo>
                    <a:lnTo>
                      <a:pt x="2106" y="647"/>
                    </a:lnTo>
                    <a:lnTo>
                      <a:pt x="2106" y="645"/>
                    </a:lnTo>
                    <a:lnTo>
                      <a:pt x="2107" y="645"/>
                    </a:lnTo>
                    <a:lnTo>
                      <a:pt x="2107" y="645"/>
                    </a:lnTo>
                    <a:lnTo>
                      <a:pt x="2108" y="645"/>
                    </a:lnTo>
                    <a:lnTo>
                      <a:pt x="2109" y="644"/>
                    </a:lnTo>
                    <a:lnTo>
                      <a:pt x="2109" y="644"/>
                    </a:lnTo>
                    <a:lnTo>
                      <a:pt x="2110" y="644"/>
                    </a:lnTo>
                    <a:lnTo>
                      <a:pt x="2110" y="643"/>
                    </a:lnTo>
                    <a:lnTo>
                      <a:pt x="2111" y="642"/>
                    </a:lnTo>
                    <a:lnTo>
                      <a:pt x="2112" y="641"/>
                    </a:lnTo>
                    <a:lnTo>
                      <a:pt x="2112" y="640"/>
                    </a:lnTo>
                    <a:lnTo>
                      <a:pt x="2113" y="638"/>
                    </a:lnTo>
                    <a:lnTo>
                      <a:pt x="2113" y="637"/>
                    </a:lnTo>
                    <a:lnTo>
                      <a:pt x="2114" y="636"/>
                    </a:lnTo>
                    <a:lnTo>
                      <a:pt x="2114" y="635"/>
                    </a:lnTo>
                    <a:lnTo>
                      <a:pt x="2115" y="634"/>
                    </a:lnTo>
                    <a:lnTo>
                      <a:pt x="2115" y="634"/>
                    </a:lnTo>
                    <a:lnTo>
                      <a:pt x="2116" y="634"/>
                    </a:lnTo>
                    <a:lnTo>
                      <a:pt x="2117" y="634"/>
                    </a:lnTo>
                    <a:lnTo>
                      <a:pt x="2117" y="634"/>
                    </a:lnTo>
                    <a:lnTo>
                      <a:pt x="2118" y="635"/>
                    </a:lnTo>
                    <a:lnTo>
                      <a:pt x="2118" y="635"/>
                    </a:lnTo>
                    <a:lnTo>
                      <a:pt x="2119" y="635"/>
                    </a:lnTo>
                    <a:lnTo>
                      <a:pt x="2120" y="635"/>
                    </a:lnTo>
                    <a:lnTo>
                      <a:pt x="2120" y="635"/>
                    </a:lnTo>
                    <a:lnTo>
                      <a:pt x="2121" y="636"/>
                    </a:lnTo>
                    <a:lnTo>
                      <a:pt x="2121" y="635"/>
                    </a:lnTo>
                    <a:lnTo>
                      <a:pt x="2122" y="635"/>
                    </a:lnTo>
                    <a:lnTo>
                      <a:pt x="2123" y="636"/>
                    </a:lnTo>
                    <a:lnTo>
                      <a:pt x="2123" y="635"/>
                    </a:lnTo>
                    <a:lnTo>
                      <a:pt x="2124" y="636"/>
                    </a:lnTo>
                    <a:lnTo>
                      <a:pt x="2124" y="636"/>
                    </a:lnTo>
                    <a:lnTo>
                      <a:pt x="2125" y="636"/>
                    </a:lnTo>
                    <a:lnTo>
                      <a:pt x="2126" y="636"/>
                    </a:lnTo>
                    <a:lnTo>
                      <a:pt x="2126" y="635"/>
                    </a:lnTo>
                    <a:lnTo>
                      <a:pt x="2127" y="635"/>
                    </a:lnTo>
                    <a:lnTo>
                      <a:pt x="2127" y="635"/>
                    </a:lnTo>
                    <a:lnTo>
                      <a:pt x="2128" y="635"/>
                    </a:lnTo>
                    <a:lnTo>
                      <a:pt x="2128" y="635"/>
                    </a:lnTo>
                    <a:lnTo>
                      <a:pt x="2129" y="635"/>
                    </a:lnTo>
                    <a:lnTo>
                      <a:pt x="2129" y="635"/>
                    </a:lnTo>
                    <a:lnTo>
                      <a:pt x="2130" y="634"/>
                    </a:lnTo>
                    <a:lnTo>
                      <a:pt x="2130" y="633"/>
                    </a:lnTo>
                    <a:lnTo>
                      <a:pt x="2131" y="633"/>
                    </a:lnTo>
                    <a:lnTo>
                      <a:pt x="2132" y="633"/>
                    </a:lnTo>
                    <a:lnTo>
                      <a:pt x="2132" y="633"/>
                    </a:lnTo>
                    <a:lnTo>
                      <a:pt x="2133" y="633"/>
                    </a:lnTo>
                    <a:lnTo>
                      <a:pt x="2133" y="633"/>
                    </a:lnTo>
                    <a:lnTo>
                      <a:pt x="2134" y="633"/>
                    </a:lnTo>
                    <a:lnTo>
                      <a:pt x="2135" y="633"/>
                    </a:lnTo>
                    <a:lnTo>
                      <a:pt x="2135" y="634"/>
                    </a:lnTo>
                    <a:lnTo>
                      <a:pt x="2136" y="634"/>
                    </a:lnTo>
                    <a:lnTo>
                      <a:pt x="2136" y="634"/>
                    </a:lnTo>
                    <a:lnTo>
                      <a:pt x="2137" y="635"/>
                    </a:lnTo>
                    <a:lnTo>
                      <a:pt x="2138" y="635"/>
                    </a:lnTo>
                    <a:lnTo>
                      <a:pt x="2138" y="635"/>
                    </a:lnTo>
                    <a:lnTo>
                      <a:pt x="2139" y="634"/>
                    </a:lnTo>
                    <a:lnTo>
                      <a:pt x="2139" y="634"/>
                    </a:lnTo>
                    <a:lnTo>
                      <a:pt x="2140" y="634"/>
                    </a:lnTo>
                    <a:lnTo>
                      <a:pt x="2141" y="634"/>
                    </a:lnTo>
                    <a:lnTo>
                      <a:pt x="2141" y="634"/>
                    </a:lnTo>
                    <a:lnTo>
                      <a:pt x="2142" y="634"/>
                    </a:lnTo>
                    <a:lnTo>
                      <a:pt x="2142" y="635"/>
                    </a:lnTo>
                    <a:lnTo>
                      <a:pt x="2143" y="635"/>
                    </a:lnTo>
                    <a:lnTo>
                      <a:pt x="2143" y="635"/>
                    </a:lnTo>
                    <a:lnTo>
                      <a:pt x="2144" y="635"/>
                    </a:lnTo>
                    <a:lnTo>
                      <a:pt x="2145" y="635"/>
                    </a:lnTo>
                    <a:lnTo>
                      <a:pt x="2145" y="634"/>
                    </a:lnTo>
                    <a:lnTo>
                      <a:pt x="2146" y="633"/>
                    </a:lnTo>
                    <a:lnTo>
                      <a:pt x="2146" y="633"/>
                    </a:lnTo>
                    <a:lnTo>
                      <a:pt x="2147" y="632"/>
                    </a:lnTo>
                    <a:lnTo>
                      <a:pt x="2147" y="632"/>
                    </a:lnTo>
                    <a:lnTo>
                      <a:pt x="2148" y="632"/>
                    </a:lnTo>
                    <a:lnTo>
                      <a:pt x="2148" y="632"/>
                    </a:lnTo>
                    <a:lnTo>
                      <a:pt x="2149" y="633"/>
                    </a:lnTo>
                    <a:lnTo>
                      <a:pt x="2150" y="634"/>
                    </a:lnTo>
                    <a:lnTo>
                      <a:pt x="2150" y="635"/>
                    </a:lnTo>
                    <a:lnTo>
                      <a:pt x="2151" y="635"/>
                    </a:lnTo>
                    <a:lnTo>
                      <a:pt x="2151" y="636"/>
                    </a:lnTo>
                    <a:lnTo>
                      <a:pt x="2152" y="636"/>
                    </a:lnTo>
                    <a:lnTo>
                      <a:pt x="2153" y="638"/>
                    </a:lnTo>
                    <a:lnTo>
                      <a:pt x="2153" y="638"/>
                    </a:lnTo>
                    <a:lnTo>
                      <a:pt x="2154" y="638"/>
                    </a:lnTo>
                    <a:lnTo>
                      <a:pt x="2154" y="638"/>
                    </a:lnTo>
                    <a:lnTo>
                      <a:pt x="2155" y="638"/>
                    </a:lnTo>
                    <a:lnTo>
                      <a:pt x="2156" y="638"/>
                    </a:lnTo>
                    <a:lnTo>
                      <a:pt x="2156" y="638"/>
                    </a:lnTo>
                    <a:lnTo>
                      <a:pt x="2157" y="639"/>
                    </a:lnTo>
                    <a:lnTo>
                      <a:pt x="2157" y="639"/>
                    </a:lnTo>
                    <a:lnTo>
                      <a:pt x="2158" y="639"/>
                    </a:lnTo>
                    <a:lnTo>
                      <a:pt x="2159" y="639"/>
                    </a:lnTo>
                    <a:lnTo>
                      <a:pt x="2159" y="639"/>
                    </a:lnTo>
                    <a:lnTo>
                      <a:pt x="2160" y="640"/>
                    </a:lnTo>
                    <a:lnTo>
                      <a:pt x="2160" y="640"/>
                    </a:lnTo>
                    <a:lnTo>
                      <a:pt x="2161" y="641"/>
                    </a:lnTo>
                    <a:lnTo>
                      <a:pt x="2161" y="641"/>
                    </a:lnTo>
                    <a:lnTo>
                      <a:pt x="2162" y="641"/>
                    </a:lnTo>
                    <a:lnTo>
                      <a:pt x="2162" y="641"/>
                    </a:lnTo>
                    <a:lnTo>
                      <a:pt x="2163" y="642"/>
                    </a:lnTo>
                    <a:lnTo>
                      <a:pt x="2163" y="642"/>
                    </a:lnTo>
                    <a:lnTo>
                      <a:pt x="2164" y="643"/>
                    </a:lnTo>
                    <a:lnTo>
                      <a:pt x="2165" y="643"/>
                    </a:lnTo>
                    <a:lnTo>
                      <a:pt x="2165" y="643"/>
                    </a:lnTo>
                    <a:lnTo>
                      <a:pt x="2166" y="643"/>
                    </a:lnTo>
                    <a:lnTo>
                      <a:pt x="2166" y="643"/>
                    </a:lnTo>
                    <a:lnTo>
                      <a:pt x="2167" y="644"/>
                    </a:lnTo>
                    <a:lnTo>
                      <a:pt x="2168" y="644"/>
                    </a:lnTo>
                    <a:lnTo>
                      <a:pt x="2168" y="645"/>
                    </a:lnTo>
                    <a:lnTo>
                      <a:pt x="2169" y="647"/>
                    </a:lnTo>
                    <a:lnTo>
                      <a:pt x="2169" y="648"/>
                    </a:lnTo>
                    <a:lnTo>
                      <a:pt x="2170" y="649"/>
                    </a:lnTo>
                    <a:lnTo>
                      <a:pt x="2171" y="651"/>
                    </a:lnTo>
                    <a:lnTo>
                      <a:pt x="2171" y="652"/>
                    </a:lnTo>
                    <a:lnTo>
                      <a:pt x="2172" y="653"/>
                    </a:lnTo>
                    <a:lnTo>
                      <a:pt x="2172" y="654"/>
                    </a:lnTo>
                    <a:lnTo>
                      <a:pt x="2173" y="654"/>
                    </a:lnTo>
                    <a:lnTo>
                      <a:pt x="2174" y="656"/>
                    </a:lnTo>
                    <a:lnTo>
                      <a:pt x="2174" y="656"/>
                    </a:lnTo>
                    <a:lnTo>
                      <a:pt x="2175" y="657"/>
                    </a:lnTo>
                    <a:lnTo>
                      <a:pt x="2175" y="657"/>
                    </a:lnTo>
                    <a:lnTo>
                      <a:pt x="2176" y="659"/>
                    </a:lnTo>
                    <a:lnTo>
                      <a:pt x="2176" y="660"/>
                    </a:lnTo>
                    <a:lnTo>
                      <a:pt x="2177" y="661"/>
                    </a:lnTo>
                    <a:lnTo>
                      <a:pt x="2177" y="662"/>
                    </a:lnTo>
                    <a:lnTo>
                      <a:pt x="2178" y="663"/>
                    </a:lnTo>
                    <a:lnTo>
                      <a:pt x="2179" y="664"/>
                    </a:lnTo>
                    <a:lnTo>
                      <a:pt x="2179" y="665"/>
                    </a:lnTo>
                    <a:lnTo>
                      <a:pt x="2180" y="665"/>
                    </a:lnTo>
                    <a:lnTo>
                      <a:pt x="2180" y="665"/>
                    </a:lnTo>
                    <a:lnTo>
                      <a:pt x="2181" y="667"/>
                    </a:lnTo>
                    <a:lnTo>
                      <a:pt x="2182" y="667"/>
                    </a:lnTo>
                    <a:lnTo>
                      <a:pt x="2182" y="668"/>
                    </a:lnTo>
                    <a:lnTo>
                      <a:pt x="2183" y="669"/>
                    </a:lnTo>
                    <a:lnTo>
                      <a:pt x="2183" y="670"/>
                    </a:lnTo>
                    <a:lnTo>
                      <a:pt x="2184" y="671"/>
                    </a:lnTo>
                    <a:lnTo>
                      <a:pt x="2185" y="672"/>
                    </a:lnTo>
                    <a:lnTo>
                      <a:pt x="2185" y="673"/>
                    </a:lnTo>
                    <a:lnTo>
                      <a:pt x="2186" y="673"/>
                    </a:lnTo>
                    <a:lnTo>
                      <a:pt x="2186" y="673"/>
                    </a:lnTo>
                    <a:lnTo>
                      <a:pt x="2187" y="673"/>
                    </a:lnTo>
                    <a:lnTo>
                      <a:pt x="2188" y="673"/>
                    </a:lnTo>
                    <a:lnTo>
                      <a:pt x="2188" y="673"/>
                    </a:lnTo>
                    <a:lnTo>
                      <a:pt x="2189" y="673"/>
                    </a:lnTo>
                    <a:lnTo>
                      <a:pt x="2189" y="673"/>
                    </a:lnTo>
                    <a:lnTo>
                      <a:pt x="2190" y="673"/>
                    </a:lnTo>
                    <a:lnTo>
                      <a:pt x="2190" y="671"/>
                    </a:lnTo>
                    <a:lnTo>
                      <a:pt x="2191" y="671"/>
                    </a:lnTo>
                    <a:lnTo>
                      <a:pt x="2192" y="671"/>
                    </a:lnTo>
                    <a:lnTo>
                      <a:pt x="2192" y="671"/>
                    </a:lnTo>
                    <a:lnTo>
                      <a:pt x="2193" y="670"/>
                    </a:lnTo>
                    <a:lnTo>
                      <a:pt x="2193" y="670"/>
                    </a:lnTo>
                    <a:lnTo>
                      <a:pt x="2194" y="670"/>
                    </a:lnTo>
                    <a:lnTo>
                      <a:pt x="2194" y="669"/>
                    </a:lnTo>
                    <a:lnTo>
                      <a:pt x="2195" y="668"/>
                    </a:lnTo>
                    <a:lnTo>
                      <a:pt x="2195" y="668"/>
                    </a:lnTo>
                    <a:lnTo>
                      <a:pt x="2196" y="669"/>
                    </a:lnTo>
                    <a:lnTo>
                      <a:pt x="2197" y="669"/>
                    </a:lnTo>
                    <a:lnTo>
                      <a:pt x="2197" y="670"/>
                    </a:lnTo>
                    <a:lnTo>
                      <a:pt x="2198" y="670"/>
                    </a:lnTo>
                    <a:lnTo>
                      <a:pt x="2198" y="671"/>
                    </a:lnTo>
                    <a:lnTo>
                      <a:pt x="2199" y="671"/>
                    </a:lnTo>
                    <a:lnTo>
                      <a:pt x="2200" y="671"/>
                    </a:lnTo>
                    <a:lnTo>
                      <a:pt x="2200" y="672"/>
                    </a:lnTo>
                    <a:lnTo>
                      <a:pt x="2201" y="672"/>
                    </a:lnTo>
                    <a:lnTo>
                      <a:pt x="2201" y="672"/>
                    </a:lnTo>
                    <a:lnTo>
                      <a:pt x="2202" y="672"/>
                    </a:lnTo>
                    <a:lnTo>
                      <a:pt x="2203" y="672"/>
                    </a:lnTo>
                    <a:lnTo>
                      <a:pt x="2203" y="672"/>
                    </a:lnTo>
                    <a:lnTo>
                      <a:pt x="2204" y="671"/>
                    </a:lnTo>
                    <a:lnTo>
                      <a:pt x="2204" y="671"/>
                    </a:lnTo>
                    <a:lnTo>
                      <a:pt x="2205" y="671"/>
                    </a:lnTo>
                    <a:lnTo>
                      <a:pt x="2206" y="671"/>
                    </a:lnTo>
                    <a:lnTo>
                      <a:pt x="2206" y="672"/>
                    </a:lnTo>
                    <a:lnTo>
                      <a:pt x="2207" y="672"/>
                    </a:lnTo>
                    <a:lnTo>
                      <a:pt x="2207" y="671"/>
                    </a:lnTo>
                    <a:lnTo>
                      <a:pt x="2208" y="670"/>
                    </a:lnTo>
                    <a:lnTo>
                      <a:pt x="2208" y="670"/>
                    </a:lnTo>
                    <a:lnTo>
                      <a:pt x="2209" y="670"/>
                    </a:lnTo>
                    <a:lnTo>
                      <a:pt x="2209" y="669"/>
                    </a:lnTo>
                    <a:lnTo>
                      <a:pt x="2210" y="669"/>
                    </a:lnTo>
                    <a:lnTo>
                      <a:pt x="2210" y="669"/>
                    </a:lnTo>
                    <a:lnTo>
                      <a:pt x="2211" y="668"/>
                    </a:lnTo>
                    <a:lnTo>
                      <a:pt x="2212" y="669"/>
                    </a:lnTo>
                    <a:lnTo>
                      <a:pt x="2212" y="669"/>
                    </a:lnTo>
                    <a:lnTo>
                      <a:pt x="2213" y="670"/>
                    </a:lnTo>
                    <a:lnTo>
                      <a:pt x="2213" y="670"/>
                    </a:lnTo>
                    <a:lnTo>
                      <a:pt x="2214" y="670"/>
                    </a:lnTo>
                    <a:lnTo>
                      <a:pt x="2215" y="670"/>
                    </a:lnTo>
                    <a:lnTo>
                      <a:pt x="2215" y="670"/>
                    </a:lnTo>
                    <a:lnTo>
                      <a:pt x="2216" y="670"/>
                    </a:lnTo>
                    <a:lnTo>
                      <a:pt x="2216" y="670"/>
                    </a:lnTo>
                    <a:lnTo>
                      <a:pt x="2217" y="670"/>
                    </a:lnTo>
                    <a:lnTo>
                      <a:pt x="2218" y="671"/>
                    </a:lnTo>
                    <a:lnTo>
                      <a:pt x="2218" y="671"/>
                    </a:lnTo>
                    <a:lnTo>
                      <a:pt x="2219" y="671"/>
                    </a:lnTo>
                    <a:lnTo>
                      <a:pt x="2219" y="671"/>
                    </a:lnTo>
                    <a:lnTo>
                      <a:pt x="2220" y="671"/>
                    </a:lnTo>
                    <a:lnTo>
                      <a:pt x="2221" y="671"/>
                    </a:lnTo>
                    <a:lnTo>
                      <a:pt x="2221" y="671"/>
                    </a:lnTo>
                    <a:lnTo>
                      <a:pt x="2222" y="672"/>
                    </a:lnTo>
                    <a:lnTo>
                      <a:pt x="2222" y="673"/>
                    </a:lnTo>
                    <a:lnTo>
                      <a:pt x="2223" y="674"/>
                    </a:lnTo>
                    <a:lnTo>
                      <a:pt x="2223" y="674"/>
                    </a:lnTo>
                    <a:lnTo>
                      <a:pt x="2224" y="676"/>
                    </a:lnTo>
                    <a:lnTo>
                      <a:pt x="2224" y="676"/>
                    </a:lnTo>
                    <a:lnTo>
                      <a:pt x="2225" y="676"/>
                    </a:lnTo>
                    <a:lnTo>
                      <a:pt x="2226" y="677"/>
                    </a:lnTo>
                    <a:lnTo>
                      <a:pt x="2226" y="679"/>
                    </a:lnTo>
                    <a:lnTo>
                      <a:pt x="2227" y="680"/>
                    </a:lnTo>
                    <a:lnTo>
                      <a:pt x="2227" y="682"/>
                    </a:lnTo>
                    <a:lnTo>
                      <a:pt x="2228" y="685"/>
                    </a:lnTo>
                    <a:lnTo>
                      <a:pt x="2228" y="687"/>
                    </a:lnTo>
                    <a:lnTo>
                      <a:pt x="2229" y="688"/>
                    </a:lnTo>
                    <a:lnTo>
                      <a:pt x="2230" y="689"/>
                    </a:lnTo>
                    <a:lnTo>
                      <a:pt x="2230" y="691"/>
                    </a:lnTo>
                    <a:lnTo>
                      <a:pt x="2231" y="692"/>
                    </a:lnTo>
                    <a:lnTo>
                      <a:pt x="2231" y="693"/>
                    </a:lnTo>
                    <a:lnTo>
                      <a:pt x="2232" y="695"/>
                    </a:lnTo>
                    <a:lnTo>
                      <a:pt x="2233" y="697"/>
                    </a:lnTo>
                    <a:lnTo>
                      <a:pt x="2233" y="698"/>
                    </a:lnTo>
                    <a:lnTo>
                      <a:pt x="2234" y="699"/>
                    </a:lnTo>
                    <a:lnTo>
                      <a:pt x="2234" y="699"/>
                    </a:lnTo>
                    <a:lnTo>
                      <a:pt x="2235" y="700"/>
                    </a:lnTo>
                    <a:lnTo>
                      <a:pt x="2236" y="700"/>
                    </a:lnTo>
                    <a:lnTo>
                      <a:pt x="2236" y="700"/>
                    </a:lnTo>
                    <a:lnTo>
                      <a:pt x="2237" y="701"/>
                    </a:lnTo>
                    <a:lnTo>
                      <a:pt x="2237" y="701"/>
                    </a:lnTo>
                    <a:lnTo>
                      <a:pt x="2238" y="702"/>
                    </a:lnTo>
                    <a:lnTo>
                      <a:pt x="2239" y="702"/>
                    </a:lnTo>
                    <a:lnTo>
                      <a:pt x="2239" y="703"/>
                    </a:lnTo>
                    <a:lnTo>
                      <a:pt x="2240" y="704"/>
                    </a:lnTo>
                    <a:lnTo>
                      <a:pt x="2240" y="705"/>
                    </a:lnTo>
                    <a:lnTo>
                      <a:pt x="2241" y="706"/>
                    </a:lnTo>
                    <a:lnTo>
                      <a:pt x="2241" y="706"/>
                    </a:lnTo>
                    <a:lnTo>
                      <a:pt x="2242" y="707"/>
                    </a:lnTo>
                    <a:lnTo>
                      <a:pt x="2242" y="707"/>
                    </a:lnTo>
                    <a:lnTo>
                      <a:pt x="2243" y="707"/>
                    </a:lnTo>
                    <a:lnTo>
                      <a:pt x="2243" y="707"/>
                    </a:lnTo>
                    <a:lnTo>
                      <a:pt x="2244" y="708"/>
                    </a:lnTo>
                    <a:lnTo>
                      <a:pt x="2245" y="709"/>
                    </a:lnTo>
                    <a:lnTo>
                      <a:pt x="2245" y="709"/>
                    </a:lnTo>
                    <a:lnTo>
                      <a:pt x="2246" y="709"/>
                    </a:lnTo>
                    <a:lnTo>
                      <a:pt x="2247" y="708"/>
                    </a:lnTo>
                    <a:lnTo>
                      <a:pt x="2247" y="708"/>
                    </a:lnTo>
                    <a:lnTo>
                      <a:pt x="2248" y="708"/>
                    </a:lnTo>
                    <a:lnTo>
                      <a:pt x="2248" y="708"/>
                    </a:lnTo>
                    <a:lnTo>
                      <a:pt x="2249" y="708"/>
                    </a:lnTo>
                    <a:lnTo>
                      <a:pt x="2250" y="708"/>
                    </a:lnTo>
                    <a:lnTo>
                      <a:pt x="2250" y="707"/>
                    </a:lnTo>
                    <a:lnTo>
                      <a:pt x="2251" y="707"/>
                    </a:lnTo>
                    <a:lnTo>
                      <a:pt x="2251" y="707"/>
                    </a:lnTo>
                    <a:lnTo>
                      <a:pt x="2252" y="706"/>
                    </a:lnTo>
                    <a:lnTo>
                      <a:pt x="2253" y="706"/>
                    </a:lnTo>
                    <a:lnTo>
                      <a:pt x="2253" y="706"/>
                    </a:lnTo>
                    <a:lnTo>
                      <a:pt x="2254" y="704"/>
                    </a:lnTo>
                    <a:lnTo>
                      <a:pt x="2254" y="704"/>
                    </a:lnTo>
                    <a:lnTo>
                      <a:pt x="2255" y="704"/>
                    </a:lnTo>
                    <a:lnTo>
                      <a:pt x="2255" y="703"/>
                    </a:lnTo>
                    <a:lnTo>
                      <a:pt x="2256" y="703"/>
                    </a:lnTo>
                    <a:lnTo>
                      <a:pt x="2256" y="702"/>
                    </a:lnTo>
                    <a:lnTo>
                      <a:pt x="2257" y="703"/>
                    </a:lnTo>
                    <a:lnTo>
                      <a:pt x="2257" y="703"/>
                    </a:lnTo>
                    <a:lnTo>
                      <a:pt x="2258" y="702"/>
                    </a:lnTo>
                    <a:lnTo>
                      <a:pt x="2259" y="701"/>
                    </a:lnTo>
                    <a:lnTo>
                      <a:pt x="2259" y="700"/>
                    </a:lnTo>
                    <a:lnTo>
                      <a:pt x="2260" y="699"/>
                    </a:lnTo>
                    <a:lnTo>
                      <a:pt x="2260" y="698"/>
                    </a:lnTo>
                    <a:lnTo>
                      <a:pt x="2261" y="698"/>
                    </a:lnTo>
                    <a:lnTo>
                      <a:pt x="2262" y="697"/>
                    </a:lnTo>
                    <a:lnTo>
                      <a:pt x="2262" y="697"/>
                    </a:lnTo>
                    <a:lnTo>
                      <a:pt x="2263" y="697"/>
                    </a:lnTo>
                    <a:lnTo>
                      <a:pt x="2263" y="695"/>
                    </a:lnTo>
                    <a:lnTo>
                      <a:pt x="2264" y="695"/>
                    </a:lnTo>
                    <a:lnTo>
                      <a:pt x="2265" y="693"/>
                    </a:lnTo>
                    <a:lnTo>
                      <a:pt x="2265" y="692"/>
                    </a:lnTo>
                    <a:lnTo>
                      <a:pt x="2266" y="690"/>
                    </a:lnTo>
                    <a:lnTo>
                      <a:pt x="2266" y="688"/>
                    </a:lnTo>
                    <a:lnTo>
                      <a:pt x="2267" y="687"/>
                    </a:lnTo>
                    <a:lnTo>
                      <a:pt x="2268" y="685"/>
                    </a:lnTo>
                    <a:lnTo>
                      <a:pt x="2268" y="684"/>
                    </a:lnTo>
                    <a:lnTo>
                      <a:pt x="2269" y="683"/>
                    </a:lnTo>
                    <a:lnTo>
                      <a:pt x="2269" y="682"/>
                    </a:lnTo>
                    <a:lnTo>
                      <a:pt x="2270" y="681"/>
                    </a:lnTo>
                    <a:lnTo>
                      <a:pt x="2270" y="679"/>
                    </a:lnTo>
                    <a:lnTo>
                      <a:pt x="2271" y="677"/>
                    </a:lnTo>
                    <a:lnTo>
                      <a:pt x="2271" y="676"/>
                    </a:lnTo>
                    <a:lnTo>
                      <a:pt x="2272" y="674"/>
                    </a:lnTo>
                    <a:lnTo>
                      <a:pt x="2273" y="673"/>
                    </a:lnTo>
                    <a:lnTo>
                      <a:pt x="2273" y="672"/>
                    </a:lnTo>
                    <a:lnTo>
                      <a:pt x="2274" y="671"/>
                    </a:lnTo>
                    <a:lnTo>
                      <a:pt x="2274" y="669"/>
                    </a:lnTo>
                    <a:lnTo>
                      <a:pt x="2275" y="668"/>
                    </a:lnTo>
                    <a:lnTo>
                      <a:pt x="2275" y="666"/>
                    </a:lnTo>
                    <a:lnTo>
                      <a:pt x="2276" y="664"/>
                    </a:lnTo>
                    <a:lnTo>
                      <a:pt x="2277" y="662"/>
                    </a:lnTo>
                    <a:lnTo>
                      <a:pt x="2277" y="661"/>
                    </a:lnTo>
                    <a:lnTo>
                      <a:pt x="2278" y="659"/>
                    </a:lnTo>
                    <a:lnTo>
                      <a:pt x="2278" y="657"/>
                    </a:lnTo>
                    <a:lnTo>
                      <a:pt x="2279" y="656"/>
                    </a:lnTo>
                    <a:lnTo>
                      <a:pt x="2280" y="654"/>
                    </a:lnTo>
                    <a:lnTo>
                      <a:pt x="2280" y="653"/>
                    </a:lnTo>
                    <a:lnTo>
                      <a:pt x="2281" y="651"/>
                    </a:lnTo>
                    <a:lnTo>
                      <a:pt x="2281" y="650"/>
                    </a:lnTo>
                    <a:lnTo>
                      <a:pt x="2282" y="649"/>
                    </a:lnTo>
                    <a:lnTo>
                      <a:pt x="2283" y="647"/>
                    </a:lnTo>
                    <a:lnTo>
                      <a:pt x="2283" y="645"/>
                    </a:lnTo>
                    <a:lnTo>
                      <a:pt x="2284" y="645"/>
                    </a:lnTo>
                    <a:lnTo>
                      <a:pt x="2284" y="644"/>
                    </a:lnTo>
                    <a:lnTo>
                      <a:pt x="2285" y="644"/>
                    </a:lnTo>
                    <a:lnTo>
                      <a:pt x="2285" y="643"/>
                    </a:lnTo>
                    <a:lnTo>
                      <a:pt x="2286" y="642"/>
                    </a:lnTo>
                    <a:lnTo>
                      <a:pt x="2287" y="641"/>
                    </a:lnTo>
                    <a:lnTo>
                      <a:pt x="2287" y="640"/>
                    </a:lnTo>
                    <a:lnTo>
                      <a:pt x="2288" y="639"/>
                    </a:lnTo>
                    <a:lnTo>
                      <a:pt x="2288" y="639"/>
                    </a:lnTo>
                    <a:lnTo>
                      <a:pt x="2289" y="638"/>
                    </a:lnTo>
                    <a:lnTo>
                      <a:pt x="2289" y="637"/>
                    </a:lnTo>
                    <a:lnTo>
                      <a:pt x="2290" y="635"/>
                    </a:lnTo>
                    <a:lnTo>
                      <a:pt x="2290" y="633"/>
                    </a:lnTo>
                    <a:lnTo>
                      <a:pt x="2291" y="632"/>
                    </a:lnTo>
                    <a:lnTo>
                      <a:pt x="2292" y="631"/>
                    </a:lnTo>
                    <a:lnTo>
                      <a:pt x="2292" y="630"/>
                    </a:lnTo>
                    <a:lnTo>
                      <a:pt x="2293" y="629"/>
                    </a:lnTo>
                    <a:lnTo>
                      <a:pt x="2293" y="628"/>
                    </a:lnTo>
                    <a:lnTo>
                      <a:pt x="2294" y="627"/>
                    </a:lnTo>
                    <a:lnTo>
                      <a:pt x="2295" y="626"/>
                    </a:lnTo>
                    <a:lnTo>
                      <a:pt x="2295" y="624"/>
                    </a:lnTo>
                    <a:lnTo>
                      <a:pt x="2296" y="622"/>
                    </a:lnTo>
                    <a:lnTo>
                      <a:pt x="2296" y="621"/>
                    </a:lnTo>
                    <a:lnTo>
                      <a:pt x="2297" y="619"/>
                    </a:lnTo>
                    <a:lnTo>
                      <a:pt x="2298" y="618"/>
                    </a:lnTo>
                    <a:lnTo>
                      <a:pt x="2298" y="617"/>
                    </a:lnTo>
                    <a:lnTo>
                      <a:pt x="2299" y="615"/>
                    </a:lnTo>
                    <a:lnTo>
                      <a:pt x="2299" y="614"/>
                    </a:lnTo>
                    <a:lnTo>
                      <a:pt x="2300" y="612"/>
                    </a:lnTo>
                    <a:lnTo>
                      <a:pt x="2301" y="611"/>
                    </a:lnTo>
                    <a:lnTo>
                      <a:pt x="2301" y="611"/>
                    </a:lnTo>
                    <a:lnTo>
                      <a:pt x="2302" y="610"/>
                    </a:lnTo>
                    <a:lnTo>
                      <a:pt x="2302" y="609"/>
                    </a:lnTo>
                    <a:lnTo>
                      <a:pt x="2303" y="608"/>
                    </a:lnTo>
                    <a:lnTo>
                      <a:pt x="2303" y="606"/>
                    </a:lnTo>
                    <a:lnTo>
                      <a:pt x="2304" y="604"/>
                    </a:lnTo>
                    <a:lnTo>
                      <a:pt x="2304" y="603"/>
                    </a:lnTo>
                    <a:lnTo>
                      <a:pt x="2305" y="601"/>
                    </a:lnTo>
                    <a:lnTo>
                      <a:pt x="2306" y="599"/>
                    </a:lnTo>
                    <a:lnTo>
                      <a:pt x="2306" y="596"/>
                    </a:lnTo>
                    <a:lnTo>
                      <a:pt x="2307" y="594"/>
                    </a:lnTo>
                    <a:lnTo>
                      <a:pt x="2307" y="593"/>
                    </a:lnTo>
                    <a:lnTo>
                      <a:pt x="2308" y="592"/>
                    </a:lnTo>
                    <a:lnTo>
                      <a:pt x="2308" y="592"/>
                    </a:lnTo>
                    <a:lnTo>
                      <a:pt x="2309" y="591"/>
                    </a:lnTo>
                    <a:lnTo>
                      <a:pt x="2310" y="591"/>
                    </a:lnTo>
                    <a:lnTo>
                      <a:pt x="2310" y="590"/>
                    </a:lnTo>
                    <a:lnTo>
                      <a:pt x="2311" y="588"/>
                    </a:lnTo>
                    <a:lnTo>
                      <a:pt x="2311" y="587"/>
                    </a:lnTo>
                    <a:lnTo>
                      <a:pt x="2312" y="586"/>
                    </a:lnTo>
                    <a:lnTo>
                      <a:pt x="2313" y="586"/>
                    </a:lnTo>
                    <a:lnTo>
                      <a:pt x="2313" y="585"/>
                    </a:lnTo>
                    <a:lnTo>
                      <a:pt x="2314" y="585"/>
                    </a:lnTo>
                    <a:lnTo>
                      <a:pt x="2314" y="583"/>
                    </a:lnTo>
                    <a:lnTo>
                      <a:pt x="2315" y="583"/>
                    </a:lnTo>
                    <a:lnTo>
                      <a:pt x="2316" y="582"/>
                    </a:lnTo>
                    <a:lnTo>
                      <a:pt x="2316" y="582"/>
                    </a:lnTo>
                    <a:lnTo>
                      <a:pt x="2317" y="581"/>
                    </a:lnTo>
                    <a:lnTo>
                      <a:pt x="2317" y="580"/>
                    </a:lnTo>
                    <a:lnTo>
                      <a:pt x="2318" y="580"/>
                    </a:lnTo>
                    <a:lnTo>
                      <a:pt x="2318" y="580"/>
                    </a:lnTo>
                    <a:lnTo>
                      <a:pt x="2319" y="579"/>
                    </a:lnTo>
                    <a:lnTo>
                      <a:pt x="2320" y="578"/>
                    </a:lnTo>
                    <a:lnTo>
                      <a:pt x="2320" y="578"/>
                    </a:lnTo>
                    <a:lnTo>
                      <a:pt x="2321" y="578"/>
                    </a:lnTo>
                    <a:lnTo>
                      <a:pt x="2321" y="577"/>
                    </a:lnTo>
                    <a:lnTo>
                      <a:pt x="2322" y="577"/>
                    </a:lnTo>
                    <a:lnTo>
                      <a:pt x="2322" y="576"/>
                    </a:lnTo>
                    <a:lnTo>
                      <a:pt x="2323" y="575"/>
                    </a:lnTo>
                    <a:lnTo>
                      <a:pt x="2324" y="574"/>
                    </a:lnTo>
                    <a:lnTo>
                      <a:pt x="2324" y="573"/>
                    </a:lnTo>
                    <a:lnTo>
                      <a:pt x="2325" y="573"/>
                    </a:lnTo>
                    <a:lnTo>
                      <a:pt x="2325" y="571"/>
                    </a:lnTo>
                    <a:lnTo>
                      <a:pt x="2326" y="570"/>
                    </a:lnTo>
                    <a:lnTo>
                      <a:pt x="2327" y="570"/>
                    </a:lnTo>
                    <a:lnTo>
                      <a:pt x="2327" y="570"/>
                    </a:lnTo>
                    <a:lnTo>
                      <a:pt x="2328" y="570"/>
                    </a:lnTo>
                    <a:lnTo>
                      <a:pt x="2328" y="571"/>
                    </a:lnTo>
                    <a:lnTo>
                      <a:pt x="2329" y="571"/>
                    </a:lnTo>
                    <a:lnTo>
                      <a:pt x="2330" y="571"/>
                    </a:lnTo>
                    <a:lnTo>
                      <a:pt x="2330" y="572"/>
                    </a:lnTo>
                    <a:lnTo>
                      <a:pt x="2331" y="571"/>
                    </a:lnTo>
                    <a:lnTo>
                      <a:pt x="2331" y="571"/>
                    </a:lnTo>
                    <a:lnTo>
                      <a:pt x="2332" y="572"/>
                    </a:lnTo>
                    <a:lnTo>
                      <a:pt x="2332" y="572"/>
                    </a:lnTo>
                    <a:lnTo>
                      <a:pt x="2333" y="573"/>
                    </a:lnTo>
                    <a:lnTo>
                      <a:pt x="2334" y="573"/>
                    </a:lnTo>
                    <a:lnTo>
                      <a:pt x="2334" y="573"/>
                    </a:lnTo>
                    <a:lnTo>
                      <a:pt x="2335" y="574"/>
                    </a:lnTo>
                    <a:lnTo>
                      <a:pt x="2335" y="574"/>
                    </a:lnTo>
                    <a:lnTo>
                      <a:pt x="2336" y="575"/>
                    </a:lnTo>
                    <a:lnTo>
                      <a:pt x="2336" y="575"/>
                    </a:lnTo>
                    <a:lnTo>
                      <a:pt x="2337" y="576"/>
                    </a:lnTo>
                    <a:lnTo>
                      <a:pt x="2337" y="577"/>
                    </a:lnTo>
                    <a:lnTo>
                      <a:pt x="2338" y="577"/>
                    </a:lnTo>
                    <a:lnTo>
                      <a:pt x="2339" y="577"/>
                    </a:lnTo>
                    <a:lnTo>
                      <a:pt x="2339" y="577"/>
                    </a:lnTo>
                    <a:lnTo>
                      <a:pt x="2340" y="577"/>
                    </a:lnTo>
                    <a:lnTo>
                      <a:pt x="2340" y="577"/>
                    </a:lnTo>
                    <a:lnTo>
                      <a:pt x="2341" y="578"/>
                    </a:lnTo>
                    <a:lnTo>
                      <a:pt x="2342" y="579"/>
                    </a:lnTo>
                    <a:lnTo>
                      <a:pt x="2342" y="579"/>
                    </a:lnTo>
                    <a:lnTo>
                      <a:pt x="2343" y="580"/>
                    </a:lnTo>
                    <a:lnTo>
                      <a:pt x="2343" y="582"/>
                    </a:lnTo>
                    <a:lnTo>
                      <a:pt x="2344" y="583"/>
                    </a:lnTo>
                    <a:lnTo>
                      <a:pt x="2345" y="583"/>
                    </a:lnTo>
                    <a:lnTo>
                      <a:pt x="2345" y="584"/>
                    </a:lnTo>
                    <a:lnTo>
                      <a:pt x="2346" y="584"/>
                    </a:lnTo>
                    <a:lnTo>
                      <a:pt x="2346" y="584"/>
                    </a:lnTo>
                    <a:lnTo>
                      <a:pt x="2347" y="584"/>
                    </a:lnTo>
                    <a:lnTo>
                      <a:pt x="2348" y="584"/>
                    </a:lnTo>
                    <a:lnTo>
                      <a:pt x="2348" y="584"/>
                    </a:lnTo>
                    <a:lnTo>
                      <a:pt x="2349" y="585"/>
                    </a:lnTo>
                    <a:lnTo>
                      <a:pt x="2349" y="586"/>
                    </a:lnTo>
                    <a:lnTo>
                      <a:pt x="2350" y="586"/>
                    </a:lnTo>
                    <a:lnTo>
                      <a:pt x="2350" y="587"/>
                    </a:lnTo>
                    <a:lnTo>
                      <a:pt x="2351" y="587"/>
                    </a:lnTo>
                    <a:lnTo>
                      <a:pt x="2351" y="587"/>
                    </a:lnTo>
                    <a:lnTo>
                      <a:pt x="2352" y="588"/>
                    </a:lnTo>
                    <a:lnTo>
                      <a:pt x="2353" y="588"/>
                    </a:lnTo>
                    <a:lnTo>
                      <a:pt x="2353" y="589"/>
                    </a:lnTo>
                    <a:lnTo>
                      <a:pt x="2354" y="590"/>
                    </a:lnTo>
                    <a:lnTo>
                      <a:pt x="2354" y="591"/>
                    </a:lnTo>
                    <a:lnTo>
                      <a:pt x="2355" y="591"/>
                    </a:lnTo>
                    <a:lnTo>
                      <a:pt x="2355" y="592"/>
                    </a:lnTo>
                    <a:lnTo>
                      <a:pt x="2356" y="593"/>
                    </a:lnTo>
                    <a:lnTo>
                      <a:pt x="2357" y="593"/>
                    </a:lnTo>
                    <a:lnTo>
                      <a:pt x="2357" y="594"/>
                    </a:lnTo>
                    <a:lnTo>
                      <a:pt x="2358" y="595"/>
                    </a:lnTo>
                    <a:lnTo>
                      <a:pt x="2358" y="595"/>
                    </a:lnTo>
                    <a:lnTo>
                      <a:pt x="2359" y="595"/>
                    </a:lnTo>
                    <a:lnTo>
                      <a:pt x="2360" y="595"/>
                    </a:lnTo>
                    <a:lnTo>
                      <a:pt x="2360" y="595"/>
                    </a:lnTo>
                    <a:lnTo>
                      <a:pt x="2361" y="597"/>
                    </a:lnTo>
                    <a:lnTo>
                      <a:pt x="2361" y="598"/>
                    </a:lnTo>
                    <a:lnTo>
                      <a:pt x="2362" y="598"/>
                    </a:lnTo>
                    <a:lnTo>
                      <a:pt x="2363" y="599"/>
                    </a:lnTo>
                    <a:lnTo>
                      <a:pt x="2363" y="600"/>
                    </a:lnTo>
                    <a:lnTo>
                      <a:pt x="2364" y="600"/>
                    </a:lnTo>
                    <a:lnTo>
                      <a:pt x="2364" y="600"/>
                    </a:lnTo>
                    <a:lnTo>
                      <a:pt x="2365" y="601"/>
                    </a:lnTo>
                    <a:lnTo>
                      <a:pt x="2365" y="601"/>
                    </a:lnTo>
                    <a:lnTo>
                      <a:pt x="2366" y="601"/>
                    </a:lnTo>
                    <a:lnTo>
                      <a:pt x="2367" y="601"/>
                    </a:lnTo>
                    <a:lnTo>
                      <a:pt x="2367" y="601"/>
                    </a:lnTo>
                    <a:lnTo>
                      <a:pt x="2368" y="601"/>
                    </a:lnTo>
                    <a:lnTo>
                      <a:pt x="2368" y="602"/>
                    </a:lnTo>
                    <a:lnTo>
                      <a:pt x="2369" y="603"/>
                    </a:lnTo>
                    <a:lnTo>
                      <a:pt x="2369" y="602"/>
                    </a:lnTo>
                    <a:lnTo>
                      <a:pt x="2370" y="602"/>
                    </a:lnTo>
                    <a:lnTo>
                      <a:pt x="2370" y="601"/>
                    </a:lnTo>
                    <a:lnTo>
                      <a:pt x="2371" y="600"/>
                    </a:lnTo>
                    <a:lnTo>
                      <a:pt x="2372" y="600"/>
                    </a:lnTo>
                    <a:lnTo>
                      <a:pt x="2372" y="599"/>
                    </a:lnTo>
                    <a:lnTo>
                      <a:pt x="2373" y="599"/>
                    </a:lnTo>
                    <a:lnTo>
                      <a:pt x="2373" y="598"/>
                    </a:lnTo>
                    <a:lnTo>
                      <a:pt x="2374" y="598"/>
                    </a:lnTo>
                  </a:path>
                </a:pathLst>
              </a:custGeom>
              <a:noFill/>
              <a:ln w="19050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118">
                <a:extLst>
                  <a:ext uri="{FF2B5EF4-FFF2-40B4-BE49-F238E27FC236}">
                    <a16:creationId xmlns:a16="http://schemas.microsoft.com/office/drawing/2014/main" id="{6737576C-E895-137E-7114-A7BEE0435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621" y="1433450"/>
                <a:ext cx="3768725" cy="1592263"/>
              </a:xfrm>
              <a:custGeom>
                <a:avLst/>
                <a:gdLst>
                  <a:gd name="T0" fmla="*/ 37 w 2374"/>
                  <a:gd name="T1" fmla="*/ 471 h 1003"/>
                  <a:gd name="T2" fmla="*/ 74 w 2374"/>
                  <a:gd name="T3" fmla="*/ 446 h 1003"/>
                  <a:gd name="T4" fmla="*/ 112 w 2374"/>
                  <a:gd name="T5" fmla="*/ 455 h 1003"/>
                  <a:gd name="T6" fmla="*/ 150 w 2374"/>
                  <a:gd name="T7" fmla="*/ 464 h 1003"/>
                  <a:gd name="T8" fmla="*/ 187 w 2374"/>
                  <a:gd name="T9" fmla="*/ 482 h 1003"/>
                  <a:gd name="T10" fmla="*/ 225 w 2374"/>
                  <a:gd name="T11" fmla="*/ 477 h 1003"/>
                  <a:gd name="T12" fmla="*/ 263 w 2374"/>
                  <a:gd name="T13" fmla="*/ 468 h 1003"/>
                  <a:gd name="T14" fmla="*/ 300 w 2374"/>
                  <a:gd name="T15" fmla="*/ 477 h 1003"/>
                  <a:gd name="T16" fmla="*/ 338 w 2374"/>
                  <a:gd name="T17" fmla="*/ 478 h 1003"/>
                  <a:gd name="T18" fmla="*/ 376 w 2374"/>
                  <a:gd name="T19" fmla="*/ 439 h 1003"/>
                  <a:gd name="T20" fmla="*/ 414 w 2374"/>
                  <a:gd name="T21" fmla="*/ 456 h 1003"/>
                  <a:gd name="T22" fmla="*/ 451 w 2374"/>
                  <a:gd name="T23" fmla="*/ 433 h 1003"/>
                  <a:gd name="T24" fmla="*/ 489 w 2374"/>
                  <a:gd name="T25" fmla="*/ 426 h 1003"/>
                  <a:gd name="T26" fmla="*/ 527 w 2374"/>
                  <a:gd name="T27" fmla="*/ 497 h 1003"/>
                  <a:gd name="T28" fmla="*/ 564 w 2374"/>
                  <a:gd name="T29" fmla="*/ 588 h 1003"/>
                  <a:gd name="T30" fmla="*/ 602 w 2374"/>
                  <a:gd name="T31" fmla="*/ 387 h 1003"/>
                  <a:gd name="T32" fmla="*/ 640 w 2374"/>
                  <a:gd name="T33" fmla="*/ 365 h 1003"/>
                  <a:gd name="T34" fmla="*/ 677 w 2374"/>
                  <a:gd name="T35" fmla="*/ 408 h 1003"/>
                  <a:gd name="T36" fmla="*/ 715 w 2374"/>
                  <a:gd name="T37" fmla="*/ 5 h 1003"/>
                  <a:gd name="T38" fmla="*/ 753 w 2374"/>
                  <a:gd name="T39" fmla="*/ 718 h 1003"/>
                  <a:gd name="T40" fmla="*/ 790 w 2374"/>
                  <a:gd name="T41" fmla="*/ 941 h 1003"/>
                  <a:gd name="T42" fmla="*/ 828 w 2374"/>
                  <a:gd name="T43" fmla="*/ 602 h 1003"/>
                  <a:gd name="T44" fmla="*/ 865 w 2374"/>
                  <a:gd name="T45" fmla="*/ 505 h 1003"/>
                  <a:gd name="T46" fmla="*/ 903 w 2374"/>
                  <a:gd name="T47" fmla="*/ 349 h 1003"/>
                  <a:gd name="T48" fmla="*/ 941 w 2374"/>
                  <a:gd name="T49" fmla="*/ 279 h 1003"/>
                  <a:gd name="T50" fmla="*/ 979 w 2374"/>
                  <a:gd name="T51" fmla="*/ 370 h 1003"/>
                  <a:gd name="T52" fmla="*/ 1017 w 2374"/>
                  <a:gd name="T53" fmla="*/ 447 h 1003"/>
                  <a:gd name="T54" fmla="*/ 1054 w 2374"/>
                  <a:gd name="T55" fmla="*/ 439 h 1003"/>
                  <a:gd name="T56" fmla="*/ 1092 w 2374"/>
                  <a:gd name="T57" fmla="*/ 494 h 1003"/>
                  <a:gd name="T58" fmla="*/ 1130 w 2374"/>
                  <a:gd name="T59" fmla="*/ 433 h 1003"/>
                  <a:gd name="T60" fmla="*/ 1167 w 2374"/>
                  <a:gd name="T61" fmla="*/ 459 h 1003"/>
                  <a:gd name="T62" fmla="*/ 1205 w 2374"/>
                  <a:gd name="T63" fmla="*/ 489 h 1003"/>
                  <a:gd name="T64" fmla="*/ 1242 w 2374"/>
                  <a:gd name="T65" fmla="*/ 499 h 1003"/>
                  <a:gd name="T66" fmla="*/ 1280 w 2374"/>
                  <a:gd name="T67" fmla="*/ 497 h 1003"/>
                  <a:gd name="T68" fmla="*/ 1318 w 2374"/>
                  <a:gd name="T69" fmla="*/ 452 h 1003"/>
                  <a:gd name="T70" fmla="*/ 1355 w 2374"/>
                  <a:gd name="T71" fmla="*/ 479 h 1003"/>
                  <a:gd name="T72" fmla="*/ 1393 w 2374"/>
                  <a:gd name="T73" fmla="*/ 479 h 1003"/>
                  <a:gd name="T74" fmla="*/ 1431 w 2374"/>
                  <a:gd name="T75" fmla="*/ 480 h 1003"/>
                  <a:gd name="T76" fmla="*/ 1468 w 2374"/>
                  <a:gd name="T77" fmla="*/ 464 h 1003"/>
                  <a:gd name="T78" fmla="*/ 1506 w 2374"/>
                  <a:gd name="T79" fmla="*/ 462 h 1003"/>
                  <a:gd name="T80" fmla="*/ 1544 w 2374"/>
                  <a:gd name="T81" fmla="*/ 437 h 1003"/>
                  <a:gd name="T82" fmla="*/ 1582 w 2374"/>
                  <a:gd name="T83" fmla="*/ 480 h 1003"/>
                  <a:gd name="T84" fmla="*/ 1619 w 2374"/>
                  <a:gd name="T85" fmla="*/ 495 h 1003"/>
                  <a:gd name="T86" fmla="*/ 1657 w 2374"/>
                  <a:gd name="T87" fmla="*/ 454 h 1003"/>
                  <a:gd name="T88" fmla="*/ 1695 w 2374"/>
                  <a:gd name="T89" fmla="*/ 477 h 1003"/>
                  <a:gd name="T90" fmla="*/ 1732 w 2374"/>
                  <a:gd name="T91" fmla="*/ 458 h 1003"/>
                  <a:gd name="T92" fmla="*/ 1770 w 2374"/>
                  <a:gd name="T93" fmla="*/ 458 h 1003"/>
                  <a:gd name="T94" fmla="*/ 1808 w 2374"/>
                  <a:gd name="T95" fmla="*/ 520 h 1003"/>
                  <a:gd name="T96" fmla="*/ 1845 w 2374"/>
                  <a:gd name="T97" fmla="*/ 488 h 1003"/>
                  <a:gd name="T98" fmla="*/ 1883 w 2374"/>
                  <a:gd name="T99" fmla="*/ 448 h 1003"/>
                  <a:gd name="T100" fmla="*/ 1921 w 2374"/>
                  <a:gd name="T101" fmla="*/ 433 h 1003"/>
                  <a:gd name="T102" fmla="*/ 1958 w 2374"/>
                  <a:gd name="T103" fmla="*/ 391 h 1003"/>
                  <a:gd name="T104" fmla="*/ 1996 w 2374"/>
                  <a:gd name="T105" fmla="*/ 397 h 1003"/>
                  <a:gd name="T106" fmla="*/ 2034 w 2374"/>
                  <a:gd name="T107" fmla="*/ 426 h 1003"/>
                  <a:gd name="T108" fmla="*/ 2071 w 2374"/>
                  <a:gd name="T109" fmla="*/ 481 h 1003"/>
                  <a:gd name="T110" fmla="*/ 2109 w 2374"/>
                  <a:gd name="T111" fmla="*/ 479 h 1003"/>
                  <a:gd name="T112" fmla="*/ 2147 w 2374"/>
                  <a:gd name="T113" fmla="*/ 508 h 1003"/>
                  <a:gd name="T114" fmla="*/ 2185 w 2374"/>
                  <a:gd name="T115" fmla="*/ 481 h 1003"/>
                  <a:gd name="T116" fmla="*/ 2222 w 2374"/>
                  <a:gd name="T117" fmla="*/ 473 h 1003"/>
                  <a:gd name="T118" fmla="*/ 2260 w 2374"/>
                  <a:gd name="T119" fmla="*/ 489 h 1003"/>
                  <a:gd name="T120" fmla="*/ 2298 w 2374"/>
                  <a:gd name="T121" fmla="*/ 449 h 1003"/>
                  <a:gd name="T122" fmla="*/ 2335 w 2374"/>
                  <a:gd name="T123" fmla="*/ 495 h 1003"/>
                  <a:gd name="T124" fmla="*/ 2373 w 2374"/>
                  <a:gd name="T125" fmla="*/ 460 h 10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74" h="1003">
                    <a:moveTo>
                      <a:pt x="0" y="468"/>
                    </a:moveTo>
                    <a:lnTo>
                      <a:pt x="0" y="467"/>
                    </a:lnTo>
                    <a:lnTo>
                      <a:pt x="1" y="467"/>
                    </a:lnTo>
                    <a:lnTo>
                      <a:pt x="1" y="466"/>
                    </a:lnTo>
                    <a:lnTo>
                      <a:pt x="2" y="466"/>
                    </a:lnTo>
                    <a:lnTo>
                      <a:pt x="3" y="465"/>
                    </a:lnTo>
                    <a:lnTo>
                      <a:pt x="3" y="464"/>
                    </a:lnTo>
                    <a:lnTo>
                      <a:pt x="4" y="463"/>
                    </a:lnTo>
                    <a:lnTo>
                      <a:pt x="4" y="462"/>
                    </a:lnTo>
                    <a:lnTo>
                      <a:pt x="5" y="461"/>
                    </a:lnTo>
                    <a:lnTo>
                      <a:pt x="5" y="461"/>
                    </a:lnTo>
                    <a:lnTo>
                      <a:pt x="6" y="460"/>
                    </a:lnTo>
                    <a:lnTo>
                      <a:pt x="7" y="459"/>
                    </a:lnTo>
                    <a:lnTo>
                      <a:pt x="7" y="458"/>
                    </a:lnTo>
                    <a:lnTo>
                      <a:pt x="8" y="458"/>
                    </a:lnTo>
                    <a:lnTo>
                      <a:pt x="8" y="458"/>
                    </a:lnTo>
                    <a:lnTo>
                      <a:pt x="9" y="458"/>
                    </a:lnTo>
                    <a:lnTo>
                      <a:pt x="9" y="458"/>
                    </a:lnTo>
                    <a:lnTo>
                      <a:pt x="10" y="457"/>
                    </a:lnTo>
                    <a:lnTo>
                      <a:pt x="10" y="456"/>
                    </a:lnTo>
                    <a:lnTo>
                      <a:pt x="11" y="455"/>
                    </a:lnTo>
                    <a:lnTo>
                      <a:pt x="12" y="454"/>
                    </a:lnTo>
                    <a:lnTo>
                      <a:pt x="12" y="454"/>
                    </a:lnTo>
                    <a:lnTo>
                      <a:pt x="13" y="453"/>
                    </a:lnTo>
                    <a:lnTo>
                      <a:pt x="13" y="452"/>
                    </a:lnTo>
                    <a:lnTo>
                      <a:pt x="14" y="452"/>
                    </a:lnTo>
                    <a:lnTo>
                      <a:pt x="15" y="451"/>
                    </a:lnTo>
                    <a:lnTo>
                      <a:pt x="15" y="450"/>
                    </a:lnTo>
                    <a:lnTo>
                      <a:pt x="16" y="449"/>
                    </a:lnTo>
                    <a:lnTo>
                      <a:pt x="16" y="450"/>
                    </a:lnTo>
                    <a:lnTo>
                      <a:pt x="17" y="450"/>
                    </a:lnTo>
                    <a:lnTo>
                      <a:pt x="18" y="450"/>
                    </a:lnTo>
                    <a:lnTo>
                      <a:pt x="18" y="450"/>
                    </a:lnTo>
                    <a:lnTo>
                      <a:pt x="19" y="450"/>
                    </a:lnTo>
                    <a:lnTo>
                      <a:pt x="19" y="451"/>
                    </a:lnTo>
                    <a:lnTo>
                      <a:pt x="20" y="452"/>
                    </a:lnTo>
                    <a:lnTo>
                      <a:pt x="21" y="452"/>
                    </a:lnTo>
                    <a:lnTo>
                      <a:pt x="21" y="453"/>
                    </a:lnTo>
                    <a:lnTo>
                      <a:pt x="22" y="453"/>
                    </a:lnTo>
                    <a:lnTo>
                      <a:pt x="22" y="454"/>
                    </a:lnTo>
                    <a:lnTo>
                      <a:pt x="23" y="455"/>
                    </a:lnTo>
                    <a:lnTo>
                      <a:pt x="23" y="455"/>
                    </a:lnTo>
                    <a:lnTo>
                      <a:pt x="24" y="456"/>
                    </a:lnTo>
                    <a:lnTo>
                      <a:pt x="24" y="456"/>
                    </a:lnTo>
                    <a:lnTo>
                      <a:pt x="25" y="456"/>
                    </a:lnTo>
                    <a:lnTo>
                      <a:pt x="25" y="456"/>
                    </a:lnTo>
                    <a:lnTo>
                      <a:pt x="26" y="457"/>
                    </a:lnTo>
                    <a:lnTo>
                      <a:pt x="27" y="458"/>
                    </a:lnTo>
                    <a:lnTo>
                      <a:pt x="27" y="458"/>
                    </a:lnTo>
                    <a:lnTo>
                      <a:pt x="28" y="458"/>
                    </a:lnTo>
                    <a:lnTo>
                      <a:pt x="28" y="458"/>
                    </a:lnTo>
                    <a:lnTo>
                      <a:pt x="29" y="458"/>
                    </a:lnTo>
                    <a:lnTo>
                      <a:pt x="30" y="458"/>
                    </a:lnTo>
                    <a:lnTo>
                      <a:pt x="30" y="459"/>
                    </a:lnTo>
                    <a:lnTo>
                      <a:pt x="31" y="460"/>
                    </a:lnTo>
                    <a:lnTo>
                      <a:pt x="31" y="461"/>
                    </a:lnTo>
                    <a:lnTo>
                      <a:pt x="32" y="462"/>
                    </a:lnTo>
                    <a:lnTo>
                      <a:pt x="33" y="464"/>
                    </a:lnTo>
                    <a:lnTo>
                      <a:pt x="33" y="465"/>
                    </a:lnTo>
                    <a:lnTo>
                      <a:pt x="34" y="465"/>
                    </a:lnTo>
                    <a:lnTo>
                      <a:pt x="34" y="466"/>
                    </a:lnTo>
                    <a:lnTo>
                      <a:pt x="35" y="467"/>
                    </a:lnTo>
                    <a:lnTo>
                      <a:pt x="36" y="469"/>
                    </a:lnTo>
                    <a:lnTo>
                      <a:pt x="36" y="470"/>
                    </a:lnTo>
                    <a:lnTo>
                      <a:pt x="37" y="471"/>
                    </a:lnTo>
                    <a:lnTo>
                      <a:pt x="37" y="472"/>
                    </a:lnTo>
                    <a:lnTo>
                      <a:pt x="38" y="473"/>
                    </a:lnTo>
                    <a:lnTo>
                      <a:pt x="38" y="472"/>
                    </a:lnTo>
                    <a:lnTo>
                      <a:pt x="39" y="471"/>
                    </a:lnTo>
                    <a:lnTo>
                      <a:pt x="39" y="470"/>
                    </a:lnTo>
                    <a:lnTo>
                      <a:pt x="40" y="470"/>
                    </a:lnTo>
                    <a:lnTo>
                      <a:pt x="41" y="469"/>
                    </a:lnTo>
                    <a:lnTo>
                      <a:pt x="41" y="468"/>
                    </a:lnTo>
                    <a:lnTo>
                      <a:pt x="42" y="468"/>
                    </a:lnTo>
                    <a:lnTo>
                      <a:pt x="42" y="467"/>
                    </a:lnTo>
                    <a:lnTo>
                      <a:pt x="43" y="467"/>
                    </a:lnTo>
                    <a:lnTo>
                      <a:pt x="44" y="466"/>
                    </a:lnTo>
                    <a:lnTo>
                      <a:pt x="44" y="465"/>
                    </a:lnTo>
                    <a:lnTo>
                      <a:pt x="45" y="466"/>
                    </a:lnTo>
                    <a:lnTo>
                      <a:pt x="45" y="466"/>
                    </a:lnTo>
                    <a:lnTo>
                      <a:pt x="46" y="465"/>
                    </a:lnTo>
                    <a:lnTo>
                      <a:pt x="47" y="465"/>
                    </a:lnTo>
                    <a:lnTo>
                      <a:pt x="47" y="464"/>
                    </a:lnTo>
                    <a:lnTo>
                      <a:pt x="48" y="464"/>
                    </a:lnTo>
                    <a:lnTo>
                      <a:pt x="48" y="464"/>
                    </a:lnTo>
                    <a:lnTo>
                      <a:pt x="49" y="464"/>
                    </a:lnTo>
                    <a:lnTo>
                      <a:pt x="50" y="465"/>
                    </a:lnTo>
                    <a:lnTo>
                      <a:pt x="50" y="465"/>
                    </a:lnTo>
                    <a:lnTo>
                      <a:pt x="51" y="465"/>
                    </a:lnTo>
                    <a:lnTo>
                      <a:pt x="51" y="465"/>
                    </a:lnTo>
                    <a:lnTo>
                      <a:pt x="52" y="465"/>
                    </a:lnTo>
                    <a:lnTo>
                      <a:pt x="52" y="465"/>
                    </a:lnTo>
                    <a:lnTo>
                      <a:pt x="53" y="465"/>
                    </a:lnTo>
                    <a:lnTo>
                      <a:pt x="54" y="465"/>
                    </a:lnTo>
                    <a:lnTo>
                      <a:pt x="54" y="465"/>
                    </a:lnTo>
                    <a:lnTo>
                      <a:pt x="55" y="465"/>
                    </a:lnTo>
                    <a:lnTo>
                      <a:pt x="55" y="464"/>
                    </a:lnTo>
                    <a:lnTo>
                      <a:pt x="56" y="464"/>
                    </a:lnTo>
                    <a:lnTo>
                      <a:pt x="56" y="463"/>
                    </a:lnTo>
                    <a:lnTo>
                      <a:pt x="57" y="462"/>
                    </a:lnTo>
                    <a:lnTo>
                      <a:pt x="57" y="462"/>
                    </a:lnTo>
                    <a:lnTo>
                      <a:pt x="58" y="461"/>
                    </a:lnTo>
                    <a:lnTo>
                      <a:pt x="59" y="461"/>
                    </a:lnTo>
                    <a:lnTo>
                      <a:pt x="59" y="459"/>
                    </a:lnTo>
                    <a:lnTo>
                      <a:pt x="60" y="459"/>
                    </a:lnTo>
                    <a:lnTo>
                      <a:pt x="60" y="459"/>
                    </a:lnTo>
                    <a:lnTo>
                      <a:pt x="61" y="458"/>
                    </a:lnTo>
                    <a:lnTo>
                      <a:pt x="62" y="458"/>
                    </a:lnTo>
                    <a:lnTo>
                      <a:pt x="62" y="457"/>
                    </a:lnTo>
                    <a:lnTo>
                      <a:pt x="63" y="457"/>
                    </a:lnTo>
                    <a:lnTo>
                      <a:pt x="63" y="456"/>
                    </a:lnTo>
                    <a:lnTo>
                      <a:pt x="64" y="456"/>
                    </a:lnTo>
                    <a:lnTo>
                      <a:pt x="65" y="455"/>
                    </a:lnTo>
                    <a:lnTo>
                      <a:pt x="65" y="455"/>
                    </a:lnTo>
                    <a:lnTo>
                      <a:pt x="66" y="455"/>
                    </a:lnTo>
                    <a:lnTo>
                      <a:pt x="66" y="455"/>
                    </a:lnTo>
                    <a:lnTo>
                      <a:pt x="67" y="455"/>
                    </a:lnTo>
                    <a:lnTo>
                      <a:pt x="68" y="455"/>
                    </a:lnTo>
                    <a:lnTo>
                      <a:pt x="68" y="454"/>
                    </a:lnTo>
                    <a:lnTo>
                      <a:pt x="69" y="453"/>
                    </a:lnTo>
                    <a:lnTo>
                      <a:pt x="69" y="453"/>
                    </a:lnTo>
                    <a:lnTo>
                      <a:pt x="70" y="452"/>
                    </a:lnTo>
                    <a:lnTo>
                      <a:pt x="70" y="451"/>
                    </a:lnTo>
                    <a:lnTo>
                      <a:pt x="71" y="451"/>
                    </a:lnTo>
                    <a:lnTo>
                      <a:pt x="71" y="450"/>
                    </a:lnTo>
                    <a:lnTo>
                      <a:pt x="72" y="449"/>
                    </a:lnTo>
                    <a:lnTo>
                      <a:pt x="72" y="449"/>
                    </a:lnTo>
                    <a:lnTo>
                      <a:pt x="73" y="448"/>
                    </a:lnTo>
                    <a:lnTo>
                      <a:pt x="74" y="447"/>
                    </a:lnTo>
                    <a:lnTo>
                      <a:pt x="74" y="446"/>
                    </a:lnTo>
                    <a:lnTo>
                      <a:pt x="75" y="445"/>
                    </a:lnTo>
                    <a:lnTo>
                      <a:pt x="75" y="445"/>
                    </a:lnTo>
                    <a:lnTo>
                      <a:pt x="76" y="446"/>
                    </a:lnTo>
                    <a:lnTo>
                      <a:pt x="77" y="446"/>
                    </a:lnTo>
                    <a:lnTo>
                      <a:pt x="77" y="448"/>
                    </a:lnTo>
                    <a:lnTo>
                      <a:pt x="78" y="449"/>
                    </a:lnTo>
                    <a:lnTo>
                      <a:pt x="78" y="450"/>
                    </a:lnTo>
                    <a:lnTo>
                      <a:pt x="79" y="451"/>
                    </a:lnTo>
                    <a:lnTo>
                      <a:pt x="80" y="451"/>
                    </a:lnTo>
                    <a:lnTo>
                      <a:pt x="80" y="452"/>
                    </a:lnTo>
                    <a:lnTo>
                      <a:pt x="81" y="453"/>
                    </a:lnTo>
                    <a:lnTo>
                      <a:pt x="81" y="455"/>
                    </a:lnTo>
                    <a:lnTo>
                      <a:pt x="82" y="455"/>
                    </a:lnTo>
                    <a:lnTo>
                      <a:pt x="83" y="456"/>
                    </a:lnTo>
                    <a:lnTo>
                      <a:pt x="83" y="456"/>
                    </a:lnTo>
                    <a:lnTo>
                      <a:pt x="84" y="456"/>
                    </a:lnTo>
                    <a:lnTo>
                      <a:pt x="84" y="456"/>
                    </a:lnTo>
                    <a:lnTo>
                      <a:pt x="85" y="456"/>
                    </a:lnTo>
                    <a:lnTo>
                      <a:pt x="85" y="456"/>
                    </a:lnTo>
                    <a:lnTo>
                      <a:pt x="86" y="456"/>
                    </a:lnTo>
                    <a:lnTo>
                      <a:pt x="86" y="455"/>
                    </a:lnTo>
                    <a:lnTo>
                      <a:pt x="87" y="454"/>
                    </a:lnTo>
                    <a:lnTo>
                      <a:pt x="88" y="454"/>
                    </a:lnTo>
                    <a:lnTo>
                      <a:pt x="88" y="453"/>
                    </a:lnTo>
                    <a:lnTo>
                      <a:pt x="89" y="453"/>
                    </a:lnTo>
                    <a:lnTo>
                      <a:pt x="89" y="452"/>
                    </a:lnTo>
                    <a:lnTo>
                      <a:pt x="90" y="452"/>
                    </a:lnTo>
                    <a:lnTo>
                      <a:pt x="90" y="452"/>
                    </a:lnTo>
                    <a:lnTo>
                      <a:pt x="91" y="452"/>
                    </a:lnTo>
                    <a:lnTo>
                      <a:pt x="92" y="451"/>
                    </a:lnTo>
                    <a:lnTo>
                      <a:pt x="92" y="450"/>
                    </a:lnTo>
                    <a:lnTo>
                      <a:pt x="93" y="450"/>
                    </a:lnTo>
                    <a:lnTo>
                      <a:pt x="93" y="451"/>
                    </a:lnTo>
                    <a:lnTo>
                      <a:pt x="94" y="452"/>
                    </a:lnTo>
                    <a:lnTo>
                      <a:pt x="95" y="452"/>
                    </a:lnTo>
                    <a:lnTo>
                      <a:pt x="95" y="452"/>
                    </a:lnTo>
                    <a:lnTo>
                      <a:pt x="96" y="452"/>
                    </a:lnTo>
                    <a:lnTo>
                      <a:pt x="96" y="452"/>
                    </a:lnTo>
                    <a:lnTo>
                      <a:pt x="97" y="452"/>
                    </a:lnTo>
                    <a:lnTo>
                      <a:pt x="98" y="452"/>
                    </a:lnTo>
                    <a:lnTo>
                      <a:pt x="98" y="452"/>
                    </a:lnTo>
                    <a:lnTo>
                      <a:pt x="99" y="452"/>
                    </a:lnTo>
                    <a:lnTo>
                      <a:pt x="99" y="452"/>
                    </a:lnTo>
                    <a:lnTo>
                      <a:pt x="100" y="452"/>
                    </a:lnTo>
                    <a:lnTo>
                      <a:pt x="101" y="452"/>
                    </a:lnTo>
                    <a:lnTo>
                      <a:pt x="101" y="452"/>
                    </a:lnTo>
                    <a:lnTo>
                      <a:pt x="102" y="452"/>
                    </a:lnTo>
                    <a:lnTo>
                      <a:pt x="102" y="453"/>
                    </a:lnTo>
                    <a:lnTo>
                      <a:pt x="103" y="453"/>
                    </a:lnTo>
                    <a:lnTo>
                      <a:pt x="103" y="454"/>
                    </a:lnTo>
                    <a:lnTo>
                      <a:pt x="104" y="453"/>
                    </a:lnTo>
                    <a:lnTo>
                      <a:pt x="104" y="452"/>
                    </a:lnTo>
                    <a:lnTo>
                      <a:pt x="105" y="452"/>
                    </a:lnTo>
                    <a:lnTo>
                      <a:pt x="105" y="452"/>
                    </a:lnTo>
                    <a:lnTo>
                      <a:pt x="106" y="452"/>
                    </a:lnTo>
                    <a:lnTo>
                      <a:pt x="107" y="453"/>
                    </a:lnTo>
                    <a:lnTo>
                      <a:pt x="107" y="453"/>
                    </a:lnTo>
                    <a:lnTo>
                      <a:pt x="108" y="453"/>
                    </a:lnTo>
                    <a:lnTo>
                      <a:pt x="108" y="453"/>
                    </a:lnTo>
                    <a:lnTo>
                      <a:pt x="109" y="454"/>
                    </a:lnTo>
                    <a:lnTo>
                      <a:pt x="110" y="455"/>
                    </a:lnTo>
                    <a:lnTo>
                      <a:pt x="110" y="455"/>
                    </a:lnTo>
                    <a:lnTo>
                      <a:pt x="111" y="454"/>
                    </a:lnTo>
                    <a:lnTo>
                      <a:pt x="112" y="455"/>
                    </a:lnTo>
                    <a:lnTo>
                      <a:pt x="112" y="455"/>
                    </a:lnTo>
                    <a:lnTo>
                      <a:pt x="113" y="454"/>
                    </a:lnTo>
                    <a:lnTo>
                      <a:pt x="113" y="454"/>
                    </a:lnTo>
                    <a:lnTo>
                      <a:pt x="114" y="454"/>
                    </a:lnTo>
                    <a:lnTo>
                      <a:pt x="115" y="453"/>
                    </a:lnTo>
                    <a:lnTo>
                      <a:pt x="115" y="453"/>
                    </a:lnTo>
                    <a:lnTo>
                      <a:pt x="116" y="452"/>
                    </a:lnTo>
                    <a:lnTo>
                      <a:pt x="116" y="452"/>
                    </a:lnTo>
                    <a:lnTo>
                      <a:pt x="117" y="451"/>
                    </a:lnTo>
                    <a:lnTo>
                      <a:pt x="117" y="450"/>
                    </a:lnTo>
                    <a:lnTo>
                      <a:pt x="118" y="450"/>
                    </a:lnTo>
                    <a:lnTo>
                      <a:pt x="118" y="448"/>
                    </a:lnTo>
                    <a:lnTo>
                      <a:pt x="119" y="447"/>
                    </a:lnTo>
                    <a:lnTo>
                      <a:pt x="119" y="447"/>
                    </a:lnTo>
                    <a:lnTo>
                      <a:pt x="120" y="446"/>
                    </a:lnTo>
                    <a:lnTo>
                      <a:pt x="121" y="446"/>
                    </a:lnTo>
                    <a:lnTo>
                      <a:pt x="121" y="446"/>
                    </a:lnTo>
                    <a:lnTo>
                      <a:pt x="122" y="446"/>
                    </a:lnTo>
                    <a:lnTo>
                      <a:pt x="122" y="445"/>
                    </a:lnTo>
                    <a:lnTo>
                      <a:pt x="123" y="446"/>
                    </a:lnTo>
                    <a:lnTo>
                      <a:pt x="124" y="447"/>
                    </a:lnTo>
                    <a:lnTo>
                      <a:pt x="124" y="447"/>
                    </a:lnTo>
                    <a:lnTo>
                      <a:pt x="125" y="448"/>
                    </a:lnTo>
                    <a:lnTo>
                      <a:pt x="125" y="448"/>
                    </a:lnTo>
                    <a:lnTo>
                      <a:pt x="126" y="449"/>
                    </a:lnTo>
                    <a:lnTo>
                      <a:pt x="127" y="449"/>
                    </a:lnTo>
                    <a:lnTo>
                      <a:pt x="127" y="450"/>
                    </a:lnTo>
                    <a:lnTo>
                      <a:pt x="128" y="450"/>
                    </a:lnTo>
                    <a:lnTo>
                      <a:pt x="128" y="451"/>
                    </a:lnTo>
                    <a:lnTo>
                      <a:pt x="129" y="451"/>
                    </a:lnTo>
                    <a:lnTo>
                      <a:pt x="130" y="452"/>
                    </a:lnTo>
                    <a:lnTo>
                      <a:pt x="130" y="452"/>
                    </a:lnTo>
                    <a:lnTo>
                      <a:pt x="131" y="453"/>
                    </a:lnTo>
                    <a:lnTo>
                      <a:pt x="131" y="453"/>
                    </a:lnTo>
                    <a:lnTo>
                      <a:pt x="132" y="453"/>
                    </a:lnTo>
                    <a:lnTo>
                      <a:pt x="132" y="453"/>
                    </a:lnTo>
                    <a:lnTo>
                      <a:pt x="133" y="454"/>
                    </a:lnTo>
                    <a:lnTo>
                      <a:pt x="133" y="454"/>
                    </a:lnTo>
                    <a:lnTo>
                      <a:pt x="134" y="454"/>
                    </a:lnTo>
                    <a:lnTo>
                      <a:pt x="135" y="454"/>
                    </a:lnTo>
                    <a:lnTo>
                      <a:pt x="135" y="455"/>
                    </a:lnTo>
                    <a:lnTo>
                      <a:pt x="136" y="455"/>
                    </a:lnTo>
                    <a:lnTo>
                      <a:pt x="136" y="455"/>
                    </a:lnTo>
                    <a:lnTo>
                      <a:pt x="137" y="456"/>
                    </a:lnTo>
                    <a:lnTo>
                      <a:pt x="137" y="457"/>
                    </a:lnTo>
                    <a:lnTo>
                      <a:pt x="138" y="457"/>
                    </a:lnTo>
                    <a:lnTo>
                      <a:pt x="139" y="456"/>
                    </a:lnTo>
                    <a:lnTo>
                      <a:pt x="139" y="456"/>
                    </a:lnTo>
                    <a:lnTo>
                      <a:pt x="140" y="457"/>
                    </a:lnTo>
                    <a:lnTo>
                      <a:pt x="140" y="458"/>
                    </a:lnTo>
                    <a:lnTo>
                      <a:pt x="141" y="458"/>
                    </a:lnTo>
                    <a:lnTo>
                      <a:pt x="142" y="458"/>
                    </a:lnTo>
                    <a:lnTo>
                      <a:pt x="142" y="459"/>
                    </a:lnTo>
                    <a:lnTo>
                      <a:pt x="143" y="459"/>
                    </a:lnTo>
                    <a:lnTo>
                      <a:pt x="143" y="460"/>
                    </a:lnTo>
                    <a:lnTo>
                      <a:pt x="144" y="459"/>
                    </a:lnTo>
                    <a:lnTo>
                      <a:pt x="145" y="459"/>
                    </a:lnTo>
                    <a:lnTo>
                      <a:pt x="145" y="460"/>
                    </a:lnTo>
                    <a:lnTo>
                      <a:pt x="146" y="460"/>
                    </a:lnTo>
                    <a:lnTo>
                      <a:pt x="146" y="461"/>
                    </a:lnTo>
                    <a:lnTo>
                      <a:pt x="147" y="461"/>
                    </a:lnTo>
                    <a:lnTo>
                      <a:pt x="148" y="462"/>
                    </a:lnTo>
                    <a:lnTo>
                      <a:pt x="148" y="462"/>
                    </a:lnTo>
                    <a:lnTo>
                      <a:pt x="149" y="463"/>
                    </a:lnTo>
                    <a:lnTo>
                      <a:pt x="149" y="464"/>
                    </a:lnTo>
                    <a:lnTo>
                      <a:pt x="150" y="464"/>
                    </a:lnTo>
                    <a:lnTo>
                      <a:pt x="150" y="465"/>
                    </a:lnTo>
                    <a:lnTo>
                      <a:pt x="151" y="465"/>
                    </a:lnTo>
                    <a:lnTo>
                      <a:pt x="151" y="465"/>
                    </a:lnTo>
                    <a:lnTo>
                      <a:pt x="152" y="466"/>
                    </a:lnTo>
                    <a:lnTo>
                      <a:pt x="152" y="468"/>
                    </a:lnTo>
                    <a:lnTo>
                      <a:pt x="153" y="468"/>
                    </a:lnTo>
                    <a:lnTo>
                      <a:pt x="154" y="469"/>
                    </a:lnTo>
                    <a:lnTo>
                      <a:pt x="154" y="470"/>
                    </a:lnTo>
                    <a:lnTo>
                      <a:pt x="155" y="471"/>
                    </a:lnTo>
                    <a:lnTo>
                      <a:pt x="155" y="471"/>
                    </a:lnTo>
                    <a:lnTo>
                      <a:pt x="156" y="473"/>
                    </a:lnTo>
                    <a:lnTo>
                      <a:pt x="157" y="473"/>
                    </a:lnTo>
                    <a:lnTo>
                      <a:pt x="157" y="473"/>
                    </a:lnTo>
                    <a:lnTo>
                      <a:pt x="158" y="474"/>
                    </a:lnTo>
                    <a:lnTo>
                      <a:pt x="158" y="474"/>
                    </a:lnTo>
                    <a:lnTo>
                      <a:pt x="159" y="475"/>
                    </a:lnTo>
                    <a:lnTo>
                      <a:pt x="160" y="476"/>
                    </a:lnTo>
                    <a:lnTo>
                      <a:pt x="160" y="477"/>
                    </a:lnTo>
                    <a:lnTo>
                      <a:pt x="161" y="478"/>
                    </a:lnTo>
                    <a:lnTo>
                      <a:pt x="161" y="478"/>
                    </a:lnTo>
                    <a:lnTo>
                      <a:pt x="162" y="478"/>
                    </a:lnTo>
                    <a:lnTo>
                      <a:pt x="163" y="479"/>
                    </a:lnTo>
                    <a:lnTo>
                      <a:pt x="163" y="479"/>
                    </a:lnTo>
                    <a:lnTo>
                      <a:pt x="164" y="479"/>
                    </a:lnTo>
                    <a:lnTo>
                      <a:pt x="164" y="479"/>
                    </a:lnTo>
                    <a:lnTo>
                      <a:pt x="165" y="479"/>
                    </a:lnTo>
                    <a:lnTo>
                      <a:pt x="165" y="479"/>
                    </a:lnTo>
                    <a:lnTo>
                      <a:pt x="166" y="480"/>
                    </a:lnTo>
                    <a:lnTo>
                      <a:pt x="166" y="480"/>
                    </a:lnTo>
                    <a:lnTo>
                      <a:pt x="167" y="480"/>
                    </a:lnTo>
                    <a:lnTo>
                      <a:pt x="168" y="479"/>
                    </a:lnTo>
                    <a:lnTo>
                      <a:pt x="168" y="479"/>
                    </a:lnTo>
                    <a:lnTo>
                      <a:pt x="169" y="478"/>
                    </a:lnTo>
                    <a:lnTo>
                      <a:pt x="169" y="477"/>
                    </a:lnTo>
                    <a:lnTo>
                      <a:pt x="170" y="477"/>
                    </a:lnTo>
                    <a:lnTo>
                      <a:pt x="170" y="477"/>
                    </a:lnTo>
                    <a:lnTo>
                      <a:pt x="171" y="476"/>
                    </a:lnTo>
                    <a:lnTo>
                      <a:pt x="172" y="476"/>
                    </a:lnTo>
                    <a:lnTo>
                      <a:pt x="172" y="477"/>
                    </a:lnTo>
                    <a:lnTo>
                      <a:pt x="173" y="477"/>
                    </a:lnTo>
                    <a:lnTo>
                      <a:pt x="173" y="477"/>
                    </a:lnTo>
                    <a:lnTo>
                      <a:pt x="174" y="477"/>
                    </a:lnTo>
                    <a:lnTo>
                      <a:pt x="175" y="477"/>
                    </a:lnTo>
                    <a:lnTo>
                      <a:pt x="175" y="477"/>
                    </a:lnTo>
                    <a:lnTo>
                      <a:pt x="176" y="477"/>
                    </a:lnTo>
                    <a:lnTo>
                      <a:pt x="176" y="477"/>
                    </a:lnTo>
                    <a:lnTo>
                      <a:pt x="177" y="478"/>
                    </a:lnTo>
                    <a:lnTo>
                      <a:pt x="178" y="477"/>
                    </a:lnTo>
                    <a:lnTo>
                      <a:pt x="178" y="477"/>
                    </a:lnTo>
                    <a:lnTo>
                      <a:pt x="179" y="478"/>
                    </a:lnTo>
                    <a:lnTo>
                      <a:pt x="179" y="479"/>
                    </a:lnTo>
                    <a:lnTo>
                      <a:pt x="180" y="479"/>
                    </a:lnTo>
                    <a:lnTo>
                      <a:pt x="180" y="480"/>
                    </a:lnTo>
                    <a:lnTo>
                      <a:pt x="181" y="481"/>
                    </a:lnTo>
                    <a:lnTo>
                      <a:pt x="182" y="482"/>
                    </a:lnTo>
                    <a:lnTo>
                      <a:pt x="182" y="483"/>
                    </a:lnTo>
                    <a:lnTo>
                      <a:pt x="183" y="483"/>
                    </a:lnTo>
                    <a:lnTo>
                      <a:pt x="183" y="483"/>
                    </a:lnTo>
                    <a:lnTo>
                      <a:pt x="184" y="483"/>
                    </a:lnTo>
                    <a:lnTo>
                      <a:pt x="184" y="483"/>
                    </a:lnTo>
                    <a:lnTo>
                      <a:pt x="185" y="482"/>
                    </a:lnTo>
                    <a:lnTo>
                      <a:pt x="186" y="481"/>
                    </a:lnTo>
                    <a:lnTo>
                      <a:pt x="186" y="481"/>
                    </a:lnTo>
                    <a:lnTo>
                      <a:pt x="187" y="481"/>
                    </a:lnTo>
                    <a:lnTo>
                      <a:pt x="187" y="482"/>
                    </a:lnTo>
                    <a:lnTo>
                      <a:pt x="188" y="483"/>
                    </a:lnTo>
                    <a:lnTo>
                      <a:pt x="189" y="483"/>
                    </a:lnTo>
                    <a:lnTo>
                      <a:pt x="189" y="483"/>
                    </a:lnTo>
                    <a:lnTo>
                      <a:pt x="190" y="483"/>
                    </a:lnTo>
                    <a:lnTo>
                      <a:pt x="190" y="483"/>
                    </a:lnTo>
                    <a:lnTo>
                      <a:pt x="191" y="483"/>
                    </a:lnTo>
                    <a:lnTo>
                      <a:pt x="192" y="483"/>
                    </a:lnTo>
                    <a:lnTo>
                      <a:pt x="192" y="483"/>
                    </a:lnTo>
                    <a:lnTo>
                      <a:pt x="193" y="483"/>
                    </a:lnTo>
                    <a:lnTo>
                      <a:pt x="193" y="483"/>
                    </a:lnTo>
                    <a:lnTo>
                      <a:pt x="194" y="484"/>
                    </a:lnTo>
                    <a:lnTo>
                      <a:pt x="194" y="485"/>
                    </a:lnTo>
                    <a:lnTo>
                      <a:pt x="195" y="485"/>
                    </a:lnTo>
                    <a:lnTo>
                      <a:pt x="196" y="485"/>
                    </a:lnTo>
                    <a:lnTo>
                      <a:pt x="196" y="485"/>
                    </a:lnTo>
                    <a:lnTo>
                      <a:pt x="197" y="485"/>
                    </a:lnTo>
                    <a:lnTo>
                      <a:pt x="197" y="484"/>
                    </a:lnTo>
                    <a:lnTo>
                      <a:pt x="198" y="484"/>
                    </a:lnTo>
                    <a:lnTo>
                      <a:pt x="198" y="483"/>
                    </a:lnTo>
                    <a:lnTo>
                      <a:pt x="199" y="483"/>
                    </a:lnTo>
                    <a:lnTo>
                      <a:pt x="199" y="484"/>
                    </a:lnTo>
                    <a:lnTo>
                      <a:pt x="200" y="484"/>
                    </a:lnTo>
                    <a:lnTo>
                      <a:pt x="201" y="484"/>
                    </a:lnTo>
                    <a:lnTo>
                      <a:pt x="201" y="484"/>
                    </a:lnTo>
                    <a:lnTo>
                      <a:pt x="202" y="484"/>
                    </a:lnTo>
                    <a:lnTo>
                      <a:pt x="202" y="485"/>
                    </a:lnTo>
                    <a:lnTo>
                      <a:pt x="203" y="485"/>
                    </a:lnTo>
                    <a:lnTo>
                      <a:pt x="204" y="485"/>
                    </a:lnTo>
                    <a:lnTo>
                      <a:pt x="204" y="485"/>
                    </a:lnTo>
                    <a:lnTo>
                      <a:pt x="205" y="486"/>
                    </a:lnTo>
                    <a:lnTo>
                      <a:pt x="205" y="487"/>
                    </a:lnTo>
                    <a:lnTo>
                      <a:pt x="206" y="487"/>
                    </a:lnTo>
                    <a:lnTo>
                      <a:pt x="207" y="488"/>
                    </a:lnTo>
                    <a:lnTo>
                      <a:pt x="207" y="488"/>
                    </a:lnTo>
                    <a:lnTo>
                      <a:pt x="208" y="488"/>
                    </a:lnTo>
                    <a:lnTo>
                      <a:pt x="208" y="487"/>
                    </a:lnTo>
                    <a:lnTo>
                      <a:pt x="209" y="487"/>
                    </a:lnTo>
                    <a:lnTo>
                      <a:pt x="210" y="488"/>
                    </a:lnTo>
                    <a:lnTo>
                      <a:pt x="210" y="489"/>
                    </a:lnTo>
                    <a:lnTo>
                      <a:pt x="211" y="488"/>
                    </a:lnTo>
                    <a:lnTo>
                      <a:pt x="211" y="487"/>
                    </a:lnTo>
                    <a:lnTo>
                      <a:pt x="212" y="487"/>
                    </a:lnTo>
                    <a:lnTo>
                      <a:pt x="212" y="487"/>
                    </a:lnTo>
                    <a:lnTo>
                      <a:pt x="213" y="487"/>
                    </a:lnTo>
                    <a:lnTo>
                      <a:pt x="213" y="486"/>
                    </a:lnTo>
                    <a:lnTo>
                      <a:pt x="214" y="486"/>
                    </a:lnTo>
                    <a:lnTo>
                      <a:pt x="215" y="486"/>
                    </a:lnTo>
                    <a:lnTo>
                      <a:pt x="215" y="486"/>
                    </a:lnTo>
                    <a:lnTo>
                      <a:pt x="216" y="486"/>
                    </a:lnTo>
                    <a:lnTo>
                      <a:pt x="216" y="486"/>
                    </a:lnTo>
                    <a:lnTo>
                      <a:pt x="217" y="485"/>
                    </a:lnTo>
                    <a:lnTo>
                      <a:pt x="217" y="485"/>
                    </a:lnTo>
                    <a:lnTo>
                      <a:pt x="218" y="484"/>
                    </a:lnTo>
                    <a:lnTo>
                      <a:pt x="219" y="483"/>
                    </a:lnTo>
                    <a:lnTo>
                      <a:pt x="219" y="483"/>
                    </a:lnTo>
                    <a:lnTo>
                      <a:pt x="220" y="482"/>
                    </a:lnTo>
                    <a:lnTo>
                      <a:pt x="220" y="482"/>
                    </a:lnTo>
                    <a:lnTo>
                      <a:pt x="221" y="480"/>
                    </a:lnTo>
                    <a:lnTo>
                      <a:pt x="222" y="479"/>
                    </a:lnTo>
                    <a:lnTo>
                      <a:pt x="222" y="479"/>
                    </a:lnTo>
                    <a:lnTo>
                      <a:pt x="223" y="479"/>
                    </a:lnTo>
                    <a:lnTo>
                      <a:pt x="223" y="479"/>
                    </a:lnTo>
                    <a:lnTo>
                      <a:pt x="224" y="479"/>
                    </a:lnTo>
                    <a:lnTo>
                      <a:pt x="225" y="478"/>
                    </a:lnTo>
                    <a:lnTo>
                      <a:pt x="225" y="477"/>
                    </a:lnTo>
                    <a:lnTo>
                      <a:pt x="226" y="475"/>
                    </a:lnTo>
                    <a:lnTo>
                      <a:pt x="226" y="474"/>
                    </a:lnTo>
                    <a:lnTo>
                      <a:pt x="227" y="474"/>
                    </a:lnTo>
                    <a:lnTo>
                      <a:pt x="227" y="473"/>
                    </a:lnTo>
                    <a:lnTo>
                      <a:pt x="228" y="472"/>
                    </a:lnTo>
                    <a:lnTo>
                      <a:pt x="229" y="471"/>
                    </a:lnTo>
                    <a:lnTo>
                      <a:pt x="229" y="471"/>
                    </a:lnTo>
                    <a:lnTo>
                      <a:pt x="230" y="469"/>
                    </a:lnTo>
                    <a:lnTo>
                      <a:pt x="230" y="468"/>
                    </a:lnTo>
                    <a:lnTo>
                      <a:pt x="231" y="467"/>
                    </a:lnTo>
                    <a:lnTo>
                      <a:pt x="231" y="466"/>
                    </a:lnTo>
                    <a:lnTo>
                      <a:pt x="232" y="465"/>
                    </a:lnTo>
                    <a:lnTo>
                      <a:pt x="232" y="464"/>
                    </a:lnTo>
                    <a:lnTo>
                      <a:pt x="233" y="463"/>
                    </a:lnTo>
                    <a:lnTo>
                      <a:pt x="234" y="462"/>
                    </a:lnTo>
                    <a:lnTo>
                      <a:pt x="234" y="461"/>
                    </a:lnTo>
                    <a:lnTo>
                      <a:pt x="235" y="461"/>
                    </a:lnTo>
                    <a:lnTo>
                      <a:pt x="235" y="461"/>
                    </a:lnTo>
                    <a:lnTo>
                      <a:pt x="236" y="461"/>
                    </a:lnTo>
                    <a:lnTo>
                      <a:pt x="237" y="460"/>
                    </a:lnTo>
                    <a:lnTo>
                      <a:pt x="237" y="459"/>
                    </a:lnTo>
                    <a:lnTo>
                      <a:pt x="238" y="458"/>
                    </a:lnTo>
                    <a:lnTo>
                      <a:pt x="238" y="458"/>
                    </a:lnTo>
                    <a:lnTo>
                      <a:pt x="239" y="458"/>
                    </a:lnTo>
                    <a:lnTo>
                      <a:pt x="240" y="458"/>
                    </a:lnTo>
                    <a:lnTo>
                      <a:pt x="240" y="457"/>
                    </a:lnTo>
                    <a:lnTo>
                      <a:pt x="241" y="456"/>
                    </a:lnTo>
                    <a:lnTo>
                      <a:pt x="241" y="456"/>
                    </a:lnTo>
                    <a:lnTo>
                      <a:pt x="242" y="457"/>
                    </a:lnTo>
                    <a:lnTo>
                      <a:pt x="243" y="456"/>
                    </a:lnTo>
                    <a:lnTo>
                      <a:pt x="243" y="456"/>
                    </a:lnTo>
                    <a:lnTo>
                      <a:pt x="244" y="456"/>
                    </a:lnTo>
                    <a:lnTo>
                      <a:pt x="244" y="456"/>
                    </a:lnTo>
                    <a:lnTo>
                      <a:pt x="245" y="456"/>
                    </a:lnTo>
                    <a:lnTo>
                      <a:pt x="245" y="456"/>
                    </a:lnTo>
                    <a:lnTo>
                      <a:pt x="246" y="456"/>
                    </a:lnTo>
                    <a:lnTo>
                      <a:pt x="246" y="456"/>
                    </a:lnTo>
                    <a:lnTo>
                      <a:pt x="247" y="455"/>
                    </a:lnTo>
                    <a:lnTo>
                      <a:pt x="247" y="455"/>
                    </a:lnTo>
                    <a:lnTo>
                      <a:pt x="248" y="455"/>
                    </a:lnTo>
                    <a:lnTo>
                      <a:pt x="249" y="457"/>
                    </a:lnTo>
                    <a:lnTo>
                      <a:pt x="249" y="458"/>
                    </a:lnTo>
                    <a:lnTo>
                      <a:pt x="250" y="458"/>
                    </a:lnTo>
                    <a:lnTo>
                      <a:pt x="251" y="458"/>
                    </a:lnTo>
                    <a:lnTo>
                      <a:pt x="251" y="459"/>
                    </a:lnTo>
                    <a:lnTo>
                      <a:pt x="252" y="460"/>
                    </a:lnTo>
                    <a:lnTo>
                      <a:pt x="252" y="461"/>
                    </a:lnTo>
                    <a:lnTo>
                      <a:pt x="253" y="461"/>
                    </a:lnTo>
                    <a:lnTo>
                      <a:pt x="254" y="461"/>
                    </a:lnTo>
                    <a:lnTo>
                      <a:pt x="254" y="461"/>
                    </a:lnTo>
                    <a:lnTo>
                      <a:pt x="255" y="461"/>
                    </a:lnTo>
                    <a:lnTo>
                      <a:pt x="255" y="461"/>
                    </a:lnTo>
                    <a:lnTo>
                      <a:pt x="256" y="461"/>
                    </a:lnTo>
                    <a:lnTo>
                      <a:pt x="257" y="461"/>
                    </a:lnTo>
                    <a:lnTo>
                      <a:pt x="257" y="462"/>
                    </a:lnTo>
                    <a:lnTo>
                      <a:pt x="258" y="463"/>
                    </a:lnTo>
                    <a:lnTo>
                      <a:pt x="258" y="463"/>
                    </a:lnTo>
                    <a:lnTo>
                      <a:pt x="259" y="464"/>
                    </a:lnTo>
                    <a:lnTo>
                      <a:pt x="259" y="465"/>
                    </a:lnTo>
                    <a:lnTo>
                      <a:pt x="260" y="466"/>
                    </a:lnTo>
                    <a:lnTo>
                      <a:pt x="260" y="465"/>
                    </a:lnTo>
                    <a:lnTo>
                      <a:pt x="261" y="465"/>
                    </a:lnTo>
                    <a:lnTo>
                      <a:pt x="261" y="466"/>
                    </a:lnTo>
                    <a:lnTo>
                      <a:pt x="262" y="468"/>
                    </a:lnTo>
                    <a:lnTo>
                      <a:pt x="263" y="468"/>
                    </a:lnTo>
                    <a:lnTo>
                      <a:pt x="263" y="470"/>
                    </a:lnTo>
                    <a:lnTo>
                      <a:pt x="264" y="471"/>
                    </a:lnTo>
                    <a:lnTo>
                      <a:pt x="264" y="471"/>
                    </a:lnTo>
                    <a:lnTo>
                      <a:pt x="265" y="471"/>
                    </a:lnTo>
                    <a:lnTo>
                      <a:pt x="266" y="471"/>
                    </a:lnTo>
                    <a:lnTo>
                      <a:pt x="266" y="472"/>
                    </a:lnTo>
                    <a:lnTo>
                      <a:pt x="267" y="473"/>
                    </a:lnTo>
                    <a:lnTo>
                      <a:pt x="267" y="472"/>
                    </a:lnTo>
                    <a:lnTo>
                      <a:pt x="268" y="471"/>
                    </a:lnTo>
                    <a:lnTo>
                      <a:pt x="269" y="472"/>
                    </a:lnTo>
                    <a:lnTo>
                      <a:pt x="269" y="472"/>
                    </a:lnTo>
                    <a:lnTo>
                      <a:pt x="270" y="473"/>
                    </a:lnTo>
                    <a:lnTo>
                      <a:pt x="270" y="473"/>
                    </a:lnTo>
                    <a:lnTo>
                      <a:pt x="271" y="474"/>
                    </a:lnTo>
                    <a:lnTo>
                      <a:pt x="272" y="474"/>
                    </a:lnTo>
                    <a:lnTo>
                      <a:pt x="272" y="474"/>
                    </a:lnTo>
                    <a:lnTo>
                      <a:pt x="273" y="473"/>
                    </a:lnTo>
                    <a:lnTo>
                      <a:pt x="273" y="473"/>
                    </a:lnTo>
                    <a:lnTo>
                      <a:pt x="274" y="473"/>
                    </a:lnTo>
                    <a:lnTo>
                      <a:pt x="274" y="474"/>
                    </a:lnTo>
                    <a:lnTo>
                      <a:pt x="275" y="474"/>
                    </a:lnTo>
                    <a:lnTo>
                      <a:pt x="276" y="475"/>
                    </a:lnTo>
                    <a:lnTo>
                      <a:pt x="276" y="474"/>
                    </a:lnTo>
                    <a:lnTo>
                      <a:pt x="277" y="474"/>
                    </a:lnTo>
                    <a:lnTo>
                      <a:pt x="277" y="474"/>
                    </a:lnTo>
                    <a:lnTo>
                      <a:pt x="278" y="474"/>
                    </a:lnTo>
                    <a:lnTo>
                      <a:pt x="278" y="473"/>
                    </a:lnTo>
                    <a:lnTo>
                      <a:pt x="279" y="473"/>
                    </a:lnTo>
                    <a:lnTo>
                      <a:pt x="279" y="472"/>
                    </a:lnTo>
                    <a:lnTo>
                      <a:pt x="280" y="472"/>
                    </a:lnTo>
                    <a:lnTo>
                      <a:pt x="281" y="471"/>
                    </a:lnTo>
                    <a:lnTo>
                      <a:pt x="281" y="472"/>
                    </a:lnTo>
                    <a:lnTo>
                      <a:pt x="282" y="473"/>
                    </a:lnTo>
                    <a:lnTo>
                      <a:pt x="282" y="473"/>
                    </a:lnTo>
                    <a:lnTo>
                      <a:pt x="283" y="473"/>
                    </a:lnTo>
                    <a:lnTo>
                      <a:pt x="284" y="474"/>
                    </a:lnTo>
                    <a:lnTo>
                      <a:pt x="284" y="475"/>
                    </a:lnTo>
                    <a:lnTo>
                      <a:pt x="285" y="476"/>
                    </a:lnTo>
                    <a:lnTo>
                      <a:pt x="285" y="477"/>
                    </a:lnTo>
                    <a:lnTo>
                      <a:pt x="286" y="477"/>
                    </a:lnTo>
                    <a:lnTo>
                      <a:pt x="287" y="476"/>
                    </a:lnTo>
                    <a:lnTo>
                      <a:pt x="287" y="474"/>
                    </a:lnTo>
                    <a:lnTo>
                      <a:pt x="288" y="474"/>
                    </a:lnTo>
                    <a:lnTo>
                      <a:pt x="288" y="474"/>
                    </a:lnTo>
                    <a:lnTo>
                      <a:pt x="289" y="474"/>
                    </a:lnTo>
                    <a:lnTo>
                      <a:pt x="290" y="473"/>
                    </a:lnTo>
                    <a:lnTo>
                      <a:pt x="290" y="473"/>
                    </a:lnTo>
                    <a:lnTo>
                      <a:pt x="291" y="474"/>
                    </a:lnTo>
                    <a:lnTo>
                      <a:pt x="291" y="474"/>
                    </a:lnTo>
                    <a:lnTo>
                      <a:pt x="292" y="475"/>
                    </a:lnTo>
                    <a:lnTo>
                      <a:pt x="292" y="476"/>
                    </a:lnTo>
                    <a:lnTo>
                      <a:pt x="293" y="476"/>
                    </a:lnTo>
                    <a:lnTo>
                      <a:pt x="293" y="476"/>
                    </a:lnTo>
                    <a:lnTo>
                      <a:pt x="294" y="476"/>
                    </a:lnTo>
                    <a:lnTo>
                      <a:pt x="294" y="475"/>
                    </a:lnTo>
                    <a:lnTo>
                      <a:pt x="295" y="475"/>
                    </a:lnTo>
                    <a:lnTo>
                      <a:pt x="296" y="474"/>
                    </a:lnTo>
                    <a:lnTo>
                      <a:pt x="296" y="475"/>
                    </a:lnTo>
                    <a:lnTo>
                      <a:pt x="297" y="475"/>
                    </a:lnTo>
                    <a:lnTo>
                      <a:pt x="297" y="476"/>
                    </a:lnTo>
                    <a:lnTo>
                      <a:pt x="298" y="477"/>
                    </a:lnTo>
                    <a:lnTo>
                      <a:pt x="299" y="477"/>
                    </a:lnTo>
                    <a:lnTo>
                      <a:pt x="299" y="477"/>
                    </a:lnTo>
                    <a:lnTo>
                      <a:pt x="300" y="477"/>
                    </a:lnTo>
                    <a:lnTo>
                      <a:pt x="300" y="477"/>
                    </a:lnTo>
                    <a:lnTo>
                      <a:pt x="301" y="477"/>
                    </a:lnTo>
                    <a:lnTo>
                      <a:pt x="302" y="478"/>
                    </a:lnTo>
                    <a:lnTo>
                      <a:pt x="302" y="477"/>
                    </a:lnTo>
                    <a:lnTo>
                      <a:pt x="303" y="478"/>
                    </a:lnTo>
                    <a:lnTo>
                      <a:pt x="303" y="478"/>
                    </a:lnTo>
                    <a:lnTo>
                      <a:pt x="304" y="478"/>
                    </a:lnTo>
                    <a:lnTo>
                      <a:pt x="305" y="478"/>
                    </a:lnTo>
                    <a:lnTo>
                      <a:pt x="305" y="479"/>
                    </a:lnTo>
                    <a:lnTo>
                      <a:pt x="306" y="481"/>
                    </a:lnTo>
                    <a:lnTo>
                      <a:pt x="306" y="482"/>
                    </a:lnTo>
                    <a:lnTo>
                      <a:pt x="307" y="482"/>
                    </a:lnTo>
                    <a:lnTo>
                      <a:pt x="307" y="482"/>
                    </a:lnTo>
                    <a:lnTo>
                      <a:pt x="308" y="482"/>
                    </a:lnTo>
                    <a:lnTo>
                      <a:pt x="308" y="481"/>
                    </a:lnTo>
                    <a:lnTo>
                      <a:pt x="309" y="481"/>
                    </a:lnTo>
                    <a:lnTo>
                      <a:pt x="310" y="481"/>
                    </a:lnTo>
                    <a:lnTo>
                      <a:pt x="310" y="482"/>
                    </a:lnTo>
                    <a:lnTo>
                      <a:pt x="311" y="482"/>
                    </a:lnTo>
                    <a:lnTo>
                      <a:pt x="311" y="482"/>
                    </a:lnTo>
                    <a:lnTo>
                      <a:pt x="312" y="482"/>
                    </a:lnTo>
                    <a:lnTo>
                      <a:pt x="312" y="482"/>
                    </a:lnTo>
                    <a:lnTo>
                      <a:pt x="313" y="482"/>
                    </a:lnTo>
                    <a:lnTo>
                      <a:pt x="314" y="482"/>
                    </a:lnTo>
                    <a:lnTo>
                      <a:pt x="314" y="482"/>
                    </a:lnTo>
                    <a:lnTo>
                      <a:pt x="315" y="482"/>
                    </a:lnTo>
                    <a:lnTo>
                      <a:pt x="315" y="482"/>
                    </a:lnTo>
                    <a:lnTo>
                      <a:pt x="316" y="483"/>
                    </a:lnTo>
                    <a:lnTo>
                      <a:pt x="317" y="483"/>
                    </a:lnTo>
                    <a:lnTo>
                      <a:pt x="317" y="483"/>
                    </a:lnTo>
                    <a:lnTo>
                      <a:pt x="318" y="483"/>
                    </a:lnTo>
                    <a:lnTo>
                      <a:pt x="319" y="483"/>
                    </a:lnTo>
                    <a:lnTo>
                      <a:pt x="319" y="483"/>
                    </a:lnTo>
                    <a:lnTo>
                      <a:pt x="320" y="482"/>
                    </a:lnTo>
                    <a:lnTo>
                      <a:pt x="320" y="481"/>
                    </a:lnTo>
                    <a:lnTo>
                      <a:pt x="321" y="481"/>
                    </a:lnTo>
                    <a:lnTo>
                      <a:pt x="321" y="482"/>
                    </a:lnTo>
                    <a:lnTo>
                      <a:pt x="322" y="482"/>
                    </a:lnTo>
                    <a:lnTo>
                      <a:pt x="323" y="482"/>
                    </a:lnTo>
                    <a:lnTo>
                      <a:pt x="323" y="482"/>
                    </a:lnTo>
                    <a:lnTo>
                      <a:pt x="324" y="482"/>
                    </a:lnTo>
                    <a:lnTo>
                      <a:pt x="324" y="483"/>
                    </a:lnTo>
                    <a:lnTo>
                      <a:pt x="325" y="484"/>
                    </a:lnTo>
                    <a:lnTo>
                      <a:pt x="325" y="485"/>
                    </a:lnTo>
                    <a:lnTo>
                      <a:pt x="326" y="485"/>
                    </a:lnTo>
                    <a:lnTo>
                      <a:pt x="326" y="485"/>
                    </a:lnTo>
                    <a:lnTo>
                      <a:pt x="327" y="485"/>
                    </a:lnTo>
                    <a:lnTo>
                      <a:pt x="328" y="486"/>
                    </a:lnTo>
                    <a:lnTo>
                      <a:pt x="328" y="485"/>
                    </a:lnTo>
                    <a:lnTo>
                      <a:pt x="329" y="485"/>
                    </a:lnTo>
                    <a:lnTo>
                      <a:pt x="329" y="485"/>
                    </a:lnTo>
                    <a:lnTo>
                      <a:pt x="330" y="484"/>
                    </a:lnTo>
                    <a:lnTo>
                      <a:pt x="331" y="485"/>
                    </a:lnTo>
                    <a:lnTo>
                      <a:pt x="331" y="484"/>
                    </a:lnTo>
                    <a:lnTo>
                      <a:pt x="332" y="484"/>
                    </a:lnTo>
                    <a:lnTo>
                      <a:pt x="332" y="485"/>
                    </a:lnTo>
                    <a:lnTo>
                      <a:pt x="333" y="485"/>
                    </a:lnTo>
                    <a:lnTo>
                      <a:pt x="334" y="484"/>
                    </a:lnTo>
                    <a:lnTo>
                      <a:pt x="334" y="483"/>
                    </a:lnTo>
                    <a:lnTo>
                      <a:pt x="335" y="482"/>
                    </a:lnTo>
                    <a:lnTo>
                      <a:pt x="335" y="481"/>
                    </a:lnTo>
                    <a:lnTo>
                      <a:pt x="336" y="481"/>
                    </a:lnTo>
                    <a:lnTo>
                      <a:pt x="337" y="480"/>
                    </a:lnTo>
                    <a:lnTo>
                      <a:pt x="337" y="479"/>
                    </a:lnTo>
                    <a:lnTo>
                      <a:pt x="338" y="479"/>
                    </a:lnTo>
                    <a:lnTo>
                      <a:pt x="338" y="478"/>
                    </a:lnTo>
                    <a:lnTo>
                      <a:pt x="339" y="477"/>
                    </a:lnTo>
                    <a:lnTo>
                      <a:pt x="339" y="476"/>
                    </a:lnTo>
                    <a:lnTo>
                      <a:pt x="340" y="476"/>
                    </a:lnTo>
                    <a:lnTo>
                      <a:pt x="340" y="476"/>
                    </a:lnTo>
                    <a:lnTo>
                      <a:pt x="341" y="476"/>
                    </a:lnTo>
                    <a:lnTo>
                      <a:pt x="341" y="476"/>
                    </a:lnTo>
                    <a:lnTo>
                      <a:pt x="342" y="475"/>
                    </a:lnTo>
                    <a:lnTo>
                      <a:pt x="343" y="474"/>
                    </a:lnTo>
                    <a:lnTo>
                      <a:pt x="343" y="473"/>
                    </a:lnTo>
                    <a:lnTo>
                      <a:pt x="344" y="472"/>
                    </a:lnTo>
                    <a:lnTo>
                      <a:pt x="344" y="472"/>
                    </a:lnTo>
                    <a:lnTo>
                      <a:pt x="345" y="471"/>
                    </a:lnTo>
                    <a:lnTo>
                      <a:pt x="346" y="471"/>
                    </a:lnTo>
                    <a:lnTo>
                      <a:pt x="346" y="470"/>
                    </a:lnTo>
                    <a:lnTo>
                      <a:pt x="347" y="469"/>
                    </a:lnTo>
                    <a:lnTo>
                      <a:pt x="347" y="469"/>
                    </a:lnTo>
                    <a:lnTo>
                      <a:pt x="348" y="468"/>
                    </a:lnTo>
                    <a:lnTo>
                      <a:pt x="349" y="466"/>
                    </a:lnTo>
                    <a:lnTo>
                      <a:pt x="349" y="465"/>
                    </a:lnTo>
                    <a:lnTo>
                      <a:pt x="350" y="464"/>
                    </a:lnTo>
                    <a:lnTo>
                      <a:pt x="350" y="463"/>
                    </a:lnTo>
                    <a:lnTo>
                      <a:pt x="351" y="462"/>
                    </a:lnTo>
                    <a:lnTo>
                      <a:pt x="352" y="461"/>
                    </a:lnTo>
                    <a:lnTo>
                      <a:pt x="352" y="461"/>
                    </a:lnTo>
                    <a:lnTo>
                      <a:pt x="353" y="460"/>
                    </a:lnTo>
                    <a:lnTo>
                      <a:pt x="353" y="459"/>
                    </a:lnTo>
                    <a:lnTo>
                      <a:pt x="354" y="458"/>
                    </a:lnTo>
                    <a:lnTo>
                      <a:pt x="354" y="457"/>
                    </a:lnTo>
                    <a:lnTo>
                      <a:pt x="355" y="456"/>
                    </a:lnTo>
                    <a:lnTo>
                      <a:pt x="355" y="455"/>
                    </a:lnTo>
                    <a:lnTo>
                      <a:pt x="356" y="454"/>
                    </a:lnTo>
                    <a:lnTo>
                      <a:pt x="357" y="453"/>
                    </a:lnTo>
                    <a:lnTo>
                      <a:pt x="357" y="453"/>
                    </a:lnTo>
                    <a:lnTo>
                      <a:pt x="358" y="453"/>
                    </a:lnTo>
                    <a:lnTo>
                      <a:pt x="358" y="452"/>
                    </a:lnTo>
                    <a:lnTo>
                      <a:pt x="359" y="452"/>
                    </a:lnTo>
                    <a:lnTo>
                      <a:pt x="359" y="451"/>
                    </a:lnTo>
                    <a:lnTo>
                      <a:pt x="360" y="450"/>
                    </a:lnTo>
                    <a:lnTo>
                      <a:pt x="361" y="450"/>
                    </a:lnTo>
                    <a:lnTo>
                      <a:pt x="361" y="449"/>
                    </a:lnTo>
                    <a:lnTo>
                      <a:pt x="362" y="449"/>
                    </a:lnTo>
                    <a:lnTo>
                      <a:pt x="362" y="447"/>
                    </a:lnTo>
                    <a:lnTo>
                      <a:pt x="363" y="447"/>
                    </a:lnTo>
                    <a:lnTo>
                      <a:pt x="364" y="446"/>
                    </a:lnTo>
                    <a:lnTo>
                      <a:pt x="364" y="446"/>
                    </a:lnTo>
                    <a:lnTo>
                      <a:pt x="365" y="445"/>
                    </a:lnTo>
                    <a:lnTo>
                      <a:pt x="365" y="444"/>
                    </a:lnTo>
                    <a:lnTo>
                      <a:pt x="366" y="443"/>
                    </a:lnTo>
                    <a:lnTo>
                      <a:pt x="367" y="442"/>
                    </a:lnTo>
                    <a:lnTo>
                      <a:pt x="367" y="442"/>
                    </a:lnTo>
                    <a:lnTo>
                      <a:pt x="368" y="441"/>
                    </a:lnTo>
                    <a:lnTo>
                      <a:pt x="368" y="441"/>
                    </a:lnTo>
                    <a:lnTo>
                      <a:pt x="369" y="441"/>
                    </a:lnTo>
                    <a:lnTo>
                      <a:pt x="370" y="441"/>
                    </a:lnTo>
                    <a:lnTo>
                      <a:pt x="370" y="440"/>
                    </a:lnTo>
                    <a:lnTo>
                      <a:pt x="371" y="438"/>
                    </a:lnTo>
                    <a:lnTo>
                      <a:pt x="371" y="438"/>
                    </a:lnTo>
                    <a:lnTo>
                      <a:pt x="372" y="439"/>
                    </a:lnTo>
                    <a:lnTo>
                      <a:pt x="372" y="439"/>
                    </a:lnTo>
                    <a:lnTo>
                      <a:pt x="373" y="439"/>
                    </a:lnTo>
                    <a:lnTo>
                      <a:pt x="373" y="438"/>
                    </a:lnTo>
                    <a:lnTo>
                      <a:pt x="374" y="438"/>
                    </a:lnTo>
                    <a:lnTo>
                      <a:pt x="374" y="438"/>
                    </a:lnTo>
                    <a:lnTo>
                      <a:pt x="375" y="439"/>
                    </a:lnTo>
                    <a:lnTo>
                      <a:pt x="376" y="439"/>
                    </a:lnTo>
                    <a:lnTo>
                      <a:pt x="376" y="440"/>
                    </a:lnTo>
                    <a:lnTo>
                      <a:pt x="377" y="441"/>
                    </a:lnTo>
                    <a:lnTo>
                      <a:pt x="377" y="441"/>
                    </a:lnTo>
                    <a:lnTo>
                      <a:pt x="378" y="441"/>
                    </a:lnTo>
                    <a:lnTo>
                      <a:pt x="379" y="442"/>
                    </a:lnTo>
                    <a:lnTo>
                      <a:pt x="379" y="443"/>
                    </a:lnTo>
                    <a:lnTo>
                      <a:pt x="380" y="444"/>
                    </a:lnTo>
                    <a:lnTo>
                      <a:pt x="380" y="445"/>
                    </a:lnTo>
                    <a:lnTo>
                      <a:pt x="381" y="446"/>
                    </a:lnTo>
                    <a:lnTo>
                      <a:pt x="382" y="447"/>
                    </a:lnTo>
                    <a:lnTo>
                      <a:pt x="382" y="447"/>
                    </a:lnTo>
                    <a:lnTo>
                      <a:pt x="383" y="448"/>
                    </a:lnTo>
                    <a:lnTo>
                      <a:pt x="383" y="449"/>
                    </a:lnTo>
                    <a:lnTo>
                      <a:pt x="384" y="450"/>
                    </a:lnTo>
                    <a:lnTo>
                      <a:pt x="385" y="452"/>
                    </a:lnTo>
                    <a:lnTo>
                      <a:pt x="385" y="453"/>
                    </a:lnTo>
                    <a:lnTo>
                      <a:pt x="386" y="454"/>
                    </a:lnTo>
                    <a:lnTo>
                      <a:pt x="386" y="455"/>
                    </a:lnTo>
                    <a:lnTo>
                      <a:pt x="387" y="457"/>
                    </a:lnTo>
                    <a:lnTo>
                      <a:pt x="387" y="458"/>
                    </a:lnTo>
                    <a:lnTo>
                      <a:pt x="388" y="459"/>
                    </a:lnTo>
                    <a:lnTo>
                      <a:pt x="388" y="460"/>
                    </a:lnTo>
                    <a:lnTo>
                      <a:pt x="389" y="462"/>
                    </a:lnTo>
                    <a:lnTo>
                      <a:pt x="390" y="463"/>
                    </a:lnTo>
                    <a:lnTo>
                      <a:pt x="390" y="464"/>
                    </a:lnTo>
                    <a:lnTo>
                      <a:pt x="391" y="465"/>
                    </a:lnTo>
                    <a:lnTo>
                      <a:pt x="391" y="467"/>
                    </a:lnTo>
                    <a:lnTo>
                      <a:pt x="392" y="468"/>
                    </a:lnTo>
                    <a:lnTo>
                      <a:pt x="393" y="468"/>
                    </a:lnTo>
                    <a:lnTo>
                      <a:pt x="393" y="469"/>
                    </a:lnTo>
                    <a:lnTo>
                      <a:pt x="394" y="470"/>
                    </a:lnTo>
                    <a:lnTo>
                      <a:pt x="394" y="471"/>
                    </a:lnTo>
                    <a:lnTo>
                      <a:pt x="395" y="471"/>
                    </a:lnTo>
                    <a:lnTo>
                      <a:pt x="396" y="471"/>
                    </a:lnTo>
                    <a:lnTo>
                      <a:pt x="396" y="472"/>
                    </a:lnTo>
                    <a:lnTo>
                      <a:pt x="397" y="472"/>
                    </a:lnTo>
                    <a:lnTo>
                      <a:pt x="397" y="471"/>
                    </a:lnTo>
                    <a:lnTo>
                      <a:pt x="398" y="471"/>
                    </a:lnTo>
                    <a:lnTo>
                      <a:pt x="399" y="471"/>
                    </a:lnTo>
                    <a:lnTo>
                      <a:pt x="399" y="471"/>
                    </a:lnTo>
                    <a:lnTo>
                      <a:pt x="400" y="471"/>
                    </a:lnTo>
                    <a:lnTo>
                      <a:pt x="400" y="471"/>
                    </a:lnTo>
                    <a:lnTo>
                      <a:pt x="401" y="472"/>
                    </a:lnTo>
                    <a:lnTo>
                      <a:pt x="401" y="471"/>
                    </a:lnTo>
                    <a:lnTo>
                      <a:pt x="402" y="471"/>
                    </a:lnTo>
                    <a:lnTo>
                      <a:pt x="402" y="471"/>
                    </a:lnTo>
                    <a:lnTo>
                      <a:pt x="403" y="471"/>
                    </a:lnTo>
                    <a:lnTo>
                      <a:pt x="404" y="470"/>
                    </a:lnTo>
                    <a:lnTo>
                      <a:pt x="404" y="469"/>
                    </a:lnTo>
                    <a:lnTo>
                      <a:pt x="405" y="468"/>
                    </a:lnTo>
                    <a:lnTo>
                      <a:pt x="405" y="467"/>
                    </a:lnTo>
                    <a:lnTo>
                      <a:pt x="406" y="466"/>
                    </a:lnTo>
                    <a:lnTo>
                      <a:pt x="406" y="465"/>
                    </a:lnTo>
                    <a:lnTo>
                      <a:pt x="407" y="465"/>
                    </a:lnTo>
                    <a:lnTo>
                      <a:pt x="408" y="464"/>
                    </a:lnTo>
                    <a:lnTo>
                      <a:pt x="408" y="464"/>
                    </a:lnTo>
                    <a:lnTo>
                      <a:pt x="409" y="463"/>
                    </a:lnTo>
                    <a:lnTo>
                      <a:pt x="409" y="462"/>
                    </a:lnTo>
                    <a:lnTo>
                      <a:pt x="410" y="460"/>
                    </a:lnTo>
                    <a:lnTo>
                      <a:pt x="411" y="459"/>
                    </a:lnTo>
                    <a:lnTo>
                      <a:pt x="411" y="459"/>
                    </a:lnTo>
                    <a:lnTo>
                      <a:pt x="412" y="459"/>
                    </a:lnTo>
                    <a:lnTo>
                      <a:pt x="412" y="458"/>
                    </a:lnTo>
                    <a:lnTo>
                      <a:pt x="413" y="457"/>
                    </a:lnTo>
                    <a:lnTo>
                      <a:pt x="414" y="456"/>
                    </a:lnTo>
                    <a:lnTo>
                      <a:pt x="414" y="455"/>
                    </a:lnTo>
                    <a:lnTo>
                      <a:pt x="415" y="453"/>
                    </a:lnTo>
                    <a:lnTo>
                      <a:pt x="415" y="452"/>
                    </a:lnTo>
                    <a:lnTo>
                      <a:pt x="416" y="450"/>
                    </a:lnTo>
                    <a:lnTo>
                      <a:pt x="417" y="449"/>
                    </a:lnTo>
                    <a:lnTo>
                      <a:pt x="417" y="447"/>
                    </a:lnTo>
                    <a:lnTo>
                      <a:pt x="418" y="446"/>
                    </a:lnTo>
                    <a:lnTo>
                      <a:pt x="418" y="445"/>
                    </a:lnTo>
                    <a:lnTo>
                      <a:pt x="419" y="444"/>
                    </a:lnTo>
                    <a:lnTo>
                      <a:pt x="419" y="442"/>
                    </a:lnTo>
                    <a:lnTo>
                      <a:pt x="420" y="441"/>
                    </a:lnTo>
                    <a:lnTo>
                      <a:pt x="420" y="439"/>
                    </a:lnTo>
                    <a:lnTo>
                      <a:pt x="421" y="438"/>
                    </a:lnTo>
                    <a:lnTo>
                      <a:pt x="421" y="436"/>
                    </a:lnTo>
                    <a:lnTo>
                      <a:pt x="422" y="435"/>
                    </a:lnTo>
                    <a:lnTo>
                      <a:pt x="423" y="433"/>
                    </a:lnTo>
                    <a:lnTo>
                      <a:pt x="423" y="432"/>
                    </a:lnTo>
                    <a:lnTo>
                      <a:pt x="424" y="431"/>
                    </a:lnTo>
                    <a:lnTo>
                      <a:pt x="424" y="430"/>
                    </a:lnTo>
                    <a:lnTo>
                      <a:pt x="425" y="429"/>
                    </a:lnTo>
                    <a:lnTo>
                      <a:pt x="426" y="428"/>
                    </a:lnTo>
                    <a:lnTo>
                      <a:pt x="426" y="427"/>
                    </a:lnTo>
                    <a:lnTo>
                      <a:pt x="427" y="426"/>
                    </a:lnTo>
                    <a:lnTo>
                      <a:pt x="427" y="425"/>
                    </a:lnTo>
                    <a:lnTo>
                      <a:pt x="428" y="425"/>
                    </a:lnTo>
                    <a:lnTo>
                      <a:pt x="429" y="424"/>
                    </a:lnTo>
                    <a:lnTo>
                      <a:pt x="429" y="423"/>
                    </a:lnTo>
                    <a:lnTo>
                      <a:pt x="430" y="422"/>
                    </a:lnTo>
                    <a:lnTo>
                      <a:pt x="430" y="422"/>
                    </a:lnTo>
                    <a:lnTo>
                      <a:pt x="431" y="422"/>
                    </a:lnTo>
                    <a:lnTo>
                      <a:pt x="432" y="422"/>
                    </a:lnTo>
                    <a:lnTo>
                      <a:pt x="432" y="421"/>
                    </a:lnTo>
                    <a:lnTo>
                      <a:pt x="433" y="421"/>
                    </a:lnTo>
                    <a:lnTo>
                      <a:pt x="433" y="421"/>
                    </a:lnTo>
                    <a:lnTo>
                      <a:pt x="434" y="421"/>
                    </a:lnTo>
                    <a:lnTo>
                      <a:pt x="434" y="420"/>
                    </a:lnTo>
                    <a:lnTo>
                      <a:pt x="435" y="420"/>
                    </a:lnTo>
                    <a:lnTo>
                      <a:pt x="435" y="420"/>
                    </a:lnTo>
                    <a:lnTo>
                      <a:pt x="436" y="420"/>
                    </a:lnTo>
                    <a:lnTo>
                      <a:pt x="437" y="419"/>
                    </a:lnTo>
                    <a:lnTo>
                      <a:pt x="437" y="419"/>
                    </a:lnTo>
                    <a:lnTo>
                      <a:pt x="438" y="418"/>
                    </a:lnTo>
                    <a:lnTo>
                      <a:pt x="438" y="418"/>
                    </a:lnTo>
                    <a:lnTo>
                      <a:pt x="439" y="418"/>
                    </a:lnTo>
                    <a:lnTo>
                      <a:pt x="439" y="418"/>
                    </a:lnTo>
                    <a:lnTo>
                      <a:pt x="440" y="418"/>
                    </a:lnTo>
                    <a:lnTo>
                      <a:pt x="441" y="419"/>
                    </a:lnTo>
                    <a:lnTo>
                      <a:pt x="441" y="420"/>
                    </a:lnTo>
                    <a:lnTo>
                      <a:pt x="442" y="421"/>
                    </a:lnTo>
                    <a:lnTo>
                      <a:pt x="442" y="422"/>
                    </a:lnTo>
                    <a:lnTo>
                      <a:pt x="443" y="423"/>
                    </a:lnTo>
                    <a:lnTo>
                      <a:pt x="444" y="424"/>
                    </a:lnTo>
                    <a:lnTo>
                      <a:pt x="444" y="425"/>
                    </a:lnTo>
                    <a:lnTo>
                      <a:pt x="445" y="426"/>
                    </a:lnTo>
                    <a:lnTo>
                      <a:pt x="445" y="427"/>
                    </a:lnTo>
                    <a:lnTo>
                      <a:pt x="446" y="428"/>
                    </a:lnTo>
                    <a:lnTo>
                      <a:pt x="447" y="428"/>
                    </a:lnTo>
                    <a:lnTo>
                      <a:pt x="447" y="428"/>
                    </a:lnTo>
                    <a:lnTo>
                      <a:pt x="448" y="429"/>
                    </a:lnTo>
                    <a:lnTo>
                      <a:pt x="448" y="430"/>
                    </a:lnTo>
                    <a:lnTo>
                      <a:pt x="449" y="430"/>
                    </a:lnTo>
                    <a:lnTo>
                      <a:pt x="449" y="431"/>
                    </a:lnTo>
                    <a:lnTo>
                      <a:pt x="450" y="432"/>
                    </a:lnTo>
                    <a:lnTo>
                      <a:pt x="451" y="432"/>
                    </a:lnTo>
                    <a:lnTo>
                      <a:pt x="451" y="433"/>
                    </a:lnTo>
                    <a:lnTo>
                      <a:pt x="452" y="433"/>
                    </a:lnTo>
                    <a:lnTo>
                      <a:pt x="452" y="434"/>
                    </a:lnTo>
                    <a:lnTo>
                      <a:pt x="453" y="434"/>
                    </a:lnTo>
                    <a:lnTo>
                      <a:pt x="453" y="435"/>
                    </a:lnTo>
                    <a:lnTo>
                      <a:pt x="454" y="435"/>
                    </a:lnTo>
                    <a:lnTo>
                      <a:pt x="454" y="435"/>
                    </a:lnTo>
                    <a:lnTo>
                      <a:pt x="455" y="434"/>
                    </a:lnTo>
                    <a:lnTo>
                      <a:pt x="456" y="434"/>
                    </a:lnTo>
                    <a:lnTo>
                      <a:pt x="456" y="434"/>
                    </a:lnTo>
                    <a:lnTo>
                      <a:pt x="457" y="434"/>
                    </a:lnTo>
                    <a:lnTo>
                      <a:pt x="458" y="434"/>
                    </a:lnTo>
                    <a:lnTo>
                      <a:pt x="458" y="435"/>
                    </a:lnTo>
                    <a:lnTo>
                      <a:pt x="459" y="435"/>
                    </a:lnTo>
                    <a:lnTo>
                      <a:pt x="459" y="435"/>
                    </a:lnTo>
                    <a:lnTo>
                      <a:pt x="460" y="435"/>
                    </a:lnTo>
                    <a:lnTo>
                      <a:pt x="461" y="435"/>
                    </a:lnTo>
                    <a:lnTo>
                      <a:pt x="461" y="435"/>
                    </a:lnTo>
                    <a:lnTo>
                      <a:pt x="462" y="435"/>
                    </a:lnTo>
                    <a:lnTo>
                      <a:pt x="462" y="435"/>
                    </a:lnTo>
                    <a:lnTo>
                      <a:pt x="463" y="434"/>
                    </a:lnTo>
                    <a:lnTo>
                      <a:pt x="464" y="434"/>
                    </a:lnTo>
                    <a:lnTo>
                      <a:pt x="464" y="433"/>
                    </a:lnTo>
                    <a:lnTo>
                      <a:pt x="465" y="433"/>
                    </a:lnTo>
                    <a:lnTo>
                      <a:pt x="465" y="433"/>
                    </a:lnTo>
                    <a:lnTo>
                      <a:pt x="466" y="432"/>
                    </a:lnTo>
                    <a:lnTo>
                      <a:pt x="466" y="432"/>
                    </a:lnTo>
                    <a:lnTo>
                      <a:pt x="467" y="432"/>
                    </a:lnTo>
                    <a:lnTo>
                      <a:pt x="467" y="432"/>
                    </a:lnTo>
                    <a:lnTo>
                      <a:pt x="468" y="431"/>
                    </a:lnTo>
                    <a:lnTo>
                      <a:pt x="468" y="430"/>
                    </a:lnTo>
                    <a:lnTo>
                      <a:pt x="469" y="429"/>
                    </a:lnTo>
                    <a:lnTo>
                      <a:pt x="470" y="429"/>
                    </a:lnTo>
                    <a:lnTo>
                      <a:pt x="470" y="428"/>
                    </a:lnTo>
                    <a:lnTo>
                      <a:pt x="471" y="427"/>
                    </a:lnTo>
                    <a:lnTo>
                      <a:pt x="471" y="426"/>
                    </a:lnTo>
                    <a:lnTo>
                      <a:pt x="472" y="425"/>
                    </a:lnTo>
                    <a:lnTo>
                      <a:pt x="473" y="424"/>
                    </a:lnTo>
                    <a:lnTo>
                      <a:pt x="473" y="422"/>
                    </a:lnTo>
                    <a:lnTo>
                      <a:pt x="474" y="421"/>
                    </a:lnTo>
                    <a:lnTo>
                      <a:pt x="474" y="421"/>
                    </a:lnTo>
                    <a:lnTo>
                      <a:pt x="475" y="420"/>
                    </a:lnTo>
                    <a:lnTo>
                      <a:pt x="476" y="421"/>
                    </a:lnTo>
                    <a:lnTo>
                      <a:pt x="476" y="421"/>
                    </a:lnTo>
                    <a:lnTo>
                      <a:pt x="477" y="421"/>
                    </a:lnTo>
                    <a:lnTo>
                      <a:pt x="477" y="421"/>
                    </a:lnTo>
                    <a:lnTo>
                      <a:pt x="478" y="422"/>
                    </a:lnTo>
                    <a:lnTo>
                      <a:pt x="479" y="423"/>
                    </a:lnTo>
                    <a:lnTo>
                      <a:pt x="479" y="423"/>
                    </a:lnTo>
                    <a:lnTo>
                      <a:pt x="480" y="423"/>
                    </a:lnTo>
                    <a:lnTo>
                      <a:pt x="480" y="423"/>
                    </a:lnTo>
                    <a:lnTo>
                      <a:pt x="481" y="424"/>
                    </a:lnTo>
                    <a:lnTo>
                      <a:pt x="481" y="424"/>
                    </a:lnTo>
                    <a:lnTo>
                      <a:pt x="482" y="423"/>
                    </a:lnTo>
                    <a:lnTo>
                      <a:pt x="482" y="423"/>
                    </a:lnTo>
                    <a:lnTo>
                      <a:pt x="483" y="422"/>
                    </a:lnTo>
                    <a:lnTo>
                      <a:pt x="484" y="422"/>
                    </a:lnTo>
                    <a:lnTo>
                      <a:pt x="484" y="422"/>
                    </a:lnTo>
                    <a:lnTo>
                      <a:pt x="485" y="422"/>
                    </a:lnTo>
                    <a:lnTo>
                      <a:pt x="485" y="423"/>
                    </a:lnTo>
                    <a:lnTo>
                      <a:pt x="486" y="423"/>
                    </a:lnTo>
                    <a:lnTo>
                      <a:pt x="486" y="423"/>
                    </a:lnTo>
                    <a:lnTo>
                      <a:pt x="487" y="424"/>
                    </a:lnTo>
                    <a:lnTo>
                      <a:pt x="488" y="424"/>
                    </a:lnTo>
                    <a:lnTo>
                      <a:pt x="488" y="424"/>
                    </a:lnTo>
                    <a:lnTo>
                      <a:pt x="489" y="426"/>
                    </a:lnTo>
                    <a:lnTo>
                      <a:pt x="489" y="427"/>
                    </a:lnTo>
                    <a:lnTo>
                      <a:pt x="490" y="428"/>
                    </a:lnTo>
                    <a:lnTo>
                      <a:pt x="491" y="429"/>
                    </a:lnTo>
                    <a:lnTo>
                      <a:pt x="491" y="430"/>
                    </a:lnTo>
                    <a:lnTo>
                      <a:pt x="492" y="432"/>
                    </a:lnTo>
                    <a:lnTo>
                      <a:pt x="492" y="433"/>
                    </a:lnTo>
                    <a:lnTo>
                      <a:pt x="493" y="435"/>
                    </a:lnTo>
                    <a:lnTo>
                      <a:pt x="494" y="435"/>
                    </a:lnTo>
                    <a:lnTo>
                      <a:pt x="494" y="435"/>
                    </a:lnTo>
                    <a:lnTo>
                      <a:pt x="495" y="435"/>
                    </a:lnTo>
                    <a:lnTo>
                      <a:pt x="495" y="436"/>
                    </a:lnTo>
                    <a:lnTo>
                      <a:pt x="496" y="437"/>
                    </a:lnTo>
                    <a:lnTo>
                      <a:pt x="496" y="438"/>
                    </a:lnTo>
                    <a:lnTo>
                      <a:pt x="497" y="439"/>
                    </a:lnTo>
                    <a:lnTo>
                      <a:pt x="498" y="441"/>
                    </a:lnTo>
                    <a:lnTo>
                      <a:pt x="498" y="441"/>
                    </a:lnTo>
                    <a:lnTo>
                      <a:pt x="499" y="442"/>
                    </a:lnTo>
                    <a:lnTo>
                      <a:pt x="499" y="444"/>
                    </a:lnTo>
                    <a:lnTo>
                      <a:pt x="500" y="446"/>
                    </a:lnTo>
                    <a:lnTo>
                      <a:pt x="500" y="449"/>
                    </a:lnTo>
                    <a:lnTo>
                      <a:pt x="501" y="451"/>
                    </a:lnTo>
                    <a:lnTo>
                      <a:pt x="501" y="452"/>
                    </a:lnTo>
                    <a:lnTo>
                      <a:pt x="502" y="453"/>
                    </a:lnTo>
                    <a:lnTo>
                      <a:pt x="503" y="454"/>
                    </a:lnTo>
                    <a:lnTo>
                      <a:pt x="503" y="455"/>
                    </a:lnTo>
                    <a:lnTo>
                      <a:pt x="504" y="455"/>
                    </a:lnTo>
                    <a:lnTo>
                      <a:pt x="504" y="456"/>
                    </a:lnTo>
                    <a:lnTo>
                      <a:pt x="505" y="457"/>
                    </a:lnTo>
                    <a:lnTo>
                      <a:pt x="506" y="459"/>
                    </a:lnTo>
                    <a:lnTo>
                      <a:pt x="506" y="461"/>
                    </a:lnTo>
                    <a:lnTo>
                      <a:pt x="507" y="462"/>
                    </a:lnTo>
                    <a:lnTo>
                      <a:pt x="507" y="462"/>
                    </a:lnTo>
                    <a:lnTo>
                      <a:pt x="508" y="464"/>
                    </a:lnTo>
                    <a:lnTo>
                      <a:pt x="509" y="465"/>
                    </a:lnTo>
                    <a:lnTo>
                      <a:pt x="509" y="466"/>
                    </a:lnTo>
                    <a:lnTo>
                      <a:pt x="510" y="468"/>
                    </a:lnTo>
                    <a:lnTo>
                      <a:pt x="510" y="470"/>
                    </a:lnTo>
                    <a:lnTo>
                      <a:pt x="511" y="471"/>
                    </a:lnTo>
                    <a:lnTo>
                      <a:pt x="512" y="472"/>
                    </a:lnTo>
                    <a:lnTo>
                      <a:pt x="512" y="473"/>
                    </a:lnTo>
                    <a:lnTo>
                      <a:pt x="513" y="473"/>
                    </a:lnTo>
                    <a:lnTo>
                      <a:pt x="513" y="473"/>
                    </a:lnTo>
                    <a:lnTo>
                      <a:pt x="514" y="473"/>
                    </a:lnTo>
                    <a:lnTo>
                      <a:pt x="514" y="474"/>
                    </a:lnTo>
                    <a:lnTo>
                      <a:pt x="515" y="473"/>
                    </a:lnTo>
                    <a:lnTo>
                      <a:pt x="515" y="472"/>
                    </a:lnTo>
                    <a:lnTo>
                      <a:pt x="516" y="471"/>
                    </a:lnTo>
                    <a:lnTo>
                      <a:pt x="516" y="471"/>
                    </a:lnTo>
                    <a:lnTo>
                      <a:pt x="517" y="472"/>
                    </a:lnTo>
                    <a:lnTo>
                      <a:pt x="518" y="473"/>
                    </a:lnTo>
                    <a:lnTo>
                      <a:pt x="518" y="473"/>
                    </a:lnTo>
                    <a:lnTo>
                      <a:pt x="519" y="474"/>
                    </a:lnTo>
                    <a:lnTo>
                      <a:pt x="519" y="476"/>
                    </a:lnTo>
                    <a:lnTo>
                      <a:pt x="520" y="477"/>
                    </a:lnTo>
                    <a:lnTo>
                      <a:pt x="521" y="479"/>
                    </a:lnTo>
                    <a:lnTo>
                      <a:pt x="521" y="481"/>
                    </a:lnTo>
                    <a:lnTo>
                      <a:pt x="522" y="483"/>
                    </a:lnTo>
                    <a:lnTo>
                      <a:pt x="522" y="485"/>
                    </a:lnTo>
                    <a:lnTo>
                      <a:pt x="523" y="488"/>
                    </a:lnTo>
                    <a:lnTo>
                      <a:pt x="524" y="489"/>
                    </a:lnTo>
                    <a:lnTo>
                      <a:pt x="524" y="491"/>
                    </a:lnTo>
                    <a:lnTo>
                      <a:pt x="525" y="493"/>
                    </a:lnTo>
                    <a:lnTo>
                      <a:pt x="526" y="495"/>
                    </a:lnTo>
                    <a:lnTo>
                      <a:pt x="526" y="496"/>
                    </a:lnTo>
                    <a:lnTo>
                      <a:pt x="527" y="497"/>
                    </a:lnTo>
                    <a:lnTo>
                      <a:pt x="527" y="498"/>
                    </a:lnTo>
                    <a:lnTo>
                      <a:pt x="528" y="500"/>
                    </a:lnTo>
                    <a:lnTo>
                      <a:pt x="528" y="502"/>
                    </a:lnTo>
                    <a:lnTo>
                      <a:pt x="529" y="503"/>
                    </a:lnTo>
                    <a:lnTo>
                      <a:pt x="529" y="505"/>
                    </a:lnTo>
                    <a:lnTo>
                      <a:pt x="530" y="507"/>
                    </a:lnTo>
                    <a:lnTo>
                      <a:pt x="531" y="509"/>
                    </a:lnTo>
                    <a:lnTo>
                      <a:pt x="531" y="512"/>
                    </a:lnTo>
                    <a:lnTo>
                      <a:pt x="532" y="515"/>
                    </a:lnTo>
                    <a:lnTo>
                      <a:pt x="532" y="518"/>
                    </a:lnTo>
                    <a:lnTo>
                      <a:pt x="533" y="521"/>
                    </a:lnTo>
                    <a:lnTo>
                      <a:pt x="533" y="524"/>
                    </a:lnTo>
                    <a:lnTo>
                      <a:pt x="534" y="526"/>
                    </a:lnTo>
                    <a:lnTo>
                      <a:pt x="535" y="529"/>
                    </a:lnTo>
                    <a:lnTo>
                      <a:pt x="535" y="531"/>
                    </a:lnTo>
                    <a:lnTo>
                      <a:pt x="536" y="534"/>
                    </a:lnTo>
                    <a:lnTo>
                      <a:pt x="536" y="536"/>
                    </a:lnTo>
                    <a:lnTo>
                      <a:pt x="537" y="538"/>
                    </a:lnTo>
                    <a:lnTo>
                      <a:pt x="538" y="538"/>
                    </a:lnTo>
                    <a:lnTo>
                      <a:pt x="538" y="538"/>
                    </a:lnTo>
                    <a:lnTo>
                      <a:pt x="539" y="538"/>
                    </a:lnTo>
                    <a:lnTo>
                      <a:pt x="539" y="539"/>
                    </a:lnTo>
                    <a:lnTo>
                      <a:pt x="540" y="541"/>
                    </a:lnTo>
                    <a:lnTo>
                      <a:pt x="541" y="542"/>
                    </a:lnTo>
                    <a:lnTo>
                      <a:pt x="541" y="544"/>
                    </a:lnTo>
                    <a:lnTo>
                      <a:pt x="542" y="546"/>
                    </a:lnTo>
                    <a:lnTo>
                      <a:pt x="542" y="548"/>
                    </a:lnTo>
                    <a:lnTo>
                      <a:pt x="543" y="551"/>
                    </a:lnTo>
                    <a:lnTo>
                      <a:pt x="543" y="553"/>
                    </a:lnTo>
                    <a:lnTo>
                      <a:pt x="544" y="556"/>
                    </a:lnTo>
                    <a:lnTo>
                      <a:pt x="545" y="558"/>
                    </a:lnTo>
                    <a:lnTo>
                      <a:pt x="545" y="561"/>
                    </a:lnTo>
                    <a:lnTo>
                      <a:pt x="546" y="562"/>
                    </a:lnTo>
                    <a:lnTo>
                      <a:pt x="546" y="565"/>
                    </a:lnTo>
                    <a:lnTo>
                      <a:pt x="547" y="567"/>
                    </a:lnTo>
                    <a:lnTo>
                      <a:pt x="547" y="569"/>
                    </a:lnTo>
                    <a:lnTo>
                      <a:pt x="548" y="570"/>
                    </a:lnTo>
                    <a:lnTo>
                      <a:pt x="548" y="573"/>
                    </a:lnTo>
                    <a:lnTo>
                      <a:pt x="549" y="575"/>
                    </a:lnTo>
                    <a:lnTo>
                      <a:pt x="550" y="577"/>
                    </a:lnTo>
                    <a:lnTo>
                      <a:pt x="550" y="579"/>
                    </a:lnTo>
                    <a:lnTo>
                      <a:pt x="551" y="582"/>
                    </a:lnTo>
                    <a:lnTo>
                      <a:pt x="551" y="584"/>
                    </a:lnTo>
                    <a:lnTo>
                      <a:pt x="552" y="586"/>
                    </a:lnTo>
                    <a:lnTo>
                      <a:pt x="553" y="588"/>
                    </a:lnTo>
                    <a:lnTo>
                      <a:pt x="553" y="590"/>
                    </a:lnTo>
                    <a:lnTo>
                      <a:pt x="554" y="592"/>
                    </a:lnTo>
                    <a:lnTo>
                      <a:pt x="554" y="595"/>
                    </a:lnTo>
                    <a:lnTo>
                      <a:pt x="555" y="597"/>
                    </a:lnTo>
                    <a:lnTo>
                      <a:pt x="556" y="598"/>
                    </a:lnTo>
                    <a:lnTo>
                      <a:pt x="556" y="599"/>
                    </a:lnTo>
                    <a:lnTo>
                      <a:pt x="557" y="599"/>
                    </a:lnTo>
                    <a:lnTo>
                      <a:pt x="557" y="599"/>
                    </a:lnTo>
                    <a:lnTo>
                      <a:pt x="558" y="600"/>
                    </a:lnTo>
                    <a:lnTo>
                      <a:pt x="559" y="600"/>
                    </a:lnTo>
                    <a:lnTo>
                      <a:pt x="559" y="599"/>
                    </a:lnTo>
                    <a:lnTo>
                      <a:pt x="560" y="598"/>
                    </a:lnTo>
                    <a:lnTo>
                      <a:pt x="560" y="597"/>
                    </a:lnTo>
                    <a:lnTo>
                      <a:pt x="561" y="596"/>
                    </a:lnTo>
                    <a:lnTo>
                      <a:pt x="561" y="594"/>
                    </a:lnTo>
                    <a:lnTo>
                      <a:pt x="562" y="593"/>
                    </a:lnTo>
                    <a:lnTo>
                      <a:pt x="562" y="591"/>
                    </a:lnTo>
                    <a:lnTo>
                      <a:pt x="563" y="590"/>
                    </a:lnTo>
                    <a:lnTo>
                      <a:pt x="563" y="589"/>
                    </a:lnTo>
                    <a:lnTo>
                      <a:pt x="564" y="588"/>
                    </a:lnTo>
                    <a:lnTo>
                      <a:pt x="565" y="588"/>
                    </a:lnTo>
                    <a:lnTo>
                      <a:pt x="565" y="586"/>
                    </a:lnTo>
                    <a:lnTo>
                      <a:pt x="566" y="584"/>
                    </a:lnTo>
                    <a:lnTo>
                      <a:pt x="566" y="582"/>
                    </a:lnTo>
                    <a:lnTo>
                      <a:pt x="567" y="580"/>
                    </a:lnTo>
                    <a:lnTo>
                      <a:pt x="568" y="579"/>
                    </a:lnTo>
                    <a:lnTo>
                      <a:pt x="568" y="577"/>
                    </a:lnTo>
                    <a:lnTo>
                      <a:pt x="569" y="574"/>
                    </a:lnTo>
                    <a:lnTo>
                      <a:pt x="569" y="572"/>
                    </a:lnTo>
                    <a:lnTo>
                      <a:pt x="570" y="570"/>
                    </a:lnTo>
                    <a:lnTo>
                      <a:pt x="571" y="567"/>
                    </a:lnTo>
                    <a:lnTo>
                      <a:pt x="571" y="565"/>
                    </a:lnTo>
                    <a:lnTo>
                      <a:pt x="572" y="563"/>
                    </a:lnTo>
                    <a:lnTo>
                      <a:pt x="572" y="561"/>
                    </a:lnTo>
                    <a:lnTo>
                      <a:pt x="573" y="559"/>
                    </a:lnTo>
                    <a:lnTo>
                      <a:pt x="574" y="556"/>
                    </a:lnTo>
                    <a:lnTo>
                      <a:pt x="574" y="553"/>
                    </a:lnTo>
                    <a:lnTo>
                      <a:pt x="575" y="550"/>
                    </a:lnTo>
                    <a:lnTo>
                      <a:pt x="575" y="548"/>
                    </a:lnTo>
                    <a:lnTo>
                      <a:pt x="576" y="547"/>
                    </a:lnTo>
                    <a:lnTo>
                      <a:pt x="576" y="545"/>
                    </a:lnTo>
                    <a:lnTo>
                      <a:pt x="577" y="543"/>
                    </a:lnTo>
                    <a:lnTo>
                      <a:pt x="577" y="541"/>
                    </a:lnTo>
                    <a:lnTo>
                      <a:pt x="578" y="539"/>
                    </a:lnTo>
                    <a:lnTo>
                      <a:pt x="579" y="536"/>
                    </a:lnTo>
                    <a:lnTo>
                      <a:pt x="579" y="533"/>
                    </a:lnTo>
                    <a:lnTo>
                      <a:pt x="580" y="529"/>
                    </a:lnTo>
                    <a:lnTo>
                      <a:pt x="580" y="525"/>
                    </a:lnTo>
                    <a:lnTo>
                      <a:pt x="581" y="521"/>
                    </a:lnTo>
                    <a:lnTo>
                      <a:pt x="581" y="517"/>
                    </a:lnTo>
                    <a:lnTo>
                      <a:pt x="582" y="513"/>
                    </a:lnTo>
                    <a:lnTo>
                      <a:pt x="583" y="508"/>
                    </a:lnTo>
                    <a:lnTo>
                      <a:pt x="583" y="505"/>
                    </a:lnTo>
                    <a:lnTo>
                      <a:pt x="584" y="500"/>
                    </a:lnTo>
                    <a:lnTo>
                      <a:pt x="584" y="496"/>
                    </a:lnTo>
                    <a:lnTo>
                      <a:pt x="585" y="492"/>
                    </a:lnTo>
                    <a:lnTo>
                      <a:pt x="586" y="489"/>
                    </a:lnTo>
                    <a:lnTo>
                      <a:pt x="586" y="486"/>
                    </a:lnTo>
                    <a:lnTo>
                      <a:pt x="587" y="482"/>
                    </a:lnTo>
                    <a:lnTo>
                      <a:pt x="587" y="477"/>
                    </a:lnTo>
                    <a:lnTo>
                      <a:pt x="588" y="473"/>
                    </a:lnTo>
                    <a:lnTo>
                      <a:pt x="589" y="469"/>
                    </a:lnTo>
                    <a:lnTo>
                      <a:pt x="589" y="465"/>
                    </a:lnTo>
                    <a:lnTo>
                      <a:pt x="590" y="461"/>
                    </a:lnTo>
                    <a:lnTo>
                      <a:pt x="590" y="457"/>
                    </a:lnTo>
                    <a:lnTo>
                      <a:pt x="591" y="453"/>
                    </a:lnTo>
                    <a:lnTo>
                      <a:pt x="592" y="448"/>
                    </a:lnTo>
                    <a:lnTo>
                      <a:pt x="592" y="442"/>
                    </a:lnTo>
                    <a:lnTo>
                      <a:pt x="593" y="438"/>
                    </a:lnTo>
                    <a:lnTo>
                      <a:pt x="593" y="433"/>
                    </a:lnTo>
                    <a:lnTo>
                      <a:pt x="594" y="430"/>
                    </a:lnTo>
                    <a:lnTo>
                      <a:pt x="594" y="426"/>
                    </a:lnTo>
                    <a:lnTo>
                      <a:pt x="595" y="422"/>
                    </a:lnTo>
                    <a:lnTo>
                      <a:pt x="595" y="418"/>
                    </a:lnTo>
                    <a:lnTo>
                      <a:pt x="596" y="415"/>
                    </a:lnTo>
                    <a:lnTo>
                      <a:pt x="597" y="412"/>
                    </a:lnTo>
                    <a:lnTo>
                      <a:pt x="597" y="409"/>
                    </a:lnTo>
                    <a:lnTo>
                      <a:pt x="598" y="406"/>
                    </a:lnTo>
                    <a:lnTo>
                      <a:pt x="598" y="403"/>
                    </a:lnTo>
                    <a:lnTo>
                      <a:pt x="599" y="400"/>
                    </a:lnTo>
                    <a:lnTo>
                      <a:pt x="600" y="397"/>
                    </a:lnTo>
                    <a:lnTo>
                      <a:pt x="600" y="395"/>
                    </a:lnTo>
                    <a:lnTo>
                      <a:pt x="601" y="393"/>
                    </a:lnTo>
                    <a:lnTo>
                      <a:pt x="601" y="390"/>
                    </a:lnTo>
                    <a:lnTo>
                      <a:pt x="602" y="387"/>
                    </a:lnTo>
                    <a:lnTo>
                      <a:pt x="603" y="385"/>
                    </a:lnTo>
                    <a:lnTo>
                      <a:pt x="603" y="383"/>
                    </a:lnTo>
                    <a:lnTo>
                      <a:pt x="604" y="380"/>
                    </a:lnTo>
                    <a:lnTo>
                      <a:pt x="604" y="378"/>
                    </a:lnTo>
                    <a:lnTo>
                      <a:pt x="605" y="376"/>
                    </a:lnTo>
                    <a:lnTo>
                      <a:pt x="606" y="373"/>
                    </a:lnTo>
                    <a:lnTo>
                      <a:pt x="606" y="370"/>
                    </a:lnTo>
                    <a:lnTo>
                      <a:pt x="607" y="368"/>
                    </a:lnTo>
                    <a:lnTo>
                      <a:pt x="607" y="366"/>
                    </a:lnTo>
                    <a:lnTo>
                      <a:pt x="608" y="364"/>
                    </a:lnTo>
                    <a:lnTo>
                      <a:pt x="608" y="362"/>
                    </a:lnTo>
                    <a:lnTo>
                      <a:pt x="609" y="360"/>
                    </a:lnTo>
                    <a:lnTo>
                      <a:pt x="609" y="358"/>
                    </a:lnTo>
                    <a:lnTo>
                      <a:pt x="610" y="355"/>
                    </a:lnTo>
                    <a:lnTo>
                      <a:pt x="610" y="353"/>
                    </a:lnTo>
                    <a:lnTo>
                      <a:pt x="611" y="352"/>
                    </a:lnTo>
                    <a:lnTo>
                      <a:pt x="612" y="351"/>
                    </a:lnTo>
                    <a:lnTo>
                      <a:pt x="612" y="350"/>
                    </a:lnTo>
                    <a:lnTo>
                      <a:pt x="613" y="349"/>
                    </a:lnTo>
                    <a:lnTo>
                      <a:pt x="613" y="347"/>
                    </a:lnTo>
                    <a:lnTo>
                      <a:pt x="614" y="346"/>
                    </a:lnTo>
                    <a:lnTo>
                      <a:pt x="615" y="344"/>
                    </a:lnTo>
                    <a:lnTo>
                      <a:pt x="615" y="342"/>
                    </a:lnTo>
                    <a:lnTo>
                      <a:pt x="616" y="340"/>
                    </a:lnTo>
                    <a:lnTo>
                      <a:pt x="616" y="339"/>
                    </a:lnTo>
                    <a:lnTo>
                      <a:pt x="617" y="339"/>
                    </a:lnTo>
                    <a:lnTo>
                      <a:pt x="618" y="340"/>
                    </a:lnTo>
                    <a:lnTo>
                      <a:pt x="618" y="340"/>
                    </a:lnTo>
                    <a:lnTo>
                      <a:pt x="619" y="340"/>
                    </a:lnTo>
                    <a:lnTo>
                      <a:pt x="619" y="340"/>
                    </a:lnTo>
                    <a:lnTo>
                      <a:pt x="620" y="340"/>
                    </a:lnTo>
                    <a:lnTo>
                      <a:pt x="621" y="340"/>
                    </a:lnTo>
                    <a:lnTo>
                      <a:pt x="621" y="340"/>
                    </a:lnTo>
                    <a:lnTo>
                      <a:pt x="622" y="341"/>
                    </a:lnTo>
                    <a:lnTo>
                      <a:pt x="622" y="342"/>
                    </a:lnTo>
                    <a:lnTo>
                      <a:pt x="623" y="342"/>
                    </a:lnTo>
                    <a:lnTo>
                      <a:pt x="623" y="342"/>
                    </a:lnTo>
                    <a:lnTo>
                      <a:pt x="624" y="342"/>
                    </a:lnTo>
                    <a:lnTo>
                      <a:pt x="624" y="343"/>
                    </a:lnTo>
                    <a:lnTo>
                      <a:pt x="625" y="343"/>
                    </a:lnTo>
                    <a:lnTo>
                      <a:pt x="626" y="344"/>
                    </a:lnTo>
                    <a:lnTo>
                      <a:pt x="626" y="344"/>
                    </a:lnTo>
                    <a:lnTo>
                      <a:pt x="627" y="344"/>
                    </a:lnTo>
                    <a:lnTo>
                      <a:pt x="627" y="344"/>
                    </a:lnTo>
                    <a:lnTo>
                      <a:pt x="628" y="345"/>
                    </a:lnTo>
                    <a:lnTo>
                      <a:pt x="628" y="346"/>
                    </a:lnTo>
                    <a:lnTo>
                      <a:pt x="629" y="347"/>
                    </a:lnTo>
                    <a:lnTo>
                      <a:pt x="630" y="349"/>
                    </a:lnTo>
                    <a:lnTo>
                      <a:pt x="630" y="350"/>
                    </a:lnTo>
                    <a:lnTo>
                      <a:pt x="631" y="351"/>
                    </a:lnTo>
                    <a:lnTo>
                      <a:pt x="631" y="352"/>
                    </a:lnTo>
                    <a:lnTo>
                      <a:pt x="632" y="353"/>
                    </a:lnTo>
                    <a:lnTo>
                      <a:pt x="633" y="355"/>
                    </a:lnTo>
                    <a:lnTo>
                      <a:pt x="633" y="356"/>
                    </a:lnTo>
                    <a:lnTo>
                      <a:pt x="634" y="357"/>
                    </a:lnTo>
                    <a:lnTo>
                      <a:pt x="634" y="358"/>
                    </a:lnTo>
                    <a:lnTo>
                      <a:pt x="635" y="359"/>
                    </a:lnTo>
                    <a:lnTo>
                      <a:pt x="636" y="360"/>
                    </a:lnTo>
                    <a:lnTo>
                      <a:pt x="636" y="361"/>
                    </a:lnTo>
                    <a:lnTo>
                      <a:pt x="637" y="361"/>
                    </a:lnTo>
                    <a:lnTo>
                      <a:pt x="637" y="362"/>
                    </a:lnTo>
                    <a:lnTo>
                      <a:pt x="638" y="362"/>
                    </a:lnTo>
                    <a:lnTo>
                      <a:pt x="639" y="363"/>
                    </a:lnTo>
                    <a:lnTo>
                      <a:pt x="639" y="364"/>
                    </a:lnTo>
                    <a:lnTo>
                      <a:pt x="640" y="365"/>
                    </a:lnTo>
                    <a:lnTo>
                      <a:pt x="640" y="365"/>
                    </a:lnTo>
                    <a:lnTo>
                      <a:pt x="641" y="365"/>
                    </a:lnTo>
                    <a:lnTo>
                      <a:pt x="641" y="366"/>
                    </a:lnTo>
                    <a:lnTo>
                      <a:pt x="642" y="366"/>
                    </a:lnTo>
                    <a:lnTo>
                      <a:pt x="642" y="366"/>
                    </a:lnTo>
                    <a:lnTo>
                      <a:pt x="643" y="367"/>
                    </a:lnTo>
                    <a:lnTo>
                      <a:pt x="643" y="367"/>
                    </a:lnTo>
                    <a:lnTo>
                      <a:pt x="644" y="368"/>
                    </a:lnTo>
                    <a:lnTo>
                      <a:pt x="645" y="369"/>
                    </a:lnTo>
                    <a:lnTo>
                      <a:pt x="645" y="370"/>
                    </a:lnTo>
                    <a:lnTo>
                      <a:pt x="646" y="370"/>
                    </a:lnTo>
                    <a:lnTo>
                      <a:pt x="646" y="371"/>
                    </a:lnTo>
                    <a:lnTo>
                      <a:pt x="647" y="372"/>
                    </a:lnTo>
                    <a:lnTo>
                      <a:pt x="648" y="373"/>
                    </a:lnTo>
                    <a:lnTo>
                      <a:pt x="648" y="373"/>
                    </a:lnTo>
                    <a:lnTo>
                      <a:pt x="649" y="374"/>
                    </a:lnTo>
                    <a:lnTo>
                      <a:pt x="649" y="374"/>
                    </a:lnTo>
                    <a:lnTo>
                      <a:pt x="650" y="376"/>
                    </a:lnTo>
                    <a:lnTo>
                      <a:pt x="651" y="376"/>
                    </a:lnTo>
                    <a:lnTo>
                      <a:pt x="651" y="377"/>
                    </a:lnTo>
                    <a:lnTo>
                      <a:pt x="652" y="378"/>
                    </a:lnTo>
                    <a:lnTo>
                      <a:pt x="652" y="379"/>
                    </a:lnTo>
                    <a:lnTo>
                      <a:pt x="653" y="380"/>
                    </a:lnTo>
                    <a:lnTo>
                      <a:pt x="654" y="382"/>
                    </a:lnTo>
                    <a:lnTo>
                      <a:pt x="654" y="382"/>
                    </a:lnTo>
                    <a:lnTo>
                      <a:pt x="655" y="383"/>
                    </a:lnTo>
                    <a:lnTo>
                      <a:pt x="655" y="383"/>
                    </a:lnTo>
                    <a:lnTo>
                      <a:pt x="656" y="384"/>
                    </a:lnTo>
                    <a:lnTo>
                      <a:pt x="656" y="385"/>
                    </a:lnTo>
                    <a:lnTo>
                      <a:pt x="657" y="386"/>
                    </a:lnTo>
                    <a:lnTo>
                      <a:pt x="657" y="386"/>
                    </a:lnTo>
                    <a:lnTo>
                      <a:pt x="658" y="387"/>
                    </a:lnTo>
                    <a:lnTo>
                      <a:pt x="659" y="388"/>
                    </a:lnTo>
                    <a:lnTo>
                      <a:pt x="659" y="389"/>
                    </a:lnTo>
                    <a:lnTo>
                      <a:pt x="660" y="391"/>
                    </a:lnTo>
                    <a:lnTo>
                      <a:pt x="660" y="392"/>
                    </a:lnTo>
                    <a:lnTo>
                      <a:pt x="661" y="393"/>
                    </a:lnTo>
                    <a:lnTo>
                      <a:pt x="661" y="394"/>
                    </a:lnTo>
                    <a:lnTo>
                      <a:pt x="662" y="396"/>
                    </a:lnTo>
                    <a:lnTo>
                      <a:pt x="663" y="396"/>
                    </a:lnTo>
                    <a:lnTo>
                      <a:pt x="663" y="397"/>
                    </a:lnTo>
                    <a:lnTo>
                      <a:pt x="664" y="398"/>
                    </a:lnTo>
                    <a:lnTo>
                      <a:pt x="665" y="399"/>
                    </a:lnTo>
                    <a:lnTo>
                      <a:pt x="665" y="400"/>
                    </a:lnTo>
                    <a:lnTo>
                      <a:pt x="666" y="402"/>
                    </a:lnTo>
                    <a:lnTo>
                      <a:pt x="666" y="402"/>
                    </a:lnTo>
                    <a:lnTo>
                      <a:pt x="667" y="403"/>
                    </a:lnTo>
                    <a:lnTo>
                      <a:pt x="668" y="403"/>
                    </a:lnTo>
                    <a:lnTo>
                      <a:pt x="668" y="403"/>
                    </a:lnTo>
                    <a:lnTo>
                      <a:pt x="669" y="403"/>
                    </a:lnTo>
                    <a:lnTo>
                      <a:pt x="669" y="403"/>
                    </a:lnTo>
                    <a:lnTo>
                      <a:pt x="670" y="404"/>
                    </a:lnTo>
                    <a:lnTo>
                      <a:pt x="670" y="404"/>
                    </a:lnTo>
                    <a:lnTo>
                      <a:pt x="671" y="404"/>
                    </a:lnTo>
                    <a:lnTo>
                      <a:pt x="671" y="405"/>
                    </a:lnTo>
                    <a:lnTo>
                      <a:pt x="672" y="406"/>
                    </a:lnTo>
                    <a:lnTo>
                      <a:pt x="673" y="408"/>
                    </a:lnTo>
                    <a:lnTo>
                      <a:pt x="673" y="409"/>
                    </a:lnTo>
                    <a:lnTo>
                      <a:pt x="674" y="410"/>
                    </a:lnTo>
                    <a:lnTo>
                      <a:pt x="674" y="410"/>
                    </a:lnTo>
                    <a:lnTo>
                      <a:pt x="675" y="410"/>
                    </a:lnTo>
                    <a:lnTo>
                      <a:pt x="675" y="409"/>
                    </a:lnTo>
                    <a:lnTo>
                      <a:pt x="676" y="408"/>
                    </a:lnTo>
                    <a:lnTo>
                      <a:pt x="677" y="408"/>
                    </a:lnTo>
                    <a:lnTo>
                      <a:pt x="677" y="408"/>
                    </a:lnTo>
                    <a:lnTo>
                      <a:pt x="678" y="409"/>
                    </a:lnTo>
                    <a:lnTo>
                      <a:pt x="678" y="409"/>
                    </a:lnTo>
                    <a:lnTo>
                      <a:pt x="679" y="408"/>
                    </a:lnTo>
                    <a:lnTo>
                      <a:pt x="680" y="408"/>
                    </a:lnTo>
                    <a:lnTo>
                      <a:pt x="680" y="406"/>
                    </a:lnTo>
                    <a:lnTo>
                      <a:pt x="681" y="404"/>
                    </a:lnTo>
                    <a:lnTo>
                      <a:pt x="681" y="402"/>
                    </a:lnTo>
                    <a:lnTo>
                      <a:pt x="682" y="399"/>
                    </a:lnTo>
                    <a:lnTo>
                      <a:pt x="683" y="394"/>
                    </a:lnTo>
                    <a:lnTo>
                      <a:pt x="683" y="391"/>
                    </a:lnTo>
                    <a:lnTo>
                      <a:pt x="684" y="385"/>
                    </a:lnTo>
                    <a:lnTo>
                      <a:pt x="684" y="378"/>
                    </a:lnTo>
                    <a:lnTo>
                      <a:pt x="685" y="371"/>
                    </a:lnTo>
                    <a:lnTo>
                      <a:pt x="686" y="365"/>
                    </a:lnTo>
                    <a:lnTo>
                      <a:pt x="686" y="357"/>
                    </a:lnTo>
                    <a:lnTo>
                      <a:pt x="687" y="350"/>
                    </a:lnTo>
                    <a:lnTo>
                      <a:pt x="687" y="340"/>
                    </a:lnTo>
                    <a:lnTo>
                      <a:pt x="688" y="331"/>
                    </a:lnTo>
                    <a:lnTo>
                      <a:pt x="688" y="322"/>
                    </a:lnTo>
                    <a:lnTo>
                      <a:pt x="689" y="312"/>
                    </a:lnTo>
                    <a:lnTo>
                      <a:pt x="689" y="302"/>
                    </a:lnTo>
                    <a:lnTo>
                      <a:pt x="690" y="292"/>
                    </a:lnTo>
                    <a:lnTo>
                      <a:pt x="690" y="282"/>
                    </a:lnTo>
                    <a:lnTo>
                      <a:pt x="691" y="272"/>
                    </a:lnTo>
                    <a:lnTo>
                      <a:pt x="692" y="262"/>
                    </a:lnTo>
                    <a:lnTo>
                      <a:pt x="692" y="252"/>
                    </a:lnTo>
                    <a:lnTo>
                      <a:pt x="693" y="242"/>
                    </a:lnTo>
                    <a:lnTo>
                      <a:pt x="693" y="232"/>
                    </a:lnTo>
                    <a:lnTo>
                      <a:pt x="694" y="221"/>
                    </a:lnTo>
                    <a:lnTo>
                      <a:pt x="695" y="210"/>
                    </a:lnTo>
                    <a:lnTo>
                      <a:pt x="695" y="199"/>
                    </a:lnTo>
                    <a:lnTo>
                      <a:pt x="696" y="188"/>
                    </a:lnTo>
                    <a:lnTo>
                      <a:pt x="696" y="178"/>
                    </a:lnTo>
                    <a:lnTo>
                      <a:pt x="697" y="168"/>
                    </a:lnTo>
                    <a:lnTo>
                      <a:pt x="698" y="159"/>
                    </a:lnTo>
                    <a:lnTo>
                      <a:pt x="698" y="149"/>
                    </a:lnTo>
                    <a:lnTo>
                      <a:pt x="699" y="140"/>
                    </a:lnTo>
                    <a:lnTo>
                      <a:pt x="699" y="131"/>
                    </a:lnTo>
                    <a:lnTo>
                      <a:pt x="700" y="122"/>
                    </a:lnTo>
                    <a:lnTo>
                      <a:pt x="701" y="114"/>
                    </a:lnTo>
                    <a:lnTo>
                      <a:pt x="701" y="106"/>
                    </a:lnTo>
                    <a:lnTo>
                      <a:pt x="702" y="99"/>
                    </a:lnTo>
                    <a:lnTo>
                      <a:pt x="702" y="92"/>
                    </a:lnTo>
                    <a:lnTo>
                      <a:pt x="703" y="85"/>
                    </a:lnTo>
                    <a:lnTo>
                      <a:pt x="703" y="78"/>
                    </a:lnTo>
                    <a:lnTo>
                      <a:pt x="704" y="71"/>
                    </a:lnTo>
                    <a:lnTo>
                      <a:pt x="704" y="65"/>
                    </a:lnTo>
                    <a:lnTo>
                      <a:pt x="705" y="60"/>
                    </a:lnTo>
                    <a:lnTo>
                      <a:pt x="706" y="55"/>
                    </a:lnTo>
                    <a:lnTo>
                      <a:pt x="706" y="49"/>
                    </a:lnTo>
                    <a:lnTo>
                      <a:pt x="707" y="44"/>
                    </a:lnTo>
                    <a:lnTo>
                      <a:pt x="707" y="39"/>
                    </a:lnTo>
                    <a:lnTo>
                      <a:pt x="708" y="34"/>
                    </a:lnTo>
                    <a:lnTo>
                      <a:pt x="708" y="30"/>
                    </a:lnTo>
                    <a:lnTo>
                      <a:pt x="709" y="26"/>
                    </a:lnTo>
                    <a:lnTo>
                      <a:pt x="710" y="22"/>
                    </a:lnTo>
                    <a:lnTo>
                      <a:pt x="710" y="17"/>
                    </a:lnTo>
                    <a:lnTo>
                      <a:pt x="711" y="14"/>
                    </a:lnTo>
                    <a:lnTo>
                      <a:pt x="711" y="12"/>
                    </a:lnTo>
                    <a:lnTo>
                      <a:pt x="712" y="10"/>
                    </a:lnTo>
                    <a:lnTo>
                      <a:pt x="713" y="9"/>
                    </a:lnTo>
                    <a:lnTo>
                      <a:pt x="713" y="8"/>
                    </a:lnTo>
                    <a:lnTo>
                      <a:pt x="714" y="7"/>
                    </a:lnTo>
                    <a:lnTo>
                      <a:pt x="714" y="6"/>
                    </a:lnTo>
                    <a:lnTo>
                      <a:pt x="715" y="5"/>
                    </a:lnTo>
                    <a:lnTo>
                      <a:pt x="716" y="3"/>
                    </a:lnTo>
                    <a:lnTo>
                      <a:pt x="716" y="1"/>
                    </a:lnTo>
                    <a:lnTo>
                      <a:pt x="717" y="0"/>
                    </a:lnTo>
                    <a:lnTo>
                      <a:pt x="717" y="1"/>
                    </a:lnTo>
                    <a:lnTo>
                      <a:pt x="718" y="3"/>
                    </a:lnTo>
                    <a:lnTo>
                      <a:pt x="718" y="5"/>
                    </a:lnTo>
                    <a:lnTo>
                      <a:pt x="719" y="7"/>
                    </a:lnTo>
                    <a:lnTo>
                      <a:pt x="720" y="10"/>
                    </a:lnTo>
                    <a:lnTo>
                      <a:pt x="720" y="14"/>
                    </a:lnTo>
                    <a:lnTo>
                      <a:pt x="721" y="18"/>
                    </a:lnTo>
                    <a:lnTo>
                      <a:pt x="721" y="24"/>
                    </a:lnTo>
                    <a:lnTo>
                      <a:pt x="722" y="30"/>
                    </a:lnTo>
                    <a:lnTo>
                      <a:pt x="722" y="37"/>
                    </a:lnTo>
                    <a:lnTo>
                      <a:pt x="723" y="44"/>
                    </a:lnTo>
                    <a:lnTo>
                      <a:pt x="723" y="51"/>
                    </a:lnTo>
                    <a:lnTo>
                      <a:pt x="724" y="59"/>
                    </a:lnTo>
                    <a:lnTo>
                      <a:pt x="725" y="70"/>
                    </a:lnTo>
                    <a:lnTo>
                      <a:pt x="725" y="81"/>
                    </a:lnTo>
                    <a:lnTo>
                      <a:pt x="726" y="92"/>
                    </a:lnTo>
                    <a:lnTo>
                      <a:pt x="726" y="104"/>
                    </a:lnTo>
                    <a:lnTo>
                      <a:pt x="727" y="117"/>
                    </a:lnTo>
                    <a:lnTo>
                      <a:pt x="728" y="131"/>
                    </a:lnTo>
                    <a:lnTo>
                      <a:pt x="728" y="146"/>
                    </a:lnTo>
                    <a:lnTo>
                      <a:pt x="729" y="161"/>
                    </a:lnTo>
                    <a:lnTo>
                      <a:pt x="729" y="176"/>
                    </a:lnTo>
                    <a:lnTo>
                      <a:pt x="730" y="192"/>
                    </a:lnTo>
                    <a:lnTo>
                      <a:pt x="731" y="208"/>
                    </a:lnTo>
                    <a:lnTo>
                      <a:pt x="731" y="223"/>
                    </a:lnTo>
                    <a:lnTo>
                      <a:pt x="732" y="240"/>
                    </a:lnTo>
                    <a:lnTo>
                      <a:pt x="733" y="256"/>
                    </a:lnTo>
                    <a:lnTo>
                      <a:pt x="733" y="272"/>
                    </a:lnTo>
                    <a:lnTo>
                      <a:pt x="734" y="288"/>
                    </a:lnTo>
                    <a:lnTo>
                      <a:pt x="734" y="303"/>
                    </a:lnTo>
                    <a:lnTo>
                      <a:pt x="735" y="318"/>
                    </a:lnTo>
                    <a:lnTo>
                      <a:pt x="735" y="333"/>
                    </a:lnTo>
                    <a:lnTo>
                      <a:pt x="736" y="348"/>
                    </a:lnTo>
                    <a:lnTo>
                      <a:pt x="736" y="363"/>
                    </a:lnTo>
                    <a:lnTo>
                      <a:pt x="737" y="377"/>
                    </a:lnTo>
                    <a:lnTo>
                      <a:pt x="737" y="391"/>
                    </a:lnTo>
                    <a:lnTo>
                      <a:pt x="738" y="405"/>
                    </a:lnTo>
                    <a:lnTo>
                      <a:pt x="739" y="418"/>
                    </a:lnTo>
                    <a:lnTo>
                      <a:pt x="739" y="432"/>
                    </a:lnTo>
                    <a:lnTo>
                      <a:pt x="740" y="444"/>
                    </a:lnTo>
                    <a:lnTo>
                      <a:pt x="740" y="457"/>
                    </a:lnTo>
                    <a:lnTo>
                      <a:pt x="741" y="469"/>
                    </a:lnTo>
                    <a:lnTo>
                      <a:pt x="742" y="481"/>
                    </a:lnTo>
                    <a:lnTo>
                      <a:pt x="742" y="493"/>
                    </a:lnTo>
                    <a:lnTo>
                      <a:pt x="743" y="504"/>
                    </a:lnTo>
                    <a:lnTo>
                      <a:pt x="743" y="515"/>
                    </a:lnTo>
                    <a:lnTo>
                      <a:pt x="744" y="526"/>
                    </a:lnTo>
                    <a:lnTo>
                      <a:pt x="745" y="538"/>
                    </a:lnTo>
                    <a:lnTo>
                      <a:pt x="745" y="549"/>
                    </a:lnTo>
                    <a:lnTo>
                      <a:pt x="746" y="559"/>
                    </a:lnTo>
                    <a:lnTo>
                      <a:pt x="746" y="571"/>
                    </a:lnTo>
                    <a:lnTo>
                      <a:pt x="747" y="582"/>
                    </a:lnTo>
                    <a:lnTo>
                      <a:pt x="748" y="595"/>
                    </a:lnTo>
                    <a:lnTo>
                      <a:pt x="748" y="608"/>
                    </a:lnTo>
                    <a:lnTo>
                      <a:pt x="749" y="621"/>
                    </a:lnTo>
                    <a:lnTo>
                      <a:pt x="749" y="634"/>
                    </a:lnTo>
                    <a:lnTo>
                      <a:pt x="750" y="648"/>
                    </a:lnTo>
                    <a:lnTo>
                      <a:pt x="750" y="662"/>
                    </a:lnTo>
                    <a:lnTo>
                      <a:pt x="751" y="677"/>
                    </a:lnTo>
                    <a:lnTo>
                      <a:pt x="751" y="690"/>
                    </a:lnTo>
                    <a:lnTo>
                      <a:pt x="752" y="704"/>
                    </a:lnTo>
                    <a:lnTo>
                      <a:pt x="753" y="718"/>
                    </a:lnTo>
                    <a:lnTo>
                      <a:pt x="753" y="732"/>
                    </a:lnTo>
                    <a:lnTo>
                      <a:pt x="754" y="745"/>
                    </a:lnTo>
                    <a:lnTo>
                      <a:pt x="754" y="759"/>
                    </a:lnTo>
                    <a:lnTo>
                      <a:pt x="755" y="772"/>
                    </a:lnTo>
                    <a:lnTo>
                      <a:pt x="755" y="784"/>
                    </a:lnTo>
                    <a:lnTo>
                      <a:pt x="756" y="796"/>
                    </a:lnTo>
                    <a:lnTo>
                      <a:pt x="757" y="808"/>
                    </a:lnTo>
                    <a:lnTo>
                      <a:pt x="757" y="820"/>
                    </a:lnTo>
                    <a:lnTo>
                      <a:pt x="758" y="832"/>
                    </a:lnTo>
                    <a:lnTo>
                      <a:pt x="758" y="843"/>
                    </a:lnTo>
                    <a:lnTo>
                      <a:pt x="759" y="854"/>
                    </a:lnTo>
                    <a:lnTo>
                      <a:pt x="760" y="865"/>
                    </a:lnTo>
                    <a:lnTo>
                      <a:pt x="760" y="875"/>
                    </a:lnTo>
                    <a:lnTo>
                      <a:pt x="761" y="885"/>
                    </a:lnTo>
                    <a:lnTo>
                      <a:pt x="761" y="895"/>
                    </a:lnTo>
                    <a:lnTo>
                      <a:pt x="762" y="905"/>
                    </a:lnTo>
                    <a:lnTo>
                      <a:pt x="763" y="915"/>
                    </a:lnTo>
                    <a:lnTo>
                      <a:pt x="763" y="923"/>
                    </a:lnTo>
                    <a:lnTo>
                      <a:pt x="764" y="932"/>
                    </a:lnTo>
                    <a:lnTo>
                      <a:pt x="764" y="938"/>
                    </a:lnTo>
                    <a:lnTo>
                      <a:pt x="765" y="945"/>
                    </a:lnTo>
                    <a:lnTo>
                      <a:pt x="765" y="951"/>
                    </a:lnTo>
                    <a:lnTo>
                      <a:pt x="766" y="956"/>
                    </a:lnTo>
                    <a:lnTo>
                      <a:pt x="767" y="960"/>
                    </a:lnTo>
                    <a:lnTo>
                      <a:pt x="767" y="964"/>
                    </a:lnTo>
                    <a:lnTo>
                      <a:pt x="768" y="968"/>
                    </a:lnTo>
                    <a:lnTo>
                      <a:pt x="768" y="971"/>
                    </a:lnTo>
                    <a:lnTo>
                      <a:pt x="769" y="974"/>
                    </a:lnTo>
                    <a:lnTo>
                      <a:pt x="769" y="976"/>
                    </a:lnTo>
                    <a:lnTo>
                      <a:pt x="770" y="979"/>
                    </a:lnTo>
                    <a:lnTo>
                      <a:pt x="770" y="982"/>
                    </a:lnTo>
                    <a:lnTo>
                      <a:pt x="771" y="985"/>
                    </a:lnTo>
                    <a:lnTo>
                      <a:pt x="772" y="987"/>
                    </a:lnTo>
                    <a:lnTo>
                      <a:pt x="772" y="989"/>
                    </a:lnTo>
                    <a:lnTo>
                      <a:pt x="773" y="990"/>
                    </a:lnTo>
                    <a:lnTo>
                      <a:pt x="773" y="991"/>
                    </a:lnTo>
                    <a:lnTo>
                      <a:pt x="774" y="992"/>
                    </a:lnTo>
                    <a:lnTo>
                      <a:pt x="775" y="992"/>
                    </a:lnTo>
                    <a:lnTo>
                      <a:pt x="775" y="994"/>
                    </a:lnTo>
                    <a:lnTo>
                      <a:pt x="776" y="994"/>
                    </a:lnTo>
                    <a:lnTo>
                      <a:pt x="776" y="995"/>
                    </a:lnTo>
                    <a:lnTo>
                      <a:pt x="777" y="997"/>
                    </a:lnTo>
                    <a:lnTo>
                      <a:pt x="778" y="998"/>
                    </a:lnTo>
                    <a:lnTo>
                      <a:pt x="778" y="1000"/>
                    </a:lnTo>
                    <a:lnTo>
                      <a:pt x="779" y="1001"/>
                    </a:lnTo>
                    <a:lnTo>
                      <a:pt x="779" y="1001"/>
                    </a:lnTo>
                    <a:lnTo>
                      <a:pt x="780" y="1001"/>
                    </a:lnTo>
                    <a:lnTo>
                      <a:pt x="781" y="1002"/>
                    </a:lnTo>
                    <a:lnTo>
                      <a:pt x="781" y="1003"/>
                    </a:lnTo>
                    <a:lnTo>
                      <a:pt x="782" y="1003"/>
                    </a:lnTo>
                    <a:lnTo>
                      <a:pt x="782" y="1003"/>
                    </a:lnTo>
                    <a:lnTo>
                      <a:pt x="783" y="1003"/>
                    </a:lnTo>
                    <a:lnTo>
                      <a:pt x="783" y="1003"/>
                    </a:lnTo>
                    <a:lnTo>
                      <a:pt x="784" y="1001"/>
                    </a:lnTo>
                    <a:lnTo>
                      <a:pt x="784" y="1000"/>
                    </a:lnTo>
                    <a:lnTo>
                      <a:pt x="785" y="996"/>
                    </a:lnTo>
                    <a:lnTo>
                      <a:pt x="785" y="992"/>
                    </a:lnTo>
                    <a:lnTo>
                      <a:pt x="786" y="987"/>
                    </a:lnTo>
                    <a:lnTo>
                      <a:pt x="787" y="982"/>
                    </a:lnTo>
                    <a:lnTo>
                      <a:pt x="787" y="975"/>
                    </a:lnTo>
                    <a:lnTo>
                      <a:pt x="788" y="968"/>
                    </a:lnTo>
                    <a:lnTo>
                      <a:pt x="788" y="961"/>
                    </a:lnTo>
                    <a:lnTo>
                      <a:pt x="789" y="954"/>
                    </a:lnTo>
                    <a:lnTo>
                      <a:pt x="790" y="948"/>
                    </a:lnTo>
                    <a:lnTo>
                      <a:pt x="790" y="941"/>
                    </a:lnTo>
                    <a:lnTo>
                      <a:pt x="791" y="933"/>
                    </a:lnTo>
                    <a:lnTo>
                      <a:pt x="791" y="926"/>
                    </a:lnTo>
                    <a:lnTo>
                      <a:pt x="792" y="919"/>
                    </a:lnTo>
                    <a:lnTo>
                      <a:pt x="793" y="911"/>
                    </a:lnTo>
                    <a:lnTo>
                      <a:pt x="793" y="903"/>
                    </a:lnTo>
                    <a:lnTo>
                      <a:pt x="794" y="897"/>
                    </a:lnTo>
                    <a:lnTo>
                      <a:pt x="794" y="890"/>
                    </a:lnTo>
                    <a:lnTo>
                      <a:pt x="795" y="883"/>
                    </a:lnTo>
                    <a:lnTo>
                      <a:pt x="796" y="876"/>
                    </a:lnTo>
                    <a:lnTo>
                      <a:pt x="796" y="869"/>
                    </a:lnTo>
                    <a:lnTo>
                      <a:pt x="797" y="862"/>
                    </a:lnTo>
                    <a:lnTo>
                      <a:pt x="797" y="855"/>
                    </a:lnTo>
                    <a:lnTo>
                      <a:pt x="798" y="848"/>
                    </a:lnTo>
                    <a:lnTo>
                      <a:pt x="798" y="842"/>
                    </a:lnTo>
                    <a:lnTo>
                      <a:pt x="799" y="835"/>
                    </a:lnTo>
                    <a:lnTo>
                      <a:pt x="800" y="828"/>
                    </a:lnTo>
                    <a:lnTo>
                      <a:pt x="800" y="821"/>
                    </a:lnTo>
                    <a:lnTo>
                      <a:pt x="801" y="815"/>
                    </a:lnTo>
                    <a:lnTo>
                      <a:pt x="801" y="809"/>
                    </a:lnTo>
                    <a:lnTo>
                      <a:pt x="802" y="802"/>
                    </a:lnTo>
                    <a:lnTo>
                      <a:pt x="802" y="795"/>
                    </a:lnTo>
                    <a:lnTo>
                      <a:pt x="803" y="789"/>
                    </a:lnTo>
                    <a:lnTo>
                      <a:pt x="804" y="783"/>
                    </a:lnTo>
                    <a:lnTo>
                      <a:pt x="804" y="777"/>
                    </a:lnTo>
                    <a:lnTo>
                      <a:pt x="805" y="771"/>
                    </a:lnTo>
                    <a:lnTo>
                      <a:pt x="805" y="766"/>
                    </a:lnTo>
                    <a:lnTo>
                      <a:pt x="806" y="761"/>
                    </a:lnTo>
                    <a:lnTo>
                      <a:pt x="807" y="755"/>
                    </a:lnTo>
                    <a:lnTo>
                      <a:pt x="807" y="749"/>
                    </a:lnTo>
                    <a:lnTo>
                      <a:pt x="808" y="744"/>
                    </a:lnTo>
                    <a:lnTo>
                      <a:pt x="808" y="740"/>
                    </a:lnTo>
                    <a:lnTo>
                      <a:pt x="809" y="735"/>
                    </a:lnTo>
                    <a:lnTo>
                      <a:pt x="810" y="731"/>
                    </a:lnTo>
                    <a:lnTo>
                      <a:pt x="810" y="726"/>
                    </a:lnTo>
                    <a:lnTo>
                      <a:pt x="811" y="723"/>
                    </a:lnTo>
                    <a:lnTo>
                      <a:pt x="811" y="718"/>
                    </a:lnTo>
                    <a:lnTo>
                      <a:pt x="812" y="714"/>
                    </a:lnTo>
                    <a:lnTo>
                      <a:pt x="812" y="709"/>
                    </a:lnTo>
                    <a:lnTo>
                      <a:pt x="813" y="705"/>
                    </a:lnTo>
                    <a:lnTo>
                      <a:pt x="814" y="700"/>
                    </a:lnTo>
                    <a:lnTo>
                      <a:pt x="814" y="695"/>
                    </a:lnTo>
                    <a:lnTo>
                      <a:pt x="815" y="690"/>
                    </a:lnTo>
                    <a:lnTo>
                      <a:pt x="815" y="685"/>
                    </a:lnTo>
                    <a:lnTo>
                      <a:pt x="816" y="679"/>
                    </a:lnTo>
                    <a:lnTo>
                      <a:pt x="816" y="674"/>
                    </a:lnTo>
                    <a:lnTo>
                      <a:pt x="817" y="669"/>
                    </a:lnTo>
                    <a:lnTo>
                      <a:pt x="817" y="665"/>
                    </a:lnTo>
                    <a:lnTo>
                      <a:pt x="818" y="661"/>
                    </a:lnTo>
                    <a:lnTo>
                      <a:pt x="819" y="657"/>
                    </a:lnTo>
                    <a:lnTo>
                      <a:pt x="819" y="653"/>
                    </a:lnTo>
                    <a:lnTo>
                      <a:pt x="820" y="649"/>
                    </a:lnTo>
                    <a:lnTo>
                      <a:pt x="820" y="645"/>
                    </a:lnTo>
                    <a:lnTo>
                      <a:pt x="821" y="641"/>
                    </a:lnTo>
                    <a:lnTo>
                      <a:pt x="822" y="638"/>
                    </a:lnTo>
                    <a:lnTo>
                      <a:pt x="822" y="634"/>
                    </a:lnTo>
                    <a:lnTo>
                      <a:pt x="823" y="630"/>
                    </a:lnTo>
                    <a:lnTo>
                      <a:pt x="823" y="628"/>
                    </a:lnTo>
                    <a:lnTo>
                      <a:pt x="824" y="624"/>
                    </a:lnTo>
                    <a:lnTo>
                      <a:pt x="825" y="621"/>
                    </a:lnTo>
                    <a:lnTo>
                      <a:pt x="825" y="618"/>
                    </a:lnTo>
                    <a:lnTo>
                      <a:pt x="826" y="615"/>
                    </a:lnTo>
                    <a:lnTo>
                      <a:pt x="826" y="612"/>
                    </a:lnTo>
                    <a:lnTo>
                      <a:pt x="827" y="608"/>
                    </a:lnTo>
                    <a:lnTo>
                      <a:pt x="828" y="605"/>
                    </a:lnTo>
                    <a:lnTo>
                      <a:pt x="828" y="602"/>
                    </a:lnTo>
                    <a:lnTo>
                      <a:pt x="829" y="599"/>
                    </a:lnTo>
                    <a:lnTo>
                      <a:pt x="829" y="596"/>
                    </a:lnTo>
                    <a:lnTo>
                      <a:pt x="830" y="593"/>
                    </a:lnTo>
                    <a:lnTo>
                      <a:pt x="830" y="591"/>
                    </a:lnTo>
                    <a:lnTo>
                      <a:pt x="831" y="589"/>
                    </a:lnTo>
                    <a:lnTo>
                      <a:pt x="831" y="586"/>
                    </a:lnTo>
                    <a:lnTo>
                      <a:pt x="832" y="583"/>
                    </a:lnTo>
                    <a:lnTo>
                      <a:pt x="832" y="581"/>
                    </a:lnTo>
                    <a:lnTo>
                      <a:pt x="833" y="579"/>
                    </a:lnTo>
                    <a:lnTo>
                      <a:pt x="834" y="577"/>
                    </a:lnTo>
                    <a:lnTo>
                      <a:pt x="834" y="575"/>
                    </a:lnTo>
                    <a:lnTo>
                      <a:pt x="835" y="573"/>
                    </a:lnTo>
                    <a:lnTo>
                      <a:pt x="835" y="571"/>
                    </a:lnTo>
                    <a:lnTo>
                      <a:pt x="836" y="568"/>
                    </a:lnTo>
                    <a:lnTo>
                      <a:pt x="837" y="567"/>
                    </a:lnTo>
                    <a:lnTo>
                      <a:pt x="837" y="565"/>
                    </a:lnTo>
                    <a:lnTo>
                      <a:pt x="838" y="563"/>
                    </a:lnTo>
                    <a:lnTo>
                      <a:pt x="838" y="562"/>
                    </a:lnTo>
                    <a:lnTo>
                      <a:pt x="839" y="560"/>
                    </a:lnTo>
                    <a:lnTo>
                      <a:pt x="840" y="559"/>
                    </a:lnTo>
                    <a:lnTo>
                      <a:pt x="840" y="558"/>
                    </a:lnTo>
                    <a:lnTo>
                      <a:pt x="841" y="556"/>
                    </a:lnTo>
                    <a:lnTo>
                      <a:pt x="841" y="555"/>
                    </a:lnTo>
                    <a:lnTo>
                      <a:pt x="842" y="554"/>
                    </a:lnTo>
                    <a:lnTo>
                      <a:pt x="843" y="553"/>
                    </a:lnTo>
                    <a:lnTo>
                      <a:pt x="843" y="552"/>
                    </a:lnTo>
                    <a:lnTo>
                      <a:pt x="844" y="549"/>
                    </a:lnTo>
                    <a:lnTo>
                      <a:pt x="844" y="548"/>
                    </a:lnTo>
                    <a:lnTo>
                      <a:pt x="845" y="547"/>
                    </a:lnTo>
                    <a:lnTo>
                      <a:pt x="845" y="545"/>
                    </a:lnTo>
                    <a:lnTo>
                      <a:pt x="846" y="544"/>
                    </a:lnTo>
                    <a:lnTo>
                      <a:pt x="846" y="542"/>
                    </a:lnTo>
                    <a:lnTo>
                      <a:pt x="847" y="541"/>
                    </a:lnTo>
                    <a:lnTo>
                      <a:pt x="848" y="539"/>
                    </a:lnTo>
                    <a:lnTo>
                      <a:pt x="848" y="537"/>
                    </a:lnTo>
                    <a:lnTo>
                      <a:pt x="849" y="536"/>
                    </a:lnTo>
                    <a:lnTo>
                      <a:pt x="849" y="535"/>
                    </a:lnTo>
                    <a:lnTo>
                      <a:pt x="850" y="535"/>
                    </a:lnTo>
                    <a:lnTo>
                      <a:pt x="850" y="533"/>
                    </a:lnTo>
                    <a:lnTo>
                      <a:pt x="851" y="532"/>
                    </a:lnTo>
                    <a:lnTo>
                      <a:pt x="852" y="532"/>
                    </a:lnTo>
                    <a:lnTo>
                      <a:pt x="852" y="532"/>
                    </a:lnTo>
                    <a:lnTo>
                      <a:pt x="853" y="532"/>
                    </a:lnTo>
                    <a:lnTo>
                      <a:pt x="853" y="532"/>
                    </a:lnTo>
                    <a:lnTo>
                      <a:pt x="854" y="532"/>
                    </a:lnTo>
                    <a:lnTo>
                      <a:pt x="855" y="531"/>
                    </a:lnTo>
                    <a:lnTo>
                      <a:pt x="855" y="530"/>
                    </a:lnTo>
                    <a:lnTo>
                      <a:pt x="856" y="530"/>
                    </a:lnTo>
                    <a:lnTo>
                      <a:pt x="856" y="530"/>
                    </a:lnTo>
                    <a:lnTo>
                      <a:pt x="857" y="529"/>
                    </a:lnTo>
                    <a:lnTo>
                      <a:pt x="858" y="528"/>
                    </a:lnTo>
                    <a:lnTo>
                      <a:pt x="858" y="527"/>
                    </a:lnTo>
                    <a:lnTo>
                      <a:pt x="859" y="526"/>
                    </a:lnTo>
                    <a:lnTo>
                      <a:pt x="859" y="524"/>
                    </a:lnTo>
                    <a:lnTo>
                      <a:pt x="860" y="522"/>
                    </a:lnTo>
                    <a:lnTo>
                      <a:pt x="861" y="520"/>
                    </a:lnTo>
                    <a:lnTo>
                      <a:pt x="861" y="518"/>
                    </a:lnTo>
                    <a:lnTo>
                      <a:pt x="862" y="516"/>
                    </a:lnTo>
                    <a:lnTo>
                      <a:pt x="862" y="514"/>
                    </a:lnTo>
                    <a:lnTo>
                      <a:pt x="863" y="512"/>
                    </a:lnTo>
                    <a:lnTo>
                      <a:pt x="863" y="511"/>
                    </a:lnTo>
                    <a:lnTo>
                      <a:pt x="864" y="509"/>
                    </a:lnTo>
                    <a:lnTo>
                      <a:pt x="864" y="508"/>
                    </a:lnTo>
                    <a:lnTo>
                      <a:pt x="865" y="506"/>
                    </a:lnTo>
                    <a:lnTo>
                      <a:pt x="865" y="505"/>
                    </a:lnTo>
                    <a:lnTo>
                      <a:pt x="866" y="503"/>
                    </a:lnTo>
                    <a:lnTo>
                      <a:pt x="867" y="502"/>
                    </a:lnTo>
                    <a:lnTo>
                      <a:pt x="867" y="501"/>
                    </a:lnTo>
                    <a:lnTo>
                      <a:pt x="868" y="500"/>
                    </a:lnTo>
                    <a:lnTo>
                      <a:pt x="869" y="498"/>
                    </a:lnTo>
                    <a:lnTo>
                      <a:pt x="869" y="497"/>
                    </a:lnTo>
                    <a:lnTo>
                      <a:pt x="870" y="495"/>
                    </a:lnTo>
                    <a:lnTo>
                      <a:pt x="870" y="494"/>
                    </a:lnTo>
                    <a:lnTo>
                      <a:pt x="871" y="492"/>
                    </a:lnTo>
                    <a:lnTo>
                      <a:pt x="872" y="489"/>
                    </a:lnTo>
                    <a:lnTo>
                      <a:pt x="872" y="486"/>
                    </a:lnTo>
                    <a:lnTo>
                      <a:pt x="873" y="483"/>
                    </a:lnTo>
                    <a:lnTo>
                      <a:pt x="873" y="482"/>
                    </a:lnTo>
                    <a:lnTo>
                      <a:pt x="874" y="479"/>
                    </a:lnTo>
                    <a:lnTo>
                      <a:pt x="875" y="477"/>
                    </a:lnTo>
                    <a:lnTo>
                      <a:pt x="875" y="474"/>
                    </a:lnTo>
                    <a:lnTo>
                      <a:pt x="876" y="472"/>
                    </a:lnTo>
                    <a:lnTo>
                      <a:pt x="876" y="470"/>
                    </a:lnTo>
                    <a:lnTo>
                      <a:pt x="877" y="468"/>
                    </a:lnTo>
                    <a:lnTo>
                      <a:pt x="877" y="466"/>
                    </a:lnTo>
                    <a:lnTo>
                      <a:pt x="878" y="464"/>
                    </a:lnTo>
                    <a:lnTo>
                      <a:pt x="878" y="462"/>
                    </a:lnTo>
                    <a:lnTo>
                      <a:pt x="879" y="459"/>
                    </a:lnTo>
                    <a:lnTo>
                      <a:pt x="879" y="456"/>
                    </a:lnTo>
                    <a:lnTo>
                      <a:pt x="880" y="452"/>
                    </a:lnTo>
                    <a:lnTo>
                      <a:pt x="881" y="449"/>
                    </a:lnTo>
                    <a:lnTo>
                      <a:pt x="881" y="447"/>
                    </a:lnTo>
                    <a:lnTo>
                      <a:pt x="882" y="444"/>
                    </a:lnTo>
                    <a:lnTo>
                      <a:pt x="882" y="442"/>
                    </a:lnTo>
                    <a:lnTo>
                      <a:pt x="883" y="439"/>
                    </a:lnTo>
                    <a:lnTo>
                      <a:pt x="884" y="436"/>
                    </a:lnTo>
                    <a:lnTo>
                      <a:pt x="884" y="432"/>
                    </a:lnTo>
                    <a:lnTo>
                      <a:pt x="885" y="428"/>
                    </a:lnTo>
                    <a:lnTo>
                      <a:pt x="885" y="425"/>
                    </a:lnTo>
                    <a:lnTo>
                      <a:pt x="886" y="423"/>
                    </a:lnTo>
                    <a:lnTo>
                      <a:pt x="887" y="421"/>
                    </a:lnTo>
                    <a:lnTo>
                      <a:pt x="887" y="419"/>
                    </a:lnTo>
                    <a:lnTo>
                      <a:pt x="888" y="416"/>
                    </a:lnTo>
                    <a:lnTo>
                      <a:pt x="888" y="413"/>
                    </a:lnTo>
                    <a:lnTo>
                      <a:pt x="889" y="411"/>
                    </a:lnTo>
                    <a:lnTo>
                      <a:pt x="890" y="408"/>
                    </a:lnTo>
                    <a:lnTo>
                      <a:pt x="890" y="405"/>
                    </a:lnTo>
                    <a:lnTo>
                      <a:pt x="891" y="402"/>
                    </a:lnTo>
                    <a:lnTo>
                      <a:pt x="891" y="399"/>
                    </a:lnTo>
                    <a:lnTo>
                      <a:pt x="892" y="397"/>
                    </a:lnTo>
                    <a:lnTo>
                      <a:pt x="892" y="393"/>
                    </a:lnTo>
                    <a:lnTo>
                      <a:pt x="893" y="391"/>
                    </a:lnTo>
                    <a:lnTo>
                      <a:pt x="893" y="387"/>
                    </a:lnTo>
                    <a:lnTo>
                      <a:pt x="894" y="384"/>
                    </a:lnTo>
                    <a:lnTo>
                      <a:pt x="895" y="381"/>
                    </a:lnTo>
                    <a:lnTo>
                      <a:pt x="895" y="378"/>
                    </a:lnTo>
                    <a:lnTo>
                      <a:pt x="896" y="376"/>
                    </a:lnTo>
                    <a:lnTo>
                      <a:pt x="896" y="374"/>
                    </a:lnTo>
                    <a:lnTo>
                      <a:pt x="897" y="373"/>
                    </a:lnTo>
                    <a:lnTo>
                      <a:pt x="897" y="370"/>
                    </a:lnTo>
                    <a:lnTo>
                      <a:pt x="898" y="368"/>
                    </a:lnTo>
                    <a:lnTo>
                      <a:pt x="899" y="366"/>
                    </a:lnTo>
                    <a:lnTo>
                      <a:pt x="899" y="364"/>
                    </a:lnTo>
                    <a:lnTo>
                      <a:pt x="900" y="363"/>
                    </a:lnTo>
                    <a:lnTo>
                      <a:pt x="900" y="361"/>
                    </a:lnTo>
                    <a:lnTo>
                      <a:pt x="901" y="359"/>
                    </a:lnTo>
                    <a:lnTo>
                      <a:pt x="902" y="356"/>
                    </a:lnTo>
                    <a:lnTo>
                      <a:pt x="902" y="354"/>
                    </a:lnTo>
                    <a:lnTo>
                      <a:pt x="903" y="352"/>
                    </a:lnTo>
                    <a:lnTo>
                      <a:pt x="903" y="349"/>
                    </a:lnTo>
                    <a:lnTo>
                      <a:pt x="904" y="347"/>
                    </a:lnTo>
                    <a:lnTo>
                      <a:pt x="905" y="345"/>
                    </a:lnTo>
                    <a:lnTo>
                      <a:pt x="905" y="343"/>
                    </a:lnTo>
                    <a:lnTo>
                      <a:pt x="906" y="341"/>
                    </a:lnTo>
                    <a:lnTo>
                      <a:pt x="906" y="338"/>
                    </a:lnTo>
                    <a:lnTo>
                      <a:pt x="907" y="336"/>
                    </a:lnTo>
                    <a:lnTo>
                      <a:pt x="908" y="334"/>
                    </a:lnTo>
                    <a:lnTo>
                      <a:pt x="908" y="332"/>
                    </a:lnTo>
                    <a:lnTo>
                      <a:pt x="909" y="330"/>
                    </a:lnTo>
                    <a:lnTo>
                      <a:pt x="909" y="329"/>
                    </a:lnTo>
                    <a:lnTo>
                      <a:pt x="910" y="327"/>
                    </a:lnTo>
                    <a:lnTo>
                      <a:pt x="910" y="326"/>
                    </a:lnTo>
                    <a:lnTo>
                      <a:pt x="911" y="324"/>
                    </a:lnTo>
                    <a:lnTo>
                      <a:pt x="911" y="322"/>
                    </a:lnTo>
                    <a:lnTo>
                      <a:pt x="912" y="321"/>
                    </a:lnTo>
                    <a:lnTo>
                      <a:pt x="912" y="319"/>
                    </a:lnTo>
                    <a:lnTo>
                      <a:pt x="913" y="317"/>
                    </a:lnTo>
                    <a:lnTo>
                      <a:pt x="914" y="315"/>
                    </a:lnTo>
                    <a:lnTo>
                      <a:pt x="914" y="313"/>
                    </a:lnTo>
                    <a:lnTo>
                      <a:pt x="915" y="310"/>
                    </a:lnTo>
                    <a:lnTo>
                      <a:pt x="915" y="308"/>
                    </a:lnTo>
                    <a:lnTo>
                      <a:pt x="916" y="306"/>
                    </a:lnTo>
                    <a:lnTo>
                      <a:pt x="917" y="304"/>
                    </a:lnTo>
                    <a:lnTo>
                      <a:pt x="917" y="303"/>
                    </a:lnTo>
                    <a:lnTo>
                      <a:pt x="918" y="302"/>
                    </a:lnTo>
                    <a:lnTo>
                      <a:pt x="918" y="300"/>
                    </a:lnTo>
                    <a:lnTo>
                      <a:pt x="919" y="298"/>
                    </a:lnTo>
                    <a:lnTo>
                      <a:pt x="920" y="296"/>
                    </a:lnTo>
                    <a:lnTo>
                      <a:pt x="920" y="294"/>
                    </a:lnTo>
                    <a:lnTo>
                      <a:pt x="921" y="294"/>
                    </a:lnTo>
                    <a:lnTo>
                      <a:pt x="921" y="292"/>
                    </a:lnTo>
                    <a:lnTo>
                      <a:pt x="922" y="292"/>
                    </a:lnTo>
                    <a:lnTo>
                      <a:pt x="923" y="291"/>
                    </a:lnTo>
                    <a:lnTo>
                      <a:pt x="923" y="290"/>
                    </a:lnTo>
                    <a:lnTo>
                      <a:pt x="924" y="288"/>
                    </a:lnTo>
                    <a:lnTo>
                      <a:pt x="924" y="287"/>
                    </a:lnTo>
                    <a:lnTo>
                      <a:pt x="925" y="285"/>
                    </a:lnTo>
                    <a:lnTo>
                      <a:pt x="925" y="284"/>
                    </a:lnTo>
                    <a:lnTo>
                      <a:pt x="926" y="284"/>
                    </a:lnTo>
                    <a:lnTo>
                      <a:pt x="926" y="283"/>
                    </a:lnTo>
                    <a:lnTo>
                      <a:pt x="927" y="283"/>
                    </a:lnTo>
                    <a:lnTo>
                      <a:pt x="928" y="282"/>
                    </a:lnTo>
                    <a:lnTo>
                      <a:pt x="928" y="282"/>
                    </a:lnTo>
                    <a:lnTo>
                      <a:pt x="929" y="281"/>
                    </a:lnTo>
                    <a:lnTo>
                      <a:pt x="929" y="280"/>
                    </a:lnTo>
                    <a:lnTo>
                      <a:pt x="930" y="280"/>
                    </a:lnTo>
                    <a:lnTo>
                      <a:pt x="930" y="279"/>
                    </a:lnTo>
                    <a:lnTo>
                      <a:pt x="931" y="279"/>
                    </a:lnTo>
                    <a:lnTo>
                      <a:pt x="932" y="279"/>
                    </a:lnTo>
                    <a:lnTo>
                      <a:pt x="932" y="278"/>
                    </a:lnTo>
                    <a:lnTo>
                      <a:pt x="933" y="277"/>
                    </a:lnTo>
                    <a:lnTo>
                      <a:pt x="933" y="276"/>
                    </a:lnTo>
                    <a:lnTo>
                      <a:pt x="934" y="276"/>
                    </a:lnTo>
                    <a:lnTo>
                      <a:pt x="935" y="276"/>
                    </a:lnTo>
                    <a:lnTo>
                      <a:pt x="935" y="276"/>
                    </a:lnTo>
                    <a:lnTo>
                      <a:pt x="936" y="276"/>
                    </a:lnTo>
                    <a:lnTo>
                      <a:pt x="936" y="276"/>
                    </a:lnTo>
                    <a:lnTo>
                      <a:pt x="937" y="276"/>
                    </a:lnTo>
                    <a:lnTo>
                      <a:pt x="938" y="276"/>
                    </a:lnTo>
                    <a:lnTo>
                      <a:pt x="938" y="276"/>
                    </a:lnTo>
                    <a:lnTo>
                      <a:pt x="939" y="277"/>
                    </a:lnTo>
                    <a:lnTo>
                      <a:pt x="939" y="277"/>
                    </a:lnTo>
                    <a:lnTo>
                      <a:pt x="940" y="277"/>
                    </a:lnTo>
                    <a:lnTo>
                      <a:pt x="940" y="278"/>
                    </a:lnTo>
                    <a:lnTo>
                      <a:pt x="941" y="279"/>
                    </a:lnTo>
                    <a:lnTo>
                      <a:pt x="942" y="279"/>
                    </a:lnTo>
                    <a:lnTo>
                      <a:pt x="942" y="279"/>
                    </a:lnTo>
                    <a:lnTo>
                      <a:pt x="943" y="280"/>
                    </a:lnTo>
                    <a:lnTo>
                      <a:pt x="943" y="280"/>
                    </a:lnTo>
                    <a:lnTo>
                      <a:pt x="944" y="282"/>
                    </a:lnTo>
                    <a:lnTo>
                      <a:pt x="944" y="283"/>
                    </a:lnTo>
                    <a:lnTo>
                      <a:pt x="945" y="284"/>
                    </a:lnTo>
                    <a:lnTo>
                      <a:pt x="946" y="285"/>
                    </a:lnTo>
                    <a:lnTo>
                      <a:pt x="946" y="285"/>
                    </a:lnTo>
                    <a:lnTo>
                      <a:pt x="947" y="287"/>
                    </a:lnTo>
                    <a:lnTo>
                      <a:pt x="947" y="288"/>
                    </a:lnTo>
                    <a:lnTo>
                      <a:pt x="948" y="290"/>
                    </a:lnTo>
                    <a:lnTo>
                      <a:pt x="949" y="291"/>
                    </a:lnTo>
                    <a:lnTo>
                      <a:pt x="949" y="293"/>
                    </a:lnTo>
                    <a:lnTo>
                      <a:pt x="950" y="295"/>
                    </a:lnTo>
                    <a:lnTo>
                      <a:pt x="950" y="296"/>
                    </a:lnTo>
                    <a:lnTo>
                      <a:pt x="951" y="298"/>
                    </a:lnTo>
                    <a:lnTo>
                      <a:pt x="952" y="299"/>
                    </a:lnTo>
                    <a:lnTo>
                      <a:pt x="952" y="301"/>
                    </a:lnTo>
                    <a:lnTo>
                      <a:pt x="953" y="302"/>
                    </a:lnTo>
                    <a:lnTo>
                      <a:pt x="953" y="304"/>
                    </a:lnTo>
                    <a:lnTo>
                      <a:pt x="954" y="305"/>
                    </a:lnTo>
                    <a:lnTo>
                      <a:pt x="955" y="307"/>
                    </a:lnTo>
                    <a:lnTo>
                      <a:pt x="955" y="308"/>
                    </a:lnTo>
                    <a:lnTo>
                      <a:pt x="956" y="309"/>
                    </a:lnTo>
                    <a:lnTo>
                      <a:pt x="956" y="311"/>
                    </a:lnTo>
                    <a:lnTo>
                      <a:pt x="957" y="313"/>
                    </a:lnTo>
                    <a:lnTo>
                      <a:pt x="957" y="315"/>
                    </a:lnTo>
                    <a:lnTo>
                      <a:pt x="958" y="317"/>
                    </a:lnTo>
                    <a:lnTo>
                      <a:pt x="958" y="318"/>
                    </a:lnTo>
                    <a:lnTo>
                      <a:pt x="959" y="320"/>
                    </a:lnTo>
                    <a:lnTo>
                      <a:pt x="959" y="322"/>
                    </a:lnTo>
                    <a:lnTo>
                      <a:pt x="960" y="324"/>
                    </a:lnTo>
                    <a:lnTo>
                      <a:pt x="961" y="325"/>
                    </a:lnTo>
                    <a:lnTo>
                      <a:pt x="961" y="327"/>
                    </a:lnTo>
                    <a:lnTo>
                      <a:pt x="962" y="329"/>
                    </a:lnTo>
                    <a:lnTo>
                      <a:pt x="962" y="330"/>
                    </a:lnTo>
                    <a:lnTo>
                      <a:pt x="963" y="332"/>
                    </a:lnTo>
                    <a:lnTo>
                      <a:pt x="964" y="335"/>
                    </a:lnTo>
                    <a:lnTo>
                      <a:pt x="964" y="336"/>
                    </a:lnTo>
                    <a:lnTo>
                      <a:pt x="965" y="336"/>
                    </a:lnTo>
                    <a:lnTo>
                      <a:pt x="965" y="337"/>
                    </a:lnTo>
                    <a:lnTo>
                      <a:pt x="966" y="338"/>
                    </a:lnTo>
                    <a:lnTo>
                      <a:pt x="967" y="340"/>
                    </a:lnTo>
                    <a:lnTo>
                      <a:pt x="967" y="342"/>
                    </a:lnTo>
                    <a:lnTo>
                      <a:pt x="968" y="343"/>
                    </a:lnTo>
                    <a:lnTo>
                      <a:pt x="968" y="345"/>
                    </a:lnTo>
                    <a:lnTo>
                      <a:pt x="969" y="347"/>
                    </a:lnTo>
                    <a:lnTo>
                      <a:pt x="970" y="349"/>
                    </a:lnTo>
                    <a:lnTo>
                      <a:pt x="970" y="352"/>
                    </a:lnTo>
                    <a:lnTo>
                      <a:pt x="971" y="354"/>
                    </a:lnTo>
                    <a:lnTo>
                      <a:pt x="971" y="356"/>
                    </a:lnTo>
                    <a:lnTo>
                      <a:pt x="972" y="357"/>
                    </a:lnTo>
                    <a:lnTo>
                      <a:pt x="972" y="358"/>
                    </a:lnTo>
                    <a:lnTo>
                      <a:pt x="973" y="359"/>
                    </a:lnTo>
                    <a:lnTo>
                      <a:pt x="973" y="361"/>
                    </a:lnTo>
                    <a:lnTo>
                      <a:pt x="974" y="362"/>
                    </a:lnTo>
                    <a:lnTo>
                      <a:pt x="975" y="363"/>
                    </a:lnTo>
                    <a:lnTo>
                      <a:pt x="975" y="364"/>
                    </a:lnTo>
                    <a:lnTo>
                      <a:pt x="976" y="364"/>
                    </a:lnTo>
                    <a:lnTo>
                      <a:pt x="976" y="365"/>
                    </a:lnTo>
                    <a:lnTo>
                      <a:pt x="977" y="366"/>
                    </a:lnTo>
                    <a:lnTo>
                      <a:pt x="977" y="367"/>
                    </a:lnTo>
                    <a:lnTo>
                      <a:pt x="978" y="368"/>
                    </a:lnTo>
                    <a:lnTo>
                      <a:pt x="979" y="370"/>
                    </a:lnTo>
                    <a:lnTo>
                      <a:pt x="979" y="371"/>
                    </a:lnTo>
                    <a:lnTo>
                      <a:pt x="980" y="373"/>
                    </a:lnTo>
                    <a:lnTo>
                      <a:pt x="980" y="374"/>
                    </a:lnTo>
                    <a:lnTo>
                      <a:pt x="981" y="376"/>
                    </a:lnTo>
                    <a:lnTo>
                      <a:pt x="982" y="377"/>
                    </a:lnTo>
                    <a:lnTo>
                      <a:pt x="982" y="378"/>
                    </a:lnTo>
                    <a:lnTo>
                      <a:pt x="983" y="379"/>
                    </a:lnTo>
                    <a:lnTo>
                      <a:pt x="983" y="380"/>
                    </a:lnTo>
                    <a:lnTo>
                      <a:pt x="984" y="383"/>
                    </a:lnTo>
                    <a:lnTo>
                      <a:pt x="985" y="385"/>
                    </a:lnTo>
                    <a:lnTo>
                      <a:pt x="985" y="386"/>
                    </a:lnTo>
                    <a:lnTo>
                      <a:pt x="986" y="388"/>
                    </a:lnTo>
                    <a:lnTo>
                      <a:pt x="986" y="389"/>
                    </a:lnTo>
                    <a:lnTo>
                      <a:pt x="987" y="390"/>
                    </a:lnTo>
                    <a:lnTo>
                      <a:pt x="987" y="390"/>
                    </a:lnTo>
                    <a:lnTo>
                      <a:pt x="988" y="391"/>
                    </a:lnTo>
                    <a:lnTo>
                      <a:pt x="989" y="393"/>
                    </a:lnTo>
                    <a:lnTo>
                      <a:pt x="989" y="394"/>
                    </a:lnTo>
                    <a:lnTo>
                      <a:pt x="990" y="395"/>
                    </a:lnTo>
                    <a:lnTo>
                      <a:pt x="990" y="397"/>
                    </a:lnTo>
                    <a:lnTo>
                      <a:pt x="991" y="399"/>
                    </a:lnTo>
                    <a:lnTo>
                      <a:pt x="991" y="400"/>
                    </a:lnTo>
                    <a:lnTo>
                      <a:pt x="992" y="401"/>
                    </a:lnTo>
                    <a:lnTo>
                      <a:pt x="992" y="402"/>
                    </a:lnTo>
                    <a:lnTo>
                      <a:pt x="993" y="403"/>
                    </a:lnTo>
                    <a:lnTo>
                      <a:pt x="994" y="404"/>
                    </a:lnTo>
                    <a:lnTo>
                      <a:pt x="994" y="405"/>
                    </a:lnTo>
                    <a:lnTo>
                      <a:pt x="995" y="406"/>
                    </a:lnTo>
                    <a:lnTo>
                      <a:pt x="995" y="406"/>
                    </a:lnTo>
                    <a:lnTo>
                      <a:pt x="996" y="407"/>
                    </a:lnTo>
                    <a:lnTo>
                      <a:pt x="997" y="408"/>
                    </a:lnTo>
                    <a:lnTo>
                      <a:pt x="997" y="408"/>
                    </a:lnTo>
                    <a:lnTo>
                      <a:pt x="998" y="409"/>
                    </a:lnTo>
                    <a:lnTo>
                      <a:pt x="998" y="410"/>
                    </a:lnTo>
                    <a:lnTo>
                      <a:pt x="999" y="412"/>
                    </a:lnTo>
                    <a:lnTo>
                      <a:pt x="1000" y="413"/>
                    </a:lnTo>
                    <a:lnTo>
                      <a:pt x="1000" y="415"/>
                    </a:lnTo>
                    <a:lnTo>
                      <a:pt x="1001" y="416"/>
                    </a:lnTo>
                    <a:lnTo>
                      <a:pt x="1001" y="416"/>
                    </a:lnTo>
                    <a:lnTo>
                      <a:pt x="1002" y="417"/>
                    </a:lnTo>
                    <a:lnTo>
                      <a:pt x="1003" y="418"/>
                    </a:lnTo>
                    <a:lnTo>
                      <a:pt x="1003" y="420"/>
                    </a:lnTo>
                    <a:lnTo>
                      <a:pt x="1004" y="423"/>
                    </a:lnTo>
                    <a:lnTo>
                      <a:pt x="1004" y="424"/>
                    </a:lnTo>
                    <a:lnTo>
                      <a:pt x="1005" y="425"/>
                    </a:lnTo>
                    <a:lnTo>
                      <a:pt x="1005" y="426"/>
                    </a:lnTo>
                    <a:lnTo>
                      <a:pt x="1006" y="427"/>
                    </a:lnTo>
                    <a:lnTo>
                      <a:pt x="1006" y="428"/>
                    </a:lnTo>
                    <a:lnTo>
                      <a:pt x="1007" y="429"/>
                    </a:lnTo>
                    <a:lnTo>
                      <a:pt x="1008" y="429"/>
                    </a:lnTo>
                    <a:lnTo>
                      <a:pt x="1008" y="430"/>
                    </a:lnTo>
                    <a:lnTo>
                      <a:pt x="1009" y="432"/>
                    </a:lnTo>
                    <a:lnTo>
                      <a:pt x="1009" y="433"/>
                    </a:lnTo>
                    <a:lnTo>
                      <a:pt x="1010" y="435"/>
                    </a:lnTo>
                    <a:lnTo>
                      <a:pt x="1011" y="436"/>
                    </a:lnTo>
                    <a:lnTo>
                      <a:pt x="1011" y="438"/>
                    </a:lnTo>
                    <a:lnTo>
                      <a:pt x="1012" y="439"/>
                    </a:lnTo>
                    <a:lnTo>
                      <a:pt x="1012" y="441"/>
                    </a:lnTo>
                    <a:lnTo>
                      <a:pt x="1013" y="442"/>
                    </a:lnTo>
                    <a:lnTo>
                      <a:pt x="1014" y="444"/>
                    </a:lnTo>
                    <a:lnTo>
                      <a:pt x="1014" y="445"/>
                    </a:lnTo>
                    <a:lnTo>
                      <a:pt x="1015" y="445"/>
                    </a:lnTo>
                    <a:lnTo>
                      <a:pt x="1015" y="446"/>
                    </a:lnTo>
                    <a:lnTo>
                      <a:pt x="1016" y="446"/>
                    </a:lnTo>
                    <a:lnTo>
                      <a:pt x="1017" y="447"/>
                    </a:lnTo>
                    <a:lnTo>
                      <a:pt x="1017" y="447"/>
                    </a:lnTo>
                    <a:lnTo>
                      <a:pt x="1018" y="447"/>
                    </a:lnTo>
                    <a:lnTo>
                      <a:pt x="1018" y="447"/>
                    </a:lnTo>
                    <a:lnTo>
                      <a:pt x="1019" y="447"/>
                    </a:lnTo>
                    <a:lnTo>
                      <a:pt x="1019" y="447"/>
                    </a:lnTo>
                    <a:lnTo>
                      <a:pt x="1020" y="446"/>
                    </a:lnTo>
                    <a:lnTo>
                      <a:pt x="1020" y="446"/>
                    </a:lnTo>
                    <a:lnTo>
                      <a:pt x="1021" y="447"/>
                    </a:lnTo>
                    <a:lnTo>
                      <a:pt x="1022" y="446"/>
                    </a:lnTo>
                    <a:lnTo>
                      <a:pt x="1022" y="446"/>
                    </a:lnTo>
                    <a:lnTo>
                      <a:pt x="1023" y="445"/>
                    </a:lnTo>
                    <a:lnTo>
                      <a:pt x="1023" y="444"/>
                    </a:lnTo>
                    <a:lnTo>
                      <a:pt x="1024" y="444"/>
                    </a:lnTo>
                    <a:lnTo>
                      <a:pt x="1024" y="444"/>
                    </a:lnTo>
                    <a:lnTo>
                      <a:pt x="1025" y="445"/>
                    </a:lnTo>
                    <a:lnTo>
                      <a:pt x="1026" y="445"/>
                    </a:lnTo>
                    <a:lnTo>
                      <a:pt x="1026" y="445"/>
                    </a:lnTo>
                    <a:lnTo>
                      <a:pt x="1027" y="445"/>
                    </a:lnTo>
                    <a:lnTo>
                      <a:pt x="1027" y="444"/>
                    </a:lnTo>
                    <a:lnTo>
                      <a:pt x="1028" y="444"/>
                    </a:lnTo>
                    <a:lnTo>
                      <a:pt x="1029" y="443"/>
                    </a:lnTo>
                    <a:lnTo>
                      <a:pt x="1029" y="442"/>
                    </a:lnTo>
                    <a:lnTo>
                      <a:pt x="1030" y="442"/>
                    </a:lnTo>
                    <a:lnTo>
                      <a:pt x="1030" y="442"/>
                    </a:lnTo>
                    <a:lnTo>
                      <a:pt x="1031" y="442"/>
                    </a:lnTo>
                    <a:lnTo>
                      <a:pt x="1032" y="442"/>
                    </a:lnTo>
                    <a:lnTo>
                      <a:pt x="1032" y="442"/>
                    </a:lnTo>
                    <a:lnTo>
                      <a:pt x="1033" y="442"/>
                    </a:lnTo>
                    <a:lnTo>
                      <a:pt x="1033" y="442"/>
                    </a:lnTo>
                    <a:lnTo>
                      <a:pt x="1034" y="443"/>
                    </a:lnTo>
                    <a:lnTo>
                      <a:pt x="1034" y="444"/>
                    </a:lnTo>
                    <a:lnTo>
                      <a:pt x="1035" y="444"/>
                    </a:lnTo>
                    <a:lnTo>
                      <a:pt x="1036" y="445"/>
                    </a:lnTo>
                    <a:lnTo>
                      <a:pt x="1036" y="445"/>
                    </a:lnTo>
                    <a:lnTo>
                      <a:pt x="1037" y="445"/>
                    </a:lnTo>
                    <a:lnTo>
                      <a:pt x="1037" y="444"/>
                    </a:lnTo>
                    <a:lnTo>
                      <a:pt x="1038" y="444"/>
                    </a:lnTo>
                    <a:lnTo>
                      <a:pt x="1038" y="442"/>
                    </a:lnTo>
                    <a:lnTo>
                      <a:pt x="1039" y="442"/>
                    </a:lnTo>
                    <a:lnTo>
                      <a:pt x="1039" y="443"/>
                    </a:lnTo>
                    <a:lnTo>
                      <a:pt x="1040" y="442"/>
                    </a:lnTo>
                    <a:lnTo>
                      <a:pt x="1041" y="442"/>
                    </a:lnTo>
                    <a:lnTo>
                      <a:pt x="1041" y="441"/>
                    </a:lnTo>
                    <a:lnTo>
                      <a:pt x="1042" y="441"/>
                    </a:lnTo>
                    <a:lnTo>
                      <a:pt x="1042" y="441"/>
                    </a:lnTo>
                    <a:lnTo>
                      <a:pt x="1043" y="441"/>
                    </a:lnTo>
                    <a:lnTo>
                      <a:pt x="1044" y="441"/>
                    </a:lnTo>
                    <a:lnTo>
                      <a:pt x="1044" y="442"/>
                    </a:lnTo>
                    <a:lnTo>
                      <a:pt x="1045" y="443"/>
                    </a:lnTo>
                    <a:lnTo>
                      <a:pt x="1045" y="442"/>
                    </a:lnTo>
                    <a:lnTo>
                      <a:pt x="1046" y="441"/>
                    </a:lnTo>
                    <a:lnTo>
                      <a:pt x="1047" y="440"/>
                    </a:lnTo>
                    <a:lnTo>
                      <a:pt x="1047" y="439"/>
                    </a:lnTo>
                    <a:lnTo>
                      <a:pt x="1048" y="437"/>
                    </a:lnTo>
                    <a:lnTo>
                      <a:pt x="1048" y="436"/>
                    </a:lnTo>
                    <a:lnTo>
                      <a:pt x="1049" y="436"/>
                    </a:lnTo>
                    <a:lnTo>
                      <a:pt x="1050" y="435"/>
                    </a:lnTo>
                    <a:lnTo>
                      <a:pt x="1050" y="435"/>
                    </a:lnTo>
                    <a:lnTo>
                      <a:pt x="1051" y="435"/>
                    </a:lnTo>
                    <a:lnTo>
                      <a:pt x="1051" y="435"/>
                    </a:lnTo>
                    <a:lnTo>
                      <a:pt x="1052" y="436"/>
                    </a:lnTo>
                    <a:lnTo>
                      <a:pt x="1052" y="437"/>
                    </a:lnTo>
                    <a:lnTo>
                      <a:pt x="1053" y="438"/>
                    </a:lnTo>
                    <a:lnTo>
                      <a:pt x="1053" y="438"/>
                    </a:lnTo>
                    <a:lnTo>
                      <a:pt x="1054" y="439"/>
                    </a:lnTo>
                    <a:lnTo>
                      <a:pt x="1054" y="440"/>
                    </a:lnTo>
                    <a:lnTo>
                      <a:pt x="1055" y="441"/>
                    </a:lnTo>
                    <a:lnTo>
                      <a:pt x="1056" y="441"/>
                    </a:lnTo>
                    <a:lnTo>
                      <a:pt x="1056" y="442"/>
                    </a:lnTo>
                    <a:lnTo>
                      <a:pt x="1057" y="442"/>
                    </a:lnTo>
                    <a:lnTo>
                      <a:pt x="1057" y="442"/>
                    </a:lnTo>
                    <a:lnTo>
                      <a:pt x="1058" y="443"/>
                    </a:lnTo>
                    <a:lnTo>
                      <a:pt x="1059" y="443"/>
                    </a:lnTo>
                    <a:lnTo>
                      <a:pt x="1059" y="444"/>
                    </a:lnTo>
                    <a:lnTo>
                      <a:pt x="1060" y="444"/>
                    </a:lnTo>
                    <a:lnTo>
                      <a:pt x="1060" y="445"/>
                    </a:lnTo>
                    <a:lnTo>
                      <a:pt x="1061" y="446"/>
                    </a:lnTo>
                    <a:lnTo>
                      <a:pt x="1062" y="445"/>
                    </a:lnTo>
                    <a:lnTo>
                      <a:pt x="1062" y="445"/>
                    </a:lnTo>
                    <a:lnTo>
                      <a:pt x="1063" y="446"/>
                    </a:lnTo>
                    <a:lnTo>
                      <a:pt x="1063" y="446"/>
                    </a:lnTo>
                    <a:lnTo>
                      <a:pt x="1064" y="446"/>
                    </a:lnTo>
                    <a:lnTo>
                      <a:pt x="1065" y="447"/>
                    </a:lnTo>
                    <a:lnTo>
                      <a:pt x="1065" y="447"/>
                    </a:lnTo>
                    <a:lnTo>
                      <a:pt x="1066" y="447"/>
                    </a:lnTo>
                    <a:lnTo>
                      <a:pt x="1066" y="447"/>
                    </a:lnTo>
                    <a:lnTo>
                      <a:pt x="1067" y="448"/>
                    </a:lnTo>
                    <a:lnTo>
                      <a:pt x="1067" y="450"/>
                    </a:lnTo>
                    <a:lnTo>
                      <a:pt x="1068" y="450"/>
                    </a:lnTo>
                    <a:lnTo>
                      <a:pt x="1069" y="452"/>
                    </a:lnTo>
                    <a:lnTo>
                      <a:pt x="1069" y="452"/>
                    </a:lnTo>
                    <a:lnTo>
                      <a:pt x="1070" y="454"/>
                    </a:lnTo>
                    <a:lnTo>
                      <a:pt x="1070" y="456"/>
                    </a:lnTo>
                    <a:lnTo>
                      <a:pt x="1071" y="458"/>
                    </a:lnTo>
                    <a:lnTo>
                      <a:pt x="1071" y="460"/>
                    </a:lnTo>
                    <a:lnTo>
                      <a:pt x="1072" y="462"/>
                    </a:lnTo>
                    <a:lnTo>
                      <a:pt x="1072" y="465"/>
                    </a:lnTo>
                    <a:lnTo>
                      <a:pt x="1073" y="465"/>
                    </a:lnTo>
                    <a:lnTo>
                      <a:pt x="1074" y="466"/>
                    </a:lnTo>
                    <a:lnTo>
                      <a:pt x="1074" y="467"/>
                    </a:lnTo>
                    <a:lnTo>
                      <a:pt x="1075" y="467"/>
                    </a:lnTo>
                    <a:lnTo>
                      <a:pt x="1076" y="468"/>
                    </a:lnTo>
                    <a:lnTo>
                      <a:pt x="1076" y="470"/>
                    </a:lnTo>
                    <a:lnTo>
                      <a:pt x="1077" y="472"/>
                    </a:lnTo>
                    <a:lnTo>
                      <a:pt x="1077" y="473"/>
                    </a:lnTo>
                    <a:lnTo>
                      <a:pt x="1078" y="474"/>
                    </a:lnTo>
                    <a:lnTo>
                      <a:pt x="1079" y="476"/>
                    </a:lnTo>
                    <a:lnTo>
                      <a:pt x="1079" y="477"/>
                    </a:lnTo>
                    <a:lnTo>
                      <a:pt x="1080" y="478"/>
                    </a:lnTo>
                    <a:lnTo>
                      <a:pt x="1080" y="479"/>
                    </a:lnTo>
                    <a:lnTo>
                      <a:pt x="1081" y="480"/>
                    </a:lnTo>
                    <a:lnTo>
                      <a:pt x="1081" y="482"/>
                    </a:lnTo>
                    <a:lnTo>
                      <a:pt x="1082" y="483"/>
                    </a:lnTo>
                    <a:lnTo>
                      <a:pt x="1083" y="484"/>
                    </a:lnTo>
                    <a:lnTo>
                      <a:pt x="1083" y="486"/>
                    </a:lnTo>
                    <a:lnTo>
                      <a:pt x="1084" y="489"/>
                    </a:lnTo>
                    <a:lnTo>
                      <a:pt x="1084" y="491"/>
                    </a:lnTo>
                    <a:lnTo>
                      <a:pt x="1085" y="492"/>
                    </a:lnTo>
                    <a:lnTo>
                      <a:pt x="1085" y="493"/>
                    </a:lnTo>
                    <a:lnTo>
                      <a:pt x="1086" y="494"/>
                    </a:lnTo>
                    <a:lnTo>
                      <a:pt x="1086" y="494"/>
                    </a:lnTo>
                    <a:lnTo>
                      <a:pt x="1087" y="494"/>
                    </a:lnTo>
                    <a:lnTo>
                      <a:pt x="1088" y="494"/>
                    </a:lnTo>
                    <a:lnTo>
                      <a:pt x="1088" y="494"/>
                    </a:lnTo>
                    <a:lnTo>
                      <a:pt x="1089" y="493"/>
                    </a:lnTo>
                    <a:lnTo>
                      <a:pt x="1089" y="493"/>
                    </a:lnTo>
                    <a:lnTo>
                      <a:pt x="1090" y="493"/>
                    </a:lnTo>
                    <a:lnTo>
                      <a:pt x="1091" y="493"/>
                    </a:lnTo>
                    <a:lnTo>
                      <a:pt x="1091" y="494"/>
                    </a:lnTo>
                    <a:lnTo>
                      <a:pt x="1092" y="494"/>
                    </a:lnTo>
                    <a:lnTo>
                      <a:pt x="1092" y="494"/>
                    </a:lnTo>
                    <a:lnTo>
                      <a:pt x="1093" y="495"/>
                    </a:lnTo>
                    <a:lnTo>
                      <a:pt x="1094" y="495"/>
                    </a:lnTo>
                    <a:lnTo>
                      <a:pt x="1094" y="496"/>
                    </a:lnTo>
                    <a:lnTo>
                      <a:pt x="1095" y="497"/>
                    </a:lnTo>
                    <a:lnTo>
                      <a:pt x="1095" y="497"/>
                    </a:lnTo>
                    <a:lnTo>
                      <a:pt x="1096" y="498"/>
                    </a:lnTo>
                    <a:lnTo>
                      <a:pt x="1097" y="498"/>
                    </a:lnTo>
                    <a:lnTo>
                      <a:pt x="1097" y="498"/>
                    </a:lnTo>
                    <a:lnTo>
                      <a:pt x="1098" y="497"/>
                    </a:lnTo>
                    <a:lnTo>
                      <a:pt x="1098" y="496"/>
                    </a:lnTo>
                    <a:lnTo>
                      <a:pt x="1099" y="497"/>
                    </a:lnTo>
                    <a:lnTo>
                      <a:pt x="1099" y="497"/>
                    </a:lnTo>
                    <a:lnTo>
                      <a:pt x="1100" y="498"/>
                    </a:lnTo>
                    <a:lnTo>
                      <a:pt x="1100" y="499"/>
                    </a:lnTo>
                    <a:lnTo>
                      <a:pt x="1101" y="499"/>
                    </a:lnTo>
                    <a:lnTo>
                      <a:pt x="1101" y="498"/>
                    </a:lnTo>
                    <a:lnTo>
                      <a:pt x="1102" y="497"/>
                    </a:lnTo>
                    <a:lnTo>
                      <a:pt x="1103" y="498"/>
                    </a:lnTo>
                    <a:lnTo>
                      <a:pt x="1103" y="497"/>
                    </a:lnTo>
                    <a:lnTo>
                      <a:pt x="1104" y="496"/>
                    </a:lnTo>
                    <a:lnTo>
                      <a:pt x="1104" y="496"/>
                    </a:lnTo>
                    <a:lnTo>
                      <a:pt x="1105" y="495"/>
                    </a:lnTo>
                    <a:lnTo>
                      <a:pt x="1106" y="493"/>
                    </a:lnTo>
                    <a:lnTo>
                      <a:pt x="1106" y="492"/>
                    </a:lnTo>
                    <a:lnTo>
                      <a:pt x="1107" y="491"/>
                    </a:lnTo>
                    <a:lnTo>
                      <a:pt x="1107" y="489"/>
                    </a:lnTo>
                    <a:lnTo>
                      <a:pt x="1108" y="488"/>
                    </a:lnTo>
                    <a:lnTo>
                      <a:pt x="1109" y="485"/>
                    </a:lnTo>
                    <a:lnTo>
                      <a:pt x="1109" y="482"/>
                    </a:lnTo>
                    <a:lnTo>
                      <a:pt x="1110" y="479"/>
                    </a:lnTo>
                    <a:lnTo>
                      <a:pt x="1110" y="476"/>
                    </a:lnTo>
                    <a:lnTo>
                      <a:pt x="1111" y="474"/>
                    </a:lnTo>
                    <a:lnTo>
                      <a:pt x="1112" y="473"/>
                    </a:lnTo>
                    <a:lnTo>
                      <a:pt x="1112" y="472"/>
                    </a:lnTo>
                    <a:lnTo>
                      <a:pt x="1113" y="470"/>
                    </a:lnTo>
                    <a:lnTo>
                      <a:pt x="1113" y="468"/>
                    </a:lnTo>
                    <a:lnTo>
                      <a:pt x="1114" y="467"/>
                    </a:lnTo>
                    <a:lnTo>
                      <a:pt x="1114" y="466"/>
                    </a:lnTo>
                    <a:lnTo>
                      <a:pt x="1115" y="464"/>
                    </a:lnTo>
                    <a:lnTo>
                      <a:pt x="1116" y="463"/>
                    </a:lnTo>
                    <a:lnTo>
                      <a:pt x="1116" y="462"/>
                    </a:lnTo>
                    <a:lnTo>
                      <a:pt x="1117" y="461"/>
                    </a:lnTo>
                    <a:lnTo>
                      <a:pt x="1117" y="459"/>
                    </a:lnTo>
                    <a:lnTo>
                      <a:pt x="1118" y="457"/>
                    </a:lnTo>
                    <a:lnTo>
                      <a:pt x="1118" y="455"/>
                    </a:lnTo>
                    <a:lnTo>
                      <a:pt x="1119" y="452"/>
                    </a:lnTo>
                    <a:lnTo>
                      <a:pt x="1119" y="450"/>
                    </a:lnTo>
                    <a:lnTo>
                      <a:pt x="1120" y="447"/>
                    </a:lnTo>
                    <a:lnTo>
                      <a:pt x="1121" y="446"/>
                    </a:lnTo>
                    <a:lnTo>
                      <a:pt x="1121" y="444"/>
                    </a:lnTo>
                    <a:lnTo>
                      <a:pt x="1122" y="442"/>
                    </a:lnTo>
                    <a:lnTo>
                      <a:pt x="1122" y="441"/>
                    </a:lnTo>
                    <a:lnTo>
                      <a:pt x="1123" y="439"/>
                    </a:lnTo>
                    <a:lnTo>
                      <a:pt x="1124" y="439"/>
                    </a:lnTo>
                    <a:lnTo>
                      <a:pt x="1124" y="439"/>
                    </a:lnTo>
                    <a:lnTo>
                      <a:pt x="1125" y="439"/>
                    </a:lnTo>
                    <a:lnTo>
                      <a:pt x="1125" y="438"/>
                    </a:lnTo>
                    <a:lnTo>
                      <a:pt x="1126" y="438"/>
                    </a:lnTo>
                    <a:lnTo>
                      <a:pt x="1127" y="436"/>
                    </a:lnTo>
                    <a:lnTo>
                      <a:pt x="1127" y="436"/>
                    </a:lnTo>
                    <a:lnTo>
                      <a:pt x="1128" y="435"/>
                    </a:lnTo>
                    <a:lnTo>
                      <a:pt x="1128" y="434"/>
                    </a:lnTo>
                    <a:lnTo>
                      <a:pt x="1129" y="433"/>
                    </a:lnTo>
                    <a:lnTo>
                      <a:pt x="1130" y="433"/>
                    </a:lnTo>
                    <a:lnTo>
                      <a:pt x="1130" y="432"/>
                    </a:lnTo>
                    <a:lnTo>
                      <a:pt x="1131" y="432"/>
                    </a:lnTo>
                    <a:lnTo>
                      <a:pt x="1131" y="432"/>
                    </a:lnTo>
                    <a:lnTo>
                      <a:pt x="1132" y="430"/>
                    </a:lnTo>
                    <a:lnTo>
                      <a:pt x="1132" y="430"/>
                    </a:lnTo>
                    <a:lnTo>
                      <a:pt x="1133" y="430"/>
                    </a:lnTo>
                    <a:lnTo>
                      <a:pt x="1133" y="430"/>
                    </a:lnTo>
                    <a:lnTo>
                      <a:pt x="1134" y="431"/>
                    </a:lnTo>
                    <a:lnTo>
                      <a:pt x="1134" y="431"/>
                    </a:lnTo>
                    <a:lnTo>
                      <a:pt x="1135" y="432"/>
                    </a:lnTo>
                    <a:lnTo>
                      <a:pt x="1136" y="433"/>
                    </a:lnTo>
                    <a:lnTo>
                      <a:pt x="1136" y="433"/>
                    </a:lnTo>
                    <a:lnTo>
                      <a:pt x="1137" y="433"/>
                    </a:lnTo>
                    <a:lnTo>
                      <a:pt x="1137" y="432"/>
                    </a:lnTo>
                    <a:lnTo>
                      <a:pt x="1138" y="432"/>
                    </a:lnTo>
                    <a:lnTo>
                      <a:pt x="1139" y="433"/>
                    </a:lnTo>
                    <a:lnTo>
                      <a:pt x="1139" y="434"/>
                    </a:lnTo>
                    <a:lnTo>
                      <a:pt x="1140" y="434"/>
                    </a:lnTo>
                    <a:lnTo>
                      <a:pt x="1140" y="435"/>
                    </a:lnTo>
                    <a:lnTo>
                      <a:pt x="1141" y="435"/>
                    </a:lnTo>
                    <a:lnTo>
                      <a:pt x="1142" y="437"/>
                    </a:lnTo>
                    <a:lnTo>
                      <a:pt x="1142" y="438"/>
                    </a:lnTo>
                    <a:lnTo>
                      <a:pt x="1143" y="438"/>
                    </a:lnTo>
                    <a:lnTo>
                      <a:pt x="1143" y="438"/>
                    </a:lnTo>
                    <a:lnTo>
                      <a:pt x="1144" y="439"/>
                    </a:lnTo>
                    <a:lnTo>
                      <a:pt x="1145" y="440"/>
                    </a:lnTo>
                    <a:lnTo>
                      <a:pt x="1145" y="440"/>
                    </a:lnTo>
                    <a:lnTo>
                      <a:pt x="1146" y="440"/>
                    </a:lnTo>
                    <a:lnTo>
                      <a:pt x="1146" y="441"/>
                    </a:lnTo>
                    <a:lnTo>
                      <a:pt x="1147" y="442"/>
                    </a:lnTo>
                    <a:lnTo>
                      <a:pt x="1147" y="444"/>
                    </a:lnTo>
                    <a:lnTo>
                      <a:pt x="1148" y="444"/>
                    </a:lnTo>
                    <a:lnTo>
                      <a:pt x="1148" y="446"/>
                    </a:lnTo>
                    <a:lnTo>
                      <a:pt x="1149" y="447"/>
                    </a:lnTo>
                    <a:lnTo>
                      <a:pt x="1150" y="448"/>
                    </a:lnTo>
                    <a:lnTo>
                      <a:pt x="1150" y="449"/>
                    </a:lnTo>
                    <a:lnTo>
                      <a:pt x="1151" y="450"/>
                    </a:lnTo>
                    <a:lnTo>
                      <a:pt x="1151" y="450"/>
                    </a:lnTo>
                    <a:lnTo>
                      <a:pt x="1152" y="451"/>
                    </a:lnTo>
                    <a:lnTo>
                      <a:pt x="1153" y="451"/>
                    </a:lnTo>
                    <a:lnTo>
                      <a:pt x="1153" y="451"/>
                    </a:lnTo>
                    <a:lnTo>
                      <a:pt x="1154" y="451"/>
                    </a:lnTo>
                    <a:lnTo>
                      <a:pt x="1154" y="451"/>
                    </a:lnTo>
                    <a:lnTo>
                      <a:pt x="1155" y="452"/>
                    </a:lnTo>
                    <a:lnTo>
                      <a:pt x="1156" y="452"/>
                    </a:lnTo>
                    <a:lnTo>
                      <a:pt x="1156" y="452"/>
                    </a:lnTo>
                    <a:lnTo>
                      <a:pt x="1157" y="453"/>
                    </a:lnTo>
                    <a:lnTo>
                      <a:pt x="1157" y="455"/>
                    </a:lnTo>
                    <a:lnTo>
                      <a:pt x="1158" y="455"/>
                    </a:lnTo>
                    <a:lnTo>
                      <a:pt x="1159" y="455"/>
                    </a:lnTo>
                    <a:lnTo>
                      <a:pt x="1159" y="455"/>
                    </a:lnTo>
                    <a:lnTo>
                      <a:pt x="1160" y="456"/>
                    </a:lnTo>
                    <a:lnTo>
                      <a:pt x="1160" y="456"/>
                    </a:lnTo>
                    <a:lnTo>
                      <a:pt x="1161" y="457"/>
                    </a:lnTo>
                    <a:lnTo>
                      <a:pt x="1161" y="457"/>
                    </a:lnTo>
                    <a:lnTo>
                      <a:pt x="1162" y="456"/>
                    </a:lnTo>
                    <a:lnTo>
                      <a:pt x="1162" y="456"/>
                    </a:lnTo>
                    <a:lnTo>
                      <a:pt x="1163" y="456"/>
                    </a:lnTo>
                    <a:lnTo>
                      <a:pt x="1164" y="457"/>
                    </a:lnTo>
                    <a:lnTo>
                      <a:pt x="1164" y="457"/>
                    </a:lnTo>
                    <a:lnTo>
                      <a:pt x="1165" y="458"/>
                    </a:lnTo>
                    <a:lnTo>
                      <a:pt x="1165" y="458"/>
                    </a:lnTo>
                    <a:lnTo>
                      <a:pt x="1166" y="459"/>
                    </a:lnTo>
                    <a:lnTo>
                      <a:pt x="1166" y="459"/>
                    </a:lnTo>
                    <a:lnTo>
                      <a:pt x="1167" y="459"/>
                    </a:lnTo>
                    <a:lnTo>
                      <a:pt x="1168" y="460"/>
                    </a:lnTo>
                    <a:lnTo>
                      <a:pt x="1168" y="460"/>
                    </a:lnTo>
                    <a:lnTo>
                      <a:pt x="1169" y="460"/>
                    </a:lnTo>
                    <a:lnTo>
                      <a:pt x="1169" y="461"/>
                    </a:lnTo>
                    <a:lnTo>
                      <a:pt x="1170" y="461"/>
                    </a:lnTo>
                    <a:lnTo>
                      <a:pt x="1171" y="462"/>
                    </a:lnTo>
                    <a:lnTo>
                      <a:pt x="1171" y="462"/>
                    </a:lnTo>
                    <a:lnTo>
                      <a:pt x="1172" y="462"/>
                    </a:lnTo>
                    <a:lnTo>
                      <a:pt x="1172" y="462"/>
                    </a:lnTo>
                    <a:lnTo>
                      <a:pt x="1173" y="461"/>
                    </a:lnTo>
                    <a:lnTo>
                      <a:pt x="1174" y="461"/>
                    </a:lnTo>
                    <a:lnTo>
                      <a:pt x="1174" y="461"/>
                    </a:lnTo>
                    <a:lnTo>
                      <a:pt x="1175" y="461"/>
                    </a:lnTo>
                    <a:lnTo>
                      <a:pt x="1175" y="462"/>
                    </a:lnTo>
                    <a:lnTo>
                      <a:pt x="1176" y="464"/>
                    </a:lnTo>
                    <a:lnTo>
                      <a:pt x="1177" y="464"/>
                    </a:lnTo>
                    <a:lnTo>
                      <a:pt x="1177" y="463"/>
                    </a:lnTo>
                    <a:lnTo>
                      <a:pt x="1178" y="464"/>
                    </a:lnTo>
                    <a:lnTo>
                      <a:pt x="1178" y="464"/>
                    </a:lnTo>
                    <a:lnTo>
                      <a:pt x="1179" y="465"/>
                    </a:lnTo>
                    <a:lnTo>
                      <a:pt x="1179" y="465"/>
                    </a:lnTo>
                    <a:lnTo>
                      <a:pt x="1180" y="466"/>
                    </a:lnTo>
                    <a:lnTo>
                      <a:pt x="1180" y="467"/>
                    </a:lnTo>
                    <a:lnTo>
                      <a:pt x="1181" y="469"/>
                    </a:lnTo>
                    <a:lnTo>
                      <a:pt x="1181" y="470"/>
                    </a:lnTo>
                    <a:lnTo>
                      <a:pt x="1182" y="470"/>
                    </a:lnTo>
                    <a:lnTo>
                      <a:pt x="1183" y="471"/>
                    </a:lnTo>
                    <a:lnTo>
                      <a:pt x="1183" y="473"/>
                    </a:lnTo>
                    <a:lnTo>
                      <a:pt x="1184" y="474"/>
                    </a:lnTo>
                    <a:lnTo>
                      <a:pt x="1184" y="475"/>
                    </a:lnTo>
                    <a:lnTo>
                      <a:pt x="1185" y="477"/>
                    </a:lnTo>
                    <a:lnTo>
                      <a:pt x="1186" y="478"/>
                    </a:lnTo>
                    <a:lnTo>
                      <a:pt x="1186" y="479"/>
                    </a:lnTo>
                    <a:lnTo>
                      <a:pt x="1187" y="479"/>
                    </a:lnTo>
                    <a:lnTo>
                      <a:pt x="1187" y="480"/>
                    </a:lnTo>
                    <a:lnTo>
                      <a:pt x="1188" y="481"/>
                    </a:lnTo>
                    <a:lnTo>
                      <a:pt x="1189" y="482"/>
                    </a:lnTo>
                    <a:lnTo>
                      <a:pt x="1189" y="483"/>
                    </a:lnTo>
                    <a:lnTo>
                      <a:pt x="1190" y="484"/>
                    </a:lnTo>
                    <a:lnTo>
                      <a:pt x="1190" y="484"/>
                    </a:lnTo>
                    <a:lnTo>
                      <a:pt x="1191" y="485"/>
                    </a:lnTo>
                    <a:lnTo>
                      <a:pt x="1192" y="485"/>
                    </a:lnTo>
                    <a:lnTo>
                      <a:pt x="1192" y="485"/>
                    </a:lnTo>
                    <a:lnTo>
                      <a:pt x="1193" y="485"/>
                    </a:lnTo>
                    <a:lnTo>
                      <a:pt x="1193" y="485"/>
                    </a:lnTo>
                    <a:lnTo>
                      <a:pt x="1194" y="485"/>
                    </a:lnTo>
                    <a:lnTo>
                      <a:pt x="1194" y="485"/>
                    </a:lnTo>
                    <a:lnTo>
                      <a:pt x="1195" y="484"/>
                    </a:lnTo>
                    <a:lnTo>
                      <a:pt x="1195" y="485"/>
                    </a:lnTo>
                    <a:lnTo>
                      <a:pt x="1196" y="485"/>
                    </a:lnTo>
                    <a:lnTo>
                      <a:pt x="1197" y="485"/>
                    </a:lnTo>
                    <a:lnTo>
                      <a:pt x="1197" y="484"/>
                    </a:lnTo>
                    <a:lnTo>
                      <a:pt x="1198" y="484"/>
                    </a:lnTo>
                    <a:lnTo>
                      <a:pt x="1198" y="485"/>
                    </a:lnTo>
                    <a:lnTo>
                      <a:pt x="1199" y="485"/>
                    </a:lnTo>
                    <a:lnTo>
                      <a:pt x="1199" y="485"/>
                    </a:lnTo>
                    <a:lnTo>
                      <a:pt x="1200" y="486"/>
                    </a:lnTo>
                    <a:lnTo>
                      <a:pt x="1201" y="486"/>
                    </a:lnTo>
                    <a:lnTo>
                      <a:pt x="1201" y="487"/>
                    </a:lnTo>
                    <a:lnTo>
                      <a:pt x="1202" y="487"/>
                    </a:lnTo>
                    <a:lnTo>
                      <a:pt x="1202" y="488"/>
                    </a:lnTo>
                    <a:lnTo>
                      <a:pt x="1203" y="488"/>
                    </a:lnTo>
                    <a:lnTo>
                      <a:pt x="1204" y="488"/>
                    </a:lnTo>
                    <a:lnTo>
                      <a:pt x="1204" y="489"/>
                    </a:lnTo>
                    <a:lnTo>
                      <a:pt x="1205" y="489"/>
                    </a:lnTo>
                    <a:lnTo>
                      <a:pt x="1205" y="489"/>
                    </a:lnTo>
                    <a:lnTo>
                      <a:pt x="1206" y="489"/>
                    </a:lnTo>
                    <a:lnTo>
                      <a:pt x="1207" y="489"/>
                    </a:lnTo>
                    <a:lnTo>
                      <a:pt x="1207" y="488"/>
                    </a:lnTo>
                    <a:lnTo>
                      <a:pt x="1208" y="487"/>
                    </a:lnTo>
                    <a:lnTo>
                      <a:pt x="1208" y="486"/>
                    </a:lnTo>
                    <a:lnTo>
                      <a:pt x="1209" y="485"/>
                    </a:lnTo>
                    <a:lnTo>
                      <a:pt x="1209" y="484"/>
                    </a:lnTo>
                    <a:lnTo>
                      <a:pt x="1210" y="484"/>
                    </a:lnTo>
                    <a:lnTo>
                      <a:pt x="1211" y="484"/>
                    </a:lnTo>
                    <a:lnTo>
                      <a:pt x="1211" y="485"/>
                    </a:lnTo>
                    <a:lnTo>
                      <a:pt x="1212" y="484"/>
                    </a:lnTo>
                    <a:lnTo>
                      <a:pt x="1212" y="485"/>
                    </a:lnTo>
                    <a:lnTo>
                      <a:pt x="1213" y="484"/>
                    </a:lnTo>
                    <a:lnTo>
                      <a:pt x="1213" y="483"/>
                    </a:lnTo>
                    <a:lnTo>
                      <a:pt x="1214" y="482"/>
                    </a:lnTo>
                    <a:lnTo>
                      <a:pt x="1215" y="483"/>
                    </a:lnTo>
                    <a:lnTo>
                      <a:pt x="1215" y="483"/>
                    </a:lnTo>
                    <a:lnTo>
                      <a:pt x="1216" y="483"/>
                    </a:lnTo>
                    <a:lnTo>
                      <a:pt x="1216" y="483"/>
                    </a:lnTo>
                    <a:lnTo>
                      <a:pt x="1217" y="484"/>
                    </a:lnTo>
                    <a:lnTo>
                      <a:pt x="1218" y="484"/>
                    </a:lnTo>
                    <a:lnTo>
                      <a:pt x="1218" y="484"/>
                    </a:lnTo>
                    <a:lnTo>
                      <a:pt x="1219" y="484"/>
                    </a:lnTo>
                    <a:lnTo>
                      <a:pt x="1219" y="484"/>
                    </a:lnTo>
                    <a:lnTo>
                      <a:pt x="1220" y="485"/>
                    </a:lnTo>
                    <a:lnTo>
                      <a:pt x="1221" y="485"/>
                    </a:lnTo>
                    <a:lnTo>
                      <a:pt x="1221" y="485"/>
                    </a:lnTo>
                    <a:lnTo>
                      <a:pt x="1222" y="485"/>
                    </a:lnTo>
                    <a:lnTo>
                      <a:pt x="1222" y="484"/>
                    </a:lnTo>
                    <a:lnTo>
                      <a:pt x="1223" y="483"/>
                    </a:lnTo>
                    <a:lnTo>
                      <a:pt x="1224" y="483"/>
                    </a:lnTo>
                    <a:lnTo>
                      <a:pt x="1224" y="483"/>
                    </a:lnTo>
                    <a:lnTo>
                      <a:pt x="1225" y="483"/>
                    </a:lnTo>
                    <a:lnTo>
                      <a:pt x="1225" y="483"/>
                    </a:lnTo>
                    <a:lnTo>
                      <a:pt x="1226" y="483"/>
                    </a:lnTo>
                    <a:lnTo>
                      <a:pt x="1226" y="483"/>
                    </a:lnTo>
                    <a:lnTo>
                      <a:pt x="1227" y="483"/>
                    </a:lnTo>
                    <a:lnTo>
                      <a:pt x="1227" y="483"/>
                    </a:lnTo>
                    <a:lnTo>
                      <a:pt x="1228" y="483"/>
                    </a:lnTo>
                    <a:lnTo>
                      <a:pt x="1228" y="483"/>
                    </a:lnTo>
                    <a:lnTo>
                      <a:pt x="1229" y="484"/>
                    </a:lnTo>
                    <a:lnTo>
                      <a:pt x="1230" y="484"/>
                    </a:lnTo>
                    <a:lnTo>
                      <a:pt x="1230" y="485"/>
                    </a:lnTo>
                    <a:lnTo>
                      <a:pt x="1231" y="486"/>
                    </a:lnTo>
                    <a:lnTo>
                      <a:pt x="1231" y="486"/>
                    </a:lnTo>
                    <a:lnTo>
                      <a:pt x="1232" y="486"/>
                    </a:lnTo>
                    <a:lnTo>
                      <a:pt x="1233" y="487"/>
                    </a:lnTo>
                    <a:lnTo>
                      <a:pt x="1233" y="487"/>
                    </a:lnTo>
                    <a:lnTo>
                      <a:pt x="1234" y="487"/>
                    </a:lnTo>
                    <a:lnTo>
                      <a:pt x="1234" y="488"/>
                    </a:lnTo>
                    <a:lnTo>
                      <a:pt x="1235" y="488"/>
                    </a:lnTo>
                    <a:lnTo>
                      <a:pt x="1236" y="490"/>
                    </a:lnTo>
                    <a:lnTo>
                      <a:pt x="1236" y="491"/>
                    </a:lnTo>
                    <a:lnTo>
                      <a:pt x="1237" y="492"/>
                    </a:lnTo>
                    <a:lnTo>
                      <a:pt x="1237" y="493"/>
                    </a:lnTo>
                    <a:lnTo>
                      <a:pt x="1238" y="494"/>
                    </a:lnTo>
                    <a:lnTo>
                      <a:pt x="1239" y="495"/>
                    </a:lnTo>
                    <a:lnTo>
                      <a:pt x="1239" y="496"/>
                    </a:lnTo>
                    <a:lnTo>
                      <a:pt x="1240" y="497"/>
                    </a:lnTo>
                    <a:lnTo>
                      <a:pt x="1240" y="497"/>
                    </a:lnTo>
                    <a:lnTo>
                      <a:pt x="1241" y="497"/>
                    </a:lnTo>
                    <a:lnTo>
                      <a:pt x="1241" y="497"/>
                    </a:lnTo>
                    <a:lnTo>
                      <a:pt x="1242" y="498"/>
                    </a:lnTo>
                    <a:lnTo>
                      <a:pt x="1242" y="499"/>
                    </a:lnTo>
                    <a:lnTo>
                      <a:pt x="1243" y="500"/>
                    </a:lnTo>
                    <a:lnTo>
                      <a:pt x="1244" y="500"/>
                    </a:lnTo>
                    <a:lnTo>
                      <a:pt x="1244" y="501"/>
                    </a:lnTo>
                    <a:lnTo>
                      <a:pt x="1245" y="502"/>
                    </a:lnTo>
                    <a:lnTo>
                      <a:pt x="1245" y="503"/>
                    </a:lnTo>
                    <a:lnTo>
                      <a:pt x="1246" y="505"/>
                    </a:lnTo>
                    <a:lnTo>
                      <a:pt x="1246" y="506"/>
                    </a:lnTo>
                    <a:lnTo>
                      <a:pt x="1247" y="507"/>
                    </a:lnTo>
                    <a:lnTo>
                      <a:pt x="1248" y="508"/>
                    </a:lnTo>
                    <a:lnTo>
                      <a:pt x="1248" y="509"/>
                    </a:lnTo>
                    <a:lnTo>
                      <a:pt x="1249" y="511"/>
                    </a:lnTo>
                    <a:lnTo>
                      <a:pt x="1249" y="511"/>
                    </a:lnTo>
                    <a:lnTo>
                      <a:pt x="1250" y="511"/>
                    </a:lnTo>
                    <a:lnTo>
                      <a:pt x="1251" y="512"/>
                    </a:lnTo>
                    <a:lnTo>
                      <a:pt x="1251" y="514"/>
                    </a:lnTo>
                    <a:lnTo>
                      <a:pt x="1252" y="514"/>
                    </a:lnTo>
                    <a:lnTo>
                      <a:pt x="1252" y="514"/>
                    </a:lnTo>
                    <a:lnTo>
                      <a:pt x="1253" y="514"/>
                    </a:lnTo>
                    <a:lnTo>
                      <a:pt x="1254" y="514"/>
                    </a:lnTo>
                    <a:lnTo>
                      <a:pt x="1254" y="514"/>
                    </a:lnTo>
                    <a:lnTo>
                      <a:pt x="1255" y="514"/>
                    </a:lnTo>
                    <a:lnTo>
                      <a:pt x="1255" y="513"/>
                    </a:lnTo>
                    <a:lnTo>
                      <a:pt x="1256" y="512"/>
                    </a:lnTo>
                    <a:lnTo>
                      <a:pt x="1256" y="512"/>
                    </a:lnTo>
                    <a:lnTo>
                      <a:pt x="1257" y="512"/>
                    </a:lnTo>
                    <a:lnTo>
                      <a:pt x="1258" y="511"/>
                    </a:lnTo>
                    <a:lnTo>
                      <a:pt x="1258" y="511"/>
                    </a:lnTo>
                    <a:lnTo>
                      <a:pt x="1259" y="510"/>
                    </a:lnTo>
                    <a:lnTo>
                      <a:pt x="1259" y="509"/>
                    </a:lnTo>
                    <a:lnTo>
                      <a:pt x="1260" y="509"/>
                    </a:lnTo>
                    <a:lnTo>
                      <a:pt x="1260" y="509"/>
                    </a:lnTo>
                    <a:lnTo>
                      <a:pt x="1261" y="509"/>
                    </a:lnTo>
                    <a:lnTo>
                      <a:pt x="1261" y="509"/>
                    </a:lnTo>
                    <a:lnTo>
                      <a:pt x="1262" y="508"/>
                    </a:lnTo>
                    <a:lnTo>
                      <a:pt x="1263" y="506"/>
                    </a:lnTo>
                    <a:lnTo>
                      <a:pt x="1263" y="505"/>
                    </a:lnTo>
                    <a:lnTo>
                      <a:pt x="1264" y="503"/>
                    </a:lnTo>
                    <a:lnTo>
                      <a:pt x="1264" y="502"/>
                    </a:lnTo>
                    <a:lnTo>
                      <a:pt x="1265" y="502"/>
                    </a:lnTo>
                    <a:lnTo>
                      <a:pt x="1266" y="501"/>
                    </a:lnTo>
                    <a:lnTo>
                      <a:pt x="1266" y="501"/>
                    </a:lnTo>
                    <a:lnTo>
                      <a:pt x="1267" y="501"/>
                    </a:lnTo>
                    <a:lnTo>
                      <a:pt x="1267" y="502"/>
                    </a:lnTo>
                    <a:lnTo>
                      <a:pt x="1268" y="503"/>
                    </a:lnTo>
                    <a:lnTo>
                      <a:pt x="1269" y="503"/>
                    </a:lnTo>
                    <a:lnTo>
                      <a:pt x="1269" y="505"/>
                    </a:lnTo>
                    <a:lnTo>
                      <a:pt x="1270" y="506"/>
                    </a:lnTo>
                    <a:lnTo>
                      <a:pt x="1270" y="506"/>
                    </a:lnTo>
                    <a:lnTo>
                      <a:pt x="1271" y="507"/>
                    </a:lnTo>
                    <a:lnTo>
                      <a:pt x="1272" y="508"/>
                    </a:lnTo>
                    <a:lnTo>
                      <a:pt x="1272" y="508"/>
                    </a:lnTo>
                    <a:lnTo>
                      <a:pt x="1273" y="508"/>
                    </a:lnTo>
                    <a:lnTo>
                      <a:pt x="1273" y="508"/>
                    </a:lnTo>
                    <a:lnTo>
                      <a:pt x="1274" y="508"/>
                    </a:lnTo>
                    <a:lnTo>
                      <a:pt x="1274" y="508"/>
                    </a:lnTo>
                    <a:lnTo>
                      <a:pt x="1275" y="506"/>
                    </a:lnTo>
                    <a:lnTo>
                      <a:pt x="1275" y="505"/>
                    </a:lnTo>
                    <a:lnTo>
                      <a:pt x="1276" y="503"/>
                    </a:lnTo>
                    <a:lnTo>
                      <a:pt x="1276" y="502"/>
                    </a:lnTo>
                    <a:lnTo>
                      <a:pt x="1277" y="501"/>
                    </a:lnTo>
                    <a:lnTo>
                      <a:pt x="1278" y="501"/>
                    </a:lnTo>
                    <a:lnTo>
                      <a:pt x="1278" y="500"/>
                    </a:lnTo>
                    <a:lnTo>
                      <a:pt x="1279" y="500"/>
                    </a:lnTo>
                    <a:lnTo>
                      <a:pt x="1279" y="499"/>
                    </a:lnTo>
                    <a:lnTo>
                      <a:pt x="1280" y="497"/>
                    </a:lnTo>
                    <a:lnTo>
                      <a:pt x="1281" y="496"/>
                    </a:lnTo>
                    <a:lnTo>
                      <a:pt x="1281" y="495"/>
                    </a:lnTo>
                    <a:lnTo>
                      <a:pt x="1282" y="495"/>
                    </a:lnTo>
                    <a:lnTo>
                      <a:pt x="1283" y="494"/>
                    </a:lnTo>
                    <a:lnTo>
                      <a:pt x="1283" y="492"/>
                    </a:lnTo>
                    <a:lnTo>
                      <a:pt x="1284" y="490"/>
                    </a:lnTo>
                    <a:lnTo>
                      <a:pt x="1284" y="488"/>
                    </a:lnTo>
                    <a:lnTo>
                      <a:pt x="1285" y="486"/>
                    </a:lnTo>
                    <a:lnTo>
                      <a:pt x="1286" y="483"/>
                    </a:lnTo>
                    <a:lnTo>
                      <a:pt x="1286" y="482"/>
                    </a:lnTo>
                    <a:lnTo>
                      <a:pt x="1287" y="480"/>
                    </a:lnTo>
                    <a:lnTo>
                      <a:pt x="1287" y="479"/>
                    </a:lnTo>
                    <a:lnTo>
                      <a:pt x="1288" y="479"/>
                    </a:lnTo>
                    <a:lnTo>
                      <a:pt x="1288" y="477"/>
                    </a:lnTo>
                    <a:lnTo>
                      <a:pt x="1289" y="476"/>
                    </a:lnTo>
                    <a:lnTo>
                      <a:pt x="1289" y="476"/>
                    </a:lnTo>
                    <a:lnTo>
                      <a:pt x="1290" y="475"/>
                    </a:lnTo>
                    <a:lnTo>
                      <a:pt x="1291" y="474"/>
                    </a:lnTo>
                    <a:lnTo>
                      <a:pt x="1291" y="474"/>
                    </a:lnTo>
                    <a:lnTo>
                      <a:pt x="1292" y="474"/>
                    </a:lnTo>
                    <a:lnTo>
                      <a:pt x="1292" y="473"/>
                    </a:lnTo>
                    <a:lnTo>
                      <a:pt x="1293" y="473"/>
                    </a:lnTo>
                    <a:lnTo>
                      <a:pt x="1293" y="473"/>
                    </a:lnTo>
                    <a:lnTo>
                      <a:pt x="1294" y="473"/>
                    </a:lnTo>
                    <a:lnTo>
                      <a:pt x="1295" y="472"/>
                    </a:lnTo>
                    <a:lnTo>
                      <a:pt x="1295" y="472"/>
                    </a:lnTo>
                    <a:lnTo>
                      <a:pt x="1296" y="471"/>
                    </a:lnTo>
                    <a:lnTo>
                      <a:pt x="1296" y="471"/>
                    </a:lnTo>
                    <a:lnTo>
                      <a:pt x="1297" y="470"/>
                    </a:lnTo>
                    <a:lnTo>
                      <a:pt x="1298" y="470"/>
                    </a:lnTo>
                    <a:lnTo>
                      <a:pt x="1298" y="468"/>
                    </a:lnTo>
                    <a:lnTo>
                      <a:pt x="1299" y="467"/>
                    </a:lnTo>
                    <a:lnTo>
                      <a:pt x="1299" y="467"/>
                    </a:lnTo>
                    <a:lnTo>
                      <a:pt x="1300" y="467"/>
                    </a:lnTo>
                    <a:lnTo>
                      <a:pt x="1301" y="467"/>
                    </a:lnTo>
                    <a:lnTo>
                      <a:pt x="1301" y="468"/>
                    </a:lnTo>
                    <a:lnTo>
                      <a:pt x="1302" y="467"/>
                    </a:lnTo>
                    <a:lnTo>
                      <a:pt x="1302" y="467"/>
                    </a:lnTo>
                    <a:lnTo>
                      <a:pt x="1303" y="466"/>
                    </a:lnTo>
                    <a:lnTo>
                      <a:pt x="1303" y="465"/>
                    </a:lnTo>
                    <a:lnTo>
                      <a:pt x="1304" y="464"/>
                    </a:lnTo>
                    <a:lnTo>
                      <a:pt x="1305" y="462"/>
                    </a:lnTo>
                    <a:lnTo>
                      <a:pt x="1305" y="461"/>
                    </a:lnTo>
                    <a:lnTo>
                      <a:pt x="1306" y="460"/>
                    </a:lnTo>
                    <a:lnTo>
                      <a:pt x="1306" y="459"/>
                    </a:lnTo>
                    <a:lnTo>
                      <a:pt x="1307" y="458"/>
                    </a:lnTo>
                    <a:lnTo>
                      <a:pt x="1307" y="456"/>
                    </a:lnTo>
                    <a:lnTo>
                      <a:pt x="1308" y="454"/>
                    </a:lnTo>
                    <a:lnTo>
                      <a:pt x="1308" y="453"/>
                    </a:lnTo>
                    <a:lnTo>
                      <a:pt x="1309" y="453"/>
                    </a:lnTo>
                    <a:lnTo>
                      <a:pt x="1310" y="452"/>
                    </a:lnTo>
                    <a:lnTo>
                      <a:pt x="1310" y="451"/>
                    </a:lnTo>
                    <a:lnTo>
                      <a:pt x="1311" y="451"/>
                    </a:lnTo>
                    <a:lnTo>
                      <a:pt x="1311" y="451"/>
                    </a:lnTo>
                    <a:lnTo>
                      <a:pt x="1312" y="450"/>
                    </a:lnTo>
                    <a:lnTo>
                      <a:pt x="1313" y="451"/>
                    </a:lnTo>
                    <a:lnTo>
                      <a:pt x="1313" y="451"/>
                    </a:lnTo>
                    <a:lnTo>
                      <a:pt x="1314" y="451"/>
                    </a:lnTo>
                    <a:lnTo>
                      <a:pt x="1314" y="452"/>
                    </a:lnTo>
                    <a:lnTo>
                      <a:pt x="1315" y="452"/>
                    </a:lnTo>
                    <a:lnTo>
                      <a:pt x="1316" y="452"/>
                    </a:lnTo>
                    <a:lnTo>
                      <a:pt x="1316" y="452"/>
                    </a:lnTo>
                    <a:lnTo>
                      <a:pt x="1317" y="452"/>
                    </a:lnTo>
                    <a:lnTo>
                      <a:pt x="1317" y="452"/>
                    </a:lnTo>
                    <a:lnTo>
                      <a:pt x="1318" y="452"/>
                    </a:lnTo>
                    <a:lnTo>
                      <a:pt x="1319" y="452"/>
                    </a:lnTo>
                    <a:lnTo>
                      <a:pt x="1319" y="453"/>
                    </a:lnTo>
                    <a:lnTo>
                      <a:pt x="1320" y="454"/>
                    </a:lnTo>
                    <a:lnTo>
                      <a:pt x="1320" y="453"/>
                    </a:lnTo>
                    <a:lnTo>
                      <a:pt x="1321" y="454"/>
                    </a:lnTo>
                    <a:lnTo>
                      <a:pt x="1321" y="455"/>
                    </a:lnTo>
                    <a:lnTo>
                      <a:pt x="1322" y="456"/>
                    </a:lnTo>
                    <a:lnTo>
                      <a:pt x="1322" y="456"/>
                    </a:lnTo>
                    <a:lnTo>
                      <a:pt x="1323" y="457"/>
                    </a:lnTo>
                    <a:lnTo>
                      <a:pt x="1323" y="458"/>
                    </a:lnTo>
                    <a:lnTo>
                      <a:pt x="1324" y="458"/>
                    </a:lnTo>
                    <a:lnTo>
                      <a:pt x="1325" y="459"/>
                    </a:lnTo>
                    <a:lnTo>
                      <a:pt x="1325" y="460"/>
                    </a:lnTo>
                    <a:lnTo>
                      <a:pt x="1326" y="460"/>
                    </a:lnTo>
                    <a:lnTo>
                      <a:pt x="1326" y="460"/>
                    </a:lnTo>
                    <a:lnTo>
                      <a:pt x="1327" y="460"/>
                    </a:lnTo>
                    <a:lnTo>
                      <a:pt x="1328" y="460"/>
                    </a:lnTo>
                    <a:lnTo>
                      <a:pt x="1328" y="461"/>
                    </a:lnTo>
                    <a:lnTo>
                      <a:pt x="1329" y="461"/>
                    </a:lnTo>
                    <a:lnTo>
                      <a:pt x="1329" y="461"/>
                    </a:lnTo>
                    <a:lnTo>
                      <a:pt x="1330" y="462"/>
                    </a:lnTo>
                    <a:lnTo>
                      <a:pt x="1331" y="462"/>
                    </a:lnTo>
                    <a:lnTo>
                      <a:pt x="1331" y="462"/>
                    </a:lnTo>
                    <a:lnTo>
                      <a:pt x="1332" y="462"/>
                    </a:lnTo>
                    <a:lnTo>
                      <a:pt x="1332" y="462"/>
                    </a:lnTo>
                    <a:lnTo>
                      <a:pt x="1333" y="462"/>
                    </a:lnTo>
                    <a:lnTo>
                      <a:pt x="1334" y="463"/>
                    </a:lnTo>
                    <a:lnTo>
                      <a:pt x="1334" y="464"/>
                    </a:lnTo>
                    <a:lnTo>
                      <a:pt x="1335" y="465"/>
                    </a:lnTo>
                    <a:lnTo>
                      <a:pt x="1335" y="466"/>
                    </a:lnTo>
                    <a:lnTo>
                      <a:pt x="1336" y="468"/>
                    </a:lnTo>
                    <a:lnTo>
                      <a:pt x="1336" y="469"/>
                    </a:lnTo>
                    <a:lnTo>
                      <a:pt x="1337" y="470"/>
                    </a:lnTo>
                    <a:lnTo>
                      <a:pt x="1338" y="471"/>
                    </a:lnTo>
                    <a:lnTo>
                      <a:pt x="1338" y="472"/>
                    </a:lnTo>
                    <a:lnTo>
                      <a:pt x="1339" y="473"/>
                    </a:lnTo>
                    <a:lnTo>
                      <a:pt x="1339" y="474"/>
                    </a:lnTo>
                    <a:lnTo>
                      <a:pt x="1340" y="474"/>
                    </a:lnTo>
                    <a:lnTo>
                      <a:pt x="1340" y="476"/>
                    </a:lnTo>
                    <a:lnTo>
                      <a:pt x="1341" y="477"/>
                    </a:lnTo>
                    <a:lnTo>
                      <a:pt x="1341" y="479"/>
                    </a:lnTo>
                    <a:lnTo>
                      <a:pt x="1342" y="479"/>
                    </a:lnTo>
                    <a:lnTo>
                      <a:pt x="1343" y="480"/>
                    </a:lnTo>
                    <a:lnTo>
                      <a:pt x="1343" y="480"/>
                    </a:lnTo>
                    <a:lnTo>
                      <a:pt x="1344" y="481"/>
                    </a:lnTo>
                    <a:lnTo>
                      <a:pt x="1344" y="481"/>
                    </a:lnTo>
                    <a:lnTo>
                      <a:pt x="1345" y="482"/>
                    </a:lnTo>
                    <a:lnTo>
                      <a:pt x="1346" y="482"/>
                    </a:lnTo>
                    <a:lnTo>
                      <a:pt x="1346" y="482"/>
                    </a:lnTo>
                    <a:lnTo>
                      <a:pt x="1347" y="481"/>
                    </a:lnTo>
                    <a:lnTo>
                      <a:pt x="1347" y="481"/>
                    </a:lnTo>
                    <a:lnTo>
                      <a:pt x="1348" y="481"/>
                    </a:lnTo>
                    <a:lnTo>
                      <a:pt x="1349" y="481"/>
                    </a:lnTo>
                    <a:lnTo>
                      <a:pt x="1349" y="480"/>
                    </a:lnTo>
                    <a:lnTo>
                      <a:pt x="1350" y="480"/>
                    </a:lnTo>
                    <a:lnTo>
                      <a:pt x="1350" y="480"/>
                    </a:lnTo>
                    <a:lnTo>
                      <a:pt x="1351" y="479"/>
                    </a:lnTo>
                    <a:lnTo>
                      <a:pt x="1352" y="479"/>
                    </a:lnTo>
                    <a:lnTo>
                      <a:pt x="1352" y="478"/>
                    </a:lnTo>
                    <a:lnTo>
                      <a:pt x="1353" y="478"/>
                    </a:lnTo>
                    <a:lnTo>
                      <a:pt x="1353" y="478"/>
                    </a:lnTo>
                    <a:lnTo>
                      <a:pt x="1354" y="479"/>
                    </a:lnTo>
                    <a:lnTo>
                      <a:pt x="1354" y="479"/>
                    </a:lnTo>
                    <a:lnTo>
                      <a:pt x="1355" y="479"/>
                    </a:lnTo>
                    <a:lnTo>
                      <a:pt x="1355" y="479"/>
                    </a:lnTo>
                    <a:lnTo>
                      <a:pt x="1356" y="479"/>
                    </a:lnTo>
                    <a:lnTo>
                      <a:pt x="1357" y="478"/>
                    </a:lnTo>
                    <a:lnTo>
                      <a:pt x="1357" y="478"/>
                    </a:lnTo>
                    <a:lnTo>
                      <a:pt x="1358" y="479"/>
                    </a:lnTo>
                    <a:lnTo>
                      <a:pt x="1358" y="480"/>
                    </a:lnTo>
                    <a:lnTo>
                      <a:pt x="1359" y="480"/>
                    </a:lnTo>
                    <a:lnTo>
                      <a:pt x="1360" y="482"/>
                    </a:lnTo>
                    <a:lnTo>
                      <a:pt x="1360" y="483"/>
                    </a:lnTo>
                    <a:lnTo>
                      <a:pt x="1361" y="484"/>
                    </a:lnTo>
                    <a:lnTo>
                      <a:pt x="1361" y="485"/>
                    </a:lnTo>
                    <a:lnTo>
                      <a:pt x="1362" y="486"/>
                    </a:lnTo>
                    <a:lnTo>
                      <a:pt x="1363" y="486"/>
                    </a:lnTo>
                    <a:lnTo>
                      <a:pt x="1363" y="486"/>
                    </a:lnTo>
                    <a:lnTo>
                      <a:pt x="1364" y="486"/>
                    </a:lnTo>
                    <a:lnTo>
                      <a:pt x="1364" y="487"/>
                    </a:lnTo>
                    <a:lnTo>
                      <a:pt x="1365" y="488"/>
                    </a:lnTo>
                    <a:lnTo>
                      <a:pt x="1366" y="488"/>
                    </a:lnTo>
                    <a:lnTo>
                      <a:pt x="1366" y="489"/>
                    </a:lnTo>
                    <a:lnTo>
                      <a:pt x="1367" y="489"/>
                    </a:lnTo>
                    <a:lnTo>
                      <a:pt x="1367" y="489"/>
                    </a:lnTo>
                    <a:lnTo>
                      <a:pt x="1368" y="489"/>
                    </a:lnTo>
                    <a:lnTo>
                      <a:pt x="1368" y="489"/>
                    </a:lnTo>
                    <a:lnTo>
                      <a:pt x="1369" y="489"/>
                    </a:lnTo>
                    <a:lnTo>
                      <a:pt x="1369" y="488"/>
                    </a:lnTo>
                    <a:lnTo>
                      <a:pt x="1370" y="488"/>
                    </a:lnTo>
                    <a:lnTo>
                      <a:pt x="1370" y="488"/>
                    </a:lnTo>
                    <a:lnTo>
                      <a:pt x="1371" y="489"/>
                    </a:lnTo>
                    <a:lnTo>
                      <a:pt x="1372" y="489"/>
                    </a:lnTo>
                    <a:lnTo>
                      <a:pt x="1372" y="489"/>
                    </a:lnTo>
                    <a:lnTo>
                      <a:pt x="1373" y="489"/>
                    </a:lnTo>
                    <a:lnTo>
                      <a:pt x="1373" y="489"/>
                    </a:lnTo>
                    <a:lnTo>
                      <a:pt x="1374" y="488"/>
                    </a:lnTo>
                    <a:lnTo>
                      <a:pt x="1375" y="488"/>
                    </a:lnTo>
                    <a:lnTo>
                      <a:pt x="1375" y="487"/>
                    </a:lnTo>
                    <a:lnTo>
                      <a:pt x="1376" y="486"/>
                    </a:lnTo>
                    <a:lnTo>
                      <a:pt x="1376" y="486"/>
                    </a:lnTo>
                    <a:lnTo>
                      <a:pt x="1377" y="486"/>
                    </a:lnTo>
                    <a:lnTo>
                      <a:pt x="1378" y="486"/>
                    </a:lnTo>
                    <a:lnTo>
                      <a:pt x="1378" y="486"/>
                    </a:lnTo>
                    <a:lnTo>
                      <a:pt x="1379" y="487"/>
                    </a:lnTo>
                    <a:lnTo>
                      <a:pt x="1379" y="487"/>
                    </a:lnTo>
                    <a:lnTo>
                      <a:pt x="1380" y="487"/>
                    </a:lnTo>
                    <a:lnTo>
                      <a:pt x="1381" y="486"/>
                    </a:lnTo>
                    <a:lnTo>
                      <a:pt x="1381" y="486"/>
                    </a:lnTo>
                    <a:lnTo>
                      <a:pt x="1382" y="486"/>
                    </a:lnTo>
                    <a:lnTo>
                      <a:pt x="1382" y="486"/>
                    </a:lnTo>
                    <a:lnTo>
                      <a:pt x="1383" y="486"/>
                    </a:lnTo>
                    <a:lnTo>
                      <a:pt x="1383" y="487"/>
                    </a:lnTo>
                    <a:lnTo>
                      <a:pt x="1384" y="487"/>
                    </a:lnTo>
                    <a:lnTo>
                      <a:pt x="1385" y="487"/>
                    </a:lnTo>
                    <a:lnTo>
                      <a:pt x="1385" y="487"/>
                    </a:lnTo>
                    <a:lnTo>
                      <a:pt x="1386" y="486"/>
                    </a:lnTo>
                    <a:lnTo>
                      <a:pt x="1386" y="485"/>
                    </a:lnTo>
                    <a:lnTo>
                      <a:pt x="1387" y="485"/>
                    </a:lnTo>
                    <a:lnTo>
                      <a:pt x="1387" y="484"/>
                    </a:lnTo>
                    <a:lnTo>
                      <a:pt x="1388" y="483"/>
                    </a:lnTo>
                    <a:lnTo>
                      <a:pt x="1388" y="483"/>
                    </a:lnTo>
                    <a:lnTo>
                      <a:pt x="1389" y="482"/>
                    </a:lnTo>
                    <a:lnTo>
                      <a:pt x="1390" y="482"/>
                    </a:lnTo>
                    <a:lnTo>
                      <a:pt x="1390" y="481"/>
                    </a:lnTo>
                    <a:lnTo>
                      <a:pt x="1391" y="481"/>
                    </a:lnTo>
                    <a:lnTo>
                      <a:pt x="1391" y="480"/>
                    </a:lnTo>
                    <a:lnTo>
                      <a:pt x="1392" y="480"/>
                    </a:lnTo>
                    <a:lnTo>
                      <a:pt x="1393" y="479"/>
                    </a:lnTo>
                    <a:lnTo>
                      <a:pt x="1393" y="479"/>
                    </a:lnTo>
                    <a:lnTo>
                      <a:pt x="1394" y="478"/>
                    </a:lnTo>
                    <a:lnTo>
                      <a:pt x="1394" y="478"/>
                    </a:lnTo>
                    <a:lnTo>
                      <a:pt x="1395" y="479"/>
                    </a:lnTo>
                    <a:lnTo>
                      <a:pt x="1396" y="478"/>
                    </a:lnTo>
                    <a:lnTo>
                      <a:pt x="1396" y="477"/>
                    </a:lnTo>
                    <a:lnTo>
                      <a:pt x="1397" y="477"/>
                    </a:lnTo>
                    <a:lnTo>
                      <a:pt x="1397" y="476"/>
                    </a:lnTo>
                    <a:lnTo>
                      <a:pt x="1398" y="475"/>
                    </a:lnTo>
                    <a:lnTo>
                      <a:pt x="1399" y="475"/>
                    </a:lnTo>
                    <a:lnTo>
                      <a:pt x="1399" y="474"/>
                    </a:lnTo>
                    <a:lnTo>
                      <a:pt x="1400" y="473"/>
                    </a:lnTo>
                    <a:lnTo>
                      <a:pt x="1400" y="473"/>
                    </a:lnTo>
                    <a:lnTo>
                      <a:pt x="1401" y="473"/>
                    </a:lnTo>
                    <a:lnTo>
                      <a:pt x="1401" y="472"/>
                    </a:lnTo>
                    <a:lnTo>
                      <a:pt x="1402" y="472"/>
                    </a:lnTo>
                    <a:lnTo>
                      <a:pt x="1402" y="471"/>
                    </a:lnTo>
                    <a:lnTo>
                      <a:pt x="1403" y="471"/>
                    </a:lnTo>
                    <a:lnTo>
                      <a:pt x="1403" y="470"/>
                    </a:lnTo>
                    <a:lnTo>
                      <a:pt x="1404" y="468"/>
                    </a:lnTo>
                    <a:lnTo>
                      <a:pt x="1405" y="468"/>
                    </a:lnTo>
                    <a:lnTo>
                      <a:pt x="1405" y="467"/>
                    </a:lnTo>
                    <a:lnTo>
                      <a:pt x="1406" y="466"/>
                    </a:lnTo>
                    <a:lnTo>
                      <a:pt x="1406" y="466"/>
                    </a:lnTo>
                    <a:lnTo>
                      <a:pt x="1407" y="465"/>
                    </a:lnTo>
                    <a:lnTo>
                      <a:pt x="1408" y="465"/>
                    </a:lnTo>
                    <a:lnTo>
                      <a:pt x="1408" y="464"/>
                    </a:lnTo>
                    <a:lnTo>
                      <a:pt x="1409" y="463"/>
                    </a:lnTo>
                    <a:lnTo>
                      <a:pt x="1409" y="462"/>
                    </a:lnTo>
                    <a:lnTo>
                      <a:pt x="1410" y="462"/>
                    </a:lnTo>
                    <a:lnTo>
                      <a:pt x="1411" y="462"/>
                    </a:lnTo>
                    <a:lnTo>
                      <a:pt x="1411" y="461"/>
                    </a:lnTo>
                    <a:lnTo>
                      <a:pt x="1412" y="461"/>
                    </a:lnTo>
                    <a:lnTo>
                      <a:pt x="1412" y="461"/>
                    </a:lnTo>
                    <a:lnTo>
                      <a:pt x="1413" y="462"/>
                    </a:lnTo>
                    <a:lnTo>
                      <a:pt x="1414" y="462"/>
                    </a:lnTo>
                    <a:lnTo>
                      <a:pt x="1414" y="462"/>
                    </a:lnTo>
                    <a:lnTo>
                      <a:pt x="1415" y="463"/>
                    </a:lnTo>
                    <a:lnTo>
                      <a:pt x="1415" y="463"/>
                    </a:lnTo>
                    <a:lnTo>
                      <a:pt x="1416" y="463"/>
                    </a:lnTo>
                    <a:lnTo>
                      <a:pt x="1416" y="463"/>
                    </a:lnTo>
                    <a:lnTo>
                      <a:pt x="1417" y="463"/>
                    </a:lnTo>
                    <a:lnTo>
                      <a:pt x="1417" y="463"/>
                    </a:lnTo>
                    <a:lnTo>
                      <a:pt x="1418" y="463"/>
                    </a:lnTo>
                    <a:lnTo>
                      <a:pt x="1419" y="465"/>
                    </a:lnTo>
                    <a:lnTo>
                      <a:pt x="1419" y="465"/>
                    </a:lnTo>
                    <a:lnTo>
                      <a:pt x="1420" y="465"/>
                    </a:lnTo>
                    <a:lnTo>
                      <a:pt x="1420" y="466"/>
                    </a:lnTo>
                    <a:lnTo>
                      <a:pt x="1421" y="466"/>
                    </a:lnTo>
                    <a:lnTo>
                      <a:pt x="1422" y="467"/>
                    </a:lnTo>
                    <a:lnTo>
                      <a:pt x="1422" y="468"/>
                    </a:lnTo>
                    <a:lnTo>
                      <a:pt x="1423" y="469"/>
                    </a:lnTo>
                    <a:lnTo>
                      <a:pt x="1423" y="470"/>
                    </a:lnTo>
                    <a:lnTo>
                      <a:pt x="1424" y="470"/>
                    </a:lnTo>
                    <a:lnTo>
                      <a:pt x="1425" y="471"/>
                    </a:lnTo>
                    <a:lnTo>
                      <a:pt x="1425" y="473"/>
                    </a:lnTo>
                    <a:lnTo>
                      <a:pt x="1426" y="474"/>
                    </a:lnTo>
                    <a:lnTo>
                      <a:pt x="1426" y="474"/>
                    </a:lnTo>
                    <a:lnTo>
                      <a:pt x="1427" y="476"/>
                    </a:lnTo>
                    <a:lnTo>
                      <a:pt x="1428" y="477"/>
                    </a:lnTo>
                    <a:lnTo>
                      <a:pt x="1428" y="478"/>
                    </a:lnTo>
                    <a:lnTo>
                      <a:pt x="1429" y="479"/>
                    </a:lnTo>
                    <a:lnTo>
                      <a:pt x="1429" y="479"/>
                    </a:lnTo>
                    <a:lnTo>
                      <a:pt x="1430" y="479"/>
                    </a:lnTo>
                    <a:lnTo>
                      <a:pt x="1430" y="480"/>
                    </a:lnTo>
                    <a:lnTo>
                      <a:pt x="1431" y="480"/>
                    </a:lnTo>
                    <a:lnTo>
                      <a:pt x="1431" y="480"/>
                    </a:lnTo>
                    <a:lnTo>
                      <a:pt x="1432" y="480"/>
                    </a:lnTo>
                    <a:lnTo>
                      <a:pt x="1433" y="480"/>
                    </a:lnTo>
                    <a:lnTo>
                      <a:pt x="1433" y="480"/>
                    </a:lnTo>
                    <a:lnTo>
                      <a:pt x="1434" y="479"/>
                    </a:lnTo>
                    <a:lnTo>
                      <a:pt x="1434" y="478"/>
                    </a:lnTo>
                    <a:lnTo>
                      <a:pt x="1435" y="478"/>
                    </a:lnTo>
                    <a:lnTo>
                      <a:pt x="1435" y="478"/>
                    </a:lnTo>
                    <a:lnTo>
                      <a:pt x="1436" y="477"/>
                    </a:lnTo>
                    <a:lnTo>
                      <a:pt x="1437" y="477"/>
                    </a:lnTo>
                    <a:lnTo>
                      <a:pt x="1437" y="477"/>
                    </a:lnTo>
                    <a:lnTo>
                      <a:pt x="1438" y="477"/>
                    </a:lnTo>
                    <a:lnTo>
                      <a:pt x="1438" y="476"/>
                    </a:lnTo>
                    <a:lnTo>
                      <a:pt x="1439" y="476"/>
                    </a:lnTo>
                    <a:lnTo>
                      <a:pt x="1440" y="475"/>
                    </a:lnTo>
                    <a:lnTo>
                      <a:pt x="1440" y="474"/>
                    </a:lnTo>
                    <a:lnTo>
                      <a:pt x="1441" y="474"/>
                    </a:lnTo>
                    <a:lnTo>
                      <a:pt x="1441" y="473"/>
                    </a:lnTo>
                    <a:lnTo>
                      <a:pt x="1442" y="473"/>
                    </a:lnTo>
                    <a:lnTo>
                      <a:pt x="1443" y="472"/>
                    </a:lnTo>
                    <a:lnTo>
                      <a:pt x="1443" y="471"/>
                    </a:lnTo>
                    <a:lnTo>
                      <a:pt x="1444" y="471"/>
                    </a:lnTo>
                    <a:lnTo>
                      <a:pt x="1444" y="471"/>
                    </a:lnTo>
                    <a:lnTo>
                      <a:pt x="1445" y="471"/>
                    </a:lnTo>
                    <a:lnTo>
                      <a:pt x="1446" y="471"/>
                    </a:lnTo>
                    <a:lnTo>
                      <a:pt x="1446" y="472"/>
                    </a:lnTo>
                    <a:lnTo>
                      <a:pt x="1447" y="473"/>
                    </a:lnTo>
                    <a:lnTo>
                      <a:pt x="1447" y="473"/>
                    </a:lnTo>
                    <a:lnTo>
                      <a:pt x="1448" y="472"/>
                    </a:lnTo>
                    <a:lnTo>
                      <a:pt x="1448" y="472"/>
                    </a:lnTo>
                    <a:lnTo>
                      <a:pt x="1449" y="472"/>
                    </a:lnTo>
                    <a:lnTo>
                      <a:pt x="1449" y="472"/>
                    </a:lnTo>
                    <a:lnTo>
                      <a:pt x="1450" y="471"/>
                    </a:lnTo>
                    <a:lnTo>
                      <a:pt x="1450" y="471"/>
                    </a:lnTo>
                    <a:lnTo>
                      <a:pt x="1451" y="470"/>
                    </a:lnTo>
                    <a:lnTo>
                      <a:pt x="1452" y="469"/>
                    </a:lnTo>
                    <a:lnTo>
                      <a:pt x="1452" y="468"/>
                    </a:lnTo>
                    <a:lnTo>
                      <a:pt x="1453" y="468"/>
                    </a:lnTo>
                    <a:lnTo>
                      <a:pt x="1453" y="468"/>
                    </a:lnTo>
                    <a:lnTo>
                      <a:pt x="1454" y="467"/>
                    </a:lnTo>
                    <a:lnTo>
                      <a:pt x="1455" y="467"/>
                    </a:lnTo>
                    <a:lnTo>
                      <a:pt x="1455" y="466"/>
                    </a:lnTo>
                    <a:lnTo>
                      <a:pt x="1456" y="466"/>
                    </a:lnTo>
                    <a:lnTo>
                      <a:pt x="1456" y="465"/>
                    </a:lnTo>
                    <a:lnTo>
                      <a:pt x="1457" y="465"/>
                    </a:lnTo>
                    <a:lnTo>
                      <a:pt x="1458" y="465"/>
                    </a:lnTo>
                    <a:lnTo>
                      <a:pt x="1458" y="465"/>
                    </a:lnTo>
                    <a:lnTo>
                      <a:pt x="1459" y="464"/>
                    </a:lnTo>
                    <a:lnTo>
                      <a:pt x="1459" y="464"/>
                    </a:lnTo>
                    <a:lnTo>
                      <a:pt x="1460" y="463"/>
                    </a:lnTo>
                    <a:lnTo>
                      <a:pt x="1461" y="463"/>
                    </a:lnTo>
                    <a:lnTo>
                      <a:pt x="1461" y="463"/>
                    </a:lnTo>
                    <a:lnTo>
                      <a:pt x="1462" y="463"/>
                    </a:lnTo>
                    <a:lnTo>
                      <a:pt x="1462" y="463"/>
                    </a:lnTo>
                    <a:lnTo>
                      <a:pt x="1463" y="463"/>
                    </a:lnTo>
                    <a:lnTo>
                      <a:pt x="1463" y="463"/>
                    </a:lnTo>
                    <a:lnTo>
                      <a:pt x="1464" y="464"/>
                    </a:lnTo>
                    <a:lnTo>
                      <a:pt x="1464" y="464"/>
                    </a:lnTo>
                    <a:lnTo>
                      <a:pt x="1465" y="463"/>
                    </a:lnTo>
                    <a:lnTo>
                      <a:pt x="1466" y="464"/>
                    </a:lnTo>
                    <a:lnTo>
                      <a:pt x="1466" y="464"/>
                    </a:lnTo>
                    <a:lnTo>
                      <a:pt x="1467" y="464"/>
                    </a:lnTo>
                    <a:lnTo>
                      <a:pt x="1467" y="464"/>
                    </a:lnTo>
                    <a:lnTo>
                      <a:pt x="1468" y="464"/>
                    </a:lnTo>
                    <a:lnTo>
                      <a:pt x="1468" y="464"/>
                    </a:lnTo>
                    <a:lnTo>
                      <a:pt x="1469" y="465"/>
                    </a:lnTo>
                    <a:lnTo>
                      <a:pt x="1470" y="465"/>
                    </a:lnTo>
                    <a:lnTo>
                      <a:pt x="1470" y="465"/>
                    </a:lnTo>
                    <a:lnTo>
                      <a:pt x="1471" y="465"/>
                    </a:lnTo>
                    <a:lnTo>
                      <a:pt x="1471" y="465"/>
                    </a:lnTo>
                    <a:lnTo>
                      <a:pt x="1472" y="466"/>
                    </a:lnTo>
                    <a:lnTo>
                      <a:pt x="1473" y="465"/>
                    </a:lnTo>
                    <a:lnTo>
                      <a:pt x="1473" y="465"/>
                    </a:lnTo>
                    <a:lnTo>
                      <a:pt x="1474" y="465"/>
                    </a:lnTo>
                    <a:lnTo>
                      <a:pt x="1474" y="465"/>
                    </a:lnTo>
                    <a:lnTo>
                      <a:pt x="1475" y="464"/>
                    </a:lnTo>
                    <a:lnTo>
                      <a:pt x="1476" y="464"/>
                    </a:lnTo>
                    <a:lnTo>
                      <a:pt x="1476" y="465"/>
                    </a:lnTo>
                    <a:lnTo>
                      <a:pt x="1477" y="465"/>
                    </a:lnTo>
                    <a:lnTo>
                      <a:pt x="1477" y="465"/>
                    </a:lnTo>
                    <a:lnTo>
                      <a:pt x="1478" y="465"/>
                    </a:lnTo>
                    <a:lnTo>
                      <a:pt x="1478" y="465"/>
                    </a:lnTo>
                    <a:lnTo>
                      <a:pt x="1479" y="465"/>
                    </a:lnTo>
                    <a:lnTo>
                      <a:pt x="1480" y="466"/>
                    </a:lnTo>
                    <a:lnTo>
                      <a:pt x="1480" y="467"/>
                    </a:lnTo>
                    <a:lnTo>
                      <a:pt x="1481" y="468"/>
                    </a:lnTo>
                    <a:lnTo>
                      <a:pt x="1481" y="469"/>
                    </a:lnTo>
                    <a:lnTo>
                      <a:pt x="1482" y="469"/>
                    </a:lnTo>
                    <a:lnTo>
                      <a:pt x="1482" y="470"/>
                    </a:lnTo>
                    <a:lnTo>
                      <a:pt x="1483" y="470"/>
                    </a:lnTo>
                    <a:lnTo>
                      <a:pt x="1483" y="470"/>
                    </a:lnTo>
                    <a:lnTo>
                      <a:pt x="1484" y="469"/>
                    </a:lnTo>
                    <a:lnTo>
                      <a:pt x="1485" y="468"/>
                    </a:lnTo>
                    <a:lnTo>
                      <a:pt x="1485" y="468"/>
                    </a:lnTo>
                    <a:lnTo>
                      <a:pt x="1486" y="468"/>
                    </a:lnTo>
                    <a:lnTo>
                      <a:pt x="1486" y="467"/>
                    </a:lnTo>
                    <a:lnTo>
                      <a:pt x="1487" y="466"/>
                    </a:lnTo>
                    <a:lnTo>
                      <a:pt x="1488" y="467"/>
                    </a:lnTo>
                    <a:lnTo>
                      <a:pt x="1488" y="465"/>
                    </a:lnTo>
                    <a:lnTo>
                      <a:pt x="1489" y="465"/>
                    </a:lnTo>
                    <a:lnTo>
                      <a:pt x="1490" y="465"/>
                    </a:lnTo>
                    <a:lnTo>
                      <a:pt x="1490" y="465"/>
                    </a:lnTo>
                    <a:lnTo>
                      <a:pt x="1491" y="465"/>
                    </a:lnTo>
                    <a:lnTo>
                      <a:pt x="1491" y="464"/>
                    </a:lnTo>
                    <a:lnTo>
                      <a:pt x="1492" y="463"/>
                    </a:lnTo>
                    <a:lnTo>
                      <a:pt x="1493" y="462"/>
                    </a:lnTo>
                    <a:lnTo>
                      <a:pt x="1493" y="463"/>
                    </a:lnTo>
                    <a:lnTo>
                      <a:pt x="1494" y="463"/>
                    </a:lnTo>
                    <a:lnTo>
                      <a:pt x="1494" y="463"/>
                    </a:lnTo>
                    <a:lnTo>
                      <a:pt x="1495" y="462"/>
                    </a:lnTo>
                    <a:lnTo>
                      <a:pt x="1495" y="461"/>
                    </a:lnTo>
                    <a:lnTo>
                      <a:pt x="1496" y="461"/>
                    </a:lnTo>
                    <a:lnTo>
                      <a:pt x="1496" y="462"/>
                    </a:lnTo>
                    <a:lnTo>
                      <a:pt x="1497" y="462"/>
                    </a:lnTo>
                    <a:lnTo>
                      <a:pt x="1497" y="462"/>
                    </a:lnTo>
                    <a:lnTo>
                      <a:pt x="1498" y="461"/>
                    </a:lnTo>
                    <a:lnTo>
                      <a:pt x="1499" y="461"/>
                    </a:lnTo>
                    <a:lnTo>
                      <a:pt x="1499" y="461"/>
                    </a:lnTo>
                    <a:lnTo>
                      <a:pt x="1500" y="461"/>
                    </a:lnTo>
                    <a:lnTo>
                      <a:pt x="1500" y="461"/>
                    </a:lnTo>
                    <a:lnTo>
                      <a:pt x="1501" y="461"/>
                    </a:lnTo>
                    <a:lnTo>
                      <a:pt x="1502" y="461"/>
                    </a:lnTo>
                    <a:lnTo>
                      <a:pt x="1502" y="461"/>
                    </a:lnTo>
                    <a:lnTo>
                      <a:pt x="1503" y="462"/>
                    </a:lnTo>
                    <a:lnTo>
                      <a:pt x="1503" y="462"/>
                    </a:lnTo>
                    <a:lnTo>
                      <a:pt x="1504" y="461"/>
                    </a:lnTo>
                    <a:lnTo>
                      <a:pt x="1505" y="461"/>
                    </a:lnTo>
                    <a:lnTo>
                      <a:pt x="1505" y="462"/>
                    </a:lnTo>
                    <a:lnTo>
                      <a:pt x="1506" y="462"/>
                    </a:lnTo>
                    <a:lnTo>
                      <a:pt x="1506" y="462"/>
                    </a:lnTo>
                    <a:lnTo>
                      <a:pt x="1507" y="461"/>
                    </a:lnTo>
                    <a:lnTo>
                      <a:pt x="1508" y="461"/>
                    </a:lnTo>
                    <a:lnTo>
                      <a:pt x="1508" y="460"/>
                    </a:lnTo>
                    <a:lnTo>
                      <a:pt x="1509" y="459"/>
                    </a:lnTo>
                    <a:lnTo>
                      <a:pt x="1509" y="459"/>
                    </a:lnTo>
                    <a:lnTo>
                      <a:pt x="1510" y="459"/>
                    </a:lnTo>
                    <a:lnTo>
                      <a:pt x="1510" y="459"/>
                    </a:lnTo>
                    <a:lnTo>
                      <a:pt x="1511" y="459"/>
                    </a:lnTo>
                    <a:lnTo>
                      <a:pt x="1511" y="459"/>
                    </a:lnTo>
                    <a:lnTo>
                      <a:pt x="1512" y="459"/>
                    </a:lnTo>
                    <a:lnTo>
                      <a:pt x="1513" y="459"/>
                    </a:lnTo>
                    <a:lnTo>
                      <a:pt x="1513" y="458"/>
                    </a:lnTo>
                    <a:lnTo>
                      <a:pt x="1514" y="458"/>
                    </a:lnTo>
                    <a:lnTo>
                      <a:pt x="1514" y="457"/>
                    </a:lnTo>
                    <a:lnTo>
                      <a:pt x="1515" y="456"/>
                    </a:lnTo>
                    <a:lnTo>
                      <a:pt x="1515" y="457"/>
                    </a:lnTo>
                    <a:lnTo>
                      <a:pt x="1516" y="457"/>
                    </a:lnTo>
                    <a:lnTo>
                      <a:pt x="1517" y="456"/>
                    </a:lnTo>
                    <a:lnTo>
                      <a:pt x="1517" y="456"/>
                    </a:lnTo>
                    <a:lnTo>
                      <a:pt x="1518" y="456"/>
                    </a:lnTo>
                    <a:lnTo>
                      <a:pt x="1518" y="455"/>
                    </a:lnTo>
                    <a:lnTo>
                      <a:pt x="1519" y="455"/>
                    </a:lnTo>
                    <a:lnTo>
                      <a:pt x="1520" y="455"/>
                    </a:lnTo>
                    <a:lnTo>
                      <a:pt x="1520" y="455"/>
                    </a:lnTo>
                    <a:lnTo>
                      <a:pt x="1521" y="453"/>
                    </a:lnTo>
                    <a:lnTo>
                      <a:pt x="1521" y="452"/>
                    </a:lnTo>
                    <a:lnTo>
                      <a:pt x="1522" y="452"/>
                    </a:lnTo>
                    <a:lnTo>
                      <a:pt x="1523" y="453"/>
                    </a:lnTo>
                    <a:lnTo>
                      <a:pt x="1523" y="453"/>
                    </a:lnTo>
                    <a:lnTo>
                      <a:pt x="1524" y="453"/>
                    </a:lnTo>
                    <a:lnTo>
                      <a:pt x="1524" y="452"/>
                    </a:lnTo>
                    <a:lnTo>
                      <a:pt x="1525" y="451"/>
                    </a:lnTo>
                    <a:lnTo>
                      <a:pt x="1525" y="450"/>
                    </a:lnTo>
                    <a:lnTo>
                      <a:pt x="1526" y="451"/>
                    </a:lnTo>
                    <a:lnTo>
                      <a:pt x="1527" y="451"/>
                    </a:lnTo>
                    <a:lnTo>
                      <a:pt x="1527" y="450"/>
                    </a:lnTo>
                    <a:lnTo>
                      <a:pt x="1528" y="450"/>
                    </a:lnTo>
                    <a:lnTo>
                      <a:pt x="1528" y="450"/>
                    </a:lnTo>
                    <a:lnTo>
                      <a:pt x="1529" y="450"/>
                    </a:lnTo>
                    <a:lnTo>
                      <a:pt x="1529" y="449"/>
                    </a:lnTo>
                    <a:lnTo>
                      <a:pt x="1530" y="449"/>
                    </a:lnTo>
                    <a:lnTo>
                      <a:pt x="1530" y="449"/>
                    </a:lnTo>
                    <a:lnTo>
                      <a:pt x="1531" y="449"/>
                    </a:lnTo>
                    <a:lnTo>
                      <a:pt x="1532" y="449"/>
                    </a:lnTo>
                    <a:lnTo>
                      <a:pt x="1532" y="449"/>
                    </a:lnTo>
                    <a:lnTo>
                      <a:pt x="1533" y="449"/>
                    </a:lnTo>
                    <a:lnTo>
                      <a:pt x="1533" y="449"/>
                    </a:lnTo>
                    <a:lnTo>
                      <a:pt x="1534" y="448"/>
                    </a:lnTo>
                    <a:lnTo>
                      <a:pt x="1535" y="447"/>
                    </a:lnTo>
                    <a:lnTo>
                      <a:pt x="1535" y="448"/>
                    </a:lnTo>
                    <a:lnTo>
                      <a:pt x="1536" y="447"/>
                    </a:lnTo>
                    <a:lnTo>
                      <a:pt x="1536" y="446"/>
                    </a:lnTo>
                    <a:lnTo>
                      <a:pt x="1537" y="445"/>
                    </a:lnTo>
                    <a:lnTo>
                      <a:pt x="1538" y="444"/>
                    </a:lnTo>
                    <a:lnTo>
                      <a:pt x="1538" y="443"/>
                    </a:lnTo>
                    <a:lnTo>
                      <a:pt x="1539" y="443"/>
                    </a:lnTo>
                    <a:lnTo>
                      <a:pt x="1539" y="442"/>
                    </a:lnTo>
                    <a:lnTo>
                      <a:pt x="1540" y="442"/>
                    </a:lnTo>
                    <a:lnTo>
                      <a:pt x="1541" y="441"/>
                    </a:lnTo>
                    <a:lnTo>
                      <a:pt x="1541" y="440"/>
                    </a:lnTo>
                    <a:lnTo>
                      <a:pt x="1542" y="439"/>
                    </a:lnTo>
                    <a:lnTo>
                      <a:pt x="1542" y="439"/>
                    </a:lnTo>
                    <a:lnTo>
                      <a:pt x="1543" y="438"/>
                    </a:lnTo>
                    <a:lnTo>
                      <a:pt x="1543" y="437"/>
                    </a:lnTo>
                    <a:lnTo>
                      <a:pt x="1544" y="437"/>
                    </a:lnTo>
                    <a:lnTo>
                      <a:pt x="1544" y="438"/>
                    </a:lnTo>
                    <a:lnTo>
                      <a:pt x="1545" y="439"/>
                    </a:lnTo>
                    <a:lnTo>
                      <a:pt x="1545" y="441"/>
                    </a:lnTo>
                    <a:lnTo>
                      <a:pt x="1546" y="442"/>
                    </a:lnTo>
                    <a:lnTo>
                      <a:pt x="1547" y="443"/>
                    </a:lnTo>
                    <a:lnTo>
                      <a:pt x="1547" y="444"/>
                    </a:lnTo>
                    <a:lnTo>
                      <a:pt x="1548" y="446"/>
                    </a:lnTo>
                    <a:lnTo>
                      <a:pt x="1548" y="447"/>
                    </a:lnTo>
                    <a:lnTo>
                      <a:pt x="1549" y="447"/>
                    </a:lnTo>
                    <a:lnTo>
                      <a:pt x="1550" y="448"/>
                    </a:lnTo>
                    <a:lnTo>
                      <a:pt x="1550" y="449"/>
                    </a:lnTo>
                    <a:lnTo>
                      <a:pt x="1551" y="450"/>
                    </a:lnTo>
                    <a:lnTo>
                      <a:pt x="1551" y="451"/>
                    </a:lnTo>
                    <a:lnTo>
                      <a:pt x="1552" y="452"/>
                    </a:lnTo>
                    <a:lnTo>
                      <a:pt x="1553" y="452"/>
                    </a:lnTo>
                    <a:lnTo>
                      <a:pt x="1553" y="452"/>
                    </a:lnTo>
                    <a:lnTo>
                      <a:pt x="1554" y="451"/>
                    </a:lnTo>
                    <a:lnTo>
                      <a:pt x="1554" y="452"/>
                    </a:lnTo>
                    <a:lnTo>
                      <a:pt x="1555" y="453"/>
                    </a:lnTo>
                    <a:lnTo>
                      <a:pt x="1556" y="454"/>
                    </a:lnTo>
                    <a:lnTo>
                      <a:pt x="1556" y="454"/>
                    </a:lnTo>
                    <a:lnTo>
                      <a:pt x="1557" y="455"/>
                    </a:lnTo>
                    <a:lnTo>
                      <a:pt x="1557" y="455"/>
                    </a:lnTo>
                    <a:lnTo>
                      <a:pt x="1558" y="455"/>
                    </a:lnTo>
                    <a:lnTo>
                      <a:pt x="1558" y="455"/>
                    </a:lnTo>
                    <a:lnTo>
                      <a:pt x="1559" y="456"/>
                    </a:lnTo>
                    <a:lnTo>
                      <a:pt x="1560" y="456"/>
                    </a:lnTo>
                    <a:lnTo>
                      <a:pt x="1560" y="455"/>
                    </a:lnTo>
                    <a:lnTo>
                      <a:pt x="1561" y="455"/>
                    </a:lnTo>
                    <a:lnTo>
                      <a:pt x="1561" y="455"/>
                    </a:lnTo>
                    <a:lnTo>
                      <a:pt x="1562" y="455"/>
                    </a:lnTo>
                    <a:lnTo>
                      <a:pt x="1562" y="456"/>
                    </a:lnTo>
                    <a:lnTo>
                      <a:pt x="1563" y="456"/>
                    </a:lnTo>
                    <a:lnTo>
                      <a:pt x="1564" y="456"/>
                    </a:lnTo>
                    <a:lnTo>
                      <a:pt x="1564" y="457"/>
                    </a:lnTo>
                    <a:lnTo>
                      <a:pt x="1565" y="458"/>
                    </a:lnTo>
                    <a:lnTo>
                      <a:pt x="1565" y="459"/>
                    </a:lnTo>
                    <a:lnTo>
                      <a:pt x="1566" y="460"/>
                    </a:lnTo>
                    <a:lnTo>
                      <a:pt x="1567" y="461"/>
                    </a:lnTo>
                    <a:lnTo>
                      <a:pt x="1567" y="462"/>
                    </a:lnTo>
                    <a:lnTo>
                      <a:pt x="1568" y="464"/>
                    </a:lnTo>
                    <a:lnTo>
                      <a:pt x="1568" y="464"/>
                    </a:lnTo>
                    <a:lnTo>
                      <a:pt x="1569" y="465"/>
                    </a:lnTo>
                    <a:lnTo>
                      <a:pt x="1570" y="466"/>
                    </a:lnTo>
                    <a:lnTo>
                      <a:pt x="1570" y="467"/>
                    </a:lnTo>
                    <a:lnTo>
                      <a:pt x="1571" y="467"/>
                    </a:lnTo>
                    <a:lnTo>
                      <a:pt x="1571" y="467"/>
                    </a:lnTo>
                    <a:lnTo>
                      <a:pt x="1572" y="468"/>
                    </a:lnTo>
                    <a:lnTo>
                      <a:pt x="1572" y="468"/>
                    </a:lnTo>
                    <a:lnTo>
                      <a:pt x="1573" y="467"/>
                    </a:lnTo>
                    <a:lnTo>
                      <a:pt x="1574" y="468"/>
                    </a:lnTo>
                    <a:lnTo>
                      <a:pt x="1574" y="469"/>
                    </a:lnTo>
                    <a:lnTo>
                      <a:pt x="1575" y="470"/>
                    </a:lnTo>
                    <a:lnTo>
                      <a:pt x="1575" y="471"/>
                    </a:lnTo>
                    <a:lnTo>
                      <a:pt x="1576" y="472"/>
                    </a:lnTo>
                    <a:lnTo>
                      <a:pt x="1576" y="473"/>
                    </a:lnTo>
                    <a:lnTo>
                      <a:pt x="1577" y="473"/>
                    </a:lnTo>
                    <a:lnTo>
                      <a:pt x="1577" y="474"/>
                    </a:lnTo>
                    <a:lnTo>
                      <a:pt x="1578" y="474"/>
                    </a:lnTo>
                    <a:lnTo>
                      <a:pt x="1579" y="476"/>
                    </a:lnTo>
                    <a:lnTo>
                      <a:pt x="1579" y="477"/>
                    </a:lnTo>
                    <a:lnTo>
                      <a:pt x="1580" y="478"/>
                    </a:lnTo>
                    <a:lnTo>
                      <a:pt x="1580" y="479"/>
                    </a:lnTo>
                    <a:lnTo>
                      <a:pt x="1581" y="480"/>
                    </a:lnTo>
                    <a:lnTo>
                      <a:pt x="1582" y="480"/>
                    </a:lnTo>
                    <a:lnTo>
                      <a:pt x="1582" y="481"/>
                    </a:lnTo>
                    <a:lnTo>
                      <a:pt x="1583" y="481"/>
                    </a:lnTo>
                    <a:lnTo>
                      <a:pt x="1583" y="481"/>
                    </a:lnTo>
                    <a:lnTo>
                      <a:pt x="1584" y="481"/>
                    </a:lnTo>
                    <a:lnTo>
                      <a:pt x="1585" y="481"/>
                    </a:lnTo>
                    <a:lnTo>
                      <a:pt x="1585" y="481"/>
                    </a:lnTo>
                    <a:lnTo>
                      <a:pt x="1586" y="480"/>
                    </a:lnTo>
                    <a:lnTo>
                      <a:pt x="1586" y="481"/>
                    </a:lnTo>
                    <a:lnTo>
                      <a:pt x="1587" y="481"/>
                    </a:lnTo>
                    <a:lnTo>
                      <a:pt x="1588" y="481"/>
                    </a:lnTo>
                    <a:lnTo>
                      <a:pt x="1588" y="482"/>
                    </a:lnTo>
                    <a:lnTo>
                      <a:pt x="1589" y="482"/>
                    </a:lnTo>
                    <a:lnTo>
                      <a:pt x="1589" y="483"/>
                    </a:lnTo>
                    <a:lnTo>
                      <a:pt x="1590" y="485"/>
                    </a:lnTo>
                    <a:lnTo>
                      <a:pt x="1590" y="486"/>
                    </a:lnTo>
                    <a:lnTo>
                      <a:pt x="1591" y="488"/>
                    </a:lnTo>
                    <a:lnTo>
                      <a:pt x="1591" y="490"/>
                    </a:lnTo>
                    <a:lnTo>
                      <a:pt x="1592" y="490"/>
                    </a:lnTo>
                    <a:lnTo>
                      <a:pt x="1592" y="490"/>
                    </a:lnTo>
                    <a:lnTo>
                      <a:pt x="1593" y="490"/>
                    </a:lnTo>
                    <a:lnTo>
                      <a:pt x="1594" y="491"/>
                    </a:lnTo>
                    <a:lnTo>
                      <a:pt x="1594" y="491"/>
                    </a:lnTo>
                    <a:lnTo>
                      <a:pt x="1595" y="492"/>
                    </a:lnTo>
                    <a:lnTo>
                      <a:pt x="1595" y="493"/>
                    </a:lnTo>
                    <a:lnTo>
                      <a:pt x="1596" y="494"/>
                    </a:lnTo>
                    <a:lnTo>
                      <a:pt x="1597" y="495"/>
                    </a:lnTo>
                    <a:lnTo>
                      <a:pt x="1597" y="497"/>
                    </a:lnTo>
                    <a:lnTo>
                      <a:pt x="1598" y="499"/>
                    </a:lnTo>
                    <a:lnTo>
                      <a:pt x="1598" y="501"/>
                    </a:lnTo>
                    <a:lnTo>
                      <a:pt x="1599" y="503"/>
                    </a:lnTo>
                    <a:lnTo>
                      <a:pt x="1600" y="504"/>
                    </a:lnTo>
                    <a:lnTo>
                      <a:pt x="1600" y="505"/>
                    </a:lnTo>
                    <a:lnTo>
                      <a:pt x="1601" y="505"/>
                    </a:lnTo>
                    <a:lnTo>
                      <a:pt x="1601" y="505"/>
                    </a:lnTo>
                    <a:lnTo>
                      <a:pt x="1602" y="505"/>
                    </a:lnTo>
                    <a:lnTo>
                      <a:pt x="1603" y="505"/>
                    </a:lnTo>
                    <a:lnTo>
                      <a:pt x="1603" y="506"/>
                    </a:lnTo>
                    <a:lnTo>
                      <a:pt x="1604" y="506"/>
                    </a:lnTo>
                    <a:lnTo>
                      <a:pt x="1604" y="506"/>
                    </a:lnTo>
                    <a:lnTo>
                      <a:pt x="1605" y="506"/>
                    </a:lnTo>
                    <a:lnTo>
                      <a:pt x="1605" y="506"/>
                    </a:lnTo>
                    <a:lnTo>
                      <a:pt x="1606" y="506"/>
                    </a:lnTo>
                    <a:lnTo>
                      <a:pt x="1607" y="506"/>
                    </a:lnTo>
                    <a:lnTo>
                      <a:pt x="1607" y="506"/>
                    </a:lnTo>
                    <a:lnTo>
                      <a:pt x="1608" y="505"/>
                    </a:lnTo>
                    <a:lnTo>
                      <a:pt x="1608" y="505"/>
                    </a:lnTo>
                    <a:lnTo>
                      <a:pt x="1609" y="505"/>
                    </a:lnTo>
                    <a:lnTo>
                      <a:pt x="1609" y="505"/>
                    </a:lnTo>
                    <a:lnTo>
                      <a:pt x="1610" y="505"/>
                    </a:lnTo>
                    <a:lnTo>
                      <a:pt x="1610" y="505"/>
                    </a:lnTo>
                    <a:lnTo>
                      <a:pt x="1611" y="505"/>
                    </a:lnTo>
                    <a:lnTo>
                      <a:pt x="1612" y="506"/>
                    </a:lnTo>
                    <a:lnTo>
                      <a:pt x="1612" y="506"/>
                    </a:lnTo>
                    <a:lnTo>
                      <a:pt x="1613" y="505"/>
                    </a:lnTo>
                    <a:lnTo>
                      <a:pt x="1613" y="505"/>
                    </a:lnTo>
                    <a:lnTo>
                      <a:pt x="1614" y="503"/>
                    </a:lnTo>
                    <a:lnTo>
                      <a:pt x="1615" y="502"/>
                    </a:lnTo>
                    <a:lnTo>
                      <a:pt x="1615" y="502"/>
                    </a:lnTo>
                    <a:lnTo>
                      <a:pt x="1616" y="501"/>
                    </a:lnTo>
                    <a:lnTo>
                      <a:pt x="1616" y="499"/>
                    </a:lnTo>
                    <a:lnTo>
                      <a:pt x="1617" y="499"/>
                    </a:lnTo>
                    <a:lnTo>
                      <a:pt x="1618" y="498"/>
                    </a:lnTo>
                    <a:lnTo>
                      <a:pt x="1618" y="497"/>
                    </a:lnTo>
                    <a:lnTo>
                      <a:pt x="1619" y="496"/>
                    </a:lnTo>
                    <a:lnTo>
                      <a:pt x="1619" y="495"/>
                    </a:lnTo>
                    <a:lnTo>
                      <a:pt x="1620" y="494"/>
                    </a:lnTo>
                    <a:lnTo>
                      <a:pt x="1621" y="492"/>
                    </a:lnTo>
                    <a:lnTo>
                      <a:pt x="1621" y="491"/>
                    </a:lnTo>
                    <a:lnTo>
                      <a:pt x="1622" y="490"/>
                    </a:lnTo>
                    <a:lnTo>
                      <a:pt x="1622" y="489"/>
                    </a:lnTo>
                    <a:lnTo>
                      <a:pt x="1623" y="488"/>
                    </a:lnTo>
                    <a:lnTo>
                      <a:pt x="1623" y="486"/>
                    </a:lnTo>
                    <a:lnTo>
                      <a:pt x="1624" y="485"/>
                    </a:lnTo>
                    <a:lnTo>
                      <a:pt x="1624" y="483"/>
                    </a:lnTo>
                    <a:lnTo>
                      <a:pt x="1625" y="482"/>
                    </a:lnTo>
                    <a:lnTo>
                      <a:pt x="1625" y="480"/>
                    </a:lnTo>
                    <a:lnTo>
                      <a:pt x="1626" y="479"/>
                    </a:lnTo>
                    <a:lnTo>
                      <a:pt x="1627" y="477"/>
                    </a:lnTo>
                    <a:lnTo>
                      <a:pt x="1627" y="475"/>
                    </a:lnTo>
                    <a:lnTo>
                      <a:pt x="1628" y="474"/>
                    </a:lnTo>
                    <a:lnTo>
                      <a:pt x="1629" y="474"/>
                    </a:lnTo>
                    <a:lnTo>
                      <a:pt x="1629" y="473"/>
                    </a:lnTo>
                    <a:lnTo>
                      <a:pt x="1630" y="472"/>
                    </a:lnTo>
                    <a:lnTo>
                      <a:pt x="1630" y="472"/>
                    </a:lnTo>
                    <a:lnTo>
                      <a:pt x="1631" y="472"/>
                    </a:lnTo>
                    <a:lnTo>
                      <a:pt x="1632" y="472"/>
                    </a:lnTo>
                    <a:lnTo>
                      <a:pt x="1632" y="471"/>
                    </a:lnTo>
                    <a:lnTo>
                      <a:pt x="1633" y="471"/>
                    </a:lnTo>
                    <a:lnTo>
                      <a:pt x="1633" y="470"/>
                    </a:lnTo>
                    <a:lnTo>
                      <a:pt x="1634" y="469"/>
                    </a:lnTo>
                    <a:lnTo>
                      <a:pt x="1635" y="468"/>
                    </a:lnTo>
                    <a:lnTo>
                      <a:pt x="1635" y="467"/>
                    </a:lnTo>
                    <a:lnTo>
                      <a:pt x="1636" y="465"/>
                    </a:lnTo>
                    <a:lnTo>
                      <a:pt x="1636" y="464"/>
                    </a:lnTo>
                    <a:lnTo>
                      <a:pt x="1637" y="462"/>
                    </a:lnTo>
                    <a:lnTo>
                      <a:pt x="1637" y="462"/>
                    </a:lnTo>
                    <a:lnTo>
                      <a:pt x="1638" y="461"/>
                    </a:lnTo>
                    <a:lnTo>
                      <a:pt x="1638" y="461"/>
                    </a:lnTo>
                    <a:lnTo>
                      <a:pt x="1639" y="461"/>
                    </a:lnTo>
                    <a:lnTo>
                      <a:pt x="1639" y="460"/>
                    </a:lnTo>
                    <a:lnTo>
                      <a:pt x="1640" y="460"/>
                    </a:lnTo>
                    <a:lnTo>
                      <a:pt x="1641" y="459"/>
                    </a:lnTo>
                    <a:lnTo>
                      <a:pt x="1641" y="458"/>
                    </a:lnTo>
                    <a:lnTo>
                      <a:pt x="1642" y="458"/>
                    </a:lnTo>
                    <a:lnTo>
                      <a:pt x="1642" y="458"/>
                    </a:lnTo>
                    <a:lnTo>
                      <a:pt x="1643" y="457"/>
                    </a:lnTo>
                    <a:lnTo>
                      <a:pt x="1644" y="456"/>
                    </a:lnTo>
                    <a:lnTo>
                      <a:pt x="1644" y="456"/>
                    </a:lnTo>
                    <a:lnTo>
                      <a:pt x="1645" y="456"/>
                    </a:lnTo>
                    <a:lnTo>
                      <a:pt x="1645" y="455"/>
                    </a:lnTo>
                    <a:lnTo>
                      <a:pt x="1646" y="455"/>
                    </a:lnTo>
                    <a:lnTo>
                      <a:pt x="1647" y="455"/>
                    </a:lnTo>
                    <a:lnTo>
                      <a:pt x="1647" y="455"/>
                    </a:lnTo>
                    <a:lnTo>
                      <a:pt x="1648" y="455"/>
                    </a:lnTo>
                    <a:lnTo>
                      <a:pt x="1648" y="455"/>
                    </a:lnTo>
                    <a:lnTo>
                      <a:pt x="1649" y="455"/>
                    </a:lnTo>
                    <a:lnTo>
                      <a:pt x="1650" y="454"/>
                    </a:lnTo>
                    <a:lnTo>
                      <a:pt x="1650" y="453"/>
                    </a:lnTo>
                    <a:lnTo>
                      <a:pt x="1651" y="453"/>
                    </a:lnTo>
                    <a:lnTo>
                      <a:pt x="1651" y="453"/>
                    </a:lnTo>
                    <a:lnTo>
                      <a:pt x="1652" y="454"/>
                    </a:lnTo>
                    <a:lnTo>
                      <a:pt x="1652" y="455"/>
                    </a:lnTo>
                    <a:lnTo>
                      <a:pt x="1653" y="454"/>
                    </a:lnTo>
                    <a:lnTo>
                      <a:pt x="1654" y="455"/>
                    </a:lnTo>
                    <a:lnTo>
                      <a:pt x="1654" y="455"/>
                    </a:lnTo>
                    <a:lnTo>
                      <a:pt x="1655" y="455"/>
                    </a:lnTo>
                    <a:lnTo>
                      <a:pt x="1655" y="455"/>
                    </a:lnTo>
                    <a:lnTo>
                      <a:pt x="1656" y="455"/>
                    </a:lnTo>
                    <a:lnTo>
                      <a:pt x="1656" y="454"/>
                    </a:lnTo>
                    <a:lnTo>
                      <a:pt x="1657" y="454"/>
                    </a:lnTo>
                    <a:lnTo>
                      <a:pt x="1657" y="453"/>
                    </a:lnTo>
                    <a:lnTo>
                      <a:pt x="1658" y="453"/>
                    </a:lnTo>
                    <a:lnTo>
                      <a:pt x="1659" y="453"/>
                    </a:lnTo>
                    <a:lnTo>
                      <a:pt x="1659" y="453"/>
                    </a:lnTo>
                    <a:lnTo>
                      <a:pt x="1660" y="454"/>
                    </a:lnTo>
                    <a:lnTo>
                      <a:pt x="1660" y="455"/>
                    </a:lnTo>
                    <a:lnTo>
                      <a:pt x="1661" y="455"/>
                    </a:lnTo>
                    <a:lnTo>
                      <a:pt x="1662" y="456"/>
                    </a:lnTo>
                    <a:lnTo>
                      <a:pt x="1662" y="458"/>
                    </a:lnTo>
                    <a:lnTo>
                      <a:pt x="1663" y="459"/>
                    </a:lnTo>
                    <a:lnTo>
                      <a:pt x="1663" y="460"/>
                    </a:lnTo>
                    <a:lnTo>
                      <a:pt x="1664" y="461"/>
                    </a:lnTo>
                    <a:lnTo>
                      <a:pt x="1665" y="462"/>
                    </a:lnTo>
                    <a:lnTo>
                      <a:pt x="1665" y="462"/>
                    </a:lnTo>
                    <a:lnTo>
                      <a:pt x="1666" y="462"/>
                    </a:lnTo>
                    <a:lnTo>
                      <a:pt x="1666" y="462"/>
                    </a:lnTo>
                    <a:lnTo>
                      <a:pt x="1667" y="462"/>
                    </a:lnTo>
                    <a:lnTo>
                      <a:pt x="1668" y="462"/>
                    </a:lnTo>
                    <a:lnTo>
                      <a:pt x="1668" y="462"/>
                    </a:lnTo>
                    <a:lnTo>
                      <a:pt x="1669" y="461"/>
                    </a:lnTo>
                    <a:lnTo>
                      <a:pt x="1669" y="461"/>
                    </a:lnTo>
                    <a:lnTo>
                      <a:pt x="1670" y="461"/>
                    </a:lnTo>
                    <a:lnTo>
                      <a:pt x="1670" y="461"/>
                    </a:lnTo>
                    <a:lnTo>
                      <a:pt x="1671" y="461"/>
                    </a:lnTo>
                    <a:lnTo>
                      <a:pt x="1671" y="462"/>
                    </a:lnTo>
                    <a:lnTo>
                      <a:pt x="1672" y="462"/>
                    </a:lnTo>
                    <a:lnTo>
                      <a:pt x="1672" y="462"/>
                    </a:lnTo>
                    <a:lnTo>
                      <a:pt x="1673" y="463"/>
                    </a:lnTo>
                    <a:lnTo>
                      <a:pt x="1674" y="463"/>
                    </a:lnTo>
                    <a:lnTo>
                      <a:pt x="1674" y="463"/>
                    </a:lnTo>
                    <a:lnTo>
                      <a:pt x="1675" y="463"/>
                    </a:lnTo>
                    <a:lnTo>
                      <a:pt x="1675" y="462"/>
                    </a:lnTo>
                    <a:lnTo>
                      <a:pt x="1676" y="462"/>
                    </a:lnTo>
                    <a:lnTo>
                      <a:pt x="1677" y="463"/>
                    </a:lnTo>
                    <a:lnTo>
                      <a:pt x="1677" y="464"/>
                    </a:lnTo>
                    <a:lnTo>
                      <a:pt x="1678" y="464"/>
                    </a:lnTo>
                    <a:lnTo>
                      <a:pt x="1678" y="463"/>
                    </a:lnTo>
                    <a:lnTo>
                      <a:pt x="1679" y="463"/>
                    </a:lnTo>
                    <a:lnTo>
                      <a:pt x="1680" y="464"/>
                    </a:lnTo>
                    <a:lnTo>
                      <a:pt x="1680" y="464"/>
                    </a:lnTo>
                    <a:lnTo>
                      <a:pt x="1681" y="464"/>
                    </a:lnTo>
                    <a:lnTo>
                      <a:pt x="1681" y="463"/>
                    </a:lnTo>
                    <a:lnTo>
                      <a:pt x="1682" y="463"/>
                    </a:lnTo>
                    <a:lnTo>
                      <a:pt x="1683" y="465"/>
                    </a:lnTo>
                    <a:lnTo>
                      <a:pt x="1683" y="465"/>
                    </a:lnTo>
                    <a:lnTo>
                      <a:pt x="1684" y="465"/>
                    </a:lnTo>
                    <a:lnTo>
                      <a:pt x="1684" y="465"/>
                    </a:lnTo>
                    <a:lnTo>
                      <a:pt x="1685" y="466"/>
                    </a:lnTo>
                    <a:lnTo>
                      <a:pt x="1685" y="466"/>
                    </a:lnTo>
                    <a:lnTo>
                      <a:pt x="1686" y="467"/>
                    </a:lnTo>
                    <a:lnTo>
                      <a:pt x="1686" y="467"/>
                    </a:lnTo>
                    <a:lnTo>
                      <a:pt x="1687" y="467"/>
                    </a:lnTo>
                    <a:lnTo>
                      <a:pt x="1688" y="468"/>
                    </a:lnTo>
                    <a:lnTo>
                      <a:pt x="1688" y="468"/>
                    </a:lnTo>
                    <a:lnTo>
                      <a:pt x="1689" y="470"/>
                    </a:lnTo>
                    <a:lnTo>
                      <a:pt x="1689" y="470"/>
                    </a:lnTo>
                    <a:lnTo>
                      <a:pt x="1690" y="471"/>
                    </a:lnTo>
                    <a:lnTo>
                      <a:pt x="1690" y="473"/>
                    </a:lnTo>
                    <a:lnTo>
                      <a:pt x="1691" y="474"/>
                    </a:lnTo>
                    <a:lnTo>
                      <a:pt x="1692" y="474"/>
                    </a:lnTo>
                    <a:lnTo>
                      <a:pt x="1692" y="475"/>
                    </a:lnTo>
                    <a:lnTo>
                      <a:pt x="1693" y="476"/>
                    </a:lnTo>
                    <a:lnTo>
                      <a:pt x="1693" y="476"/>
                    </a:lnTo>
                    <a:lnTo>
                      <a:pt x="1694" y="477"/>
                    </a:lnTo>
                    <a:lnTo>
                      <a:pt x="1695" y="477"/>
                    </a:lnTo>
                    <a:lnTo>
                      <a:pt x="1695" y="479"/>
                    </a:lnTo>
                    <a:lnTo>
                      <a:pt x="1696" y="480"/>
                    </a:lnTo>
                    <a:lnTo>
                      <a:pt x="1697" y="481"/>
                    </a:lnTo>
                    <a:lnTo>
                      <a:pt x="1697" y="482"/>
                    </a:lnTo>
                    <a:lnTo>
                      <a:pt x="1698" y="482"/>
                    </a:lnTo>
                    <a:lnTo>
                      <a:pt x="1698" y="483"/>
                    </a:lnTo>
                    <a:lnTo>
                      <a:pt x="1699" y="483"/>
                    </a:lnTo>
                    <a:lnTo>
                      <a:pt x="1699" y="483"/>
                    </a:lnTo>
                    <a:lnTo>
                      <a:pt x="1700" y="482"/>
                    </a:lnTo>
                    <a:lnTo>
                      <a:pt x="1701" y="481"/>
                    </a:lnTo>
                    <a:lnTo>
                      <a:pt x="1701" y="480"/>
                    </a:lnTo>
                    <a:lnTo>
                      <a:pt x="1702" y="480"/>
                    </a:lnTo>
                    <a:lnTo>
                      <a:pt x="1702" y="479"/>
                    </a:lnTo>
                    <a:lnTo>
                      <a:pt x="1703" y="478"/>
                    </a:lnTo>
                    <a:lnTo>
                      <a:pt x="1703" y="477"/>
                    </a:lnTo>
                    <a:lnTo>
                      <a:pt x="1704" y="477"/>
                    </a:lnTo>
                    <a:lnTo>
                      <a:pt x="1704" y="476"/>
                    </a:lnTo>
                    <a:lnTo>
                      <a:pt x="1705" y="476"/>
                    </a:lnTo>
                    <a:lnTo>
                      <a:pt x="1706" y="475"/>
                    </a:lnTo>
                    <a:lnTo>
                      <a:pt x="1706" y="475"/>
                    </a:lnTo>
                    <a:lnTo>
                      <a:pt x="1707" y="475"/>
                    </a:lnTo>
                    <a:lnTo>
                      <a:pt x="1707" y="475"/>
                    </a:lnTo>
                    <a:lnTo>
                      <a:pt x="1708" y="475"/>
                    </a:lnTo>
                    <a:lnTo>
                      <a:pt x="1709" y="476"/>
                    </a:lnTo>
                    <a:lnTo>
                      <a:pt x="1709" y="476"/>
                    </a:lnTo>
                    <a:lnTo>
                      <a:pt x="1710" y="476"/>
                    </a:lnTo>
                    <a:lnTo>
                      <a:pt x="1710" y="476"/>
                    </a:lnTo>
                    <a:lnTo>
                      <a:pt x="1711" y="475"/>
                    </a:lnTo>
                    <a:lnTo>
                      <a:pt x="1712" y="474"/>
                    </a:lnTo>
                    <a:lnTo>
                      <a:pt x="1712" y="473"/>
                    </a:lnTo>
                    <a:lnTo>
                      <a:pt x="1713" y="473"/>
                    </a:lnTo>
                    <a:lnTo>
                      <a:pt x="1713" y="473"/>
                    </a:lnTo>
                    <a:lnTo>
                      <a:pt x="1714" y="473"/>
                    </a:lnTo>
                    <a:lnTo>
                      <a:pt x="1715" y="473"/>
                    </a:lnTo>
                    <a:lnTo>
                      <a:pt x="1715" y="472"/>
                    </a:lnTo>
                    <a:lnTo>
                      <a:pt x="1716" y="471"/>
                    </a:lnTo>
                    <a:lnTo>
                      <a:pt x="1716" y="471"/>
                    </a:lnTo>
                    <a:lnTo>
                      <a:pt x="1717" y="471"/>
                    </a:lnTo>
                    <a:lnTo>
                      <a:pt x="1717" y="470"/>
                    </a:lnTo>
                    <a:lnTo>
                      <a:pt x="1718" y="469"/>
                    </a:lnTo>
                    <a:lnTo>
                      <a:pt x="1718" y="470"/>
                    </a:lnTo>
                    <a:lnTo>
                      <a:pt x="1719" y="470"/>
                    </a:lnTo>
                    <a:lnTo>
                      <a:pt x="1719" y="470"/>
                    </a:lnTo>
                    <a:lnTo>
                      <a:pt x="1720" y="468"/>
                    </a:lnTo>
                    <a:lnTo>
                      <a:pt x="1721" y="468"/>
                    </a:lnTo>
                    <a:lnTo>
                      <a:pt x="1721" y="468"/>
                    </a:lnTo>
                    <a:lnTo>
                      <a:pt x="1722" y="467"/>
                    </a:lnTo>
                    <a:lnTo>
                      <a:pt x="1722" y="466"/>
                    </a:lnTo>
                    <a:lnTo>
                      <a:pt x="1723" y="464"/>
                    </a:lnTo>
                    <a:lnTo>
                      <a:pt x="1724" y="464"/>
                    </a:lnTo>
                    <a:lnTo>
                      <a:pt x="1724" y="465"/>
                    </a:lnTo>
                    <a:lnTo>
                      <a:pt x="1725" y="465"/>
                    </a:lnTo>
                    <a:lnTo>
                      <a:pt x="1725" y="465"/>
                    </a:lnTo>
                    <a:lnTo>
                      <a:pt x="1726" y="465"/>
                    </a:lnTo>
                    <a:lnTo>
                      <a:pt x="1727" y="465"/>
                    </a:lnTo>
                    <a:lnTo>
                      <a:pt x="1727" y="465"/>
                    </a:lnTo>
                    <a:lnTo>
                      <a:pt x="1728" y="465"/>
                    </a:lnTo>
                    <a:lnTo>
                      <a:pt x="1728" y="463"/>
                    </a:lnTo>
                    <a:lnTo>
                      <a:pt x="1729" y="462"/>
                    </a:lnTo>
                    <a:lnTo>
                      <a:pt x="1730" y="460"/>
                    </a:lnTo>
                    <a:lnTo>
                      <a:pt x="1730" y="459"/>
                    </a:lnTo>
                    <a:lnTo>
                      <a:pt x="1731" y="458"/>
                    </a:lnTo>
                    <a:lnTo>
                      <a:pt x="1731" y="457"/>
                    </a:lnTo>
                    <a:lnTo>
                      <a:pt x="1732" y="458"/>
                    </a:lnTo>
                    <a:lnTo>
                      <a:pt x="1732" y="458"/>
                    </a:lnTo>
                    <a:lnTo>
                      <a:pt x="1733" y="458"/>
                    </a:lnTo>
                    <a:lnTo>
                      <a:pt x="1733" y="457"/>
                    </a:lnTo>
                    <a:lnTo>
                      <a:pt x="1734" y="458"/>
                    </a:lnTo>
                    <a:lnTo>
                      <a:pt x="1735" y="458"/>
                    </a:lnTo>
                    <a:lnTo>
                      <a:pt x="1735" y="458"/>
                    </a:lnTo>
                    <a:lnTo>
                      <a:pt x="1736" y="458"/>
                    </a:lnTo>
                    <a:lnTo>
                      <a:pt x="1736" y="458"/>
                    </a:lnTo>
                    <a:lnTo>
                      <a:pt x="1737" y="458"/>
                    </a:lnTo>
                    <a:lnTo>
                      <a:pt x="1737" y="458"/>
                    </a:lnTo>
                    <a:lnTo>
                      <a:pt x="1738" y="458"/>
                    </a:lnTo>
                    <a:lnTo>
                      <a:pt x="1739" y="457"/>
                    </a:lnTo>
                    <a:lnTo>
                      <a:pt x="1739" y="455"/>
                    </a:lnTo>
                    <a:lnTo>
                      <a:pt x="1740" y="455"/>
                    </a:lnTo>
                    <a:lnTo>
                      <a:pt x="1740" y="455"/>
                    </a:lnTo>
                    <a:lnTo>
                      <a:pt x="1741" y="455"/>
                    </a:lnTo>
                    <a:lnTo>
                      <a:pt x="1742" y="454"/>
                    </a:lnTo>
                    <a:lnTo>
                      <a:pt x="1742" y="455"/>
                    </a:lnTo>
                    <a:lnTo>
                      <a:pt x="1743" y="455"/>
                    </a:lnTo>
                    <a:lnTo>
                      <a:pt x="1743" y="455"/>
                    </a:lnTo>
                    <a:lnTo>
                      <a:pt x="1744" y="455"/>
                    </a:lnTo>
                    <a:lnTo>
                      <a:pt x="1745" y="454"/>
                    </a:lnTo>
                    <a:lnTo>
                      <a:pt x="1745" y="454"/>
                    </a:lnTo>
                    <a:lnTo>
                      <a:pt x="1746" y="453"/>
                    </a:lnTo>
                    <a:lnTo>
                      <a:pt x="1746" y="453"/>
                    </a:lnTo>
                    <a:lnTo>
                      <a:pt x="1747" y="451"/>
                    </a:lnTo>
                    <a:lnTo>
                      <a:pt x="1747" y="451"/>
                    </a:lnTo>
                    <a:lnTo>
                      <a:pt x="1748" y="450"/>
                    </a:lnTo>
                    <a:lnTo>
                      <a:pt x="1749" y="450"/>
                    </a:lnTo>
                    <a:lnTo>
                      <a:pt x="1749" y="450"/>
                    </a:lnTo>
                    <a:lnTo>
                      <a:pt x="1750" y="451"/>
                    </a:lnTo>
                    <a:lnTo>
                      <a:pt x="1750" y="451"/>
                    </a:lnTo>
                    <a:lnTo>
                      <a:pt x="1751" y="450"/>
                    </a:lnTo>
                    <a:lnTo>
                      <a:pt x="1751" y="450"/>
                    </a:lnTo>
                    <a:lnTo>
                      <a:pt x="1752" y="450"/>
                    </a:lnTo>
                    <a:lnTo>
                      <a:pt x="1752" y="449"/>
                    </a:lnTo>
                    <a:lnTo>
                      <a:pt x="1753" y="450"/>
                    </a:lnTo>
                    <a:lnTo>
                      <a:pt x="1754" y="450"/>
                    </a:lnTo>
                    <a:lnTo>
                      <a:pt x="1754" y="450"/>
                    </a:lnTo>
                    <a:lnTo>
                      <a:pt x="1755" y="451"/>
                    </a:lnTo>
                    <a:lnTo>
                      <a:pt x="1755" y="451"/>
                    </a:lnTo>
                    <a:lnTo>
                      <a:pt x="1756" y="451"/>
                    </a:lnTo>
                    <a:lnTo>
                      <a:pt x="1757" y="450"/>
                    </a:lnTo>
                    <a:lnTo>
                      <a:pt x="1757" y="451"/>
                    </a:lnTo>
                    <a:lnTo>
                      <a:pt x="1758" y="451"/>
                    </a:lnTo>
                    <a:lnTo>
                      <a:pt x="1758" y="451"/>
                    </a:lnTo>
                    <a:lnTo>
                      <a:pt x="1759" y="451"/>
                    </a:lnTo>
                    <a:lnTo>
                      <a:pt x="1760" y="452"/>
                    </a:lnTo>
                    <a:lnTo>
                      <a:pt x="1760" y="453"/>
                    </a:lnTo>
                    <a:lnTo>
                      <a:pt x="1761" y="454"/>
                    </a:lnTo>
                    <a:lnTo>
                      <a:pt x="1761" y="453"/>
                    </a:lnTo>
                    <a:lnTo>
                      <a:pt x="1762" y="452"/>
                    </a:lnTo>
                    <a:lnTo>
                      <a:pt x="1763" y="452"/>
                    </a:lnTo>
                    <a:lnTo>
                      <a:pt x="1763" y="452"/>
                    </a:lnTo>
                    <a:lnTo>
                      <a:pt x="1764" y="452"/>
                    </a:lnTo>
                    <a:lnTo>
                      <a:pt x="1764" y="451"/>
                    </a:lnTo>
                    <a:lnTo>
                      <a:pt x="1765" y="452"/>
                    </a:lnTo>
                    <a:lnTo>
                      <a:pt x="1765" y="451"/>
                    </a:lnTo>
                    <a:lnTo>
                      <a:pt x="1766" y="452"/>
                    </a:lnTo>
                    <a:lnTo>
                      <a:pt x="1766" y="453"/>
                    </a:lnTo>
                    <a:lnTo>
                      <a:pt x="1767" y="454"/>
                    </a:lnTo>
                    <a:lnTo>
                      <a:pt x="1768" y="455"/>
                    </a:lnTo>
                    <a:lnTo>
                      <a:pt x="1768" y="456"/>
                    </a:lnTo>
                    <a:lnTo>
                      <a:pt x="1769" y="458"/>
                    </a:lnTo>
                    <a:lnTo>
                      <a:pt x="1769" y="458"/>
                    </a:lnTo>
                    <a:lnTo>
                      <a:pt x="1770" y="458"/>
                    </a:lnTo>
                    <a:lnTo>
                      <a:pt x="1771" y="459"/>
                    </a:lnTo>
                    <a:lnTo>
                      <a:pt x="1771" y="460"/>
                    </a:lnTo>
                    <a:lnTo>
                      <a:pt x="1772" y="459"/>
                    </a:lnTo>
                    <a:lnTo>
                      <a:pt x="1772" y="460"/>
                    </a:lnTo>
                    <a:lnTo>
                      <a:pt x="1773" y="461"/>
                    </a:lnTo>
                    <a:lnTo>
                      <a:pt x="1774" y="461"/>
                    </a:lnTo>
                    <a:lnTo>
                      <a:pt x="1774" y="462"/>
                    </a:lnTo>
                    <a:lnTo>
                      <a:pt x="1775" y="463"/>
                    </a:lnTo>
                    <a:lnTo>
                      <a:pt x="1775" y="464"/>
                    </a:lnTo>
                    <a:lnTo>
                      <a:pt x="1776" y="464"/>
                    </a:lnTo>
                    <a:lnTo>
                      <a:pt x="1777" y="466"/>
                    </a:lnTo>
                    <a:lnTo>
                      <a:pt x="1777" y="468"/>
                    </a:lnTo>
                    <a:lnTo>
                      <a:pt x="1778" y="470"/>
                    </a:lnTo>
                    <a:lnTo>
                      <a:pt x="1778" y="471"/>
                    </a:lnTo>
                    <a:lnTo>
                      <a:pt x="1779" y="474"/>
                    </a:lnTo>
                    <a:lnTo>
                      <a:pt x="1779" y="476"/>
                    </a:lnTo>
                    <a:lnTo>
                      <a:pt x="1780" y="477"/>
                    </a:lnTo>
                    <a:lnTo>
                      <a:pt x="1780" y="478"/>
                    </a:lnTo>
                    <a:lnTo>
                      <a:pt x="1781" y="479"/>
                    </a:lnTo>
                    <a:lnTo>
                      <a:pt x="1782" y="480"/>
                    </a:lnTo>
                    <a:lnTo>
                      <a:pt x="1782" y="481"/>
                    </a:lnTo>
                    <a:lnTo>
                      <a:pt x="1783" y="481"/>
                    </a:lnTo>
                    <a:lnTo>
                      <a:pt x="1783" y="481"/>
                    </a:lnTo>
                    <a:lnTo>
                      <a:pt x="1784" y="482"/>
                    </a:lnTo>
                    <a:lnTo>
                      <a:pt x="1784" y="483"/>
                    </a:lnTo>
                    <a:lnTo>
                      <a:pt x="1785" y="484"/>
                    </a:lnTo>
                    <a:lnTo>
                      <a:pt x="1786" y="487"/>
                    </a:lnTo>
                    <a:lnTo>
                      <a:pt x="1786" y="489"/>
                    </a:lnTo>
                    <a:lnTo>
                      <a:pt x="1787" y="490"/>
                    </a:lnTo>
                    <a:lnTo>
                      <a:pt x="1787" y="492"/>
                    </a:lnTo>
                    <a:lnTo>
                      <a:pt x="1788" y="494"/>
                    </a:lnTo>
                    <a:lnTo>
                      <a:pt x="1789" y="495"/>
                    </a:lnTo>
                    <a:lnTo>
                      <a:pt x="1789" y="497"/>
                    </a:lnTo>
                    <a:lnTo>
                      <a:pt x="1790" y="499"/>
                    </a:lnTo>
                    <a:lnTo>
                      <a:pt x="1790" y="500"/>
                    </a:lnTo>
                    <a:lnTo>
                      <a:pt x="1791" y="501"/>
                    </a:lnTo>
                    <a:lnTo>
                      <a:pt x="1792" y="502"/>
                    </a:lnTo>
                    <a:lnTo>
                      <a:pt x="1792" y="503"/>
                    </a:lnTo>
                    <a:lnTo>
                      <a:pt x="1793" y="503"/>
                    </a:lnTo>
                    <a:lnTo>
                      <a:pt x="1793" y="503"/>
                    </a:lnTo>
                    <a:lnTo>
                      <a:pt x="1794" y="503"/>
                    </a:lnTo>
                    <a:lnTo>
                      <a:pt x="1794" y="505"/>
                    </a:lnTo>
                    <a:lnTo>
                      <a:pt x="1795" y="505"/>
                    </a:lnTo>
                    <a:lnTo>
                      <a:pt x="1796" y="506"/>
                    </a:lnTo>
                    <a:lnTo>
                      <a:pt x="1796" y="507"/>
                    </a:lnTo>
                    <a:lnTo>
                      <a:pt x="1797" y="508"/>
                    </a:lnTo>
                    <a:lnTo>
                      <a:pt x="1797" y="508"/>
                    </a:lnTo>
                    <a:lnTo>
                      <a:pt x="1798" y="508"/>
                    </a:lnTo>
                    <a:lnTo>
                      <a:pt x="1798" y="509"/>
                    </a:lnTo>
                    <a:lnTo>
                      <a:pt x="1799" y="510"/>
                    </a:lnTo>
                    <a:lnTo>
                      <a:pt x="1799" y="511"/>
                    </a:lnTo>
                    <a:lnTo>
                      <a:pt x="1800" y="512"/>
                    </a:lnTo>
                    <a:lnTo>
                      <a:pt x="1801" y="514"/>
                    </a:lnTo>
                    <a:lnTo>
                      <a:pt x="1801" y="514"/>
                    </a:lnTo>
                    <a:lnTo>
                      <a:pt x="1802" y="514"/>
                    </a:lnTo>
                    <a:lnTo>
                      <a:pt x="1802" y="514"/>
                    </a:lnTo>
                    <a:lnTo>
                      <a:pt x="1803" y="514"/>
                    </a:lnTo>
                    <a:lnTo>
                      <a:pt x="1804" y="515"/>
                    </a:lnTo>
                    <a:lnTo>
                      <a:pt x="1804" y="517"/>
                    </a:lnTo>
                    <a:lnTo>
                      <a:pt x="1805" y="518"/>
                    </a:lnTo>
                    <a:lnTo>
                      <a:pt x="1805" y="519"/>
                    </a:lnTo>
                    <a:lnTo>
                      <a:pt x="1806" y="519"/>
                    </a:lnTo>
                    <a:lnTo>
                      <a:pt x="1807" y="520"/>
                    </a:lnTo>
                    <a:lnTo>
                      <a:pt x="1807" y="520"/>
                    </a:lnTo>
                    <a:lnTo>
                      <a:pt x="1808" y="520"/>
                    </a:lnTo>
                    <a:lnTo>
                      <a:pt x="1808" y="520"/>
                    </a:lnTo>
                    <a:lnTo>
                      <a:pt x="1809" y="520"/>
                    </a:lnTo>
                    <a:lnTo>
                      <a:pt x="1810" y="520"/>
                    </a:lnTo>
                    <a:lnTo>
                      <a:pt x="1810" y="520"/>
                    </a:lnTo>
                    <a:lnTo>
                      <a:pt x="1811" y="520"/>
                    </a:lnTo>
                    <a:lnTo>
                      <a:pt x="1811" y="520"/>
                    </a:lnTo>
                    <a:lnTo>
                      <a:pt x="1812" y="520"/>
                    </a:lnTo>
                    <a:lnTo>
                      <a:pt x="1812" y="521"/>
                    </a:lnTo>
                    <a:lnTo>
                      <a:pt x="1813" y="521"/>
                    </a:lnTo>
                    <a:lnTo>
                      <a:pt x="1813" y="522"/>
                    </a:lnTo>
                    <a:lnTo>
                      <a:pt x="1814" y="522"/>
                    </a:lnTo>
                    <a:lnTo>
                      <a:pt x="1814" y="521"/>
                    </a:lnTo>
                    <a:lnTo>
                      <a:pt x="1815" y="520"/>
                    </a:lnTo>
                    <a:lnTo>
                      <a:pt x="1816" y="519"/>
                    </a:lnTo>
                    <a:lnTo>
                      <a:pt x="1816" y="518"/>
                    </a:lnTo>
                    <a:lnTo>
                      <a:pt x="1817" y="518"/>
                    </a:lnTo>
                    <a:lnTo>
                      <a:pt x="1817" y="517"/>
                    </a:lnTo>
                    <a:lnTo>
                      <a:pt x="1818" y="517"/>
                    </a:lnTo>
                    <a:lnTo>
                      <a:pt x="1819" y="517"/>
                    </a:lnTo>
                    <a:lnTo>
                      <a:pt x="1819" y="517"/>
                    </a:lnTo>
                    <a:lnTo>
                      <a:pt x="1820" y="517"/>
                    </a:lnTo>
                    <a:lnTo>
                      <a:pt x="1820" y="517"/>
                    </a:lnTo>
                    <a:lnTo>
                      <a:pt x="1821" y="518"/>
                    </a:lnTo>
                    <a:lnTo>
                      <a:pt x="1822" y="517"/>
                    </a:lnTo>
                    <a:lnTo>
                      <a:pt x="1822" y="518"/>
                    </a:lnTo>
                    <a:lnTo>
                      <a:pt x="1823" y="517"/>
                    </a:lnTo>
                    <a:lnTo>
                      <a:pt x="1823" y="516"/>
                    </a:lnTo>
                    <a:lnTo>
                      <a:pt x="1824" y="516"/>
                    </a:lnTo>
                    <a:lnTo>
                      <a:pt x="1825" y="516"/>
                    </a:lnTo>
                    <a:lnTo>
                      <a:pt x="1825" y="515"/>
                    </a:lnTo>
                    <a:lnTo>
                      <a:pt x="1826" y="514"/>
                    </a:lnTo>
                    <a:lnTo>
                      <a:pt x="1826" y="513"/>
                    </a:lnTo>
                    <a:lnTo>
                      <a:pt x="1827" y="513"/>
                    </a:lnTo>
                    <a:lnTo>
                      <a:pt x="1827" y="513"/>
                    </a:lnTo>
                    <a:lnTo>
                      <a:pt x="1828" y="512"/>
                    </a:lnTo>
                    <a:lnTo>
                      <a:pt x="1829" y="512"/>
                    </a:lnTo>
                    <a:lnTo>
                      <a:pt x="1829" y="512"/>
                    </a:lnTo>
                    <a:lnTo>
                      <a:pt x="1830" y="511"/>
                    </a:lnTo>
                    <a:lnTo>
                      <a:pt x="1830" y="511"/>
                    </a:lnTo>
                    <a:lnTo>
                      <a:pt x="1831" y="511"/>
                    </a:lnTo>
                    <a:lnTo>
                      <a:pt x="1831" y="511"/>
                    </a:lnTo>
                    <a:lnTo>
                      <a:pt x="1832" y="509"/>
                    </a:lnTo>
                    <a:lnTo>
                      <a:pt x="1832" y="509"/>
                    </a:lnTo>
                    <a:lnTo>
                      <a:pt x="1833" y="509"/>
                    </a:lnTo>
                    <a:lnTo>
                      <a:pt x="1834" y="508"/>
                    </a:lnTo>
                    <a:lnTo>
                      <a:pt x="1834" y="508"/>
                    </a:lnTo>
                    <a:lnTo>
                      <a:pt x="1835" y="507"/>
                    </a:lnTo>
                    <a:lnTo>
                      <a:pt x="1836" y="506"/>
                    </a:lnTo>
                    <a:lnTo>
                      <a:pt x="1836" y="505"/>
                    </a:lnTo>
                    <a:lnTo>
                      <a:pt x="1837" y="504"/>
                    </a:lnTo>
                    <a:lnTo>
                      <a:pt x="1837" y="503"/>
                    </a:lnTo>
                    <a:lnTo>
                      <a:pt x="1838" y="501"/>
                    </a:lnTo>
                    <a:lnTo>
                      <a:pt x="1839" y="500"/>
                    </a:lnTo>
                    <a:lnTo>
                      <a:pt x="1839" y="500"/>
                    </a:lnTo>
                    <a:lnTo>
                      <a:pt x="1840" y="500"/>
                    </a:lnTo>
                    <a:lnTo>
                      <a:pt x="1840" y="499"/>
                    </a:lnTo>
                    <a:lnTo>
                      <a:pt x="1841" y="498"/>
                    </a:lnTo>
                    <a:lnTo>
                      <a:pt x="1841" y="496"/>
                    </a:lnTo>
                    <a:lnTo>
                      <a:pt x="1842" y="494"/>
                    </a:lnTo>
                    <a:lnTo>
                      <a:pt x="1843" y="492"/>
                    </a:lnTo>
                    <a:lnTo>
                      <a:pt x="1843" y="491"/>
                    </a:lnTo>
                    <a:lnTo>
                      <a:pt x="1844" y="490"/>
                    </a:lnTo>
                    <a:lnTo>
                      <a:pt x="1844" y="490"/>
                    </a:lnTo>
                    <a:lnTo>
                      <a:pt x="1845" y="489"/>
                    </a:lnTo>
                    <a:lnTo>
                      <a:pt x="1845" y="488"/>
                    </a:lnTo>
                    <a:lnTo>
                      <a:pt x="1846" y="487"/>
                    </a:lnTo>
                    <a:lnTo>
                      <a:pt x="1846" y="486"/>
                    </a:lnTo>
                    <a:lnTo>
                      <a:pt x="1847" y="485"/>
                    </a:lnTo>
                    <a:lnTo>
                      <a:pt x="1848" y="483"/>
                    </a:lnTo>
                    <a:lnTo>
                      <a:pt x="1848" y="482"/>
                    </a:lnTo>
                    <a:lnTo>
                      <a:pt x="1849" y="481"/>
                    </a:lnTo>
                    <a:lnTo>
                      <a:pt x="1849" y="480"/>
                    </a:lnTo>
                    <a:lnTo>
                      <a:pt x="1850" y="477"/>
                    </a:lnTo>
                    <a:lnTo>
                      <a:pt x="1851" y="476"/>
                    </a:lnTo>
                    <a:lnTo>
                      <a:pt x="1851" y="475"/>
                    </a:lnTo>
                    <a:lnTo>
                      <a:pt x="1852" y="474"/>
                    </a:lnTo>
                    <a:lnTo>
                      <a:pt x="1852" y="473"/>
                    </a:lnTo>
                    <a:lnTo>
                      <a:pt x="1853" y="473"/>
                    </a:lnTo>
                    <a:lnTo>
                      <a:pt x="1854" y="473"/>
                    </a:lnTo>
                    <a:lnTo>
                      <a:pt x="1854" y="471"/>
                    </a:lnTo>
                    <a:lnTo>
                      <a:pt x="1855" y="470"/>
                    </a:lnTo>
                    <a:lnTo>
                      <a:pt x="1855" y="469"/>
                    </a:lnTo>
                    <a:lnTo>
                      <a:pt x="1856" y="468"/>
                    </a:lnTo>
                    <a:lnTo>
                      <a:pt x="1857" y="467"/>
                    </a:lnTo>
                    <a:lnTo>
                      <a:pt x="1857" y="465"/>
                    </a:lnTo>
                    <a:lnTo>
                      <a:pt x="1858" y="464"/>
                    </a:lnTo>
                    <a:lnTo>
                      <a:pt x="1858" y="462"/>
                    </a:lnTo>
                    <a:lnTo>
                      <a:pt x="1859" y="461"/>
                    </a:lnTo>
                    <a:lnTo>
                      <a:pt x="1859" y="461"/>
                    </a:lnTo>
                    <a:lnTo>
                      <a:pt x="1860" y="460"/>
                    </a:lnTo>
                    <a:lnTo>
                      <a:pt x="1860" y="458"/>
                    </a:lnTo>
                    <a:lnTo>
                      <a:pt x="1861" y="457"/>
                    </a:lnTo>
                    <a:lnTo>
                      <a:pt x="1861" y="456"/>
                    </a:lnTo>
                    <a:lnTo>
                      <a:pt x="1862" y="455"/>
                    </a:lnTo>
                    <a:lnTo>
                      <a:pt x="1863" y="455"/>
                    </a:lnTo>
                    <a:lnTo>
                      <a:pt x="1863" y="454"/>
                    </a:lnTo>
                    <a:lnTo>
                      <a:pt x="1864" y="453"/>
                    </a:lnTo>
                    <a:lnTo>
                      <a:pt x="1864" y="452"/>
                    </a:lnTo>
                    <a:lnTo>
                      <a:pt x="1865" y="450"/>
                    </a:lnTo>
                    <a:lnTo>
                      <a:pt x="1866" y="449"/>
                    </a:lnTo>
                    <a:lnTo>
                      <a:pt x="1866" y="449"/>
                    </a:lnTo>
                    <a:lnTo>
                      <a:pt x="1867" y="449"/>
                    </a:lnTo>
                    <a:lnTo>
                      <a:pt x="1867" y="449"/>
                    </a:lnTo>
                    <a:lnTo>
                      <a:pt x="1868" y="448"/>
                    </a:lnTo>
                    <a:lnTo>
                      <a:pt x="1869" y="447"/>
                    </a:lnTo>
                    <a:lnTo>
                      <a:pt x="1869" y="447"/>
                    </a:lnTo>
                    <a:lnTo>
                      <a:pt x="1870" y="447"/>
                    </a:lnTo>
                    <a:lnTo>
                      <a:pt x="1870" y="447"/>
                    </a:lnTo>
                    <a:lnTo>
                      <a:pt x="1871" y="446"/>
                    </a:lnTo>
                    <a:lnTo>
                      <a:pt x="1872" y="446"/>
                    </a:lnTo>
                    <a:lnTo>
                      <a:pt x="1872" y="446"/>
                    </a:lnTo>
                    <a:lnTo>
                      <a:pt x="1873" y="446"/>
                    </a:lnTo>
                    <a:lnTo>
                      <a:pt x="1873" y="446"/>
                    </a:lnTo>
                    <a:lnTo>
                      <a:pt x="1874" y="446"/>
                    </a:lnTo>
                    <a:lnTo>
                      <a:pt x="1874" y="447"/>
                    </a:lnTo>
                    <a:lnTo>
                      <a:pt x="1875" y="447"/>
                    </a:lnTo>
                    <a:lnTo>
                      <a:pt x="1876" y="447"/>
                    </a:lnTo>
                    <a:lnTo>
                      <a:pt x="1876" y="447"/>
                    </a:lnTo>
                    <a:lnTo>
                      <a:pt x="1877" y="447"/>
                    </a:lnTo>
                    <a:lnTo>
                      <a:pt x="1877" y="447"/>
                    </a:lnTo>
                    <a:lnTo>
                      <a:pt x="1878" y="447"/>
                    </a:lnTo>
                    <a:lnTo>
                      <a:pt x="1878" y="448"/>
                    </a:lnTo>
                    <a:lnTo>
                      <a:pt x="1879" y="448"/>
                    </a:lnTo>
                    <a:lnTo>
                      <a:pt x="1879" y="448"/>
                    </a:lnTo>
                    <a:lnTo>
                      <a:pt x="1880" y="448"/>
                    </a:lnTo>
                    <a:lnTo>
                      <a:pt x="1881" y="448"/>
                    </a:lnTo>
                    <a:lnTo>
                      <a:pt x="1881" y="448"/>
                    </a:lnTo>
                    <a:lnTo>
                      <a:pt x="1882" y="448"/>
                    </a:lnTo>
                    <a:lnTo>
                      <a:pt x="1882" y="448"/>
                    </a:lnTo>
                    <a:lnTo>
                      <a:pt x="1883" y="448"/>
                    </a:lnTo>
                    <a:lnTo>
                      <a:pt x="1884" y="449"/>
                    </a:lnTo>
                    <a:lnTo>
                      <a:pt x="1884" y="449"/>
                    </a:lnTo>
                    <a:lnTo>
                      <a:pt x="1885" y="449"/>
                    </a:lnTo>
                    <a:lnTo>
                      <a:pt x="1885" y="449"/>
                    </a:lnTo>
                    <a:lnTo>
                      <a:pt x="1886" y="449"/>
                    </a:lnTo>
                    <a:lnTo>
                      <a:pt x="1887" y="448"/>
                    </a:lnTo>
                    <a:lnTo>
                      <a:pt x="1887" y="448"/>
                    </a:lnTo>
                    <a:lnTo>
                      <a:pt x="1888" y="448"/>
                    </a:lnTo>
                    <a:lnTo>
                      <a:pt x="1888" y="449"/>
                    </a:lnTo>
                    <a:lnTo>
                      <a:pt x="1889" y="450"/>
                    </a:lnTo>
                    <a:lnTo>
                      <a:pt x="1890" y="450"/>
                    </a:lnTo>
                    <a:lnTo>
                      <a:pt x="1890" y="450"/>
                    </a:lnTo>
                    <a:lnTo>
                      <a:pt x="1891" y="452"/>
                    </a:lnTo>
                    <a:lnTo>
                      <a:pt x="1891" y="453"/>
                    </a:lnTo>
                    <a:lnTo>
                      <a:pt x="1892" y="452"/>
                    </a:lnTo>
                    <a:lnTo>
                      <a:pt x="1892" y="452"/>
                    </a:lnTo>
                    <a:lnTo>
                      <a:pt x="1893" y="452"/>
                    </a:lnTo>
                    <a:lnTo>
                      <a:pt x="1893" y="452"/>
                    </a:lnTo>
                    <a:lnTo>
                      <a:pt x="1894" y="453"/>
                    </a:lnTo>
                    <a:lnTo>
                      <a:pt x="1894" y="455"/>
                    </a:lnTo>
                    <a:lnTo>
                      <a:pt x="1895" y="455"/>
                    </a:lnTo>
                    <a:lnTo>
                      <a:pt x="1896" y="456"/>
                    </a:lnTo>
                    <a:lnTo>
                      <a:pt x="1896" y="456"/>
                    </a:lnTo>
                    <a:lnTo>
                      <a:pt x="1897" y="455"/>
                    </a:lnTo>
                    <a:lnTo>
                      <a:pt x="1897" y="455"/>
                    </a:lnTo>
                    <a:lnTo>
                      <a:pt x="1898" y="455"/>
                    </a:lnTo>
                    <a:lnTo>
                      <a:pt x="1899" y="455"/>
                    </a:lnTo>
                    <a:lnTo>
                      <a:pt x="1899" y="455"/>
                    </a:lnTo>
                    <a:lnTo>
                      <a:pt x="1900" y="455"/>
                    </a:lnTo>
                    <a:lnTo>
                      <a:pt x="1900" y="456"/>
                    </a:lnTo>
                    <a:lnTo>
                      <a:pt x="1901" y="455"/>
                    </a:lnTo>
                    <a:lnTo>
                      <a:pt x="1902" y="455"/>
                    </a:lnTo>
                    <a:lnTo>
                      <a:pt x="1902" y="454"/>
                    </a:lnTo>
                    <a:lnTo>
                      <a:pt x="1903" y="454"/>
                    </a:lnTo>
                    <a:lnTo>
                      <a:pt x="1904" y="455"/>
                    </a:lnTo>
                    <a:lnTo>
                      <a:pt x="1904" y="455"/>
                    </a:lnTo>
                    <a:lnTo>
                      <a:pt x="1905" y="455"/>
                    </a:lnTo>
                    <a:lnTo>
                      <a:pt x="1905" y="455"/>
                    </a:lnTo>
                    <a:lnTo>
                      <a:pt x="1906" y="455"/>
                    </a:lnTo>
                    <a:lnTo>
                      <a:pt x="1906" y="455"/>
                    </a:lnTo>
                    <a:lnTo>
                      <a:pt x="1907" y="455"/>
                    </a:lnTo>
                    <a:lnTo>
                      <a:pt x="1907" y="455"/>
                    </a:lnTo>
                    <a:lnTo>
                      <a:pt x="1908" y="454"/>
                    </a:lnTo>
                    <a:lnTo>
                      <a:pt x="1908" y="453"/>
                    </a:lnTo>
                    <a:lnTo>
                      <a:pt x="1909" y="453"/>
                    </a:lnTo>
                    <a:lnTo>
                      <a:pt x="1910" y="452"/>
                    </a:lnTo>
                    <a:lnTo>
                      <a:pt x="1910" y="452"/>
                    </a:lnTo>
                    <a:lnTo>
                      <a:pt x="1911" y="452"/>
                    </a:lnTo>
                    <a:lnTo>
                      <a:pt x="1911" y="452"/>
                    </a:lnTo>
                    <a:lnTo>
                      <a:pt x="1912" y="452"/>
                    </a:lnTo>
                    <a:lnTo>
                      <a:pt x="1913" y="451"/>
                    </a:lnTo>
                    <a:lnTo>
                      <a:pt x="1913" y="450"/>
                    </a:lnTo>
                    <a:lnTo>
                      <a:pt x="1914" y="449"/>
                    </a:lnTo>
                    <a:lnTo>
                      <a:pt x="1914" y="447"/>
                    </a:lnTo>
                    <a:lnTo>
                      <a:pt x="1915" y="447"/>
                    </a:lnTo>
                    <a:lnTo>
                      <a:pt x="1916" y="446"/>
                    </a:lnTo>
                    <a:lnTo>
                      <a:pt x="1916" y="444"/>
                    </a:lnTo>
                    <a:lnTo>
                      <a:pt x="1917" y="444"/>
                    </a:lnTo>
                    <a:lnTo>
                      <a:pt x="1917" y="442"/>
                    </a:lnTo>
                    <a:lnTo>
                      <a:pt x="1918" y="440"/>
                    </a:lnTo>
                    <a:lnTo>
                      <a:pt x="1919" y="439"/>
                    </a:lnTo>
                    <a:lnTo>
                      <a:pt x="1919" y="438"/>
                    </a:lnTo>
                    <a:lnTo>
                      <a:pt x="1920" y="436"/>
                    </a:lnTo>
                    <a:lnTo>
                      <a:pt x="1920" y="434"/>
                    </a:lnTo>
                    <a:lnTo>
                      <a:pt x="1921" y="433"/>
                    </a:lnTo>
                    <a:lnTo>
                      <a:pt x="1921" y="431"/>
                    </a:lnTo>
                    <a:lnTo>
                      <a:pt x="1922" y="429"/>
                    </a:lnTo>
                    <a:lnTo>
                      <a:pt x="1923" y="428"/>
                    </a:lnTo>
                    <a:lnTo>
                      <a:pt x="1923" y="428"/>
                    </a:lnTo>
                    <a:lnTo>
                      <a:pt x="1924" y="428"/>
                    </a:lnTo>
                    <a:lnTo>
                      <a:pt x="1924" y="427"/>
                    </a:lnTo>
                    <a:lnTo>
                      <a:pt x="1925" y="427"/>
                    </a:lnTo>
                    <a:lnTo>
                      <a:pt x="1925" y="427"/>
                    </a:lnTo>
                    <a:lnTo>
                      <a:pt x="1926" y="425"/>
                    </a:lnTo>
                    <a:lnTo>
                      <a:pt x="1926" y="424"/>
                    </a:lnTo>
                    <a:lnTo>
                      <a:pt x="1927" y="424"/>
                    </a:lnTo>
                    <a:lnTo>
                      <a:pt x="1928" y="423"/>
                    </a:lnTo>
                    <a:lnTo>
                      <a:pt x="1928" y="421"/>
                    </a:lnTo>
                    <a:lnTo>
                      <a:pt x="1929" y="420"/>
                    </a:lnTo>
                    <a:lnTo>
                      <a:pt x="1929" y="418"/>
                    </a:lnTo>
                    <a:lnTo>
                      <a:pt x="1930" y="418"/>
                    </a:lnTo>
                    <a:lnTo>
                      <a:pt x="1931" y="418"/>
                    </a:lnTo>
                    <a:lnTo>
                      <a:pt x="1931" y="417"/>
                    </a:lnTo>
                    <a:lnTo>
                      <a:pt x="1932" y="417"/>
                    </a:lnTo>
                    <a:lnTo>
                      <a:pt x="1932" y="415"/>
                    </a:lnTo>
                    <a:lnTo>
                      <a:pt x="1933" y="415"/>
                    </a:lnTo>
                    <a:lnTo>
                      <a:pt x="1934" y="414"/>
                    </a:lnTo>
                    <a:lnTo>
                      <a:pt x="1934" y="414"/>
                    </a:lnTo>
                    <a:lnTo>
                      <a:pt x="1935" y="411"/>
                    </a:lnTo>
                    <a:lnTo>
                      <a:pt x="1935" y="409"/>
                    </a:lnTo>
                    <a:lnTo>
                      <a:pt x="1936" y="409"/>
                    </a:lnTo>
                    <a:lnTo>
                      <a:pt x="1937" y="408"/>
                    </a:lnTo>
                    <a:lnTo>
                      <a:pt x="1937" y="407"/>
                    </a:lnTo>
                    <a:lnTo>
                      <a:pt x="1938" y="406"/>
                    </a:lnTo>
                    <a:lnTo>
                      <a:pt x="1938" y="405"/>
                    </a:lnTo>
                    <a:lnTo>
                      <a:pt x="1939" y="406"/>
                    </a:lnTo>
                    <a:lnTo>
                      <a:pt x="1939" y="405"/>
                    </a:lnTo>
                    <a:lnTo>
                      <a:pt x="1940" y="405"/>
                    </a:lnTo>
                    <a:lnTo>
                      <a:pt x="1940" y="405"/>
                    </a:lnTo>
                    <a:lnTo>
                      <a:pt x="1941" y="403"/>
                    </a:lnTo>
                    <a:lnTo>
                      <a:pt x="1941" y="402"/>
                    </a:lnTo>
                    <a:lnTo>
                      <a:pt x="1942" y="400"/>
                    </a:lnTo>
                    <a:lnTo>
                      <a:pt x="1943" y="399"/>
                    </a:lnTo>
                    <a:lnTo>
                      <a:pt x="1943" y="398"/>
                    </a:lnTo>
                    <a:lnTo>
                      <a:pt x="1944" y="397"/>
                    </a:lnTo>
                    <a:lnTo>
                      <a:pt x="1944" y="397"/>
                    </a:lnTo>
                    <a:lnTo>
                      <a:pt x="1945" y="396"/>
                    </a:lnTo>
                    <a:lnTo>
                      <a:pt x="1946" y="396"/>
                    </a:lnTo>
                    <a:lnTo>
                      <a:pt x="1946" y="396"/>
                    </a:lnTo>
                    <a:lnTo>
                      <a:pt x="1947" y="395"/>
                    </a:lnTo>
                    <a:lnTo>
                      <a:pt x="1947" y="394"/>
                    </a:lnTo>
                    <a:lnTo>
                      <a:pt x="1948" y="393"/>
                    </a:lnTo>
                    <a:lnTo>
                      <a:pt x="1949" y="391"/>
                    </a:lnTo>
                    <a:lnTo>
                      <a:pt x="1949" y="390"/>
                    </a:lnTo>
                    <a:lnTo>
                      <a:pt x="1950" y="389"/>
                    </a:lnTo>
                    <a:lnTo>
                      <a:pt x="1950" y="388"/>
                    </a:lnTo>
                    <a:lnTo>
                      <a:pt x="1951" y="387"/>
                    </a:lnTo>
                    <a:lnTo>
                      <a:pt x="1952" y="388"/>
                    </a:lnTo>
                    <a:lnTo>
                      <a:pt x="1952" y="388"/>
                    </a:lnTo>
                    <a:lnTo>
                      <a:pt x="1953" y="388"/>
                    </a:lnTo>
                    <a:lnTo>
                      <a:pt x="1953" y="388"/>
                    </a:lnTo>
                    <a:lnTo>
                      <a:pt x="1954" y="388"/>
                    </a:lnTo>
                    <a:lnTo>
                      <a:pt x="1954" y="388"/>
                    </a:lnTo>
                    <a:lnTo>
                      <a:pt x="1955" y="389"/>
                    </a:lnTo>
                    <a:lnTo>
                      <a:pt x="1955" y="390"/>
                    </a:lnTo>
                    <a:lnTo>
                      <a:pt x="1956" y="390"/>
                    </a:lnTo>
                    <a:lnTo>
                      <a:pt x="1957" y="390"/>
                    </a:lnTo>
                    <a:lnTo>
                      <a:pt x="1957" y="391"/>
                    </a:lnTo>
                    <a:lnTo>
                      <a:pt x="1958" y="391"/>
                    </a:lnTo>
                    <a:lnTo>
                      <a:pt x="1958" y="391"/>
                    </a:lnTo>
                    <a:lnTo>
                      <a:pt x="1959" y="392"/>
                    </a:lnTo>
                    <a:lnTo>
                      <a:pt x="1959" y="393"/>
                    </a:lnTo>
                    <a:lnTo>
                      <a:pt x="1960" y="393"/>
                    </a:lnTo>
                    <a:lnTo>
                      <a:pt x="1961" y="393"/>
                    </a:lnTo>
                    <a:lnTo>
                      <a:pt x="1961" y="392"/>
                    </a:lnTo>
                    <a:lnTo>
                      <a:pt x="1962" y="392"/>
                    </a:lnTo>
                    <a:lnTo>
                      <a:pt x="1962" y="392"/>
                    </a:lnTo>
                    <a:lnTo>
                      <a:pt x="1963" y="391"/>
                    </a:lnTo>
                    <a:lnTo>
                      <a:pt x="1964" y="392"/>
                    </a:lnTo>
                    <a:lnTo>
                      <a:pt x="1964" y="393"/>
                    </a:lnTo>
                    <a:lnTo>
                      <a:pt x="1965" y="392"/>
                    </a:lnTo>
                    <a:lnTo>
                      <a:pt x="1965" y="392"/>
                    </a:lnTo>
                    <a:lnTo>
                      <a:pt x="1966" y="391"/>
                    </a:lnTo>
                    <a:lnTo>
                      <a:pt x="1967" y="392"/>
                    </a:lnTo>
                    <a:lnTo>
                      <a:pt x="1967" y="392"/>
                    </a:lnTo>
                    <a:lnTo>
                      <a:pt x="1968" y="392"/>
                    </a:lnTo>
                    <a:lnTo>
                      <a:pt x="1968" y="391"/>
                    </a:lnTo>
                    <a:lnTo>
                      <a:pt x="1969" y="391"/>
                    </a:lnTo>
                    <a:lnTo>
                      <a:pt x="1970" y="390"/>
                    </a:lnTo>
                    <a:lnTo>
                      <a:pt x="1970" y="390"/>
                    </a:lnTo>
                    <a:lnTo>
                      <a:pt x="1971" y="390"/>
                    </a:lnTo>
                    <a:lnTo>
                      <a:pt x="1971" y="390"/>
                    </a:lnTo>
                    <a:lnTo>
                      <a:pt x="1972" y="390"/>
                    </a:lnTo>
                    <a:lnTo>
                      <a:pt x="1972" y="392"/>
                    </a:lnTo>
                    <a:lnTo>
                      <a:pt x="1973" y="394"/>
                    </a:lnTo>
                    <a:lnTo>
                      <a:pt x="1973" y="394"/>
                    </a:lnTo>
                    <a:lnTo>
                      <a:pt x="1974" y="394"/>
                    </a:lnTo>
                    <a:lnTo>
                      <a:pt x="1975" y="395"/>
                    </a:lnTo>
                    <a:lnTo>
                      <a:pt x="1975" y="396"/>
                    </a:lnTo>
                    <a:lnTo>
                      <a:pt x="1976" y="397"/>
                    </a:lnTo>
                    <a:lnTo>
                      <a:pt x="1976" y="397"/>
                    </a:lnTo>
                    <a:lnTo>
                      <a:pt x="1977" y="398"/>
                    </a:lnTo>
                    <a:lnTo>
                      <a:pt x="1978" y="398"/>
                    </a:lnTo>
                    <a:lnTo>
                      <a:pt x="1978" y="399"/>
                    </a:lnTo>
                    <a:lnTo>
                      <a:pt x="1979" y="398"/>
                    </a:lnTo>
                    <a:lnTo>
                      <a:pt x="1979" y="399"/>
                    </a:lnTo>
                    <a:lnTo>
                      <a:pt x="1980" y="400"/>
                    </a:lnTo>
                    <a:lnTo>
                      <a:pt x="1981" y="399"/>
                    </a:lnTo>
                    <a:lnTo>
                      <a:pt x="1981" y="399"/>
                    </a:lnTo>
                    <a:lnTo>
                      <a:pt x="1982" y="399"/>
                    </a:lnTo>
                    <a:lnTo>
                      <a:pt x="1982" y="398"/>
                    </a:lnTo>
                    <a:lnTo>
                      <a:pt x="1983" y="396"/>
                    </a:lnTo>
                    <a:lnTo>
                      <a:pt x="1984" y="395"/>
                    </a:lnTo>
                    <a:lnTo>
                      <a:pt x="1984" y="394"/>
                    </a:lnTo>
                    <a:lnTo>
                      <a:pt x="1985" y="394"/>
                    </a:lnTo>
                    <a:lnTo>
                      <a:pt x="1985" y="394"/>
                    </a:lnTo>
                    <a:lnTo>
                      <a:pt x="1986" y="394"/>
                    </a:lnTo>
                    <a:lnTo>
                      <a:pt x="1986" y="394"/>
                    </a:lnTo>
                    <a:lnTo>
                      <a:pt x="1987" y="394"/>
                    </a:lnTo>
                    <a:lnTo>
                      <a:pt x="1987" y="393"/>
                    </a:lnTo>
                    <a:lnTo>
                      <a:pt x="1988" y="393"/>
                    </a:lnTo>
                    <a:lnTo>
                      <a:pt x="1988" y="393"/>
                    </a:lnTo>
                    <a:lnTo>
                      <a:pt x="1989" y="393"/>
                    </a:lnTo>
                    <a:lnTo>
                      <a:pt x="1990" y="392"/>
                    </a:lnTo>
                    <a:lnTo>
                      <a:pt x="1990" y="392"/>
                    </a:lnTo>
                    <a:lnTo>
                      <a:pt x="1991" y="392"/>
                    </a:lnTo>
                    <a:lnTo>
                      <a:pt x="1991" y="393"/>
                    </a:lnTo>
                    <a:lnTo>
                      <a:pt x="1992" y="393"/>
                    </a:lnTo>
                    <a:lnTo>
                      <a:pt x="1993" y="394"/>
                    </a:lnTo>
                    <a:lnTo>
                      <a:pt x="1993" y="395"/>
                    </a:lnTo>
                    <a:lnTo>
                      <a:pt x="1994" y="395"/>
                    </a:lnTo>
                    <a:lnTo>
                      <a:pt x="1994" y="394"/>
                    </a:lnTo>
                    <a:lnTo>
                      <a:pt x="1995" y="395"/>
                    </a:lnTo>
                    <a:lnTo>
                      <a:pt x="1996" y="396"/>
                    </a:lnTo>
                    <a:lnTo>
                      <a:pt x="1996" y="397"/>
                    </a:lnTo>
                    <a:lnTo>
                      <a:pt x="1997" y="397"/>
                    </a:lnTo>
                    <a:lnTo>
                      <a:pt x="1997" y="396"/>
                    </a:lnTo>
                    <a:lnTo>
                      <a:pt x="1998" y="396"/>
                    </a:lnTo>
                    <a:lnTo>
                      <a:pt x="1999" y="396"/>
                    </a:lnTo>
                    <a:lnTo>
                      <a:pt x="1999" y="396"/>
                    </a:lnTo>
                    <a:lnTo>
                      <a:pt x="2000" y="396"/>
                    </a:lnTo>
                    <a:lnTo>
                      <a:pt x="2000" y="396"/>
                    </a:lnTo>
                    <a:lnTo>
                      <a:pt x="2001" y="396"/>
                    </a:lnTo>
                    <a:lnTo>
                      <a:pt x="2001" y="395"/>
                    </a:lnTo>
                    <a:lnTo>
                      <a:pt x="2002" y="394"/>
                    </a:lnTo>
                    <a:lnTo>
                      <a:pt x="2002" y="395"/>
                    </a:lnTo>
                    <a:lnTo>
                      <a:pt x="2003" y="395"/>
                    </a:lnTo>
                    <a:lnTo>
                      <a:pt x="2004" y="395"/>
                    </a:lnTo>
                    <a:lnTo>
                      <a:pt x="2004" y="395"/>
                    </a:lnTo>
                    <a:lnTo>
                      <a:pt x="2005" y="396"/>
                    </a:lnTo>
                    <a:lnTo>
                      <a:pt x="2005" y="396"/>
                    </a:lnTo>
                    <a:lnTo>
                      <a:pt x="2006" y="396"/>
                    </a:lnTo>
                    <a:lnTo>
                      <a:pt x="2006" y="396"/>
                    </a:lnTo>
                    <a:lnTo>
                      <a:pt x="2007" y="396"/>
                    </a:lnTo>
                    <a:lnTo>
                      <a:pt x="2008" y="397"/>
                    </a:lnTo>
                    <a:lnTo>
                      <a:pt x="2008" y="397"/>
                    </a:lnTo>
                    <a:lnTo>
                      <a:pt x="2009" y="397"/>
                    </a:lnTo>
                    <a:lnTo>
                      <a:pt x="2009" y="397"/>
                    </a:lnTo>
                    <a:lnTo>
                      <a:pt x="2010" y="397"/>
                    </a:lnTo>
                    <a:lnTo>
                      <a:pt x="2011" y="397"/>
                    </a:lnTo>
                    <a:lnTo>
                      <a:pt x="2011" y="397"/>
                    </a:lnTo>
                    <a:lnTo>
                      <a:pt x="2012" y="396"/>
                    </a:lnTo>
                    <a:lnTo>
                      <a:pt x="2012" y="397"/>
                    </a:lnTo>
                    <a:lnTo>
                      <a:pt x="2013" y="397"/>
                    </a:lnTo>
                    <a:lnTo>
                      <a:pt x="2014" y="396"/>
                    </a:lnTo>
                    <a:lnTo>
                      <a:pt x="2014" y="396"/>
                    </a:lnTo>
                    <a:lnTo>
                      <a:pt x="2015" y="396"/>
                    </a:lnTo>
                    <a:lnTo>
                      <a:pt x="2015" y="396"/>
                    </a:lnTo>
                    <a:lnTo>
                      <a:pt x="2016" y="396"/>
                    </a:lnTo>
                    <a:lnTo>
                      <a:pt x="2016" y="397"/>
                    </a:lnTo>
                    <a:lnTo>
                      <a:pt x="2017" y="397"/>
                    </a:lnTo>
                    <a:lnTo>
                      <a:pt x="2018" y="398"/>
                    </a:lnTo>
                    <a:lnTo>
                      <a:pt x="2018" y="399"/>
                    </a:lnTo>
                    <a:lnTo>
                      <a:pt x="2019" y="400"/>
                    </a:lnTo>
                    <a:lnTo>
                      <a:pt x="2019" y="400"/>
                    </a:lnTo>
                    <a:lnTo>
                      <a:pt x="2020" y="402"/>
                    </a:lnTo>
                    <a:lnTo>
                      <a:pt x="2020" y="404"/>
                    </a:lnTo>
                    <a:lnTo>
                      <a:pt x="2021" y="406"/>
                    </a:lnTo>
                    <a:lnTo>
                      <a:pt x="2021" y="407"/>
                    </a:lnTo>
                    <a:lnTo>
                      <a:pt x="2022" y="408"/>
                    </a:lnTo>
                    <a:lnTo>
                      <a:pt x="2023" y="410"/>
                    </a:lnTo>
                    <a:lnTo>
                      <a:pt x="2023" y="411"/>
                    </a:lnTo>
                    <a:lnTo>
                      <a:pt x="2024" y="412"/>
                    </a:lnTo>
                    <a:lnTo>
                      <a:pt x="2024" y="413"/>
                    </a:lnTo>
                    <a:lnTo>
                      <a:pt x="2025" y="414"/>
                    </a:lnTo>
                    <a:lnTo>
                      <a:pt x="2026" y="415"/>
                    </a:lnTo>
                    <a:lnTo>
                      <a:pt x="2026" y="415"/>
                    </a:lnTo>
                    <a:lnTo>
                      <a:pt x="2027" y="416"/>
                    </a:lnTo>
                    <a:lnTo>
                      <a:pt x="2027" y="417"/>
                    </a:lnTo>
                    <a:lnTo>
                      <a:pt x="2028" y="418"/>
                    </a:lnTo>
                    <a:lnTo>
                      <a:pt x="2029" y="419"/>
                    </a:lnTo>
                    <a:lnTo>
                      <a:pt x="2029" y="420"/>
                    </a:lnTo>
                    <a:lnTo>
                      <a:pt x="2030" y="421"/>
                    </a:lnTo>
                    <a:lnTo>
                      <a:pt x="2030" y="421"/>
                    </a:lnTo>
                    <a:lnTo>
                      <a:pt x="2031" y="421"/>
                    </a:lnTo>
                    <a:lnTo>
                      <a:pt x="2032" y="423"/>
                    </a:lnTo>
                    <a:lnTo>
                      <a:pt x="2032" y="423"/>
                    </a:lnTo>
                    <a:lnTo>
                      <a:pt x="2033" y="424"/>
                    </a:lnTo>
                    <a:lnTo>
                      <a:pt x="2033" y="425"/>
                    </a:lnTo>
                    <a:lnTo>
                      <a:pt x="2034" y="426"/>
                    </a:lnTo>
                    <a:lnTo>
                      <a:pt x="2034" y="427"/>
                    </a:lnTo>
                    <a:lnTo>
                      <a:pt x="2035" y="429"/>
                    </a:lnTo>
                    <a:lnTo>
                      <a:pt x="2035" y="430"/>
                    </a:lnTo>
                    <a:lnTo>
                      <a:pt x="2036" y="430"/>
                    </a:lnTo>
                    <a:lnTo>
                      <a:pt x="2037" y="430"/>
                    </a:lnTo>
                    <a:lnTo>
                      <a:pt x="2037" y="432"/>
                    </a:lnTo>
                    <a:lnTo>
                      <a:pt x="2038" y="433"/>
                    </a:lnTo>
                    <a:lnTo>
                      <a:pt x="2038" y="435"/>
                    </a:lnTo>
                    <a:lnTo>
                      <a:pt x="2039" y="435"/>
                    </a:lnTo>
                    <a:lnTo>
                      <a:pt x="2040" y="436"/>
                    </a:lnTo>
                    <a:lnTo>
                      <a:pt x="2040" y="437"/>
                    </a:lnTo>
                    <a:lnTo>
                      <a:pt x="2041" y="438"/>
                    </a:lnTo>
                    <a:lnTo>
                      <a:pt x="2041" y="439"/>
                    </a:lnTo>
                    <a:lnTo>
                      <a:pt x="2042" y="440"/>
                    </a:lnTo>
                    <a:lnTo>
                      <a:pt x="2043" y="441"/>
                    </a:lnTo>
                    <a:lnTo>
                      <a:pt x="2043" y="442"/>
                    </a:lnTo>
                    <a:lnTo>
                      <a:pt x="2044" y="443"/>
                    </a:lnTo>
                    <a:lnTo>
                      <a:pt x="2044" y="444"/>
                    </a:lnTo>
                    <a:lnTo>
                      <a:pt x="2045" y="445"/>
                    </a:lnTo>
                    <a:lnTo>
                      <a:pt x="2046" y="445"/>
                    </a:lnTo>
                    <a:lnTo>
                      <a:pt x="2046" y="445"/>
                    </a:lnTo>
                    <a:lnTo>
                      <a:pt x="2047" y="446"/>
                    </a:lnTo>
                    <a:lnTo>
                      <a:pt x="2047" y="447"/>
                    </a:lnTo>
                    <a:lnTo>
                      <a:pt x="2048" y="447"/>
                    </a:lnTo>
                    <a:lnTo>
                      <a:pt x="2048" y="447"/>
                    </a:lnTo>
                    <a:lnTo>
                      <a:pt x="2049" y="447"/>
                    </a:lnTo>
                    <a:lnTo>
                      <a:pt x="2049" y="449"/>
                    </a:lnTo>
                    <a:lnTo>
                      <a:pt x="2050" y="449"/>
                    </a:lnTo>
                    <a:lnTo>
                      <a:pt x="2051" y="449"/>
                    </a:lnTo>
                    <a:lnTo>
                      <a:pt x="2051" y="450"/>
                    </a:lnTo>
                    <a:lnTo>
                      <a:pt x="2052" y="451"/>
                    </a:lnTo>
                    <a:lnTo>
                      <a:pt x="2052" y="452"/>
                    </a:lnTo>
                    <a:lnTo>
                      <a:pt x="2053" y="453"/>
                    </a:lnTo>
                    <a:lnTo>
                      <a:pt x="2053" y="453"/>
                    </a:lnTo>
                    <a:lnTo>
                      <a:pt x="2054" y="455"/>
                    </a:lnTo>
                    <a:lnTo>
                      <a:pt x="2055" y="457"/>
                    </a:lnTo>
                    <a:lnTo>
                      <a:pt x="2055" y="459"/>
                    </a:lnTo>
                    <a:lnTo>
                      <a:pt x="2056" y="460"/>
                    </a:lnTo>
                    <a:lnTo>
                      <a:pt x="2056" y="461"/>
                    </a:lnTo>
                    <a:lnTo>
                      <a:pt x="2057" y="463"/>
                    </a:lnTo>
                    <a:lnTo>
                      <a:pt x="2058" y="465"/>
                    </a:lnTo>
                    <a:lnTo>
                      <a:pt x="2058" y="466"/>
                    </a:lnTo>
                    <a:lnTo>
                      <a:pt x="2059" y="466"/>
                    </a:lnTo>
                    <a:lnTo>
                      <a:pt x="2059" y="467"/>
                    </a:lnTo>
                    <a:lnTo>
                      <a:pt x="2060" y="468"/>
                    </a:lnTo>
                    <a:lnTo>
                      <a:pt x="2061" y="470"/>
                    </a:lnTo>
                    <a:lnTo>
                      <a:pt x="2061" y="471"/>
                    </a:lnTo>
                    <a:lnTo>
                      <a:pt x="2062" y="472"/>
                    </a:lnTo>
                    <a:lnTo>
                      <a:pt x="2062" y="473"/>
                    </a:lnTo>
                    <a:lnTo>
                      <a:pt x="2063" y="475"/>
                    </a:lnTo>
                    <a:lnTo>
                      <a:pt x="2063" y="476"/>
                    </a:lnTo>
                    <a:lnTo>
                      <a:pt x="2064" y="477"/>
                    </a:lnTo>
                    <a:lnTo>
                      <a:pt x="2065" y="478"/>
                    </a:lnTo>
                    <a:lnTo>
                      <a:pt x="2065" y="479"/>
                    </a:lnTo>
                    <a:lnTo>
                      <a:pt x="2066" y="480"/>
                    </a:lnTo>
                    <a:lnTo>
                      <a:pt x="2066" y="480"/>
                    </a:lnTo>
                    <a:lnTo>
                      <a:pt x="2067" y="480"/>
                    </a:lnTo>
                    <a:lnTo>
                      <a:pt x="2067" y="480"/>
                    </a:lnTo>
                    <a:lnTo>
                      <a:pt x="2068" y="480"/>
                    </a:lnTo>
                    <a:lnTo>
                      <a:pt x="2068" y="480"/>
                    </a:lnTo>
                    <a:lnTo>
                      <a:pt x="2069" y="480"/>
                    </a:lnTo>
                    <a:lnTo>
                      <a:pt x="2070" y="479"/>
                    </a:lnTo>
                    <a:lnTo>
                      <a:pt x="2070" y="480"/>
                    </a:lnTo>
                    <a:lnTo>
                      <a:pt x="2071" y="480"/>
                    </a:lnTo>
                    <a:lnTo>
                      <a:pt x="2071" y="481"/>
                    </a:lnTo>
                    <a:lnTo>
                      <a:pt x="2072" y="481"/>
                    </a:lnTo>
                    <a:lnTo>
                      <a:pt x="2073" y="482"/>
                    </a:lnTo>
                    <a:lnTo>
                      <a:pt x="2073" y="482"/>
                    </a:lnTo>
                    <a:lnTo>
                      <a:pt x="2074" y="483"/>
                    </a:lnTo>
                    <a:lnTo>
                      <a:pt x="2074" y="483"/>
                    </a:lnTo>
                    <a:lnTo>
                      <a:pt x="2075" y="484"/>
                    </a:lnTo>
                    <a:lnTo>
                      <a:pt x="2076" y="483"/>
                    </a:lnTo>
                    <a:lnTo>
                      <a:pt x="2076" y="484"/>
                    </a:lnTo>
                    <a:lnTo>
                      <a:pt x="2077" y="485"/>
                    </a:lnTo>
                    <a:lnTo>
                      <a:pt x="2077" y="486"/>
                    </a:lnTo>
                    <a:lnTo>
                      <a:pt x="2078" y="486"/>
                    </a:lnTo>
                    <a:lnTo>
                      <a:pt x="2079" y="485"/>
                    </a:lnTo>
                    <a:lnTo>
                      <a:pt x="2079" y="485"/>
                    </a:lnTo>
                    <a:lnTo>
                      <a:pt x="2080" y="485"/>
                    </a:lnTo>
                    <a:lnTo>
                      <a:pt x="2080" y="485"/>
                    </a:lnTo>
                    <a:lnTo>
                      <a:pt x="2081" y="485"/>
                    </a:lnTo>
                    <a:lnTo>
                      <a:pt x="2081" y="486"/>
                    </a:lnTo>
                    <a:lnTo>
                      <a:pt x="2082" y="486"/>
                    </a:lnTo>
                    <a:lnTo>
                      <a:pt x="2082" y="486"/>
                    </a:lnTo>
                    <a:lnTo>
                      <a:pt x="2083" y="487"/>
                    </a:lnTo>
                    <a:lnTo>
                      <a:pt x="2083" y="488"/>
                    </a:lnTo>
                    <a:lnTo>
                      <a:pt x="2084" y="488"/>
                    </a:lnTo>
                    <a:lnTo>
                      <a:pt x="2085" y="489"/>
                    </a:lnTo>
                    <a:lnTo>
                      <a:pt x="2085" y="490"/>
                    </a:lnTo>
                    <a:lnTo>
                      <a:pt x="2086" y="491"/>
                    </a:lnTo>
                    <a:lnTo>
                      <a:pt x="2086" y="492"/>
                    </a:lnTo>
                    <a:lnTo>
                      <a:pt x="2087" y="492"/>
                    </a:lnTo>
                    <a:lnTo>
                      <a:pt x="2088" y="492"/>
                    </a:lnTo>
                    <a:lnTo>
                      <a:pt x="2088" y="492"/>
                    </a:lnTo>
                    <a:lnTo>
                      <a:pt x="2089" y="492"/>
                    </a:lnTo>
                    <a:lnTo>
                      <a:pt x="2089" y="492"/>
                    </a:lnTo>
                    <a:lnTo>
                      <a:pt x="2090" y="492"/>
                    </a:lnTo>
                    <a:lnTo>
                      <a:pt x="2091" y="492"/>
                    </a:lnTo>
                    <a:lnTo>
                      <a:pt x="2091" y="491"/>
                    </a:lnTo>
                    <a:lnTo>
                      <a:pt x="2092" y="489"/>
                    </a:lnTo>
                    <a:lnTo>
                      <a:pt x="2092" y="488"/>
                    </a:lnTo>
                    <a:lnTo>
                      <a:pt x="2093" y="486"/>
                    </a:lnTo>
                    <a:lnTo>
                      <a:pt x="2094" y="486"/>
                    </a:lnTo>
                    <a:lnTo>
                      <a:pt x="2094" y="486"/>
                    </a:lnTo>
                    <a:lnTo>
                      <a:pt x="2095" y="485"/>
                    </a:lnTo>
                    <a:lnTo>
                      <a:pt x="2095" y="484"/>
                    </a:lnTo>
                    <a:lnTo>
                      <a:pt x="2096" y="483"/>
                    </a:lnTo>
                    <a:lnTo>
                      <a:pt x="2096" y="482"/>
                    </a:lnTo>
                    <a:lnTo>
                      <a:pt x="2097" y="482"/>
                    </a:lnTo>
                    <a:lnTo>
                      <a:pt x="2098" y="480"/>
                    </a:lnTo>
                    <a:lnTo>
                      <a:pt x="2098" y="479"/>
                    </a:lnTo>
                    <a:lnTo>
                      <a:pt x="2099" y="479"/>
                    </a:lnTo>
                    <a:lnTo>
                      <a:pt x="2099" y="478"/>
                    </a:lnTo>
                    <a:lnTo>
                      <a:pt x="2100" y="477"/>
                    </a:lnTo>
                    <a:lnTo>
                      <a:pt x="2100" y="476"/>
                    </a:lnTo>
                    <a:lnTo>
                      <a:pt x="2101" y="476"/>
                    </a:lnTo>
                    <a:lnTo>
                      <a:pt x="2101" y="475"/>
                    </a:lnTo>
                    <a:lnTo>
                      <a:pt x="2102" y="475"/>
                    </a:lnTo>
                    <a:lnTo>
                      <a:pt x="2103" y="475"/>
                    </a:lnTo>
                    <a:lnTo>
                      <a:pt x="2103" y="475"/>
                    </a:lnTo>
                    <a:lnTo>
                      <a:pt x="2104" y="475"/>
                    </a:lnTo>
                    <a:lnTo>
                      <a:pt x="2104" y="476"/>
                    </a:lnTo>
                    <a:lnTo>
                      <a:pt x="2105" y="476"/>
                    </a:lnTo>
                    <a:lnTo>
                      <a:pt x="2106" y="476"/>
                    </a:lnTo>
                    <a:lnTo>
                      <a:pt x="2106" y="477"/>
                    </a:lnTo>
                    <a:lnTo>
                      <a:pt x="2107" y="478"/>
                    </a:lnTo>
                    <a:lnTo>
                      <a:pt x="2107" y="479"/>
                    </a:lnTo>
                    <a:lnTo>
                      <a:pt x="2108" y="479"/>
                    </a:lnTo>
                    <a:lnTo>
                      <a:pt x="2109" y="479"/>
                    </a:lnTo>
                    <a:lnTo>
                      <a:pt x="2109" y="479"/>
                    </a:lnTo>
                    <a:lnTo>
                      <a:pt x="2110" y="479"/>
                    </a:lnTo>
                    <a:lnTo>
                      <a:pt x="2110" y="480"/>
                    </a:lnTo>
                    <a:lnTo>
                      <a:pt x="2111" y="480"/>
                    </a:lnTo>
                    <a:lnTo>
                      <a:pt x="2112" y="481"/>
                    </a:lnTo>
                    <a:lnTo>
                      <a:pt x="2112" y="482"/>
                    </a:lnTo>
                    <a:lnTo>
                      <a:pt x="2113" y="483"/>
                    </a:lnTo>
                    <a:lnTo>
                      <a:pt x="2113" y="485"/>
                    </a:lnTo>
                    <a:lnTo>
                      <a:pt x="2114" y="486"/>
                    </a:lnTo>
                    <a:lnTo>
                      <a:pt x="2114" y="486"/>
                    </a:lnTo>
                    <a:lnTo>
                      <a:pt x="2115" y="487"/>
                    </a:lnTo>
                    <a:lnTo>
                      <a:pt x="2115" y="487"/>
                    </a:lnTo>
                    <a:lnTo>
                      <a:pt x="2116" y="489"/>
                    </a:lnTo>
                    <a:lnTo>
                      <a:pt x="2117" y="490"/>
                    </a:lnTo>
                    <a:lnTo>
                      <a:pt x="2117" y="492"/>
                    </a:lnTo>
                    <a:lnTo>
                      <a:pt x="2118" y="492"/>
                    </a:lnTo>
                    <a:lnTo>
                      <a:pt x="2118" y="493"/>
                    </a:lnTo>
                    <a:lnTo>
                      <a:pt x="2119" y="494"/>
                    </a:lnTo>
                    <a:lnTo>
                      <a:pt x="2120" y="495"/>
                    </a:lnTo>
                    <a:lnTo>
                      <a:pt x="2120" y="495"/>
                    </a:lnTo>
                    <a:lnTo>
                      <a:pt x="2121" y="495"/>
                    </a:lnTo>
                    <a:lnTo>
                      <a:pt x="2121" y="495"/>
                    </a:lnTo>
                    <a:lnTo>
                      <a:pt x="2122" y="494"/>
                    </a:lnTo>
                    <a:lnTo>
                      <a:pt x="2123" y="494"/>
                    </a:lnTo>
                    <a:lnTo>
                      <a:pt x="2123" y="494"/>
                    </a:lnTo>
                    <a:lnTo>
                      <a:pt x="2124" y="494"/>
                    </a:lnTo>
                    <a:lnTo>
                      <a:pt x="2124" y="494"/>
                    </a:lnTo>
                    <a:lnTo>
                      <a:pt x="2125" y="494"/>
                    </a:lnTo>
                    <a:lnTo>
                      <a:pt x="2126" y="495"/>
                    </a:lnTo>
                    <a:lnTo>
                      <a:pt x="2126" y="495"/>
                    </a:lnTo>
                    <a:lnTo>
                      <a:pt x="2127" y="496"/>
                    </a:lnTo>
                    <a:lnTo>
                      <a:pt x="2127" y="496"/>
                    </a:lnTo>
                    <a:lnTo>
                      <a:pt x="2128" y="496"/>
                    </a:lnTo>
                    <a:lnTo>
                      <a:pt x="2128" y="497"/>
                    </a:lnTo>
                    <a:lnTo>
                      <a:pt x="2129" y="498"/>
                    </a:lnTo>
                    <a:lnTo>
                      <a:pt x="2129" y="500"/>
                    </a:lnTo>
                    <a:lnTo>
                      <a:pt x="2130" y="500"/>
                    </a:lnTo>
                    <a:lnTo>
                      <a:pt x="2130" y="502"/>
                    </a:lnTo>
                    <a:lnTo>
                      <a:pt x="2131" y="502"/>
                    </a:lnTo>
                    <a:lnTo>
                      <a:pt x="2132" y="502"/>
                    </a:lnTo>
                    <a:lnTo>
                      <a:pt x="2132" y="503"/>
                    </a:lnTo>
                    <a:lnTo>
                      <a:pt x="2133" y="504"/>
                    </a:lnTo>
                    <a:lnTo>
                      <a:pt x="2133" y="505"/>
                    </a:lnTo>
                    <a:lnTo>
                      <a:pt x="2134" y="506"/>
                    </a:lnTo>
                    <a:lnTo>
                      <a:pt x="2135" y="507"/>
                    </a:lnTo>
                    <a:lnTo>
                      <a:pt x="2135" y="508"/>
                    </a:lnTo>
                    <a:lnTo>
                      <a:pt x="2136" y="508"/>
                    </a:lnTo>
                    <a:lnTo>
                      <a:pt x="2136" y="508"/>
                    </a:lnTo>
                    <a:lnTo>
                      <a:pt x="2137" y="508"/>
                    </a:lnTo>
                    <a:lnTo>
                      <a:pt x="2138" y="509"/>
                    </a:lnTo>
                    <a:lnTo>
                      <a:pt x="2138" y="510"/>
                    </a:lnTo>
                    <a:lnTo>
                      <a:pt x="2139" y="511"/>
                    </a:lnTo>
                    <a:lnTo>
                      <a:pt x="2139" y="511"/>
                    </a:lnTo>
                    <a:lnTo>
                      <a:pt x="2140" y="512"/>
                    </a:lnTo>
                    <a:lnTo>
                      <a:pt x="2141" y="512"/>
                    </a:lnTo>
                    <a:lnTo>
                      <a:pt x="2141" y="512"/>
                    </a:lnTo>
                    <a:lnTo>
                      <a:pt x="2142" y="512"/>
                    </a:lnTo>
                    <a:lnTo>
                      <a:pt x="2142" y="512"/>
                    </a:lnTo>
                    <a:lnTo>
                      <a:pt x="2143" y="512"/>
                    </a:lnTo>
                    <a:lnTo>
                      <a:pt x="2143" y="511"/>
                    </a:lnTo>
                    <a:lnTo>
                      <a:pt x="2144" y="510"/>
                    </a:lnTo>
                    <a:lnTo>
                      <a:pt x="2145" y="509"/>
                    </a:lnTo>
                    <a:lnTo>
                      <a:pt x="2145" y="509"/>
                    </a:lnTo>
                    <a:lnTo>
                      <a:pt x="2146" y="508"/>
                    </a:lnTo>
                    <a:lnTo>
                      <a:pt x="2146" y="508"/>
                    </a:lnTo>
                    <a:lnTo>
                      <a:pt x="2147" y="508"/>
                    </a:lnTo>
                    <a:lnTo>
                      <a:pt x="2147" y="507"/>
                    </a:lnTo>
                    <a:lnTo>
                      <a:pt x="2148" y="506"/>
                    </a:lnTo>
                    <a:lnTo>
                      <a:pt x="2148" y="506"/>
                    </a:lnTo>
                    <a:lnTo>
                      <a:pt x="2149" y="505"/>
                    </a:lnTo>
                    <a:lnTo>
                      <a:pt x="2150" y="505"/>
                    </a:lnTo>
                    <a:lnTo>
                      <a:pt x="2150" y="505"/>
                    </a:lnTo>
                    <a:lnTo>
                      <a:pt x="2151" y="503"/>
                    </a:lnTo>
                    <a:lnTo>
                      <a:pt x="2151" y="502"/>
                    </a:lnTo>
                    <a:lnTo>
                      <a:pt x="2152" y="502"/>
                    </a:lnTo>
                    <a:lnTo>
                      <a:pt x="2153" y="501"/>
                    </a:lnTo>
                    <a:lnTo>
                      <a:pt x="2153" y="500"/>
                    </a:lnTo>
                    <a:lnTo>
                      <a:pt x="2154" y="500"/>
                    </a:lnTo>
                    <a:lnTo>
                      <a:pt x="2154" y="499"/>
                    </a:lnTo>
                    <a:lnTo>
                      <a:pt x="2155" y="498"/>
                    </a:lnTo>
                    <a:lnTo>
                      <a:pt x="2156" y="498"/>
                    </a:lnTo>
                    <a:lnTo>
                      <a:pt x="2156" y="497"/>
                    </a:lnTo>
                    <a:lnTo>
                      <a:pt x="2157" y="497"/>
                    </a:lnTo>
                    <a:lnTo>
                      <a:pt x="2157" y="496"/>
                    </a:lnTo>
                    <a:lnTo>
                      <a:pt x="2158" y="495"/>
                    </a:lnTo>
                    <a:lnTo>
                      <a:pt x="2159" y="495"/>
                    </a:lnTo>
                    <a:lnTo>
                      <a:pt x="2159" y="495"/>
                    </a:lnTo>
                    <a:lnTo>
                      <a:pt x="2160" y="496"/>
                    </a:lnTo>
                    <a:lnTo>
                      <a:pt x="2160" y="496"/>
                    </a:lnTo>
                    <a:lnTo>
                      <a:pt x="2161" y="496"/>
                    </a:lnTo>
                    <a:lnTo>
                      <a:pt x="2161" y="496"/>
                    </a:lnTo>
                    <a:lnTo>
                      <a:pt x="2162" y="497"/>
                    </a:lnTo>
                    <a:lnTo>
                      <a:pt x="2162" y="497"/>
                    </a:lnTo>
                    <a:lnTo>
                      <a:pt x="2163" y="496"/>
                    </a:lnTo>
                    <a:lnTo>
                      <a:pt x="2163" y="496"/>
                    </a:lnTo>
                    <a:lnTo>
                      <a:pt x="2164" y="495"/>
                    </a:lnTo>
                    <a:lnTo>
                      <a:pt x="2165" y="495"/>
                    </a:lnTo>
                    <a:lnTo>
                      <a:pt x="2165" y="495"/>
                    </a:lnTo>
                    <a:lnTo>
                      <a:pt x="2166" y="495"/>
                    </a:lnTo>
                    <a:lnTo>
                      <a:pt x="2166" y="494"/>
                    </a:lnTo>
                    <a:lnTo>
                      <a:pt x="2167" y="493"/>
                    </a:lnTo>
                    <a:lnTo>
                      <a:pt x="2168" y="492"/>
                    </a:lnTo>
                    <a:lnTo>
                      <a:pt x="2168" y="491"/>
                    </a:lnTo>
                    <a:lnTo>
                      <a:pt x="2169" y="491"/>
                    </a:lnTo>
                    <a:lnTo>
                      <a:pt x="2169" y="491"/>
                    </a:lnTo>
                    <a:lnTo>
                      <a:pt x="2170" y="490"/>
                    </a:lnTo>
                    <a:lnTo>
                      <a:pt x="2171" y="489"/>
                    </a:lnTo>
                    <a:lnTo>
                      <a:pt x="2171" y="488"/>
                    </a:lnTo>
                    <a:lnTo>
                      <a:pt x="2172" y="488"/>
                    </a:lnTo>
                    <a:lnTo>
                      <a:pt x="2172" y="488"/>
                    </a:lnTo>
                    <a:lnTo>
                      <a:pt x="2173" y="488"/>
                    </a:lnTo>
                    <a:lnTo>
                      <a:pt x="2174" y="488"/>
                    </a:lnTo>
                    <a:lnTo>
                      <a:pt x="2174" y="489"/>
                    </a:lnTo>
                    <a:lnTo>
                      <a:pt x="2175" y="489"/>
                    </a:lnTo>
                    <a:lnTo>
                      <a:pt x="2175" y="489"/>
                    </a:lnTo>
                    <a:lnTo>
                      <a:pt x="2176" y="488"/>
                    </a:lnTo>
                    <a:lnTo>
                      <a:pt x="2176" y="486"/>
                    </a:lnTo>
                    <a:lnTo>
                      <a:pt x="2177" y="486"/>
                    </a:lnTo>
                    <a:lnTo>
                      <a:pt x="2177" y="486"/>
                    </a:lnTo>
                    <a:lnTo>
                      <a:pt x="2178" y="485"/>
                    </a:lnTo>
                    <a:lnTo>
                      <a:pt x="2179" y="484"/>
                    </a:lnTo>
                    <a:lnTo>
                      <a:pt x="2179" y="483"/>
                    </a:lnTo>
                    <a:lnTo>
                      <a:pt x="2180" y="482"/>
                    </a:lnTo>
                    <a:lnTo>
                      <a:pt x="2180" y="481"/>
                    </a:lnTo>
                    <a:lnTo>
                      <a:pt x="2181" y="480"/>
                    </a:lnTo>
                    <a:lnTo>
                      <a:pt x="2182" y="481"/>
                    </a:lnTo>
                    <a:lnTo>
                      <a:pt x="2182" y="480"/>
                    </a:lnTo>
                    <a:lnTo>
                      <a:pt x="2183" y="481"/>
                    </a:lnTo>
                    <a:lnTo>
                      <a:pt x="2183" y="481"/>
                    </a:lnTo>
                    <a:lnTo>
                      <a:pt x="2184" y="482"/>
                    </a:lnTo>
                    <a:lnTo>
                      <a:pt x="2185" y="481"/>
                    </a:lnTo>
                    <a:lnTo>
                      <a:pt x="2185" y="481"/>
                    </a:lnTo>
                    <a:lnTo>
                      <a:pt x="2186" y="481"/>
                    </a:lnTo>
                    <a:lnTo>
                      <a:pt x="2186" y="482"/>
                    </a:lnTo>
                    <a:lnTo>
                      <a:pt x="2187" y="482"/>
                    </a:lnTo>
                    <a:lnTo>
                      <a:pt x="2188" y="482"/>
                    </a:lnTo>
                    <a:lnTo>
                      <a:pt x="2188" y="482"/>
                    </a:lnTo>
                    <a:lnTo>
                      <a:pt x="2189" y="482"/>
                    </a:lnTo>
                    <a:lnTo>
                      <a:pt x="2189" y="482"/>
                    </a:lnTo>
                    <a:lnTo>
                      <a:pt x="2190" y="480"/>
                    </a:lnTo>
                    <a:lnTo>
                      <a:pt x="2190" y="480"/>
                    </a:lnTo>
                    <a:lnTo>
                      <a:pt x="2191" y="479"/>
                    </a:lnTo>
                    <a:lnTo>
                      <a:pt x="2192" y="479"/>
                    </a:lnTo>
                    <a:lnTo>
                      <a:pt x="2192" y="478"/>
                    </a:lnTo>
                    <a:lnTo>
                      <a:pt x="2193" y="477"/>
                    </a:lnTo>
                    <a:lnTo>
                      <a:pt x="2193" y="476"/>
                    </a:lnTo>
                    <a:lnTo>
                      <a:pt x="2194" y="476"/>
                    </a:lnTo>
                    <a:lnTo>
                      <a:pt x="2194" y="476"/>
                    </a:lnTo>
                    <a:lnTo>
                      <a:pt x="2195" y="476"/>
                    </a:lnTo>
                    <a:lnTo>
                      <a:pt x="2195" y="476"/>
                    </a:lnTo>
                    <a:lnTo>
                      <a:pt x="2196" y="475"/>
                    </a:lnTo>
                    <a:lnTo>
                      <a:pt x="2197" y="475"/>
                    </a:lnTo>
                    <a:lnTo>
                      <a:pt x="2197" y="474"/>
                    </a:lnTo>
                    <a:lnTo>
                      <a:pt x="2198" y="474"/>
                    </a:lnTo>
                    <a:lnTo>
                      <a:pt x="2198" y="474"/>
                    </a:lnTo>
                    <a:lnTo>
                      <a:pt x="2199" y="473"/>
                    </a:lnTo>
                    <a:lnTo>
                      <a:pt x="2200" y="472"/>
                    </a:lnTo>
                    <a:lnTo>
                      <a:pt x="2200" y="471"/>
                    </a:lnTo>
                    <a:lnTo>
                      <a:pt x="2201" y="471"/>
                    </a:lnTo>
                    <a:lnTo>
                      <a:pt x="2201" y="470"/>
                    </a:lnTo>
                    <a:lnTo>
                      <a:pt x="2202" y="469"/>
                    </a:lnTo>
                    <a:lnTo>
                      <a:pt x="2203" y="469"/>
                    </a:lnTo>
                    <a:lnTo>
                      <a:pt x="2203" y="469"/>
                    </a:lnTo>
                    <a:lnTo>
                      <a:pt x="2204" y="469"/>
                    </a:lnTo>
                    <a:lnTo>
                      <a:pt x="2204" y="470"/>
                    </a:lnTo>
                    <a:lnTo>
                      <a:pt x="2205" y="470"/>
                    </a:lnTo>
                    <a:lnTo>
                      <a:pt x="2206" y="470"/>
                    </a:lnTo>
                    <a:lnTo>
                      <a:pt x="2206" y="470"/>
                    </a:lnTo>
                    <a:lnTo>
                      <a:pt x="2207" y="469"/>
                    </a:lnTo>
                    <a:lnTo>
                      <a:pt x="2207" y="469"/>
                    </a:lnTo>
                    <a:lnTo>
                      <a:pt x="2208" y="469"/>
                    </a:lnTo>
                    <a:lnTo>
                      <a:pt x="2208" y="469"/>
                    </a:lnTo>
                    <a:lnTo>
                      <a:pt x="2209" y="468"/>
                    </a:lnTo>
                    <a:lnTo>
                      <a:pt x="2209" y="468"/>
                    </a:lnTo>
                    <a:lnTo>
                      <a:pt x="2210" y="467"/>
                    </a:lnTo>
                    <a:lnTo>
                      <a:pt x="2210" y="467"/>
                    </a:lnTo>
                    <a:lnTo>
                      <a:pt x="2211" y="467"/>
                    </a:lnTo>
                    <a:lnTo>
                      <a:pt x="2212" y="467"/>
                    </a:lnTo>
                    <a:lnTo>
                      <a:pt x="2212" y="467"/>
                    </a:lnTo>
                    <a:lnTo>
                      <a:pt x="2213" y="467"/>
                    </a:lnTo>
                    <a:lnTo>
                      <a:pt x="2213" y="467"/>
                    </a:lnTo>
                    <a:lnTo>
                      <a:pt x="2214" y="468"/>
                    </a:lnTo>
                    <a:lnTo>
                      <a:pt x="2215" y="469"/>
                    </a:lnTo>
                    <a:lnTo>
                      <a:pt x="2215" y="469"/>
                    </a:lnTo>
                    <a:lnTo>
                      <a:pt x="2216" y="469"/>
                    </a:lnTo>
                    <a:lnTo>
                      <a:pt x="2216" y="470"/>
                    </a:lnTo>
                    <a:lnTo>
                      <a:pt x="2217" y="471"/>
                    </a:lnTo>
                    <a:lnTo>
                      <a:pt x="2218" y="472"/>
                    </a:lnTo>
                    <a:lnTo>
                      <a:pt x="2218" y="473"/>
                    </a:lnTo>
                    <a:lnTo>
                      <a:pt x="2219" y="474"/>
                    </a:lnTo>
                    <a:lnTo>
                      <a:pt x="2219" y="474"/>
                    </a:lnTo>
                    <a:lnTo>
                      <a:pt x="2220" y="473"/>
                    </a:lnTo>
                    <a:lnTo>
                      <a:pt x="2221" y="472"/>
                    </a:lnTo>
                    <a:lnTo>
                      <a:pt x="2221" y="472"/>
                    </a:lnTo>
                    <a:lnTo>
                      <a:pt x="2222" y="473"/>
                    </a:lnTo>
                    <a:lnTo>
                      <a:pt x="2222" y="473"/>
                    </a:lnTo>
                    <a:lnTo>
                      <a:pt x="2223" y="474"/>
                    </a:lnTo>
                    <a:lnTo>
                      <a:pt x="2223" y="474"/>
                    </a:lnTo>
                    <a:lnTo>
                      <a:pt x="2224" y="474"/>
                    </a:lnTo>
                    <a:lnTo>
                      <a:pt x="2224" y="474"/>
                    </a:lnTo>
                    <a:lnTo>
                      <a:pt x="2225" y="474"/>
                    </a:lnTo>
                    <a:lnTo>
                      <a:pt x="2226" y="474"/>
                    </a:lnTo>
                    <a:lnTo>
                      <a:pt x="2226" y="474"/>
                    </a:lnTo>
                    <a:lnTo>
                      <a:pt x="2227" y="474"/>
                    </a:lnTo>
                    <a:lnTo>
                      <a:pt x="2227" y="476"/>
                    </a:lnTo>
                    <a:lnTo>
                      <a:pt x="2228" y="476"/>
                    </a:lnTo>
                    <a:lnTo>
                      <a:pt x="2228" y="477"/>
                    </a:lnTo>
                    <a:lnTo>
                      <a:pt x="2229" y="477"/>
                    </a:lnTo>
                    <a:lnTo>
                      <a:pt x="2230" y="478"/>
                    </a:lnTo>
                    <a:lnTo>
                      <a:pt x="2230" y="478"/>
                    </a:lnTo>
                    <a:lnTo>
                      <a:pt x="2231" y="479"/>
                    </a:lnTo>
                    <a:lnTo>
                      <a:pt x="2231" y="479"/>
                    </a:lnTo>
                    <a:lnTo>
                      <a:pt x="2232" y="478"/>
                    </a:lnTo>
                    <a:lnTo>
                      <a:pt x="2233" y="478"/>
                    </a:lnTo>
                    <a:lnTo>
                      <a:pt x="2233" y="479"/>
                    </a:lnTo>
                    <a:lnTo>
                      <a:pt x="2234" y="480"/>
                    </a:lnTo>
                    <a:lnTo>
                      <a:pt x="2234" y="480"/>
                    </a:lnTo>
                    <a:lnTo>
                      <a:pt x="2235" y="480"/>
                    </a:lnTo>
                    <a:lnTo>
                      <a:pt x="2236" y="479"/>
                    </a:lnTo>
                    <a:lnTo>
                      <a:pt x="2236" y="480"/>
                    </a:lnTo>
                    <a:lnTo>
                      <a:pt x="2237" y="480"/>
                    </a:lnTo>
                    <a:lnTo>
                      <a:pt x="2237" y="481"/>
                    </a:lnTo>
                    <a:lnTo>
                      <a:pt x="2238" y="482"/>
                    </a:lnTo>
                    <a:lnTo>
                      <a:pt x="2239" y="482"/>
                    </a:lnTo>
                    <a:lnTo>
                      <a:pt x="2239" y="483"/>
                    </a:lnTo>
                    <a:lnTo>
                      <a:pt x="2240" y="485"/>
                    </a:lnTo>
                    <a:lnTo>
                      <a:pt x="2240" y="485"/>
                    </a:lnTo>
                    <a:lnTo>
                      <a:pt x="2241" y="485"/>
                    </a:lnTo>
                    <a:lnTo>
                      <a:pt x="2241" y="485"/>
                    </a:lnTo>
                    <a:lnTo>
                      <a:pt x="2242" y="486"/>
                    </a:lnTo>
                    <a:lnTo>
                      <a:pt x="2242" y="486"/>
                    </a:lnTo>
                    <a:lnTo>
                      <a:pt x="2243" y="487"/>
                    </a:lnTo>
                    <a:lnTo>
                      <a:pt x="2243" y="488"/>
                    </a:lnTo>
                    <a:lnTo>
                      <a:pt x="2244" y="489"/>
                    </a:lnTo>
                    <a:lnTo>
                      <a:pt x="2245" y="490"/>
                    </a:lnTo>
                    <a:lnTo>
                      <a:pt x="2245" y="490"/>
                    </a:lnTo>
                    <a:lnTo>
                      <a:pt x="2246" y="490"/>
                    </a:lnTo>
                    <a:lnTo>
                      <a:pt x="2247" y="492"/>
                    </a:lnTo>
                    <a:lnTo>
                      <a:pt x="2247" y="494"/>
                    </a:lnTo>
                    <a:lnTo>
                      <a:pt x="2248" y="495"/>
                    </a:lnTo>
                    <a:lnTo>
                      <a:pt x="2248" y="496"/>
                    </a:lnTo>
                    <a:lnTo>
                      <a:pt x="2249" y="496"/>
                    </a:lnTo>
                    <a:lnTo>
                      <a:pt x="2250" y="495"/>
                    </a:lnTo>
                    <a:lnTo>
                      <a:pt x="2250" y="495"/>
                    </a:lnTo>
                    <a:lnTo>
                      <a:pt x="2251" y="494"/>
                    </a:lnTo>
                    <a:lnTo>
                      <a:pt x="2251" y="494"/>
                    </a:lnTo>
                    <a:lnTo>
                      <a:pt x="2252" y="493"/>
                    </a:lnTo>
                    <a:lnTo>
                      <a:pt x="2253" y="492"/>
                    </a:lnTo>
                    <a:lnTo>
                      <a:pt x="2253" y="492"/>
                    </a:lnTo>
                    <a:lnTo>
                      <a:pt x="2254" y="492"/>
                    </a:lnTo>
                    <a:lnTo>
                      <a:pt x="2254" y="491"/>
                    </a:lnTo>
                    <a:lnTo>
                      <a:pt x="2255" y="491"/>
                    </a:lnTo>
                    <a:lnTo>
                      <a:pt x="2255" y="491"/>
                    </a:lnTo>
                    <a:lnTo>
                      <a:pt x="2256" y="491"/>
                    </a:lnTo>
                    <a:lnTo>
                      <a:pt x="2256" y="491"/>
                    </a:lnTo>
                    <a:lnTo>
                      <a:pt x="2257" y="491"/>
                    </a:lnTo>
                    <a:lnTo>
                      <a:pt x="2257" y="492"/>
                    </a:lnTo>
                    <a:lnTo>
                      <a:pt x="2258" y="492"/>
                    </a:lnTo>
                    <a:lnTo>
                      <a:pt x="2259" y="491"/>
                    </a:lnTo>
                    <a:lnTo>
                      <a:pt x="2259" y="490"/>
                    </a:lnTo>
                    <a:lnTo>
                      <a:pt x="2260" y="489"/>
                    </a:lnTo>
                    <a:lnTo>
                      <a:pt x="2260" y="488"/>
                    </a:lnTo>
                    <a:lnTo>
                      <a:pt x="2261" y="487"/>
                    </a:lnTo>
                    <a:lnTo>
                      <a:pt x="2262" y="486"/>
                    </a:lnTo>
                    <a:lnTo>
                      <a:pt x="2262" y="485"/>
                    </a:lnTo>
                    <a:lnTo>
                      <a:pt x="2263" y="483"/>
                    </a:lnTo>
                    <a:lnTo>
                      <a:pt x="2263" y="482"/>
                    </a:lnTo>
                    <a:lnTo>
                      <a:pt x="2264" y="480"/>
                    </a:lnTo>
                    <a:lnTo>
                      <a:pt x="2265" y="478"/>
                    </a:lnTo>
                    <a:lnTo>
                      <a:pt x="2265" y="477"/>
                    </a:lnTo>
                    <a:lnTo>
                      <a:pt x="2266" y="476"/>
                    </a:lnTo>
                    <a:lnTo>
                      <a:pt x="2266" y="475"/>
                    </a:lnTo>
                    <a:lnTo>
                      <a:pt x="2267" y="474"/>
                    </a:lnTo>
                    <a:lnTo>
                      <a:pt x="2268" y="474"/>
                    </a:lnTo>
                    <a:lnTo>
                      <a:pt x="2268" y="473"/>
                    </a:lnTo>
                    <a:lnTo>
                      <a:pt x="2269" y="473"/>
                    </a:lnTo>
                    <a:lnTo>
                      <a:pt x="2269" y="472"/>
                    </a:lnTo>
                    <a:lnTo>
                      <a:pt x="2270" y="471"/>
                    </a:lnTo>
                    <a:lnTo>
                      <a:pt x="2270" y="471"/>
                    </a:lnTo>
                    <a:lnTo>
                      <a:pt x="2271" y="470"/>
                    </a:lnTo>
                    <a:lnTo>
                      <a:pt x="2271" y="469"/>
                    </a:lnTo>
                    <a:lnTo>
                      <a:pt x="2272" y="468"/>
                    </a:lnTo>
                    <a:lnTo>
                      <a:pt x="2273" y="468"/>
                    </a:lnTo>
                    <a:lnTo>
                      <a:pt x="2273" y="469"/>
                    </a:lnTo>
                    <a:lnTo>
                      <a:pt x="2274" y="469"/>
                    </a:lnTo>
                    <a:lnTo>
                      <a:pt x="2274" y="469"/>
                    </a:lnTo>
                    <a:lnTo>
                      <a:pt x="2275" y="468"/>
                    </a:lnTo>
                    <a:lnTo>
                      <a:pt x="2275" y="467"/>
                    </a:lnTo>
                    <a:lnTo>
                      <a:pt x="2276" y="467"/>
                    </a:lnTo>
                    <a:lnTo>
                      <a:pt x="2277" y="466"/>
                    </a:lnTo>
                    <a:lnTo>
                      <a:pt x="2277" y="465"/>
                    </a:lnTo>
                    <a:lnTo>
                      <a:pt x="2278" y="465"/>
                    </a:lnTo>
                    <a:lnTo>
                      <a:pt x="2278" y="464"/>
                    </a:lnTo>
                    <a:lnTo>
                      <a:pt x="2279" y="464"/>
                    </a:lnTo>
                    <a:lnTo>
                      <a:pt x="2280" y="464"/>
                    </a:lnTo>
                    <a:lnTo>
                      <a:pt x="2280" y="463"/>
                    </a:lnTo>
                    <a:lnTo>
                      <a:pt x="2281" y="462"/>
                    </a:lnTo>
                    <a:lnTo>
                      <a:pt x="2281" y="461"/>
                    </a:lnTo>
                    <a:lnTo>
                      <a:pt x="2282" y="459"/>
                    </a:lnTo>
                    <a:lnTo>
                      <a:pt x="2283" y="457"/>
                    </a:lnTo>
                    <a:lnTo>
                      <a:pt x="2283" y="456"/>
                    </a:lnTo>
                    <a:lnTo>
                      <a:pt x="2284" y="455"/>
                    </a:lnTo>
                    <a:lnTo>
                      <a:pt x="2284" y="453"/>
                    </a:lnTo>
                    <a:lnTo>
                      <a:pt x="2285" y="452"/>
                    </a:lnTo>
                    <a:lnTo>
                      <a:pt x="2285" y="452"/>
                    </a:lnTo>
                    <a:lnTo>
                      <a:pt x="2286" y="450"/>
                    </a:lnTo>
                    <a:lnTo>
                      <a:pt x="2287" y="449"/>
                    </a:lnTo>
                    <a:lnTo>
                      <a:pt x="2287" y="448"/>
                    </a:lnTo>
                    <a:lnTo>
                      <a:pt x="2288" y="448"/>
                    </a:lnTo>
                    <a:lnTo>
                      <a:pt x="2288" y="448"/>
                    </a:lnTo>
                    <a:lnTo>
                      <a:pt x="2289" y="449"/>
                    </a:lnTo>
                    <a:lnTo>
                      <a:pt x="2289" y="448"/>
                    </a:lnTo>
                    <a:lnTo>
                      <a:pt x="2290" y="448"/>
                    </a:lnTo>
                    <a:lnTo>
                      <a:pt x="2290" y="447"/>
                    </a:lnTo>
                    <a:lnTo>
                      <a:pt x="2291" y="446"/>
                    </a:lnTo>
                    <a:lnTo>
                      <a:pt x="2292" y="445"/>
                    </a:lnTo>
                    <a:lnTo>
                      <a:pt x="2292" y="445"/>
                    </a:lnTo>
                    <a:lnTo>
                      <a:pt x="2293" y="444"/>
                    </a:lnTo>
                    <a:lnTo>
                      <a:pt x="2293" y="444"/>
                    </a:lnTo>
                    <a:lnTo>
                      <a:pt x="2294" y="445"/>
                    </a:lnTo>
                    <a:lnTo>
                      <a:pt x="2295" y="446"/>
                    </a:lnTo>
                    <a:lnTo>
                      <a:pt x="2295" y="446"/>
                    </a:lnTo>
                    <a:lnTo>
                      <a:pt x="2296" y="447"/>
                    </a:lnTo>
                    <a:lnTo>
                      <a:pt x="2296" y="448"/>
                    </a:lnTo>
                    <a:lnTo>
                      <a:pt x="2297" y="449"/>
                    </a:lnTo>
                    <a:lnTo>
                      <a:pt x="2298" y="449"/>
                    </a:lnTo>
                    <a:lnTo>
                      <a:pt x="2298" y="448"/>
                    </a:lnTo>
                    <a:lnTo>
                      <a:pt x="2299" y="448"/>
                    </a:lnTo>
                    <a:lnTo>
                      <a:pt x="2299" y="449"/>
                    </a:lnTo>
                    <a:lnTo>
                      <a:pt x="2300" y="449"/>
                    </a:lnTo>
                    <a:lnTo>
                      <a:pt x="2301" y="450"/>
                    </a:lnTo>
                    <a:lnTo>
                      <a:pt x="2301" y="452"/>
                    </a:lnTo>
                    <a:lnTo>
                      <a:pt x="2302" y="454"/>
                    </a:lnTo>
                    <a:lnTo>
                      <a:pt x="2302" y="456"/>
                    </a:lnTo>
                    <a:lnTo>
                      <a:pt x="2303" y="457"/>
                    </a:lnTo>
                    <a:lnTo>
                      <a:pt x="2303" y="458"/>
                    </a:lnTo>
                    <a:lnTo>
                      <a:pt x="2304" y="459"/>
                    </a:lnTo>
                    <a:lnTo>
                      <a:pt x="2304" y="461"/>
                    </a:lnTo>
                    <a:lnTo>
                      <a:pt x="2305" y="462"/>
                    </a:lnTo>
                    <a:lnTo>
                      <a:pt x="2306" y="463"/>
                    </a:lnTo>
                    <a:lnTo>
                      <a:pt x="2306" y="465"/>
                    </a:lnTo>
                    <a:lnTo>
                      <a:pt x="2307" y="467"/>
                    </a:lnTo>
                    <a:lnTo>
                      <a:pt x="2307" y="468"/>
                    </a:lnTo>
                    <a:lnTo>
                      <a:pt x="2308" y="469"/>
                    </a:lnTo>
                    <a:lnTo>
                      <a:pt x="2308" y="470"/>
                    </a:lnTo>
                    <a:lnTo>
                      <a:pt x="2309" y="472"/>
                    </a:lnTo>
                    <a:lnTo>
                      <a:pt x="2310" y="473"/>
                    </a:lnTo>
                    <a:lnTo>
                      <a:pt x="2310" y="474"/>
                    </a:lnTo>
                    <a:lnTo>
                      <a:pt x="2311" y="474"/>
                    </a:lnTo>
                    <a:lnTo>
                      <a:pt x="2311" y="474"/>
                    </a:lnTo>
                    <a:lnTo>
                      <a:pt x="2312" y="475"/>
                    </a:lnTo>
                    <a:lnTo>
                      <a:pt x="2313" y="476"/>
                    </a:lnTo>
                    <a:lnTo>
                      <a:pt x="2313" y="477"/>
                    </a:lnTo>
                    <a:lnTo>
                      <a:pt x="2314" y="477"/>
                    </a:lnTo>
                    <a:lnTo>
                      <a:pt x="2314" y="478"/>
                    </a:lnTo>
                    <a:lnTo>
                      <a:pt x="2315" y="479"/>
                    </a:lnTo>
                    <a:lnTo>
                      <a:pt x="2316" y="479"/>
                    </a:lnTo>
                    <a:lnTo>
                      <a:pt x="2316" y="480"/>
                    </a:lnTo>
                    <a:lnTo>
                      <a:pt x="2317" y="482"/>
                    </a:lnTo>
                    <a:lnTo>
                      <a:pt x="2317" y="482"/>
                    </a:lnTo>
                    <a:lnTo>
                      <a:pt x="2318" y="483"/>
                    </a:lnTo>
                    <a:lnTo>
                      <a:pt x="2318" y="483"/>
                    </a:lnTo>
                    <a:lnTo>
                      <a:pt x="2319" y="485"/>
                    </a:lnTo>
                    <a:lnTo>
                      <a:pt x="2320" y="486"/>
                    </a:lnTo>
                    <a:lnTo>
                      <a:pt x="2320" y="488"/>
                    </a:lnTo>
                    <a:lnTo>
                      <a:pt x="2321" y="490"/>
                    </a:lnTo>
                    <a:lnTo>
                      <a:pt x="2321" y="490"/>
                    </a:lnTo>
                    <a:lnTo>
                      <a:pt x="2322" y="491"/>
                    </a:lnTo>
                    <a:lnTo>
                      <a:pt x="2322" y="491"/>
                    </a:lnTo>
                    <a:lnTo>
                      <a:pt x="2323" y="491"/>
                    </a:lnTo>
                    <a:lnTo>
                      <a:pt x="2324" y="492"/>
                    </a:lnTo>
                    <a:lnTo>
                      <a:pt x="2324" y="492"/>
                    </a:lnTo>
                    <a:lnTo>
                      <a:pt x="2325" y="493"/>
                    </a:lnTo>
                    <a:lnTo>
                      <a:pt x="2325" y="494"/>
                    </a:lnTo>
                    <a:lnTo>
                      <a:pt x="2326" y="493"/>
                    </a:lnTo>
                    <a:lnTo>
                      <a:pt x="2327" y="494"/>
                    </a:lnTo>
                    <a:lnTo>
                      <a:pt x="2327" y="494"/>
                    </a:lnTo>
                    <a:lnTo>
                      <a:pt x="2328" y="494"/>
                    </a:lnTo>
                    <a:lnTo>
                      <a:pt x="2328" y="496"/>
                    </a:lnTo>
                    <a:lnTo>
                      <a:pt x="2329" y="497"/>
                    </a:lnTo>
                    <a:lnTo>
                      <a:pt x="2330" y="498"/>
                    </a:lnTo>
                    <a:lnTo>
                      <a:pt x="2330" y="499"/>
                    </a:lnTo>
                    <a:lnTo>
                      <a:pt x="2331" y="499"/>
                    </a:lnTo>
                    <a:lnTo>
                      <a:pt x="2331" y="499"/>
                    </a:lnTo>
                    <a:lnTo>
                      <a:pt x="2332" y="498"/>
                    </a:lnTo>
                    <a:lnTo>
                      <a:pt x="2332" y="498"/>
                    </a:lnTo>
                    <a:lnTo>
                      <a:pt x="2333" y="498"/>
                    </a:lnTo>
                    <a:lnTo>
                      <a:pt x="2334" y="497"/>
                    </a:lnTo>
                    <a:lnTo>
                      <a:pt x="2334" y="496"/>
                    </a:lnTo>
                    <a:lnTo>
                      <a:pt x="2335" y="495"/>
                    </a:lnTo>
                    <a:lnTo>
                      <a:pt x="2335" y="495"/>
                    </a:lnTo>
                    <a:lnTo>
                      <a:pt x="2336" y="496"/>
                    </a:lnTo>
                    <a:lnTo>
                      <a:pt x="2336" y="497"/>
                    </a:lnTo>
                    <a:lnTo>
                      <a:pt x="2337" y="497"/>
                    </a:lnTo>
                    <a:lnTo>
                      <a:pt x="2337" y="497"/>
                    </a:lnTo>
                    <a:lnTo>
                      <a:pt x="2338" y="497"/>
                    </a:lnTo>
                    <a:lnTo>
                      <a:pt x="2339" y="495"/>
                    </a:lnTo>
                    <a:lnTo>
                      <a:pt x="2339" y="494"/>
                    </a:lnTo>
                    <a:lnTo>
                      <a:pt x="2340" y="494"/>
                    </a:lnTo>
                    <a:lnTo>
                      <a:pt x="2340" y="493"/>
                    </a:lnTo>
                    <a:lnTo>
                      <a:pt x="2341" y="492"/>
                    </a:lnTo>
                    <a:lnTo>
                      <a:pt x="2342" y="491"/>
                    </a:lnTo>
                    <a:lnTo>
                      <a:pt x="2342" y="489"/>
                    </a:lnTo>
                    <a:lnTo>
                      <a:pt x="2343" y="488"/>
                    </a:lnTo>
                    <a:lnTo>
                      <a:pt x="2343" y="488"/>
                    </a:lnTo>
                    <a:lnTo>
                      <a:pt x="2344" y="487"/>
                    </a:lnTo>
                    <a:lnTo>
                      <a:pt x="2345" y="486"/>
                    </a:lnTo>
                    <a:lnTo>
                      <a:pt x="2345" y="485"/>
                    </a:lnTo>
                    <a:lnTo>
                      <a:pt x="2346" y="484"/>
                    </a:lnTo>
                    <a:lnTo>
                      <a:pt x="2346" y="483"/>
                    </a:lnTo>
                    <a:lnTo>
                      <a:pt x="2347" y="483"/>
                    </a:lnTo>
                    <a:lnTo>
                      <a:pt x="2348" y="482"/>
                    </a:lnTo>
                    <a:lnTo>
                      <a:pt x="2348" y="482"/>
                    </a:lnTo>
                    <a:lnTo>
                      <a:pt x="2349" y="482"/>
                    </a:lnTo>
                    <a:lnTo>
                      <a:pt x="2349" y="480"/>
                    </a:lnTo>
                    <a:lnTo>
                      <a:pt x="2350" y="479"/>
                    </a:lnTo>
                    <a:lnTo>
                      <a:pt x="2350" y="479"/>
                    </a:lnTo>
                    <a:lnTo>
                      <a:pt x="2351" y="477"/>
                    </a:lnTo>
                    <a:lnTo>
                      <a:pt x="2351" y="476"/>
                    </a:lnTo>
                    <a:lnTo>
                      <a:pt x="2352" y="475"/>
                    </a:lnTo>
                    <a:lnTo>
                      <a:pt x="2353" y="474"/>
                    </a:lnTo>
                    <a:lnTo>
                      <a:pt x="2353" y="474"/>
                    </a:lnTo>
                    <a:lnTo>
                      <a:pt x="2354" y="472"/>
                    </a:lnTo>
                    <a:lnTo>
                      <a:pt x="2354" y="470"/>
                    </a:lnTo>
                    <a:lnTo>
                      <a:pt x="2355" y="470"/>
                    </a:lnTo>
                    <a:lnTo>
                      <a:pt x="2355" y="469"/>
                    </a:lnTo>
                    <a:lnTo>
                      <a:pt x="2356" y="468"/>
                    </a:lnTo>
                    <a:lnTo>
                      <a:pt x="2357" y="467"/>
                    </a:lnTo>
                    <a:lnTo>
                      <a:pt x="2357" y="467"/>
                    </a:lnTo>
                    <a:lnTo>
                      <a:pt x="2358" y="466"/>
                    </a:lnTo>
                    <a:lnTo>
                      <a:pt x="2358" y="465"/>
                    </a:lnTo>
                    <a:lnTo>
                      <a:pt x="2359" y="465"/>
                    </a:lnTo>
                    <a:lnTo>
                      <a:pt x="2360" y="465"/>
                    </a:lnTo>
                    <a:lnTo>
                      <a:pt x="2360" y="465"/>
                    </a:lnTo>
                    <a:lnTo>
                      <a:pt x="2361" y="464"/>
                    </a:lnTo>
                    <a:lnTo>
                      <a:pt x="2361" y="464"/>
                    </a:lnTo>
                    <a:lnTo>
                      <a:pt x="2362" y="464"/>
                    </a:lnTo>
                    <a:lnTo>
                      <a:pt x="2363" y="464"/>
                    </a:lnTo>
                    <a:lnTo>
                      <a:pt x="2363" y="464"/>
                    </a:lnTo>
                    <a:lnTo>
                      <a:pt x="2364" y="463"/>
                    </a:lnTo>
                    <a:lnTo>
                      <a:pt x="2364" y="462"/>
                    </a:lnTo>
                    <a:lnTo>
                      <a:pt x="2365" y="461"/>
                    </a:lnTo>
                    <a:lnTo>
                      <a:pt x="2365" y="461"/>
                    </a:lnTo>
                    <a:lnTo>
                      <a:pt x="2366" y="460"/>
                    </a:lnTo>
                    <a:lnTo>
                      <a:pt x="2367" y="459"/>
                    </a:lnTo>
                    <a:lnTo>
                      <a:pt x="2367" y="459"/>
                    </a:lnTo>
                    <a:lnTo>
                      <a:pt x="2368" y="459"/>
                    </a:lnTo>
                    <a:lnTo>
                      <a:pt x="2368" y="458"/>
                    </a:lnTo>
                    <a:lnTo>
                      <a:pt x="2369" y="458"/>
                    </a:lnTo>
                    <a:lnTo>
                      <a:pt x="2369" y="458"/>
                    </a:lnTo>
                    <a:lnTo>
                      <a:pt x="2370" y="457"/>
                    </a:lnTo>
                    <a:lnTo>
                      <a:pt x="2370" y="457"/>
                    </a:lnTo>
                    <a:lnTo>
                      <a:pt x="2371" y="458"/>
                    </a:lnTo>
                    <a:lnTo>
                      <a:pt x="2372" y="458"/>
                    </a:lnTo>
                    <a:lnTo>
                      <a:pt x="2372" y="459"/>
                    </a:lnTo>
                    <a:lnTo>
                      <a:pt x="2373" y="460"/>
                    </a:lnTo>
                    <a:lnTo>
                      <a:pt x="2373" y="459"/>
                    </a:lnTo>
                    <a:lnTo>
                      <a:pt x="2374" y="459"/>
                    </a:lnTo>
                  </a:path>
                </a:pathLst>
              </a:custGeom>
              <a:noFill/>
              <a:ln w="38100" cap="flat">
                <a:solidFill>
                  <a:srgbClr val="FF0000">
                    <a:alpha val="50196"/>
                  </a:srgb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5" name="Rectangle 95">
              <a:extLst>
                <a:ext uri="{FF2B5EF4-FFF2-40B4-BE49-F238E27FC236}">
                  <a16:creationId xmlns:a16="http://schemas.microsoft.com/office/drawing/2014/main" id="{694DFA54-9A1D-66CB-289D-992750E4A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409" y="3815644"/>
              <a:ext cx="671659" cy="106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 Seconds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7" name="Rectangle 95">
              <a:extLst>
                <a:ext uri="{FF2B5EF4-FFF2-40B4-BE49-F238E27FC236}">
                  <a16:creationId xmlns:a16="http://schemas.microsoft.com/office/drawing/2014/main" id="{ED936469-3143-2FE7-8734-77C3E2445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117" y="3220839"/>
              <a:ext cx="1192634" cy="96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Arial" panose="020B0604020202020204" pitchFamily="34" charset="0"/>
                </a:rPr>
                <a:t>One Hour of EOG Data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9" name="Rectangle 95">
              <a:extLst>
                <a:ext uri="{FF2B5EF4-FFF2-40B4-BE49-F238E27FC236}">
                  <a16:creationId xmlns:a16="http://schemas.microsoft.com/office/drawing/2014/main" id="{27CE799E-88B0-4DE8-9363-0019E2577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2319" y="2684631"/>
              <a:ext cx="1791144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Occurred after 9.589 minutes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2" name="Rectangle 95">
              <a:extLst>
                <a:ext uri="{FF2B5EF4-FFF2-40B4-BE49-F238E27FC236}">
                  <a16:creationId xmlns:a16="http://schemas.microsoft.com/office/drawing/2014/main" id="{F292F249-8314-78F9-A0E2-9EB795E0D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2745" y="2480560"/>
              <a:ext cx="1686359" cy="106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panose="020B0604020202020204" pitchFamily="34" charset="0"/>
                </a:rPr>
                <a:t>Occurred after 55.08 minutes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84E8E3C7-3E3A-DB54-D957-E4331541A237}"/>
                </a:ext>
              </a:extLst>
            </p:cNvPr>
            <p:cNvCxnSpPr/>
            <p:nvPr/>
          </p:nvCxnSpPr>
          <p:spPr>
            <a:xfrm flipH="1">
              <a:off x="2933701" y="2810130"/>
              <a:ext cx="123825" cy="168734"/>
            </a:xfrm>
            <a:prstGeom prst="straightConnector1">
              <a:avLst/>
            </a:prstGeom>
            <a:ln w="9525">
              <a:solidFill>
                <a:schemeClr val="bg1">
                  <a:lumMod val="75000"/>
                </a:scheme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4F1C911A-84F5-876F-EC92-0B9BA1BF28F4}"/>
                </a:ext>
              </a:extLst>
            </p:cNvPr>
            <p:cNvCxnSpPr/>
            <p:nvPr/>
          </p:nvCxnSpPr>
          <p:spPr>
            <a:xfrm flipH="1">
              <a:off x="2502695" y="2600640"/>
              <a:ext cx="123825" cy="168734"/>
            </a:xfrm>
            <a:prstGeom prst="straightConnector1">
              <a:avLst/>
            </a:prstGeom>
            <a:ln w="9525">
              <a:solidFill>
                <a:schemeClr val="bg1">
                  <a:lumMod val="75000"/>
                </a:scheme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C722E0D7-8271-A89F-E387-1D7718F065DF}"/>
              </a:ext>
            </a:extLst>
          </p:cNvPr>
          <p:cNvSpPr txBox="1"/>
          <p:nvPr/>
        </p:nvSpPr>
        <p:spPr>
          <a:xfrm>
            <a:off x="104775" y="142875"/>
            <a:ext cx="1955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EOG Sample 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3BEA0-4235-15F2-DC5E-93CDD45A456F}"/>
              </a:ext>
            </a:extLst>
          </p:cNvPr>
          <p:cNvSpPr txBox="1"/>
          <p:nvPr/>
        </p:nvSpPr>
        <p:spPr>
          <a:xfrm>
            <a:off x="6096000" y="1362355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&gt;&gt; [</a:t>
            </a:r>
            <a:r>
              <a:rPr lang="en-US" sz="900" dirty="0" err="1">
                <a:solidFill>
                  <a:srgbClr val="FF0000"/>
                </a:solidFill>
              </a:rPr>
              <a:t>momp_out</a:t>
            </a:r>
            <a:r>
              <a:rPr lang="en-US" sz="900" dirty="0">
                <a:solidFill>
                  <a:srgbClr val="FF0000"/>
                </a:solidFill>
              </a:rPr>
              <a:t>, </a:t>
            </a:r>
            <a:r>
              <a:rPr lang="en-US" sz="900" dirty="0" err="1">
                <a:solidFill>
                  <a:srgbClr val="FF0000"/>
                </a:solidFill>
              </a:rPr>
              <a:t>momp_loc</a:t>
            </a:r>
            <a:r>
              <a:rPr lang="en-US" sz="900" dirty="0">
                <a:solidFill>
                  <a:srgbClr val="FF0000"/>
                </a:solidFill>
              </a:rPr>
              <a:t>] = momp_v5( EOG_one_hour_50_Hz' , 1024, 1, 0, 0);</a:t>
            </a:r>
          </a:p>
          <a:p>
            <a:r>
              <a:rPr lang="en-US" sz="900" dirty="0">
                <a:solidFill>
                  <a:srgbClr val="FF0000"/>
                </a:solidFill>
              </a:rPr>
              <a:t>T is length 180000, and m is set to 1024</a:t>
            </a:r>
          </a:p>
          <a:p>
            <a:r>
              <a:rPr lang="en-US" sz="900" dirty="0">
                <a:solidFill>
                  <a:srgbClr val="FF0000"/>
                </a:solidFill>
              </a:rPr>
              <a:t>Starting </a:t>
            </a:r>
            <a:r>
              <a:rPr lang="en-US" sz="900" dirty="0" err="1">
                <a:solidFill>
                  <a:srgbClr val="FF0000"/>
                </a:solidFill>
              </a:rPr>
              <a:t>downsampling</a:t>
            </a:r>
            <a:r>
              <a:rPr lang="en-US" sz="900" dirty="0">
                <a:solidFill>
                  <a:srgbClr val="FF0000"/>
                </a:solidFill>
              </a:rPr>
              <a:t> rate: 16</a:t>
            </a:r>
          </a:p>
          <a:p>
            <a:r>
              <a:rPr lang="en-US" sz="900" dirty="0">
                <a:solidFill>
                  <a:srgbClr val="FF0000"/>
                </a:solidFill>
              </a:rPr>
              <a:t>====== MOMP ======</a:t>
            </a:r>
          </a:p>
          <a:p>
            <a:r>
              <a:rPr lang="en-US" sz="900" dirty="0">
                <a:solidFill>
                  <a:srgbClr val="FF0000"/>
                </a:solidFill>
              </a:rPr>
              <a:t>MOMP : Tpaa1in16 | BSF: 9.29 {1363, 157937} | </a:t>
            </a:r>
            <a:r>
              <a:rPr lang="en-US" sz="900" dirty="0" err="1">
                <a:solidFill>
                  <a:srgbClr val="FF0000"/>
                </a:solidFill>
              </a:rPr>
              <a:t>localBSF</a:t>
            </a:r>
            <a:r>
              <a:rPr lang="en-US" sz="900" dirty="0">
                <a:solidFill>
                  <a:srgbClr val="FF0000"/>
                </a:solidFill>
              </a:rPr>
              <a:t>: 9.52 {1361, 157937} | pruning: 0.0000 | Time: 0.78</a:t>
            </a:r>
          </a:p>
          <a:p>
            <a:r>
              <a:rPr lang="en-US" sz="900" dirty="0">
                <a:solidFill>
                  <a:srgbClr val="FF0000"/>
                </a:solidFill>
              </a:rPr>
              <a:t>MOMP : Tpaa1in8 | BSF: 8.53 {62464, 83129} | </a:t>
            </a:r>
            <a:r>
              <a:rPr lang="en-US" sz="900" dirty="0" err="1">
                <a:solidFill>
                  <a:srgbClr val="FF0000"/>
                </a:solidFill>
              </a:rPr>
              <a:t>localBSF</a:t>
            </a:r>
            <a:r>
              <a:rPr lang="en-US" sz="900" dirty="0">
                <a:solidFill>
                  <a:srgbClr val="FF0000"/>
                </a:solidFill>
              </a:rPr>
              <a:t>: 8.57 {62457, 83121} | pruning: 0.0096 | Time: 4.01</a:t>
            </a:r>
          </a:p>
          <a:p>
            <a:r>
              <a:rPr lang="en-US" sz="900" dirty="0">
                <a:solidFill>
                  <a:srgbClr val="FF0000"/>
                </a:solidFill>
              </a:rPr>
              <a:t>MOMP : Tpaa1in4 | BSF: 8.53 {62464, 83129} | </a:t>
            </a:r>
            <a:r>
              <a:rPr lang="en-US" sz="900" dirty="0" err="1">
                <a:solidFill>
                  <a:srgbClr val="FF0000"/>
                </a:solidFill>
              </a:rPr>
              <a:t>localBSF</a:t>
            </a:r>
            <a:r>
              <a:rPr lang="en-US" sz="900" dirty="0">
                <a:solidFill>
                  <a:srgbClr val="FF0000"/>
                </a:solidFill>
              </a:rPr>
              <a:t>: 8.57 {62457, 83121} | pruning: 0.5770 | Time: 15.04</a:t>
            </a:r>
          </a:p>
          <a:p>
            <a:r>
              <a:rPr lang="en-US" sz="900" dirty="0">
                <a:solidFill>
                  <a:srgbClr val="FF0000"/>
                </a:solidFill>
              </a:rPr>
              <a:t>MOMP : Tpaa1in2 | BSF: 8.48 {62487, 83152} | </a:t>
            </a:r>
            <a:r>
              <a:rPr lang="en-US" sz="900" dirty="0" err="1">
                <a:solidFill>
                  <a:srgbClr val="FF0000"/>
                </a:solidFill>
              </a:rPr>
              <a:t>localBSF</a:t>
            </a:r>
            <a:r>
              <a:rPr lang="en-US" sz="900" dirty="0">
                <a:solidFill>
                  <a:srgbClr val="FF0000"/>
                </a:solidFill>
              </a:rPr>
              <a:t>: 8.54 {62487, 83153} | pruning: 0.9140 | Time: 22.63</a:t>
            </a:r>
          </a:p>
          <a:p>
            <a:r>
              <a:rPr lang="en-US" sz="900" dirty="0">
                <a:solidFill>
                  <a:srgbClr val="FF0000"/>
                </a:solidFill>
              </a:rPr>
              <a:t>MOMP : Tpaa1in1 | BSF: 8.47 {62478, 83143} | Tot Time: 23.49s </a:t>
            </a:r>
          </a:p>
          <a:p>
            <a:r>
              <a:rPr lang="en-US" sz="900" dirty="0">
                <a:solidFill>
                  <a:srgbClr val="FF0000"/>
                </a:solidFill>
              </a:rPr>
              <a:t>====== Profiling Summary ======</a:t>
            </a:r>
          </a:p>
          <a:p>
            <a:r>
              <a:rPr lang="en-US" sz="900" dirty="0">
                <a:solidFill>
                  <a:srgbClr val="FF0000"/>
                </a:solidFill>
              </a:rPr>
              <a:t>Tot KTIP time : 0.07s  (0.00 of </a:t>
            </a:r>
            <a:r>
              <a:rPr lang="en-US" sz="900" dirty="0" err="1">
                <a:solidFill>
                  <a:srgbClr val="FF0000"/>
                </a:solidFill>
              </a:rPr>
              <a:t>momp</a:t>
            </a:r>
            <a:r>
              <a:rPr lang="en-US" sz="900" dirty="0">
                <a:solidFill>
                  <a:srgbClr val="FF0000"/>
                </a:solidFill>
              </a:rPr>
              <a:t> time)</a:t>
            </a:r>
          </a:p>
          <a:p>
            <a:r>
              <a:rPr lang="en-US" sz="900" dirty="0">
                <a:solidFill>
                  <a:srgbClr val="FF0000"/>
                </a:solidFill>
              </a:rPr>
              <a:t>Tot UAMP time : 16.97s  (0.72 of </a:t>
            </a:r>
            <a:r>
              <a:rPr lang="en-US" sz="900" dirty="0" err="1">
                <a:solidFill>
                  <a:srgbClr val="FF0000"/>
                </a:solidFill>
              </a:rPr>
              <a:t>momp</a:t>
            </a:r>
            <a:r>
              <a:rPr lang="en-US" sz="900" dirty="0">
                <a:solidFill>
                  <a:srgbClr val="FF0000"/>
                </a:solidFill>
              </a:rPr>
              <a:t> time)</a:t>
            </a:r>
          </a:p>
          <a:p>
            <a:r>
              <a:rPr lang="en-US" sz="900" dirty="0">
                <a:solidFill>
                  <a:srgbClr val="FF0000"/>
                </a:solidFill>
              </a:rPr>
              <a:t>Tot LBMP time : 5.03s  (0.21 of </a:t>
            </a:r>
            <a:r>
              <a:rPr lang="en-US" sz="900" dirty="0" err="1">
                <a:solidFill>
                  <a:srgbClr val="FF0000"/>
                </a:solidFill>
              </a:rPr>
              <a:t>momp</a:t>
            </a:r>
            <a:r>
              <a:rPr lang="en-US" sz="900" dirty="0">
                <a:solidFill>
                  <a:srgbClr val="FF0000"/>
                </a:solidFill>
              </a:rPr>
              <a:t> time)</a:t>
            </a:r>
          </a:p>
          <a:p>
            <a:r>
              <a:rPr lang="en-US" sz="900" dirty="0">
                <a:solidFill>
                  <a:srgbClr val="FF0000"/>
                </a:solidFill>
              </a:rPr>
              <a:t>Tot Refine time : 0.03s  (0.00 of </a:t>
            </a:r>
            <a:r>
              <a:rPr lang="en-US" sz="900" dirty="0" err="1">
                <a:solidFill>
                  <a:srgbClr val="FF0000"/>
                </a:solidFill>
              </a:rPr>
              <a:t>momp</a:t>
            </a:r>
            <a:r>
              <a:rPr lang="en-US" sz="900" dirty="0">
                <a:solidFill>
                  <a:srgbClr val="FF0000"/>
                </a:solidFill>
              </a:rPr>
              <a:t> time)</a:t>
            </a:r>
          </a:p>
          <a:p>
            <a:r>
              <a:rPr lang="en-US" sz="900" dirty="0">
                <a:solidFill>
                  <a:srgbClr val="FF0000"/>
                </a:solidFill>
              </a:rPr>
              <a:t>Tot Prune time : 0.50s  (0.02 of </a:t>
            </a:r>
            <a:r>
              <a:rPr lang="en-US" sz="900" dirty="0" err="1">
                <a:solidFill>
                  <a:srgbClr val="FF0000"/>
                </a:solidFill>
              </a:rPr>
              <a:t>momp</a:t>
            </a:r>
            <a:r>
              <a:rPr lang="en-US" sz="900" dirty="0">
                <a:solidFill>
                  <a:srgbClr val="FF0000"/>
                </a:solidFill>
              </a:rPr>
              <a:t> time)</a:t>
            </a:r>
          </a:p>
          <a:p>
            <a:r>
              <a:rPr lang="en-US" sz="900" dirty="0">
                <a:solidFill>
                  <a:srgbClr val="FF0000"/>
                </a:solidFill>
              </a:rPr>
              <a:t> </a:t>
            </a:r>
          </a:p>
          <a:p>
            <a:endParaRPr lang="en-US" sz="900" dirty="0"/>
          </a:p>
          <a:p>
            <a:r>
              <a:rPr lang="en-US" sz="900" dirty="0">
                <a:solidFill>
                  <a:srgbClr val="7030A0"/>
                </a:solidFill>
              </a:rPr>
              <a:t>&gt;&gt; [</a:t>
            </a:r>
            <a:r>
              <a:rPr lang="en-US" sz="900" dirty="0" err="1">
                <a:solidFill>
                  <a:srgbClr val="7030A0"/>
                </a:solidFill>
              </a:rPr>
              <a:t>momp_out</a:t>
            </a:r>
            <a:r>
              <a:rPr lang="en-US" sz="900" dirty="0">
                <a:solidFill>
                  <a:srgbClr val="7030A0"/>
                </a:solidFill>
              </a:rPr>
              <a:t>, </a:t>
            </a:r>
            <a:r>
              <a:rPr lang="en-US" sz="900" dirty="0" err="1">
                <a:solidFill>
                  <a:srgbClr val="7030A0"/>
                </a:solidFill>
              </a:rPr>
              <a:t>momp_loc</a:t>
            </a:r>
            <a:r>
              <a:rPr lang="en-US" sz="900" dirty="0">
                <a:solidFill>
                  <a:srgbClr val="7030A0"/>
                </a:solidFill>
              </a:rPr>
              <a:t>] = momp_v5( EOG_one_hour_400_Hz' , 8192, 1, 0, 0);</a:t>
            </a:r>
          </a:p>
          <a:p>
            <a:r>
              <a:rPr lang="en-US" sz="900" dirty="0">
                <a:solidFill>
                  <a:srgbClr val="7030A0"/>
                </a:solidFill>
              </a:rPr>
              <a:t>T is length 1439997, and m is set to 8192</a:t>
            </a:r>
          </a:p>
          <a:p>
            <a:r>
              <a:rPr lang="en-US" sz="900" dirty="0">
                <a:solidFill>
                  <a:srgbClr val="7030A0"/>
                </a:solidFill>
              </a:rPr>
              <a:t>Starting </a:t>
            </a:r>
            <a:r>
              <a:rPr lang="en-US" sz="900" dirty="0" err="1">
                <a:solidFill>
                  <a:srgbClr val="7030A0"/>
                </a:solidFill>
              </a:rPr>
              <a:t>downsampling</a:t>
            </a:r>
            <a:r>
              <a:rPr lang="en-US" sz="900" dirty="0">
                <a:solidFill>
                  <a:srgbClr val="7030A0"/>
                </a:solidFill>
              </a:rPr>
              <a:t> rate: 128</a:t>
            </a:r>
          </a:p>
          <a:p>
            <a:r>
              <a:rPr lang="en-US" sz="900" dirty="0">
                <a:solidFill>
                  <a:srgbClr val="7030A0"/>
                </a:solidFill>
              </a:rPr>
              <a:t>====== MOMP ======</a:t>
            </a:r>
          </a:p>
          <a:p>
            <a:r>
              <a:rPr lang="en-US" sz="900" dirty="0">
                <a:solidFill>
                  <a:srgbClr val="7030A0"/>
                </a:solidFill>
              </a:rPr>
              <a:t>MOMP : Tpaa1in128 | BSF: 41.60 {557383, 904245} | </a:t>
            </a:r>
            <a:r>
              <a:rPr lang="en-US" sz="900" dirty="0" err="1">
                <a:solidFill>
                  <a:srgbClr val="7030A0"/>
                </a:solidFill>
              </a:rPr>
              <a:t>localBSF</a:t>
            </a:r>
            <a:r>
              <a:rPr lang="en-US" sz="900" dirty="0">
                <a:solidFill>
                  <a:srgbClr val="7030A0"/>
                </a:solidFill>
              </a:rPr>
              <a:t>: 43.90 {557313, 904193} | pruning: 0.0000 | Time: 3.63</a:t>
            </a:r>
          </a:p>
          <a:p>
            <a:r>
              <a:rPr lang="en-US" sz="900" dirty="0">
                <a:solidFill>
                  <a:srgbClr val="7030A0"/>
                </a:solidFill>
              </a:rPr>
              <a:t>MOMP : Tpaa1in64 | BSF: 33.64 {236605, 1321975} | </a:t>
            </a:r>
            <a:r>
              <a:rPr lang="en-US" sz="900" dirty="0" err="1">
                <a:solidFill>
                  <a:srgbClr val="7030A0"/>
                </a:solidFill>
              </a:rPr>
              <a:t>localBSF</a:t>
            </a:r>
            <a:r>
              <a:rPr lang="en-US" sz="900" dirty="0">
                <a:solidFill>
                  <a:srgbClr val="7030A0"/>
                </a:solidFill>
              </a:rPr>
              <a:t>: 34.21 {236609, 1321985} | pruning: 0.0000 | Time: 7.26</a:t>
            </a:r>
          </a:p>
          <a:p>
            <a:r>
              <a:rPr lang="en-US" sz="900" dirty="0">
                <a:solidFill>
                  <a:srgbClr val="7030A0"/>
                </a:solidFill>
              </a:rPr>
              <a:t>MOMP : Tpaa1in32 | BSF: 33.64 {236605, 1321975} | </a:t>
            </a:r>
            <a:r>
              <a:rPr lang="en-US" sz="900" dirty="0" err="1">
                <a:solidFill>
                  <a:srgbClr val="7030A0"/>
                </a:solidFill>
              </a:rPr>
              <a:t>localBSF</a:t>
            </a:r>
            <a:r>
              <a:rPr lang="en-US" sz="900" dirty="0">
                <a:solidFill>
                  <a:srgbClr val="7030A0"/>
                </a:solidFill>
              </a:rPr>
              <a:t>: 34.21 {236609, 1321985} | pruning: 0.0000 | Time: 18.68</a:t>
            </a:r>
          </a:p>
          <a:p>
            <a:r>
              <a:rPr lang="en-US" sz="900" dirty="0">
                <a:solidFill>
                  <a:srgbClr val="7030A0"/>
                </a:solidFill>
              </a:rPr>
              <a:t>MOMP : Tpaa1in16 | BSF: 33.64 {236615, 1321985} | </a:t>
            </a:r>
            <a:r>
              <a:rPr lang="en-US" sz="900" dirty="0" err="1">
                <a:solidFill>
                  <a:srgbClr val="7030A0"/>
                </a:solidFill>
              </a:rPr>
              <a:t>localBSF</a:t>
            </a:r>
            <a:r>
              <a:rPr lang="en-US" sz="900" dirty="0">
                <a:solidFill>
                  <a:srgbClr val="7030A0"/>
                </a:solidFill>
              </a:rPr>
              <a:t>: 34.20 {236593, 1321969} | pruning: 0.5685 | Time: 63.21</a:t>
            </a:r>
          </a:p>
          <a:p>
            <a:r>
              <a:rPr lang="en-US" sz="900" dirty="0">
                <a:solidFill>
                  <a:srgbClr val="7030A0"/>
                </a:solidFill>
              </a:rPr>
              <a:t>MOMP : Tpaa1in8 | BSF: 33.64 {236615, 1321985} | </a:t>
            </a:r>
            <a:r>
              <a:rPr lang="en-US" sz="900" dirty="0" err="1">
                <a:solidFill>
                  <a:srgbClr val="7030A0"/>
                </a:solidFill>
              </a:rPr>
              <a:t>localBSF</a:t>
            </a:r>
            <a:r>
              <a:rPr lang="en-US" sz="900" dirty="0">
                <a:solidFill>
                  <a:srgbClr val="7030A0"/>
                </a:solidFill>
              </a:rPr>
              <a:t>: 33.74 {236609, 1321977} | pruning: 0.8700 | Time: 95.43</a:t>
            </a:r>
          </a:p>
          <a:p>
            <a:r>
              <a:rPr lang="en-US" sz="900" dirty="0">
                <a:solidFill>
                  <a:srgbClr val="7030A0"/>
                </a:solidFill>
              </a:rPr>
              <a:t>MOMP : Tpaa1in4 | BSF: 33.64 {236607, 1321977} | </a:t>
            </a:r>
            <a:r>
              <a:rPr lang="en-US" sz="900" dirty="0" err="1">
                <a:solidFill>
                  <a:srgbClr val="7030A0"/>
                </a:solidFill>
              </a:rPr>
              <a:t>localBSF</a:t>
            </a:r>
            <a:r>
              <a:rPr lang="en-US" sz="900" dirty="0">
                <a:solidFill>
                  <a:srgbClr val="7030A0"/>
                </a:solidFill>
              </a:rPr>
              <a:t>: 33.68 {236601, 1321973} | pruning: 0.9671 | Time: 107.11</a:t>
            </a:r>
          </a:p>
          <a:p>
            <a:r>
              <a:rPr lang="en-US" sz="900" dirty="0">
                <a:solidFill>
                  <a:srgbClr val="7030A0"/>
                </a:solidFill>
              </a:rPr>
              <a:t>MOMP : Tpaa1in2 | BSF: 33.64 {236607, 1321977} | </a:t>
            </a:r>
            <a:r>
              <a:rPr lang="en-US" sz="900" dirty="0" err="1">
                <a:solidFill>
                  <a:srgbClr val="7030A0"/>
                </a:solidFill>
              </a:rPr>
              <a:t>localBSF</a:t>
            </a:r>
            <a:r>
              <a:rPr lang="en-US" sz="900" dirty="0">
                <a:solidFill>
                  <a:srgbClr val="7030A0"/>
                </a:solidFill>
              </a:rPr>
              <a:t>: 33.64 {236605, 1321975} | pruning: 0.9693 | Time: 110.34</a:t>
            </a:r>
          </a:p>
          <a:p>
            <a:r>
              <a:rPr lang="en-US" sz="900" dirty="0">
                <a:solidFill>
                  <a:srgbClr val="7030A0"/>
                </a:solidFill>
              </a:rPr>
              <a:t>MOMP : Tpaa1in1 | BSF: 33.64 {236605, 1321975} | Tot Time: 121.17s </a:t>
            </a:r>
          </a:p>
          <a:p>
            <a:r>
              <a:rPr lang="en-US" sz="900" dirty="0">
                <a:solidFill>
                  <a:srgbClr val="7030A0"/>
                </a:solidFill>
              </a:rPr>
              <a:t>====== Profiling Summary ======</a:t>
            </a:r>
          </a:p>
          <a:p>
            <a:r>
              <a:rPr lang="en-US" sz="900" dirty="0">
                <a:solidFill>
                  <a:srgbClr val="7030A0"/>
                </a:solidFill>
              </a:rPr>
              <a:t>Tot KTIP time : 1.96s  (0.02 of </a:t>
            </a:r>
            <a:r>
              <a:rPr lang="en-US" sz="900" dirty="0" err="1">
                <a:solidFill>
                  <a:srgbClr val="7030A0"/>
                </a:solidFill>
              </a:rPr>
              <a:t>momp</a:t>
            </a:r>
            <a:r>
              <a:rPr lang="en-US" sz="900" dirty="0">
                <a:solidFill>
                  <a:srgbClr val="7030A0"/>
                </a:solidFill>
              </a:rPr>
              <a:t> time)</a:t>
            </a:r>
          </a:p>
          <a:p>
            <a:r>
              <a:rPr lang="en-US" sz="900" dirty="0">
                <a:solidFill>
                  <a:srgbClr val="7030A0"/>
                </a:solidFill>
              </a:rPr>
              <a:t>Tot UAMP time : 78.72s  (0.65 of </a:t>
            </a:r>
            <a:r>
              <a:rPr lang="en-US" sz="900" dirty="0" err="1">
                <a:solidFill>
                  <a:srgbClr val="7030A0"/>
                </a:solidFill>
              </a:rPr>
              <a:t>momp</a:t>
            </a:r>
            <a:r>
              <a:rPr lang="en-US" sz="900" dirty="0">
                <a:solidFill>
                  <a:srgbClr val="7030A0"/>
                </a:solidFill>
              </a:rPr>
              <a:t> time)</a:t>
            </a:r>
          </a:p>
          <a:p>
            <a:r>
              <a:rPr lang="en-US" sz="900" dirty="0">
                <a:solidFill>
                  <a:srgbClr val="7030A0"/>
                </a:solidFill>
              </a:rPr>
              <a:t>Tot LBMP time : 23.41s  (0.19 of </a:t>
            </a:r>
            <a:r>
              <a:rPr lang="en-US" sz="900" dirty="0" err="1">
                <a:solidFill>
                  <a:srgbClr val="7030A0"/>
                </a:solidFill>
              </a:rPr>
              <a:t>momp</a:t>
            </a:r>
            <a:r>
              <a:rPr lang="en-US" sz="900" dirty="0">
                <a:solidFill>
                  <a:srgbClr val="7030A0"/>
                </a:solidFill>
              </a:rPr>
              <a:t> time)</a:t>
            </a:r>
          </a:p>
          <a:p>
            <a:r>
              <a:rPr lang="en-US" sz="900" dirty="0">
                <a:solidFill>
                  <a:srgbClr val="7030A0"/>
                </a:solidFill>
              </a:rPr>
              <a:t>Tot Refine time : 5.43s  (0.04 of </a:t>
            </a:r>
            <a:r>
              <a:rPr lang="en-US" sz="900" dirty="0" err="1">
                <a:solidFill>
                  <a:srgbClr val="7030A0"/>
                </a:solidFill>
              </a:rPr>
              <a:t>momp</a:t>
            </a:r>
            <a:r>
              <a:rPr lang="en-US" sz="900" dirty="0">
                <a:solidFill>
                  <a:srgbClr val="7030A0"/>
                </a:solidFill>
              </a:rPr>
              <a:t> time)</a:t>
            </a:r>
          </a:p>
          <a:p>
            <a:r>
              <a:rPr lang="en-US" sz="900" dirty="0">
                <a:solidFill>
                  <a:srgbClr val="7030A0"/>
                </a:solidFill>
              </a:rPr>
              <a:t>Tot Prune time : 0.59s  (0.00 of </a:t>
            </a:r>
            <a:r>
              <a:rPr lang="en-US" sz="900" dirty="0" err="1">
                <a:solidFill>
                  <a:srgbClr val="7030A0"/>
                </a:solidFill>
              </a:rPr>
              <a:t>momp</a:t>
            </a:r>
            <a:r>
              <a:rPr lang="en-US" sz="900" dirty="0">
                <a:solidFill>
                  <a:srgbClr val="7030A0"/>
                </a:solidFill>
              </a:rPr>
              <a:t> time)</a:t>
            </a:r>
          </a:p>
          <a:p>
            <a:r>
              <a:rPr lang="en-US" sz="900" dirty="0"/>
              <a:t>&gt;&gt;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99AF74A-A48D-94AA-D1A1-012E9C2EC6E9}"/>
              </a:ext>
            </a:extLst>
          </p:cNvPr>
          <p:cNvSpPr txBox="1"/>
          <p:nvPr/>
        </p:nvSpPr>
        <p:spPr>
          <a:xfrm>
            <a:off x="2575253" y="13039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67D17"/>
                </a:solidFill>
                <a:effectLst/>
                <a:latin typeface="JetBrains Mono"/>
              </a:rPr>
              <a:t>EOG_one_hour_50_Hz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4061048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EDA9B6-1E8E-AC9E-7F7F-4F07619EE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273" y="2393575"/>
            <a:ext cx="6021261" cy="46991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7656BA-8938-3594-FEB2-F8608B704A2C}"/>
              </a:ext>
            </a:extLst>
          </p:cNvPr>
          <p:cNvSpPr txBox="1"/>
          <p:nvPr/>
        </p:nvSpPr>
        <p:spPr>
          <a:xfrm>
            <a:off x="7473950" y="4291549"/>
            <a:ext cx="63881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&gt;&gt; [</a:t>
            </a:r>
            <a:r>
              <a:rPr lang="en-US" sz="1000" dirty="0" err="1"/>
              <a:t>momp_out</a:t>
            </a:r>
            <a:r>
              <a:rPr lang="en-US" sz="1000" dirty="0"/>
              <a:t>, </a:t>
            </a:r>
            <a:r>
              <a:rPr lang="en-US" sz="1000" dirty="0" err="1"/>
              <a:t>momp_loc</a:t>
            </a:r>
            <a:r>
              <a:rPr lang="en-US" sz="1000" dirty="0"/>
              <a:t>, scores] = momp_v5( </a:t>
            </a:r>
            <a:r>
              <a:rPr lang="en-US" sz="1000" dirty="0" err="1"/>
              <a:t>val</a:t>
            </a:r>
            <a:r>
              <a:rPr lang="en-US" sz="1000" dirty="0"/>
              <a:t>(10,1:1:end), 8192, 1, 0, 0);</a:t>
            </a:r>
          </a:p>
          <a:p>
            <a:r>
              <a:rPr lang="en-US" sz="1000" dirty="0"/>
              <a:t>T is length 6375000, and m is set to 8192</a:t>
            </a:r>
          </a:p>
          <a:p>
            <a:r>
              <a:rPr lang="en-US" sz="1000" dirty="0"/>
              <a:t>Starting </a:t>
            </a:r>
            <a:r>
              <a:rPr lang="en-US" sz="1000" dirty="0" err="1"/>
              <a:t>downsampling</a:t>
            </a:r>
            <a:r>
              <a:rPr lang="en-US" sz="1000" dirty="0"/>
              <a:t> rate: 128</a:t>
            </a:r>
          </a:p>
          <a:p>
            <a:r>
              <a:rPr lang="en-US" sz="700" dirty="0"/>
              <a:t>====== MOMP ======</a:t>
            </a:r>
          </a:p>
          <a:p>
            <a:r>
              <a:rPr lang="en-US" sz="700" dirty="0"/>
              <a:t>MOMP : Tpaa1in128 | BSF: 0.00 {4831877, 4847877} | </a:t>
            </a:r>
            <a:r>
              <a:rPr lang="en-US" sz="700" dirty="0" err="1"/>
              <a:t>localBSF</a:t>
            </a:r>
            <a:r>
              <a:rPr lang="en-US" sz="700" dirty="0"/>
              <a:t>: 0.00 {4832001, 4848001} | pruning: 0.0000 | Time: 51.84</a:t>
            </a:r>
          </a:p>
          <a:p>
            <a:r>
              <a:rPr lang="en-US" sz="700" dirty="0"/>
              <a:t>MOMP : Tpaa1in64 | BSF: 0.00 {4826630, 4842630} | </a:t>
            </a:r>
            <a:r>
              <a:rPr lang="en-US" sz="700" dirty="0" err="1"/>
              <a:t>localBSF</a:t>
            </a:r>
            <a:r>
              <a:rPr lang="en-US" sz="700" dirty="0"/>
              <a:t>: 0.00 {4826689, 4842689} | pruning: 0.0046 | Time: 247.83</a:t>
            </a:r>
          </a:p>
          <a:p>
            <a:r>
              <a:rPr lang="en-US" sz="700" dirty="0"/>
              <a:t>MOMP : Tpaa1in32 | BSF: 0.00 {4823461, 4843461} | </a:t>
            </a:r>
            <a:r>
              <a:rPr lang="en-US" sz="700" dirty="0" err="1"/>
              <a:t>localBSF</a:t>
            </a:r>
            <a:r>
              <a:rPr lang="en-US" sz="700" dirty="0"/>
              <a:t>: 0.00 {4823489, 4843489} | pruning: 0.7336 | Time: 841.28</a:t>
            </a:r>
          </a:p>
          <a:p>
            <a:r>
              <a:rPr lang="en-US" sz="700" dirty="0"/>
              <a:t>MOMP : Tpaa1in16 | BSF: 0.00 {4823380, 4839380} | </a:t>
            </a:r>
            <a:r>
              <a:rPr lang="en-US" sz="700" dirty="0" err="1"/>
              <a:t>localBSF</a:t>
            </a:r>
            <a:r>
              <a:rPr lang="en-US" sz="700" dirty="0"/>
              <a:t>: 0.00 {4823393, 4839393} | pruning: 0.9696 | Time: 976.47</a:t>
            </a:r>
          </a:p>
          <a:p>
            <a:r>
              <a:rPr lang="en-US" sz="700" dirty="0"/>
              <a:t>MOMP : Tpaa1in8 | BSF: 0.00 {4823396, 4848396} | </a:t>
            </a:r>
            <a:r>
              <a:rPr lang="en-US" sz="700" dirty="0" err="1"/>
              <a:t>localBSF</a:t>
            </a:r>
            <a:r>
              <a:rPr lang="en-US" sz="700" dirty="0"/>
              <a:t>: 0.00 {4823401, 4848401} | pruning: 0.9887 | Time: 982.88</a:t>
            </a:r>
          </a:p>
          <a:p>
            <a:r>
              <a:rPr lang="en-US" sz="700" dirty="0"/>
              <a:t>MOMP : Tpaa1in4 | BSF: 0.00 {4823396, 4848396} | </a:t>
            </a:r>
            <a:r>
              <a:rPr lang="en-US" sz="700" dirty="0" err="1"/>
              <a:t>localBSF</a:t>
            </a:r>
            <a:r>
              <a:rPr lang="en-US" sz="700" dirty="0"/>
              <a:t>: 0.00 {4823205, 4831205} | pruning: 0.9935 | Time: 986.35</a:t>
            </a:r>
          </a:p>
          <a:p>
            <a:r>
              <a:rPr lang="en-US" sz="700" dirty="0"/>
              <a:t>MOMP : Tpaa1in2 | BSF: 0.00 {4823396, 4848396} | </a:t>
            </a:r>
            <a:r>
              <a:rPr lang="en-US" sz="700" dirty="0" err="1"/>
              <a:t>localBSF</a:t>
            </a:r>
            <a:r>
              <a:rPr lang="en-US" sz="700" dirty="0"/>
              <a:t>: 0.00 {4823939, 4828939} | pruning: 0.9936 | Time: 989.62</a:t>
            </a:r>
          </a:p>
          <a:p>
            <a:r>
              <a:rPr lang="en-US" sz="700" dirty="0"/>
              <a:t>MOMP : Tpaa1in1 | BSF: 0.00 {4823203, 4828203} | Tot Time: 999.42s </a:t>
            </a:r>
          </a:p>
          <a:p>
            <a:r>
              <a:rPr lang="en-US" sz="700" dirty="0"/>
              <a:t>====== Profiling Summary ======</a:t>
            </a:r>
          </a:p>
          <a:p>
            <a:r>
              <a:rPr lang="en-US" sz="700" dirty="0"/>
              <a:t>Tot KTIP time : 15.24s  (0.02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UAMP time : 595.89s  (0.60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LBMP time : 330.27s  (0.33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Refine time : 23.32s  (0.02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Prune time : 23.23s  (0.02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694AD6-16C2-F8F0-5ECF-BD563BF603B7}"/>
              </a:ext>
            </a:extLst>
          </p:cNvPr>
          <p:cNvSpPr txBox="1"/>
          <p:nvPr/>
        </p:nvSpPr>
        <p:spPr>
          <a:xfrm>
            <a:off x="5460547" y="521091"/>
            <a:ext cx="722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https://archive.physionet.org/pn3/challenge/2018/test/te03-0024/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E2912E-91DE-0DC7-4C57-E9768D942E1C}"/>
              </a:ext>
            </a:extLst>
          </p:cNvPr>
          <p:cNvSpPr txBox="1"/>
          <p:nvPr/>
        </p:nvSpPr>
        <p:spPr>
          <a:xfrm>
            <a:off x="349250" y="0"/>
            <a:ext cx="722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00"/>
                </a:highlight>
                <a:latin typeface="Helvetica Neue"/>
              </a:rPr>
              <a:t>Electroencephalography C3-M2 Part 1</a:t>
            </a:r>
          </a:p>
          <a:p>
            <a:r>
              <a:rPr lang="en-US" dirty="0" err="1">
                <a:highlight>
                  <a:srgbClr val="00FF00"/>
                </a:highlight>
              </a:rPr>
              <a:t>CinC</a:t>
            </a:r>
            <a:r>
              <a:rPr lang="en-US" dirty="0">
                <a:highlight>
                  <a:srgbClr val="00FF00"/>
                </a:highlight>
              </a:rPr>
              <a:t> Challenge</a:t>
            </a:r>
            <a:r>
              <a:rPr lang="en-US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2690B8-72CD-F541-EDF3-612A400313E4}"/>
              </a:ext>
            </a:extLst>
          </p:cNvPr>
          <p:cNvSpPr txBox="1"/>
          <p:nvPr/>
        </p:nvSpPr>
        <p:spPr>
          <a:xfrm>
            <a:off x="9215665" y="130629"/>
            <a:ext cx="2410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CinC_Challenge.mat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C89841-3115-8345-90A9-37959E17C683}"/>
              </a:ext>
            </a:extLst>
          </p:cNvPr>
          <p:cNvSpPr txBox="1"/>
          <p:nvPr/>
        </p:nvSpPr>
        <p:spPr>
          <a:xfrm>
            <a:off x="7672615" y="1435554"/>
            <a:ext cx="33954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 noted in the paper, the best motif here is not of biological original, it is a calibration signal sent after a sensor disconnect (</a:t>
            </a:r>
            <a:r>
              <a:rPr lang="en-US" dirty="0">
                <a:highlight>
                  <a:srgbClr val="FFFF00"/>
                </a:highlight>
              </a:rPr>
              <a:t>see next slide</a:t>
            </a:r>
            <a:r>
              <a:rPr lang="en-US" dirty="0"/>
              <a:t>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FBA4D61-1574-5859-B17E-F56877D42EEE}"/>
              </a:ext>
            </a:extLst>
          </p:cNvPr>
          <p:cNvSpPr txBox="1"/>
          <p:nvPr/>
        </p:nvSpPr>
        <p:spPr>
          <a:xfrm>
            <a:off x="4663867" y="7934"/>
            <a:ext cx="6991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67D17"/>
                </a:solidFill>
                <a:effectLst/>
                <a:latin typeface="JetBrains Mono"/>
              </a:rPr>
              <a:t>EOG_one_hour_400_Hz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652220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6E2912E-91DE-0DC7-4C57-E9768D942E1C}"/>
              </a:ext>
            </a:extLst>
          </p:cNvPr>
          <p:cNvSpPr txBox="1"/>
          <p:nvPr/>
        </p:nvSpPr>
        <p:spPr>
          <a:xfrm>
            <a:off x="349250" y="0"/>
            <a:ext cx="7226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00"/>
                </a:highlight>
                <a:latin typeface="Helvetica Neue"/>
              </a:rPr>
              <a:t>Electroencephalography C3-M2 Part 2</a:t>
            </a:r>
          </a:p>
          <a:p>
            <a:r>
              <a:rPr lang="en-US" dirty="0" err="1">
                <a:highlight>
                  <a:srgbClr val="00FF00"/>
                </a:highlight>
              </a:rPr>
              <a:t>CinC</a:t>
            </a:r>
            <a:r>
              <a:rPr lang="en-US" dirty="0">
                <a:highlight>
                  <a:srgbClr val="00FF00"/>
                </a:highlight>
              </a:rPr>
              <a:t> Challenge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BC0D0-136C-E778-B146-1D2857FDC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1075"/>
            <a:ext cx="3530600" cy="2647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6DAEBA-17A5-0ACD-113E-C56A60F95EF9}"/>
              </a:ext>
            </a:extLst>
          </p:cNvPr>
          <p:cNvSpPr txBox="1"/>
          <p:nvPr/>
        </p:nvSpPr>
        <p:spPr>
          <a:xfrm>
            <a:off x="7486650" y="1198325"/>
            <a:ext cx="624205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&gt;&gt; [</a:t>
            </a:r>
            <a:r>
              <a:rPr lang="en-US" sz="700" dirty="0" err="1"/>
              <a:t>momp_out</a:t>
            </a:r>
            <a:r>
              <a:rPr lang="en-US" sz="700" dirty="0"/>
              <a:t>, </a:t>
            </a:r>
            <a:r>
              <a:rPr lang="en-US" sz="700" dirty="0" err="1"/>
              <a:t>momp_loc</a:t>
            </a:r>
            <a:r>
              <a:rPr lang="en-US" sz="700" dirty="0"/>
              <a:t>, scores] = momp_v5( </a:t>
            </a:r>
            <a:r>
              <a:rPr lang="en-US" sz="700" dirty="0" err="1"/>
              <a:t>val</a:t>
            </a:r>
            <a:r>
              <a:rPr lang="en-US" sz="700" dirty="0"/>
              <a:t>(10,1:1:end/4), 8192, 1, 0, 0);</a:t>
            </a:r>
          </a:p>
          <a:p>
            <a:r>
              <a:rPr lang="en-US" sz="700" dirty="0"/>
              <a:t>T is length 1593750, and m is set to 8192</a:t>
            </a:r>
          </a:p>
          <a:p>
            <a:r>
              <a:rPr lang="en-US" sz="700" dirty="0"/>
              <a:t>Starting </a:t>
            </a:r>
            <a:r>
              <a:rPr lang="en-US" sz="700" dirty="0" err="1"/>
              <a:t>downsampling</a:t>
            </a:r>
            <a:r>
              <a:rPr lang="en-US" sz="700" dirty="0"/>
              <a:t> rate: 128</a:t>
            </a:r>
          </a:p>
          <a:p>
            <a:r>
              <a:rPr lang="en-US" sz="700" dirty="0"/>
              <a:t>====== MOMP ======</a:t>
            </a:r>
          </a:p>
          <a:p>
            <a:r>
              <a:rPr lang="en-US" sz="700" dirty="0"/>
              <a:t>MOMP : Tpaa1in128 | BSF: 13.09 {165513, 1121790} | </a:t>
            </a:r>
            <a:r>
              <a:rPr lang="en-US" sz="700" dirty="0" err="1"/>
              <a:t>localBSF</a:t>
            </a:r>
            <a:r>
              <a:rPr lang="en-US" sz="700" dirty="0"/>
              <a:t>: 13.40 {165505, 1121793} | pruning: 0.0000 | Time: 4.97</a:t>
            </a:r>
          </a:p>
          <a:p>
            <a:r>
              <a:rPr lang="en-US" sz="700" dirty="0"/>
              <a:t>MOMP : Tpaa1in64 | BSF: 10.27 {126512, 165476} | </a:t>
            </a:r>
            <a:r>
              <a:rPr lang="en-US" sz="700" dirty="0" err="1"/>
              <a:t>localBSF</a:t>
            </a:r>
            <a:r>
              <a:rPr lang="en-US" sz="700" dirty="0"/>
              <a:t>: 11.03 {126465, 165441} | pruning: 0.0000 | Time: 10.03</a:t>
            </a:r>
          </a:p>
          <a:p>
            <a:r>
              <a:rPr lang="en-US" sz="700" dirty="0"/>
              <a:t>MOMP : Tpaa1in32 | BSF: 10.27 {126512, 165476} | </a:t>
            </a:r>
            <a:r>
              <a:rPr lang="en-US" sz="700" dirty="0" err="1"/>
              <a:t>localBSF</a:t>
            </a:r>
            <a:r>
              <a:rPr lang="en-US" sz="700" dirty="0"/>
              <a:t>: 10.94 {126497, 165473} | pruning: 0.5908 | Time: 27.94</a:t>
            </a:r>
          </a:p>
          <a:p>
            <a:r>
              <a:rPr lang="en-US" sz="700" dirty="0"/>
              <a:t>MOMP : Tpaa1in16 | BSF: 10.27 {126512, 165476} | </a:t>
            </a:r>
            <a:r>
              <a:rPr lang="en-US" sz="700" dirty="0" err="1"/>
              <a:t>localBSF</a:t>
            </a:r>
            <a:r>
              <a:rPr lang="en-US" sz="700" dirty="0"/>
              <a:t>: 10.35 {126529, 165489} | pruning: 0.8779 | Time: 40.54</a:t>
            </a:r>
          </a:p>
          <a:p>
            <a:r>
              <a:rPr lang="en-US" sz="700" dirty="0"/>
              <a:t>MOMP : Tpaa1in8 | BSF: 10.27 {126512, 165476} | </a:t>
            </a:r>
            <a:r>
              <a:rPr lang="en-US" sz="700" dirty="0" err="1"/>
              <a:t>localBSF</a:t>
            </a:r>
            <a:r>
              <a:rPr lang="en-US" sz="700" dirty="0"/>
              <a:t>: 10.34 {126521, 165481} | pruning: 0.9606 | Time: 44.79</a:t>
            </a:r>
          </a:p>
          <a:p>
            <a:r>
              <a:rPr lang="en-US" sz="700" dirty="0"/>
              <a:t>MOMP : Tpaa1in4 | BSF: 10.27 {126512, 165476} | </a:t>
            </a:r>
            <a:r>
              <a:rPr lang="en-US" sz="700" dirty="0" err="1"/>
              <a:t>localBSF</a:t>
            </a:r>
            <a:r>
              <a:rPr lang="en-US" sz="700" dirty="0"/>
              <a:t>: 10.27 {126513, 165477} | pruning: 0.9843 | Time: 46.68</a:t>
            </a:r>
          </a:p>
          <a:p>
            <a:r>
              <a:rPr lang="en-US" sz="700" dirty="0"/>
              <a:t>MOMP : Tpaa1in2 | BSF: 10.27 {126512, 165476} | </a:t>
            </a:r>
            <a:r>
              <a:rPr lang="en-US" sz="700" dirty="0" err="1"/>
              <a:t>localBSF</a:t>
            </a:r>
            <a:r>
              <a:rPr lang="en-US" sz="700" dirty="0"/>
              <a:t>: 10.27 {126511, 165475} | pruning: 0.9844 | Time: 47.75</a:t>
            </a:r>
          </a:p>
          <a:p>
            <a:r>
              <a:rPr lang="en-US" sz="700" dirty="0"/>
              <a:t>MOMP : Tpaa1in1 | BSF: 10.27 {126512, 165476} | Tot Time: 49.74s </a:t>
            </a:r>
          </a:p>
          <a:p>
            <a:r>
              <a:rPr lang="en-US" sz="700" dirty="0"/>
              <a:t>====== Profiling Summary ======</a:t>
            </a:r>
          </a:p>
          <a:p>
            <a:r>
              <a:rPr lang="en-US" sz="700" dirty="0"/>
              <a:t>Tot KTIP time : 2.92s  (0.06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UAMP time : 30.19s  (0.61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LBMP time : 9.38s  (0.19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Refine time : 4.23s  (0.09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Prune time : 0.74s  (0.01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&gt;&gt;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FE535-6B19-26F4-498F-3C30B75AB4ED}"/>
              </a:ext>
            </a:extLst>
          </p:cNvPr>
          <p:cNvSpPr txBox="1"/>
          <p:nvPr/>
        </p:nvSpPr>
        <p:spPr>
          <a:xfrm>
            <a:off x="3414207" y="1001067"/>
            <a:ext cx="24766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you ignore the calibration signal you find biological meaningful motifs (</a:t>
            </a:r>
            <a:r>
              <a:rPr lang="en-US" dirty="0">
                <a:highlight>
                  <a:srgbClr val="FFFF00"/>
                </a:highlight>
              </a:rPr>
              <a:t>see previous slide</a:t>
            </a:r>
            <a:r>
              <a:rPr lang="en-US" dirty="0"/>
              <a:t>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9D7A58-C100-B0A4-0CC2-E6D257D7812E}"/>
              </a:ext>
            </a:extLst>
          </p:cNvPr>
          <p:cNvGrpSpPr/>
          <p:nvPr/>
        </p:nvGrpSpPr>
        <p:grpSpPr>
          <a:xfrm>
            <a:off x="2662992" y="4520052"/>
            <a:ext cx="7622015" cy="2337948"/>
            <a:chOff x="2005767" y="2291747"/>
            <a:chExt cx="7622015" cy="2337948"/>
          </a:xfrm>
        </p:grpSpPr>
        <p:sp>
          <p:nvSpPr>
            <p:cNvPr id="6" name="Line 48">
              <a:extLst>
                <a:ext uri="{FF2B5EF4-FFF2-40B4-BE49-F238E27FC236}">
                  <a16:creationId xmlns:a16="http://schemas.microsoft.com/office/drawing/2014/main" id="{ED69484E-38EE-F3CF-1556-254DFA97A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7191" y="3029395"/>
              <a:ext cx="591185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49">
              <a:extLst>
                <a:ext uri="{FF2B5EF4-FFF2-40B4-BE49-F238E27FC236}">
                  <a16:creationId xmlns:a16="http://schemas.microsoft.com/office/drawing/2014/main" id="{F3AF1A7E-639C-2F75-B146-9D50F8C258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7191" y="3027814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50">
              <a:extLst>
                <a:ext uri="{FF2B5EF4-FFF2-40B4-BE49-F238E27FC236}">
                  <a16:creationId xmlns:a16="http://schemas.microsoft.com/office/drawing/2014/main" id="{EE906106-35E0-20BF-5B09-14943B572D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7916" y="3027814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51">
              <a:extLst>
                <a:ext uri="{FF2B5EF4-FFF2-40B4-BE49-F238E27FC236}">
                  <a16:creationId xmlns:a16="http://schemas.microsoft.com/office/drawing/2014/main" id="{BA733BFD-AE02-F39C-2963-3B2D9B9113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0228" y="3027814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52">
              <a:extLst>
                <a:ext uri="{FF2B5EF4-FFF2-40B4-BE49-F238E27FC236}">
                  <a16:creationId xmlns:a16="http://schemas.microsoft.com/office/drawing/2014/main" id="{02B95F7B-E146-B59C-27A6-E33D2040C2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0953" y="3027814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53">
              <a:extLst>
                <a:ext uri="{FF2B5EF4-FFF2-40B4-BE49-F238E27FC236}">
                  <a16:creationId xmlns:a16="http://schemas.microsoft.com/office/drawing/2014/main" id="{ECADC4C0-E5BA-0AFE-BE24-E1B9A6BB1C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3266" y="3027814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54">
              <a:extLst>
                <a:ext uri="{FF2B5EF4-FFF2-40B4-BE49-F238E27FC236}">
                  <a16:creationId xmlns:a16="http://schemas.microsoft.com/office/drawing/2014/main" id="{F74BA4E1-0435-D16D-7BCD-CBA0FF8DAA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15579" y="3027814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55">
              <a:extLst>
                <a:ext uri="{FF2B5EF4-FFF2-40B4-BE49-F238E27FC236}">
                  <a16:creationId xmlns:a16="http://schemas.microsoft.com/office/drawing/2014/main" id="{11E63AD1-37F1-2E52-B4CE-9019560EBB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36304" y="3027814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56">
              <a:extLst>
                <a:ext uri="{FF2B5EF4-FFF2-40B4-BE49-F238E27FC236}">
                  <a16:creationId xmlns:a16="http://schemas.microsoft.com/office/drawing/2014/main" id="{6878F4EB-BBF3-2E5C-7D47-6D733C5BBF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58616" y="3027814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57">
              <a:extLst>
                <a:ext uri="{FF2B5EF4-FFF2-40B4-BE49-F238E27FC236}">
                  <a16:creationId xmlns:a16="http://schemas.microsoft.com/office/drawing/2014/main" id="{A6E4C0F2-5004-0206-DD26-57BCA0CF39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9341" y="3027814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5">
              <a:extLst>
                <a:ext uri="{FF2B5EF4-FFF2-40B4-BE49-F238E27FC236}">
                  <a16:creationId xmlns:a16="http://schemas.microsoft.com/office/drawing/2014/main" id="{5450881C-E723-E79B-17D8-C913F17E8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8778" y="2374066"/>
              <a:ext cx="5910263" cy="564848"/>
            </a:xfrm>
            <a:custGeom>
              <a:avLst/>
              <a:gdLst>
                <a:gd name="T0" fmla="*/ 58 w 3723"/>
                <a:gd name="T1" fmla="*/ 1032 h 1345"/>
                <a:gd name="T2" fmla="*/ 116 w 3723"/>
                <a:gd name="T3" fmla="*/ 703 h 1345"/>
                <a:gd name="T4" fmla="*/ 175 w 3723"/>
                <a:gd name="T5" fmla="*/ 553 h 1345"/>
                <a:gd name="T6" fmla="*/ 233 w 3723"/>
                <a:gd name="T7" fmla="*/ 763 h 1345"/>
                <a:gd name="T8" fmla="*/ 292 w 3723"/>
                <a:gd name="T9" fmla="*/ 523 h 1345"/>
                <a:gd name="T10" fmla="*/ 351 w 3723"/>
                <a:gd name="T11" fmla="*/ 224 h 1345"/>
                <a:gd name="T12" fmla="*/ 409 w 3723"/>
                <a:gd name="T13" fmla="*/ 0 h 1345"/>
                <a:gd name="T14" fmla="*/ 468 w 3723"/>
                <a:gd name="T15" fmla="*/ 1226 h 1345"/>
                <a:gd name="T16" fmla="*/ 527 w 3723"/>
                <a:gd name="T17" fmla="*/ 1032 h 1345"/>
                <a:gd name="T18" fmla="*/ 585 w 3723"/>
                <a:gd name="T19" fmla="*/ 673 h 1345"/>
                <a:gd name="T20" fmla="*/ 644 w 3723"/>
                <a:gd name="T21" fmla="*/ 598 h 1345"/>
                <a:gd name="T22" fmla="*/ 703 w 3723"/>
                <a:gd name="T23" fmla="*/ 718 h 1345"/>
                <a:gd name="T24" fmla="*/ 761 w 3723"/>
                <a:gd name="T25" fmla="*/ 419 h 1345"/>
                <a:gd name="T26" fmla="*/ 820 w 3723"/>
                <a:gd name="T27" fmla="*/ 105 h 1345"/>
                <a:gd name="T28" fmla="*/ 878 w 3723"/>
                <a:gd name="T29" fmla="*/ 15 h 1345"/>
                <a:gd name="T30" fmla="*/ 937 w 3723"/>
                <a:gd name="T31" fmla="*/ 1121 h 1345"/>
                <a:gd name="T32" fmla="*/ 996 w 3723"/>
                <a:gd name="T33" fmla="*/ 957 h 1345"/>
                <a:gd name="T34" fmla="*/ 1054 w 3723"/>
                <a:gd name="T35" fmla="*/ 718 h 1345"/>
                <a:gd name="T36" fmla="*/ 1113 w 3723"/>
                <a:gd name="T37" fmla="*/ 703 h 1345"/>
                <a:gd name="T38" fmla="*/ 1172 w 3723"/>
                <a:gd name="T39" fmla="*/ 673 h 1345"/>
                <a:gd name="T40" fmla="*/ 1230 w 3723"/>
                <a:gd name="T41" fmla="*/ 464 h 1345"/>
                <a:gd name="T42" fmla="*/ 1289 w 3723"/>
                <a:gd name="T43" fmla="*/ 120 h 1345"/>
                <a:gd name="T44" fmla="*/ 1348 w 3723"/>
                <a:gd name="T45" fmla="*/ 1046 h 1345"/>
                <a:gd name="T46" fmla="*/ 1406 w 3723"/>
                <a:gd name="T47" fmla="*/ 1092 h 1345"/>
                <a:gd name="T48" fmla="*/ 1465 w 3723"/>
                <a:gd name="T49" fmla="*/ 837 h 1345"/>
                <a:gd name="T50" fmla="*/ 1523 w 3723"/>
                <a:gd name="T51" fmla="*/ 643 h 1345"/>
                <a:gd name="T52" fmla="*/ 1582 w 3723"/>
                <a:gd name="T53" fmla="*/ 748 h 1345"/>
                <a:gd name="T54" fmla="*/ 1641 w 3723"/>
                <a:gd name="T55" fmla="*/ 613 h 1345"/>
                <a:gd name="T56" fmla="*/ 1699 w 3723"/>
                <a:gd name="T57" fmla="*/ 434 h 1345"/>
                <a:gd name="T58" fmla="*/ 1758 w 3723"/>
                <a:gd name="T59" fmla="*/ 150 h 1345"/>
                <a:gd name="T60" fmla="*/ 1817 w 3723"/>
                <a:gd name="T61" fmla="*/ 1256 h 1345"/>
                <a:gd name="T62" fmla="*/ 1875 w 3723"/>
                <a:gd name="T63" fmla="*/ 1032 h 1345"/>
                <a:gd name="T64" fmla="*/ 1934 w 3723"/>
                <a:gd name="T65" fmla="*/ 703 h 1345"/>
                <a:gd name="T66" fmla="*/ 1992 w 3723"/>
                <a:gd name="T67" fmla="*/ 553 h 1345"/>
                <a:gd name="T68" fmla="*/ 2051 w 3723"/>
                <a:gd name="T69" fmla="*/ 763 h 1345"/>
                <a:gd name="T70" fmla="*/ 2110 w 3723"/>
                <a:gd name="T71" fmla="*/ 538 h 1345"/>
                <a:gd name="T72" fmla="*/ 2168 w 3723"/>
                <a:gd name="T73" fmla="*/ 224 h 1345"/>
                <a:gd name="T74" fmla="*/ 2227 w 3723"/>
                <a:gd name="T75" fmla="*/ 15 h 1345"/>
                <a:gd name="T76" fmla="*/ 2285 w 3723"/>
                <a:gd name="T77" fmla="*/ 1226 h 1345"/>
                <a:gd name="T78" fmla="*/ 2344 w 3723"/>
                <a:gd name="T79" fmla="*/ 1032 h 1345"/>
                <a:gd name="T80" fmla="*/ 2403 w 3723"/>
                <a:gd name="T81" fmla="*/ 673 h 1345"/>
                <a:gd name="T82" fmla="*/ 2462 w 3723"/>
                <a:gd name="T83" fmla="*/ 583 h 1345"/>
                <a:gd name="T84" fmla="*/ 2520 w 3723"/>
                <a:gd name="T85" fmla="*/ 718 h 1345"/>
                <a:gd name="T86" fmla="*/ 2579 w 3723"/>
                <a:gd name="T87" fmla="*/ 419 h 1345"/>
                <a:gd name="T88" fmla="*/ 2637 w 3723"/>
                <a:gd name="T89" fmla="*/ 105 h 1345"/>
                <a:gd name="T90" fmla="*/ 2696 w 3723"/>
                <a:gd name="T91" fmla="*/ 30 h 1345"/>
                <a:gd name="T92" fmla="*/ 2755 w 3723"/>
                <a:gd name="T93" fmla="*/ 1121 h 1345"/>
                <a:gd name="T94" fmla="*/ 2813 w 3723"/>
                <a:gd name="T95" fmla="*/ 957 h 1345"/>
                <a:gd name="T96" fmla="*/ 2872 w 3723"/>
                <a:gd name="T97" fmla="*/ 718 h 1345"/>
                <a:gd name="T98" fmla="*/ 2930 w 3723"/>
                <a:gd name="T99" fmla="*/ 688 h 1345"/>
                <a:gd name="T100" fmla="*/ 2989 w 3723"/>
                <a:gd name="T101" fmla="*/ 673 h 1345"/>
                <a:gd name="T102" fmla="*/ 3048 w 3723"/>
                <a:gd name="T103" fmla="*/ 464 h 1345"/>
                <a:gd name="T104" fmla="*/ 3107 w 3723"/>
                <a:gd name="T105" fmla="*/ 120 h 1345"/>
                <a:gd name="T106" fmla="*/ 3165 w 3723"/>
                <a:gd name="T107" fmla="*/ 1002 h 1345"/>
                <a:gd name="T108" fmla="*/ 3224 w 3723"/>
                <a:gd name="T109" fmla="*/ 1092 h 1345"/>
                <a:gd name="T110" fmla="*/ 3282 w 3723"/>
                <a:gd name="T111" fmla="*/ 837 h 1345"/>
                <a:gd name="T112" fmla="*/ 3341 w 3723"/>
                <a:gd name="T113" fmla="*/ 643 h 1345"/>
                <a:gd name="T114" fmla="*/ 3400 w 3723"/>
                <a:gd name="T115" fmla="*/ 748 h 1345"/>
                <a:gd name="T116" fmla="*/ 3458 w 3723"/>
                <a:gd name="T117" fmla="*/ 613 h 1345"/>
                <a:gd name="T118" fmla="*/ 3517 w 3723"/>
                <a:gd name="T119" fmla="*/ 449 h 1345"/>
                <a:gd name="T120" fmla="*/ 3575 w 3723"/>
                <a:gd name="T121" fmla="*/ 150 h 1345"/>
                <a:gd name="T122" fmla="*/ 3634 w 3723"/>
                <a:gd name="T123" fmla="*/ 269 h 1345"/>
                <a:gd name="T124" fmla="*/ 3693 w 3723"/>
                <a:gd name="T125" fmla="*/ 1032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23" h="1345">
                  <a:moveTo>
                    <a:pt x="0" y="1256"/>
                  </a:moveTo>
                  <a:lnTo>
                    <a:pt x="0" y="1256"/>
                  </a:lnTo>
                  <a:lnTo>
                    <a:pt x="0" y="1241"/>
                  </a:lnTo>
                  <a:lnTo>
                    <a:pt x="1" y="1241"/>
                  </a:lnTo>
                  <a:lnTo>
                    <a:pt x="1" y="1241"/>
                  </a:lnTo>
                  <a:lnTo>
                    <a:pt x="2" y="1241"/>
                  </a:lnTo>
                  <a:lnTo>
                    <a:pt x="2" y="1241"/>
                  </a:lnTo>
                  <a:lnTo>
                    <a:pt x="3" y="1241"/>
                  </a:lnTo>
                  <a:lnTo>
                    <a:pt x="3" y="1241"/>
                  </a:lnTo>
                  <a:lnTo>
                    <a:pt x="4" y="1241"/>
                  </a:lnTo>
                  <a:lnTo>
                    <a:pt x="4" y="1241"/>
                  </a:lnTo>
                  <a:lnTo>
                    <a:pt x="4" y="1241"/>
                  </a:lnTo>
                  <a:lnTo>
                    <a:pt x="5" y="1241"/>
                  </a:lnTo>
                  <a:lnTo>
                    <a:pt x="5" y="1241"/>
                  </a:lnTo>
                  <a:lnTo>
                    <a:pt x="6" y="1241"/>
                  </a:lnTo>
                  <a:lnTo>
                    <a:pt x="6" y="1241"/>
                  </a:lnTo>
                  <a:lnTo>
                    <a:pt x="7" y="1241"/>
                  </a:lnTo>
                  <a:lnTo>
                    <a:pt x="7" y="1241"/>
                  </a:lnTo>
                  <a:lnTo>
                    <a:pt x="7" y="1241"/>
                  </a:lnTo>
                  <a:lnTo>
                    <a:pt x="8" y="1241"/>
                  </a:lnTo>
                  <a:lnTo>
                    <a:pt x="9" y="1241"/>
                  </a:lnTo>
                  <a:lnTo>
                    <a:pt x="9" y="1241"/>
                  </a:lnTo>
                  <a:lnTo>
                    <a:pt x="9" y="1241"/>
                  </a:lnTo>
                  <a:lnTo>
                    <a:pt x="10" y="1241"/>
                  </a:lnTo>
                  <a:lnTo>
                    <a:pt x="10" y="1241"/>
                  </a:lnTo>
                  <a:lnTo>
                    <a:pt x="11" y="1241"/>
                  </a:lnTo>
                  <a:lnTo>
                    <a:pt x="11" y="1241"/>
                  </a:lnTo>
                  <a:lnTo>
                    <a:pt x="12" y="1241"/>
                  </a:lnTo>
                  <a:lnTo>
                    <a:pt x="12" y="1241"/>
                  </a:lnTo>
                  <a:lnTo>
                    <a:pt x="13" y="1241"/>
                  </a:lnTo>
                  <a:lnTo>
                    <a:pt x="13" y="1226"/>
                  </a:lnTo>
                  <a:lnTo>
                    <a:pt x="13" y="1226"/>
                  </a:lnTo>
                  <a:lnTo>
                    <a:pt x="14" y="1226"/>
                  </a:lnTo>
                  <a:lnTo>
                    <a:pt x="15" y="1226"/>
                  </a:lnTo>
                  <a:lnTo>
                    <a:pt x="15" y="1226"/>
                  </a:lnTo>
                  <a:lnTo>
                    <a:pt x="15" y="1211"/>
                  </a:lnTo>
                  <a:lnTo>
                    <a:pt x="16" y="1211"/>
                  </a:lnTo>
                  <a:lnTo>
                    <a:pt x="16" y="1211"/>
                  </a:lnTo>
                  <a:lnTo>
                    <a:pt x="17" y="1196"/>
                  </a:lnTo>
                  <a:lnTo>
                    <a:pt x="17" y="1196"/>
                  </a:lnTo>
                  <a:lnTo>
                    <a:pt x="18" y="1196"/>
                  </a:lnTo>
                  <a:lnTo>
                    <a:pt x="18" y="1196"/>
                  </a:lnTo>
                  <a:lnTo>
                    <a:pt x="19" y="1181"/>
                  </a:lnTo>
                  <a:lnTo>
                    <a:pt x="19" y="1181"/>
                  </a:lnTo>
                  <a:lnTo>
                    <a:pt x="19" y="1181"/>
                  </a:lnTo>
                  <a:lnTo>
                    <a:pt x="20" y="1181"/>
                  </a:lnTo>
                  <a:lnTo>
                    <a:pt x="20" y="1181"/>
                  </a:lnTo>
                  <a:lnTo>
                    <a:pt x="21" y="1181"/>
                  </a:lnTo>
                  <a:lnTo>
                    <a:pt x="21" y="1166"/>
                  </a:lnTo>
                  <a:lnTo>
                    <a:pt x="22" y="1166"/>
                  </a:lnTo>
                  <a:lnTo>
                    <a:pt x="22" y="1166"/>
                  </a:lnTo>
                  <a:lnTo>
                    <a:pt x="22" y="1166"/>
                  </a:lnTo>
                  <a:lnTo>
                    <a:pt x="23" y="1151"/>
                  </a:lnTo>
                  <a:lnTo>
                    <a:pt x="24" y="1151"/>
                  </a:lnTo>
                  <a:lnTo>
                    <a:pt x="24" y="1151"/>
                  </a:lnTo>
                  <a:lnTo>
                    <a:pt x="24" y="1151"/>
                  </a:lnTo>
                  <a:lnTo>
                    <a:pt x="25" y="1136"/>
                  </a:lnTo>
                  <a:lnTo>
                    <a:pt x="25" y="1136"/>
                  </a:lnTo>
                  <a:lnTo>
                    <a:pt x="26" y="1136"/>
                  </a:lnTo>
                  <a:lnTo>
                    <a:pt x="26" y="1136"/>
                  </a:lnTo>
                  <a:lnTo>
                    <a:pt x="27" y="1136"/>
                  </a:lnTo>
                  <a:lnTo>
                    <a:pt x="27" y="1136"/>
                  </a:lnTo>
                  <a:lnTo>
                    <a:pt x="28" y="1121"/>
                  </a:lnTo>
                  <a:lnTo>
                    <a:pt x="28" y="1121"/>
                  </a:lnTo>
                  <a:lnTo>
                    <a:pt x="28" y="1121"/>
                  </a:lnTo>
                  <a:lnTo>
                    <a:pt x="29" y="1121"/>
                  </a:lnTo>
                  <a:lnTo>
                    <a:pt x="30" y="1107"/>
                  </a:lnTo>
                  <a:lnTo>
                    <a:pt x="30" y="1107"/>
                  </a:lnTo>
                  <a:lnTo>
                    <a:pt x="30" y="1107"/>
                  </a:lnTo>
                  <a:lnTo>
                    <a:pt x="31" y="1107"/>
                  </a:lnTo>
                  <a:lnTo>
                    <a:pt x="31" y="1107"/>
                  </a:lnTo>
                  <a:lnTo>
                    <a:pt x="32" y="1107"/>
                  </a:lnTo>
                  <a:lnTo>
                    <a:pt x="32" y="1092"/>
                  </a:lnTo>
                  <a:lnTo>
                    <a:pt x="33" y="1092"/>
                  </a:lnTo>
                  <a:lnTo>
                    <a:pt x="33" y="1092"/>
                  </a:lnTo>
                  <a:lnTo>
                    <a:pt x="33" y="1092"/>
                  </a:lnTo>
                  <a:lnTo>
                    <a:pt x="34" y="1092"/>
                  </a:lnTo>
                  <a:lnTo>
                    <a:pt x="34" y="1092"/>
                  </a:lnTo>
                  <a:lnTo>
                    <a:pt x="35" y="1092"/>
                  </a:lnTo>
                  <a:lnTo>
                    <a:pt x="35" y="1092"/>
                  </a:lnTo>
                  <a:lnTo>
                    <a:pt x="36" y="1092"/>
                  </a:lnTo>
                  <a:lnTo>
                    <a:pt x="36" y="1092"/>
                  </a:lnTo>
                  <a:lnTo>
                    <a:pt x="37" y="1092"/>
                  </a:lnTo>
                  <a:lnTo>
                    <a:pt x="37" y="1092"/>
                  </a:lnTo>
                  <a:lnTo>
                    <a:pt x="37" y="1092"/>
                  </a:lnTo>
                  <a:lnTo>
                    <a:pt x="38" y="1092"/>
                  </a:lnTo>
                  <a:lnTo>
                    <a:pt x="39" y="1092"/>
                  </a:lnTo>
                  <a:lnTo>
                    <a:pt x="39" y="1092"/>
                  </a:lnTo>
                  <a:lnTo>
                    <a:pt x="39" y="1107"/>
                  </a:lnTo>
                  <a:lnTo>
                    <a:pt x="40" y="1092"/>
                  </a:lnTo>
                  <a:lnTo>
                    <a:pt x="40" y="1092"/>
                  </a:lnTo>
                  <a:lnTo>
                    <a:pt x="41" y="1092"/>
                  </a:lnTo>
                  <a:lnTo>
                    <a:pt x="41" y="1092"/>
                  </a:lnTo>
                  <a:lnTo>
                    <a:pt x="42" y="1092"/>
                  </a:lnTo>
                  <a:lnTo>
                    <a:pt x="42" y="1092"/>
                  </a:lnTo>
                  <a:lnTo>
                    <a:pt x="43" y="1092"/>
                  </a:lnTo>
                  <a:lnTo>
                    <a:pt x="43" y="1092"/>
                  </a:lnTo>
                  <a:lnTo>
                    <a:pt x="43" y="1077"/>
                  </a:lnTo>
                  <a:lnTo>
                    <a:pt x="44" y="1077"/>
                  </a:lnTo>
                  <a:lnTo>
                    <a:pt x="45" y="1077"/>
                  </a:lnTo>
                  <a:lnTo>
                    <a:pt x="45" y="1077"/>
                  </a:lnTo>
                  <a:lnTo>
                    <a:pt x="45" y="1061"/>
                  </a:lnTo>
                  <a:lnTo>
                    <a:pt x="46" y="1061"/>
                  </a:lnTo>
                  <a:lnTo>
                    <a:pt x="46" y="1061"/>
                  </a:lnTo>
                  <a:lnTo>
                    <a:pt x="47" y="1061"/>
                  </a:lnTo>
                  <a:lnTo>
                    <a:pt x="47" y="1046"/>
                  </a:lnTo>
                  <a:lnTo>
                    <a:pt x="48" y="1046"/>
                  </a:lnTo>
                  <a:lnTo>
                    <a:pt x="48" y="1046"/>
                  </a:lnTo>
                  <a:lnTo>
                    <a:pt x="48" y="1046"/>
                  </a:lnTo>
                  <a:lnTo>
                    <a:pt x="49" y="1032"/>
                  </a:lnTo>
                  <a:lnTo>
                    <a:pt x="49" y="1032"/>
                  </a:lnTo>
                  <a:lnTo>
                    <a:pt x="50" y="1032"/>
                  </a:lnTo>
                  <a:lnTo>
                    <a:pt x="50" y="1032"/>
                  </a:lnTo>
                  <a:lnTo>
                    <a:pt x="51" y="1032"/>
                  </a:lnTo>
                  <a:lnTo>
                    <a:pt x="51" y="1032"/>
                  </a:lnTo>
                  <a:lnTo>
                    <a:pt x="52" y="1032"/>
                  </a:lnTo>
                  <a:lnTo>
                    <a:pt x="52" y="1032"/>
                  </a:lnTo>
                  <a:lnTo>
                    <a:pt x="52" y="1032"/>
                  </a:lnTo>
                  <a:lnTo>
                    <a:pt x="53" y="1032"/>
                  </a:lnTo>
                  <a:lnTo>
                    <a:pt x="54" y="1032"/>
                  </a:lnTo>
                  <a:lnTo>
                    <a:pt x="54" y="1032"/>
                  </a:lnTo>
                  <a:lnTo>
                    <a:pt x="54" y="1032"/>
                  </a:lnTo>
                  <a:lnTo>
                    <a:pt x="55" y="1032"/>
                  </a:lnTo>
                  <a:lnTo>
                    <a:pt x="55" y="1032"/>
                  </a:lnTo>
                  <a:lnTo>
                    <a:pt x="56" y="1032"/>
                  </a:lnTo>
                  <a:lnTo>
                    <a:pt x="56" y="1032"/>
                  </a:lnTo>
                  <a:lnTo>
                    <a:pt x="57" y="1032"/>
                  </a:lnTo>
                  <a:lnTo>
                    <a:pt x="57" y="1032"/>
                  </a:lnTo>
                  <a:lnTo>
                    <a:pt x="58" y="1032"/>
                  </a:lnTo>
                  <a:lnTo>
                    <a:pt x="58" y="1032"/>
                  </a:lnTo>
                  <a:lnTo>
                    <a:pt x="58" y="1032"/>
                  </a:lnTo>
                  <a:lnTo>
                    <a:pt x="59" y="1046"/>
                  </a:lnTo>
                  <a:lnTo>
                    <a:pt x="59" y="1046"/>
                  </a:lnTo>
                  <a:lnTo>
                    <a:pt x="60" y="1046"/>
                  </a:lnTo>
                  <a:lnTo>
                    <a:pt x="60" y="1046"/>
                  </a:lnTo>
                  <a:lnTo>
                    <a:pt x="61" y="1046"/>
                  </a:lnTo>
                  <a:lnTo>
                    <a:pt x="61" y="1046"/>
                  </a:lnTo>
                  <a:lnTo>
                    <a:pt x="62" y="1046"/>
                  </a:lnTo>
                  <a:lnTo>
                    <a:pt x="62" y="1046"/>
                  </a:lnTo>
                  <a:lnTo>
                    <a:pt x="63" y="1046"/>
                  </a:lnTo>
                  <a:lnTo>
                    <a:pt x="63" y="1046"/>
                  </a:lnTo>
                  <a:lnTo>
                    <a:pt x="63" y="1046"/>
                  </a:lnTo>
                  <a:lnTo>
                    <a:pt x="64" y="1046"/>
                  </a:lnTo>
                  <a:lnTo>
                    <a:pt x="64" y="1046"/>
                  </a:lnTo>
                  <a:lnTo>
                    <a:pt x="65" y="1061"/>
                  </a:lnTo>
                  <a:lnTo>
                    <a:pt x="65" y="1061"/>
                  </a:lnTo>
                  <a:lnTo>
                    <a:pt x="66" y="1061"/>
                  </a:lnTo>
                  <a:lnTo>
                    <a:pt x="66" y="1061"/>
                  </a:lnTo>
                  <a:lnTo>
                    <a:pt x="67" y="1061"/>
                  </a:lnTo>
                  <a:lnTo>
                    <a:pt x="67" y="1061"/>
                  </a:lnTo>
                  <a:lnTo>
                    <a:pt x="67" y="1061"/>
                  </a:lnTo>
                  <a:lnTo>
                    <a:pt x="68" y="1061"/>
                  </a:lnTo>
                  <a:lnTo>
                    <a:pt x="69" y="1046"/>
                  </a:lnTo>
                  <a:lnTo>
                    <a:pt x="69" y="1046"/>
                  </a:lnTo>
                  <a:lnTo>
                    <a:pt x="69" y="1046"/>
                  </a:lnTo>
                  <a:lnTo>
                    <a:pt x="70" y="1046"/>
                  </a:lnTo>
                  <a:lnTo>
                    <a:pt x="70" y="1046"/>
                  </a:lnTo>
                  <a:lnTo>
                    <a:pt x="71" y="1046"/>
                  </a:lnTo>
                  <a:lnTo>
                    <a:pt x="71" y="1032"/>
                  </a:lnTo>
                  <a:lnTo>
                    <a:pt x="72" y="1032"/>
                  </a:lnTo>
                  <a:lnTo>
                    <a:pt x="72" y="1032"/>
                  </a:lnTo>
                  <a:lnTo>
                    <a:pt x="73" y="1032"/>
                  </a:lnTo>
                  <a:lnTo>
                    <a:pt x="73" y="1032"/>
                  </a:lnTo>
                  <a:lnTo>
                    <a:pt x="73" y="1032"/>
                  </a:lnTo>
                  <a:lnTo>
                    <a:pt x="74" y="1032"/>
                  </a:lnTo>
                  <a:lnTo>
                    <a:pt x="74" y="1032"/>
                  </a:lnTo>
                  <a:lnTo>
                    <a:pt x="75" y="1032"/>
                  </a:lnTo>
                  <a:lnTo>
                    <a:pt x="75" y="1032"/>
                  </a:lnTo>
                  <a:lnTo>
                    <a:pt x="76" y="1032"/>
                  </a:lnTo>
                  <a:lnTo>
                    <a:pt x="76" y="1032"/>
                  </a:lnTo>
                  <a:lnTo>
                    <a:pt x="76" y="1032"/>
                  </a:lnTo>
                  <a:lnTo>
                    <a:pt x="77" y="1032"/>
                  </a:lnTo>
                  <a:lnTo>
                    <a:pt x="78" y="1032"/>
                  </a:lnTo>
                  <a:lnTo>
                    <a:pt x="78" y="1017"/>
                  </a:lnTo>
                  <a:lnTo>
                    <a:pt x="78" y="1017"/>
                  </a:lnTo>
                  <a:lnTo>
                    <a:pt x="79" y="1017"/>
                  </a:lnTo>
                  <a:lnTo>
                    <a:pt x="79" y="1017"/>
                  </a:lnTo>
                  <a:lnTo>
                    <a:pt x="80" y="1002"/>
                  </a:lnTo>
                  <a:lnTo>
                    <a:pt x="80" y="1002"/>
                  </a:lnTo>
                  <a:lnTo>
                    <a:pt x="81" y="1002"/>
                  </a:lnTo>
                  <a:lnTo>
                    <a:pt x="81" y="987"/>
                  </a:lnTo>
                  <a:lnTo>
                    <a:pt x="82" y="987"/>
                  </a:lnTo>
                  <a:lnTo>
                    <a:pt x="82" y="987"/>
                  </a:lnTo>
                  <a:lnTo>
                    <a:pt x="82" y="987"/>
                  </a:lnTo>
                  <a:lnTo>
                    <a:pt x="83" y="987"/>
                  </a:lnTo>
                  <a:lnTo>
                    <a:pt x="84" y="972"/>
                  </a:lnTo>
                  <a:lnTo>
                    <a:pt x="84" y="972"/>
                  </a:lnTo>
                  <a:lnTo>
                    <a:pt x="84" y="972"/>
                  </a:lnTo>
                  <a:lnTo>
                    <a:pt x="85" y="972"/>
                  </a:lnTo>
                  <a:lnTo>
                    <a:pt x="85" y="957"/>
                  </a:lnTo>
                  <a:lnTo>
                    <a:pt x="86" y="957"/>
                  </a:lnTo>
                  <a:lnTo>
                    <a:pt x="86" y="957"/>
                  </a:lnTo>
                  <a:lnTo>
                    <a:pt x="87" y="957"/>
                  </a:lnTo>
                  <a:lnTo>
                    <a:pt x="87" y="942"/>
                  </a:lnTo>
                  <a:lnTo>
                    <a:pt x="88" y="942"/>
                  </a:lnTo>
                  <a:lnTo>
                    <a:pt x="88" y="942"/>
                  </a:lnTo>
                  <a:lnTo>
                    <a:pt x="89" y="927"/>
                  </a:lnTo>
                  <a:lnTo>
                    <a:pt x="89" y="927"/>
                  </a:lnTo>
                  <a:lnTo>
                    <a:pt x="89" y="927"/>
                  </a:lnTo>
                  <a:lnTo>
                    <a:pt x="90" y="912"/>
                  </a:lnTo>
                  <a:lnTo>
                    <a:pt x="90" y="912"/>
                  </a:lnTo>
                  <a:lnTo>
                    <a:pt x="91" y="912"/>
                  </a:lnTo>
                  <a:lnTo>
                    <a:pt x="91" y="912"/>
                  </a:lnTo>
                  <a:lnTo>
                    <a:pt x="92" y="897"/>
                  </a:lnTo>
                  <a:lnTo>
                    <a:pt x="92" y="897"/>
                  </a:lnTo>
                  <a:lnTo>
                    <a:pt x="93" y="897"/>
                  </a:lnTo>
                  <a:lnTo>
                    <a:pt x="93" y="897"/>
                  </a:lnTo>
                  <a:lnTo>
                    <a:pt x="93" y="882"/>
                  </a:lnTo>
                  <a:lnTo>
                    <a:pt x="94" y="882"/>
                  </a:lnTo>
                  <a:lnTo>
                    <a:pt x="95" y="882"/>
                  </a:lnTo>
                  <a:lnTo>
                    <a:pt x="95" y="882"/>
                  </a:lnTo>
                  <a:lnTo>
                    <a:pt x="95" y="882"/>
                  </a:lnTo>
                  <a:lnTo>
                    <a:pt x="96" y="867"/>
                  </a:lnTo>
                  <a:lnTo>
                    <a:pt x="96" y="867"/>
                  </a:lnTo>
                  <a:lnTo>
                    <a:pt x="97" y="867"/>
                  </a:lnTo>
                  <a:lnTo>
                    <a:pt x="97" y="867"/>
                  </a:lnTo>
                  <a:lnTo>
                    <a:pt x="98" y="867"/>
                  </a:lnTo>
                  <a:lnTo>
                    <a:pt x="98" y="867"/>
                  </a:lnTo>
                  <a:lnTo>
                    <a:pt x="99" y="852"/>
                  </a:lnTo>
                  <a:lnTo>
                    <a:pt x="99" y="852"/>
                  </a:lnTo>
                  <a:lnTo>
                    <a:pt x="99" y="852"/>
                  </a:lnTo>
                  <a:lnTo>
                    <a:pt x="100" y="852"/>
                  </a:lnTo>
                  <a:lnTo>
                    <a:pt x="100" y="837"/>
                  </a:lnTo>
                  <a:lnTo>
                    <a:pt x="101" y="837"/>
                  </a:lnTo>
                  <a:lnTo>
                    <a:pt x="101" y="837"/>
                  </a:lnTo>
                  <a:lnTo>
                    <a:pt x="102" y="822"/>
                  </a:lnTo>
                  <a:lnTo>
                    <a:pt x="102" y="822"/>
                  </a:lnTo>
                  <a:lnTo>
                    <a:pt x="103" y="808"/>
                  </a:lnTo>
                  <a:lnTo>
                    <a:pt x="103" y="808"/>
                  </a:lnTo>
                  <a:lnTo>
                    <a:pt x="104" y="808"/>
                  </a:lnTo>
                  <a:lnTo>
                    <a:pt x="104" y="793"/>
                  </a:lnTo>
                  <a:lnTo>
                    <a:pt x="104" y="793"/>
                  </a:lnTo>
                  <a:lnTo>
                    <a:pt x="105" y="778"/>
                  </a:lnTo>
                  <a:lnTo>
                    <a:pt x="105" y="778"/>
                  </a:lnTo>
                  <a:lnTo>
                    <a:pt x="106" y="763"/>
                  </a:lnTo>
                  <a:lnTo>
                    <a:pt x="106" y="763"/>
                  </a:lnTo>
                  <a:lnTo>
                    <a:pt x="107" y="763"/>
                  </a:lnTo>
                  <a:lnTo>
                    <a:pt x="107" y="748"/>
                  </a:lnTo>
                  <a:lnTo>
                    <a:pt x="108" y="748"/>
                  </a:lnTo>
                  <a:lnTo>
                    <a:pt x="108" y="748"/>
                  </a:lnTo>
                  <a:lnTo>
                    <a:pt x="108" y="733"/>
                  </a:lnTo>
                  <a:lnTo>
                    <a:pt x="109" y="733"/>
                  </a:lnTo>
                  <a:lnTo>
                    <a:pt x="110" y="733"/>
                  </a:lnTo>
                  <a:lnTo>
                    <a:pt x="110" y="733"/>
                  </a:lnTo>
                  <a:lnTo>
                    <a:pt x="110" y="733"/>
                  </a:lnTo>
                  <a:lnTo>
                    <a:pt x="111" y="733"/>
                  </a:lnTo>
                  <a:lnTo>
                    <a:pt x="111" y="733"/>
                  </a:lnTo>
                  <a:lnTo>
                    <a:pt x="112" y="733"/>
                  </a:lnTo>
                  <a:lnTo>
                    <a:pt x="112" y="733"/>
                  </a:lnTo>
                  <a:lnTo>
                    <a:pt x="113" y="718"/>
                  </a:lnTo>
                  <a:lnTo>
                    <a:pt x="113" y="718"/>
                  </a:lnTo>
                  <a:lnTo>
                    <a:pt x="114" y="718"/>
                  </a:lnTo>
                  <a:lnTo>
                    <a:pt x="114" y="718"/>
                  </a:lnTo>
                  <a:lnTo>
                    <a:pt x="114" y="718"/>
                  </a:lnTo>
                  <a:lnTo>
                    <a:pt x="115" y="718"/>
                  </a:lnTo>
                  <a:lnTo>
                    <a:pt x="115" y="718"/>
                  </a:lnTo>
                  <a:lnTo>
                    <a:pt x="116" y="703"/>
                  </a:lnTo>
                  <a:lnTo>
                    <a:pt x="116" y="703"/>
                  </a:lnTo>
                  <a:lnTo>
                    <a:pt x="117" y="703"/>
                  </a:lnTo>
                  <a:lnTo>
                    <a:pt x="117" y="703"/>
                  </a:lnTo>
                  <a:lnTo>
                    <a:pt x="117" y="703"/>
                  </a:lnTo>
                  <a:lnTo>
                    <a:pt x="118" y="703"/>
                  </a:lnTo>
                  <a:lnTo>
                    <a:pt x="119" y="703"/>
                  </a:lnTo>
                  <a:lnTo>
                    <a:pt x="119" y="703"/>
                  </a:lnTo>
                  <a:lnTo>
                    <a:pt x="119" y="703"/>
                  </a:lnTo>
                  <a:lnTo>
                    <a:pt x="120" y="688"/>
                  </a:lnTo>
                  <a:lnTo>
                    <a:pt x="120" y="688"/>
                  </a:lnTo>
                  <a:lnTo>
                    <a:pt x="121" y="688"/>
                  </a:lnTo>
                  <a:lnTo>
                    <a:pt x="121" y="688"/>
                  </a:lnTo>
                  <a:lnTo>
                    <a:pt x="122" y="688"/>
                  </a:lnTo>
                  <a:lnTo>
                    <a:pt x="122" y="688"/>
                  </a:lnTo>
                  <a:lnTo>
                    <a:pt x="123" y="673"/>
                  </a:lnTo>
                  <a:lnTo>
                    <a:pt x="123" y="673"/>
                  </a:lnTo>
                  <a:lnTo>
                    <a:pt x="123" y="673"/>
                  </a:lnTo>
                  <a:lnTo>
                    <a:pt x="124" y="673"/>
                  </a:lnTo>
                  <a:lnTo>
                    <a:pt x="125" y="673"/>
                  </a:lnTo>
                  <a:lnTo>
                    <a:pt x="125" y="673"/>
                  </a:lnTo>
                  <a:lnTo>
                    <a:pt x="125" y="673"/>
                  </a:lnTo>
                  <a:lnTo>
                    <a:pt x="126" y="673"/>
                  </a:lnTo>
                  <a:lnTo>
                    <a:pt x="126" y="673"/>
                  </a:lnTo>
                  <a:lnTo>
                    <a:pt x="127" y="688"/>
                  </a:lnTo>
                  <a:lnTo>
                    <a:pt x="127" y="688"/>
                  </a:lnTo>
                  <a:lnTo>
                    <a:pt x="128" y="688"/>
                  </a:lnTo>
                  <a:lnTo>
                    <a:pt x="128" y="688"/>
                  </a:lnTo>
                  <a:lnTo>
                    <a:pt x="129" y="688"/>
                  </a:lnTo>
                  <a:lnTo>
                    <a:pt x="129" y="688"/>
                  </a:lnTo>
                  <a:lnTo>
                    <a:pt x="129" y="673"/>
                  </a:lnTo>
                  <a:lnTo>
                    <a:pt x="130" y="673"/>
                  </a:lnTo>
                  <a:lnTo>
                    <a:pt x="130" y="673"/>
                  </a:lnTo>
                  <a:lnTo>
                    <a:pt x="131" y="673"/>
                  </a:lnTo>
                  <a:lnTo>
                    <a:pt x="131" y="673"/>
                  </a:lnTo>
                  <a:lnTo>
                    <a:pt x="132" y="688"/>
                  </a:lnTo>
                  <a:lnTo>
                    <a:pt x="132" y="688"/>
                  </a:lnTo>
                  <a:lnTo>
                    <a:pt x="132" y="688"/>
                  </a:lnTo>
                  <a:lnTo>
                    <a:pt x="133" y="688"/>
                  </a:lnTo>
                  <a:lnTo>
                    <a:pt x="134" y="688"/>
                  </a:lnTo>
                  <a:lnTo>
                    <a:pt x="134" y="688"/>
                  </a:lnTo>
                  <a:lnTo>
                    <a:pt x="134" y="688"/>
                  </a:lnTo>
                  <a:lnTo>
                    <a:pt x="135" y="688"/>
                  </a:lnTo>
                  <a:lnTo>
                    <a:pt x="135" y="688"/>
                  </a:lnTo>
                  <a:lnTo>
                    <a:pt x="136" y="688"/>
                  </a:lnTo>
                  <a:lnTo>
                    <a:pt x="136" y="688"/>
                  </a:lnTo>
                  <a:lnTo>
                    <a:pt x="137" y="688"/>
                  </a:lnTo>
                  <a:lnTo>
                    <a:pt x="137" y="703"/>
                  </a:lnTo>
                  <a:lnTo>
                    <a:pt x="138" y="703"/>
                  </a:lnTo>
                  <a:lnTo>
                    <a:pt x="138" y="703"/>
                  </a:lnTo>
                  <a:lnTo>
                    <a:pt x="138" y="703"/>
                  </a:lnTo>
                  <a:lnTo>
                    <a:pt x="139" y="703"/>
                  </a:lnTo>
                  <a:lnTo>
                    <a:pt x="140" y="703"/>
                  </a:lnTo>
                  <a:lnTo>
                    <a:pt x="140" y="703"/>
                  </a:lnTo>
                  <a:lnTo>
                    <a:pt x="140" y="718"/>
                  </a:lnTo>
                  <a:lnTo>
                    <a:pt x="141" y="718"/>
                  </a:lnTo>
                  <a:lnTo>
                    <a:pt x="141" y="718"/>
                  </a:lnTo>
                  <a:lnTo>
                    <a:pt x="142" y="718"/>
                  </a:lnTo>
                  <a:lnTo>
                    <a:pt x="142" y="718"/>
                  </a:lnTo>
                  <a:lnTo>
                    <a:pt x="143" y="718"/>
                  </a:lnTo>
                  <a:lnTo>
                    <a:pt x="143" y="718"/>
                  </a:lnTo>
                  <a:lnTo>
                    <a:pt x="143" y="718"/>
                  </a:lnTo>
                  <a:lnTo>
                    <a:pt x="144" y="718"/>
                  </a:lnTo>
                  <a:lnTo>
                    <a:pt x="144" y="718"/>
                  </a:lnTo>
                  <a:lnTo>
                    <a:pt x="145" y="718"/>
                  </a:lnTo>
                  <a:lnTo>
                    <a:pt x="145" y="718"/>
                  </a:lnTo>
                  <a:lnTo>
                    <a:pt x="146" y="718"/>
                  </a:lnTo>
                  <a:lnTo>
                    <a:pt x="146" y="718"/>
                  </a:lnTo>
                  <a:lnTo>
                    <a:pt x="147" y="718"/>
                  </a:lnTo>
                  <a:lnTo>
                    <a:pt x="147" y="718"/>
                  </a:lnTo>
                  <a:lnTo>
                    <a:pt x="147" y="718"/>
                  </a:lnTo>
                  <a:lnTo>
                    <a:pt x="148" y="718"/>
                  </a:lnTo>
                  <a:lnTo>
                    <a:pt x="149" y="703"/>
                  </a:lnTo>
                  <a:lnTo>
                    <a:pt x="149" y="703"/>
                  </a:lnTo>
                  <a:lnTo>
                    <a:pt x="149" y="703"/>
                  </a:lnTo>
                  <a:lnTo>
                    <a:pt x="150" y="703"/>
                  </a:lnTo>
                  <a:lnTo>
                    <a:pt x="150" y="703"/>
                  </a:lnTo>
                  <a:lnTo>
                    <a:pt x="151" y="703"/>
                  </a:lnTo>
                  <a:lnTo>
                    <a:pt x="151" y="688"/>
                  </a:lnTo>
                  <a:lnTo>
                    <a:pt x="152" y="688"/>
                  </a:lnTo>
                  <a:lnTo>
                    <a:pt x="152" y="688"/>
                  </a:lnTo>
                  <a:lnTo>
                    <a:pt x="153" y="688"/>
                  </a:lnTo>
                  <a:lnTo>
                    <a:pt x="153" y="688"/>
                  </a:lnTo>
                  <a:lnTo>
                    <a:pt x="153" y="688"/>
                  </a:lnTo>
                  <a:lnTo>
                    <a:pt x="154" y="688"/>
                  </a:lnTo>
                  <a:lnTo>
                    <a:pt x="155" y="673"/>
                  </a:lnTo>
                  <a:lnTo>
                    <a:pt x="155" y="673"/>
                  </a:lnTo>
                  <a:lnTo>
                    <a:pt x="155" y="673"/>
                  </a:lnTo>
                  <a:lnTo>
                    <a:pt x="156" y="673"/>
                  </a:lnTo>
                  <a:lnTo>
                    <a:pt x="156" y="673"/>
                  </a:lnTo>
                  <a:lnTo>
                    <a:pt x="157" y="673"/>
                  </a:lnTo>
                  <a:lnTo>
                    <a:pt x="157" y="673"/>
                  </a:lnTo>
                  <a:lnTo>
                    <a:pt x="158" y="658"/>
                  </a:lnTo>
                  <a:lnTo>
                    <a:pt x="158" y="658"/>
                  </a:lnTo>
                  <a:lnTo>
                    <a:pt x="158" y="658"/>
                  </a:lnTo>
                  <a:lnTo>
                    <a:pt x="159" y="658"/>
                  </a:lnTo>
                  <a:lnTo>
                    <a:pt x="159" y="643"/>
                  </a:lnTo>
                  <a:lnTo>
                    <a:pt x="160" y="643"/>
                  </a:lnTo>
                  <a:lnTo>
                    <a:pt x="160" y="643"/>
                  </a:lnTo>
                  <a:lnTo>
                    <a:pt x="161" y="643"/>
                  </a:lnTo>
                  <a:lnTo>
                    <a:pt x="161" y="643"/>
                  </a:lnTo>
                  <a:lnTo>
                    <a:pt x="162" y="643"/>
                  </a:lnTo>
                  <a:lnTo>
                    <a:pt x="162" y="643"/>
                  </a:lnTo>
                  <a:lnTo>
                    <a:pt x="162" y="628"/>
                  </a:lnTo>
                  <a:lnTo>
                    <a:pt x="163" y="628"/>
                  </a:lnTo>
                  <a:lnTo>
                    <a:pt x="164" y="628"/>
                  </a:lnTo>
                  <a:lnTo>
                    <a:pt x="164" y="628"/>
                  </a:lnTo>
                  <a:lnTo>
                    <a:pt x="164" y="628"/>
                  </a:lnTo>
                  <a:lnTo>
                    <a:pt x="165" y="613"/>
                  </a:lnTo>
                  <a:lnTo>
                    <a:pt x="165" y="613"/>
                  </a:lnTo>
                  <a:lnTo>
                    <a:pt x="166" y="613"/>
                  </a:lnTo>
                  <a:lnTo>
                    <a:pt x="166" y="613"/>
                  </a:lnTo>
                  <a:lnTo>
                    <a:pt x="167" y="613"/>
                  </a:lnTo>
                  <a:lnTo>
                    <a:pt x="167" y="598"/>
                  </a:lnTo>
                  <a:lnTo>
                    <a:pt x="168" y="598"/>
                  </a:lnTo>
                  <a:lnTo>
                    <a:pt x="168" y="598"/>
                  </a:lnTo>
                  <a:lnTo>
                    <a:pt x="168" y="598"/>
                  </a:lnTo>
                  <a:lnTo>
                    <a:pt x="169" y="598"/>
                  </a:lnTo>
                  <a:lnTo>
                    <a:pt x="169" y="598"/>
                  </a:lnTo>
                  <a:lnTo>
                    <a:pt x="170" y="583"/>
                  </a:lnTo>
                  <a:lnTo>
                    <a:pt x="170" y="583"/>
                  </a:lnTo>
                  <a:lnTo>
                    <a:pt x="171" y="583"/>
                  </a:lnTo>
                  <a:lnTo>
                    <a:pt x="171" y="583"/>
                  </a:lnTo>
                  <a:lnTo>
                    <a:pt x="172" y="583"/>
                  </a:lnTo>
                  <a:lnTo>
                    <a:pt x="172" y="583"/>
                  </a:lnTo>
                  <a:lnTo>
                    <a:pt x="173" y="568"/>
                  </a:lnTo>
                  <a:lnTo>
                    <a:pt x="173" y="568"/>
                  </a:lnTo>
                  <a:lnTo>
                    <a:pt x="173" y="568"/>
                  </a:lnTo>
                  <a:lnTo>
                    <a:pt x="174" y="568"/>
                  </a:lnTo>
                  <a:lnTo>
                    <a:pt x="174" y="553"/>
                  </a:lnTo>
                  <a:lnTo>
                    <a:pt x="175" y="553"/>
                  </a:lnTo>
                  <a:lnTo>
                    <a:pt x="175" y="553"/>
                  </a:lnTo>
                  <a:lnTo>
                    <a:pt x="176" y="553"/>
                  </a:lnTo>
                  <a:lnTo>
                    <a:pt x="176" y="553"/>
                  </a:lnTo>
                  <a:lnTo>
                    <a:pt x="177" y="538"/>
                  </a:lnTo>
                  <a:lnTo>
                    <a:pt x="177" y="538"/>
                  </a:lnTo>
                  <a:lnTo>
                    <a:pt x="177" y="538"/>
                  </a:lnTo>
                  <a:lnTo>
                    <a:pt x="178" y="538"/>
                  </a:lnTo>
                  <a:lnTo>
                    <a:pt x="179" y="538"/>
                  </a:lnTo>
                  <a:lnTo>
                    <a:pt x="179" y="538"/>
                  </a:lnTo>
                  <a:lnTo>
                    <a:pt x="179" y="538"/>
                  </a:lnTo>
                  <a:lnTo>
                    <a:pt x="180" y="553"/>
                  </a:lnTo>
                  <a:lnTo>
                    <a:pt x="180" y="553"/>
                  </a:lnTo>
                  <a:lnTo>
                    <a:pt x="181" y="553"/>
                  </a:lnTo>
                  <a:lnTo>
                    <a:pt x="181" y="553"/>
                  </a:lnTo>
                  <a:lnTo>
                    <a:pt x="182" y="553"/>
                  </a:lnTo>
                  <a:lnTo>
                    <a:pt x="182" y="553"/>
                  </a:lnTo>
                  <a:lnTo>
                    <a:pt x="183" y="553"/>
                  </a:lnTo>
                  <a:lnTo>
                    <a:pt x="183" y="553"/>
                  </a:lnTo>
                  <a:lnTo>
                    <a:pt x="183" y="553"/>
                  </a:lnTo>
                  <a:lnTo>
                    <a:pt x="184" y="553"/>
                  </a:lnTo>
                  <a:lnTo>
                    <a:pt x="184" y="553"/>
                  </a:lnTo>
                  <a:lnTo>
                    <a:pt x="185" y="568"/>
                  </a:lnTo>
                  <a:lnTo>
                    <a:pt x="185" y="568"/>
                  </a:lnTo>
                  <a:lnTo>
                    <a:pt x="186" y="568"/>
                  </a:lnTo>
                  <a:lnTo>
                    <a:pt x="186" y="568"/>
                  </a:lnTo>
                  <a:lnTo>
                    <a:pt x="186" y="568"/>
                  </a:lnTo>
                  <a:lnTo>
                    <a:pt x="187" y="568"/>
                  </a:lnTo>
                  <a:lnTo>
                    <a:pt x="188" y="568"/>
                  </a:lnTo>
                  <a:lnTo>
                    <a:pt x="188" y="583"/>
                  </a:lnTo>
                  <a:lnTo>
                    <a:pt x="188" y="583"/>
                  </a:lnTo>
                  <a:lnTo>
                    <a:pt x="189" y="583"/>
                  </a:lnTo>
                  <a:lnTo>
                    <a:pt x="189" y="598"/>
                  </a:lnTo>
                  <a:lnTo>
                    <a:pt x="190" y="598"/>
                  </a:lnTo>
                  <a:lnTo>
                    <a:pt x="190" y="598"/>
                  </a:lnTo>
                  <a:lnTo>
                    <a:pt x="191" y="613"/>
                  </a:lnTo>
                  <a:lnTo>
                    <a:pt x="191" y="613"/>
                  </a:lnTo>
                  <a:lnTo>
                    <a:pt x="192" y="613"/>
                  </a:lnTo>
                  <a:lnTo>
                    <a:pt x="192" y="628"/>
                  </a:lnTo>
                  <a:lnTo>
                    <a:pt x="192" y="628"/>
                  </a:lnTo>
                  <a:lnTo>
                    <a:pt x="193" y="628"/>
                  </a:lnTo>
                  <a:lnTo>
                    <a:pt x="194" y="628"/>
                  </a:lnTo>
                  <a:lnTo>
                    <a:pt x="194" y="628"/>
                  </a:lnTo>
                  <a:lnTo>
                    <a:pt x="194" y="643"/>
                  </a:lnTo>
                  <a:lnTo>
                    <a:pt x="195" y="643"/>
                  </a:lnTo>
                  <a:lnTo>
                    <a:pt x="195" y="643"/>
                  </a:lnTo>
                  <a:lnTo>
                    <a:pt x="196" y="643"/>
                  </a:lnTo>
                  <a:lnTo>
                    <a:pt x="196" y="658"/>
                  </a:lnTo>
                  <a:lnTo>
                    <a:pt x="197" y="658"/>
                  </a:lnTo>
                  <a:lnTo>
                    <a:pt x="197" y="658"/>
                  </a:lnTo>
                  <a:lnTo>
                    <a:pt x="198" y="673"/>
                  </a:lnTo>
                  <a:lnTo>
                    <a:pt x="198" y="673"/>
                  </a:lnTo>
                  <a:lnTo>
                    <a:pt x="199" y="673"/>
                  </a:lnTo>
                  <a:lnTo>
                    <a:pt x="199" y="673"/>
                  </a:lnTo>
                  <a:lnTo>
                    <a:pt x="199" y="673"/>
                  </a:lnTo>
                  <a:lnTo>
                    <a:pt x="200" y="673"/>
                  </a:lnTo>
                  <a:lnTo>
                    <a:pt x="200" y="673"/>
                  </a:lnTo>
                  <a:lnTo>
                    <a:pt x="201" y="673"/>
                  </a:lnTo>
                  <a:lnTo>
                    <a:pt x="201" y="673"/>
                  </a:lnTo>
                  <a:lnTo>
                    <a:pt x="202" y="688"/>
                  </a:lnTo>
                  <a:lnTo>
                    <a:pt x="202" y="688"/>
                  </a:lnTo>
                  <a:lnTo>
                    <a:pt x="203" y="688"/>
                  </a:lnTo>
                  <a:lnTo>
                    <a:pt x="203" y="688"/>
                  </a:lnTo>
                  <a:lnTo>
                    <a:pt x="203" y="688"/>
                  </a:lnTo>
                  <a:lnTo>
                    <a:pt x="204" y="703"/>
                  </a:lnTo>
                  <a:lnTo>
                    <a:pt x="205" y="703"/>
                  </a:lnTo>
                  <a:lnTo>
                    <a:pt x="205" y="703"/>
                  </a:lnTo>
                  <a:lnTo>
                    <a:pt x="205" y="703"/>
                  </a:lnTo>
                  <a:lnTo>
                    <a:pt x="206" y="703"/>
                  </a:lnTo>
                  <a:lnTo>
                    <a:pt x="206" y="718"/>
                  </a:lnTo>
                  <a:lnTo>
                    <a:pt x="207" y="718"/>
                  </a:lnTo>
                  <a:lnTo>
                    <a:pt x="207" y="718"/>
                  </a:lnTo>
                  <a:lnTo>
                    <a:pt x="208" y="718"/>
                  </a:lnTo>
                  <a:lnTo>
                    <a:pt x="208" y="718"/>
                  </a:lnTo>
                  <a:lnTo>
                    <a:pt x="209" y="718"/>
                  </a:lnTo>
                  <a:lnTo>
                    <a:pt x="209" y="718"/>
                  </a:lnTo>
                  <a:lnTo>
                    <a:pt x="209" y="718"/>
                  </a:lnTo>
                  <a:lnTo>
                    <a:pt x="210" y="718"/>
                  </a:lnTo>
                  <a:lnTo>
                    <a:pt x="210" y="718"/>
                  </a:lnTo>
                  <a:lnTo>
                    <a:pt x="211" y="718"/>
                  </a:lnTo>
                  <a:lnTo>
                    <a:pt x="211" y="718"/>
                  </a:lnTo>
                  <a:lnTo>
                    <a:pt x="212" y="718"/>
                  </a:lnTo>
                  <a:lnTo>
                    <a:pt x="212" y="718"/>
                  </a:lnTo>
                  <a:lnTo>
                    <a:pt x="212" y="718"/>
                  </a:lnTo>
                  <a:lnTo>
                    <a:pt x="213" y="718"/>
                  </a:lnTo>
                  <a:lnTo>
                    <a:pt x="214" y="718"/>
                  </a:lnTo>
                  <a:lnTo>
                    <a:pt x="214" y="718"/>
                  </a:lnTo>
                  <a:lnTo>
                    <a:pt x="214" y="718"/>
                  </a:lnTo>
                  <a:lnTo>
                    <a:pt x="215" y="733"/>
                  </a:lnTo>
                  <a:lnTo>
                    <a:pt x="215" y="733"/>
                  </a:lnTo>
                  <a:lnTo>
                    <a:pt x="216" y="733"/>
                  </a:lnTo>
                  <a:lnTo>
                    <a:pt x="216" y="733"/>
                  </a:lnTo>
                  <a:lnTo>
                    <a:pt x="217" y="748"/>
                  </a:lnTo>
                  <a:lnTo>
                    <a:pt x="217" y="748"/>
                  </a:lnTo>
                  <a:lnTo>
                    <a:pt x="218" y="748"/>
                  </a:lnTo>
                  <a:lnTo>
                    <a:pt x="218" y="748"/>
                  </a:lnTo>
                  <a:lnTo>
                    <a:pt x="218" y="748"/>
                  </a:lnTo>
                  <a:lnTo>
                    <a:pt x="219" y="763"/>
                  </a:lnTo>
                  <a:lnTo>
                    <a:pt x="220" y="763"/>
                  </a:lnTo>
                  <a:lnTo>
                    <a:pt x="220" y="763"/>
                  </a:lnTo>
                  <a:lnTo>
                    <a:pt x="220" y="763"/>
                  </a:lnTo>
                  <a:lnTo>
                    <a:pt x="221" y="763"/>
                  </a:lnTo>
                  <a:lnTo>
                    <a:pt x="221" y="778"/>
                  </a:lnTo>
                  <a:lnTo>
                    <a:pt x="222" y="778"/>
                  </a:lnTo>
                  <a:lnTo>
                    <a:pt x="222" y="778"/>
                  </a:lnTo>
                  <a:lnTo>
                    <a:pt x="223" y="778"/>
                  </a:lnTo>
                  <a:lnTo>
                    <a:pt x="223" y="778"/>
                  </a:lnTo>
                  <a:lnTo>
                    <a:pt x="224" y="778"/>
                  </a:lnTo>
                  <a:lnTo>
                    <a:pt x="224" y="778"/>
                  </a:lnTo>
                  <a:lnTo>
                    <a:pt x="224" y="778"/>
                  </a:lnTo>
                  <a:lnTo>
                    <a:pt x="225" y="778"/>
                  </a:lnTo>
                  <a:lnTo>
                    <a:pt x="225" y="778"/>
                  </a:lnTo>
                  <a:lnTo>
                    <a:pt x="226" y="778"/>
                  </a:lnTo>
                  <a:lnTo>
                    <a:pt x="226" y="778"/>
                  </a:lnTo>
                  <a:lnTo>
                    <a:pt x="227" y="778"/>
                  </a:lnTo>
                  <a:lnTo>
                    <a:pt x="227" y="778"/>
                  </a:lnTo>
                  <a:lnTo>
                    <a:pt x="227" y="778"/>
                  </a:lnTo>
                  <a:lnTo>
                    <a:pt x="228" y="778"/>
                  </a:lnTo>
                  <a:lnTo>
                    <a:pt x="229" y="778"/>
                  </a:lnTo>
                  <a:lnTo>
                    <a:pt x="229" y="763"/>
                  </a:lnTo>
                  <a:lnTo>
                    <a:pt x="229" y="763"/>
                  </a:lnTo>
                  <a:lnTo>
                    <a:pt x="230" y="763"/>
                  </a:lnTo>
                  <a:lnTo>
                    <a:pt x="230" y="763"/>
                  </a:lnTo>
                  <a:lnTo>
                    <a:pt x="231" y="763"/>
                  </a:lnTo>
                  <a:lnTo>
                    <a:pt x="231" y="763"/>
                  </a:lnTo>
                  <a:lnTo>
                    <a:pt x="232" y="763"/>
                  </a:lnTo>
                  <a:lnTo>
                    <a:pt x="232" y="763"/>
                  </a:lnTo>
                  <a:lnTo>
                    <a:pt x="233" y="763"/>
                  </a:lnTo>
                  <a:lnTo>
                    <a:pt x="233" y="763"/>
                  </a:lnTo>
                  <a:lnTo>
                    <a:pt x="233" y="763"/>
                  </a:lnTo>
                  <a:lnTo>
                    <a:pt x="234" y="763"/>
                  </a:lnTo>
                  <a:lnTo>
                    <a:pt x="235" y="763"/>
                  </a:lnTo>
                  <a:lnTo>
                    <a:pt x="235" y="763"/>
                  </a:lnTo>
                  <a:lnTo>
                    <a:pt x="235" y="763"/>
                  </a:lnTo>
                  <a:lnTo>
                    <a:pt x="236" y="763"/>
                  </a:lnTo>
                  <a:lnTo>
                    <a:pt x="236" y="763"/>
                  </a:lnTo>
                  <a:lnTo>
                    <a:pt x="237" y="763"/>
                  </a:lnTo>
                  <a:lnTo>
                    <a:pt x="237" y="763"/>
                  </a:lnTo>
                  <a:lnTo>
                    <a:pt x="238" y="763"/>
                  </a:lnTo>
                  <a:lnTo>
                    <a:pt x="238" y="763"/>
                  </a:lnTo>
                  <a:lnTo>
                    <a:pt x="238" y="763"/>
                  </a:lnTo>
                  <a:lnTo>
                    <a:pt x="239" y="763"/>
                  </a:lnTo>
                  <a:lnTo>
                    <a:pt x="239" y="763"/>
                  </a:lnTo>
                  <a:lnTo>
                    <a:pt x="240" y="763"/>
                  </a:lnTo>
                  <a:lnTo>
                    <a:pt x="240" y="763"/>
                  </a:lnTo>
                  <a:lnTo>
                    <a:pt x="241" y="748"/>
                  </a:lnTo>
                  <a:lnTo>
                    <a:pt x="241" y="748"/>
                  </a:lnTo>
                  <a:lnTo>
                    <a:pt x="242" y="748"/>
                  </a:lnTo>
                  <a:lnTo>
                    <a:pt x="242" y="748"/>
                  </a:lnTo>
                  <a:lnTo>
                    <a:pt x="242" y="748"/>
                  </a:lnTo>
                  <a:lnTo>
                    <a:pt x="243" y="748"/>
                  </a:lnTo>
                  <a:lnTo>
                    <a:pt x="244" y="733"/>
                  </a:lnTo>
                  <a:lnTo>
                    <a:pt x="244" y="733"/>
                  </a:lnTo>
                  <a:lnTo>
                    <a:pt x="244" y="733"/>
                  </a:lnTo>
                  <a:lnTo>
                    <a:pt x="245" y="733"/>
                  </a:lnTo>
                  <a:lnTo>
                    <a:pt x="245" y="733"/>
                  </a:lnTo>
                  <a:lnTo>
                    <a:pt x="246" y="718"/>
                  </a:lnTo>
                  <a:lnTo>
                    <a:pt x="246" y="718"/>
                  </a:lnTo>
                  <a:lnTo>
                    <a:pt x="247" y="718"/>
                  </a:lnTo>
                  <a:lnTo>
                    <a:pt x="247" y="718"/>
                  </a:lnTo>
                  <a:lnTo>
                    <a:pt x="248" y="718"/>
                  </a:lnTo>
                  <a:lnTo>
                    <a:pt x="248" y="718"/>
                  </a:lnTo>
                  <a:lnTo>
                    <a:pt x="248" y="718"/>
                  </a:lnTo>
                  <a:lnTo>
                    <a:pt x="249" y="718"/>
                  </a:lnTo>
                  <a:lnTo>
                    <a:pt x="250" y="718"/>
                  </a:lnTo>
                  <a:lnTo>
                    <a:pt x="250" y="733"/>
                  </a:lnTo>
                  <a:lnTo>
                    <a:pt x="250" y="733"/>
                  </a:lnTo>
                  <a:lnTo>
                    <a:pt x="251" y="733"/>
                  </a:lnTo>
                  <a:lnTo>
                    <a:pt x="251" y="733"/>
                  </a:lnTo>
                  <a:lnTo>
                    <a:pt x="252" y="733"/>
                  </a:lnTo>
                  <a:lnTo>
                    <a:pt x="252" y="733"/>
                  </a:lnTo>
                  <a:lnTo>
                    <a:pt x="253" y="733"/>
                  </a:lnTo>
                  <a:lnTo>
                    <a:pt x="253" y="733"/>
                  </a:lnTo>
                  <a:lnTo>
                    <a:pt x="253" y="733"/>
                  </a:lnTo>
                  <a:lnTo>
                    <a:pt x="254" y="733"/>
                  </a:lnTo>
                  <a:lnTo>
                    <a:pt x="254" y="733"/>
                  </a:lnTo>
                  <a:lnTo>
                    <a:pt x="255" y="718"/>
                  </a:lnTo>
                  <a:lnTo>
                    <a:pt x="255" y="718"/>
                  </a:lnTo>
                  <a:lnTo>
                    <a:pt x="256" y="718"/>
                  </a:lnTo>
                  <a:lnTo>
                    <a:pt x="256" y="718"/>
                  </a:lnTo>
                  <a:lnTo>
                    <a:pt x="257" y="718"/>
                  </a:lnTo>
                  <a:lnTo>
                    <a:pt x="257" y="703"/>
                  </a:lnTo>
                  <a:lnTo>
                    <a:pt x="257" y="703"/>
                  </a:lnTo>
                  <a:lnTo>
                    <a:pt x="258" y="703"/>
                  </a:lnTo>
                  <a:lnTo>
                    <a:pt x="259" y="688"/>
                  </a:lnTo>
                  <a:lnTo>
                    <a:pt x="259" y="688"/>
                  </a:lnTo>
                  <a:lnTo>
                    <a:pt x="259" y="688"/>
                  </a:lnTo>
                  <a:lnTo>
                    <a:pt x="260" y="688"/>
                  </a:lnTo>
                  <a:lnTo>
                    <a:pt x="260" y="688"/>
                  </a:lnTo>
                  <a:lnTo>
                    <a:pt x="261" y="673"/>
                  </a:lnTo>
                  <a:lnTo>
                    <a:pt x="261" y="673"/>
                  </a:lnTo>
                  <a:lnTo>
                    <a:pt x="262" y="673"/>
                  </a:lnTo>
                  <a:lnTo>
                    <a:pt x="262" y="673"/>
                  </a:lnTo>
                  <a:lnTo>
                    <a:pt x="263" y="673"/>
                  </a:lnTo>
                  <a:lnTo>
                    <a:pt x="263" y="673"/>
                  </a:lnTo>
                  <a:lnTo>
                    <a:pt x="263" y="673"/>
                  </a:lnTo>
                  <a:lnTo>
                    <a:pt x="264" y="673"/>
                  </a:lnTo>
                  <a:lnTo>
                    <a:pt x="264" y="673"/>
                  </a:lnTo>
                  <a:lnTo>
                    <a:pt x="265" y="673"/>
                  </a:lnTo>
                  <a:lnTo>
                    <a:pt x="265" y="673"/>
                  </a:lnTo>
                  <a:lnTo>
                    <a:pt x="266" y="673"/>
                  </a:lnTo>
                  <a:lnTo>
                    <a:pt x="266" y="673"/>
                  </a:lnTo>
                  <a:lnTo>
                    <a:pt x="267" y="673"/>
                  </a:lnTo>
                  <a:lnTo>
                    <a:pt x="267" y="673"/>
                  </a:lnTo>
                  <a:lnTo>
                    <a:pt x="268" y="673"/>
                  </a:lnTo>
                  <a:lnTo>
                    <a:pt x="268" y="673"/>
                  </a:lnTo>
                  <a:lnTo>
                    <a:pt x="268" y="673"/>
                  </a:lnTo>
                  <a:lnTo>
                    <a:pt x="269" y="673"/>
                  </a:lnTo>
                  <a:lnTo>
                    <a:pt x="269" y="673"/>
                  </a:lnTo>
                  <a:lnTo>
                    <a:pt x="270" y="673"/>
                  </a:lnTo>
                  <a:lnTo>
                    <a:pt x="270" y="658"/>
                  </a:lnTo>
                  <a:lnTo>
                    <a:pt x="271" y="658"/>
                  </a:lnTo>
                  <a:lnTo>
                    <a:pt x="271" y="658"/>
                  </a:lnTo>
                  <a:lnTo>
                    <a:pt x="272" y="658"/>
                  </a:lnTo>
                  <a:lnTo>
                    <a:pt x="272" y="658"/>
                  </a:lnTo>
                  <a:lnTo>
                    <a:pt x="272" y="658"/>
                  </a:lnTo>
                  <a:lnTo>
                    <a:pt x="273" y="658"/>
                  </a:lnTo>
                  <a:lnTo>
                    <a:pt x="274" y="643"/>
                  </a:lnTo>
                  <a:lnTo>
                    <a:pt x="274" y="643"/>
                  </a:lnTo>
                  <a:lnTo>
                    <a:pt x="274" y="643"/>
                  </a:lnTo>
                  <a:lnTo>
                    <a:pt x="275" y="643"/>
                  </a:lnTo>
                  <a:lnTo>
                    <a:pt x="275" y="628"/>
                  </a:lnTo>
                  <a:lnTo>
                    <a:pt x="276" y="628"/>
                  </a:lnTo>
                  <a:lnTo>
                    <a:pt x="276" y="628"/>
                  </a:lnTo>
                  <a:lnTo>
                    <a:pt x="277" y="613"/>
                  </a:lnTo>
                  <a:lnTo>
                    <a:pt x="277" y="613"/>
                  </a:lnTo>
                  <a:lnTo>
                    <a:pt x="278" y="613"/>
                  </a:lnTo>
                  <a:lnTo>
                    <a:pt x="278" y="598"/>
                  </a:lnTo>
                  <a:lnTo>
                    <a:pt x="278" y="598"/>
                  </a:lnTo>
                  <a:lnTo>
                    <a:pt x="279" y="598"/>
                  </a:lnTo>
                  <a:lnTo>
                    <a:pt x="279" y="583"/>
                  </a:lnTo>
                  <a:lnTo>
                    <a:pt x="280" y="583"/>
                  </a:lnTo>
                  <a:lnTo>
                    <a:pt x="280" y="583"/>
                  </a:lnTo>
                  <a:lnTo>
                    <a:pt x="281" y="568"/>
                  </a:lnTo>
                  <a:lnTo>
                    <a:pt x="281" y="568"/>
                  </a:lnTo>
                  <a:lnTo>
                    <a:pt x="282" y="568"/>
                  </a:lnTo>
                  <a:lnTo>
                    <a:pt x="282" y="568"/>
                  </a:lnTo>
                  <a:lnTo>
                    <a:pt x="283" y="568"/>
                  </a:lnTo>
                  <a:lnTo>
                    <a:pt x="283" y="568"/>
                  </a:lnTo>
                  <a:lnTo>
                    <a:pt x="283" y="568"/>
                  </a:lnTo>
                  <a:lnTo>
                    <a:pt x="284" y="568"/>
                  </a:lnTo>
                  <a:lnTo>
                    <a:pt x="284" y="568"/>
                  </a:lnTo>
                  <a:lnTo>
                    <a:pt x="285" y="568"/>
                  </a:lnTo>
                  <a:lnTo>
                    <a:pt x="285" y="568"/>
                  </a:lnTo>
                  <a:lnTo>
                    <a:pt x="286" y="553"/>
                  </a:lnTo>
                  <a:lnTo>
                    <a:pt x="286" y="553"/>
                  </a:lnTo>
                  <a:lnTo>
                    <a:pt x="287" y="553"/>
                  </a:lnTo>
                  <a:lnTo>
                    <a:pt x="287" y="553"/>
                  </a:lnTo>
                  <a:lnTo>
                    <a:pt x="287" y="553"/>
                  </a:lnTo>
                  <a:lnTo>
                    <a:pt x="288" y="553"/>
                  </a:lnTo>
                  <a:lnTo>
                    <a:pt x="289" y="553"/>
                  </a:lnTo>
                  <a:lnTo>
                    <a:pt x="289" y="553"/>
                  </a:lnTo>
                  <a:lnTo>
                    <a:pt x="289" y="553"/>
                  </a:lnTo>
                  <a:lnTo>
                    <a:pt x="290" y="538"/>
                  </a:lnTo>
                  <a:lnTo>
                    <a:pt x="290" y="538"/>
                  </a:lnTo>
                  <a:lnTo>
                    <a:pt x="291" y="538"/>
                  </a:lnTo>
                  <a:lnTo>
                    <a:pt x="291" y="538"/>
                  </a:lnTo>
                  <a:lnTo>
                    <a:pt x="292" y="538"/>
                  </a:lnTo>
                  <a:lnTo>
                    <a:pt x="292" y="523"/>
                  </a:lnTo>
                  <a:lnTo>
                    <a:pt x="293" y="523"/>
                  </a:lnTo>
                  <a:lnTo>
                    <a:pt x="293" y="523"/>
                  </a:lnTo>
                  <a:lnTo>
                    <a:pt x="293" y="523"/>
                  </a:lnTo>
                  <a:lnTo>
                    <a:pt x="294" y="509"/>
                  </a:lnTo>
                  <a:lnTo>
                    <a:pt x="294" y="509"/>
                  </a:lnTo>
                  <a:lnTo>
                    <a:pt x="295" y="509"/>
                  </a:lnTo>
                  <a:lnTo>
                    <a:pt x="295" y="494"/>
                  </a:lnTo>
                  <a:lnTo>
                    <a:pt x="296" y="494"/>
                  </a:lnTo>
                  <a:lnTo>
                    <a:pt x="296" y="494"/>
                  </a:lnTo>
                  <a:lnTo>
                    <a:pt x="296" y="479"/>
                  </a:lnTo>
                  <a:lnTo>
                    <a:pt x="297" y="479"/>
                  </a:lnTo>
                  <a:lnTo>
                    <a:pt x="298" y="464"/>
                  </a:lnTo>
                  <a:lnTo>
                    <a:pt x="298" y="464"/>
                  </a:lnTo>
                  <a:lnTo>
                    <a:pt x="298" y="464"/>
                  </a:lnTo>
                  <a:lnTo>
                    <a:pt x="299" y="449"/>
                  </a:lnTo>
                  <a:lnTo>
                    <a:pt x="299" y="449"/>
                  </a:lnTo>
                  <a:lnTo>
                    <a:pt x="300" y="449"/>
                  </a:lnTo>
                  <a:lnTo>
                    <a:pt x="300" y="449"/>
                  </a:lnTo>
                  <a:lnTo>
                    <a:pt x="301" y="449"/>
                  </a:lnTo>
                  <a:lnTo>
                    <a:pt x="301" y="434"/>
                  </a:lnTo>
                  <a:lnTo>
                    <a:pt x="302" y="434"/>
                  </a:lnTo>
                  <a:lnTo>
                    <a:pt x="302" y="434"/>
                  </a:lnTo>
                  <a:lnTo>
                    <a:pt x="302" y="434"/>
                  </a:lnTo>
                  <a:lnTo>
                    <a:pt x="303" y="434"/>
                  </a:lnTo>
                  <a:lnTo>
                    <a:pt x="304" y="434"/>
                  </a:lnTo>
                  <a:lnTo>
                    <a:pt x="304" y="419"/>
                  </a:lnTo>
                  <a:lnTo>
                    <a:pt x="304" y="419"/>
                  </a:lnTo>
                  <a:lnTo>
                    <a:pt x="305" y="419"/>
                  </a:lnTo>
                  <a:lnTo>
                    <a:pt x="305" y="419"/>
                  </a:lnTo>
                  <a:lnTo>
                    <a:pt x="306" y="419"/>
                  </a:lnTo>
                  <a:lnTo>
                    <a:pt x="306" y="419"/>
                  </a:lnTo>
                  <a:lnTo>
                    <a:pt x="307" y="419"/>
                  </a:lnTo>
                  <a:lnTo>
                    <a:pt x="307" y="419"/>
                  </a:lnTo>
                  <a:lnTo>
                    <a:pt x="308" y="434"/>
                  </a:lnTo>
                  <a:lnTo>
                    <a:pt x="308" y="434"/>
                  </a:lnTo>
                  <a:lnTo>
                    <a:pt x="309" y="434"/>
                  </a:lnTo>
                  <a:lnTo>
                    <a:pt x="309" y="434"/>
                  </a:lnTo>
                  <a:lnTo>
                    <a:pt x="309" y="419"/>
                  </a:lnTo>
                  <a:lnTo>
                    <a:pt x="310" y="419"/>
                  </a:lnTo>
                  <a:lnTo>
                    <a:pt x="310" y="419"/>
                  </a:lnTo>
                  <a:lnTo>
                    <a:pt x="311" y="419"/>
                  </a:lnTo>
                  <a:lnTo>
                    <a:pt x="311" y="419"/>
                  </a:lnTo>
                  <a:lnTo>
                    <a:pt x="312" y="419"/>
                  </a:lnTo>
                  <a:lnTo>
                    <a:pt x="312" y="419"/>
                  </a:lnTo>
                  <a:lnTo>
                    <a:pt x="313" y="419"/>
                  </a:lnTo>
                  <a:lnTo>
                    <a:pt x="313" y="419"/>
                  </a:lnTo>
                  <a:lnTo>
                    <a:pt x="313" y="419"/>
                  </a:lnTo>
                  <a:lnTo>
                    <a:pt x="314" y="419"/>
                  </a:lnTo>
                  <a:lnTo>
                    <a:pt x="315" y="419"/>
                  </a:lnTo>
                  <a:lnTo>
                    <a:pt x="315" y="419"/>
                  </a:lnTo>
                  <a:lnTo>
                    <a:pt x="315" y="434"/>
                  </a:lnTo>
                  <a:lnTo>
                    <a:pt x="316" y="434"/>
                  </a:lnTo>
                  <a:lnTo>
                    <a:pt x="316" y="434"/>
                  </a:lnTo>
                  <a:lnTo>
                    <a:pt x="317" y="434"/>
                  </a:lnTo>
                  <a:lnTo>
                    <a:pt x="317" y="434"/>
                  </a:lnTo>
                  <a:lnTo>
                    <a:pt x="318" y="434"/>
                  </a:lnTo>
                  <a:lnTo>
                    <a:pt x="318" y="434"/>
                  </a:lnTo>
                  <a:lnTo>
                    <a:pt x="319" y="449"/>
                  </a:lnTo>
                  <a:lnTo>
                    <a:pt x="319" y="449"/>
                  </a:lnTo>
                  <a:lnTo>
                    <a:pt x="319" y="449"/>
                  </a:lnTo>
                  <a:lnTo>
                    <a:pt x="320" y="449"/>
                  </a:lnTo>
                  <a:lnTo>
                    <a:pt x="320" y="464"/>
                  </a:lnTo>
                  <a:lnTo>
                    <a:pt x="321" y="464"/>
                  </a:lnTo>
                  <a:lnTo>
                    <a:pt x="321" y="464"/>
                  </a:lnTo>
                  <a:lnTo>
                    <a:pt x="322" y="464"/>
                  </a:lnTo>
                  <a:lnTo>
                    <a:pt x="322" y="464"/>
                  </a:lnTo>
                  <a:lnTo>
                    <a:pt x="322" y="464"/>
                  </a:lnTo>
                  <a:lnTo>
                    <a:pt x="323" y="464"/>
                  </a:lnTo>
                  <a:lnTo>
                    <a:pt x="324" y="464"/>
                  </a:lnTo>
                  <a:lnTo>
                    <a:pt x="324" y="464"/>
                  </a:lnTo>
                  <a:lnTo>
                    <a:pt x="324" y="464"/>
                  </a:lnTo>
                  <a:lnTo>
                    <a:pt x="325" y="464"/>
                  </a:lnTo>
                  <a:lnTo>
                    <a:pt x="325" y="464"/>
                  </a:lnTo>
                  <a:lnTo>
                    <a:pt x="326" y="464"/>
                  </a:lnTo>
                  <a:lnTo>
                    <a:pt x="326" y="464"/>
                  </a:lnTo>
                  <a:lnTo>
                    <a:pt x="327" y="464"/>
                  </a:lnTo>
                  <a:lnTo>
                    <a:pt x="327" y="464"/>
                  </a:lnTo>
                  <a:lnTo>
                    <a:pt x="328" y="464"/>
                  </a:lnTo>
                  <a:lnTo>
                    <a:pt x="328" y="464"/>
                  </a:lnTo>
                  <a:lnTo>
                    <a:pt x="328" y="464"/>
                  </a:lnTo>
                  <a:lnTo>
                    <a:pt x="329" y="464"/>
                  </a:lnTo>
                  <a:lnTo>
                    <a:pt x="330" y="464"/>
                  </a:lnTo>
                  <a:lnTo>
                    <a:pt x="330" y="464"/>
                  </a:lnTo>
                  <a:lnTo>
                    <a:pt x="330" y="464"/>
                  </a:lnTo>
                  <a:lnTo>
                    <a:pt x="331" y="464"/>
                  </a:lnTo>
                  <a:lnTo>
                    <a:pt x="331" y="464"/>
                  </a:lnTo>
                  <a:lnTo>
                    <a:pt x="332" y="464"/>
                  </a:lnTo>
                  <a:lnTo>
                    <a:pt x="332" y="464"/>
                  </a:lnTo>
                  <a:lnTo>
                    <a:pt x="333" y="464"/>
                  </a:lnTo>
                  <a:lnTo>
                    <a:pt x="333" y="449"/>
                  </a:lnTo>
                  <a:lnTo>
                    <a:pt x="334" y="449"/>
                  </a:lnTo>
                  <a:lnTo>
                    <a:pt x="334" y="449"/>
                  </a:lnTo>
                  <a:lnTo>
                    <a:pt x="334" y="449"/>
                  </a:lnTo>
                  <a:lnTo>
                    <a:pt x="335" y="449"/>
                  </a:lnTo>
                  <a:lnTo>
                    <a:pt x="335" y="449"/>
                  </a:lnTo>
                  <a:lnTo>
                    <a:pt x="336" y="434"/>
                  </a:lnTo>
                  <a:lnTo>
                    <a:pt x="336" y="434"/>
                  </a:lnTo>
                  <a:lnTo>
                    <a:pt x="337" y="434"/>
                  </a:lnTo>
                  <a:lnTo>
                    <a:pt x="337" y="434"/>
                  </a:lnTo>
                  <a:lnTo>
                    <a:pt x="337" y="434"/>
                  </a:lnTo>
                  <a:lnTo>
                    <a:pt x="338" y="434"/>
                  </a:lnTo>
                  <a:lnTo>
                    <a:pt x="339" y="419"/>
                  </a:lnTo>
                  <a:lnTo>
                    <a:pt x="339" y="419"/>
                  </a:lnTo>
                  <a:lnTo>
                    <a:pt x="339" y="419"/>
                  </a:lnTo>
                  <a:lnTo>
                    <a:pt x="340" y="419"/>
                  </a:lnTo>
                  <a:lnTo>
                    <a:pt x="340" y="419"/>
                  </a:lnTo>
                  <a:lnTo>
                    <a:pt x="341" y="419"/>
                  </a:lnTo>
                  <a:lnTo>
                    <a:pt x="341" y="404"/>
                  </a:lnTo>
                  <a:lnTo>
                    <a:pt x="342" y="404"/>
                  </a:lnTo>
                  <a:lnTo>
                    <a:pt x="342" y="404"/>
                  </a:lnTo>
                  <a:lnTo>
                    <a:pt x="343" y="389"/>
                  </a:lnTo>
                  <a:lnTo>
                    <a:pt x="343" y="389"/>
                  </a:lnTo>
                  <a:lnTo>
                    <a:pt x="343" y="374"/>
                  </a:lnTo>
                  <a:lnTo>
                    <a:pt x="344" y="374"/>
                  </a:lnTo>
                  <a:lnTo>
                    <a:pt x="345" y="359"/>
                  </a:lnTo>
                  <a:lnTo>
                    <a:pt x="345" y="359"/>
                  </a:lnTo>
                  <a:lnTo>
                    <a:pt x="345" y="344"/>
                  </a:lnTo>
                  <a:lnTo>
                    <a:pt x="346" y="329"/>
                  </a:lnTo>
                  <a:lnTo>
                    <a:pt x="346" y="329"/>
                  </a:lnTo>
                  <a:lnTo>
                    <a:pt x="347" y="314"/>
                  </a:lnTo>
                  <a:lnTo>
                    <a:pt x="347" y="299"/>
                  </a:lnTo>
                  <a:lnTo>
                    <a:pt x="348" y="284"/>
                  </a:lnTo>
                  <a:lnTo>
                    <a:pt x="348" y="284"/>
                  </a:lnTo>
                  <a:lnTo>
                    <a:pt x="348" y="269"/>
                  </a:lnTo>
                  <a:lnTo>
                    <a:pt x="349" y="254"/>
                  </a:lnTo>
                  <a:lnTo>
                    <a:pt x="349" y="254"/>
                  </a:lnTo>
                  <a:lnTo>
                    <a:pt x="350" y="239"/>
                  </a:lnTo>
                  <a:lnTo>
                    <a:pt x="350" y="224"/>
                  </a:lnTo>
                  <a:lnTo>
                    <a:pt x="351" y="224"/>
                  </a:lnTo>
                  <a:lnTo>
                    <a:pt x="351" y="210"/>
                  </a:lnTo>
                  <a:lnTo>
                    <a:pt x="352" y="210"/>
                  </a:lnTo>
                  <a:lnTo>
                    <a:pt x="352" y="195"/>
                  </a:lnTo>
                  <a:lnTo>
                    <a:pt x="352" y="195"/>
                  </a:lnTo>
                  <a:lnTo>
                    <a:pt x="353" y="195"/>
                  </a:lnTo>
                  <a:lnTo>
                    <a:pt x="354" y="180"/>
                  </a:lnTo>
                  <a:lnTo>
                    <a:pt x="354" y="180"/>
                  </a:lnTo>
                  <a:lnTo>
                    <a:pt x="354" y="165"/>
                  </a:lnTo>
                  <a:lnTo>
                    <a:pt x="355" y="165"/>
                  </a:lnTo>
                  <a:lnTo>
                    <a:pt x="355" y="150"/>
                  </a:lnTo>
                  <a:lnTo>
                    <a:pt x="356" y="150"/>
                  </a:lnTo>
                  <a:lnTo>
                    <a:pt x="356" y="150"/>
                  </a:lnTo>
                  <a:lnTo>
                    <a:pt x="357" y="135"/>
                  </a:lnTo>
                  <a:lnTo>
                    <a:pt x="357" y="135"/>
                  </a:lnTo>
                  <a:lnTo>
                    <a:pt x="358" y="135"/>
                  </a:lnTo>
                  <a:lnTo>
                    <a:pt x="358" y="135"/>
                  </a:lnTo>
                  <a:lnTo>
                    <a:pt x="358" y="135"/>
                  </a:lnTo>
                  <a:lnTo>
                    <a:pt x="359" y="135"/>
                  </a:lnTo>
                  <a:lnTo>
                    <a:pt x="360" y="135"/>
                  </a:lnTo>
                  <a:lnTo>
                    <a:pt x="360" y="120"/>
                  </a:lnTo>
                  <a:lnTo>
                    <a:pt x="360" y="120"/>
                  </a:lnTo>
                  <a:lnTo>
                    <a:pt x="361" y="120"/>
                  </a:lnTo>
                  <a:lnTo>
                    <a:pt x="361" y="120"/>
                  </a:lnTo>
                  <a:lnTo>
                    <a:pt x="362" y="120"/>
                  </a:lnTo>
                  <a:lnTo>
                    <a:pt x="362" y="120"/>
                  </a:lnTo>
                  <a:lnTo>
                    <a:pt x="363" y="120"/>
                  </a:lnTo>
                  <a:lnTo>
                    <a:pt x="363" y="120"/>
                  </a:lnTo>
                  <a:lnTo>
                    <a:pt x="363" y="105"/>
                  </a:lnTo>
                  <a:lnTo>
                    <a:pt x="364" y="105"/>
                  </a:lnTo>
                  <a:lnTo>
                    <a:pt x="364" y="105"/>
                  </a:lnTo>
                  <a:lnTo>
                    <a:pt x="365" y="105"/>
                  </a:lnTo>
                  <a:lnTo>
                    <a:pt x="365" y="105"/>
                  </a:lnTo>
                  <a:lnTo>
                    <a:pt x="366" y="105"/>
                  </a:lnTo>
                  <a:lnTo>
                    <a:pt x="366" y="90"/>
                  </a:lnTo>
                  <a:lnTo>
                    <a:pt x="367" y="90"/>
                  </a:lnTo>
                  <a:lnTo>
                    <a:pt x="367" y="90"/>
                  </a:lnTo>
                  <a:lnTo>
                    <a:pt x="367" y="105"/>
                  </a:lnTo>
                  <a:lnTo>
                    <a:pt x="368" y="105"/>
                  </a:lnTo>
                  <a:lnTo>
                    <a:pt x="369" y="105"/>
                  </a:lnTo>
                  <a:lnTo>
                    <a:pt x="369" y="105"/>
                  </a:lnTo>
                  <a:lnTo>
                    <a:pt x="369" y="105"/>
                  </a:lnTo>
                  <a:lnTo>
                    <a:pt x="370" y="105"/>
                  </a:lnTo>
                  <a:lnTo>
                    <a:pt x="370" y="105"/>
                  </a:lnTo>
                  <a:lnTo>
                    <a:pt x="371" y="105"/>
                  </a:lnTo>
                  <a:lnTo>
                    <a:pt x="371" y="105"/>
                  </a:lnTo>
                  <a:lnTo>
                    <a:pt x="372" y="105"/>
                  </a:lnTo>
                  <a:lnTo>
                    <a:pt x="372" y="105"/>
                  </a:lnTo>
                  <a:lnTo>
                    <a:pt x="373" y="105"/>
                  </a:lnTo>
                  <a:lnTo>
                    <a:pt x="373" y="105"/>
                  </a:lnTo>
                  <a:lnTo>
                    <a:pt x="373" y="105"/>
                  </a:lnTo>
                  <a:lnTo>
                    <a:pt x="374" y="105"/>
                  </a:lnTo>
                  <a:lnTo>
                    <a:pt x="374" y="105"/>
                  </a:lnTo>
                  <a:lnTo>
                    <a:pt x="375" y="105"/>
                  </a:lnTo>
                  <a:lnTo>
                    <a:pt x="375" y="105"/>
                  </a:lnTo>
                  <a:lnTo>
                    <a:pt x="376" y="105"/>
                  </a:lnTo>
                  <a:lnTo>
                    <a:pt x="376" y="105"/>
                  </a:lnTo>
                  <a:lnTo>
                    <a:pt x="377" y="105"/>
                  </a:lnTo>
                  <a:lnTo>
                    <a:pt x="377" y="105"/>
                  </a:lnTo>
                  <a:lnTo>
                    <a:pt x="378" y="120"/>
                  </a:lnTo>
                  <a:lnTo>
                    <a:pt x="378" y="120"/>
                  </a:lnTo>
                  <a:lnTo>
                    <a:pt x="378" y="120"/>
                  </a:lnTo>
                  <a:lnTo>
                    <a:pt x="379" y="120"/>
                  </a:lnTo>
                  <a:lnTo>
                    <a:pt x="379" y="120"/>
                  </a:lnTo>
                  <a:lnTo>
                    <a:pt x="380" y="120"/>
                  </a:lnTo>
                  <a:lnTo>
                    <a:pt x="380" y="120"/>
                  </a:lnTo>
                  <a:lnTo>
                    <a:pt x="381" y="120"/>
                  </a:lnTo>
                  <a:lnTo>
                    <a:pt x="381" y="120"/>
                  </a:lnTo>
                  <a:lnTo>
                    <a:pt x="382" y="120"/>
                  </a:lnTo>
                  <a:lnTo>
                    <a:pt x="382" y="120"/>
                  </a:lnTo>
                  <a:lnTo>
                    <a:pt x="382" y="120"/>
                  </a:lnTo>
                  <a:lnTo>
                    <a:pt x="383" y="120"/>
                  </a:lnTo>
                  <a:lnTo>
                    <a:pt x="384" y="120"/>
                  </a:lnTo>
                  <a:lnTo>
                    <a:pt x="384" y="120"/>
                  </a:lnTo>
                  <a:lnTo>
                    <a:pt x="384" y="120"/>
                  </a:lnTo>
                  <a:lnTo>
                    <a:pt x="385" y="120"/>
                  </a:lnTo>
                  <a:lnTo>
                    <a:pt x="385" y="120"/>
                  </a:lnTo>
                  <a:lnTo>
                    <a:pt x="386" y="120"/>
                  </a:lnTo>
                  <a:lnTo>
                    <a:pt x="386" y="120"/>
                  </a:lnTo>
                  <a:lnTo>
                    <a:pt x="387" y="120"/>
                  </a:lnTo>
                  <a:lnTo>
                    <a:pt x="387" y="120"/>
                  </a:lnTo>
                  <a:lnTo>
                    <a:pt x="388" y="120"/>
                  </a:lnTo>
                  <a:lnTo>
                    <a:pt x="388" y="120"/>
                  </a:lnTo>
                  <a:lnTo>
                    <a:pt x="388" y="120"/>
                  </a:lnTo>
                  <a:lnTo>
                    <a:pt x="389" y="135"/>
                  </a:lnTo>
                  <a:lnTo>
                    <a:pt x="389" y="135"/>
                  </a:lnTo>
                  <a:lnTo>
                    <a:pt x="390" y="135"/>
                  </a:lnTo>
                  <a:lnTo>
                    <a:pt x="390" y="135"/>
                  </a:lnTo>
                  <a:lnTo>
                    <a:pt x="391" y="150"/>
                  </a:lnTo>
                  <a:lnTo>
                    <a:pt x="391" y="150"/>
                  </a:lnTo>
                  <a:lnTo>
                    <a:pt x="391" y="150"/>
                  </a:lnTo>
                  <a:lnTo>
                    <a:pt x="392" y="150"/>
                  </a:lnTo>
                  <a:lnTo>
                    <a:pt x="393" y="150"/>
                  </a:lnTo>
                  <a:lnTo>
                    <a:pt x="393" y="150"/>
                  </a:lnTo>
                  <a:lnTo>
                    <a:pt x="393" y="150"/>
                  </a:lnTo>
                  <a:lnTo>
                    <a:pt x="394" y="150"/>
                  </a:lnTo>
                  <a:lnTo>
                    <a:pt x="394" y="150"/>
                  </a:lnTo>
                  <a:lnTo>
                    <a:pt x="395" y="150"/>
                  </a:lnTo>
                  <a:lnTo>
                    <a:pt x="395" y="150"/>
                  </a:lnTo>
                  <a:lnTo>
                    <a:pt x="396" y="135"/>
                  </a:lnTo>
                  <a:lnTo>
                    <a:pt x="396" y="135"/>
                  </a:lnTo>
                  <a:lnTo>
                    <a:pt x="397" y="135"/>
                  </a:lnTo>
                  <a:lnTo>
                    <a:pt x="397" y="120"/>
                  </a:lnTo>
                  <a:lnTo>
                    <a:pt x="397" y="120"/>
                  </a:lnTo>
                  <a:lnTo>
                    <a:pt x="398" y="120"/>
                  </a:lnTo>
                  <a:lnTo>
                    <a:pt x="399" y="105"/>
                  </a:lnTo>
                  <a:lnTo>
                    <a:pt x="399" y="105"/>
                  </a:lnTo>
                  <a:lnTo>
                    <a:pt x="399" y="90"/>
                  </a:lnTo>
                  <a:lnTo>
                    <a:pt x="400" y="90"/>
                  </a:lnTo>
                  <a:lnTo>
                    <a:pt x="400" y="90"/>
                  </a:lnTo>
                  <a:lnTo>
                    <a:pt x="401" y="75"/>
                  </a:lnTo>
                  <a:lnTo>
                    <a:pt x="401" y="75"/>
                  </a:lnTo>
                  <a:lnTo>
                    <a:pt x="402" y="75"/>
                  </a:lnTo>
                  <a:lnTo>
                    <a:pt x="402" y="60"/>
                  </a:lnTo>
                  <a:lnTo>
                    <a:pt x="403" y="60"/>
                  </a:lnTo>
                  <a:lnTo>
                    <a:pt x="403" y="60"/>
                  </a:lnTo>
                  <a:lnTo>
                    <a:pt x="403" y="45"/>
                  </a:lnTo>
                  <a:lnTo>
                    <a:pt x="404" y="45"/>
                  </a:lnTo>
                  <a:lnTo>
                    <a:pt x="404" y="45"/>
                  </a:lnTo>
                  <a:lnTo>
                    <a:pt x="405" y="45"/>
                  </a:lnTo>
                  <a:lnTo>
                    <a:pt x="405" y="30"/>
                  </a:lnTo>
                  <a:lnTo>
                    <a:pt x="406" y="30"/>
                  </a:lnTo>
                  <a:lnTo>
                    <a:pt x="406" y="30"/>
                  </a:lnTo>
                  <a:lnTo>
                    <a:pt x="406" y="30"/>
                  </a:lnTo>
                  <a:lnTo>
                    <a:pt x="407" y="30"/>
                  </a:lnTo>
                  <a:lnTo>
                    <a:pt x="408" y="15"/>
                  </a:lnTo>
                  <a:lnTo>
                    <a:pt x="408" y="15"/>
                  </a:lnTo>
                  <a:lnTo>
                    <a:pt x="408" y="15"/>
                  </a:lnTo>
                  <a:lnTo>
                    <a:pt x="409" y="15"/>
                  </a:lnTo>
                  <a:lnTo>
                    <a:pt x="409" y="0"/>
                  </a:lnTo>
                  <a:lnTo>
                    <a:pt x="410" y="0"/>
                  </a:lnTo>
                  <a:lnTo>
                    <a:pt x="410" y="0"/>
                  </a:lnTo>
                  <a:lnTo>
                    <a:pt x="411" y="0"/>
                  </a:lnTo>
                  <a:lnTo>
                    <a:pt x="411" y="0"/>
                  </a:lnTo>
                  <a:lnTo>
                    <a:pt x="412" y="0"/>
                  </a:lnTo>
                  <a:lnTo>
                    <a:pt x="412" y="0"/>
                  </a:lnTo>
                  <a:lnTo>
                    <a:pt x="412" y="0"/>
                  </a:lnTo>
                  <a:lnTo>
                    <a:pt x="413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5" y="15"/>
                  </a:lnTo>
                  <a:lnTo>
                    <a:pt x="415" y="15"/>
                  </a:lnTo>
                  <a:lnTo>
                    <a:pt x="416" y="15"/>
                  </a:lnTo>
                  <a:lnTo>
                    <a:pt x="416" y="30"/>
                  </a:lnTo>
                  <a:lnTo>
                    <a:pt x="417" y="30"/>
                  </a:lnTo>
                  <a:lnTo>
                    <a:pt x="417" y="30"/>
                  </a:lnTo>
                  <a:lnTo>
                    <a:pt x="417" y="45"/>
                  </a:lnTo>
                  <a:lnTo>
                    <a:pt x="418" y="45"/>
                  </a:lnTo>
                  <a:lnTo>
                    <a:pt x="419" y="45"/>
                  </a:lnTo>
                  <a:lnTo>
                    <a:pt x="419" y="45"/>
                  </a:lnTo>
                  <a:lnTo>
                    <a:pt x="419" y="45"/>
                  </a:lnTo>
                  <a:lnTo>
                    <a:pt x="420" y="45"/>
                  </a:lnTo>
                  <a:lnTo>
                    <a:pt x="420" y="45"/>
                  </a:lnTo>
                  <a:lnTo>
                    <a:pt x="421" y="45"/>
                  </a:lnTo>
                  <a:lnTo>
                    <a:pt x="421" y="45"/>
                  </a:lnTo>
                  <a:lnTo>
                    <a:pt x="422" y="45"/>
                  </a:lnTo>
                  <a:lnTo>
                    <a:pt x="422" y="45"/>
                  </a:lnTo>
                  <a:lnTo>
                    <a:pt x="423" y="30"/>
                  </a:lnTo>
                  <a:lnTo>
                    <a:pt x="423" y="30"/>
                  </a:lnTo>
                  <a:lnTo>
                    <a:pt x="423" y="30"/>
                  </a:lnTo>
                  <a:lnTo>
                    <a:pt x="424" y="15"/>
                  </a:lnTo>
                  <a:lnTo>
                    <a:pt x="425" y="15"/>
                  </a:lnTo>
                  <a:lnTo>
                    <a:pt x="425" y="15"/>
                  </a:lnTo>
                  <a:lnTo>
                    <a:pt x="425" y="15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27" y="15"/>
                  </a:lnTo>
                  <a:lnTo>
                    <a:pt x="427" y="15"/>
                  </a:lnTo>
                  <a:lnTo>
                    <a:pt x="428" y="30"/>
                  </a:lnTo>
                  <a:lnTo>
                    <a:pt x="428" y="45"/>
                  </a:lnTo>
                  <a:lnTo>
                    <a:pt x="429" y="60"/>
                  </a:lnTo>
                  <a:lnTo>
                    <a:pt x="429" y="75"/>
                  </a:lnTo>
                  <a:lnTo>
                    <a:pt x="429" y="105"/>
                  </a:lnTo>
                  <a:lnTo>
                    <a:pt x="430" y="135"/>
                  </a:lnTo>
                  <a:lnTo>
                    <a:pt x="430" y="165"/>
                  </a:lnTo>
                  <a:lnTo>
                    <a:pt x="431" y="195"/>
                  </a:lnTo>
                  <a:lnTo>
                    <a:pt x="431" y="239"/>
                  </a:lnTo>
                  <a:lnTo>
                    <a:pt x="432" y="284"/>
                  </a:lnTo>
                  <a:lnTo>
                    <a:pt x="432" y="329"/>
                  </a:lnTo>
                  <a:lnTo>
                    <a:pt x="432" y="374"/>
                  </a:lnTo>
                  <a:lnTo>
                    <a:pt x="433" y="434"/>
                  </a:lnTo>
                  <a:lnTo>
                    <a:pt x="434" y="479"/>
                  </a:lnTo>
                  <a:lnTo>
                    <a:pt x="434" y="538"/>
                  </a:lnTo>
                  <a:lnTo>
                    <a:pt x="434" y="583"/>
                  </a:lnTo>
                  <a:lnTo>
                    <a:pt x="435" y="643"/>
                  </a:lnTo>
                  <a:lnTo>
                    <a:pt x="435" y="688"/>
                  </a:lnTo>
                  <a:lnTo>
                    <a:pt x="436" y="748"/>
                  </a:lnTo>
                  <a:lnTo>
                    <a:pt x="436" y="793"/>
                  </a:lnTo>
                  <a:lnTo>
                    <a:pt x="437" y="852"/>
                  </a:lnTo>
                  <a:lnTo>
                    <a:pt x="437" y="897"/>
                  </a:lnTo>
                  <a:lnTo>
                    <a:pt x="438" y="942"/>
                  </a:lnTo>
                  <a:lnTo>
                    <a:pt x="438" y="1002"/>
                  </a:lnTo>
                  <a:lnTo>
                    <a:pt x="438" y="1046"/>
                  </a:lnTo>
                  <a:lnTo>
                    <a:pt x="439" y="1092"/>
                  </a:lnTo>
                  <a:lnTo>
                    <a:pt x="440" y="1121"/>
                  </a:lnTo>
                  <a:lnTo>
                    <a:pt x="440" y="1166"/>
                  </a:lnTo>
                  <a:lnTo>
                    <a:pt x="440" y="1196"/>
                  </a:lnTo>
                  <a:lnTo>
                    <a:pt x="441" y="1226"/>
                  </a:lnTo>
                  <a:lnTo>
                    <a:pt x="441" y="1256"/>
                  </a:lnTo>
                  <a:lnTo>
                    <a:pt x="442" y="1286"/>
                  </a:lnTo>
                  <a:lnTo>
                    <a:pt x="442" y="1301"/>
                  </a:lnTo>
                  <a:lnTo>
                    <a:pt x="443" y="1316"/>
                  </a:lnTo>
                  <a:lnTo>
                    <a:pt x="443" y="1331"/>
                  </a:lnTo>
                  <a:lnTo>
                    <a:pt x="444" y="1345"/>
                  </a:lnTo>
                  <a:lnTo>
                    <a:pt x="444" y="1345"/>
                  </a:lnTo>
                  <a:lnTo>
                    <a:pt x="444" y="1331"/>
                  </a:lnTo>
                  <a:lnTo>
                    <a:pt x="445" y="1316"/>
                  </a:lnTo>
                  <a:lnTo>
                    <a:pt x="445" y="1301"/>
                  </a:lnTo>
                  <a:lnTo>
                    <a:pt x="446" y="1271"/>
                  </a:lnTo>
                  <a:lnTo>
                    <a:pt x="446" y="1241"/>
                  </a:lnTo>
                  <a:lnTo>
                    <a:pt x="447" y="1211"/>
                  </a:lnTo>
                  <a:lnTo>
                    <a:pt x="447" y="1181"/>
                  </a:lnTo>
                  <a:lnTo>
                    <a:pt x="447" y="1136"/>
                  </a:lnTo>
                  <a:lnTo>
                    <a:pt x="448" y="1077"/>
                  </a:lnTo>
                  <a:lnTo>
                    <a:pt x="449" y="1032"/>
                  </a:lnTo>
                  <a:lnTo>
                    <a:pt x="449" y="972"/>
                  </a:lnTo>
                  <a:lnTo>
                    <a:pt x="449" y="912"/>
                  </a:lnTo>
                  <a:lnTo>
                    <a:pt x="450" y="837"/>
                  </a:lnTo>
                  <a:lnTo>
                    <a:pt x="450" y="763"/>
                  </a:lnTo>
                  <a:lnTo>
                    <a:pt x="451" y="673"/>
                  </a:lnTo>
                  <a:lnTo>
                    <a:pt x="451" y="583"/>
                  </a:lnTo>
                  <a:lnTo>
                    <a:pt x="452" y="494"/>
                  </a:lnTo>
                  <a:lnTo>
                    <a:pt x="452" y="374"/>
                  </a:lnTo>
                  <a:lnTo>
                    <a:pt x="453" y="269"/>
                  </a:lnTo>
                  <a:lnTo>
                    <a:pt x="453" y="1256"/>
                  </a:lnTo>
                  <a:lnTo>
                    <a:pt x="453" y="1256"/>
                  </a:lnTo>
                  <a:lnTo>
                    <a:pt x="454" y="1256"/>
                  </a:lnTo>
                  <a:lnTo>
                    <a:pt x="455" y="1256"/>
                  </a:lnTo>
                  <a:lnTo>
                    <a:pt x="455" y="1241"/>
                  </a:lnTo>
                  <a:lnTo>
                    <a:pt x="455" y="1241"/>
                  </a:lnTo>
                  <a:lnTo>
                    <a:pt x="456" y="1241"/>
                  </a:lnTo>
                  <a:lnTo>
                    <a:pt x="456" y="1241"/>
                  </a:lnTo>
                  <a:lnTo>
                    <a:pt x="457" y="1241"/>
                  </a:lnTo>
                  <a:lnTo>
                    <a:pt x="457" y="1241"/>
                  </a:lnTo>
                  <a:lnTo>
                    <a:pt x="458" y="1241"/>
                  </a:lnTo>
                  <a:lnTo>
                    <a:pt x="458" y="1241"/>
                  </a:lnTo>
                  <a:lnTo>
                    <a:pt x="458" y="1241"/>
                  </a:lnTo>
                  <a:lnTo>
                    <a:pt x="459" y="1241"/>
                  </a:lnTo>
                  <a:lnTo>
                    <a:pt x="459" y="1241"/>
                  </a:lnTo>
                  <a:lnTo>
                    <a:pt x="460" y="1241"/>
                  </a:lnTo>
                  <a:lnTo>
                    <a:pt x="460" y="1241"/>
                  </a:lnTo>
                  <a:lnTo>
                    <a:pt x="461" y="1241"/>
                  </a:lnTo>
                  <a:lnTo>
                    <a:pt x="461" y="1241"/>
                  </a:lnTo>
                  <a:lnTo>
                    <a:pt x="462" y="1241"/>
                  </a:lnTo>
                  <a:lnTo>
                    <a:pt x="462" y="1241"/>
                  </a:lnTo>
                  <a:lnTo>
                    <a:pt x="462" y="1241"/>
                  </a:lnTo>
                  <a:lnTo>
                    <a:pt x="463" y="1241"/>
                  </a:lnTo>
                  <a:lnTo>
                    <a:pt x="464" y="1241"/>
                  </a:lnTo>
                  <a:lnTo>
                    <a:pt x="464" y="1241"/>
                  </a:lnTo>
                  <a:lnTo>
                    <a:pt x="464" y="1241"/>
                  </a:lnTo>
                  <a:lnTo>
                    <a:pt x="465" y="1241"/>
                  </a:lnTo>
                  <a:lnTo>
                    <a:pt x="465" y="1241"/>
                  </a:lnTo>
                  <a:lnTo>
                    <a:pt x="466" y="1241"/>
                  </a:lnTo>
                  <a:lnTo>
                    <a:pt x="466" y="1241"/>
                  </a:lnTo>
                  <a:lnTo>
                    <a:pt x="467" y="1241"/>
                  </a:lnTo>
                  <a:lnTo>
                    <a:pt x="467" y="1241"/>
                  </a:lnTo>
                  <a:lnTo>
                    <a:pt x="468" y="1226"/>
                  </a:lnTo>
                  <a:lnTo>
                    <a:pt x="468" y="1226"/>
                  </a:lnTo>
                  <a:lnTo>
                    <a:pt x="468" y="1226"/>
                  </a:lnTo>
                  <a:lnTo>
                    <a:pt x="469" y="1226"/>
                  </a:lnTo>
                  <a:lnTo>
                    <a:pt x="470" y="1226"/>
                  </a:lnTo>
                  <a:lnTo>
                    <a:pt x="470" y="1211"/>
                  </a:lnTo>
                  <a:lnTo>
                    <a:pt x="470" y="1211"/>
                  </a:lnTo>
                  <a:lnTo>
                    <a:pt x="471" y="1211"/>
                  </a:lnTo>
                  <a:lnTo>
                    <a:pt x="471" y="1196"/>
                  </a:lnTo>
                  <a:lnTo>
                    <a:pt x="472" y="1196"/>
                  </a:lnTo>
                  <a:lnTo>
                    <a:pt x="472" y="1196"/>
                  </a:lnTo>
                  <a:lnTo>
                    <a:pt x="473" y="1196"/>
                  </a:lnTo>
                  <a:lnTo>
                    <a:pt x="473" y="1181"/>
                  </a:lnTo>
                  <a:lnTo>
                    <a:pt x="473" y="1181"/>
                  </a:lnTo>
                  <a:lnTo>
                    <a:pt x="474" y="1181"/>
                  </a:lnTo>
                  <a:lnTo>
                    <a:pt x="474" y="1181"/>
                  </a:lnTo>
                  <a:lnTo>
                    <a:pt x="475" y="1181"/>
                  </a:lnTo>
                  <a:lnTo>
                    <a:pt x="475" y="1181"/>
                  </a:lnTo>
                  <a:lnTo>
                    <a:pt x="476" y="1166"/>
                  </a:lnTo>
                  <a:lnTo>
                    <a:pt x="476" y="1166"/>
                  </a:lnTo>
                  <a:lnTo>
                    <a:pt x="477" y="1166"/>
                  </a:lnTo>
                  <a:lnTo>
                    <a:pt x="477" y="1166"/>
                  </a:lnTo>
                  <a:lnTo>
                    <a:pt x="477" y="1151"/>
                  </a:lnTo>
                  <a:lnTo>
                    <a:pt x="478" y="1151"/>
                  </a:lnTo>
                  <a:lnTo>
                    <a:pt x="479" y="1151"/>
                  </a:lnTo>
                  <a:lnTo>
                    <a:pt x="479" y="1151"/>
                  </a:lnTo>
                  <a:lnTo>
                    <a:pt x="479" y="1136"/>
                  </a:lnTo>
                  <a:lnTo>
                    <a:pt x="480" y="1136"/>
                  </a:lnTo>
                  <a:lnTo>
                    <a:pt x="480" y="1136"/>
                  </a:lnTo>
                  <a:lnTo>
                    <a:pt x="481" y="1136"/>
                  </a:lnTo>
                  <a:lnTo>
                    <a:pt x="481" y="1136"/>
                  </a:lnTo>
                  <a:lnTo>
                    <a:pt x="482" y="1136"/>
                  </a:lnTo>
                  <a:lnTo>
                    <a:pt x="482" y="1121"/>
                  </a:lnTo>
                  <a:lnTo>
                    <a:pt x="483" y="1121"/>
                  </a:lnTo>
                  <a:lnTo>
                    <a:pt x="483" y="1121"/>
                  </a:lnTo>
                  <a:lnTo>
                    <a:pt x="483" y="1121"/>
                  </a:lnTo>
                  <a:lnTo>
                    <a:pt x="484" y="1107"/>
                  </a:lnTo>
                  <a:lnTo>
                    <a:pt x="484" y="1107"/>
                  </a:lnTo>
                  <a:lnTo>
                    <a:pt x="485" y="1107"/>
                  </a:lnTo>
                  <a:lnTo>
                    <a:pt x="485" y="1107"/>
                  </a:lnTo>
                  <a:lnTo>
                    <a:pt x="486" y="1107"/>
                  </a:lnTo>
                  <a:lnTo>
                    <a:pt x="486" y="1107"/>
                  </a:lnTo>
                  <a:lnTo>
                    <a:pt x="487" y="1092"/>
                  </a:lnTo>
                  <a:lnTo>
                    <a:pt x="487" y="1092"/>
                  </a:lnTo>
                  <a:lnTo>
                    <a:pt x="488" y="1092"/>
                  </a:lnTo>
                  <a:lnTo>
                    <a:pt x="488" y="1092"/>
                  </a:lnTo>
                  <a:lnTo>
                    <a:pt x="488" y="1092"/>
                  </a:lnTo>
                  <a:lnTo>
                    <a:pt x="489" y="1092"/>
                  </a:lnTo>
                  <a:lnTo>
                    <a:pt x="489" y="1092"/>
                  </a:lnTo>
                  <a:lnTo>
                    <a:pt x="490" y="1092"/>
                  </a:lnTo>
                  <a:lnTo>
                    <a:pt x="490" y="1092"/>
                  </a:lnTo>
                  <a:lnTo>
                    <a:pt x="491" y="1092"/>
                  </a:lnTo>
                  <a:lnTo>
                    <a:pt x="491" y="1092"/>
                  </a:lnTo>
                  <a:lnTo>
                    <a:pt x="492" y="1092"/>
                  </a:lnTo>
                  <a:lnTo>
                    <a:pt x="492" y="1092"/>
                  </a:lnTo>
                  <a:lnTo>
                    <a:pt x="492" y="1092"/>
                  </a:lnTo>
                  <a:lnTo>
                    <a:pt x="493" y="1092"/>
                  </a:lnTo>
                  <a:lnTo>
                    <a:pt x="494" y="1092"/>
                  </a:lnTo>
                  <a:lnTo>
                    <a:pt x="494" y="1107"/>
                  </a:lnTo>
                  <a:lnTo>
                    <a:pt x="494" y="1092"/>
                  </a:lnTo>
                  <a:lnTo>
                    <a:pt x="495" y="1092"/>
                  </a:lnTo>
                  <a:lnTo>
                    <a:pt x="495" y="1092"/>
                  </a:lnTo>
                  <a:lnTo>
                    <a:pt x="496" y="1092"/>
                  </a:lnTo>
                  <a:lnTo>
                    <a:pt x="496" y="1092"/>
                  </a:lnTo>
                  <a:lnTo>
                    <a:pt x="497" y="1092"/>
                  </a:lnTo>
                  <a:lnTo>
                    <a:pt x="497" y="1092"/>
                  </a:lnTo>
                  <a:lnTo>
                    <a:pt x="498" y="1092"/>
                  </a:lnTo>
                  <a:lnTo>
                    <a:pt x="498" y="1077"/>
                  </a:lnTo>
                  <a:lnTo>
                    <a:pt x="498" y="1077"/>
                  </a:lnTo>
                  <a:lnTo>
                    <a:pt x="499" y="1077"/>
                  </a:lnTo>
                  <a:lnTo>
                    <a:pt x="499" y="1077"/>
                  </a:lnTo>
                  <a:lnTo>
                    <a:pt x="500" y="1061"/>
                  </a:lnTo>
                  <a:lnTo>
                    <a:pt x="500" y="1061"/>
                  </a:lnTo>
                  <a:lnTo>
                    <a:pt x="501" y="1061"/>
                  </a:lnTo>
                  <a:lnTo>
                    <a:pt x="501" y="1061"/>
                  </a:lnTo>
                  <a:lnTo>
                    <a:pt x="501" y="1046"/>
                  </a:lnTo>
                  <a:lnTo>
                    <a:pt x="502" y="1046"/>
                  </a:lnTo>
                  <a:lnTo>
                    <a:pt x="503" y="1046"/>
                  </a:lnTo>
                  <a:lnTo>
                    <a:pt x="503" y="1046"/>
                  </a:lnTo>
                  <a:lnTo>
                    <a:pt x="503" y="1032"/>
                  </a:lnTo>
                  <a:lnTo>
                    <a:pt x="504" y="1032"/>
                  </a:lnTo>
                  <a:lnTo>
                    <a:pt x="504" y="1032"/>
                  </a:lnTo>
                  <a:lnTo>
                    <a:pt x="505" y="1032"/>
                  </a:lnTo>
                  <a:lnTo>
                    <a:pt x="505" y="1032"/>
                  </a:lnTo>
                  <a:lnTo>
                    <a:pt x="506" y="1032"/>
                  </a:lnTo>
                  <a:lnTo>
                    <a:pt x="506" y="1032"/>
                  </a:lnTo>
                  <a:lnTo>
                    <a:pt x="507" y="1032"/>
                  </a:lnTo>
                  <a:lnTo>
                    <a:pt x="507" y="1032"/>
                  </a:lnTo>
                  <a:lnTo>
                    <a:pt x="507" y="1032"/>
                  </a:lnTo>
                  <a:lnTo>
                    <a:pt x="508" y="1032"/>
                  </a:lnTo>
                  <a:lnTo>
                    <a:pt x="509" y="1032"/>
                  </a:lnTo>
                  <a:lnTo>
                    <a:pt x="509" y="1032"/>
                  </a:lnTo>
                  <a:lnTo>
                    <a:pt x="509" y="1032"/>
                  </a:lnTo>
                  <a:lnTo>
                    <a:pt x="510" y="1032"/>
                  </a:lnTo>
                  <a:lnTo>
                    <a:pt x="510" y="1032"/>
                  </a:lnTo>
                  <a:lnTo>
                    <a:pt x="511" y="1032"/>
                  </a:lnTo>
                  <a:lnTo>
                    <a:pt x="511" y="1032"/>
                  </a:lnTo>
                  <a:lnTo>
                    <a:pt x="512" y="1032"/>
                  </a:lnTo>
                  <a:lnTo>
                    <a:pt x="512" y="1032"/>
                  </a:lnTo>
                  <a:lnTo>
                    <a:pt x="513" y="1032"/>
                  </a:lnTo>
                  <a:lnTo>
                    <a:pt x="513" y="1032"/>
                  </a:lnTo>
                  <a:lnTo>
                    <a:pt x="513" y="1046"/>
                  </a:lnTo>
                  <a:lnTo>
                    <a:pt x="514" y="1046"/>
                  </a:lnTo>
                  <a:lnTo>
                    <a:pt x="514" y="1046"/>
                  </a:lnTo>
                  <a:lnTo>
                    <a:pt x="515" y="1046"/>
                  </a:lnTo>
                  <a:lnTo>
                    <a:pt x="515" y="1046"/>
                  </a:lnTo>
                  <a:lnTo>
                    <a:pt x="516" y="1046"/>
                  </a:lnTo>
                  <a:lnTo>
                    <a:pt x="516" y="1046"/>
                  </a:lnTo>
                  <a:lnTo>
                    <a:pt x="516" y="1046"/>
                  </a:lnTo>
                  <a:lnTo>
                    <a:pt x="517" y="1046"/>
                  </a:lnTo>
                  <a:lnTo>
                    <a:pt x="518" y="1046"/>
                  </a:lnTo>
                  <a:lnTo>
                    <a:pt x="518" y="1046"/>
                  </a:lnTo>
                  <a:lnTo>
                    <a:pt x="518" y="1046"/>
                  </a:lnTo>
                  <a:lnTo>
                    <a:pt x="519" y="1046"/>
                  </a:lnTo>
                  <a:lnTo>
                    <a:pt x="519" y="1061"/>
                  </a:lnTo>
                  <a:lnTo>
                    <a:pt x="520" y="1061"/>
                  </a:lnTo>
                  <a:lnTo>
                    <a:pt x="520" y="1061"/>
                  </a:lnTo>
                  <a:lnTo>
                    <a:pt x="521" y="1061"/>
                  </a:lnTo>
                  <a:lnTo>
                    <a:pt x="521" y="1061"/>
                  </a:lnTo>
                  <a:lnTo>
                    <a:pt x="522" y="1061"/>
                  </a:lnTo>
                  <a:lnTo>
                    <a:pt x="522" y="1061"/>
                  </a:lnTo>
                  <a:lnTo>
                    <a:pt x="522" y="1061"/>
                  </a:lnTo>
                  <a:lnTo>
                    <a:pt x="523" y="1046"/>
                  </a:lnTo>
                  <a:lnTo>
                    <a:pt x="524" y="1046"/>
                  </a:lnTo>
                  <a:lnTo>
                    <a:pt x="524" y="1046"/>
                  </a:lnTo>
                  <a:lnTo>
                    <a:pt x="524" y="1046"/>
                  </a:lnTo>
                  <a:lnTo>
                    <a:pt x="525" y="1046"/>
                  </a:lnTo>
                  <a:lnTo>
                    <a:pt x="525" y="1046"/>
                  </a:lnTo>
                  <a:lnTo>
                    <a:pt x="526" y="1032"/>
                  </a:lnTo>
                  <a:lnTo>
                    <a:pt x="526" y="1032"/>
                  </a:lnTo>
                  <a:lnTo>
                    <a:pt x="527" y="1032"/>
                  </a:lnTo>
                  <a:lnTo>
                    <a:pt x="527" y="1032"/>
                  </a:lnTo>
                  <a:lnTo>
                    <a:pt x="527" y="1032"/>
                  </a:lnTo>
                  <a:lnTo>
                    <a:pt x="528" y="1032"/>
                  </a:lnTo>
                  <a:lnTo>
                    <a:pt x="529" y="1032"/>
                  </a:lnTo>
                  <a:lnTo>
                    <a:pt x="529" y="1032"/>
                  </a:lnTo>
                  <a:lnTo>
                    <a:pt x="529" y="1032"/>
                  </a:lnTo>
                  <a:lnTo>
                    <a:pt x="530" y="1032"/>
                  </a:lnTo>
                  <a:lnTo>
                    <a:pt x="530" y="1032"/>
                  </a:lnTo>
                  <a:lnTo>
                    <a:pt x="531" y="1032"/>
                  </a:lnTo>
                  <a:lnTo>
                    <a:pt x="531" y="1032"/>
                  </a:lnTo>
                  <a:lnTo>
                    <a:pt x="532" y="1032"/>
                  </a:lnTo>
                  <a:lnTo>
                    <a:pt x="532" y="1032"/>
                  </a:lnTo>
                  <a:lnTo>
                    <a:pt x="533" y="1017"/>
                  </a:lnTo>
                  <a:lnTo>
                    <a:pt x="533" y="1017"/>
                  </a:lnTo>
                  <a:lnTo>
                    <a:pt x="533" y="1017"/>
                  </a:lnTo>
                  <a:lnTo>
                    <a:pt x="534" y="1017"/>
                  </a:lnTo>
                  <a:lnTo>
                    <a:pt x="535" y="1002"/>
                  </a:lnTo>
                  <a:lnTo>
                    <a:pt x="535" y="1002"/>
                  </a:lnTo>
                  <a:lnTo>
                    <a:pt x="535" y="1002"/>
                  </a:lnTo>
                  <a:lnTo>
                    <a:pt x="536" y="987"/>
                  </a:lnTo>
                  <a:lnTo>
                    <a:pt x="536" y="987"/>
                  </a:lnTo>
                  <a:lnTo>
                    <a:pt x="537" y="987"/>
                  </a:lnTo>
                  <a:lnTo>
                    <a:pt x="537" y="987"/>
                  </a:lnTo>
                  <a:lnTo>
                    <a:pt x="538" y="987"/>
                  </a:lnTo>
                  <a:lnTo>
                    <a:pt x="538" y="972"/>
                  </a:lnTo>
                  <a:lnTo>
                    <a:pt x="539" y="972"/>
                  </a:lnTo>
                  <a:lnTo>
                    <a:pt x="539" y="972"/>
                  </a:lnTo>
                  <a:lnTo>
                    <a:pt x="539" y="972"/>
                  </a:lnTo>
                  <a:lnTo>
                    <a:pt x="540" y="957"/>
                  </a:lnTo>
                  <a:lnTo>
                    <a:pt x="540" y="957"/>
                  </a:lnTo>
                  <a:lnTo>
                    <a:pt x="541" y="957"/>
                  </a:lnTo>
                  <a:lnTo>
                    <a:pt x="541" y="957"/>
                  </a:lnTo>
                  <a:lnTo>
                    <a:pt x="542" y="942"/>
                  </a:lnTo>
                  <a:lnTo>
                    <a:pt x="542" y="942"/>
                  </a:lnTo>
                  <a:lnTo>
                    <a:pt x="542" y="942"/>
                  </a:lnTo>
                  <a:lnTo>
                    <a:pt x="543" y="927"/>
                  </a:lnTo>
                  <a:lnTo>
                    <a:pt x="544" y="927"/>
                  </a:lnTo>
                  <a:lnTo>
                    <a:pt x="544" y="927"/>
                  </a:lnTo>
                  <a:lnTo>
                    <a:pt x="544" y="912"/>
                  </a:lnTo>
                  <a:lnTo>
                    <a:pt x="545" y="912"/>
                  </a:lnTo>
                  <a:lnTo>
                    <a:pt x="545" y="912"/>
                  </a:lnTo>
                  <a:lnTo>
                    <a:pt x="546" y="912"/>
                  </a:lnTo>
                  <a:lnTo>
                    <a:pt x="546" y="897"/>
                  </a:lnTo>
                  <a:lnTo>
                    <a:pt x="547" y="897"/>
                  </a:lnTo>
                  <a:lnTo>
                    <a:pt x="547" y="897"/>
                  </a:lnTo>
                  <a:lnTo>
                    <a:pt x="548" y="897"/>
                  </a:lnTo>
                  <a:lnTo>
                    <a:pt x="548" y="882"/>
                  </a:lnTo>
                  <a:lnTo>
                    <a:pt x="548" y="882"/>
                  </a:lnTo>
                  <a:lnTo>
                    <a:pt x="549" y="882"/>
                  </a:lnTo>
                  <a:lnTo>
                    <a:pt x="550" y="882"/>
                  </a:lnTo>
                  <a:lnTo>
                    <a:pt x="550" y="882"/>
                  </a:lnTo>
                  <a:lnTo>
                    <a:pt x="550" y="867"/>
                  </a:lnTo>
                  <a:lnTo>
                    <a:pt x="551" y="867"/>
                  </a:lnTo>
                  <a:lnTo>
                    <a:pt x="551" y="867"/>
                  </a:lnTo>
                  <a:lnTo>
                    <a:pt x="552" y="867"/>
                  </a:lnTo>
                  <a:lnTo>
                    <a:pt x="552" y="867"/>
                  </a:lnTo>
                  <a:lnTo>
                    <a:pt x="553" y="867"/>
                  </a:lnTo>
                  <a:lnTo>
                    <a:pt x="553" y="852"/>
                  </a:lnTo>
                  <a:lnTo>
                    <a:pt x="553" y="852"/>
                  </a:lnTo>
                  <a:lnTo>
                    <a:pt x="554" y="852"/>
                  </a:lnTo>
                  <a:lnTo>
                    <a:pt x="554" y="852"/>
                  </a:lnTo>
                  <a:lnTo>
                    <a:pt x="555" y="837"/>
                  </a:lnTo>
                  <a:lnTo>
                    <a:pt x="555" y="837"/>
                  </a:lnTo>
                  <a:lnTo>
                    <a:pt x="556" y="837"/>
                  </a:lnTo>
                  <a:lnTo>
                    <a:pt x="556" y="822"/>
                  </a:lnTo>
                  <a:lnTo>
                    <a:pt x="557" y="822"/>
                  </a:lnTo>
                  <a:lnTo>
                    <a:pt x="557" y="808"/>
                  </a:lnTo>
                  <a:lnTo>
                    <a:pt x="557" y="808"/>
                  </a:lnTo>
                  <a:lnTo>
                    <a:pt x="558" y="808"/>
                  </a:lnTo>
                  <a:lnTo>
                    <a:pt x="559" y="793"/>
                  </a:lnTo>
                  <a:lnTo>
                    <a:pt x="559" y="793"/>
                  </a:lnTo>
                  <a:lnTo>
                    <a:pt x="559" y="778"/>
                  </a:lnTo>
                  <a:lnTo>
                    <a:pt x="560" y="778"/>
                  </a:lnTo>
                  <a:lnTo>
                    <a:pt x="560" y="763"/>
                  </a:lnTo>
                  <a:lnTo>
                    <a:pt x="561" y="763"/>
                  </a:lnTo>
                  <a:lnTo>
                    <a:pt x="561" y="763"/>
                  </a:lnTo>
                  <a:lnTo>
                    <a:pt x="562" y="748"/>
                  </a:lnTo>
                  <a:lnTo>
                    <a:pt x="562" y="748"/>
                  </a:lnTo>
                  <a:lnTo>
                    <a:pt x="563" y="748"/>
                  </a:lnTo>
                  <a:lnTo>
                    <a:pt x="563" y="733"/>
                  </a:lnTo>
                  <a:lnTo>
                    <a:pt x="563" y="733"/>
                  </a:lnTo>
                  <a:lnTo>
                    <a:pt x="564" y="733"/>
                  </a:lnTo>
                  <a:lnTo>
                    <a:pt x="565" y="733"/>
                  </a:lnTo>
                  <a:lnTo>
                    <a:pt x="565" y="733"/>
                  </a:lnTo>
                  <a:lnTo>
                    <a:pt x="565" y="733"/>
                  </a:lnTo>
                  <a:lnTo>
                    <a:pt x="566" y="733"/>
                  </a:lnTo>
                  <a:lnTo>
                    <a:pt x="566" y="733"/>
                  </a:lnTo>
                  <a:lnTo>
                    <a:pt x="567" y="733"/>
                  </a:lnTo>
                  <a:lnTo>
                    <a:pt x="567" y="718"/>
                  </a:lnTo>
                  <a:lnTo>
                    <a:pt x="568" y="718"/>
                  </a:lnTo>
                  <a:lnTo>
                    <a:pt x="568" y="718"/>
                  </a:lnTo>
                  <a:lnTo>
                    <a:pt x="568" y="718"/>
                  </a:lnTo>
                  <a:lnTo>
                    <a:pt x="569" y="718"/>
                  </a:lnTo>
                  <a:lnTo>
                    <a:pt x="569" y="718"/>
                  </a:lnTo>
                  <a:lnTo>
                    <a:pt x="570" y="718"/>
                  </a:lnTo>
                  <a:lnTo>
                    <a:pt x="570" y="703"/>
                  </a:lnTo>
                  <a:lnTo>
                    <a:pt x="571" y="703"/>
                  </a:lnTo>
                  <a:lnTo>
                    <a:pt x="571" y="703"/>
                  </a:lnTo>
                  <a:lnTo>
                    <a:pt x="572" y="703"/>
                  </a:lnTo>
                  <a:lnTo>
                    <a:pt x="572" y="703"/>
                  </a:lnTo>
                  <a:lnTo>
                    <a:pt x="572" y="703"/>
                  </a:lnTo>
                  <a:lnTo>
                    <a:pt x="573" y="703"/>
                  </a:lnTo>
                  <a:lnTo>
                    <a:pt x="574" y="703"/>
                  </a:lnTo>
                  <a:lnTo>
                    <a:pt x="574" y="703"/>
                  </a:lnTo>
                  <a:lnTo>
                    <a:pt x="574" y="688"/>
                  </a:lnTo>
                  <a:lnTo>
                    <a:pt x="575" y="688"/>
                  </a:lnTo>
                  <a:lnTo>
                    <a:pt x="575" y="688"/>
                  </a:lnTo>
                  <a:lnTo>
                    <a:pt x="576" y="688"/>
                  </a:lnTo>
                  <a:lnTo>
                    <a:pt x="576" y="688"/>
                  </a:lnTo>
                  <a:lnTo>
                    <a:pt x="577" y="688"/>
                  </a:lnTo>
                  <a:lnTo>
                    <a:pt x="577" y="673"/>
                  </a:lnTo>
                  <a:lnTo>
                    <a:pt x="578" y="673"/>
                  </a:lnTo>
                  <a:lnTo>
                    <a:pt x="578" y="673"/>
                  </a:lnTo>
                  <a:lnTo>
                    <a:pt x="578" y="673"/>
                  </a:lnTo>
                  <a:lnTo>
                    <a:pt x="579" y="673"/>
                  </a:lnTo>
                  <a:lnTo>
                    <a:pt x="579" y="673"/>
                  </a:lnTo>
                  <a:lnTo>
                    <a:pt x="580" y="673"/>
                  </a:lnTo>
                  <a:lnTo>
                    <a:pt x="580" y="673"/>
                  </a:lnTo>
                  <a:lnTo>
                    <a:pt x="581" y="673"/>
                  </a:lnTo>
                  <a:lnTo>
                    <a:pt x="581" y="688"/>
                  </a:lnTo>
                  <a:lnTo>
                    <a:pt x="582" y="688"/>
                  </a:lnTo>
                  <a:lnTo>
                    <a:pt x="582" y="688"/>
                  </a:lnTo>
                  <a:lnTo>
                    <a:pt x="583" y="688"/>
                  </a:lnTo>
                  <a:lnTo>
                    <a:pt x="583" y="688"/>
                  </a:lnTo>
                  <a:lnTo>
                    <a:pt x="583" y="688"/>
                  </a:lnTo>
                  <a:lnTo>
                    <a:pt x="584" y="673"/>
                  </a:lnTo>
                  <a:lnTo>
                    <a:pt x="584" y="673"/>
                  </a:lnTo>
                  <a:lnTo>
                    <a:pt x="585" y="673"/>
                  </a:lnTo>
                  <a:lnTo>
                    <a:pt x="585" y="673"/>
                  </a:lnTo>
                  <a:lnTo>
                    <a:pt x="586" y="673"/>
                  </a:lnTo>
                  <a:lnTo>
                    <a:pt x="586" y="688"/>
                  </a:lnTo>
                  <a:lnTo>
                    <a:pt x="587" y="688"/>
                  </a:lnTo>
                  <a:lnTo>
                    <a:pt x="587" y="688"/>
                  </a:lnTo>
                  <a:lnTo>
                    <a:pt x="587" y="688"/>
                  </a:lnTo>
                  <a:lnTo>
                    <a:pt x="588" y="688"/>
                  </a:lnTo>
                  <a:lnTo>
                    <a:pt x="589" y="688"/>
                  </a:lnTo>
                  <a:lnTo>
                    <a:pt x="589" y="688"/>
                  </a:lnTo>
                  <a:lnTo>
                    <a:pt x="589" y="688"/>
                  </a:lnTo>
                  <a:lnTo>
                    <a:pt x="590" y="688"/>
                  </a:lnTo>
                  <a:lnTo>
                    <a:pt x="590" y="688"/>
                  </a:lnTo>
                  <a:lnTo>
                    <a:pt x="591" y="688"/>
                  </a:lnTo>
                  <a:lnTo>
                    <a:pt x="591" y="688"/>
                  </a:lnTo>
                  <a:lnTo>
                    <a:pt x="592" y="703"/>
                  </a:lnTo>
                  <a:lnTo>
                    <a:pt x="592" y="703"/>
                  </a:lnTo>
                  <a:lnTo>
                    <a:pt x="593" y="703"/>
                  </a:lnTo>
                  <a:lnTo>
                    <a:pt x="593" y="703"/>
                  </a:lnTo>
                  <a:lnTo>
                    <a:pt x="593" y="703"/>
                  </a:lnTo>
                  <a:lnTo>
                    <a:pt x="594" y="703"/>
                  </a:lnTo>
                  <a:lnTo>
                    <a:pt x="594" y="703"/>
                  </a:lnTo>
                  <a:lnTo>
                    <a:pt x="595" y="718"/>
                  </a:lnTo>
                  <a:lnTo>
                    <a:pt x="595" y="718"/>
                  </a:lnTo>
                  <a:lnTo>
                    <a:pt x="596" y="718"/>
                  </a:lnTo>
                  <a:lnTo>
                    <a:pt x="596" y="718"/>
                  </a:lnTo>
                  <a:lnTo>
                    <a:pt x="596" y="718"/>
                  </a:lnTo>
                  <a:lnTo>
                    <a:pt x="597" y="718"/>
                  </a:lnTo>
                  <a:lnTo>
                    <a:pt x="598" y="718"/>
                  </a:lnTo>
                  <a:lnTo>
                    <a:pt x="598" y="718"/>
                  </a:lnTo>
                  <a:lnTo>
                    <a:pt x="598" y="718"/>
                  </a:lnTo>
                  <a:lnTo>
                    <a:pt x="599" y="718"/>
                  </a:lnTo>
                  <a:lnTo>
                    <a:pt x="599" y="718"/>
                  </a:lnTo>
                  <a:lnTo>
                    <a:pt x="600" y="718"/>
                  </a:lnTo>
                  <a:lnTo>
                    <a:pt x="600" y="718"/>
                  </a:lnTo>
                  <a:lnTo>
                    <a:pt x="601" y="718"/>
                  </a:lnTo>
                  <a:lnTo>
                    <a:pt x="601" y="718"/>
                  </a:lnTo>
                  <a:lnTo>
                    <a:pt x="602" y="718"/>
                  </a:lnTo>
                  <a:lnTo>
                    <a:pt x="602" y="718"/>
                  </a:lnTo>
                  <a:lnTo>
                    <a:pt x="602" y="718"/>
                  </a:lnTo>
                  <a:lnTo>
                    <a:pt x="603" y="703"/>
                  </a:lnTo>
                  <a:lnTo>
                    <a:pt x="604" y="703"/>
                  </a:lnTo>
                  <a:lnTo>
                    <a:pt x="604" y="703"/>
                  </a:lnTo>
                  <a:lnTo>
                    <a:pt x="604" y="703"/>
                  </a:lnTo>
                  <a:lnTo>
                    <a:pt x="605" y="703"/>
                  </a:lnTo>
                  <a:lnTo>
                    <a:pt x="605" y="703"/>
                  </a:lnTo>
                  <a:lnTo>
                    <a:pt x="606" y="688"/>
                  </a:lnTo>
                  <a:lnTo>
                    <a:pt x="606" y="688"/>
                  </a:lnTo>
                  <a:lnTo>
                    <a:pt x="607" y="688"/>
                  </a:lnTo>
                  <a:lnTo>
                    <a:pt x="607" y="688"/>
                  </a:lnTo>
                  <a:lnTo>
                    <a:pt x="608" y="688"/>
                  </a:lnTo>
                  <a:lnTo>
                    <a:pt x="608" y="688"/>
                  </a:lnTo>
                  <a:lnTo>
                    <a:pt x="608" y="688"/>
                  </a:lnTo>
                  <a:lnTo>
                    <a:pt x="609" y="673"/>
                  </a:lnTo>
                  <a:lnTo>
                    <a:pt x="609" y="673"/>
                  </a:lnTo>
                  <a:lnTo>
                    <a:pt x="610" y="673"/>
                  </a:lnTo>
                  <a:lnTo>
                    <a:pt x="610" y="673"/>
                  </a:lnTo>
                  <a:lnTo>
                    <a:pt x="611" y="673"/>
                  </a:lnTo>
                  <a:lnTo>
                    <a:pt x="611" y="673"/>
                  </a:lnTo>
                  <a:lnTo>
                    <a:pt x="611" y="673"/>
                  </a:lnTo>
                  <a:lnTo>
                    <a:pt x="612" y="658"/>
                  </a:lnTo>
                  <a:lnTo>
                    <a:pt x="613" y="658"/>
                  </a:lnTo>
                  <a:lnTo>
                    <a:pt x="613" y="658"/>
                  </a:lnTo>
                  <a:lnTo>
                    <a:pt x="613" y="658"/>
                  </a:lnTo>
                  <a:lnTo>
                    <a:pt x="614" y="643"/>
                  </a:lnTo>
                  <a:lnTo>
                    <a:pt x="614" y="643"/>
                  </a:lnTo>
                  <a:lnTo>
                    <a:pt x="615" y="643"/>
                  </a:lnTo>
                  <a:lnTo>
                    <a:pt x="615" y="643"/>
                  </a:lnTo>
                  <a:lnTo>
                    <a:pt x="616" y="643"/>
                  </a:lnTo>
                  <a:lnTo>
                    <a:pt x="616" y="643"/>
                  </a:lnTo>
                  <a:lnTo>
                    <a:pt x="617" y="643"/>
                  </a:lnTo>
                  <a:lnTo>
                    <a:pt x="617" y="628"/>
                  </a:lnTo>
                  <a:lnTo>
                    <a:pt x="617" y="628"/>
                  </a:lnTo>
                  <a:lnTo>
                    <a:pt x="618" y="628"/>
                  </a:lnTo>
                  <a:lnTo>
                    <a:pt x="619" y="628"/>
                  </a:lnTo>
                  <a:lnTo>
                    <a:pt x="619" y="628"/>
                  </a:lnTo>
                  <a:lnTo>
                    <a:pt x="619" y="613"/>
                  </a:lnTo>
                  <a:lnTo>
                    <a:pt x="620" y="613"/>
                  </a:lnTo>
                  <a:lnTo>
                    <a:pt x="620" y="613"/>
                  </a:lnTo>
                  <a:lnTo>
                    <a:pt x="621" y="613"/>
                  </a:lnTo>
                  <a:lnTo>
                    <a:pt x="621" y="613"/>
                  </a:lnTo>
                  <a:lnTo>
                    <a:pt x="622" y="598"/>
                  </a:lnTo>
                  <a:lnTo>
                    <a:pt x="622" y="598"/>
                  </a:lnTo>
                  <a:lnTo>
                    <a:pt x="623" y="598"/>
                  </a:lnTo>
                  <a:lnTo>
                    <a:pt x="623" y="598"/>
                  </a:lnTo>
                  <a:lnTo>
                    <a:pt x="623" y="598"/>
                  </a:lnTo>
                  <a:lnTo>
                    <a:pt x="624" y="598"/>
                  </a:lnTo>
                  <a:lnTo>
                    <a:pt x="624" y="583"/>
                  </a:lnTo>
                  <a:lnTo>
                    <a:pt x="625" y="583"/>
                  </a:lnTo>
                  <a:lnTo>
                    <a:pt x="625" y="583"/>
                  </a:lnTo>
                  <a:lnTo>
                    <a:pt x="626" y="583"/>
                  </a:lnTo>
                  <a:lnTo>
                    <a:pt x="626" y="583"/>
                  </a:lnTo>
                  <a:lnTo>
                    <a:pt x="626" y="583"/>
                  </a:lnTo>
                  <a:lnTo>
                    <a:pt x="627" y="568"/>
                  </a:lnTo>
                  <a:lnTo>
                    <a:pt x="628" y="568"/>
                  </a:lnTo>
                  <a:lnTo>
                    <a:pt x="628" y="568"/>
                  </a:lnTo>
                  <a:lnTo>
                    <a:pt x="628" y="568"/>
                  </a:lnTo>
                  <a:lnTo>
                    <a:pt x="629" y="553"/>
                  </a:lnTo>
                  <a:lnTo>
                    <a:pt x="629" y="553"/>
                  </a:lnTo>
                  <a:lnTo>
                    <a:pt x="630" y="553"/>
                  </a:lnTo>
                  <a:lnTo>
                    <a:pt x="630" y="553"/>
                  </a:lnTo>
                  <a:lnTo>
                    <a:pt x="631" y="553"/>
                  </a:lnTo>
                  <a:lnTo>
                    <a:pt x="631" y="538"/>
                  </a:lnTo>
                  <a:lnTo>
                    <a:pt x="632" y="538"/>
                  </a:lnTo>
                  <a:lnTo>
                    <a:pt x="632" y="538"/>
                  </a:lnTo>
                  <a:lnTo>
                    <a:pt x="632" y="538"/>
                  </a:lnTo>
                  <a:lnTo>
                    <a:pt x="633" y="538"/>
                  </a:lnTo>
                  <a:lnTo>
                    <a:pt x="634" y="538"/>
                  </a:lnTo>
                  <a:lnTo>
                    <a:pt x="634" y="538"/>
                  </a:lnTo>
                  <a:lnTo>
                    <a:pt x="634" y="553"/>
                  </a:lnTo>
                  <a:lnTo>
                    <a:pt x="635" y="553"/>
                  </a:lnTo>
                  <a:lnTo>
                    <a:pt x="635" y="553"/>
                  </a:lnTo>
                  <a:lnTo>
                    <a:pt x="636" y="553"/>
                  </a:lnTo>
                  <a:lnTo>
                    <a:pt x="636" y="553"/>
                  </a:lnTo>
                  <a:lnTo>
                    <a:pt x="637" y="553"/>
                  </a:lnTo>
                  <a:lnTo>
                    <a:pt x="637" y="553"/>
                  </a:lnTo>
                  <a:lnTo>
                    <a:pt x="637" y="553"/>
                  </a:lnTo>
                  <a:lnTo>
                    <a:pt x="638" y="553"/>
                  </a:lnTo>
                  <a:lnTo>
                    <a:pt x="638" y="553"/>
                  </a:lnTo>
                  <a:lnTo>
                    <a:pt x="639" y="553"/>
                  </a:lnTo>
                  <a:lnTo>
                    <a:pt x="639" y="568"/>
                  </a:lnTo>
                  <a:lnTo>
                    <a:pt x="640" y="568"/>
                  </a:lnTo>
                  <a:lnTo>
                    <a:pt x="640" y="568"/>
                  </a:lnTo>
                  <a:lnTo>
                    <a:pt x="641" y="568"/>
                  </a:lnTo>
                  <a:lnTo>
                    <a:pt x="641" y="568"/>
                  </a:lnTo>
                  <a:lnTo>
                    <a:pt x="642" y="568"/>
                  </a:lnTo>
                  <a:lnTo>
                    <a:pt x="642" y="568"/>
                  </a:lnTo>
                  <a:lnTo>
                    <a:pt x="643" y="583"/>
                  </a:lnTo>
                  <a:lnTo>
                    <a:pt x="643" y="583"/>
                  </a:lnTo>
                  <a:lnTo>
                    <a:pt x="643" y="583"/>
                  </a:lnTo>
                  <a:lnTo>
                    <a:pt x="644" y="598"/>
                  </a:lnTo>
                  <a:lnTo>
                    <a:pt x="645" y="598"/>
                  </a:lnTo>
                  <a:lnTo>
                    <a:pt x="645" y="598"/>
                  </a:lnTo>
                  <a:lnTo>
                    <a:pt x="645" y="613"/>
                  </a:lnTo>
                  <a:lnTo>
                    <a:pt x="646" y="613"/>
                  </a:lnTo>
                  <a:lnTo>
                    <a:pt x="646" y="613"/>
                  </a:lnTo>
                  <a:lnTo>
                    <a:pt x="647" y="628"/>
                  </a:lnTo>
                  <a:lnTo>
                    <a:pt x="647" y="628"/>
                  </a:lnTo>
                  <a:lnTo>
                    <a:pt x="648" y="628"/>
                  </a:lnTo>
                  <a:lnTo>
                    <a:pt x="648" y="628"/>
                  </a:lnTo>
                  <a:lnTo>
                    <a:pt x="649" y="628"/>
                  </a:lnTo>
                  <a:lnTo>
                    <a:pt x="649" y="643"/>
                  </a:lnTo>
                  <a:lnTo>
                    <a:pt x="649" y="643"/>
                  </a:lnTo>
                  <a:lnTo>
                    <a:pt x="650" y="643"/>
                  </a:lnTo>
                  <a:lnTo>
                    <a:pt x="650" y="643"/>
                  </a:lnTo>
                  <a:lnTo>
                    <a:pt x="651" y="658"/>
                  </a:lnTo>
                  <a:lnTo>
                    <a:pt x="651" y="658"/>
                  </a:lnTo>
                  <a:lnTo>
                    <a:pt x="652" y="658"/>
                  </a:lnTo>
                  <a:lnTo>
                    <a:pt x="652" y="673"/>
                  </a:lnTo>
                  <a:lnTo>
                    <a:pt x="652" y="673"/>
                  </a:lnTo>
                  <a:lnTo>
                    <a:pt x="653" y="673"/>
                  </a:lnTo>
                  <a:lnTo>
                    <a:pt x="654" y="673"/>
                  </a:lnTo>
                  <a:lnTo>
                    <a:pt x="654" y="673"/>
                  </a:lnTo>
                  <a:lnTo>
                    <a:pt x="654" y="673"/>
                  </a:lnTo>
                  <a:lnTo>
                    <a:pt x="655" y="673"/>
                  </a:lnTo>
                  <a:lnTo>
                    <a:pt x="655" y="673"/>
                  </a:lnTo>
                  <a:lnTo>
                    <a:pt x="656" y="673"/>
                  </a:lnTo>
                  <a:lnTo>
                    <a:pt x="656" y="688"/>
                  </a:lnTo>
                  <a:lnTo>
                    <a:pt x="657" y="688"/>
                  </a:lnTo>
                  <a:lnTo>
                    <a:pt x="657" y="688"/>
                  </a:lnTo>
                  <a:lnTo>
                    <a:pt x="658" y="688"/>
                  </a:lnTo>
                  <a:lnTo>
                    <a:pt x="658" y="688"/>
                  </a:lnTo>
                  <a:lnTo>
                    <a:pt x="658" y="703"/>
                  </a:lnTo>
                  <a:lnTo>
                    <a:pt x="659" y="703"/>
                  </a:lnTo>
                  <a:lnTo>
                    <a:pt x="660" y="703"/>
                  </a:lnTo>
                  <a:lnTo>
                    <a:pt x="660" y="703"/>
                  </a:lnTo>
                  <a:lnTo>
                    <a:pt x="660" y="703"/>
                  </a:lnTo>
                  <a:lnTo>
                    <a:pt x="661" y="718"/>
                  </a:lnTo>
                  <a:lnTo>
                    <a:pt x="661" y="718"/>
                  </a:lnTo>
                  <a:lnTo>
                    <a:pt x="662" y="718"/>
                  </a:lnTo>
                  <a:lnTo>
                    <a:pt x="662" y="718"/>
                  </a:lnTo>
                  <a:lnTo>
                    <a:pt x="663" y="718"/>
                  </a:lnTo>
                  <a:lnTo>
                    <a:pt x="663" y="718"/>
                  </a:lnTo>
                  <a:lnTo>
                    <a:pt x="663" y="718"/>
                  </a:lnTo>
                  <a:lnTo>
                    <a:pt x="664" y="718"/>
                  </a:lnTo>
                  <a:lnTo>
                    <a:pt x="664" y="718"/>
                  </a:lnTo>
                  <a:lnTo>
                    <a:pt x="665" y="718"/>
                  </a:lnTo>
                  <a:lnTo>
                    <a:pt x="665" y="718"/>
                  </a:lnTo>
                  <a:lnTo>
                    <a:pt x="666" y="718"/>
                  </a:lnTo>
                  <a:lnTo>
                    <a:pt x="666" y="718"/>
                  </a:lnTo>
                  <a:lnTo>
                    <a:pt x="667" y="718"/>
                  </a:lnTo>
                  <a:lnTo>
                    <a:pt x="667" y="718"/>
                  </a:lnTo>
                  <a:lnTo>
                    <a:pt x="667" y="718"/>
                  </a:lnTo>
                  <a:lnTo>
                    <a:pt x="668" y="718"/>
                  </a:lnTo>
                  <a:lnTo>
                    <a:pt x="669" y="718"/>
                  </a:lnTo>
                  <a:lnTo>
                    <a:pt x="669" y="718"/>
                  </a:lnTo>
                  <a:lnTo>
                    <a:pt x="669" y="733"/>
                  </a:lnTo>
                  <a:lnTo>
                    <a:pt x="670" y="733"/>
                  </a:lnTo>
                  <a:lnTo>
                    <a:pt x="670" y="733"/>
                  </a:lnTo>
                  <a:lnTo>
                    <a:pt x="671" y="733"/>
                  </a:lnTo>
                  <a:lnTo>
                    <a:pt x="671" y="748"/>
                  </a:lnTo>
                  <a:lnTo>
                    <a:pt x="672" y="748"/>
                  </a:lnTo>
                  <a:lnTo>
                    <a:pt x="672" y="748"/>
                  </a:lnTo>
                  <a:lnTo>
                    <a:pt x="673" y="748"/>
                  </a:lnTo>
                  <a:lnTo>
                    <a:pt x="673" y="748"/>
                  </a:lnTo>
                  <a:lnTo>
                    <a:pt x="673" y="763"/>
                  </a:lnTo>
                  <a:lnTo>
                    <a:pt x="674" y="763"/>
                  </a:lnTo>
                  <a:lnTo>
                    <a:pt x="675" y="763"/>
                  </a:lnTo>
                  <a:lnTo>
                    <a:pt x="675" y="763"/>
                  </a:lnTo>
                  <a:lnTo>
                    <a:pt x="675" y="763"/>
                  </a:lnTo>
                  <a:lnTo>
                    <a:pt x="676" y="778"/>
                  </a:lnTo>
                  <a:lnTo>
                    <a:pt x="676" y="778"/>
                  </a:lnTo>
                  <a:lnTo>
                    <a:pt x="677" y="778"/>
                  </a:lnTo>
                  <a:lnTo>
                    <a:pt x="677" y="778"/>
                  </a:lnTo>
                  <a:lnTo>
                    <a:pt x="678" y="778"/>
                  </a:lnTo>
                  <a:lnTo>
                    <a:pt x="678" y="778"/>
                  </a:lnTo>
                  <a:lnTo>
                    <a:pt x="678" y="778"/>
                  </a:lnTo>
                  <a:lnTo>
                    <a:pt x="679" y="778"/>
                  </a:lnTo>
                  <a:lnTo>
                    <a:pt x="679" y="778"/>
                  </a:lnTo>
                  <a:lnTo>
                    <a:pt x="680" y="778"/>
                  </a:lnTo>
                  <a:lnTo>
                    <a:pt x="680" y="778"/>
                  </a:lnTo>
                  <a:lnTo>
                    <a:pt x="681" y="778"/>
                  </a:lnTo>
                  <a:lnTo>
                    <a:pt x="681" y="778"/>
                  </a:lnTo>
                  <a:lnTo>
                    <a:pt x="682" y="778"/>
                  </a:lnTo>
                  <a:lnTo>
                    <a:pt x="682" y="778"/>
                  </a:lnTo>
                  <a:lnTo>
                    <a:pt x="682" y="778"/>
                  </a:lnTo>
                  <a:lnTo>
                    <a:pt x="683" y="778"/>
                  </a:lnTo>
                  <a:lnTo>
                    <a:pt x="684" y="763"/>
                  </a:lnTo>
                  <a:lnTo>
                    <a:pt x="684" y="763"/>
                  </a:lnTo>
                  <a:lnTo>
                    <a:pt x="684" y="763"/>
                  </a:lnTo>
                  <a:lnTo>
                    <a:pt x="685" y="763"/>
                  </a:lnTo>
                  <a:lnTo>
                    <a:pt x="685" y="763"/>
                  </a:lnTo>
                  <a:lnTo>
                    <a:pt x="686" y="763"/>
                  </a:lnTo>
                  <a:lnTo>
                    <a:pt x="686" y="763"/>
                  </a:lnTo>
                  <a:lnTo>
                    <a:pt x="687" y="763"/>
                  </a:lnTo>
                  <a:lnTo>
                    <a:pt x="687" y="763"/>
                  </a:lnTo>
                  <a:lnTo>
                    <a:pt x="688" y="763"/>
                  </a:lnTo>
                  <a:lnTo>
                    <a:pt x="688" y="763"/>
                  </a:lnTo>
                  <a:lnTo>
                    <a:pt x="688" y="763"/>
                  </a:lnTo>
                  <a:lnTo>
                    <a:pt x="689" y="763"/>
                  </a:lnTo>
                  <a:lnTo>
                    <a:pt x="689" y="763"/>
                  </a:lnTo>
                  <a:lnTo>
                    <a:pt x="690" y="763"/>
                  </a:lnTo>
                  <a:lnTo>
                    <a:pt x="690" y="763"/>
                  </a:lnTo>
                  <a:lnTo>
                    <a:pt x="691" y="763"/>
                  </a:lnTo>
                  <a:lnTo>
                    <a:pt x="691" y="763"/>
                  </a:lnTo>
                  <a:lnTo>
                    <a:pt x="692" y="763"/>
                  </a:lnTo>
                  <a:lnTo>
                    <a:pt x="692" y="763"/>
                  </a:lnTo>
                  <a:lnTo>
                    <a:pt x="693" y="763"/>
                  </a:lnTo>
                  <a:lnTo>
                    <a:pt x="693" y="763"/>
                  </a:lnTo>
                  <a:lnTo>
                    <a:pt x="693" y="763"/>
                  </a:lnTo>
                  <a:lnTo>
                    <a:pt x="694" y="763"/>
                  </a:lnTo>
                  <a:lnTo>
                    <a:pt x="694" y="763"/>
                  </a:lnTo>
                  <a:lnTo>
                    <a:pt x="695" y="763"/>
                  </a:lnTo>
                  <a:lnTo>
                    <a:pt x="695" y="748"/>
                  </a:lnTo>
                  <a:lnTo>
                    <a:pt x="696" y="748"/>
                  </a:lnTo>
                  <a:lnTo>
                    <a:pt x="696" y="748"/>
                  </a:lnTo>
                  <a:lnTo>
                    <a:pt x="697" y="748"/>
                  </a:lnTo>
                  <a:lnTo>
                    <a:pt x="697" y="748"/>
                  </a:lnTo>
                  <a:lnTo>
                    <a:pt x="697" y="748"/>
                  </a:lnTo>
                  <a:lnTo>
                    <a:pt x="698" y="733"/>
                  </a:lnTo>
                  <a:lnTo>
                    <a:pt x="699" y="733"/>
                  </a:lnTo>
                  <a:lnTo>
                    <a:pt x="699" y="733"/>
                  </a:lnTo>
                  <a:lnTo>
                    <a:pt x="699" y="733"/>
                  </a:lnTo>
                  <a:lnTo>
                    <a:pt x="700" y="733"/>
                  </a:lnTo>
                  <a:lnTo>
                    <a:pt x="700" y="718"/>
                  </a:lnTo>
                  <a:lnTo>
                    <a:pt x="701" y="718"/>
                  </a:lnTo>
                  <a:lnTo>
                    <a:pt x="701" y="718"/>
                  </a:lnTo>
                  <a:lnTo>
                    <a:pt x="702" y="718"/>
                  </a:lnTo>
                  <a:lnTo>
                    <a:pt x="702" y="718"/>
                  </a:lnTo>
                  <a:lnTo>
                    <a:pt x="703" y="718"/>
                  </a:lnTo>
                  <a:lnTo>
                    <a:pt x="703" y="718"/>
                  </a:lnTo>
                  <a:lnTo>
                    <a:pt x="703" y="718"/>
                  </a:lnTo>
                  <a:lnTo>
                    <a:pt x="704" y="718"/>
                  </a:lnTo>
                  <a:lnTo>
                    <a:pt x="704" y="733"/>
                  </a:lnTo>
                  <a:lnTo>
                    <a:pt x="705" y="733"/>
                  </a:lnTo>
                  <a:lnTo>
                    <a:pt x="705" y="733"/>
                  </a:lnTo>
                  <a:lnTo>
                    <a:pt x="706" y="733"/>
                  </a:lnTo>
                  <a:lnTo>
                    <a:pt x="706" y="733"/>
                  </a:lnTo>
                  <a:lnTo>
                    <a:pt x="706" y="733"/>
                  </a:lnTo>
                  <a:lnTo>
                    <a:pt x="707" y="733"/>
                  </a:lnTo>
                  <a:lnTo>
                    <a:pt x="708" y="733"/>
                  </a:lnTo>
                  <a:lnTo>
                    <a:pt x="708" y="733"/>
                  </a:lnTo>
                  <a:lnTo>
                    <a:pt x="708" y="733"/>
                  </a:lnTo>
                  <a:lnTo>
                    <a:pt x="709" y="733"/>
                  </a:lnTo>
                  <a:lnTo>
                    <a:pt x="709" y="718"/>
                  </a:lnTo>
                  <a:lnTo>
                    <a:pt x="710" y="718"/>
                  </a:lnTo>
                  <a:lnTo>
                    <a:pt x="710" y="718"/>
                  </a:lnTo>
                  <a:lnTo>
                    <a:pt x="711" y="718"/>
                  </a:lnTo>
                  <a:lnTo>
                    <a:pt x="711" y="718"/>
                  </a:lnTo>
                  <a:lnTo>
                    <a:pt x="712" y="703"/>
                  </a:lnTo>
                  <a:lnTo>
                    <a:pt x="712" y="703"/>
                  </a:lnTo>
                  <a:lnTo>
                    <a:pt x="712" y="703"/>
                  </a:lnTo>
                  <a:lnTo>
                    <a:pt x="713" y="688"/>
                  </a:lnTo>
                  <a:lnTo>
                    <a:pt x="714" y="688"/>
                  </a:lnTo>
                  <a:lnTo>
                    <a:pt x="714" y="688"/>
                  </a:lnTo>
                  <a:lnTo>
                    <a:pt x="714" y="688"/>
                  </a:lnTo>
                  <a:lnTo>
                    <a:pt x="715" y="688"/>
                  </a:lnTo>
                  <a:lnTo>
                    <a:pt x="715" y="673"/>
                  </a:lnTo>
                  <a:lnTo>
                    <a:pt x="716" y="673"/>
                  </a:lnTo>
                  <a:lnTo>
                    <a:pt x="716" y="673"/>
                  </a:lnTo>
                  <a:lnTo>
                    <a:pt x="717" y="673"/>
                  </a:lnTo>
                  <a:lnTo>
                    <a:pt x="717" y="673"/>
                  </a:lnTo>
                  <a:lnTo>
                    <a:pt x="718" y="673"/>
                  </a:lnTo>
                  <a:lnTo>
                    <a:pt x="718" y="673"/>
                  </a:lnTo>
                  <a:lnTo>
                    <a:pt x="718" y="673"/>
                  </a:lnTo>
                  <a:lnTo>
                    <a:pt x="719" y="673"/>
                  </a:lnTo>
                  <a:lnTo>
                    <a:pt x="719" y="673"/>
                  </a:lnTo>
                  <a:lnTo>
                    <a:pt x="720" y="673"/>
                  </a:lnTo>
                  <a:lnTo>
                    <a:pt x="720" y="673"/>
                  </a:lnTo>
                  <a:lnTo>
                    <a:pt x="721" y="673"/>
                  </a:lnTo>
                  <a:lnTo>
                    <a:pt x="721" y="673"/>
                  </a:lnTo>
                  <a:lnTo>
                    <a:pt x="721" y="673"/>
                  </a:lnTo>
                  <a:lnTo>
                    <a:pt x="722" y="673"/>
                  </a:lnTo>
                  <a:lnTo>
                    <a:pt x="723" y="673"/>
                  </a:lnTo>
                  <a:lnTo>
                    <a:pt x="723" y="673"/>
                  </a:lnTo>
                  <a:lnTo>
                    <a:pt x="723" y="673"/>
                  </a:lnTo>
                  <a:lnTo>
                    <a:pt x="724" y="673"/>
                  </a:lnTo>
                  <a:lnTo>
                    <a:pt x="724" y="673"/>
                  </a:lnTo>
                  <a:lnTo>
                    <a:pt x="725" y="658"/>
                  </a:lnTo>
                  <a:lnTo>
                    <a:pt x="725" y="658"/>
                  </a:lnTo>
                  <a:lnTo>
                    <a:pt x="726" y="658"/>
                  </a:lnTo>
                  <a:lnTo>
                    <a:pt x="726" y="658"/>
                  </a:lnTo>
                  <a:lnTo>
                    <a:pt x="727" y="658"/>
                  </a:lnTo>
                  <a:lnTo>
                    <a:pt x="727" y="658"/>
                  </a:lnTo>
                  <a:lnTo>
                    <a:pt x="727" y="658"/>
                  </a:lnTo>
                  <a:lnTo>
                    <a:pt x="728" y="643"/>
                  </a:lnTo>
                  <a:lnTo>
                    <a:pt x="729" y="643"/>
                  </a:lnTo>
                  <a:lnTo>
                    <a:pt x="729" y="643"/>
                  </a:lnTo>
                  <a:lnTo>
                    <a:pt x="729" y="643"/>
                  </a:lnTo>
                  <a:lnTo>
                    <a:pt x="730" y="628"/>
                  </a:lnTo>
                  <a:lnTo>
                    <a:pt x="730" y="628"/>
                  </a:lnTo>
                  <a:lnTo>
                    <a:pt x="731" y="628"/>
                  </a:lnTo>
                  <a:lnTo>
                    <a:pt x="731" y="613"/>
                  </a:lnTo>
                  <a:lnTo>
                    <a:pt x="732" y="613"/>
                  </a:lnTo>
                  <a:lnTo>
                    <a:pt x="732" y="613"/>
                  </a:lnTo>
                  <a:lnTo>
                    <a:pt x="732" y="598"/>
                  </a:lnTo>
                  <a:lnTo>
                    <a:pt x="733" y="598"/>
                  </a:lnTo>
                  <a:lnTo>
                    <a:pt x="733" y="598"/>
                  </a:lnTo>
                  <a:lnTo>
                    <a:pt x="734" y="583"/>
                  </a:lnTo>
                  <a:lnTo>
                    <a:pt x="734" y="583"/>
                  </a:lnTo>
                  <a:lnTo>
                    <a:pt x="735" y="583"/>
                  </a:lnTo>
                  <a:lnTo>
                    <a:pt x="735" y="568"/>
                  </a:lnTo>
                  <a:lnTo>
                    <a:pt x="736" y="568"/>
                  </a:lnTo>
                  <a:lnTo>
                    <a:pt x="736" y="568"/>
                  </a:lnTo>
                  <a:lnTo>
                    <a:pt x="736" y="568"/>
                  </a:lnTo>
                  <a:lnTo>
                    <a:pt x="737" y="568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39" y="568"/>
                  </a:lnTo>
                  <a:lnTo>
                    <a:pt x="739" y="568"/>
                  </a:lnTo>
                  <a:lnTo>
                    <a:pt x="740" y="568"/>
                  </a:lnTo>
                  <a:lnTo>
                    <a:pt x="740" y="553"/>
                  </a:lnTo>
                  <a:lnTo>
                    <a:pt x="741" y="553"/>
                  </a:lnTo>
                  <a:lnTo>
                    <a:pt x="741" y="553"/>
                  </a:lnTo>
                  <a:lnTo>
                    <a:pt x="742" y="553"/>
                  </a:lnTo>
                  <a:lnTo>
                    <a:pt x="742" y="553"/>
                  </a:lnTo>
                  <a:lnTo>
                    <a:pt x="742" y="553"/>
                  </a:lnTo>
                  <a:lnTo>
                    <a:pt x="743" y="553"/>
                  </a:lnTo>
                  <a:lnTo>
                    <a:pt x="744" y="553"/>
                  </a:lnTo>
                  <a:lnTo>
                    <a:pt x="744" y="553"/>
                  </a:lnTo>
                  <a:lnTo>
                    <a:pt x="744" y="538"/>
                  </a:lnTo>
                  <a:lnTo>
                    <a:pt x="745" y="538"/>
                  </a:lnTo>
                  <a:lnTo>
                    <a:pt x="745" y="538"/>
                  </a:lnTo>
                  <a:lnTo>
                    <a:pt x="746" y="538"/>
                  </a:lnTo>
                  <a:lnTo>
                    <a:pt x="746" y="538"/>
                  </a:lnTo>
                  <a:lnTo>
                    <a:pt x="747" y="523"/>
                  </a:lnTo>
                  <a:lnTo>
                    <a:pt x="747" y="523"/>
                  </a:lnTo>
                  <a:lnTo>
                    <a:pt x="747" y="523"/>
                  </a:lnTo>
                  <a:lnTo>
                    <a:pt x="748" y="523"/>
                  </a:lnTo>
                  <a:lnTo>
                    <a:pt x="748" y="509"/>
                  </a:lnTo>
                  <a:lnTo>
                    <a:pt x="749" y="509"/>
                  </a:lnTo>
                  <a:lnTo>
                    <a:pt x="749" y="509"/>
                  </a:lnTo>
                  <a:lnTo>
                    <a:pt x="750" y="494"/>
                  </a:lnTo>
                  <a:lnTo>
                    <a:pt x="750" y="494"/>
                  </a:lnTo>
                  <a:lnTo>
                    <a:pt x="751" y="494"/>
                  </a:lnTo>
                  <a:lnTo>
                    <a:pt x="751" y="479"/>
                  </a:lnTo>
                  <a:lnTo>
                    <a:pt x="752" y="479"/>
                  </a:lnTo>
                  <a:lnTo>
                    <a:pt x="752" y="464"/>
                  </a:lnTo>
                  <a:lnTo>
                    <a:pt x="753" y="464"/>
                  </a:lnTo>
                  <a:lnTo>
                    <a:pt x="753" y="464"/>
                  </a:lnTo>
                  <a:lnTo>
                    <a:pt x="753" y="449"/>
                  </a:lnTo>
                  <a:lnTo>
                    <a:pt x="754" y="449"/>
                  </a:lnTo>
                  <a:lnTo>
                    <a:pt x="755" y="449"/>
                  </a:lnTo>
                  <a:lnTo>
                    <a:pt x="755" y="449"/>
                  </a:lnTo>
                  <a:lnTo>
                    <a:pt x="755" y="449"/>
                  </a:lnTo>
                  <a:lnTo>
                    <a:pt x="756" y="434"/>
                  </a:lnTo>
                  <a:lnTo>
                    <a:pt x="756" y="434"/>
                  </a:lnTo>
                  <a:lnTo>
                    <a:pt x="757" y="434"/>
                  </a:lnTo>
                  <a:lnTo>
                    <a:pt x="757" y="434"/>
                  </a:lnTo>
                  <a:lnTo>
                    <a:pt x="758" y="434"/>
                  </a:lnTo>
                  <a:lnTo>
                    <a:pt x="758" y="434"/>
                  </a:lnTo>
                  <a:lnTo>
                    <a:pt x="758" y="419"/>
                  </a:lnTo>
                  <a:lnTo>
                    <a:pt x="759" y="419"/>
                  </a:lnTo>
                  <a:lnTo>
                    <a:pt x="759" y="419"/>
                  </a:lnTo>
                  <a:lnTo>
                    <a:pt x="760" y="419"/>
                  </a:lnTo>
                  <a:lnTo>
                    <a:pt x="760" y="419"/>
                  </a:lnTo>
                  <a:lnTo>
                    <a:pt x="761" y="419"/>
                  </a:lnTo>
                  <a:lnTo>
                    <a:pt x="761" y="419"/>
                  </a:lnTo>
                  <a:lnTo>
                    <a:pt x="762" y="419"/>
                  </a:lnTo>
                  <a:lnTo>
                    <a:pt x="762" y="434"/>
                  </a:lnTo>
                  <a:lnTo>
                    <a:pt x="762" y="434"/>
                  </a:lnTo>
                  <a:lnTo>
                    <a:pt x="763" y="434"/>
                  </a:lnTo>
                  <a:lnTo>
                    <a:pt x="764" y="434"/>
                  </a:lnTo>
                  <a:lnTo>
                    <a:pt x="764" y="419"/>
                  </a:lnTo>
                  <a:lnTo>
                    <a:pt x="764" y="419"/>
                  </a:lnTo>
                  <a:lnTo>
                    <a:pt x="765" y="419"/>
                  </a:lnTo>
                  <a:lnTo>
                    <a:pt x="765" y="419"/>
                  </a:lnTo>
                  <a:lnTo>
                    <a:pt x="766" y="419"/>
                  </a:lnTo>
                  <a:lnTo>
                    <a:pt x="766" y="419"/>
                  </a:lnTo>
                  <a:lnTo>
                    <a:pt x="767" y="419"/>
                  </a:lnTo>
                  <a:lnTo>
                    <a:pt x="767" y="419"/>
                  </a:lnTo>
                  <a:lnTo>
                    <a:pt x="768" y="419"/>
                  </a:lnTo>
                  <a:lnTo>
                    <a:pt x="768" y="419"/>
                  </a:lnTo>
                  <a:lnTo>
                    <a:pt x="768" y="419"/>
                  </a:lnTo>
                  <a:lnTo>
                    <a:pt x="769" y="419"/>
                  </a:lnTo>
                  <a:lnTo>
                    <a:pt x="770" y="419"/>
                  </a:lnTo>
                  <a:lnTo>
                    <a:pt x="770" y="434"/>
                  </a:lnTo>
                  <a:lnTo>
                    <a:pt x="770" y="434"/>
                  </a:lnTo>
                  <a:lnTo>
                    <a:pt x="771" y="434"/>
                  </a:lnTo>
                  <a:lnTo>
                    <a:pt x="771" y="434"/>
                  </a:lnTo>
                  <a:lnTo>
                    <a:pt x="772" y="434"/>
                  </a:lnTo>
                  <a:lnTo>
                    <a:pt x="772" y="434"/>
                  </a:lnTo>
                  <a:lnTo>
                    <a:pt x="773" y="434"/>
                  </a:lnTo>
                  <a:lnTo>
                    <a:pt x="773" y="449"/>
                  </a:lnTo>
                  <a:lnTo>
                    <a:pt x="773" y="449"/>
                  </a:lnTo>
                  <a:lnTo>
                    <a:pt x="774" y="449"/>
                  </a:lnTo>
                  <a:lnTo>
                    <a:pt x="774" y="449"/>
                  </a:lnTo>
                  <a:lnTo>
                    <a:pt x="775" y="464"/>
                  </a:lnTo>
                  <a:lnTo>
                    <a:pt x="775" y="464"/>
                  </a:lnTo>
                  <a:lnTo>
                    <a:pt x="776" y="464"/>
                  </a:lnTo>
                  <a:lnTo>
                    <a:pt x="776" y="464"/>
                  </a:lnTo>
                  <a:lnTo>
                    <a:pt x="777" y="464"/>
                  </a:lnTo>
                  <a:lnTo>
                    <a:pt x="777" y="464"/>
                  </a:lnTo>
                  <a:lnTo>
                    <a:pt x="777" y="464"/>
                  </a:lnTo>
                  <a:lnTo>
                    <a:pt x="778" y="464"/>
                  </a:lnTo>
                  <a:lnTo>
                    <a:pt x="779" y="464"/>
                  </a:lnTo>
                  <a:lnTo>
                    <a:pt x="779" y="464"/>
                  </a:lnTo>
                  <a:lnTo>
                    <a:pt x="779" y="464"/>
                  </a:lnTo>
                  <a:lnTo>
                    <a:pt x="780" y="464"/>
                  </a:lnTo>
                  <a:lnTo>
                    <a:pt x="780" y="464"/>
                  </a:lnTo>
                  <a:lnTo>
                    <a:pt x="781" y="464"/>
                  </a:lnTo>
                  <a:lnTo>
                    <a:pt x="781" y="464"/>
                  </a:lnTo>
                  <a:lnTo>
                    <a:pt x="782" y="464"/>
                  </a:lnTo>
                  <a:lnTo>
                    <a:pt x="782" y="464"/>
                  </a:lnTo>
                  <a:lnTo>
                    <a:pt x="783" y="464"/>
                  </a:lnTo>
                  <a:lnTo>
                    <a:pt x="783" y="464"/>
                  </a:lnTo>
                  <a:lnTo>
                    <a:pt x="783" y="464"/>
                  </a:lnTo>
                  <a:lnTo>
                    <a:pt x="784" y="464"/>
                  </a:lnTo>
                  <a:lnTo>
                    <a:pt x="785" y="464"/>
                  </a:lnTo>
                  <a:lnTo>
                    <a:pt x="785" y="464"/>
                  </a:lnTo>
                  <a:lnTo>
                    <a:pt x="785" y="464"/>
                  </a:lnTo>
                  <a:lnTo>
                    <a:pt x="786" y="464"/>
                  </a:lnTo>
                  <a:lnTo>
                    <a:pt x="786" y="464"/>
                  </a:lnTo>
                  <a:lnTo>
                    <a:pt x="787" y="464"/>
                  </a:lnTo>
                  <a:lnTo>
                    <a:pt x="787" y="464"/>
                  </a:lnTo>
                  <a:lnTo>
                    <a:pt x="788" y="449"/>
                  </a:lnTo>
                  <a:lnTo>
                    <a:pt x="788" y="449"/>
                  </a:lnTo>
                  <a:lnTo>
                    <a:pt x="788" y="449"/>
                  </a:lnTo>
                  <a:lnTo>
                    <a:pt x="789" y="449"/>
                  </a:lnTo>
                  <a:lnTo>
                    <a:pt x="789" y="449"/>
                  </a:lnTo>
                  <a:lnTo>
                    <a:pt x="790" y="449"/>
                  </a:lnTo>
                  <a:lnTo>
                    <a:pt x="790" y="434"/>
                  </a:lnTo>
                  <a:lnTo>
                    <a:pt x="791" y="434"/>
                  </a:lnTo>
                  <a:lnTo>
                    <a:pt x="791" y="434"/>
                  </a:lnTo>
                  <a:lnTo>
                    <a:pt x="792" y="434"/>
                  </a:lnTo>
                  <a:lnTo>
                    <a:pt x="792" y="434"/>
                  </a:lnTo>
                  <a:lnTo>
                    <a:pt x="792" y="434"/>
                  </a:lnTo>
                  <a:lnTo>
                    <a:pt x="793" y="419"/>
                  </a:lnTo>
                  <a:lnTo>
                    <a:pt x="794" y="419"/>
                  </a:lnTo>
                  <a:lnTo>
                    <a:pt x="794" y="419"/>
                  </a:lnTo>
                  <a:lnTo>
                    <a:pt x="794" y="419"/>
                  </a:lnTo>
                  <a:lnTo>
                    <a:pt x="795" y="419"/>
                  </a:lnTo>
                  <a:lnTo>
                    <a:pt x="795" y="419"/>
                  </a:lnTo>
                  <a:lnTo>
                    <a:pt x="796" y="404"/>
                  </a:lnTo>
                  <a:lnTo>
                    <a:pt x="796" y="404"/>
                  </a:lnTo>
                  <a:lnTo>
                    <a:pt x="797" y="404"/>
                  </a:lnTo>
                  <a:lnTo>
                    <a:pt x="797" y="389"/>
                  </a:lnTo>
                  <a:lnTo>
                    <a:pt x="798" y="389"/>
                  </a:lnTo>
                  <a:lnTo>
                    <a:pt x="798" y="374"/>
                  </a:lnTo>
                  <a:lnTo>
                    <a:pt x="798" y="374"/>
                  </a:lnTo>
                  <a:lnTo>
                    <a:pt x="799" y="359"/>
                  </a:lnTo>
                  <a:lnTo>
                    <a:pt x="799" y="359"/>
                  </a:lnTo>
                  <a:lnTo>
                    <a:pt x="800" y="344"/>
                  </a:lnTo>
                  <a:lnTo>
                    <a:pt x="800" y="329"/>
                  </a:lnTo>
                  <a:lnTo>
                    <a:pt x="801" y="329"/>
                  </a:lnTo>
                  <a:lnTo>
                    <a:pt x="801" y="314"/>
                  </a:lnTo>
                  <a:lnTo>
                    <a:pt x="802" y="299"/>
                  </a:lnTo>
                  <a:lnTo>
                    <a:pt x="802" y="284"/>
                  </a:lnTo>
                  <a:lnTo>
                    <a:pt x="803" y="284"/>
                  </a:lnTo>
                  <a:lnTo>
                    <a:pt x="803" y="269"/>
                  </a:lnTo>
                  <a:lnTo>
                    <a:pt x="803" y="254"/>
                  </a:lnTo>
                  <a:lnTo>
                    <a:pt x="804" y="254"/>
                  </a:lnTo>
                  <a:lnTo>
                    <a:pt x="804" y="239"/>
                  </a:lnTo>
                  <a:lnTo>
                    <a:pt x="805" y="224"/>
                  </a:lnTo>
                  <a:lnTo>
                    <a:pt x="805" y="224"/>
                  </a:lnTo>
                  <a:lnTo>
                    <a:pt x="806" y="210"/>
                  </a:lnTo>
                  <a:lnTo>
                    <a:pt x="806" y="210"/>
                  </a:lnTo>
                  <a:lnTo>
                    <a:pt x="807" y="195"/>
                  </a:lnTo>
                  <a:lnTo>
                    <a:pt x="807" y="195"/>
                  </a:lnTo>
                  <a:lnTo>
                    <a:pt x="807" y="195"/>
                  </a:lnTo>
                  <a:lnTo>
                    <a:pt x="808" y="180"/>
                  </a:lnTo>
                  <a:lnTo>
                    <a:pt x="809" y="180"/>
                  </a:lnTo>
                  <a:lnTo>
                    <a:pt x="809" y="165"/>
                  </a:lnTo>
                  <a:lnTo>
                    <a:pt x="809" y="165"/>
                  </a:lnTo>
                  <a:lnTo>
                    <a:pt x="810" y="150"/>
                  </a:lnTo>
                  <a:lnTo>
                    <a:pt x="810" y="150"/>
                  </a:lnTo>
                  <a:lnTo>
                    <a:pt x="811" y="150"/>
                  </a:lnTo>
                  <a:lnTo>
                    <a:pt x="811" y="135"/>
                  </a:lnTo>
                  <a:lnTo>
                    <a:pt x="812" y="135"/>
                  </a:lnTo>
                  <a:lnTo>
                    <a:pt x="812" y="135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814" y="135"/>
                  </a:lnTo>
                  <a:lnTo>
                    <a:pt x="814" y="120"/>
                  </a:lnTo>
                  <a:lnTo>
                    <a:pt x="815" y="120"/>
                  </a:lnTo>
                  <a:lnTo>
                    <a:pt x="815" y="120"/>
                  </a:lnTo>
                  <a:lnTo>
                    <a:pt x="816" y="120"/>
                  </a:lnTo>
                  <a:lnTo>
                    <a:pt x="816" y="120"/>
                  </a:lnTo>
                  <a:lnTo>
                    <a:pt x="816" y="120"/>
                  </a:lnTo>
                  <a:lnTo>
                    <a:pt x="817" y="120"/>
                  </a:lnTo>
                  <a:lnTo>
                    <a:pt x="818" y="120"/>
                  </a:lnTo>
                  <a:lnTo>
                    <a:pt x="818" y="105"/>
                  </a:lnTo>
                  <a:lnTo>
                    <a:pt x="818" y="105"/>
                  </a:lnTo>
                  <a:lnTo>
                    <a:pt x="819" y="105"/>
                  </a:lnTo>
                  <a:lnTo>
                    <a:pt x="819" y="105"/>
                  </a:lnTo>
                  <a:lnTo>
                    <a:pt x="820" y="105"/>
                  </a:lnTo>
                  <a:lnTo>
                    <a:pt x="820" y="105"/>
                  </a:lnTo>
                  <a:lnTo>
                    <a:pt x="821" y="90"/>
                  </a:lnTo>
                  <a:lnTo>
                    <a:pt x="821" y="90"/>
                  </a:lnTo>
                  <a:lnTo>
                    <a:pt x="822" y="90"/>
                  </a:lnTo>
                  <a:lnTo>
                    <a:pt x="822" y="105"/>
                  </a:lnTo>
                  <a:lnTo>
                    <a:pt x="822" y="105"/>
                  </a:lnTo>
                  <a:lnTo>
                    <a:pt x="823" y="105"/>
                  </a:lnTo>
                  <a:lnTo>
                    <a:pt x="824" y="105"/>
                  </a:lnTo>
                  <a:lnTo>
                    <a:pt x="824" y="105"/>
                  </a:lnTo>
                  <a:lnTo>
                    <a:pt x="824" y="105"/>
                  </a:lnTo>
                  <a:lnTo>
                    <a:pt x="825" y="105"/>
                  </a:lnTo>
                  <a:lnTo>
                    <a:pt x="825" y="105"/>
                  </a:lnTo>
                  <a:lnTo>
                    <a:pt x="826" y="105"/>
                  </a:lnTo>
                  <a:lnTo>
                    <a:pt x="826" y="105"/>
                  </a:lnTo>
                  <a:lnTo>
                    <a:pt x="827" y="105"/>
                  </a:lnTo>
                  <a:lnTo>
                    <a:pt x="827" y="105"/>
                  </a:lnTo>
                  <a:lnTo>
                    <a:pt x="828" y="105"/>
                  </a:lnTo>
                  <a:lnTo>
                    <a:pt x="828" y="105"/>
                  </a:lnTo>
                  <a:lnTo>
                    <a:pt x="828" y="105"/>
                  </a:lnTo>
                  <a:lnTo>
                    <a:pt x="829" y="105"/>
                  </a:lnTo>
                  <a:lnTo>
                    <a:pt x="829" y="105"/>
                  </a:lnTo>
                  <a:lnTo>
                    <a:pt x="830" y="105"/>
                  </a:lnTo>
                  <a:lnTo>
                    <a:pt x="830" y="105"/>
                  </a:lnTo>
                  <a:lnTo>
                    <a:pt x="831" y="105"/>
                  </a:lnTo>
                  <a:lnTo>
                    <a:pt x="831" y="105"/>
                  </a:lnTo>
                  <a:lnTo>
                    <a:pt x="831" y="105"/>
                  </a:lnTo>
                  <a:lnTo>
                    <a:pt x="832" y="120"/>
                  </a:lnTo>
                  <a:lnTo>
                    <a:pt x="833" y="120"/>
                  </a:lnTo>
                  <a:lnTo>
                    <a:pt x="833" y="120"/>
                  </a:lnTo>
                  <a:lnTo>
                    <a:pt x="833" y="120"/>
                  </a:lnTo>
                  <a:lnTo>
                    <a:pt x="834" y="120"/>
                  </a:lnTo>
                  <a:lnTo>
                    <a:pt x="834" y="120"/>
                  </a:lnTo>
                  <a:lnTo>
                    <a:pt x="835" y="120"/>
                  </a:lnTo>
                  <a:lnTo>
                    <a:pt x="835" y="120"/>
                  </a:lnTo>
                  <a:lnTo>
                    <a:pt x="836" y="120"/>
                  </a:lnTo>
                  <a:lnTo>
                    <a:pt x="836" y="120"/>
                  </a:lnTo>
                  <a:lnTo>
                    <a:pt x="837" y="120"/>
                  </a:lnTo>
                  <a:lnTo>
                    <a:pt x="837" y="120"/>
                  </a:lnTo>
                  <a:lnTo>
                    <a:pt x="837" y="120"/>
                  </a:lnTo>
                  <a:lnTo>
                    <a:pt x="838" y="120"/>
                  </a:lnTo>
                  <a:lnTo>
                    <a:pt x="839" y="120"/>
                  </a:lnTo>
                  <a:lnTo>
                    <a:pt x="839" y="120"/>
                  </a:lnTo>
                  <a:lnTo>
                    <a:pt x="839" y="120"/>
                  </a:lnTo>
                  <a:lnTo>
                    <a:pt x="840" y="120"/>
                  </a:lnTo>
                  <a:lnTo>
                    <a:pt x="840" y="120"/>
                  </a:lnTo>
                  <a:lnTo>
                    <a:pt x="841" y="120"/>
                  </a:lnTo>
                  <a:lnTo>
                    <a:pt x="841" y="120"/>
                  </a:lnTo>
                  <a:lnTo>
                    <a:pt x="842" y="120"/>
                  </a:lnTo>
                  <a:lnTo>
                    <a:pt x="842" y="120"/>
                  </a:lnTo>
                  <a:lnTo>
                    <a:pt x="842" y="120"/>
                  </a:lnTo>
                  <a:lnTo>
                    <a:pt x="843" y="120"/>
                  </a:lnTo>
                  <a:lnTo>
                    <a:pt x="843" y="135"/>
                  </a:lnTo>
                  <a:lnTo>
                    <a:pt x="844" y="135"/>
                  </a:lnTo>
                  <a:lnTo>
                    <a:pt x="844" y="135"/>
                  </a:lnTo>
                  <a:lnTo>
                    <a:pt x="845" y="135"/>
                  </a:lnTo>
                  <a:lnTo>
                    <a:pt x="845" y="150"/>
                  </a:lnTo>
                  <a:lnTo>
                    <a:pt x="846" y="150"/>
                  </a:lnTo>
                  <a:lnTo>
                    <a:pt x="846" y="150"/>
                  </a:lnTo>
                  <a:lnTo>
                    <a:pt x="846" y="150"/>
                  </a:lnTo>
                  <a:lnTo>
                    <a:pt x="847" y="150"/>
                  </a:lnTo>
                  <a:lnTo>
                    <a:pt x="848" y="150"/>
                  </a:lnTo>
                  <a:lnTo>
                    <a:pt x="848" y="150"/>
                  </a:lnTo>
                  <a:lnTo>
                    <a:pt x="848" y="150"/>
                  </a:lnTo>
                  <a:lnTo>
                    <a:pt x="849" y="150"/>
                  </a:lnTo>
                  <a:lnTo>
                    <a:pt x="849" y="150"/>
                  </a:lnTo>
                  <a:lnTo>
                    <a:pt x="850" y="150"/>
                  </a:lnTo>
                  <a:lnTo>
                    <a:pt x="850" y="135"/>
                  </a:lnTo>
                  <a:lnTo>
                    <a:pt x="851" y="135"/>
                  </a:lnTo>
                  <a:lnTo>
                    <a:pt x="851" y="135"/>
                  </a:lnTo>
                  <a:lnTo>
                    <a:pt x="852" y="120"/>
                  </a:lnTo>
                  <a:lnTo>
                    <a:pt x="852" y="120"/>
                  </a:lnTo>
                  <a:lnTo>
                    <a:pt x="852" y="120"/>
                  </a:lnTo>
                  <a:lnTo>
                    <a:pt x="853" y="105"/>
                  </a:lnTo>
                  <a:lnTo>
                    <a:pt x="854" y="105"/>
                  </a:lnTo>
                  <a:lnTo>
                    <a:pt x="854" y="90"/>
                  </a:lnTo>
                  <a:lnTo>
                    <a:pt x="854" y="90"/>
                  </a:lnTo>
                  <a:lnTo>
                    <a:pt x="855" y="90"/>
                  </a:lnTo>
                  <a:lnTo>
                    <a:pt x="855" y="75"/>
                  </a:lnTo>
                  <a:lnTo>
                    <a:pt x="856" y="75"/>
                  </a:lnTo>
                  <a:lnTo>
                    <a:pt x="856" y="75"/>
                  </a:lnTo>
                  <a:lnTo>
                    <a:pt x="857" y="60"/>
                  </a:lnTo>
                  <a:lnTo>
                    <a:pt x="857" y="60"/>
                  </a:lnTo>
                  <a:lnTo>
                    <a:pt x="857" y="60"/>
                  </a:lnTo>
                  <a:lnTo>
                    <a:pt x="858" y="45"/>
                  </a:lnTo>
                  <a:lnTo>
                    <a:pt x="858" y="45"/>
                  </a:lnTo>
                  <a:lnTo>
                    <a:pt x="859" y="45"/>
                  </a:lnTo>
                  <a:lnTo>
                    <a:pt x="859" y="45"/>
                  </a:lnTo>
                  <a:lnTo>
                    <a:pt x="860" y="30"/>
                  </a:lnTo>
                  <a:lnTo>
                    <a:pt x="860" y="30"/>
                  </a:lnTo>
                  <a:lnTo>
                    <a:pt x="861" y="30"/>
                  </a:lnTo>
                  <a:lnTo>
                    <a:pt x="861" y="30"/>
                  </a:lnTo>
                  <a:lnTo>
                    <a:pt x="862" y="30"/>
                  </a:lnTo>
                  <a:lnTo>
                    <a:pt x="862" y="15"/>
                  </a:lnTo>
                  <a:lnTo>
                    <a:pt x="863" y="15"/>
                  </a:lnTo>
                  <a:lnTo>
                    <a:pt x="863" y="15"/>
                  </a:lnTo>
                  <a:lnTo>
                    <a:pt x="863" y="15"/>
                  </a:lnTo>
                  <a:lnTo>
                    <a:pt x="864" y="0"/>
                  </a:lnTo>
                  <a:lnTo>
                    <a:pt x="865" y="0"/>
                  </a:lnTo>
                  <a:lnTo>
                    <a:pt x="865" y="0"/>
                  </a:lnTo>
                  <a:lnTo>
                    <a:pt x="865" y="0"/>
                  </a:lnTo>
                  <a:lnTo>
                    <a:pt x="866" y="0"/>
                  </a:lnTo>
                  <a:lnTo>
                    <a:pt x="866" y="0"/>
                  </a:lnTo>
                  <a:lnTo>
                    <a:pt x="867" y="0"/>
                  </a:lnTo>
                  <a:lnTo>
                    <a:pt x="867" y="0"/>
                  </a:lnTo>
                  <a:lnTo>
                    <a:pt x="868" y="0"/>
                  </a:lnTo>
                  <a:lnTo>
                    <a:pt x="868" y="0"/>
                  </a:lnTo>
                  <a:lnTo>
                    <a:pt x="868" y="0"/>
                  </a:lnTo>
                  <a:lnTo>
                    <a:pt x="869" y="0"/>
                  </a:lnTo>
                  <a:lnTo>
                    <a:pt x="869" y="15"/>
                  </a:lnTo>
                  <a:lnTo>
                    <a:pt x="870" y="15"/>
                  </a:lnTo>
                  <a:lnTo>
                    <a:pt x="870" y="15"/>
                  </a:lnTo>
                  <a:lnTo>
                    <a:pt x="871" y="30"/>
                  </a:lnTo>
                  <a:lnTo>
                    <a:pt x="871" y="30"/>
                  </a:lnTo>
                  <a:lnTo>
                    <a:pt x="872" y="30"/>
                  </a:lnTo>
                  <a:lnTo>
                    <a:pt x="872" y="45"/>
                  </a:lnTo>
                  <a:lnTo>
                    <a:pt x="872" y="45"/>
                  </a:lnTo>
                  <a:lnTo>
                    <a:pt x="873" y="45"/>
                  </a:lnTo>
                  <a:lnTo>
                    <a:pt x="874" y="45"/>
                  </a:lnTo>
                  <a:lnTo>
                    <a:pt x="874" y="45"/>
                  </a:lnTo>
                  <a:lnTo>
                    <a:pt x="874" y="45"/>
                  </a:lnTo>
                  <a:lnTo>
                    <a:pt x="875" y="45"/>
                  </a:lnTo>
                  <a:lnTo>
                    <a:pt x="875" y="45"/>
                  </a:lnTo>
                  <a:lnTo>
                    <a:pt x="876" y="45"/>
                  </a:lnTo>
                  <a:lnTo>
                    <a:pt x="876" y="45"/>
                  </a:lnTo>
                  <a:lnTo>
                    <a:pt x="877" y="45"/>
                  </a:lnTo>
                  <a:lnTo>
                    <a:pt x="877" y="30"/>
                  </a:lnTo>
                  <a:lnTo>
                    <a:pt x="878" y="30"/>
                  </a:lnTo>
                  <a:lnTo>
                    <a:pt x="878" y="30"/>
                  </a:lnTo>
                  <a:lnTo>
                    <a:pt x="878" y="15"/>
                  </a:lnTo>
                  <a:lnTo>
                    <a:pt x="879" y="15"/>
                  </a:lnTo>
                  <a:lnTo>
                    <a:pt x="880" y="15"/>
                  </a:lnTo>
                  <a:lnTo>
                    <a:pt x="880" y="15"/>
                  </a:lnTo>
                  <a:lnTo>
                    <a:pt x="880" y="0"/>
                  </a:lnTo>
                  <a:lnTo>
                    <a:pt x="881" y="0"/>
                  </a:lnTo>
                  <a:lnTo>
                    <a:pt x="881" y="15"/>
                  </a:lnTo>
                  <a:lnTo>
                    <a:pt x="882" y="15"/>
                  </a:lnTo>
                  <a:lnTo>
                    <a:pt x="882" y="30"/>
                  </a:lnTo>
                  <a:lnTo>
                    <a:pt x="883" y="45"/>
                  </a:lnTo>
                  <a:lnTo>
                    <a:pt x="883" y="60"/>
                  </a:lnTo>
                  <a:lnTo>
                    <a:pt x="883" y="75"/>
                  </a:lnTo>
                  <a:lnTo>
                    <a:pt x="884" y="105"/>
                  </a:lnTo>
                  <a:lnTo>
                    <a:pt x="884" y="135"/>
                  </a:lnTo>
                  <a:lnTo>
                    <a:pt x="885" y="165"/>
                  </a:lnTo>
                  <a:lnTo>
                    <a:pt x="885" y="195"/>
                  </a:lnTo>
                  <a:lnTo>
                    <a:pt x="886" y="239"/>
                  </a:lnTo>
                  <a:lnTo>
                    <a:pt x="886" y="284"/>
                  </a:lnTo>
                  <a:lnTo>
                    <a:pt x="887" y="329"/>
                  </a:lnTo>
                  <a:lnTo>
                    <a:pt x="887" y="374"/>
                  </a:lnTo>
                  <a:lnTo>
                    <a:pt x="887" y="434"/>
                  </a:lnTo>
                  <a:lnTo>
                    <a:pt x="888" y="479"/>
                  </a:lnTo>
                  <a:lnTo>
                    <a:pt x="889" y="538"/>
                  </a:lnTo>
                  <a:lnTo>
                    <a:pt x="889" y="583"/>
                  </a:lnTo>
                  <a:lnTo>
                    <a:pt x="889" y="643"/>
                  </a:lnTo>
                  <a:lnTo>
                    <a:pt x="890" y="688"/>
                  </a:lnTo>
                  <a:lnTo>
                    <a:pt x="890" y="748"/>
                  </a:lnTo>
                  <a:lnTo>
                    <a:pt x="891" y="793"/>
                  </a:lnTo>
                  <a:lnTo>
                    <a:pt x="891" y="852"/>
                  </a:lnTo>
                  <a:lnTo>
                    <a:pt x="892" y="897"/>
                  </a:lnTo>
                  <a:lnTo>
                    <a:pt x="892" y="942"/>
                  </a:lnTo>
                  <a:lnTo>
                    <a:pt x="893" y="1002"/>
                  </a:lnTo>
                  <a:lnTo>
                    <a:pt x="893" y="1046"/>
                  </a:lnTo>
                  <a:lnTo>
                    <a:pt x="893" y="1092"/>
                  </a:lnTo>
                  <a:lnTo>
                    <a:pt x="894" y="1121"/>
                  </a:lnTo>
                  <a:lnTo>
                    <a:pt x="894" y="1166"/>
                  </a:lnTo>
                  <a:lnTo>
                    <a:pt x="895" y="1196"/>
                  </a:lnTo>
                  <a:lnTo>
                    <a:pt x="895" y="1226"/>
                  </a:lnTo>
                  <a:lnTo>
                    <a:pt x="896" y="1256"/>
                  </a:lnTo>
                  <a:lnTo>
                    <a:pt x="896" y="1286"/>
                  </a:lnTo>
                  <a:lnTo>
                    <a:pt x="897" y="1301"/>
                  </a:lnTo>
                  <a:lnTo>
                    <a:pt x="897" y="1316"/>
                  </a:lnTo>
                  <a:lnTo>
                    <a:pt x="898" y="1331"/>
                  </a:lnTo>
                  <a:lnTo>
                    <a:pt x="898" y="1345"/>
                  </a:lnTo>
                  <a:lnTo>
                    <a:pt x="898" y="1345"/>
                  </a:lnTo>
                  <a:lnTo>
                    <a:pt x="899" y="1331"/>
                  </a:lnTo>
                  <a:lnTo>
                    <a:pt x="899" y="1316"/>
                  </a:lnTo>
                  <a:lnTo>
                    <a:pt x="900" y="1301"/>
                  </a:lnTo>
                  <a:lnTo>
                    <a:pt x="900" y="1271"/>
                  </a:lnTo>
                  <a:lnTo>
                    <a:pt x="901" y="1241"/>
                  </a:lnTo>
                  <a:lnTo>
                    <a:pt x="901" y="1211"/>
                  </a:lnTo>
                  <a:lnTo>
                    <a:pt x="902" y="1181"/>
                  </a:lnTo>
                  <a:lnTo>
                    <a:pt x="902" y="1136"/>
                  </a:lnTo>
                  <a:lnTo>
                    <a:pt x="902" y="1077"/>
                  </a:lnTo>
                  <a:lnTo>
                    <a:pt x="903" y="1032"/>
                  </a:lnTo>
                  <a:lnTo>
                    <a:pt x="904" y="972"/>
                  </a:lnTo>
                  <a:lnTo>
                    <a:pt x="904" y="912"/>
                  </a:lnTo>
                  <a:lnTo>
                    <a:pt x="904" y="837"/>
                  </a:lnTo>
                  <a:lnTo>
                    <a:pt x="905" y="763"/>
                  </a:lnTo>
                  <a:lnTo>
                    <a:pt x="905" y="673"/>
                  </a:lnTo>
                  <a:lnTo>
                    <a:pt x="906" y="583"/>
                  </a:lnTo>
                  <a:lnTo>
                    <a:pt x="906" y="494"/>
                  </a:lnTo>
                  <a:lnTo>
                    <a:pt x="907" y="374"/>
                  </a:lnTo>
                  <a:lnTo>
                    <a:pt x="907" y="269"/>
                  </a:lnTo>
                  <a:lnTo>
                    <a:pt x="908" y="1256"/>
                  </a:lnTo>
                  <a:lnTo>
                    <a:pt x="908" y="1256"/>
                  </a:lnTo>
                  <a:lnTo>
                    <a:pt x="908" y="1256"/>
                  </a:lnTo>
                  <a:lnTo>
                    <a:pt x="909" y="1256"/>
                  </a:lnTo>
                  <a:lnTo>
                    <a:pt x="909" y="1241"/>
                  </a:lnTo>
                  <a:lnTo>
                    <a:pt x="910" y="1241"/>
                  </a:lnTo>
                  <a:lnTo>
                    <a:pt x="910" y="1241"/>
                  </a:lnTo>
                  <a:lnTo>
                    <a:pt x="911" y="1241"/>
                  </a:lnTo>
                  <a:lnTo>
                    <a:pt x="911" y="1241"/>
                  </a:lnTo>
                  <a:lnTo>
                    <a:pt x="911" y="1241"/>
                  </a:lnTo>
                  <a:lnTo>
                    <a:pt x="912" y="1241"/>
                  </a:lnTo>
                  <a:lnTo>
                    <a:pt x="913" y="1241"/>
                  </a:lnTo>
                  <a:lnTo>
                    <a:pt x="913" y="1241"/>
                  </a:lnTo>
                  <a:lnTo>
                    <a:pt x="913" y="1241"/>
                  </a:lnTo>
                  <a:lnTo>
                    <a:pt x="914" y="1241"/>
                  </a:lnTo>
                  <a:lnTo>
                    <a:pt x="914" y="1241"/>
                  </a:lnTo>
                  <a:lnTo>
                    <a:pt x="915" y="1241"/>
                  </a:lnTo>
                  <a:lnTo>
                    <a:pt x="915" y="1241"/>
                  </a:lnTo>
                  <a:lnTo>
                    <a:pt x="916" y="1241"/>
                  </a:lnTo>
                  <a:lnTo>
                    <a:pt x="916" y="1241"/>
                  </a:lnTo>
                  <a:lnTo>
                    <a:pt x="917" y="1241"/>
                  </a:lnTo>
                  <a:lnTo>
                    <a:pt x="917" y="1241"/>
                  </a:lnTo>
                  <a:lnTo>
                    <a:pt x="917" y="1241"/>
                  </a:lnTo>
                  <a:lnTo>
                    <a:pt x="918" y="1241"/>
                  </a:lnTo>
                  <a:lnTo>
                    <a:pt x="919" y="1241"/>
                  </a:lnTo>
                  <a:lnTo>
                    <a:pt x="919" y="1241"/>
                  </a:lnTo>
                  <a:lnTo>
                    <a:pt x="919" y="1241"/>
                  </a:lnTo>
                  <a:lnTo>
                    <a:pt x="920" y="1241"/>
                  </a:lnTo>
                  <a:lnTo>
                    <a:pt x="920" y="1241"/>
                  </a:lnTo>
                  <a:lnTo>
                    <a:pt x="921" y="1241"/>
                  </a:lnTo>
                  <a:lnTo>
                    <a:pt x="921" y="1241"/>
                  </a:lnTo>
                  <a:lnTo>
                    <a:pt x="922" y="1241"/>
                  </a:lnTo>
                  <a:lnTo>
                    <a:pt x="922" y="1226"/>
                  </a:lnTo>
                  <a:lnTo>
                    <a:pt x="923" y="1226"/>
                  </a:lnTo>
                  <a:lnTo>
                    <a:pt x="923" y="1226"/>
                  </a:lnTo>
                  <a:lnTo>
                    <a:pt x="923" y="1226"/>
                  </a:lnTo>
                  <a:lnTo>
                    <a:pt x="924" y="1226"/>
                  </a:lnTo>
                  <a:lnTo>
                    <a:pt x="924" y="1211"/>
                  </a:lnTo>
                  <a:lnTo>
                    <a:pt x="925" y="1211"/>
                  </a:lnTo>
                  <a:lnTo>
                    <a:pt x="925" y="1211"/>
                  </a:lnTo>
                  <a:lnTo>
                    <a:pt x="926" y="1196"/>
                  </a:lnTo>
                  <a:lnTo>
                    <a:pt x="926" y="1196"/>
                  </a:lnTo>
                  <a:lnTo>
                    <a:pt x="926" y="1196"/>
                  </a:lnTo>
                  <a:lnTo>
                    <a:pt x="927" y="1196"/>
                  </a:lnTo>
                  <a:lnTo>
                    <a:pt x="928" y="1181"/>
                  </a:lnTo>
                  <a:lnTo>
                    <a:pt x="928" y="1181"/>
                  </a:lnTo>
                  <a:lnTo>
                    <a:pt x="928" y="1181"/>
                  </a:lnTo>
                  <a:lnTo>
                    <a:pt x="929" y="1181"/>
                  </a:lnTo>
                  <a:lnTo>
                    <a:pt x="929" y="1181"/>
                  </a:lnTo>
                  <a:lnTo>
                    <a:pt x="930" y="1181"/>
                  </a:lnTo>
                  <a:lnTo>
                    <a:pt x="930" y="1166"/>
                  </a:lnTo>
                  <a:lnTo>
                    <a:pt x="931" y="1166"/>
                  </a:lnTo>
                  <a:lnTo>
                    <a:pt x="931" y="1166"/>
                  </a:lnTo>
                  <a:lnTo>
                    <a:pt x="932" y="1166"/>
                  </a:lnTo>
                  <a:lnTo>
                    <a:pt x="932" y="1151"/>
                  </a:lnTo>
                  <a:lnTo>
                    <a:pt x="932" y="1151"/>
                  </a:lnTo>
                  <a:lnTo>
                    <a:pt x="933" y="1151"/>
                  </a:lnTo>
                  <a:lnTo>
                    <a:pt x="934" y="1151"/>
                  </a:lnTo>
                  <a:lnTo>
                    <a:pt x="934" y="1136"/>
                  </a:lnTo>
                  <a:lnTo>
                    <a:pt x="934" y="1136"/>
                  </a:lnTo>
                  <a:lnTo>
                    <a:pt x="935" y="1136"/>
                  </a:lnTo>
                  <a:lnTo>
                    <a:pt x="935" y="1136"/>
                  </a:lnTo>
                  <a:lnTo>
                    <a:pt x="936" y="1136"/>
                  </a:lnTo>
                  <a:lnTo>
                    <a:pt x="936" y="1136"/>
                  </a:lnTo>
                  <a:lnTo>
                    <a:pt x="937" y="1121"/>
                  </a:lnTo>
                  <a:lnTo>
                    <a:pt x="937" y="1121"/>
                  </a:lnTo>
                  <a:lnTo>
                    <a:pt x="937" y="1121"/>
                  </a:lnTo>
                  <a:lnTo>
                    <a:pt x="938" y="1121"/>
                  </a:lnTo>
                  <a:lnTo>
                    <a:pt x="938" y="1107"/>
                  </a:lnTo>
                  <a:lnTo>
                    <a:pt x="939" y="1107"/>
                  </a:lnTo>
                  <a:lnTo>
                    <a:pt x="939" y="1107"/>
                  </a:lnTo>
                  <a:lnTo>
                    <a:pt x="940" y="1107"/>
                  </a:lnTo>
                  <a:lnTo>
                    <a:pt x="940" y="1107"/>
                  </a:lnTo>
                  <a:lnTo>
                    <a:pt x="941" y="1107"/>
                  </a:lnTo>
                  <a:lnTo>
                    <a:pt x="941" y="1092"/>
                  </a:lnTo>
                  <a:lnTo>
                    <a:pt x="941" y="1092"/>
                  </a:lnTo>
                  <a:lnTo>
                    <a:pt x="942" y="1092"/>
                  </a:lnTo>
                  <a:lnTo>
                    <a:pt x="943" y="1092"/>
                  </a:lnTo>
                  <a:lnTo>
                    <a:pt x="943" y="1092"/>
                  </a:lnTo>
                  <a:lnTo>
                    <a:pt x="943" y="1092"/>
                  </a:lnTo>
                  <a:lnTo>
                    <a:pt x="944" y="1092"/>
                  </a:lnTo>
                  <a:lnTo>
                    <a:pt x="944" y="1092"/>
                  </a:lnTo>
                  <a:lnTo>
                    <a:pt x="945" y="1092"/>
                  </a:lnTo>
                  <a:lnTo>
                    <a:pt x="945" y="1092"/>
                  </a:lnTo>
                  <a:lnTo>
                    <a:pt x="946" y="1092"/>
                  </a:lnTo>
                  <a:lnTo>
                    <a:pt x="946" y="1092"/>
                  </a:lnTo>
                  <a:lnTo>
                    <a:pt x="947" y="1092"/>
                  </a:lnTo>
                  <a:lnTo>
                    <a:pt x="947" y="1092"/>
                  </a:lnTo>
                  <a:lnTo>
                    <a:pt x="947" y="1092"/>
                  </a:lnTo>
                  <a:lnTo>
                    <a:pt x="948" y="1092"/>
                  </a:lnTo>
                  <a:lnTo>
                    <a:pt x="949" y="1107"/>
                  </a:lnTo>
                  <a:lnTo>
                    <a:pt x="949" y="1092"/>
                  </a:lnTo>
                  <a:lnTo>
                    <a:pt x="949" y="1092"/>
                  </a:lnTo>
                  <a:lnTo>
                    <a:pt x="950" y="1092"/>
                  </a:lnTo>
                  <a:lnTo>
                    <a:pt x="950" y="1092"/>
                  </a:lnTo>
                  <a:lnTo>
                    <a:pt x="951" y="1092"/>
                  </a:lnTo>
                  <a:lnTo>
                    <a:pt x="951" y="1092"/>
                  </a:lnTo>
                  <a:lnTo>
                    <a:pt x="952" y="1092"/>
                  </a:lnTo>
                  <a:lnTo>
                    <a:pt x="952" y="1092"/>
                  </a:lnTo>
                  <a:lnTo>
                    <a:pt x="952" y="1077"/>
                  </a:lnTo>
                  <a:lnTo>
                    <a:pt x="953" y="1077"/>
                  </a:lnTo>
                  <a:lnTo>
                    <a:pt x="953" y="1077"/>
                  </a:lnTo>
                  <a:lnTo>
                    <a:pt x="954" y="1077"/>
                  </a:lnTo>
                  <a:lnTo>
                    <a:pt x="954" y="1061"/>
                  </a:lnTo>
                  <a:lnTo>
                    <a:pt x="955" y="1061"/>
                  </a:lnTo>
                  <a:lnTo>
                    <a:pt x="955" y="1061"/>
                  </a:lnTo>
                  <a:lnTo>
                    <a:pt x="956" y="1061"/>
                  </a:lnTo>
                  <a:lnTo>
                    <a:pt x="956" y="1046"/>
                  </a:lnTo>
                  <a:lnTo>
                    <a:pt x="956" y="1046"/>
                  </a:lnTo>
                  <a:lnTo>
                    <a:pt x="957" y="1046"/>
                  </a:lnTo>
                  <a:lnTo>
                    <a:pt x="958" y="1046"/>
                  </a:lnTo>
                  <a:lnTo>
                    <a:pt x="958" y="1032"/>
                  </a:lnTo>
                  <a:lnTo>
                    <a:pt x="958" y="1032"/>
                  </a:lnTo>
                  <a:lnTo>
                    <a:pt x="959" y="1032"/>
                  </a:lnTo>
                  <a:lnTo>
                    <a:pt x="959" y="1032"/>
                  </a:lnTo>
                  <a:lnTo>
                    <a:pt x="960" y="1032"/>
                  </a:lnTo>
                  <a:lnTo>
                    <a:pt x="960" y="1032"/>
                  </a:lnTo>
                  <a:lnTo>
                    <a:pt x="961" y="1032"/>
                  </a:lnTo>
                  <a:lnTo>
                    <a:pt x="961" y="1032"/>
                  </a:lnTo>
                  <a:lnTo>
                    <a:pt x="962" y="1032"/>
                  </a:lnTo>
                  <a:lnTo>
                    <a:pt x="962" y="1032"/>
                  </a:lnTo>
                  <a:lnTo>
                    <a:pt x="962" y="1032"/>
                  </a:lnTo>
                  <a:lnTo>
                    <a:pt x="963" y="1032"/>
                  </a:lnTo>
                  <a:lnTo>
                    <a:pt x="964" y="1032"/>
                  </a:lnTo>
                  <a:lnTo>
                    <a:pt x="964" y="1032"/>
                  </a:lnTo>
                  <a:lnTo>
                    <a:pt x="964" y="1032"/>
                  </a:lnTo>
                  <a:lnTo>
                    <a:pt x="965" y="1032"/>
                  </a:lnTo>
                  <a:lnTo>
                    <a:pt x="965" y="1032"/>
                  </a:lnTo>
                  <a:lnTo>
                    <a:pt x="966" y="1032"/>
                  </a:lnTo>
                  <a:lnTo>
                    <a:pt x="966" y="1032"/>
                  </a:lnTo>
                  <a:lnTo>
                    <a:pt x="967" y="1032"/>
                  </a:lnTo>
                  <a:lnTo>
                    <a:pt x="967" y="1032"/>
                  </a:lnTo>
                  <a:lnTo>
                    <a:pt x="967" y="1032"/>
                  </a:lnTo>
                  <a:lnTo>
                    <a:pt x="968" y="1046"/>
                  </a:lnTo>
                  <a:lnTo>
                    <a:pt x="968" y="1046"/>
                  </a:lnTo>
                  <a:lnTo>
                    <a:pt x="969" y="1046"/>
                  </a:lnTo>
                  <a:lnTo>
                    <a:pt x="969" y="1046"/>
                  </a:lnTo>
                  <a:lnTo>
                    <a:pt x="970" y="1046"/>
                  </a:lnTo>
                  <a:lnTo>
                    <a:pt x="970" y="1046"/>
                  </a:lnTo>
                  <a:lnTo>
                    <a:pt x="971" y="1046"/>
                  </a:lnTo>
                  <a:lnTo>
                    <a:pt x="971" y="1046"/>
                  </a:lnTo>
                  <a:lnTo>
                    <a:pt x="972" y="1046"/>
                  </a:lnTo>
                  <a:lnTo>
                    <a:pt x="972" y="1046"/>
                  </a:lnTo>
                  <a:lnTo>
                    <a:pt x="973" y="1046"/>
                  </a:lnTo>
                  <a:lnTo>
                    <a:pt x="973" y="1046"/>
                  </a:lnTo>
                  <a:lnTo>
                    <a:pt x="973" y="1046"/>
                  </a:lnTo>
                  <a:lnTo>
                    <a:pt x="974" y="1061"/>
                  </a:lnTo>
                  <a:lnTo>
                    <a:pt x="975" y="1061"/>
                  </a:lnTo>
                  <a:lnTo>
                    <a:pt x="975" y="1061"/>
                  </a:lnTo>
                  <a:lnTo>
                    <a:pt x="975" y="1061"/>
                  </a:lnTo>
                  <a:lnTo>
                    <a:pt x="976" y="1061"/>
                  </a:lnTo>
                  <a:lnTo>
                    <a:pt x="976" y="1061"/>
                  </a:lnTo>
                  <a:lnTo>
                    <a:pt x="977" y="1061"/>
                  </a:lnTo>
                  <a:lnTo>
                    <a:pt x="977" y="1061"/>
                  </a:lnTo>
                  <a:lnTo>
                    <a:pt x="978" y="1046"/>
                  </a:lnTo>
                  <a:lnTo>
                    <a:pt x="978" y="1046"/>
                  </a:lnTo>
                  <a:lnTo>
                    <a:pt x="978" y="1046"/>
                  </a:lnTo>
                  <a:lnTo>
                    <a:pt x="979" y="1046"/>
                  </a:lnTo>
                  <a:lnTo>
                    <a:pt x="979" y="1046"/>
                  </a:lnTo>
                  <a:lnTo>
                    <a:pt x="980" y="1046"/>
                  </a:lnTo>
                  <a:lnTo>
                    <a:pt x="980" y="1032"/>
                  </a:lnTo>
                  <a:lnTo>
                    <a:pt x="981" y="1032"/>
                  </a:lnTo>
                  <a:lnTo>
                    <a:pt x="981" y="1032"/>
                  </a:lnTo>
                  <a:lnTo>
                    <a:pt x="982" y="1032"/>
                  </a:lnTo>
                  <a:lnTo>
                    <a:pt x="982" y="1032"/>
                  </a:lnTo>
                  <a:lnTo>
                    <a:pt x="982" y="1032"/>
                  </a:lnTo>
                  <a:lnTo>
                    <a:pt x="983" y="1032"/>
                  </a:lnTo>
                  <a:lnTo>
                    <a:pt x="984" y="1032"/>
                  </a:lnTo>
                  <a:lnTo>
                    <a:pt x="984" y="1032"/>
                  </a:lnTo>
                  <a:lnTo>
                    <a:pt x="984" y="1032"/>
                  </a:lnTo>
                  <a:lnTo>
                    <a:pt x="985" y="1032"/>
                  </a:lnTo>
                  <a:lnTo>
                    <a:pt x="985" y="1032"/>
                  </a:lnTo>
                  <a:lnTo>
                    <a:pt x="986" y="1032"/>
                  </a:lnTo>
                  <a:lnTo>
                    <a:pt x="986" y="1032"/>
                  </a:lnTo>
                  <a:lnTo>
                    <a:pt x="987" y="1032"/>
                  </a:lnTo>
                  <a:lnTo>
                    <a:pt x="987" y="1017"/>
                  </a:lnTo>
                  <a:lnTo>
                    <a:pt x="988" y="1017"/>
                  </a:lnTo>
                  <a:lnTo>
                    <a:pt x="988" y="1017"/>
                  </a:lnTo>
                  <a:lnTo>
                    <a:pt x="988" y="1017"/>
                  </a:lnTo>
                  <a:lnTo>
                    <a:pt x="989" y="1002"/>
                  </a:lnTo>
                  <a:lnTo>
                    <a:pt x="990" y="1002"/>
                  </a:lnTo>
                  <a:lnTo>
                    <a:pt x="990" y="1002"/>
                  </a:lnTo>
                  <a:lnTo>
                    <a:pt x="990" y="987"/>
                  </a:lnTo>
                  <a:lnTo>
                    <a:pt x="991" y="987"/>
                  </a:lnTo>
                  <a:lnTo>
                    <a:pt x="991" y="987"/>
                  </a:lnTo>
                  <a:lnTo>
                    <a:pt x="992" y="987"/>
                  </a:lnTo>
                  <a:lnTo>
                    <a:pt x="992" y="987"/>
                  </a:lnTo>
                  <a:lnTo>
                    <a:pt x="993" y="972"/>
                  </a:lnTo>
                  <a:lnTo>
                    <a:pt x="993" y="972"/>
                  </a:lnTo>
                  <a:lnTo>
                    <a:pt x="993" y="972"/>
                  </a:lnTo>
                  <a:lnTo>
                    <a:pt x="994" y="972"/>
                  </a:lnTo>
                  <a:lnTo>
                    <a:pt x="994" y="957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6" y="957"/>
                  </a:lnTo>
                  <a:lnTo>
                    <a:pt x="996" y="942"/>
                  </a:lnTo>
                  <a:lnTo>
                    <a:pt x="997" y="942"/>
                  </a:lnTo>
                  <a:lnTo>
                    <a:pt x="997" y="942"/>
                  </a:lnTo>
                  <a:lnTo>
                    <a:pt x="997" y="927"/>
                  </a:lnTo>
                  <a:lnTo>
                    <a:pt x="998" y="927"/>
                  </a:lnTo>
                  <a:lnTo>
                    <a:pt x="999" y="927"/>
                  </a:lnTo>
                  <a:lnTo>
                    <a:pt x="999" y="912"/>
                  </a:lnTo>
                  <a:lnTo>
                    <a:pt x="999" y="912"/>
                  </a:lnTo>
                  <a:lnTo>
                    <a:pt x="1000" y="912"/>
                  </a:lnTo>
                  <a:lnTo>
                    <a:pt x="1000" y="912"/>
                  </a:lnTo>
                  <a:lnTo>
                    <a:pt x="1001" y="897"/>
                  </a:lnTo>
                  <a:lnTo>
                    <a:pt x="1001" y="897"/>
                  </a:lnTo>
                  <a:lnTo>
                    <a:pt x="1002" y="897"/>
                  </a:lnTo>
                  <a:lnTo>
                    <a:pt x="1002" y="897"/>
                  </a:lnTo>
                  <a:lnTo>
                    <a:pt x="1003" y="882"/>
                  </a:lnTo>
                  <a:lnTo>
                    <a:pt x="1003" y="882"/>
                  </a:lnTo>
                  <a:lnTo>
                    <a:pt x="1003" y="882"/>
                  </a:lnTo>
                  <a:lnTo>
                    <a:pt x="1004" y="882"/>
                  </a:lnTo>
                  <a:lnTo>
                    <a:pt x="1004" y="882"/>
                  </a:lnTo>
                  <a:lnTo>
                    <a:pt x="1005" y="867"/>
                  </a:lnTo>
                  <a:lnTo>
                    <a:pt x="1005" y="867"/>
                  </a:lnTo>
                  <a:lnTo>
                    <a:pt x="1006" y="867"/>
                  </a:lnTo>
                  <a:lnTo>
                    <a:pt x="1006" y="867"/>
                  </a:lnTo>
                  <a:lnTo>
                    <a:pt x="1007" y="867"/>
                  </a:lnTo>
                  <a:lnTo>
                    <a:pt x="1007" y="867"/>
                  </a:lnTo>
                  <a:lnTo>
                    <a:pt x="1008" y="852"/>
                  </a:lnTo>
                  <a:lnTo>
                    <a:pt x="1008" y="852"/>
                  </a:lnTo>
                  <a:lnTo>
                    <a:pt x="1008" y="852"/>
                  </a:lnTo>
                  <a:lnTo>
                    <a:pt x="1009" y="852"/>
                  </a:lnTo>
                  <a:lnTo>
                    <a:pt x="1009" y="837"/>
                  </a:lnTo>
                  <a:lnTo>
                    <a:pt x="1010" y="837"/>
                  </a:lnTo>
                  <a:lnTo>
                    <a:pt x="1010" y="837"/>
                  </a:lnTo>
                  <a:lnTo>
                    <a:pt x="1011" y="822"/>
                  </a:lnTo>
                  <a:lnTo>
                    <a:pt x="1011" y="822"/>
                  </a:lnTo>
                  <a:lnTo>
                    <a:pt x="1012" y="808"/>
                  </a:lnTo>
                  <a:lnTo>
                    <a:pt x="1012" y="808"/>
                  </a:lnTo>
                  <a:lnTo>
                    <a:pt x="1012" y="808"/>
                  </a:lnTo>
                  <a:lnTo>
                    <a:pt x="1013" y="793"/>
                  </a:lnTo>
                  <a:lnTo>
                    <a:pt x="1014" y="793"/>
                  </a:lnTo>
                  <a:lnTo>
                    <a:pt x="1014" y="778"/>
                  </a:lnTo>
                  <a:lnTo>
                    <a:pt x="1014" y="778"/>
                  </a:lnTo>
                  <a:lnTo>
                    <a:pt x="1015" y="763"/>
                  </a:lnTo>
                  <a:lnTo>
                    <a:pt x="1015" y="763"/>
                  </a:lnTo>
                  <a:lnTo>
                    <a:pt x="1016" y="763"/>
                  </a:lnTo>
                  <a:lnTo>
                    <a:pt x="1016" y="748"/>
                  </a:lnTo>
                  <a:lnTo>
                    <a:pt x="1017" y="748"/>
                  </a:lnTo>
                  <a:lnTo>
                    <a:pt x="1017" y="748"/>
                  </a:lnTo>
                  <a:lnTo>
                    <a:pt x="1018" y="733"/>
                  </a:lnTo>
                  <a:lnTo>
                    <a:pt x="1018" y="733"/>
                  </a:lnTo>
                  <a:lnTo>
                    <a:pt x="1018" y="733"/>
                  </a:lnTo>
                  <a:lnTo>
                    <a:pt x="1019" y="733"/>
                  </a:lnTo>
                  <a:lnTo>
                    <a:pt x="1019" y="733"/>
                  </a:lnTo>
                  <a:lnTo>
                    <a:pt x="1020" y="733"/>
                  </a:lnTo>
                  <a:lnTo>
                    <a:pt x="1020" y="733"/>
                  </a:lnTo>
                  <a:lnTo>
                    <a:pt x="1021" y="733"/>
                  </a:lnTo>
                  <a:lnTo>
                    <a:pt x="1021" y="733"/>
                  </a:lnTo>
                  <a:lnTo>
                    <a:pt x="1021" y="718"/>
                  </a:lnTo>
                  <a:lnTo>
                    <a:pt x="1022" y="718"/>
                  </a:lnTo>
                  <a:lnTo>
                    <a:pt x="1023" y="718"/>
                  </a:lnTo>
                  <a:lnTo>
                    <a:pt x="1023" y="718"/>
                  </a:lnTo>
                  <a:lnTo>
                    <a:pt x="1023" y="718"/>
                  </a:lnTo>
                  <a:lnTo>
                    <a:pt x="1024" y="718"/>
                  </a:lnTo>
                  <a:lnTo>
                    <a:pt x="1024" y="718"/>
                  </a:lnTo>
                  <a:lnTo>
                    <a:pt x="1025" y="703"/>
                  </a:lnTo>
                  <a:lnTo>
                    <a:pt x="1025" y="703"/>
                  </a:lnTo>
                  <a:lnTo>
                    <a:pt x="1026" y="703"/>
                  </a:lnTo>
                  <a:lnTo>
                    <a:pt x="1026" y="703"/>
                  </a:lnTo>
                  <a:lnTo>
                    <a:pt x="1027" y="703"/>
                  </a:lnTo>
                  <a:lnTo>
                    <a:pt x="1027" y="703"/>
                  </a:lnTo>
                  <a:lnTo>
                    <a:pt x="1027" y="703"/>
                  </a:lnTo>
                  <a:lnTo>
                    <a:pt x="1028" y="703"/>
                  </a:lnTo>
                  <a:lnTo>
                    <a:pt x="1029" y="703"/>
                  </a:lnTo>
                  <a:lnTo>
                    <a:pt x="1029" y="688"/>
                  </a:lnTo>
                  <a:lnTo>
                    <a:pt x="1029" y="688"/>
                  </a:lnTo>
                  <a:lnTo>
                    <a:pt x="1030" y="688"/>
                  </a:lnTo>
                  <a:lnTo>
                    <a:pt x="1030" y="688"/>
                  </a:lnTo>
                  <a:lnTo>
                    <a:pt x="1031" y="688"/>
                  </a:lnTo>
                  <a:lnTo>
                    <a:pt x="1031" y="688"/>
                  </a:lnTo>
                  <a:lnTo>
                    <a:pt x="1032" y="673"/>
                  </a:lnTo>
                  <a:lnTo>
                    <a:pt x="1032" y="673"/>
                  </a:lnTo>
                  <a:lnTo>
                    <a:pt x="1033" y="673"/>
                  </a:lnTo>
                  <a:lnTo>
                    <a:pt x="1033" y="673"/>
                  </a:lnTo>
                  <a:lnTo>
                    <a:pt x="1033" y="673"/>
                  </a:lnTo>
                  <a:lnTo>
                    <a:pt x="1034" y="673"/>
                  </a:lnTo>
                  <a:lnTo>
                    <a:pt x="1034" y="673"/>
                  </a:lnTo>
                  <a:lnTo>
                    <a:pt x="1035" y="673"/>
                  </a:lnTo>
                  <a:lnTo>
                    <a:pt x="1035" y="673"/>
                  </a:lnTo>
                  <a:lnTo>
                    <a:pt x="1036" y="688"/>
                  </a:lnTo>
                  <a:lnTo>
                    <a:pt x="1036" y="688"/>
                  </a:lnTo>
                  <a:lnTo>
                    <a:pt x="1036" y="688"/>
                  </a:lnTo>
                  <a:lnTo>
                    <a:pt x="1037" y="688"/>
                  </a:lnTo>
                  <a:lnTo>
                    <a:pt x="1038" y="688"/>
                  </a:lnTo>
                  <a:lnTo>
                    <a:pt x="1038" y="688"/>
                  </a:lnTo>
                  <a:lnTo>
                    <a:pt x="1038" y="673"/>
                  </a:lnTo>
                  <a:lnTo>
                    <a:pt x="1039" y="673"/>
                  </a:lnTo>
                  <a:lnTo>
                    <a:pt x="1039" y="673"/>
                  </a:lnTo>
                  <a:lnTo>
                    <a:pt x="1040" y="673"/>
                  </a:lnTo>
                  <a:lnTo>
                    <a:pt x="1040" y="673"/>
                  </a:lnTo>
                  <a:lnTo>
                    <a:pt x="1041" y="688"/>
                  </a:lnTo>
                  <a:lnTo>
                    <a:pt x="1041" y="688"/>
                  </a:lnTo>
                  <a:lnTo>
                    <a:pt x="1042" y="688"/>
                  </a:lnTo>
                  <a:lnTo>
                    <a:pt x="1042" y="688"/>
                  </a:lnTo>
                  <a:lnTo>
                    <a:pt x="1042" y="688"/>
                  </a:lnTo>
                  <a:lnTo>
                    <a:pt x="1043" y="688"/>
                  </a:lnTo>
                  <a:lnTo>
                    <a:pt x="1044" y="688"/>
                  </a:lnTo>
                  <a:lnTo>
                    <a:pt x="1044" y="688"/>
                  </a:lnTo>
                  <a:lnTo>
                    <a:pt x="1044" y="688"/>
                  </a:lnTo>
                  <a:lnTo>
                    <a:pt x="1045" y="688"/>
                  </a:lnTo>
                  <a:lnTo>
                    <a:pt x="1045" y="688"/>
                  </a:lnTo>
                  <a:lnTo>
                    <a:pt x="1046" y="688"/>
                  </a:lnTo>
                  <a:lnTo>
                    <a:pt x="1046" y="703"/>
                  </a:lnTo>
                  <a:lnTo>
                    <a:pt x="1047" y="703"/>
                  </a:lnTo>
                  <a:lnTo>
                    <a:pt x="1047" y="703"/>
                  </a:lnTo>
                  <a:lnTo>
                    <a:pt x="1047" y="703"/>
                  </a:lnTo>
                  <a:lnTo>
                    <a:pt x="1048" y="703"/>
                  </a:lnTo>
                  <a:lnTo>
                    <a:pt x="1048" y="703"/>
                  </a:lnTo>
                  <a:lnTo>
                    <a:pt x="1049" y="703"/>
                  </a:lnTo>
                  <a:lnTo>
                    <a:pt x="1049" y="718"/>
                  </a:lnTo>
                  <a:lnTo>
                    <a:pt x="1050" y="718"/>
                  </a:lnTo>
                  <a:lnTo>
                    <a:pt x="1050" y="718"/>
                  </a:lnTo>
                  <a:lnTo>
                    <a:pt x="1051" y="718"/>
                  </a:lnTo>
                  <a:lnTo>
                    <a:pt x="1051" y="718"/>
                  </a:lnTo>
                  <a:lnTo>
                    <a:pt x="1051" y="718"/>
                  </a:lnTo>
                  <a:lnTo>
                    <a:pt x="1052" y="718"/>
                  </a:lnTo>
                  <a:lnTo>
                    <a:pt x="1053" y="718"/>
                  </a:lnTo>
                  <a:lnTo>
                    <a:pt x="1053" y="718"/>
                  </a:lnTo>
                  <a:lnTo>
                    <a:pt x="1053" y="718"/>
                  </a:lnTo>
                  <a:lnTo>
                    <a:pt x="1054" y="718"/>
                  </a:lnTo>
                  <a:lnTo>
                    <a:pt x="1054" y="718"/>
                  </a:lnTo>
                  <a:lnTo>
                    <a:pt x="1055" y="718"/>
                  </a:lnTo>
                  <a:lnTo>
                    <a:pt x="1055" y="718"/>
                  </a:lnTo>
                  <a:lnTo>
                    <a:pt x="1056" y="718"/>
                  </a:lnTo>
                  <a:lnTo>
                    <a:pt x="1056" y="718"/>
                  </a:lnTo>
                  <a:lnTo>
                    <a:pt x="1057" y="718"/>
                  </a:lnTo>
                  <a:lnTo>
                    <a:pt x="1057" y="718"/>
                  </a:lnTo>
                  <a:lnTo>
                    <a:pt x="1057" y="703"/>
                  </a:lnTo>
                  <a:lnTo>
                    <a:pt x="1058" y="703"/>
                  </a:lnTo>
                  <a:lnTo>
                    <a:pt x="1059" y="703"/>
                  </a:lnTo>
                  <a:lnTo>
                    <a:pt x="1059" y="703"/>
                  </a:lnTo>
                  <a:lnTo>
                    <a:pt x="1059" y="703"/>
                  </a:lnTo>
                  <a:lnTo>
                    <a:pt x="1060" y="703"/>
                  </a:lnTo>
                  <a:lnTo>
                    <a:pt x="1060" y="688"/>
                  </a:lnTo>
                  <a:lnTo>
                    <a:pt x="1061" y="688"/>
                  </a:lnTo>
                  <a:lnTo>
                    <a:pt x="1061" y="688"/>
                  </a:lnTo>
                  <a:lnTo>
                    <a:pt x="1062" y="688"/>
                  </a:lnTo>
                  <a:lnTo>
                    <a:pt x="1062" y="688"/>
                  </a:lnTo>
                  <a:lnTo>
                    <a:pt x="1062" y="688"/>
                  </a:lnTo>
                  <a:lnTo>
                    <a:pt x="1063" y="688"/>
                  </a:lnTo>
                  <a:lnTo>
                    <a:pt x="1063" y="673"/>
                  </a:lnTo>
                  <a:lnTo>
                    <a:pt x="1064" y="673"/>
                  </a:lnTo>
                  <a:lnTo>
                    <a:pt x="1064" y="673"/>
                  </a:lnTo>
                  <a:lnTo>
                    <a:pt x="1065" y="673"/>
                  </a:lnTo>
                  <a:lnTo>
                    <a:pt x="1065" y="673"/>
                  </a:lnTo>
                  <a:lnTo>
                    <a:pt x="1066" y="673"/>
                  </a:lnTo>
                  <a:lnTo>
                    <a:pt x="1066" y="673"/>
                  </a:lnTo>
                  <a:lnTo>
                    <a:pt x="1066" y="658"/>
                  </a:lnTo>
                  <a:lnTo>
                    <a:pt x="1067" y="658"/>
                  </a:lnTo>
                  <a:lnTo>
                    <a:pt x="1068" y="658"/>
                  </a:lnTo>
                  <a:lnTo>
                    <a:pt x="1068" y="658"/>
                  </a:lnTo>
                  <a:lnTo>
                    <a:pt x="1068" y="643"/>
                  </a:lnTo>
                  <a:lnTo>
                    <a:pt x="1069" y="643"/>
                  </a:lnTo>
                  <a:lnTo>
                    <a:pt x="1069" y="643"/>
                  </a:lnTo>
                  <a:lnTo>
                    <a:pt x="1070" y="643"/>
                  </a:lnTo>
                  <a:lnTo>
                    <a:pt x="1070" y="643"/>
                  </a:lnTo>
                  <a:lnTo>
                    <a:pt x="1071" y="643"/>
                  </a:lnTo>
                  <a:lnTo>
                    <a:pt x="1071" y="643"/>
                  </a:lnTo>
                  <a:lnTo>
                    <a:pt x="1072" y="628"/>
                  </a:lnTo>
                  <a:lnTo>
                    <a:pt x="1072" y="628"/>
                  </a:lnTo>
                  <a:lnTo>
                    <a:pt x="1072" y="628"/>
                  </a:lnTo>
                  <a:lnTo>
                    <a:pt x="1073" y="628"/>
                  </a:lnTo>
                  <a:lnTo>
                    <a:pt x="1073" y="628"/>
                  </a:lnTo>
                  <a:lnTo>
                    <a:pt x="1074" y="613"/>
                  </a:lnTo>
                  <a:lnTo>
                    <a:pt x="1074" y="613"/>
                  </a:lnTo>
                  <a:lnTo>
                    <a:pt x="1075" y="613"/>
                  </a:lnTo>
                  <a:lnTo>
                    <a:pt x="1075" y="613"/>
                  </a:lnTo>
                  <a:lnTo>
                    <a:pt x="1076" y="613"/>
                  </a:lnTo>
                  <a:lnTo>
                    <a:pt x="1076" y="598"/>
                  </a:lnTo>
                  <a:lnTo>
                    <a:pt x="1077" y="598"/>
                  </a:lnTo>
                  <a:lnTo>
                    <a:pt x="1077" y="598"/>
                  </a:lnTo>
                  <a:lnTo>
                    <a:pt x="1077" y="598"/>
                  </a:lnTo>
                  <a:lnTo>
                    <a:pt x="1078" y="598"/>
                  </a:lnTo>
                  <a:lnTo>
                    <a:pt x="1078" y="598"/>
                  </a:lnTo>
                  <a:lnTo>
                    <a:pt x="1079" y="583"/>
                  </a:lnTo>
                  <a:lnTo>
                    <a:pt x="1079" y="583"/>
                  </a:lnTo>
                  <a:lnTo>
                    <a:pt x="1080" y="583"/>
                  </a:lnTo>
                  <a:lnTo>
                    <a:pt x="1080" y="583"/>
                  </a:lnTo>
                  <a:lnTo>
                    <a:pt x="1081" y="583"/>
                  </a:lnTo>
                  <a:lnTo>
                    <a:pt x="1081" y="583"/>
                  </a:lnTo>
                  <a:lnTo>
                    <a:pt x="1082" y="568"/>
                  </a:lnTo>
                  <a:lnTo>
                    <a:pt x="1082" y="568"/>
                  </a:lnTo>
                  <a:lnTo>
                    <a:pt x="1083" y="568"/>
                  </a:lnTo>
                  <a:lnTo>
                    <a:pt x="1083" y="568"/>
                  </a:lnTo>
                  <a:lnTo>
                    <a:pt x="1083" y="553"/>
                  </a:lnTo>
                  <a:lnTo>
                    <a:pt x="1084" y="553"/>
                  </a:lnTo>
                  <a:lnTo>
                    <a:pt x="1085" y="553"/>
                  </a:lnTo>
                  <a:lnTo>
                    <a:pt x="1085" y="553"/>
                  </a:lnTo>
                  <a:lnTo>
                    <a:pt x="1085" y="553"/>
                  </a:lnTo>
                  <a:lnTo>
                    <a:pt x="1086" y="538"/>
                  </a:lnTo>
                  <a:lnTo>
                    <a:pt x="1086" y="538"/>
                  </a:lnTo>
                  <a:lnTo>
                    <a:pt x="1087" y="538"/>
                  </a:lnTo>
                  <a:lnTo>
                    <a:pt x="1087" y="538"/>
                  </a:lnTo>
                  <a:lnTo>
                    <a:pt x="1088" y="538"/>
                  </a:lnTo>
                  <a:lnTo>
                    <a:pt x="1088" y="538"/>
                  </a:lnTo>
                  <a:lnTo>
                    <a:pt x="1088" y="538"/>
                  </a:lnTo>
                  <a:lnTo>
                    <a:pt x="1089" y="553"/>
                  </a:lnTo>
                  <a:lnTo>
                    <a:pt x="1089" y="553"/>
                  </a:lnTo>
                  <a:lnTo>
                    <a:pt x="1090" y="553"/>
                  </a:lnTo>
                  <a:lnTo>
                    <a:pt x="1090" y="553"/>
                  </a:lnTo>
                  <a:lnTo>
                    <a:pt x="1091" y="553"/>
                  </a:lnTo>
                  <a:lnTo>
                    <a:pt x="1091" y="553"/>
                  </a:lnTo>
                  <a:lnTo>
                    <a:pt x="1092" y="553"/>
                  </a:lnTo>
                  <a:lnTo>
                    <a:pt x="1092" y="553"/>
                  </a:lnTo>
                  <a:lnTo>
                    <a:pt x="1092" y="553"/>
                  </a:lnTo>
                  <a:lnTo>
                    <a:pt x="1093" y="553"/>
                  </a:lnTo>
                  <a:lnTo>
                    <a:pt x="1094" y="553"/>
                  </a:lnTo>
                  <a:lnTo>
                    <a:pt x="1094" y="568"/>
                  </a:lnTo>
                  <a:lnTo>
                    <a:pt x="1094" y="568"/>
                  </a:lnTo>
                  <a:lnTo>
                    <a:pt x="1095" y="568"/>
                  </a:lnTo>
                  <a:lnTo>
                    <a:pt x="1095" y="568"/>
                  </a:lnTo>
                  <a:lnTo>
                    <a:pt x="1096" y="568"/>
                  </a:lnTo>
                  <a:lnTo>
                    <a:pt x="1096" y="568"/>
                  </a:lnTo>
                  <a:lnTo>
                    <a:pt x="1097" y="568"/>
                  </a:lnTo>
                  <a:lnTo>
                    <a:pt x="1097" y="583"/>
                  </a:lnTo>
                  <a:lnTo>
                    <a:pt x="1098" y="583"/>
                  </a:lnTo>
                  <a:lnTo>
                    <a:pt x="1098" y="583"/>
                  </a:lnTo>
                  <a:lnTo>
                    <a:pt x="1098" y="598"/>
                  </a:lnTo>
                  <a:lnTo>
                    <a:pt x="1099" y="598"/>
                  </a:lnTo>
                  <a:lnTo>
                    <a:pt x="1099" y="598"/>
                  </a:lnTo>
                  <a:lnTo>
                    <a:pt x="1100" y="613"/>
                  </a:lnTo>
                  <a:lnTo>
                    <a:pt x="1100" y="613"/>
                  </a:lnTo>
                  <a:lnTo>
                    <a:pt x="1101" y="613"/>
                  </a:lnTo>
                  <a:lnTo>
                    <a:pt x="1101" y="628"/>
                  </a:lnTo>
                  <a:lnTo>
                    <a:pt x="1102" y="628"/>
                  </a:lnTo>
                  <a:lnTo>
                    <a:pt x="1102" y="628"/>
                  </a:lnTo>
                  <a:lnTo>
                    <a:pt x="1103" y="628"/>
                  </a:lnTo>
                  <a:lnTo>
                    <a:pt x="1103" y="628"/>
                  </a:lnTo>
                  <a:lnTo>
                    <a:pt x="1103" y="643"/>
                  </a:lnTo>
                  <a:lnTo>
                    <a:pt x="1104" y="643"/>
                  </a:lnTo>
                  <a:lnTo>
                    <a:pt x="1104" y="643"/>
                  </a:lnTo>
                  <a:lnTo>
                    <a:pt x="1105" y="643"/>
                  </a:lnTo>
                  <a:lnTo>
                    <a:pt x="1105" y="658"/>
                  </a:lnTo>
                  <a:lnTo>
                    <a:pt x="1106" y="658"/>
                  </a:lnTo>
                  <a:lnTo>
                    <a:pt x="1106" y="658"/>
                  </a:lnTo>
                  <a:lnTo>
                    <a:pt x="1107" y="673"/>
                  </a:lnTo>
                  <a:lnTo>
                    <a:pt x="1107" y="673"/>
                  </a:lnTo>
                  <a:lnTo>
                    <a:pt x="1107" y="673"/>
                  </a:lnTo>
                  <a:lnTo>
                    <a:pt x="1108" y="673"/>
                  </a:lnTo>
                  <a:lnTo>
                    <a:pt x="1109" y="673"/>
                  </a:lnTo>
                  <a:lnTo>
                    <a:pt x="1109" y="673"/>
                  </a:lnTo>
                  <a:lnTo>
                    <a:pt x="1109" y="673"/>
                  </a:lnTo>
                  <a:lnTo>
                    <a:pt x="1110" y="673"/>
                  </a:lnTo>
                  <a:lnTo>
                    <a:pt x="1110" y="673"/>
                  </a:lnTo>
                  <a:lnTo>
                    <a:pt x="1111" y="688"/>
                  </a:lnTo>
                  <a:lnTo>
                    <a:pt x="1111" y="688"/>
                  </a:lnTo>
                  <a:lnTo>
                    <a:pt x="1112" y="688"/>
                  </a:lnTo>
                  <a:lnTo>
                    <a:pt x="1112" y="688"/>
                  </a:lnTo>
                  <a:lnTo>
                    <a:pt x="1113" y="688"/>
                  </a:lnTo>
                  <a:lnTo>
                    <a:pt x="1113" y="703"/>
                  </a:lnTo>
                  <a:lnTo>
                    <a:pt x="1113" y="703"/>
                  </a:lnTo>
                  <a:lnTo>
                    <a:pt x="1114" y="703"/>
                  </a:lnTo>
                  <a:lnTo>
                    <a:pt x="1114" y="703"/>
                  </a:lnTo>
                  <a:lnTo>
                    <a:pt x="1115" y="703"/>
                  </a:lnTo>
                  <a:lnTo>
                    <a:pt x="1115" y="718"/>
                  </a:lnTo>
                  <a:lnTo>
                    <a:pt x="1116" y="718"/>
                  </a:lnTo>
                  <a:lnTo>
                    <a:pt x="1116" y="718"/>
                  </a:lnTo>
                  <a:lnTo>
                    <a:pt x="1116" y="718"/>
                  </a:lnTo>
                  <a:lnTo>
                    <a:pt x="1117" y="718"/>
                  </a:lnTo>
                  <a:lnTo>
                    <a:pt x="1118" y="718"/>
                  </a:lnTo>
                  <a:lnTo>
                    <a:pt x="1118" y="718"/>
                  </a:lnTo>
                  <a:lnTo>
                    <a:pt x="1118" y="718"/>
                  </a:lnTo>
                  <a:lnTo>
                    <a:pt x="1119" y="718"/>
                  </a:lnTo>
                  <a:lnTo>
                    <a:pt x="1119" y="718"/>
                  </a:lnTo>
                  <a:lnTo>
                    <a:pt x="1120" y="718"/>
                  </a:lnTo>
                  <a:lnTo>
                    <a:pt x="1120" y="718"/>
                  </a:lnTo>
                  <a:lnTo>
                    <a:pt x="1121" y="718"/>
                  </a:lnTo>
                  <a:lnTo>
                    <a:pt x="1121" y="718"/>
                  </a:lnTo>
                  <a:lnTo>
                    <a:pt x="1122" y="718"/>
                  </a:lnTo>
                  <a:lnTo>
                    <a:pt x="1122" y="718"/>
                  </a:lnTo>
                  <a:lnTo>
                    <a:pt x="1122" y="718"/>
                  </a:lnTo>
                  <a:lnTo>
                    <a:pt x="1123" y="718"/>
                  </a:lnTo>
                  <a:lnTo>
                    <a:pt x="1124" y="718"/>
                  </a:lnTo>
                  <a:lnTo>
                    <a:pt x="1124" y="733"/>
                  </a:lnTo>
                  <a:lnTo>
                    <a:pt x="1124" y="733"/>
                  </a:lnTo>
                  <a:lnTo>
                    <a:pt x="1125" y="733"/>
                  </a:lnTo>
                  <a:lnTo>
                    <a:pt x="1125" y="733"/>
                  </a:lnTo>
                  <a:lnTo>
                    <a:pt x="1126" y="748"/>
                  </a:lnTo>
                  <a:lnTo>
                    <a:pt x="1126" y="748"/>
                  </a:lnTo>
                  <a:lnTo>
                    <a:pt x="1127" y="748"/>
                  </a:lnTo>
                  <a:lnTo>
                    <a:pt x="1127" y="748"/>
                  </a:lnTo>
                  <a:lnTo>
                    <a:pt x="1128" y="748"/>
                  </a:lnTo>
                  <a:lnTo>
                    <a:pt x="1128" y="763"/>
                  </a:lnTo>
                  <a:lnTo>
                    <a:pt x="1128" y="763"/>
                  </a:lnTo>
                  <a:lnTo>
                    <a:pt x="1129" y="763"/>
                  </a:lnTo>
                  <a:lnTo>
                    <a:pt x="1129" y="763"/>
                  </a:lnTo>
                  <a:lnTo>
                    <a:pt x="1130" y="763"/>
                  </a:lnTo>
                  <a:lnTo>
                    <a:pt x="1130" y="778"/>
                  </a:lnTo>
                  <a:lnTo>
                    <a:pt x="1131" y="778"/>
                  </a:lnTo>
                  <a:lnTo>
                    <a:pt x="1131" y="778"/>
                  </a:lnTo>
                  <a:lnTo>
                    <a:pt x="1131" y="778"/>
                  </a:lnTo>
                  <a:lnTo>
                    <a:pt x="1132" y="778"/>
                  </a:lnTo>
                  <a:lnTo>
                    <a:pt x="1133" y="778"/>
                  </a:lnTo>
                  <a:lnTo>
                    <a:pt x="1133" y="778"/>
                  </a:lnTo>
                  <a:lnTo>
                    <a:pt x="1133" y="778"/>
                  </a:lnTo>
                  <a:lnTo>
                    <a:pt x="1134" y="778"/>
                  </a:lnTo>
                  <a:lnTo>
                    <a:pt x="1134" y="778"/>
                  </a:lnTo>
                  <a:lnTo>
                    <a:pt x="1135" y="778"/>
                  </a:lnTo>
                  <a:lnTo>
                    <a:pt x="1135" y="778"/>
                  </a:lnTo>
                  <a:lnTo>
                    <a:pt x="1136" y="778"/>
                  </a:lnTo>
                  <a:lnTo>
                    <a:pt x="1136" y="778"/>
                  </a:lnTo>
                  <a:lnTo>
                    <a:pt x="1137" y="778"/>
                  </a:lnTo>
                  <a:lnTo>
                    <a:pt x="1137" y="778"/>
                  </a:lnTo>
                  <a:lnTo>
                    <a:pt x="1137" y="778"/>
                  </a:lnTo>
                  <a:lnTo>
                    <a:pt x="1138" y="763"/>
                  </a:lnTo>
                  <a:lnTo>
                    <a:pt x="1139" y="763"/>
                  </a:lnTo>
                  <a:lnTo>
                    <a:pt x="1139" y="763"/>
                  </a:lnTo>
                  <a:lnTo>
                    <a:pt x="1139" y="763"/>
                  </a:lnTo>
                  <a:lnTo>
                    <a:pt x="1140" y="763"/>
                  </a:lnTo>
                  <a:lnTo>
                    <a:pt x="1140" y="763"/>
                  </a:lnTo>
                  <a:lnTo>
                    <a:pt x="1141" y="763"/>
                  </a:lnTo>
                  <a:lnTo>
                    <a:pt x="1141" y="763"/>
                  </a:lnTo>
                  <a:lnTo>
                    <a:pt x="1142" y="763"/>
                  </a:lnTo>
                  <a:lnTo>
                    <a:pt x="1142" y="763"/>
                  </a:lnTo>
                  <a:lnTo>
                    <a:pt x="1143" y="763"/>
                  </a:lnTo>
                  <a:lnTo>
                    <a:pt x="1143" y="763"/>
                  </a:lnTo>
                  <a:lnTo>
                    <a:pt x="1143" y="763"/>
                  </a:lnTo>
                  <a:lnTo>
                    <a:pt x="1144" y="763"/>
                  </a:lnTo>
                  <a:lnTo>
                    <a:pt x="1144" y="763"/>
                  </a:lnTo>
                  <a:lnTo>
                    <a:pt x="1145" y="763"/>
                  </a:lnTo>
                  <a:lnTo>
                    <a:pt x="1145" y="763"/>
                  </a:lnTo>
                  <a:lnTo>
                    <a:pt x="1146" y="763"/>
                  </a:lnTo>
                  <a:lnTo>
                    <a:pt x="1146" y="763"/>
                  </a:lnTo>
                  <a:lnTo>
                    <a:pt x="1146" y="763"/>
                  </a:lnTo>
                  <a:lnTo>
                    <a:pt x="1147" y="763"/>
                  </a:lnTo>
                  <a:lnTo>
                    <a:pt x="1148" y="763"/>
                  </a:lnTo>
                  <a:lnTo>
                    <a:pt x="1148" y="763"/>
                  </a:lnTo>
                  <a:lnTo>
                    <a:pt x="1148" y="763"/>
                  </a:lnTo>
                  <a:lnTo>
                    <a:pt x="1149" y="763"/>
                  </a:lnTo>
                  <a:lnTo>
                    <a:pt x="1149" y="763"/>
                  </a:lnTo>
                  <a:lnTo>
                    <a:pt x="1150" y="748"/>
                  </a:lnTo>
                  <a:lnTo>
                    <a:pt x="1150" y="748"/>
                  </a:lnTo>
                  <a:lnTo>
                    <a:pt x="1151" y="748"/>
                  </a:lnTo>
                  <a:lnTo>
                    <a:pt x="1151" y="748"/>
                  </a:lnTo>
                  <a:lnTo>
                    <a:pt x="1152" y="748"/>
                  </a:lnTo>
                  <a:lnTo>
                    <a:pt x="1152" y="748"/>
                  </a:lnTo>
                  <a:lnTo>
                    <a:pt x="1152" y="733"/>
                  </a:lnTo>
                  <a:lnTo>
                    <a:pt x="1153" y="733"/>
                  </a:lnTo>
                  <a:lnTo>
                    <a:pt x="1154" y="733"/>
                  </a:lnTo>
                  <a:lnTo>
                    <a:pt x="1154" y="733"/>
                  </a:lnTo>
                  <a:lnTo>
                    <a:pt x="1154" y="733"/>
                  </a:lnTo>
                  <a:lnTo>
                    <a:pt x="1155" y="718"/>
                  </a:lnTo>
                  <a:lnTo>
                    <a:pt x="1155" y="718"/>
                  </a:lnTo>
                  <a:lnTo>
                    <a:pt x="1156" y="718"/>
                  </a:lnTo>
                  <a:lnTo>
                    <a:pt x="1156" y="718"/>
                  </a:lnTo>
                  <a:lnTo>
                    <a:pt x="1157" y="718"/>
                  </a:lnTo>
                  <a:lnTo>
                    <a:pt x="1157" y="718"/>
                  </a:lnTo>
                  <a:lnTo>
                    <a:pt x="1157" y="718"/>
                  </a:lnTo>
                  <a:lnTo>
                    <a:pt x="1158" y="718"/>
                  </a:lnTo>
                  <a:lnTo>
                    <a:pt x="1158" y="718"/>
                  </a:lnTo>
                  <a:lnTo>
                    <a:pt x="1159" y="733"/>
                  </a:lnTo>
                  <a:lnTo>
                    <a:pt x="1159" y="733"/>
                  </a:lnTo>
                  <a:lnTo>
                    <a:pt x="1160" y="733"/>
                  </a:lnTo>
                  <a:lnTo>
                    <a:pt x="1160" y="733"/>
                  </a:lnTo>
                  <a:lnTo>
                    <a:pt x="1161" y="733"/>
                  </a:lnTo>
                  <a:lnTo>
                    <a:pt x="1161" y="733"/>
                  </a:lnTo>
                  <a:lnTo>
                    <a:pt x="1161" y="733"/>
                  </a:lnTo>
                  <a:lnTo>
                    <a:pt x="1162" y="733"/>
                  </a:lnTo>
                  <a:lnTo>
                    <a:pt x="1163" y="733"/>
                  </a:lnTo>
                  <a:lnTo>
                    <a:pt x="1163" y="733"/>
                  </a:lnTo>
                  <a:lnTo>
                    <a:pt x="1163" y="733"/>
                  </a:lnTo>
                  <a:lnTo>
                    <a:pt x="1164" y="718"/>
                  </a:lnTo>
                  <a:lnTo>
                    <a:pt x="1164" y="718"/>
                  </a:lnTo>
                  <a:lnTo>
                    <a:pt x="1165" y="718"/>
                  </a:lnTo>
                  <a:lnTo>
                    <a:pt x="1165" y="718"/>
                  </a:lnTo>
                  <a:lnTo>
                    <a:pt x="1166" y="718"/>
                  </a:lnTo>
                  <a:lnTo>
                    <a:pt x="1166" y="703"/>
                  </a:lnTo>
                  <a:lnTo>
                    <a:pt x="1167" y="703"/>
                  </a:lnTo>
                  <a:lnTo>
                    <a:pt x="1167" y="703"/>
                  </a:lnTo>
                  <a:lnTo>
                    <a:pt x="1167" y="688"/>
                  </a:lnTo>
                  <a:lnTo>
                    <a:pt x="1168" y="688"/>
                  </a:lnTo>
                  <a:lnTo>
                    <a:pt x="1169" y="688"/>
                  </a:lnTo>
                  <a:lnTo>
                    <a:pt x="1169" y="688"/>
                  </a:lnTo>
                  <a:lnTo>
                    <a:pt x="1169" y="688"/>
                  </a:lnTo>
                  <a:lnTo>
                    <a:pt x="1170" y="673"/>
                  </a:lnTo>
                  <a:lnTo>
                    <a:pt x="1170" y="673"/>
                  </a:lnTo>
                  <a:lnTo>
                    <a:pt x="1171" y="673"/>
                  </a:lnTo>
                  <a:lnTo>
                    <a:pt x="1171" y="673"/>
                  </a:lnTo>
                  <a:lnTo>
                    <a:pt x="1172" y="673"/>
                  </a:lnTo>
                  <a:lnTo>
                    <a:pt x="1172" y="673"/>
                  </a:lnTo>
                  <a:lnTo>
                    <a:pt x="1172" y="673"/>
                  </a:lnTo>
                  <a:lnTo>
                    <a:pt x="1173" y="673"/>
                  </a:lnTo>
                  <a:lnTo>
                    <a:pt x="1173" y="673"/>
                  </a:lnTo>
                  <a:lnTo>
                    <a:pt x="1174" y="673"/>
                  </a:lnTo>
                  <a:lnTo>
                    <a:pt x="1174" y="673"/>
                  </a:lnTo>
                  <a:lnTo>
                    <a:pt x="1175" y="673"/>
                  </a:lnTo>
                  <a:lnTo>
                    <a:pt x="1175" y="673"/>
                  </a:lnTo>
                  <a:lnTo>
                    <a:pt x="1176" y="673"/>
                  </a:lnTo>
                  <a:lnTo>
                    <a:pt x="1176" y="673"/>
                  </a:lnTo>
                  <a:lnTo>
                    <a:pt x="1176" y="673"/>
                  </a:lnTo>
                  <a:lnTo>
                    <a:pt x="1177" y="673"/>
                  </a:lnTo>
                  <a:lnTo>
                    <a:pt x="1178" y="673"/>
                  </a:lnTo>
                  <a:lnTo>
                    <a:pt x="1178" y="673"/>
                  </a:lnTo>
                  <a:lnTo>
                    <a:pt x="1178" y="673"/>
                  </a:lnTo>
                  <a:lnTo>
                    <a:pt x="1179" y="673"/>
                  </a:lnTo>
                  <a:lnTo>
                    <a:pt x="1179" y="658"/>
                  </a:lnTo>
                  <a:lnTo>
                    <a:pt x="1180" y="658"/>
                  </a:lnTo>
                  <a:lnTo>
                    <a:pt x="1180" y="658"/>
                  </a:lnTo>
                  <a:lnTo>
                    <a:pt x="1181" y="658"/>
                  </a:lnTo>
                  <a:lnTo>
                    <a:pt x="1181" y="658"/>
                  </a:lnTo>
                  <a:lnTo>
                    <a:pt x="1182" y="658"/>
                  </a:lnTo>
                  <a:lnTo>
                    <a:pt x="1182" y="658"/>
                  </a:lnTo>
                  <a:lnTo>
                    <a:pt x="1182" y="643"/>
                  </a:lnTo>
                  <a:lnTo>
                    <a:pt x="1183" y="643"/>
                  </a:lnTo>
                  <a:lnTo>
                    <a:pt x="1183" y="643"/>
                  </a:lnTo>
                  <a:lnTo>
                    <a:pt x="1184" y="643"/>
                  </a:lnTo>
                  <a:lnTo>
                    <a:pt x="1184" y="628"/>
                  </a:lnTo>
                  <a:lnTo>
                    <a:pt x="1185" y="628"/>
                  </a:lnTo>
                  <a:lnTo>
                    <a:pt x="1185" y="628"/>
                  </a:lnTo>
                  <a:lnTo>
                    <a:pt x="1186" y="613"/>
                  </a:lnTo>
                  <a:lnTo>
                    <a:pt x="1186" y="613"/>
                  </a:lnTo>
                  <a:lnTo>
                    <a:pt x="1187" y="613"/>
                  </a:lnTo>
                  <a:lnTo>
                    <a:pt x="1187" y="598"/>
                  </a:lnTo>
                  <a:lnTo>
                    <a:pt x="1187" y="598"/>
                  </a:lnTo>
                  <a:lnTo>
                    <a:pt x="1188" y="598"/>
                  </a:lnTo>
                  <a:lnTo>
                    <a:pt x="1188" y="583"/>
                  </a:lnTo>
                  <a:lnTo>
                    <a:pt x="1189" y="583"/>
                  </a:lnTo>
                  <a:lnTo>
                    <a:pt x="1189" y="583"/>
                  </a:lnTo>
                  <a:lnTo>
                    <a:pt x="1190" y="568"/>
                  </a:lnTo>
                  <a:lnTo>
                    <a:pt x="1190" y="568"/>
                  </a:lnTo>
                  <a:lnTo>
                    <a:pt x="1191" y="568"/>
                  </a:lnTo>
                  <a:lnTo>
                    <a:pt x="1191" y="568"/>
                  </a:lnTo>
                  <a:lnTo>
                    <a:pt x="1192" y="568"/>
                  </a:lnTo>
                  <a:lnTo>
                    <a:pt x="1192" y="568"/>
                  </a:lnTo>
                  <a:lnTo>
                    <a:pt x="1193" y="568"/>
                  </a:lnTo>
                  <a:lnTo>
                    <a:pt x="1193" y="568"/>
                  </a:lnTo>
                  <a:lnTo>
                    <a:pt x="1193" y="568"/>
                  </a:lnTo>
                  <a:lnTo>
                    <a:pt x="1194" y="568"/>
                  </a:lnTo>
                  <a:lnTo>
                    <a:pt x="1195" y="568"/>
                  </a:lnTo>
                  <a:lnTo>
                    <a:pt x="1195" y="553"/>
                  </a:lnTo>
                  <a:lnTo>
                    <a:pt x="1195" y="553"/>
                  </a:lnTo>
                  <a:lnTo>
                    <a:pt x="1196" y="553"/>
                  </a:lnTo>
                  <a:lnTo>
                    <a:pt x="1196" y="553"/>
                  </a:lnTo>
                  <a:lnTo>
                    <a:pt x="1197" y="553"/>
                  </a:lnTo>
                  <a:lnTo>
                    <a:pt x="1197" y="553"/>
                  </a:lnTo>
                  <a:lnTo>
                    <a:pt x="1198" y="553"/>
                  </a:lnTo>
                  <a:lnTo>
                    <a:pt x="1198" y="553"/>
                  </a:lnTo>
                  <a:lnTo>
                    <a:pt x="1198" y="553"/>
                  </a:lnTo>
                  <a:lnTo>
                    <a:pt x="1199" y="538"/>
                  </a:lnTo>
                  <a:lnTo>
                    <a:pt x="1199" y="538"/>
                  </a:lnTo>
                  <a:lnTo>
                    <a:pt x="1200" y="538"/>
                  </a:lnTo>
                  <a:lnTo>
                    <a:pt x="1200" y="538"/>
                  </a:lnTo>
                  <a:lnTo>
                    <a:pt x="1201" y="538"/>
                  </a:lnTo>
                  <a:lnTo>
                    <a:pt x="1201" y="523"/>
                  </a:lnTo>
                  <a:lnTo>
                    <a:pt x="1202" y="523"/>
                  </a:lnTo>
                  <a:lnTo>
                    <a:pt x="1202" y="523"/>
                  </a:lnTo>
                  <a:lnTo>
                    <a:pt x="1202" y="523"/>
                  </a:lnTo>
                  <a:lnTo>
                    <a:pt x="1203" y="509"/>
                  </a:lnTo>
                  <a:lnTo>
                    <a:pt x="1204" y="509"/>
                  </a:lnTo>
                  <a:lnTo>
                    <a:pt x="1204" y="509"/>
                  </a:lnTo>
                  <a:lnTo>
                    <a:pt x="1204" y="494"/>
                  </a:lnTo>
                  <a:lnTo>
                    <a:pt x="1205" y="494"/>
                  </a:lnTo>
                  <a:lnTo>
                    <a:pt x="1205" y="494"/>
                  </a:lnTo>
                  <a:lnTo>
                    <a:pt x="1206" y="479"/>
                  </a:lnTo>
                  <a:lnTo>
                    <a:pt x="1206" y="479"/>
                  </a:lnTo>
                  <a:lnTo>
                    <a:pt x="1207" y="464"/>
                  </a:lnTo>
                  <a:lnTo>
                    <a:pt x="1207" y="464"/>
                  </a:lnTo>
                  <a:lnTo>
                    <a:pt x="1208" y="464"/>
                  </a:lnTo>
                  <a:lnTo>
                    <a:pt x="1208" y="449"/>
                  </a:lnTo>
                  <a:lnTo>
                    <a:pt x="1208" y="449"/>
                  </a:lnTo>
                  <a:lnTo>
                    <a:pt x="1209" y="449"/>
                  </a:lnTo>
                  <a:lnTo>
                    <a:pt x="1209" y="449"/>
                  </a:lnTo>
                  <a:lnTo>
                    <a:pt x="1210" y="449"/>
                  </a:lnTo>
                  <a:lnTo>
                    <a:pt x="1210" y="434"/>
                  </a:lnTo>
                  <a:lnTo>
                    <a:pt x="1211" y="434"/>
                  </a:lnTo>
                  <a:lnTo>
                    <a:pt x="1211" y="434"/>
                  </a:lnTo>
                  <a:lnTo>
                    <a:pt x="1212" y="434"/>
                  </a:lnTo>
                  <a:lnTo>
                    <a:pt x="1212" y="434"/>
                  </a:lnTo>
                  <a:lnTo>
                    <a:pt x="1213" y="434"/>
                  </a:lnTo>
                  <a:lnTo>
                    <a:pt x="1213" y="419"/>
                  </a:lnTo>
                  <a:lnTo>
                    <a:pt x="1213" y="419"/>
                  </a:lnTo>
                  <a:lnTo>
                    <a:pt x="1214" y="419"/>
                  </a:lnTo>
                  <a:lnTo>
                    <a:pt x="1214" y="419"/>
                  </a:lnTo>
                  <a:lnTo>
                    <a:pt x="1215" y="419"/>
                  </a:lnTo>
                  <a:lnTo>
                    <a:pt x="1215" y="419"/>
                  </a:lnTo>
                  <a:lnTo>
                    <a:pt x="1216" y="419"/>
                  </a:lnTo>
                  <a:lnTo>
                    <a:pt x="1216" y="419"/>
                  </a:lnTo>
                  <a:lnTo>
                    <a:pt x="1217" y="434"/>
                  </a:lnTo>
                  <a:lnTo>
                    <a:pt x="1217" y="434"/>
                  </a:lnTo>
                  <a:lnTo>
                    <a:pt x="1217" y="434"/>
                  </a:lnTo>
                  <a:lnTo>
                    <a:pt x="1218" y="434"/>
                  </a:lnTo>
                  <a:lnTo>
                    <a:pt x="1219" y="419"/>
                  </a:lnTo>
                  <a:lnTo>
                    <a:pt x="1219" y="419"/>
                  </a:lnTo>
                  <a:lnTo>
                    <a:pt x="1219" y="419"/>
                  </a:lnTo>
                  <a:lnTo>
                    <a:pt x="1220" y="419"/>
                  </a:lnTo>
                  <a:lnTo>
                    <a:pt x="1220" y="419"/>
                  </a:lnTo>
                  <a:lnTo>
                    <a:pt x="1221" y="419"/>
                  </a:lnTo>
                  <a:lnTo>
                    <a:pt x="1221" y="419"/>
                  </a:lnTo>
                  <a:lnTo>
                    <a:pt x="1222" y="419"/>
                  </a:lnTo>
                  <a:lnTo>
                    <a:pt x="1222" y="419"/>
                  </a:lnTo>
                  <a:lnTo>
                    <a:pt x="1223" y="419"/>
                  </a:lnTo>
                  <a:lnTo>
                    <a:pt x="1223" y="419"/>
                  </a:lnTo>
                  <a:lnTo>
                    <a:pt x="1223" y="419"/>
                  </a:lnTo>
                  <a:lnTo>
                    <a:pt x="1224" y="419"/>
                  </a:lnTo>
                  <a:lnTo>
                    <a:pt x="1224" y="434"/>
                  </a:lnTo>
                  <a:lnTo>
                    <a:pt x="1225" y="434"/>
                  </a:lnTo>
                  <a:lnTo>
                    <a:pt x="1225" y="434"/>
                  </a:lnTo>
                  <a:lnTo>
                    <a:pt x="1226" y="434"/>
                  </a:lnTo>
                  <a:lnTo>
                    <a:pt x="1226" y="434"/>
                  </a:lnTo>
                  <a:lnTo>
                    <a:pt x="1226" y="434"/>
                  </a:lnTo>
                  <a:lnTo>
                    <a:pt x="1227" y="434"/>
                  </a:lnTo>
                  <a:lnTo>
                    <a:pt x="1228" y="449"/>
                  </a:lnTo>
                  <a:lnTo>
                    <a:pt x="1228" y="449"/>
                  </a:lnTo>
                  <a:lnTo>
                    <a:pt x="1228" y="449"/>
                  </a:lnTo>
                  <a:lnTo>
                    <a:pt x="1229" y="449"/>
                  </a:lnTo>
                  <a:lnTo>
                    <a:pt x="1229" y="464"/>
                  </a:lnTo>
                  <a:lnTo>
                    <a:pt x="1230" y="464"/>
                  </a:lnTo>
                  <a:lnTo>
                    <a:pt x="1230" y="464"/>
                  </a:lnTo>
                  <a:lnTo>
                    <a:pt x="1231" y="464"/>
                  </a:lnTo>
                  <a:lnTo>
                    <a:pt x="1231" y="464"/>
                  </a:lnTo>
                  <a:lnTo>
                    <a:pt x="1232" y="464"/>
                  </a:lnTo>
                  <a:lnTo>
                    <a:pt x="1232" y="464"/>
                  </a:lnTo>
                  <a:lnTo>
                    <a:pt x="1232" y="464"/>
                  </a:lnTo>
                  <a:lnTo>
                    <a:pt x="1233" y="464"/>
                  </a:lnTo>
                  <a:lnTo>
                    <a:pt x="1234" y="464"/>
                  </a:lnTo>
                  <a:lnTo>
                    <a:pt x="1234" y="464"/>
                  </a:lnTo>
                  <a:lnTo>
                    <a:pt x="1234" y="464"/>
                  </a:lnTo>
                  <a:lnTo>
                    <a:pt x="1235" y="464"/>
                  </a:lnTo>
                  <a:lnTo>
                    <a:pt x="1235" y="464"/>
                  </a:lnTo>
                  <a:lnTo>
                    <a:pt x="1236" y="464"/>
                  </a:lnTo>
                  <a:lnTo>
                    <a:pt x="1236" y="464"/>
                  </a:lnTo>
                  <a:lnTo>
                    <a:pt x="1237" y="464"/>
                  </a:lnTo>
                  <a:lnTo>
                    <a:pt x="1237" y="464"/>
                  </a:lnTo>
                  <a:lnTo>
                    <a:pt x="1238" y="464"/>
                  </a:lnTo>
                  <a:lnTo>
                    <a:pt x="1238" y="464"/>
                  </a:lnTo>
                  <a:lnTo>
                    <a:pt x="1238" y="464"/>
                  </a:lnTo>
                  <a:lnTo>
                    <a:pt x="1239" y="464"/>
                  </a:lnTo>
                  <a:lnTo>
                    <a:pt x="1239" y="464"/>
                  </a:lnTo>
                  <a:lnTo>
                    <a:pt x="1240" y="464"/>
                  </a:lnTo>
                  <a:lnTo>
                    <a:pt x="1240" y="464"/>
                  </a:lnTo>
                  <a:lnTo>
                    <a:pt x="1241" y="464"/>
                  </a:lnTo>
                  <a:lnTo>
                    <a:pt x="1241" y="464"/>
                  </a:lnTo>
                  <a:lnTo>
                    <a:pt x="1241" y="464"/>
                  </a:lnTo>
                  <a:lnTo>
                    <a:pt x="1242" y="449"/>
                  </a:lnTo>
                  <a:lnTo>
                    <a:pt x="1243" y="449"/>
                  </a:lnTo>
                  <a:lnTo>
                    <a:pt x="1243" y="449"/>
                  </a:lnTo>
                  <a:lnTo>
                    <a:pt x="1243" y="449"/>
                  </a:lnTo>
                  <a:lnTo>
                    <a:pt x="1244" y="449"/>
                  </a:lnTo>
                  <a:lnTo>
                    <a:pt x="1244" y="449"/>
                  </a:lnTo>
                  <a:lnTo>
                    <a:pt x="1245" y="434"/>
                  </a:lnTo>
                  <a:lnTo>
                    <a:pt x="1245" y="434"/>
                  </a:lnTo>
                  <a:lnTo>
                    <a:pt x="1246" y="434"/>
                  </a:lnTo>
                  <a:lnTo>
                    <a:pt x="1246" y="434"/>
                  </a:lnTo>
                  <a:lnTo>
                    <a:pt x="1247" y="434"/>
                  </a:lnTo>
                  <a:lnTo>
                    <a:pt x="1247" y="434"/>
                  </a:lnTo>
                  <a:lnTo>
                    <a:pt x="1247" y="419"/>
                  </a:lnTo>
                  <a:lnTo>
                    <a:pt x="1248" y="419"/>
                  </a:lnTo>
                  <a:lnTo>
                    <a:pt x="1249" y="419"/>
                  </a:lnTo>
                  <a:lnTo>
                    <a:pt x="1249" y="419"/>
                  </a:lnTo>
                  <a:lnTo>
                    <a:pt x="1249" y="419"/>
                  </a:lnTo>
                  <a:lnTo>
                    <a:pt x="1250" y="419"/>
                  </a:lnTo>
                  <a:lnTo>
                    <a:pt x="1250" y="404"/>
                  </a:lnTo>
                  <a:lnTo>
                    <a:pt x="1251" y="404"/>
                  </a:lnTo>
                  <a:lnTo>
                    <a:pt x="1251" y="404"/>
                  </a:lnTo>
                  <a:lnTo>
                    <a:pt x="1252" y="389"/>
                  </a:lnTo>
                  <a:lnTo>
                    <a:pt x="1252" y="389"/>
                  </a:lnTo>
                  <a:lnTo>
                    <a:pt x="1252" y="374"/>
                  </a:lnTo>
                  <a:lnTo>
                    <a:pt x="1253" y="374"/>
                  </a:lnTo>
                  <a:lnTo>
                    <a:pt x="1253" y="359"/>
                  </a:lnTo>
                  <a:lnTo>
                    <a:pt x="1254" y="359"/>
                  </a:lnTo>
                  <a:lnTo>
                    <a:pt x="1254" y="344"/>
                  </a:lnTo>
                  <a:lnTo>
                    <a:pt x="1255" y="329"/>
                  </a:lnTo>
                  <a:lnTo>
                    <a:pt x="1255" y="329"/>
                  </a:lnTo>
                  <a:lnTo>
                    <a:pt x="1256" y="314"/>
                  </a:lnTo>
                  <a:lnTo>
                    <a:pt x="1256" y="299"/>
                  </a:lnTo>
                  <a:lnTo>
                    <a:pt x="1256" y="284"/>
                  </a:lnTo>
                  <a:lnTo>
                    <a:pt x="1257" y="284"/>
                  </a:lnTo>
                  <a:lnTo>
                    <a:pt x="1258" y="269"/>
                  </a:lnTo>
                  <a:lnTo>
                    <a:pt x="1258" y="254"/>
                  </a:lnTo>
                  <a:lnTo>
                    <a:pt x="1258" y="254"/>
                  </a:lnTo>
                  <a:lnTo>
                    <a:pt x="1259" y="239"/>
                  </a:lnTo>
                  <a:lnTo>
                    <a:pt x="1259" y="224"/>
                  </a:lnTo>
                  <a:lnTo>
                    <a:pt x="1260" y="224"/>
                  </a:lnTo>
                  <a:lnTo>
                    <a:pt x="1260" y="210"/>
                  </a:lnTo>
                  <a:lnTo>
                    <a:pt x="1261" y="210"/>
                  </a:lnTo>
                  <a:lnTo>
                    <a:pt x="1261" y="195"/>
                  </a:lnTo>
                  <a:lnTo>
                    <a:pt x="1262" y="195"/>
                  </a:lnTo>
                  <a:lnTo>
                    <a:pt x="1262" y="195"/>
                  </a:lnTo>
                  <a:lnTo>
                    <a:pt x="1262" y="180"/>
                  </a:lnTo>
                  <a:lnTo>
                    <a:pt x="1263" y="180"/>
                  </a:lnTo>
                  <a:lnTo>
                    <a:pt x="1264" y="165"/>
                  </a:lnTo>
                  <a:lnTo>
                    <a:pt x="1264" y="165"/>
                  </a:lnTo>
                  <a:lnTo>
                    <a:pt x="1264" y="150"/>
                  </a:lnTo>
                  <a:lnTo>
                    <a:pt x="1265" y="150"/>
                  </a:lnTo>
                  <a:lnTo>
                    <a:pt x="1265" y="150"/>
                  </a:lnTo>
                  <a:lnTo>
                    <a:pt x="1266" y="135"/>
                  </a:lnTo>
                  <a:lnTo>
                    <a:pt x="1266" y="135"/>
                  </a:lnTo>
                  <a:lnTo>
                    <a:pt x="1267" y="135"/>
                  </a:lnTo>
                  <a:lnTo>
                    <a:pt x="1267" y="135"/>
                  </a:lnTo>
                  <a:lnTo>
                    <a:pt x="1267" y="135"/>
                  </a:lnTo>
                  <a:lnTo>
                    <a:pt x="1268" y="135"/>
                  </a:lnTo>
                  <a:lnTo>
                    <a:pt x="1268" y="135"/>
                  </a:lnTo>
                  <a:lnTo>
                    <a:pt x="1269" y="120"/>
                  </a:lnTo>
                  <a:lnTo>
                    <a:pt x="1269" y="120"/>
                  </a:lnTo>
                  <a:lnTo>
                    <a:pt x="1270" y="120"/>
                  </a:lnTo>
                  <a:lnTo>
                    <a:pt x="1270" y="120"/>
                  </a:lnTo>
                  <a:lnTo>
                    <a:pt x="1271" y="120"/>
                  </a:lnTo>
                  <a:lnTo>
                    <a:pt x="1271" y="120"/>
                  </a:lnTo>
                  <a:lnTo>
                    <a:pt x="1271" y="120"/>
                  </a:lnTo>
                  <a:lnTo>
                    <a:pt x="1272" y="120"/>
                  </a:lnTo>
                  <a:lnTo>
                    <a:pt x="1273" y="105"/>
                  </a:lnTo>
                  <a:lnTo>
                    <a:pt x="1273" y="105"/>
                  </a:lnTo>
                  <a:lnTo>
                    <a:pt x="1273" y="105"/>
                  </a:lnTo>
                  <a:lnTo>
                    <a:pt x="1274" y="105"/>
                  </a:lnTo>
                  <a:lnTo>
                    <a:pt x="1274" y="105"/>
                  </a:lnTo>
                  <a:lnTo>
                    <a:pt x="1275" y="105"/>
                  </a:lnTo>
                  <a:lnTo>
                    <a:pt x="1275" y="90"/>
                  </a:lnTo>
                  <a:lnTo>
                    <a:pt x="1276" y="90"/>
                  </a:lnTo>
                  <a:lnTo>
                    <a:pt x="1276" y="90"/>
                  </a:lnTo>
                  <a:lnTo>
                    <a:pt x="1277" y="105"/>
                  </a:lnTo>
                  <a:lnTo>
                    <a:pt x="1277" y="105"/>
                  </a:lnTo>
                  <a:lnTo>
                    <a:pt x="1277" y="105"/>
                  </a:lnTo>
                  <a:lnTo>
                    <a:pt x="1278" y="105"/>
                  </a:lnTo>
                  <a:lnTo>
                    <a:pt x="1278" y="105"/>
                  </a:lnTo>
                  <a:lnTo>
                    <a:pt x="1279" y="105"/>
                  </a:lnTo>
                  <a:lnTo>
                    <a:pt x="1279" y="105"/>
                  </a:lnTo>
                  <a:lnTo>
                    <a:pt x="1280" y="105"/>
                  </a:lnTo>
                  <a:lnTo>
                    <a:pt x="1280" y="105"/>
                  </a:lnTo>
                  <a:lnTo>
                    <a:pt x="1281" y="105"/>
                  </a:lnTo>
                  <a:lnTo>
                    <a:pt x="1281" y="105"/>
                  </a:lnTo>
                  <a:lnTo>
                    <a:pt x="1282" y="105"/>
                  </a:lnTo>
                  <a:lnTo>
                    <a:pt x="1282" y="105"/>
                  </a:lnTo>
                  <a:lnTo>
                    <a:pt x="1282" y="105"/>
                  </a:lnTo>
                  <a:lnTo>
                    <a:pt x="1283" y="105"/>
                  </a:lnTo>
                  <a:lnTo>
                    <a:pt x="1283" y="105"/>
                  </a:lnTo>
                  <a:lnTo>
                    <a:pt x="1284" y="105"/>
                  </a:lnTo>
                  <a:lnTo>
                    <a:pt x="1284" y="105"/>
                  </a:lnTo>
                  <a:lnTo>
                    <a:pt x="1285" y="105"/>
                  </a:lnTo>
                  <a:lnTo>
                    <a:pt x="1285" y="105"/>
                  </a:lnTo>
                  <a:lnTo>
                    <a:pt x="1286" y="105"/>
                  </a:lnTo>
                  <a:lnTo>
                    <a:pt x="1286" y="105"/>
                  </a:lnTo>
                  <a:lnTo>
                    <a:pt x="1286" y="120"/>
                  </a:lnTo>
                  <a:lnTo>
                    <a:pt x="1287" y="120"/>
                  </a:lnTo>
                  <a:lnTo>
                    <a:pt x="1288" y="120"/>
                  </a:lnTo>
                  <a:lnTo>
                    <a:pt x="1288" y="120"/>
                  </a:lnTo>
                  <a:lnTo>
                    <a:pt x="1288" y="120"/>
                  </a:lnTo>
                  <a:lnTo>
                    <a:pt x="1289" y="120"/>
                  </a:lnTo>
                  <a:lnTo>
                    <a:pt x="1289" y="120"/>
                  </a:lnTo>
                  <a:lnTo>
                    <a:pt x="1290" y="120"/>
                  </a:lnTo>
                  <a:lnTo>
                    <a:pt x="1290" y="120"/>
                  </a:lnTo>
                  <a:lnTo>
                    <a:pt x="1291" y="120"/>
                  </a:lnTo>
                  <a:lnTo>
                    <a:pt x="1291" y="120"/>
                  </a:lnTo>
                  <a:lnTo>
                    <a:pt x="1292" y="120"/>
                  </a:lnTo>
                  <a:lnTo>
                    <a:pt x="1292" y="120"/>
                  </a:lnTo>
                  <a:lnTo>
                    <a:pt x="1292" y="120"/>
                  </a:lnTo>
                  <a:lnTo>
                    <a:pt x="1293" y="120"/>
                  </a:lnTo>
                  <a:lnTo>
                    <a:pt x="1293" y="120"/>
                  </a:lnTo>
                  <a:lnTo>
                    <a:pt x="1294" y="120"/>
                  </a:lnTo>
                  <a:lnTo>
                    <a:pt x="1294" y="120"/>
                  </a:lnTo>
                  <a:lnTo>
                    <a:pt x="1295" y="120"/>
                  </a:lnTo>
                  <a:lnTo>
                    <a:pt x="1295" y="120"/>
                  </a:lnTo>
                  <a:lnTo>
                    <a:pt x="1296" y="120"/>
                  </a:lnTo>
                  <a:lnTo>
                    <a:pt x="1296" y="120"/>
                  </a:lnTo>
                  <a:lnTo>
                    <a:pt x="1297" y="120"/>
                  </a:lnTo>
                  <a:lnTo>
                    <a:pt x="1297" y="120"/>
                  </a:lnTo>
                  <a:lnTo>
                    <a:pt x="1297" y="120"/>
                  </a:lnTo>
                  <a:lnTo>
                    <a:pt x="1298" y="135"/>
                  </a:lnTo>
                  <a:lnTo>
                    <a:pt x="1298" y="135"/>
                  </a:lnTo>
                  <a:lnTo>
                    <a:pt x="1299" y="135"/>
                  </a:lnTo>
                  <a:lnTo>
                    <a:pt x="1299" y="135"/>
                  </a:lnTo>
                  <a:lnTo>
                    <a:pt x="1300" y="150"/>
                  </a:lnTo>
                  <a:lnTo>
                    <a:pt x="1300" y="150"/>
                  </a:lnTo>
                  <a:lnTo>
                    <a:pt x="1301" y="150"/>
                  </a:lnTo>
                  <a:lnTo>
                    <a:pt x="1301" y="150"/>
                  </a:lnTo>
                  <a:lnTo>
                    <a:pt x="1302" y="150"/>
                  </a:lnTo>
                  <a:lnTo>
                    <a:pt x="1302" y="150"/>
                  </a:lnTo>
                  <a:lnTo>
                    <a:pt x="1303" y="150"/>
                  </a:lnTo>
                  <a:lnTo>
                    <a:pt x="1303" y="150"/>
                  </a:lnTo>
                  <a:lnTo>
                    <a:pt x="1303" y="150"/>
                  </a:lnTo>
                  <a:lnTo>
                    <a:pt x="1304" y="150"/>
                  </a:lnTo>
                  <a:lnTo>
                    <a:pt x="1305" y="150"/>
                  </a:lnTo>
                  <a:lnTo>
                    <a:pt x="1305" y="135"/>
                  </a:lnTo>
                  <a:lnTo>
                    <a:pt x="1305" y="135"/>
                  </a:lnTo>
                  <a:lnTo>
                    <a:pt x="1306" y="135"/>
                  </a:lnTo>
                  <a:lnTo>
                    <a:pt x="1306" y="120"/>
                  </a:lnTo>
                  <a:lnTo>
                    <a:pt x="1307" y="120"/>
                  </a:lnTo>
                  <a:lnTo>
                    <a:pt x="1307" y="120"/>
                  </a:lnTo>
                  <a:lnTo>
                    <a:pt x="1308" y="105"/>
                  </a:lnTo>
                  <a:lnTo>
                    <a:pt x="1308" y="105"/>
                  </a:lnTo>
                  <a:lnTo>
                    <a:pt x="1308" y="90"/>
                  </a:lnTo>
                  <a:lnTo>
                    <a:pt x="1309" y="90"/>
                  </a:lnTo>
                  <a:lnTo>
                    <a:pt x="1309" y="90"/>
                  </a:lnTo>
                  <a:lnTo>
                    <a:pt x="1310" y="75"/>
                  </a:lnTo>
                  <a:lnTo>
                    <a:pt x="1310" y="75"/>
                  </a:lnTo>
                  <a:lnTo>
                    <a:pt x="1311" y="75"/>
                  </a:lnTo>
                  <a:lnTo>
                    <a:pt x="1311" y="60"/>
                  </a:lnTo>
                  <a:lnTo>
                    <a:pt x="1312" y="60"/>
                  </a:lnTo>
                  <a:lnTo>
                    <a:pt x="1312" y="60"/>
                  </a:lnTo>
                  <a:lnTo>
                    <a:pt x="1312" y="45"/>
                  </a:lnTo>
                  <a:lnTo>
                    <a:pt x="1313" y="45"/>
                  </a:lnTo>
                  <a:lnTo>
                    <a:pt x="1314" y="45"/>
                  </a:lnTo>
                  <a:lnTo>
                    <a:pt x="1314" y="45"/>
                  </a:lnTo>
                  <a:lnTo>
                    <a:pt x="1314" y="30"/>
                  </a:lnTo>
                  <a:lnTo>
                    <a:pt x="1315" y="30"/>
                  </a:lnTo>
                  <a:lnTo>
                    <a:pt x="1315" y="30"/>
                  </a:lnTo>
                  <a:lnTo>
                    <a:pt x="1316" y="30"/>
                  </a:lnTo>
                  <a:lnTo>
                    <a:pt x="1316" y="30"/>
                  </a:lnTo>
                  <a:lnTo>
                    <a:pt x="1317" y="15"/>
                  </a:lnTo>
                  <a:lnTo>
                    <a:pt x="1317" y="15"/>
                  </a:lnTo>
                  <a:lnTo>
                    <a:pt x="1318" y="15"/>
                  </a:lnTo>
                  <a:lnTo>
                    <a:pt x="1318" y="15"/>
                  </a:lnTo>
                  <a:lnTo>
                    <a:pt x="1318" y="0"/>
                  </a:lnTo>
                  <a:lnTo>
                    <a:pt x="1319" y="0"/>
                  </a:lnTo>
                  <a:lnTo>
                    <a:pt x="1319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1" y="0"/>
                  </a:lnTo>
                  <a:lnTo>
                    <a:pt x="1321" y="0"/>
                  </a:lnTo>
                  <a:lnTo>
                    <a:pt x="1322" y="0"/>
                  </a:lnTo>
                  <a:lnTo>
                    <a:pt x="1322" y="0"/>
                  </a:lnTo>
                  <a:lnTo>
                    <a:pt x="1323" y="0"/>
                  </a:lnTo>
                  <a:lnTo>
                    <a:pt x="1323" y="0"/>
                  </a:lnTo>
                  <a:lnTo>
                    <a:pt x="1323" y="0"/>
                  </a:lnTo>
                  <a:lnTo>
                    <a:pt x="1324" y="15"/>
                  </a:lnTo>
                  <a:lnTo>
                    <a:pt x="1324" y="15"/>
                  </a:lnTo>
                  <a:lnTo>
                    <a:pt x="1325" y="15"/>
                  </a:lnTo>
                  <a:lnTo>
                    <a:pt x="1325" y="30"/>
                  </a:lnTo>
                  <a:lnTo>
                    <a:pt x="1326" y="30"/>
                  </a:lnTo>
                  <a:lnTo>
                    <a:pt x="1326" y="30"/>
                  </a:lnTo>
                  <a:lnTo>
                    <a:pt x="1327" y="45"/>
                  </a:lnTo>
                  <a:lnTo>
                    <a:pt x="1327" y="45"/>
                  </a:lnTo>
                  <a:lnTo>
                    <a:pt x="1327" y="45"/>
                  </a:lnTo>
                  <a:lnTo>
                    <a:pt x="1328" y="45"/>
                  </a:lnTo>
                  <a:lnTo>
                    <a:pt x="1329" y="45"/>
                  </a:lnTo>
                  <a:lnTo>
                    <a:pt x="1329" y="45"/>
                  </a:lnTo>
                  <a:lnTo>
                    <a:pt x="1329" y="45"/>
                  </a:lnTo>
                  <a:lnTo>
                    <a:pt x="1330" y="45"/>
                  </a:lnTo>
                  <a:lnTo>
                    <a:pt x="1330" y="45"/>
                  </a:lnTo>
                  <a:lnTo>
                    <a:pt x="1331" y="45"/>
                  </a:lnTo>
                  <a:lnTo>
                    <a:pt x="1331" y="45"/>
                  </a:lnTo>
                  <a:lnTo>
                    <a:pt x="1332" y="30"/>
                  </a:lnTo>
                  <a:lnTo>
                    <a:pt x="1332" y="30"/>
                  </a:lnTo>
                  <a:lnTo>
                    <a:pt x="1333" y="30"/>
                  </a:lnTo>
                  <a:lnTo>
                    <a:pt x="1333" y="15"/>
                  </a:lnTo>
                  <a:lnTo>
                    <a:pt x="1333" y="15"/>
                  </a:lnTo>
                  <a:lnTo>
                    <a:pt x="1334" y="15"/>
                  </a:lnTo>
                  <a:lnTo>
                    <a:pt x="1334" y="15"/>
                  </a:lnTo>
                  <a:lnTo>
                    <a:pt x="1335" y="0"/>
                  </a:lnTo>
                  <a:lnTo>
                    <a:pt x="1335" y="0"/>
                  </a:lnTo>
                  <a:lnTo>
                    <a:pt x="1336" y="15"/>
                  </a:lnTo>
                  <a:lnTo>
                    <a:pt x="1336" y="15"/>
                  </a:lnTo>
                  <a:lnTo>
                    <a:pt x="1336" y="30"/>
                  </a:lnTo>
                  <a:lnTo>
                    <a:pt x="1337" y="45"/>
                  </a:lnTo>
                  <a:lnTo>
                    <a:pt x="1338" y="60"/>
                  </a:lnTo>
                  <a:lnTo>
                    <a:pt x="1338" y="75"/>
                  </a:lnTo>
                  <a:lnTo>
                    <a:pt x="1338" y="105"/>
                  </a:lnTo>
                  <a:lnTo>
                    <a:pt x="1339" y="135"/>
                  </a:lnTo>
                  <a:lnTo>
                    <a:pt x="1339" y="165"/>
                  </a:lnTo>
                  <a:lnTo>
                    <a:pt x="1340" y="195"/>
                  </a:lnTo>
                  <a:lnTo>
                    <a:pt x="1340" y="239"/>
                  </a:lnTo>
                  <a:lnTo>
                    <a:pt x="1341" y="284"/>
                  </a:lnTo>
                  <a:lnTo>
                    <a:pt x="1341" y="329"/>
                  </a:lnTo>
                  <a:lnTo>
                    <a:pt x="1342" y="374"/>
                  </a:lnTo>
                  <a:lnTo>
                    <a:pt x="1342" y="434"/>
                  </a:lnTo>
                  <a:lnTo>
                    <a:pt x="1342" y="479"/>
                  </a:lnTo>
                  <a:lnTo>
                    <a:pt x="1343" y="538"/>
                  </a:lnTo>
                  <a:lnTo>
                    <a:pt x="1344" y="583"/>
                  </a:lnTo>
                  <a:lnTo>
                    <a:pt x="1344" y="643"/>
                  </a:lnTo>
                  <a:lnTo>
                    <a:pt x="1344" y="688"/>
                  </a:lnTo>
                  <a:lnTo>
                    <a:pt x="1345" y="748"/>
                  </a:lnTo>
                  <a:lnTo>
                    <a:pt x="1345" y="793"/>
                  </a:lnTo>
                  <a:lnTo>
                    <a:pt x="1346" y="852"/>
                  </a:lnTo>
                  <a:lnTo>
                    <a:pt x="1346" y="897"/>
                  </a:lnTo>
                  <a:lnTo>
                    <a:pt x="1347" y="942"/>
                  </a:lnTo>
                  <a:lnTo>
                    <a:pt x="1347" y="1002"/>
                  </a:lnTo>
                  <a:lnTo>
                    <a:pt x="1348" y="1046"/>
                  </a:lnTo>
                  <a:lnTo>
                    <a:pt x="1348" y="1092"/>
                  </a:lnTo>
                  <a:lnTo>
                    <a:pt x="1348" y="1121"/>
                  </a:lnTo>
                  <a:lnTo>
                    <a:pt x="1349" y="1166"/>
                  </a:lnTo>
                  <a:lnTo>
                    <a:pt x="1349" y="1196"/>
                  </a:lnTo>
                  <a:lnTo>
                    <a:pt x="1350" y="1226"/>
                  </a:lnTo>
                  <a:lnTo>
                    <a:pt x="1350" y="1256"/>
                  </a:lnTo>
                  <a:lnTo>
                    <a:pt x="1351" y="1286"/>
                  </a:lnTo>
                  <a:lnTo>
                    <a:pt x="1351" y="1301"/>
                  </a:lnTo>
                  <a:lnTo>
                    <a:pt x="1351" y="1316"/>
                  </a:lnTo>
                  <a:lnTo>
                    <a:pt x="1352" y="1331"/>
                  </a:lnTo>
                  <a:lnTo>
                    <a:pt x="1353" y="1345"/>
                  </a:lnTo>
                  <a:lnTo>
                    <a:pt x="1353" y="1345"/>
                  </a:lnTo>
                  <a:lnTo>
                    <a:pt x="1353" y="1331"/>
                  </a:lnTo>
                  <a:lnTo>
                    <a:pt x="1354" y="1316"/>
                  </a:lnTo>
                  <a:lnTo>
                    <a:pt x="1354" y="1301"/>
                  </a:lnTo>
                  <a:lnTo>
                    <a:pt x="1355" y="1271"/>
                  </a:lnTo>
                  <a:lnTo>
                    <a:pt x="1355" y="1241"/>
                  </a:lnTo>
                  <a:lnTo>
                    <a:pt x="1356" y="1211"/>
                  </a:lnTo>
                  <a:lnTo>
                    <a:pt x="1356" y="1181"/>
                  </a:lnTo>
                  <a:lnTo>
                    <a:pt x="1357" y="1136"/>
                  </a:lnTo>
                  <a:lnTo>
                    <a:pt x="1357" y="1077"/>
                  </a:lnTo>
                  <a:lnTo>
                    <a:pt x="1357" y="1032"/>
                  </a:lnTo>
                  <a:lnTo>
                    <a:pt x="1358" y="972"/>
                  </a:lnTo>
                  <a:lnTo>
                    <a:pt x="1359" y="912"/>
                  </a:lnTo>
                  <a:lnTo>
                    <a:pt x="1359" y="837"/>
                  </a:lnTo>
                  <a:lnTo>
                    <a:pt x="1359" y="763"/>
                  </a:lnTo>
                  <a:lnTo>
                    <a:pt x="1360" y="673"/>
                  </a:lnTo>
                  <a:lnTo>
                    <a:pt x="1360" y="583"/>
                  </a:lnTo>
                  <a:lnTo>
                    <a:pt x="1361" y="494"/>
                  </a:lnTo>
                  <a:lnTo>
                    <a:pt x="1361" y="374"/>
                  </a:lnTo>
                  <a:lnTo>
                    <a:pt x="1362" y="269"/>
                  </a:lnTo>
                  <a:lnTo>
                    <a:pt x="1362" y="1256"/>
                  </a:lnTo>
                  <a:lnTo>
                    <a:pt x="1362" y="1256"/>
                  </a:lnTo>
                  <a:lnTo>
                    <a:pt x="1363" y="1256"/>
                  </a:lnTo>
                  <a:lnTo>
                    <a:pt x="1363" y="1256"/>
                  </a:lnTo>
                  <a:lnTo>
                    <a:pt x="1364" y="1241"/>
                  </a:lnTo>
                  <a:lnTo>
                    <a:pt x="1364" y="1241"/>
                  </a:lnTo>
                  <a:lnTo>
                    <a:pt x="1365" y="1241"/>
                  </a:lnTo>
                  <a:lnTo>
                    <a:pt x="1365" y="1241"/>
                  </a:lnTo>
                  <a:lnTo>
                    <a:pt x="1366" y="1241"/>
                  </a:lnTo>
                  <a:lnTo>
                    <a:pt x="1366" y="1241"/>
                  </a:lnTo>
                  <a:lnTo>
                    <a:pt x="1366" y="1241"/>
                  </a:lnTo>
                  <a:lnTo>
                    <a:pt x="1367" y="1241"/>
                  </a:lnTo>
                  <a:lnTo>
                    <a:pt x="1368" y="1241"/>
                  </a:lnTo>
                  <a:lnTo>
                    <a:pt x="1368" y="1241"/>
                  </a:lnTo>
                  <a:lnTo>
                    <a:pt x="1368" y="1241"/>
                  </a:lnTo>
                  <a:lnTo>
                    <a:pt x="1369" y="1241"/>
                  </a:lnTo>
                  <a:lnTo>
                    <a:pt x="1369" y="1241"/>
                  </a:lnTo>
                  <a:lnTo>
                    <a:pt x="1370" y="1241"/>
                  </a:lnTo>
                  <a:lnTo>
                    <a:pt x="1370" y="1241"/>
                  </a:lnTo>
                  <a:lnTo>
                    <a:pt x="1371" y="1241"/>
                  </a:lnTo>
                  <a:lnTo>
                    <a:pt x="1371" y="1241"/>
                  </a:lnTo>
                  <a:lnTo>
                    <a:pt x="1372" y="1241"/>
                  </a:lnTo>
                  <a:lnTo>
                    <a:pt x="1372" y="1241"/>
                  </a:lnTo>
                  <a:lnTo>
                    <a:pt x="1372" y="1241"/>
                  </a:lnTo>
                  <a:lnTo>
                    <a:pt x="1373" y="1241"/>
                  </a:lnTo>
                  <a:lnTo>
                    <a:pt x="1374" y="1241"/>
                  </a:lnTo>
                  <a:lnTo>
                    <a:pt x="1374" y="1241"/>
                  </a:lnTo>
                  <a:lnTo>
                    <a:pt x="1374" y="1241"/>
                  </a:lnTo>
                  <a:lnTo>
                    <a:pt x="1375" y="1241"/>
                  </a:lnTo>
                  <a:lnTo>
                    <a:pt x="1375" y="1241"/>
                  </a:lnTo>
                  <a:lnTo>
                    <a:pt x="1376" y="1241"/>
                  </a:lnTo>
                  <a:lnTo>
                    <a:pt x="1376" y="1241"/>
                  </a:lnTo>
                  <a:lnTo>
                    <a:pt x="1377" y="1226"/>
                  </a:lnTo>
                  <a:lnTo>
                    <a:pt x="1377" y="1226"/>
                  </a:lnTo>
                  <a:lnTo>
                    <a:pt x="1377" y="1226"/>
                  </a:lnTo>
                  <a:lnTo>
                    <a:pt x="1378" y="1226"/>
                  </a:lnTo>
                  <a:lnTo>
                    <a:pt x="1378" y="1226"/>
                  </a:lnTo>
                  <a:lnTo>
                    <a:pt x="1379" y="1211"/>
                  </a:lnTo>
                  <a:lnTo>
                    <a:pt x="1379" y="1211"/>
                  </a:lnTo>
                  <a:lnTo>
                    <a:pt x="1380" y="1211"/>
                  </a:lnTo>
                  <a:lnTo>
                    <a:pt x="1380" y="1196"/>
                  </a:lnTo>
                  <a:lnTo>
                    <a:pt x="1381" y="1196"/>
                  </a:lnTo>
                  <a:lnTo>
                    <a:pt x="1381" y="1196"/>
                  </a:lnTo>
                  <a:lnTo>
                    <a:pt x="1381" y="1196"/>
                  </a:lnTo>
                  <a:lnTo>
                    <a:pt x="1382" y="1181"/>
                  </a:lnTo>
                  <a:lnTo>
                    <a:pt x="1383" y="1181"/>
                  </a:lnTo>
                  <a:lnTo>
                    <a:pt x="1383" y="1181"/>
                  </a:lnTo>
                  <a:lnTo>
                    <a:pt x="1383" y="1181"/>
                  </a:lnTo>
                  <a:lnTo>
                    <a:pt x="1384" y="1181"/>
                  </a:lnTo>
                  <a:lnTo>
                    <a:pt x="1384" y="1181"/>
                  </a:lnTo>
                  <a:lnTo>
                    <a:pt x="1385" y="1166"/>
                  </a:lnTo>
                  <a:lnTo>
                    <a:pt x="1385" y="1166"/>
                  </a:lnTo>
                  <a:lnTo>
                    <a:pt x="1386" y="1166"/>
                  </a:lnTo>
                  <a:lnTo>
                    <a:pt x="1386" y="1166"/>
                  </a:lnTo>
                  <a:lnTo>
                    <a:pt x="1387" y="1151"/>
                  </a:lnTo>
                  <a:lnTo>
                    <a:pt x="1387" y="1151"/>
                  </a:lnTo>
                  <a:lnTo>
                    <a:pt x="1387" y="1151"/>
                  </a:lnTo>
                  <a:lnTo>
                    <a:pt x="1388" y="1151"/>
                  </a:lnTo>
                  <a:lnTo>
                    <a:pt x="1388" y="1136"/>
                  </a:lnTo>
                  <a:lnTo>
                    <a:pt x="1389" y="1136"/>
                  </a:lnTo>
                  <a:lnTo>
                    <a:pt x="1389" y="1136"/>
                  </a:lnTo>
                  <a:lnTo>
                    <a:pt x="1390" y="1136"/>
                  </a:lnTo>
                  <a:lnTo>
                    <a:pt x="1390" y="1136"/>
                  </a:lnTo>
                  <a:lnTo>
                    <a:pt x="1391" y="1136"/>
                  </a:lnTo>
                  <a:lnTo>
                    <a:pt x="1391" y="1121"/>
                  </a:lnTo>
                  <a:lnTo>
                    <a:pt x="1392" y="1121"/>
                  </a:lnTo>
                  <a:lnTo>
                    <a:pt x="1392" y="1121"/>
                  </a:lnTo>
                  <a:lnTo>
                    <a:pt x="1392" y="1121"/>
                  </a:lnTo>
                  <a:lnTo>
                    <a:pt x="1393" y="1107"/>
                  </a:lnTo>
                  <a:lnTo>
                    <a:pt x="1393" y="1107"/>
                  </a:lnTo>
                  <a:lnTo>
                    <a:pt x="1394" y="1107"/>
                  </a:lnTo>
                  <a:lnTo>
                    <a:pt x="1394" y="1107"/>
                  </a:lnTo>
                  <a:lnTo>
                    <a:pt x="1395" y="1107"/>
                  </a:lnTo>
                  <a:lnTo>
                    <a:pt x="1395" y="1107"/>
                  </a:lnTo>
                  <a:lnTo>
                    <a:pt x="1396" y="1092"/>
                  </a:lnTo>
                  <a:lnTo>
                    <a:pt x="1396" y="1092"/>
                  </a:lnTo>
                  <a:lnTo>
                    <a:pt x="1396" y="1092"/>
                  </a:lnTo>
                  <a:lnTo>
                    <a:pt x="1397" y="1092"/>
                  </a:lnTo>
                  <a:lnTo>
                    <a:pt x="1398" y="1092"/>
                  </a:lnTo>
                  <a:lnTo>
                    <a:pt x="1398" y="1092"/>
                  </a:lnTo>
                  <a:lnTo>
                    <a:pt x="1398" y="1092"/>
                  </a:lnTo>
                  <a:lnTo>
                    <a:pt x="1399" y="1092"/>
                  </a:lnTo>
                  <a:lnTo>
                    <a:pt x="1399" y="1092"/>
                  </a:lnTo>
                  <a:lnTo>
                    <a:pt x="1400" y="1092"/>
                  </a:lnTo>
                  <a:lnTo>
                    <a:pt x="1400" y="1092"/>
                  </a:lnTo>
                  <a:lnTo>
                    <a:pt x="1401" y="1092"/>
                  </a:lnTo>
                  <a:lnTo>
                    <a:pt x="1401" y="1092"/>
                  </a:lnTo>
                  <a:lnTo>
                    <a:pt x="1402" y="1092"/>
                  </a:lnTo>
                  <a:lnTo>
                    <a:pt x="1402" y="1092"/>
                  </a:lnTo>
                  <a:lnTo>
                    <a:pt x="1402" y="1092"/>
                  </a:lnTo>
                  <a:lnTo>
                    <a:pt x="1403" y="1107"/>
                  </a:lnTo>
                  <a:lnTo>
                    <a:pt x="1403" y="1092"/>
                  </a:lnTo>
                  <a:lnTo>
                    <a:pt x="1404" y="1092"/>
                  </a:lnTo>
                  <a:lnTo>
                    <a:pt x="1404" y="1092"/>
                  </a:lnTo>
                  <a:lnTo>
                    <a:pt x="1405" y="1092"/>
                  </a:lnTo>
                  <a:lnTo>
                    <a:pt x="1405" y="1092"/>
                  </a:lnTo>
                  <a:lnTo>
                    <a:pt x="1405" y="1092"/>
                  </a:lnTo>
                  <a:lnTo>
                    <a:pt x="1406" y="1092"/>
                  </a:lnTo>
                  <a:lnTo>
                    <a:pt x="1407" y="1092"/>
                  </a:lnTo>
                  <a:lnTo>
                    <a:pt x="1407" y="1077"/>
                  </a:lnTo>
                  <a:lnTo>
                    <a:pt x="1407" y="1077"/>
                  </a:lnTo>
                  <a:lnTo>
                    <a:pt x="1408" y="1077"/>
                  </a:lnTo>
                  <a:lnTo>
                    <a:pt x="1408" y="1077"/>
                  </a:lnTo>
                  <a:lnTo>
                    <a:pt x="1409" y="1061"/>
                  </a:lnTo>
                  <a:lnTo>
                    <a:pt x="1409" y="1061"/>
                  </a:lnTo>
                  <a:lnTo>
                    <a:pt x="1410" y="1061"/>
                  </a:lnTo>
                  <a:lnTo>
                    <a:pt x="1410" y="1061"/>
                  </a:lnTo>
                  <a:lnTo>
                    <a:pt x="1411" y="1046"/>
                  </a:lnTo>
                  <a:lnTo>
                    <a:pt x="1411" y="1046"/>
                  </a:lnTo>
                  <a:lnTo>
                    <a:pt x="1412" y="1046"/>
                  </a:lnTo>
                  <a:lnTo>
                    <a:pt x="1412" y="1046"/>
                  </a:lnTo>
                  <a:lnTo>
                    <a:pt x="1413" y="1032"/>
                  </a:lnTo>
                  <a:lnTo>
                    <a:pt x="1413" y="1032"/>
                  </a:lnTo>
                  <a:lnTo>
                    <a:pt x="1413" y="1032"/>
                  </a:lnTo>
                  <a:lnTo>
                    <a:pt x="1414" y="1032"/>
                  </a:lnTo>
                  <a:lnTo>
                    <a:pt x="1414" y="1032"/>
                  </a:lnTo>
                  <a:lnTo>
                    <a:pt x="1415" y="1032"/>
                  </a:lnTo>
                  <a:lnTo>
                    <a:pt x="1415" y="1032"/>
                  </a:lnTo>
                  <a:lnTo>
                    <a:pt x="1416" y="1032"/>
                  </a:lnTo>
                  <a:lnTo>
                    <a:pt x="1416" y="1032"/>
                  </a:lnTo>
                  <a:lnTo>
                    <a:pt x="1417" y="1032"/>
                  </a:lnTo>
                  <a:lnTo>
                    <a:pt x="1417" y="1032"/>
                  </a:lnTo>
                  <a:lnTo>
                    <a:pt x="1418" y="1032"/>
                  </a:lnTo>
                  <a:lnTo>
                    <a:pt x="1418" y="1032"/>
                  </a:lnTo>
                  <a:lnTo>
                    <a:pt x="1418" y="1032"/>
                  </a:lnTo>
                  <a:lnTo>
                    <a:pt x="1419" y="1032"/>
                  </a:lnTo>
                  <a:lnTo>
                    <a:pt x="1419" y="1032"/>
                  </a:lnTo>
                  <a:lnTo>
                    <a:pt x="1420" y="1032"/>
                  </a:lnTo>
                  <a:lnTo>
                    <a:pt x="1420" y="1032"/>
                  </a:lnTo>
                  <a:lnTo>
                    <a:pt x="1421" y="1032"/>
                  </a:lnTo>
                  <a:lnTo>
                    <a:pt x="1421" y="1032"/>
                  </a:lnTo>
                  <a:lnTo>
                    <a:pt x="1422" y="1032"/>
                  </a:lnTo>
                  <a:lnTo>
                    <a:pt x="1422" y="1032"/>
                  </a:lnTo>
                  <a:lnTo>
                    <a:pt x="1422" y="1046"/>
                  </a:lnTo>
                  <a:lnTo>
                    <a:pt x="1423" y="1046"/>
                  </a:lnTo>
                  <a:lnTo>
                    <a:pt x="1424" y="1046"/>
                  </a:lnTo>
                  <a:lnTo>
                    <a:pt x="1424" y="1046"/>
                  </a:lnTo>
                  <a:lnTo>
                    <a:pt x="1424" y="1046"/>
                  </a:lnTo>
                  <a:lnTo>
                    <a:pt x="1425" y="1046"/>
                  </a:lnTo>
                  <a:lnTo>
                    <a:pt x="1425" y="1046"/>
                  </a:lnTo>
                  <a:lnTo>
                    <a:pt x="1426" y="1046"/>
                  </a:lnTo>
                  <a:lnTo>
                    <a:pt x="1426" y="1046"/>
                  </a:lnTo>
                  <a:lnTo>
                    <a:pt x="1427" y="1046"/>
                  </a:lnTo>
                  <a:lnTo>
                    <a:pt x="1427" y="1046"/>
                  </a:lnTo>
                  <a:lnTo>
                    <a:pt x="1428" y="1046"/>
                  </a:lnTo>
                  <a:lnTo>
                    <a:pt x="1428" y="1046"/>
                  </a:lnTo>
                  <a:lnTo>
                    <a:pt x="1428" y="1061"/>
                  </a:lnTo>
                  <a:lnTo>
                    <a:pt x="1429" y="1061"/>
                  </a:lnTo>
                  <a:lnTo>
                    <a:pt x="1429" y="1061"/>
                  </a:lnTo>
                  <a:lnTo>
                    <a:pt x="1430" y="1061"/>
                  </a:lnTo>
                  <a:lnTo>
                    <a:pt x="1430" y="1061"/>
                  </a:lnTo>
                  <a:lnTo>
                    <a:pt x="1431" y="1061"/>
                  </a:lnTo>
                  <a:lnTo>
                    <a:pt x="1431" y="1061"/>
                  </a:lnTo>
                  <a:lnTo>
                    <a:pt x="1431" y="1061"/>
                  </a:lnTo>
                  <a:lnTo>
                    <a:pt x="1432" y="1046"/>
                  </a:lnTo>
                  <a:lnTo>
                    <a:pt x="1433" y="1046"/>
                  </a:lnTo>
                  <a:lnTo>
                    <a:pt x="1433" y="1046"/>
                  </a:lnTo>
                  <a:lnTo>
                    <a:pt x="1433" y="1046"/>
                  </a:lnTo>
                  <a:lnTo>
                    <a:pt x="1434" y="1046"/>
                  </a:lnTo>
                  <a:lnTo>
                    <a:pt x="1434" y="1046"/>
                  </a:lnTo>
                  <a:lnTo>
                    <a:pt x="1435" y="1032"/>
                  </a:lnTo>
                  <a:lnTo>
                    <a:pt x="1435" y="1032"/>
                  </a:lnTo>
                  <a:lnTo>
                    <a:pt x="1436" y="1032"/>
                  </a:lnTo>
                  <a:lnTo>
                    <a:pt x="1436" y="1032"/>
                  </a:lnTo>
                  <a:lnTo>
                    <a:pt x="1437" y="1032"/>
                  </a:lnTo>
                  <a:lnTo>
                    <a:pt x="1437" y="1032"/>
                  </a:lnTo>
                  <a:lnTo>
                    <a:pt x="1437" y="1032"/>
                  </a:lnTo>
                  <a:lnTo>
                    <a:pt x="1438" y="1032"/>
                  </a:lnTo>
                  <a:lnTo>
                    <a:pt x="1439" y="1032"/>
                  </a:lnTo>
                  <a:lnTo>
                    <a:pt x="1439" y="1032"/>
                  </a:lnTo>
                  <a:lnTo>
                    <a:pt x="1439" y="1032"/>
                  </a:lnTo>
                  <a:lnTo>
                    <a:pt x="1440" y="1032"/>
                  </a:lnTo>
                  <a:lnTo>
                    <a:pt x="1440" y="1032"/>
                  </a:lnTo>
                  <a:lnTo>
                    <a:pt x="1441" y="1032"/>
                  </a:lnTo>
                  <a:lnTo>
                    <a:pt x="1441" y="1032"/>
                  </a:lnTo>
                  <a:lnTo>
                    <a:pt x="1442" y="1017"/>
                  </a:lnTo>
                  <a:lnTo>
                    <a:pt x="1442" y="1017"/>
                  </a:lnTo>
                  <a:lnTo>
                    <a:pt x="1443" y="1017"/>
                  </a:lnTo>
                  <a:lnTo>
                    <a:pt x="1443" y="1017"/>
                  </a:lnTo>
                  <a:lnTo>
                    <a:pt x="1443" y="1002"/>
                  </a:lnTo>
                  <a:lnTo>
                    <a:pt x="1444" y="1002"/>
                  </a:lnTo>
                  <a:lnTo>
                    <a:pt x="1444" y="1002"/>
                  </a:lnTo>
                  <a:lnTo>
                    <a:pt x="1445" y="987"/>
                  </a:lnTo>
                  <a:lnTo>
                    <a:pt x="1445" y="987"/>
                  </a:lnTo>
                  <a:lnTo>
                    <a:pt x="1446" y="987"/>
                  </a:lnTo>
                  <a:lnTo>
                    <a:pt x="1446" y="987"/>
                  </a:lnTo>
                  <a:lnTo>
                    <a:pt x="1446" y="987"/>
                  </a:lnTo>
                  <a:lnTo>
                    <a:pt x="1447" y="972"/>
                  </a:lnTo>
                  <a:lnTo>
                    <a:pt x="1448" y="972"/>
                  </a:lnTo>
                  <a:lnTo>
                    <a:pt x="1448" y="972"/>
                  </a:lnTo>
                  <a:lnTo>
                    <a:pt x="1448" y="972"/>
                  </a:lnTo>
                  <a:lnTo>
                    <a:pt x="1449" y="957"/>
                  </a:lnTo>
                  <a:lnTo>
                    <a:pt x="1449" y="957"/>
                  </a:lnTo>
                  <a:lnTo>
                    <a:pt x="1450" y="957"/>
                  </a:lnTo>
                  <a:lnTo>
                    <a:pt x="1450" y="957"/>
                  </a:lnTo>
                  <a:lnTo>
                    <a:pt x="1451" y="942"/>
                  </a:lnTo>
                  <a:lnTo>
                    <a:pt x="1451" y="942"/>
                  </a:lnTo>
                  <a:lnTo>
                    <a:pt x="1452" y="942"/>
                  </a:lnTo>
                  <a:lnTo>
                    <a:pt x="1452" y="927"/>
                  </a:lnTo>
                  <a:lnTo>
                    <a:pt x="1452" y="927"/>
                  </a:lnTo>
                  <a:lnTo>
                    <a:pt x="1453" y="927"/>
                  </a:lnTo>
                  <a:lnTo>
                    <a:pt x="1454" y="912"/>
                  </a:lnTo>
                  <a:lnTo>
                    <a:pt x="1454" y="912"/>
                  </a:lnTo>
                  <a:lnTo>
                    <a:pt x="1454" y="912"/>
                  </a:lnTo>
                  <a:lnTo>
                    <a:pt x="1455" y="912"/>
                  </a:lnTo>
                  <a:lnTo>
                    <a:pt x="1455" y="897"/>
                  </a:lnTo>
                  <a:lnTo>
                    <a:pt x="1456" y="897"/>
                  </a:lnTo>
                  <a:lnTo>
                    <a:pt x="1456" y="897"/>
                  </a:lnTo>
                  <a:lnTo>
                    <a:pt x="1457" y="897"/>
                  </a:lnTo>
                  <a:lnTo>
                    <a:pt x="1457" y="882"/>
                  </a:lnTo>
                  <a:lnTo>
                    <a:pt x="1457" y="882"/>
                  </a:lnTo>
                  <a:lnTo>
                    <a:pt x="1458" y="882"/>
                  </a:lnTo>
                  <a:lnTo>
                    <a:pt x="1458" y="882"/>
                  </a:lnTo>
                  <a:lnTo>
                    <a:pt x="1459" y="882"/>
                  </a:lnTo>
                  <a:lnTo>
                    <a:pt x="1459" y="867"/>
                  </a:lnTo>
                  <a:lnTo>
                    <a:pt x="1460" y="867"/>
                  </a:lnTo>
                  <a:lnTo>
                    <a:pt x="1460" y="867"/>
                  </a:lnTo>
                  <a:lnTo>
                    <a:pt x="1461" y="867"/>
                  </a:lnTo>
                  <a:lnTo>
                    <a:pt x="1461" y="867"/>
                  </a:lnTo>
                  <a:lnTo>
                    <a:pt x="1461" y="867"/>
                  </a:lnTo>
                  <a:lnTo>
                    <a:pt x="1462" y="852"/>
                  </a:lnTo>
                  <a:lnTo>
                    <a:pt x="1463" y="852"/>
                  </a:lnTo>
                  <a:lnTo>
                    <a:pt x="1463" y="852"/>
                  </a:lnTo>
                  <a:lnTo>
                    <a:pt x="1463" y="852"/>
                  </a:lnTo>
                  <a:lnTo>
                    <a:pt x="1464" y="837"/>
                  </a:lnTo>
                  <a:lnTo>
                    <a:pt x="1464" y="837"/>
                  </a:lnTo>
                  <a:lnTo>
                    <a:pt x="1465" y="837"/>
                  </a:lnTo>
                  <a:lnTo>
                    <a:pt x="1465" y="822"/>
                  </a:lnTo>
                  <a:lnTo>
                    <a:pt x="1466" y="822"/>
                  </a:lnTo>
                  <a:lnTo>
                    <a:pt x="1466" y="808"/>
                  </a:lnTo>
                  <a:lnTo>
                    <a:pt x="1467" y="808"/>
                  </a:lnTo>
                  <a:lnTo>
                    <a:pt x="1467" y="808"/>
                  </a:lnTo>
                  <a:lnTo>
                    <a:pt x="1467" y="793"/>
                  </a:lnTo>
                  <a:lnTo>
                    <a:pt x="1468" y="793"/>
                  </a:lnTo>
                  <a:lnTo>
                    <a:pt x="1469" y="778"/>
                  </a:lnTo>
                  <a:lnTo>
                    <a:pt x="1469" y="778"/>
                  </a:lnTo>
                  <a:lnTo>
                    <a:pt x="1469" y="763"/>
                  </a:lnTo>
                  <a:lnTo>
                    <a:pt x="1470" y="763"/>
                  </a:lnTo>
                  <a:lnTo>
                    <a:pt x="1470" y="763"/>
                  </a:lnTo>
                  <a:lnTo>
                    <a:pt x="1471" y="748"/>
                  </a:lnTo>
                  <a:lnTo>
                    <a:pt x="1471" y="748"/>
                  </a:lnTo>
                  <a:lnTo>
                    <a:pt x="1472" y="748"/>
                  </a:lnTo>
                  <a:lnTo>
                    <a:pt x="1472" y="733"/>
                  </a:lnTo>
                  <a:lnTo>
                    <a:pt x="1472" y="733"/>
                  </a:lnTo>
                  <a:lnTo>
                    <a:pt x="1473" y="733"/>
                  </a:lnTo>
                  <a:lnTo>
                    <a:pt x="1473" y="733"/>
                  </a:lnTo>
                  <a:lnTo>
                    <a:pt x="1474" y="733"/>
                  </a:lnTo>
                  <a:lnTo>
                    <a:pt x="1474" y="733"/>
                  </a:lnTo>
                  <a:lnTo>
                    <a:pt x="1475" y="733"/>
                  </a:lnTo>
                  <a:lnTo>
                    <a:pt x="1475" y="733"/>
                  </a:lnTo>
                  <a:lnTo>
                    <a:pt x="1476" y="733"/>
                  </a:lnTo>
                  <a:lnTo>
                    <a:pt x="1476" y="718"/>
                  </a:lnTo>
                  <a:lnTo>
                    <a:pt x="1476" y="718"/>
                  </a:lnTo>
                  <a:lnTo>
                    <a:pt x="1477" y="718"/>
                  </a:lnTo>
                  <a:lnTo>
                    <a:pt x="1478" y="718"/>
                  </a:lnTo>
                  <a:lnTo>
                    <a:pt x="1478" y="718"/>
                  </a:lnTo>
                  <a:lnTo>
                    <a:pt x="1478" y="718"/>
                  </a:lnTo>
                  <a:lnTo>
                    <a:pt x="1479" y="718"/>
                  </a:lnTo>
                  <a:lnTo>
                    <a:pt x="1479" y="703"/>
                  </a:lnTo>
                  <a:lnTo>
                    <a:pt x="1480" y="703"/>
                  </a:lnTo>
                  <a:lnTo>
                    <a:pt x="1480" y="703"/>
                  </a:lnTo>
                  <a:lnTo>
                    <a:pt x="1481" y="703"/>
                  </a:lnTo>
                  <a:lnTo>
                    <a:pt x="1481" y="703"/>
                  </a:lnTo>
                  <a:lnTo>
                    <a:pt x="1482" y="703"/>
                  </a:lnTo>
                  <a:lnTo>
                    <a:pt x="1482" y="703"/>
                  </a:lnTo>
                  <a:lnTo>
                    <a:pt x="1482" y="703"/>
                  </a:lnTo>
                  <a:lnTo>
                    <a:pt x="1483" y="703"/>
                  </a:lnTo>
                  <a:lnTo>
                    <a:pt x="1484" y="688"/>
                  </a:lnTo>
                  <a:lnTo>
                    <a:pt x="1484" y="688"/>
                  </a:lnTo>
                  <a:lnTo>
                    <a:pt x="1484" y="688"/>
                  </a:lnTo>
                  <a:lnTo>
                    <a:pt x="1485" y="688"/>
                  </a:lnTo>
                  <a:lnTo>
                    <a:pt x="1485" y="688"/>
                  </a:lnTo>
                  <a:lnTo>
                    <a:pt x="1486" y="688"/>
                  </a:lnTo>
                  <a:lnTo>
                    <a:pt x="1486" y="673"/>
                  </a:lnTo>
                  <a:lnTo>
                    <a:pt x="1487" y="673"/>
                  </a:lnTo>
                  <a:lnTo>
                    <a:pt x="1487" y="673"/>
                  </a:lnTo>
                  <a:lnTo>
                    <a:pt x="1487" y="673"/>
                  </a:lnTo>
                  <a:lnTo>
                    <a:pt x="1488" y="673"/>
                  </a:lnTo>
                  <a:lnTo>
                    <a:pt x="1488" y="673"/>
                  </a:lnTo>
                  <a:lnTo>
                    <a:pt x="1489" y="673"/>
                  </a:lnTo>
                  <a:lnTo>
                    <a:pt x="1489" y="673"/>
                  </a:lnTo>
                  <a:lnTo>
                    <a:pt x="1490" y="673"/>
                  </a:lnTo>
                  <a:lnTo>
                    <a:pt x="1490" y="688"/>
                  </a:lnTo>
                  <a:lnTo>
                    <a:pt x="1491" y="688"/>
                  </a:lnTo>
                  <a:lnTo>
                    <a:pt x="1491" y="688"/>
                  </a:lnTo>
                  <a:lnTo>
                    <a:pt x="1491" y="688"/>
                  </a:lnTo>
                  <a:lnTo>
                    <a:pt x="1492" y="688"/>
                  </a:lnTo>
                  <a:lnTo>
                    <a:pt x="1493" y="688"/>
                  </a:lnTo>
                  <a:lnTo>
                    <a:pt x="1493" y="673"/>
                  </a:lnTo>
                  <a:lnTo>
                    <a:pt x="1493" y="673"/>
                  </a:lnTo>
                  <a:lnTo>
                    <a:pt x="1494" y="673"/>
                  </a:lnTo>
                  <a:lnTo>
                    <a:pt x="1494" y="673"/>
                  </a:lnTo>
                  <a:lnTo>
                    <a:pt x="1495" y="673"/>
                  </a:lnTo>
                  <a:lnTo>
                    <a:pt x="1495" y="688"/>
                  </a:lnTo>
                  <a:lnTo>
                    <a:pt x="1496" y="688"/>
                  </a:lnTo>
                  <a:lnTo>
                    <a:pt x="1496" y="688"/>
                  </a:lnTo>
                  <a:lnTo>
                    <a:pt x="1497" y="688"/>
                  </a:lnTo>
                  <a:lnTo>
                    <a:pt x="1497" y="688"/>
                  </a:lnTo>
                  <a:lnTo>
                    <a:pt x="1497" y="688"/>
                  </a:lnTo>
                  <a:lnTo>
                    <a:pt x="1498" y="688"/>
                  </a:lnTo>
                  <a:lnTo>
                    <a:pt x="1498" y="688"/>
                  </a:lnTo>
                  <a:lnTo>
                    <a:pt x="1499" y="688"/>
                  </a:lnTo>
                  <a:lnTo>
                    <a:pt x="1499" y="688"/>
                  </a:lnTo>
                  <a:lnTo>
                    <a:pt x="1500" y="688"/>
                  </a:lnTo>
                  <a:lnTo>
                    <a:pt x="1500" y="688"/>
                  </a:lnTo>
                  <a:lnTo>
                    <a:pt x="1501" y="703"/>
                  </a:lnTo>
                  <a:lnTo>
                    <a:pt x="1501" y="703"/>
                  </a:lnTo>
                  <a:lnTo>
                    <a:pt x="1502" y="703"/>
                  </a:lnTo>
                  <a:lnTo>
                    <a:pt x="1502" y="703"/>
                  </a:lnTo>
                  <a:lnTo>
                    <a:pt x="1502" y="703"/>
                  </a:lnTo>
                  <a:lnTo>
                    <a:pt x="1503" y="703"/>
                  </a:lnTo>
                  <a:lnTo>
                    <a:pt x="1503" y="703"/>
                  </a:lnTo>
                  <a:lnTo>
                    <a:pt x="1504" y="718"/>
                  </a:lnTo>
                  <a:lnTo>
                    <a:pt x="1504" y="718"/>
                  </a:lnTo>
                  <a:lnTo>
                    <a:pt x="1505" y="718"/>
                  </a:lnTo>
                  <a:lnTo>
                    <a:pt x="1505" y="718"/>
                  </a:lnTo>
                  <a:lnTo>
                    <a:pt x="1506" y="718"/>
                  </a:lnTo>
                  <a:lnTo>
                    <a:pt x="1506" y="718"/>
                  </a:lnTo>
                  <a:lnTo>
                    <a:pt x="1506" y="718"/>
                  </a:lnTo>
                  <a:lnTo>
                    <a:pt x="1507" y="718"/>
                  </a:lnTo>
                  <a:lnTo>
                    <a:pt x="1508" y="718"/>
                  </a:lnTo>
                  <a:lnTo>
                    <a:pt x="1508" y="718"/>
                  </a:lnTo>
                  <a:lnTo>
                    <a:pt x="1508" y="718"/>
                  </a:lnTo>
                  <a:lnTo>
                    <a:pt x="1509" y="718"/>
                  </a:lnTo>
                  <a:lnTo>
                    <a:pt x="1509" y="718"/>
                  </a:lnTo>
                  <a:lnTo>
                    <a:pt x="1510" y="718"/>
                  </a:lnTo>
                  <a:lnTo>
                    <a:pt x="1510" y="718"/>
                  </a:lnTo>
                  <a:lnTo>
                    <a:pt x="1511" y="718"/>
                  </a:lnTo>
                  <a:lnTo>
                    <a:pt x="1511" y="718"/>
                  </a:lnTo>
                  <a:lnTo>
                    <a:pt x="1512" y="718"/>
                  </a:lnTo>
                  <a:lnTo>
                    <a:pt x="1512" y="703"/>
                  </a:lnTo>
                  <a:lnTo>
                    <a:pt x="1512" y="703"/>
                  </a:lnTo>
                  <a:lnTo>
                    <a:pt x="1513" y="703"/>
                  </a:lnTo>
                  <a:lnTo>
                    <a:pt x="1513" y="703"/>
                  </a:lnTo>
                  <a:lnTo>
                    <a:pt x="1514" y="703"/>
                  </a:lnTo>
                  <a:lnTo>
                    <a:pt x="1514" y="703"/>
                  </a:lnTo>
                  <a:lnTo>
                    <a:pt x="1515" y="688"/>
                  </a:lnTo>
                  <a:lnTo>
                    <a:pt x="1515" y="688"/>
                  </a:lnTo>
                  <a:lnTo>
                    <a:pt x="1515" y="688"/>
                  </a:lnTo>
                  <a:lnTo>
                    <a:pt x="1516" y="688"/>
                  </a:lnTo>
                  <a:lnTo>
                    <a:pt x="1517" y="688"/>
                  </a:lnTo>
                  <a:lnTo>
                    <a:pt x="1517" y="688"/>
                  </a:lnTo>
                  <a:lnTo>
                    <a:pt x="1517" y="688"/>
                  </a:lnTo>
                  <a:lnTo>
                    <a:pt x="1518" y="673"/>
                  </a:lnTo>
                  <a:lnTo>
                    <a:pt x="1518" y="673"/>
                  </a:lnTo>
                  <a:lnTo>
                    <a:pt x="1519" y="673"/>
                  </a:lnTo>
                  <a:lnTo>
                    <a:pt x="1519" y="673"/>
                  </a:lnTo>
                  <a:lnTo>
                    <a:pt x="1520" y="673"/>
                  </a:lnTo>
                  <a:lnTo>
                    <a:pt x="1520" y="673"/>
                  </a:lnTo>
                  <a:lnTo>
                    <a:pt x="1521" y="673"/>
                  </a:lnTo>
                  <a:lnTo>
                    <a:pt x="1521" y="658"/>
                  </a:lnTo>
                  <a:lnTo>
                    <a:pt x="1521" y="658"/>
                  </a:lnTo>
                  <a:lnTo>
                    <a:pt x="1522" y="658"/>
                  </a:lnTo>
                  <a:lnTo>
                    <a:pt x="1523" y="658"/>
                  </a:lnTo>
                  <a:lnTo>
                    <a:pt x="1523" y="643"/>
                  </a:lnTo>
                  <a:lnTo>
                    <a:pt x="1523" y="643"/>
                  </a:lnTo>
                  <a:lnTo>
                    <a:pt x="1524" y="643"/>
                  </a:lnTo>
                  <a:lnTo>
                    <a:pt x="1524" y="643"/>
                  </a:lnTo>
                  <a:lnTo>
                    <a:pt x="1525" y="643"/>
                  </a:lnTo>
                  <a:lnTo>
                    <a:pt x="1525" y="643"/>
                  </a:lnTo>
                  <a:lnTo>
                    <a:pt x="1526" y="643"/>
                  </a:lnTo>
                  <a:lnTo>
                    <a:pt x="1526" y="628"/>
                  </a:lnTo>
                  <a:lnTo>
                    <a:pt x="1527" y="628"/>
                  </a:lnTo>
                  <a:lnTo>
                    <a:pt x="1527" y="628"/>
                  </a:lnTo>
                  <a:lnTo>
                    <a:pt x="1528" y="628"/>
                  </a:lnTo>
                  <a:lnTo>
                    <a:pt x="1528" y="628"/>
                  </a:lnTo>
                  <a:lnTo>
                    <a:pt x="1528" y="613"/>
                  </a:lnTo>
                  <a:lnTo>
                    <a:pt x="1529" y="613"/>
                  </a:lnTo>
                  <a:lnTo>
                    <a:pt x="1529" y="613"/>
                  </a:lnTo>
                  <a:lnTo>
                    <a:pt x="1530" y="613"/>
                  </a:lnTo>
                  <a:lnTo>
                    <a:pt x="1530" y="613"/>
                  </a:lnTo>
                  <a:lnTo>
                    <a:pt x="1531" y="598"/>
                  </a:lnTo>
                  <a:lnTo>
                    <a:pt x="1531" y="598"/>
                  </a:lnTo>
                  <a:lnTo>
                    <a:pt x="1532" y="598"/>
                  </a:lnTo>
                  <a:lnTo>
                    <a:pt x="1532" y="598"/>
                  </a:lnTo>
                  <a:lnTo>
                    <a:pt x="1532" y="598"/>
                  </a:lnTo>
                  <a:lnTo>
                    <a:pt x="1533" y="598"/>
                  </a:lnTo>
                  <a:lnTo>
                    <a:pt x="1534" y="583"/>
                  </a:lnTo>
                  <a:lnTo>
                    <a:pt x="1534" y="583"/>
                  </a:lnTo>
                  <a:lnTo>
                    <a:pt x="1534" y="583"/>
                  </a:lnTo>
                  <a:lnTo>
                    <a:pt x="1535" y="583"/>
                  </a:lnTo>
                  <a:lnTo>
                    <a:pt x="1535" y="583"/>
                  </a:lnTo>
                  <a:lnTo>
                    <a:pt x="1536" y="583"/>
                  </a:lnTo>
                  <a:lnTo>
                    <a:pt x="1536" y="568"/>
                  </a:lnTo>
                  <a:lnTo>
                    <a:pt x="1537" y="568"/>
                  </a:lnTo>
                  <a:lnTo>
                    <a:pt x="1537" y="568"/>
                  </a:lnTo>
                  <a:lnTo>
                    <a:pt x="1538" y="568"/>
                  </a:lnTo>
                  <a:lnTo>
                    <a:pt x="1538" y="553"/>
                  </a:lnTo>
                  <a:lnTo>
                    <a:pt x="1538" y="553"/>
                  </a:lnTo>
                  <a:lnTo>
                    <a:pt x="1539" y="553"/>
                  </a:lnTo>
                  <a:lnTo>
                    <a:pt x="1539" y="553"/>
                  </a:lnTo>
                  <a:lnTo>
                    <a:pt x="1540" y="553"/>
                  </a:lnTo>
                  <a:lnTo>
                    <a:pt x="1540" y="538"/>
                  </a:lnTo>
                  <a:lnTo>
                    <a:pt x="1541" y="538"/>
                  </a:lnTo>
                  <a:lnTo>
                    <a:pt x="1541" y="538"/>
                  </a:lnTo>
                  <a:lnTo>
                    <a:pt x="1541" y="538"/>
                  </a:lnTo>
                  <a:lnTo>
                    <a:pt x="1542" y="538"/>
                  </a:lnTo>
                  <a:lnTo>
                    <a:pt x="1543" y="538"/>
                  </a:lnTo>
                  <a:lnTo>
                    <a:pt x="1543" y="538"/>
                  </a:lnTo>
                  <a:lnTo>
                    <a:pt x="1543" y="553"/>
                  </a:lnTo>
                  <a:lnTo>
                    <a:pt x="1544" y="553"/>
                  </a:lnTo>
                  <a:lnTo>
                    <a:pt x="1544" y="553"/>
                  </a:lnTo>
                  <a:lnTo>
                    <a:pt x="1545" y="553"/>
                  </a:lnTo>
                  <a:lnTo>
                    <a:pt x="1545" y="553"/>
                  </a:lnTo>
                  <a:lnTo>
                    <a:pt x="1546" y="553"/>
                  </a:lnTo>
                  <a:lnTo>
                    <a:pt x="1546" y="553"/>
                  </a:lnTo>
                  <a:lnTo>
                    <a:pt x="1547" y="553"/>
                  </a:lnTo>
                  <a:lnTo>
                    <a:pt x="1547" y="553"/>
                  </a:lnTo>
                  <a:lnTo>
                    <a:pt x="1547" y="553"/>
                  </a:lnTo>
                  <a:lnTo>
                    <a:pt x="1548" y="553"/>
                  </a:lnTo>
                  <a:lnTo>
                    <a:pt x="1549" y="568"/>
                  </a:lnTo>
                  <a:lnTo>
                    <a:pt x="1549" y="568"/>
                  </a:lnTo>
                  <a:lnTo>
                    <a:pt x="1549" y="568"/>
                  </a:lnTo>
                  <a:lnTo>
                    <a:pt x="1550" y="568"/>
                  </a:lnTo>
                  <a:lnTo>
                    <a:pt x="1550" y="568"/>
                  </a:lnTo>
                  <a:lnTo>
                    <a:pt x="1551" y="568"/>
                  </a:lnTo>
                  <a:lnTo>
                    <a:pt x="1551" y="568"/>
                  </a:lnTo>
                  <a:lnTo>
                    <a:pt x="1552" y="583"/>
                  </a:lnTo>
                  <a:lnTo>
                    <a:pt x="1552" y="583"/>
                  </a:lnTo>
                  <a:lnTo>
                    <a:pt x="1553" y="583"/>
                  </a:lnTo>
                  <a:lnTo>
                    <a:pt x="1553" y="598"/>
                  </a:lnTo>
                  <a:lnTo>
                    <a:pt x="1553" y="598"/>
                  </a:lnTo>
                  <a:lnTo>
                    <a:pt x="1554" y="598"/>
                  </a:lnTo>
                  <a:lnTo>
                    <a:pt x="1554" y="613"/>
                  </a:lnTo>
                  <a:lnTo>
                    <a:pt x="1555" y="613"/>
                  </a:lnTo>
                  <a:lnTo>
                    <a:pt x="1555" y="613"/>
                  </a:lnTo>
                  <a:lnTo>
                    <a:pt x="1556" y="628"/>
                  </a:lnTo>
                  <a:lnTo>
                    <a:pt x="1556" y="628"/>
                  </a:lnTo>
                  <a:lnTo>
                    <a:pt x="1556" y="628"/>
                  </a:lnTo>
                  <a:lnTo>
                    <a:pt x="1557" y="628"/>
                  </a:lnTo>
                  <a:lnTo>
                    <a:pt x="1558" y="628"/>
                  </a:lnTo>
                  <a:lnTo>
                    <a:pt x="1558" y="643"/>
                  </a:lnTo>
                  <a:lnTo>
                    <a:pt x="1558" y="643"/>
                  </a:lnTo>
                  <a:lnTo>
                    <a:pt x="1559" y="643"/>
                  </a:lnTo>
                  <a:lnTo>
                    <a:pt x="1559" y="643"/>
                  </a:lnTo>
                  <a:lnTo>
                    <a:pt x="1560" y="658"/>
                  </a:lnTo>
                  <a:lnTo>
                    <a:pt x="1560" y="658"/>
                  </a:lnTo>
                  <a:lnTo>
                    <a:pt x="1561" y="658"/>
                  </a:lnTo>
                  <a:lnTo>
                    <a:pt x="1561" y="673"/>
                  </a:lnTo>
                  <a:lnTo>
                    <a:pt x="1562" y="673"/>
                  </a:lnTo>
                  <a:lnTo>
                    <a:pt x="1562" y="673"/>
                  </a:lnTo>
                  <a:lnTo>
                    <a:pt x="1562" y="673"/>
                  </a:lnTo>
                  <a:lnTo>
                    <a:pt x="1563" y="673"/>
                  </a:lnTo>
                  <a:lnTo>
                    <a:pt x="1564" y="673"/>
                  </a:lnTo>
                  <a:lnTo>
                    <a:pt x="1564" y="673"/>
                  </a:lnTo>
                  <a:lnTo>
                    <a:pt x="1564" y="673"/>
                  </a:lnTo>
                  <a:lnTo>
                    <a:pt x="1565" y="673"/>
                  </a:lnTo>
                  <a:lnTo>
                    <a:pt x="1565" y="688"/>
                  </a:lnTo>
                  <a:lnTo>
                    <a:pt x="1566" y="688"/>
                  </a:lnTo>
                  <a:lnTo>
                    <a:pt x="1566" y="688"/>
                  </a:lnTo>
                  <a:lnTo>
                    <a:pt x="1567" y="688"/>
                  </a:lnTo>
                  <a:lnTo>
                    <a:pt x="1567" y="688"/>
                  </a:lnTo>
                  <a:lnTo>
                    <a:pt x="1567" y="703"/>
                  </a:lnTo>
                  <a:lnTo>
                    <a:pt x="1568" y="703"/>
                  </a:lnTo>
                  <a:lnTo>
                    <a:pt x="1568" y="703"/>
                  </a:lnTo>
                  <a:lnTo>
                    <a:pt x="1569" y="703"/>
                  </a:lnTo>
                  <a:lnTo>
                    <a:pt x="1569" y="703"/>
                  </a:lnTo>
                  <a:lnTo>
                    <a:pt x="1570" y="718"/>
                  </a:lnTo>
                  <a:lnTo>
                    <a:pt x="1570" y="718"/>
                  </a:lnTo>
                  <a:lnTo>
                    <a:pt x="1571" y="718"/>
                  </a:lnTo>
                  <a:lnTo>
                    <a:pt x="1571" y="718"/>
                  </a:lnTo>
                  <a:lnTo>
                    <a:pt x="1571" y="718"/>
                  </a:lnTo>
                  <a:lnTo>
                    <a:pt x="1572" y="718"/>
                  </a:lnTo>
                  <a:lnTo>
                    <a:pt x="1573" y="718"/>
                  </a:lnTo>
                  <a:lnTo>
                    <a:pt x="1573" y="718"/>
                  </a:lnTo>
                  <a:lnTo>
                    <a:pt x="1573" y="718"/>
                  </a:lnTo>
                  <a:lnTo>
                    <a:pt x="1574" y="718"/>
                  </a:lnTo>
                  <a:lnTo>
                    <a:pt x="1574" y="718"/>
                  </a:lnTo>
                  <a:lnTo>
                    <a:pt x="1575" y="718"/>
                  </a:lnTo>
                  <a:lnTo>
                    <a:pt x="1575" y="718"/>
                  </a:lnTo>
                  <a:lnTo>
                    <a:pt x="1576" y="718"/>
                  </a:lnTo>
                  <a:lnTo>
                    <a:pt x="1576" y="718"/>
                  </a:lnTo>
                  <a:lnTo>
                    <a:pt x="1577" y="718"/>
                  </a:lnTo>
                  <a:lnTo>
                    <a:pt x="1577" y="718"/>
                  </a:lnTo>
                  <a:lnTo>
                    <a:pt x="1577" y="718"/>
                  </a:lnTo>
                  <a:lnTo>
                    <a:pt x="1578" y="718"/>
                  </a:lnTo>
                  <a:lnTo>
                    <a:pt x="1579" y="733"/>
                  </a:lnTo>
                  <a:lnTo>
                    <a:pt x="1579" y="733"/>
                  </a:lnTo>
                  <a:lnTo>
                    <a:pt x="1579" y="733"/>
                  </a:lnTo>
                  <a:lnTo>
                    <a:pt x="1580" y="733"/>
                  </a:lnTo>
                  <a:lnTo>
                    <a:pt x="1580" y="748"/>
                  </a:lnTo>
                  <a:lnTo>
                    <a:pt x="1581" y="748"/>
                  </a:lnTo>
                  <a:lnTo>
                    <a:pt x="1581" y="748"/>
                  </a:lnTo>
                  <a:lnTo>
                    <a:pt x="1582" y="748"/>
                  </a:lnTo>
                  <a:lnTo>
                    <a:pt x="1582" y="748"/>
                  </a:lnTo>
                  <a:lnTo>
                    <a:pt x="1582" y="763"/>
                  </a:lnTo>
                  <a:lnTo>
                    <a:pt x="1583" y="763"/>
                  </a:lnTo>
                  <a:lnTo>
                    <a:pt x="1583" y="763"/>
                  </a:lnTo>
                  <a:lnTo>
                    <a:pt x="1584" y="763"/>
                  </a:lnTo>
                  <a:lnTo>
                    <a:pt x="1584" y="763"/>
                  </a:lnTo>
                  <a:lnTo>
                    <a:pt x="1585" y="778"/>
                  </a:lnTo>
                  <a:lnTo>
                    <a:pt x="1585" y="778"/>
                  </a:lnTo>
                  <a:lnTo>
                    <a:pt x="1586" y="778"/>
                  </a:lnTo>
                  <a:lnTo>
                    <a:pt x="1586" y="778"/>
                  </a:lnTo>
                  <a:lnTo>
                    <a:pt x="1586" y="778"/>
                  </a:lnTo>
                  <a:lnTo>
                    <a:pt x="1587" y="778"/>
                  </a:lnTo>
                  <a:lnTo>
                    <a:pt x="1588" y="778"/>
                  </a:lnTo>
                  <a:lnTo>
                    <a:pt x="1588" y="778"/>
                  </a:lnTo>
                  <a:lnTo>
                    <a:pt x="1588" y="778"/>
                  </a:lnTo>
                  <a:lnTo>
                    <a:pt x="1589" y="778"/>
                  </a:lnTo>
                  <a:lnTo>
                    <a:pt x="1589" y="778"/>
                  </a:lnTo>
                  <a:lnTo>
                    <a:pt x="1590" y="778"/>
                  </a:lnTo>
                  <a:lnTo>
                    <a:pt x="1590" y="778"/>
                  </a:lnTo>
                  <a:lnTo>
                    <a:pt x="1591" y="778"/>
                  </a:lnTo>
                  <a:lnTo>
                    <a:pt x="1591" y="778"/>
                  </a:lnTo>
                  <a:lnTo>
                    <a:pt x="1592" y="778"/>
                  </a:lnTo>
                  <a:lnTo>
                    <a:pt x="1592" y="778"/>
                  </a:lnTo>
                  <a:lnTo>
                    <a:pt x="1592" y="763"/>
                  </a:lnTo>
                  <a:lnTo>
                    <a:pt x="1593" y="763"/>
                  </a:lnTo>
                  <a:lnTo>
                    <a:pt x="1593" y="763"/>
                  </a:lnTo>
                  <a:lnTo>
                    <a:pt x="1594" y="763"/>
                  </a:lnTo>
                  <a:lnTo>
                    <a:pt x="1594" y="763"/>
                  </a:lnTo>
                  <a:lnTo>
                    <a:pt x="1595" y="763"/>
                  </a:lnTo>
                  <a:lnTo>
                    <a:pt x="1595" y="763"/>
                  </a:lnTo>
                  <a:lnTo>
                    <a:pt x="1596" y="763"/>
                  </a:lnTo>
                  <a:lnTo>
                    <a:pt x="1596" y="763"/>
                  </a:lnTo>
                  <a:lnTo>
                    <a:pt x="1597" y="763"/>
                  </a:lnTo>
                  <a:lnTo>
                    <a:pt x="1597" y="763"/>
                  </a:lnTo>
                  <a:lnTo>
                    <a:pt x="1597" y="763"/>
                  </a:lnTo>
                  <a:lnTo>
                    <a:pt x="1598" y="763"/>
                  </a:lnTo>
                  <a:lnTo>
                    <a:pt x="1598" y="763"/>
                  </a:lnTo>
                  <a:lnTo>
                    <a:pt x="1599" y="763"/>
                  </a:lnTo>
                  <a:lnTo>
                    <a:pt x="1599" y="763"/>
                  </a:lnTo>
                  <a:lnTo>
                    <a:pt x="1600" y="763"/>
                  </a:lnTo>
                  <a:lnTo>
                    <a:pt x="1600" y="763"/>
                  </a:lnTo>
                  <a:lnTo>
                    <a:pt x="1601" y="763"/>
                  </a:lnTo>
                  <a:lnTo>
                    <a:pt x="1601" y="763"/>
                  </a:lnTo>
                  <a:lnTo>
                    <a:pt x="1601" y="763"/>
                  </a:lnTo>
                  <a:lnTo>
                    <a:pt x="1602" y="763"/>
                  </a:lnTo>
                  <a:lnTo>
                    <a:pt x="1603" y="763"/>
                  </a:lnTo>
                  <a:lnTo>
                    <a:pt x="1603" y="763"/>
                  </a:lnTo>
                  <a:lnTo>
                    <a:pt x="1603" y="763"/>
                  </a:lnTo>
                  <a:lnTo>
                    <a:pt x="1604" y="763"/>
                  </a:lnTo>
                  <a:lnTo>
                    <a:pt x="1604" y="748"/>
                  </a:lnTo>
                  <a:lnTo>
                    <a:pt x="1605" y="748"/>
                  </a:lnTo>
                  <a:lnTo>
                    <a:pt x="1605" y="748"/>
                  </a:lnTo>
                  <a:lnTo>
                    <a:pt x="1606" y="748"/>
                  </a:lnTo>
                  <a:lnTo>
                    <a:pt x="1606" y="748"/>
                  </a:lnTo>
                  <a:lnTo>
                    <a:pt x="1607" y="748"/>
                  </a:lnTo>
                  <a:lnTo>
                    <a:pt x="1607" y="733"/>
                  </a:lnTo>
                  <a:lnTo>
                    <a:pt x="1607" y="733"/>
                  </a:lnTo>
                  <a:lnTo>
                    <a:pt x="1608" y="733"/>
                  </a:lnTo>
                  <a:lnTo>
                    <a:pt x="1608" y="733"/>
                  </a:lnTo>
                  <a:lnTo>
                    <a:pt x="1609" y="733"/>
                  </a:lnTo>
                  <a:lnTo>
                    <a:pt x="1609" y="718"/>
                  </a:lnTo>
                  <a:lnTo>
                    <a:pt x="1610" y="718"/>
                  </a:lnTo>
                  <a:lnTo>
                    <a:pt x="1610" y="718"/>
                  </a:lnTo>
                  <a:lnTo>
                    <a:pt x="1610" y="718"/>
                  </a:lnTo>
                  <a:lnTo>
                    <a:pt x="1611" y="718"/>
                  </a:lnTo>
                  <a:lnTo>
                    <a:pt x="1612" y="718"/>
                  </a:lnTo>
                  <a:lnTo>
                    <a:pt x="1612" y="718"/>
                  </a:lnTo>
                  <a:lnTo>
                    <a:pt x="1612" y="718"/>
                  </a:lnTo>
                  <a:lnTo>
                    <a:pt x="1613" y="718"/>
                  </a:lnTo>
                  <a:lnTo>
                    <a:pt x="1613" y="733"/>
                  </a:lnTo>
                  <a:lnTo>
                    <a:pt x="1614" y="733"/>
                  </a:lnTo>
                  <a:lnTo>
                    <a:pt x="1614" y="733"/>
                  </a:lnTo>
                  <a:lnTo>
                    <a:pt x="1615" y="733"/>
                  </a:lnTo>
                  <a:lnTo>
                    <a:pt x="1615" y="733"/>
                  </a:lnTo>
                  <a:lnTo>
                    <a:pt x="1616" y="733"/>
                  </a:lnTo>
                  <a:lnTo>
                    <a:pt x="1616" y="733"/>
                  </a:lnTo>
                  <a:lnTo>
                    <a:pt x="1616" y="733"/>
                  </a:lnTo>
                  <a:lnTo>
                    <a:pt x="1617" y="733"/>
                  </a:lnTo>
                  <a:lnTo>
                    <a:pt x="1618" y="733"/>
                  </a:lnTo>
                  <a:lnTo>
                    <a:pt x="1618" y="733"/>
                  </a:lnTo>
                  <a:lnTo>
                    <a:pt x="1618" y="718"/>
                  </a:lnTo>
                  <a:lnTo>
                    <a:pt x="1619" y="718"/>
                  </a:lnTo>
                  <a:lnTo>
                    <a:pt x="1619" y="718"/>
                  </a:lnTo>
                  <a:lnTo>
                    <a:pt x="1620" y="718"/>
                  </a:lnTo>
                  <a:lnTo>
                    <a:pt x="1620" y="718"/>
                  </a:lnTo>
                  <a:lnTo>
                    <a:pt x="1621" y="703"/>
                  </a:lnTo>
                  <a:lnTo>
                    <a:pt x="1621" y="703"/>
                  </a:lnTo>
                  <a:lnTo>
                    <a:pt x="1622" y="703"/>
                  </a:lnTo>
                  <a:lnTo>
                    <a:pt x="1622" y="688"/>
                  </a:lnTo>
                  <a:lnTo>
                    <a:pt x="1622" y="688"/>
                  </a:lnTo>
                  <a:lnTo>
                    <a:pt x="1623" y="688"/>
                  </a:lnTo>
                  <a:lnTo>
                    <a:pt x="1623" y="688"/>
                  </a:lnTo>
                  <a:lnTo>
                    <a:pt x="1624" y="688"/>
                  </a:lnTo>
                  <a:lnTo>
                    <a:pt x="1624" y="673"/>
                  </a:lnTo>
                  <a:lnTo>
                    <a:pt x="1625" y="673"/>
                  </a:lnTo>
                  <a:lnTo>
                    <a:pt x="1625" y="673"/>
                  </a:lnTo>
                  <a:lnTo>
                    <a:pt x="1625" y="673"/>
                  </a:lnTo>
                  <a:lnTo>
                    <a:pt x="1626" y="673"/>
                  </a:lnTo>
                  <a:lnTo>
                    <a:pt x="1627" y="673"/>
                  </a:lnTo>
                  <a:lnTo>
                    <a:pt x="1627" y="673"/>
                  </a:lnTo>
                  <a:lnTo>
                    <a:pt x="1627" y="673"/>
                  </a:lnTo>
                  <a:lnTo>
                    <a:pt x="1628" y="673"/>
                  </a:lnTo>
                  <a:lnTo>
                    <a:pt x="1628" y="673"/>
                  </a:lnTo>
                  <a:lnTo>
                    <a:pt x="1629" y="673"/>
                  </a:lnTo>
                  <a:lnTo>
                    <a:pt x="1629" y="673"/>
                  </a:lnTo>
                  <a:lnTo>
                    <a:pt x="1630" y="673"/>
                  </a:lnTo>
                  <a:lnTo>
                    <a:pt x="1630" y="673"/>
                  </a:lnTo>
                  <a:lnTo>
                    <a:pt x="1631" y="673"/>
                  </a:lnTo>
                  <a:lnTo>
                    <a:pt x="1631" y="673"/>
                  </a:lnTo>
                  <a:lnTo>
                    <a:pt x="1631" y="673"/>
                  </a:lnTo>
                  <a:lnTo>
                    <a:pt x="1632" y="673"/>
                  </a:lnTo>
                  <a:lnTo>
                    <a:pt x="1633" y="673"/>
                  </a:lnTo>
                  <a:lnTo>
                    <a:pt x="1633" y="673"/>
                  </a:lnTo>
                  <a:lnTo>
                    <a:pt x="1633" y="673"/>
                  </a:lnTo>
                  <a:lnTo>
                    <a:pt x="1634" y="658"/>
                  </a:lnTo>
                  <a:lnTo>
                    <a:pt x="1634" y="658"/>
                  </a:lnTo>
                  <a:lnTo>
                    <a:pt x="1635" y="658"/>
                  </a:lnTo>
                  <a:lnTo>
                    <a:pt x="1635" y="658"/>
                  </a:lnTo>
                  <a:lnTo>
                    <a:pt x="1636" y="658"/>
                  </a:lnTo>
                  <a:lnTo>
                    <a:pt x="1636" y="658"/>
                  </a:lnTo>
                  <a:lnTo>
                    <a:pt x="1637" y="658"/>
                  </a:lnTo>
                  <a:lnTo>
                    <a:pt x="1637" y="643"/>
                  </a:lnTo>
                  <a:lnTo>
                    <a:pt x="1638" y="643"/>
                  </a:lnTo>
                  <a:lnTo>
                    <a:pt x="1638" y="643"/>
                  </a:lnTo>
                  <a:lnTo>
                    <a:pt x="1638" y="643"/>
                  </a:lnTo>
                  <a:lnTo>
                    <a:pt x="1639" y="628"/>
                  </a:lnTo>
                  <a:lnTo>
                    <a:pt x="1639" y="628"/>
                  </a:lnTo>
                  <a:lnTo>
                    <a:pt x="1640" y="628"/>
                  </a:lnTo>
                  <a:lnTo>
                    <a:pt x="1640" y="613"/>
                  </a:lnTo>
                  <a:lnTo>
                    <a:pt x="1641" y="613"/>
                  </a:lnTo>
                  <a:lnTo>
                    <a:pt x="1641" y="613"/>
                  </a:lnTo>
                  <a:lnTo>
                    <a:pt x="1642" y="598"/>
                  </a:lnTo>
                  <a:lnTo>
                    <a:pt x="1642" y="598"/>
                  </a:lnTo>
                  <a:lnTo>
                    <a:pt x="1642" y="598"/>
                  </a:lnTo>
                  <a:lnTo>
                    <a:pt x="1643" y="583"/>
                  </a:lnTo>
                  <a:lnTo>
                    <a:pt x="1644" y="583"/>
                  </a:lnTo>
                  <a:lnTo>
                    <a:pt x="1644" y="583"/>
                  </a:lnTo>
                  <a:lnTo>
                    <a:pt x="1644" y="568"/>
                  </a:lnTo>
                  <a:lnTo>
                    <a:pt x="1645" y="568"/>
                  </a:lnTo>
                  <a:lnTo>
                    <a:pt x="1645" y="568"/>
                  </a:lnTo>
                  <a:lnTo>
                    <a:pt x="1646" y="568"/>
                  </a:lnTo>
                  <a:lnTo>
                    <a:pt x="1646" y="568"/>
                  </a:lnTo>
                  <a:lnTo>
                    <a:pt x="1647" y="568"/>
                  </a:lnTo>
                  <a:lnTo>
                    <a:pt x="1647" y="568"/>
                  </a:lnTo>
                  <a:lnTo>
                    <a:pt x="1648" y="568"/>
                  </a:lnTo>
                  <a:lnTo>
                    <a:pt x="1648" y="568"/>
                  </a:lnTo>
                  <a:lnTo>
                    <a:pt x="1648" y="568"/>
                  </a:lnTo>
                  <a:lnTo>
                    <a:pt x="1649" y="568"/>
                  </a:lnTo>
                  <a:lnTo>
                    <a:pt x="1649" y="553"/>
                  </a:lnTo>
                  <a:lnTo>
                    <a:pt x="1650" y="553"/>
                  </a:lnTo>
                  <a:lnTo>
                    <a:pt x="1650" y="553"/>
                  </a:lnTo>
                  <a:lnTo>
                    <a:pt x="1651" y="553"/>
                  </a:lnTo>
                  <a:lnTo>
                    <a:pt x="1651" y="553"/>
                  </a:lnTo>
                  <a:lnTo>
                    <a:pt x="1651" y="553"/>
                  </a:lnTo>
                  <a:lnTo>
                    <a:pt x="1652" y="553"/>
                  </a:lnTo>
                  <a:lnTo>
                    <a:pt x="1653" y="553"/>
                  </a:lnTo>
                  <a:lnTo>
                    <a:pt x="1653" y="553"/>
                  </a:lnTo>
                  <a:lnTo>
                    <a:pt x="1653" y="538"/>
                  </a:lnTo>
                  <a:lnTo>
                    <a:pt x="1654" y="538"/>
                  </a:lnTo>
                  <a:lnTo>
                    <a:pt x="1654" y="538"/>
                  </a:lnTo>
                  <a:lnTo>
                    <a:pt x="1655" y="538"/>
                  </a:lnTo>
                  <a:lnTo>
                    <a:pt x="1655" y="538"/>
                  </a:lnTo>
                  <a:lnTo>
                    <a:pt x="1656" y="523"/>
                  </a:lnTo>
                  <a:lnTo>
                    <a:pt x="1656" y="523"/>
                  </a:lnTo>
                  <a:lnTo>
                    <a:pt x="1657" y="523"/>
                  </a:lnTo>
                  <a:lnTo>
                    <a:pt x="1657" y="523"/>
                  </a:lnTo>
                  <a:lnTo>
                    <a:pt x="1657" y="509"/>
                  </a:lnTo>
                  <a:lnTo>
                    <a:pt x="1658" y="509"/>
                  </a:lnTo>
                  <a:lnTo>
                    <a:pt x="1659" y="509"/>
                  </a:lnTo>
                  <a:lnTo>
                    <a:pt x="1659" y="494"/>
                  </a:lnTo>
                  <a:lnTo>
                    <a:pt x="1659" y="494"/>
                  </a:lnTo>
                  <a:lnTo>
                    <a:pt x="1660" y="494"/>
                  </a:lnTo>
                  <a:lnTo>
                    <a:pt x="1660" y="479"/>
                  </a:lnTo>
                  <a:lnTo>
                    <a:pt x="1661" y="479"/>
                  </a:lnTo>
                  <a:lnTo>
                    <a:pt x="1661" y="464"/>
                  </a:lnTo>
                  <a:lnTo>
                    <a:pt x="1662" y="464"/>
                  </a:lnTo>
                  <a:lnTo>
                    <a:pt x="1662" y="464"/>
                  </a:lnTo>
                  <a:lnTo>
                    <a:pt x="1663" y="449"/>
                  </a:lnTo>
                  <a:lnTo>
                    <a:pt x="1663" y="449"/>
                  </a:lnTo>
                  <a:lnTo>
                    <a:pt x="1663" y="449"/>
                  </a:lnTo>
                  <a:lnTo>
                    <a:pt x="1664" y="449"/>
                  </a:lnTo>
                  <a:lnTo>
                    <a:pt x="1664" y="449"/>
                  </a:lnTo>
                  <a:lnTo>
                    <a:pt x="1665" y="434"/>
                  </a:lnTo>
                  <a:lnTo>
                    <a:pt x="1665" y="434"/>
                  </a:lnTo>
                  <a:lnTo>
                    <a:pt x="1666" y="434"/>
                  </a:lnTo>
                  <a:lnTo>
                    <a:pt x="1666" y="434"/>
                  </a:lnTo>
                  <a:lnTo>
                    <a:pt x="1666" y="434"/>
                  </a:lnTo>
                  <a:lnTo>
                    <a:pt x="1667" y="434"/>
                  </a:lnTo>
                  <a:lnTo>
                    <a:pt x="1668" y="419"/>
                  </a:lnTo>
                  <a:lnTo>
                    <a:pt x="1668" y="419"/>
                  </a:lnTo>
                  <a:lnTo>
                    <a:pt x="1668" y="419"/>
                  </a:lnTo>
                  <a:lnTo>
                    <a:pt x="1669" y="419"/>
                  </a:lnTo>
                  <a:lnTo>
                    <a:pt x="1669" y="419"/>
                  </a:lnTo>
                  <a:lnTo>
                    <a:pt x="1670" y="419"/>
                  </a:lnTo>
                  <a:lnTo>
                    <a:pt x="1670" y="419"/>
                  </a:lnTo>
                  <a:lnTo>
                    <a:pt x="1671" y="419"/>
                  </a:lnTo>
                  <a:lnTo>
                    <a:pt x="1671" y="434"/>
                  </a:lnTo>
                  <a:lnTo>
                    <a:pt x="1672" y="434"/>
                  </a:lnTo>
                  <a:lnTo>
                    <a:pt x="1672" y="434"/>
                  </a:lnTo>
                  <a:lnTo>
                    <a:pt x="1672" y="434"/>
                  </a:lnTo>
                  <a:lnTo>
                    <a:pt x="1673" y="419"/>
                  </a:lnTo>
                  <a:lnTo>
                    <a:pt x="1674" y="419"/>
                  </a:lnTo>
                  <a:lnTo>
                    <a:pt x="1674" y="419"/>
                  </a:lnTo>
                  <a:lnTo>
                    <a:pt x="1674" y="419"/>
                  </a:lnTo>
                  <a:lnTo>
                    <a:pt x="1675" y="419"/>
                  </a:lnTo>
                  <a:lnTo>
                    <a:pt x="1675" y="419"/>
                  </a:lnTo>
                  <a:lnTo>
                    <a:pt x="1676" y="419"/>
                  </a:lnTo>
                  <a:lnTo>
                    <a:pt x="1676" y="419"/>
                  </a:lnTo>
                  <a:lnTo>
                    <a:pt x="1677" y="419"/>
                  </a:lnTo>
                  <a:lnTo>
                    <a:pt x="1677" y="419"/>
                  </a:lnTo>
                  <a:lnTo>
                    <a:pt x="1677" y="419"/>
                  </a:lnTo>
                  <a:lnTo>
                    <a:pt x="1678" y="419"/>
                  </a:lnTo>
                  <a:lnTo>
                    <a:pt x="1678" y="419"/>
                  </a:lnTo>
                  <a:lnTo>
                    <a:pt x="1679" y="434"/>
                  </a:lnTo>
                  <a:lnTo>
                    <a:pt x="1679" y="434"/>
                  </a:lnTo>
                  <a:lnTo>
                    <a:pt x="1680" y="434"/>
                  </a:lnTo>
                  <a:lnTo>
                    <a:pt x="1680" y="434"/>
                  </a:lnTo>
                  <a:lnTo>
                    <a:pt x="1681" y="434"/>
                  </a:lnTo>
                  <a:lnTo>
                    <a:pt x="1681" y="434"/>
                  </a:lnTo>
                  <a:lnTo>
                    <a:pt x="1681" y="434"/>
                  </a:lnTo>
                  <a:lnTo>
                    <a:pt x="1682" y="449"/>
                  </a:lnTo>
                  <a:lnTo>
                    <a:pt x="1683" y="449"/>
                  </a:lnTo>
                  <a:lnTo>
                    <a:pt x="1683" y="449"/>
                  </a:lnTo>
                  <a:lnTo>
                    <a:pt x="1683" y="449"/>
                  </a:lnTo>
                  <a:lnTo>
                    <a:pt x="1684" y="464"/>
                  </a:lnTo>
                  <a:lnTo>
                    <a:pt x="1684" y="464"/>
                  </a:lnTo>
                  <a:lnTo>
                    <a:pt x="1685" y="464"/>
                  </a:lnTo>
                  <a:lnTo>
                    <a:pt x="1685" y="464"/>
                  </a:lnTo>
                  <a:lnTo>
                    <a:pt x="1686" y="464"/>
                  </a:lnTo>
                  <a:lnTo>
                    <a:pt x="1686" y="464"/>
                  </a:lnTo>
                  <a:lnTo>
                    <a:pt x="1687" y="464"/>
                  </a:lnTo>
                  <a:lnTo>
                    <a:pt x="1687" y="464"/>
                  </a:lnTo>
                  <a:lnTo>
                    <a:pt x="1687" y="464"/>
                  </a:lnTo>
                  <a:lnTo>
                    <a:pt x="1688" y="464"/>
                  </a:lnTo>
                  <a:lnTo>
                    <a:pt x="1689" y="464"/>
                  </a:lnTo>
                  <a:lnTo>
                    <a:pt x="1689" y="464"/>
                  </a:lnTo>
                  <a:lnTo>
                    <a:pt x="1689" y="464"/>
                  </a:lnTo>
                  <a:lnTo>
                    <a:pt x="1690" y="464"/>
                  </a:lnTo>
                  <a:lnTo>
                    <a:pt x="1690" y="464"/>
                  </a:lnTo>
                  <a:lnTo>
                    <a:pt x="1691" y="464"/>
                  </a:lnTo>
                  <a:lnTo>
                    <a:pt x="1691" y="464"/>
                  </a:lnTo>
                  <a:lnTo>
                    <a:pt x="1692" y="464"/>
                  </a:lnTo>
                  <a:lnTo>
                    <a:pt x="1692" y="464"/>
                  </a:lnTo>
                  <a:lnTo>
                    <a:pt x="1692" y="464"/>
                  </a:lnTo>
                  <a:lnTo>
                    <a:pt x="1693" y="464"/>
                  </a:lnTo>
                  <a:lnTo>
                    <a:pt x="1693" y="464"/>
                  </a:lnTo>
                  <a:lnTo>
                    <a:pt x="1694" y="464"/>
                  </a:lnTo>
                  <a:lnTo>
                    <a:pt x="1694" y="464"/>
                  </a:lnTo>
                  <a:lnTo>
                    <a:pt x="1695" y="464"/>
                  </a:lnTo>
                  <a:lnTo>
                    <a:pt x="1695" y="464"/>
                  </a:lnTo>
                  <a:lnTo>
                    <a:pt x="1696" y="464"/>
                  </a:lnTo>
                  <a:lnTo>
                    <a:pt x="1696" y="464"/>
                  </a:lnTo>
                  <a:lnTo>
                    <a:pt x="1696" y="449"/>
                  </a:lnTo>
                  <a:lnTo>
                    <a:pt x="1697" y="449"/>
                  </a:lnTo>
                  <a:lnTo>
                    <a:pt x="1698" y="449"/>
                  </a:lnTo>
                  <a:lnTo>
                    <a:pt x="1698" y="449"/>
                  </a:lnTo>
                  <a:lnTo>
                    <a:pt x="1698" y="449"/>
                  </a:lnTo>
                  <a:lnTo>
                    <a:pt x="1699" y="449"/>
                  </a:lnTo>
                  <a:lnTo>
                    <a:pt x="1699" y="434"/>
                  </a:lnTo>
                  <a:lnTo>
                    <a:pt x="1700" y="434"/>
                  </a:lnTo>
                  <a:lnTo>
                    <a:pt x="1700" y="434"/>
                  </a:lnTo>
                  <a:lnTo>
                    <a:pt x="1701" y="434"/>
                  </a:lnTo>
                  <a:lnTo>
                    <a:pt x="1701" y="434"/>
                  </a:lnTo>
                  <a:lnTo>
                    <a:pt x="1702" y="434"/>
                  </a:lnTo>
                  <a:lnTo>
                    <a:pt x="1702" y="419"/>
                  </a:lnTo>
                  <a:lnTo>
                    <a:pt x="1702" y="419"/>
                  </a:lnTo>
                  <a:lnTo>
                    <a:pt x="1703" y="419"/>
                  </a:lnTo>
                  <a:lnTo>
                    <a:pt x="1703" y="419"/>
                  </a:lnTo>
                  <a:lnTo>
                    <a:pt x="1704" y="419"/>
                  </a:lnTo>
                  <a:lnTo>
                    <a:pt x="1704" y="419"/>
                  </a:lnTo>
                  <a:lnTo>
                    <a:pt x="1705" y="404"/>
                  </a:lnTo>
                  <a:lnTo>
                    <a:pt x="1705" y="404"/>
                  </a:lnTo>
                  <a:lnTo>
                    <a:pt x="1706" y="404"/>
                  </a:lnTo>
                  <a:lnTo>
                    <a:pt x="1706" y="389"/>
                  </a:lnTo>
                  <a:lnTo>
                    <a:pt x="1707" y="389"/>
                  </a:lnTo>
                  <a:lnTo>
                    <a:pt x="1707" y="374"/>
                  </a:lnTo>
                  <a:lnTo>
                    <a:pt x="1707" y="374"/>
                  </a:lnTo>
                  <a:lnTo>
                    <a:pt x="1708" y="359"/>
                  </a:lnTo>
                  <a:lnTo>
                    <a:pt x="1708" y="359"/>
                  </a:lnTo>
                  <a:lnTo>
                    <a:pt x="1709" y="344"/>
                  </a:lnTo>
                  <a:lnTo>
                    <a:pt x="1709" y="329"/>
                  </a:lnTo>
                  <a:lnTo>
                    <a:pt x="1710" y="329"/>
                  </a:lnTo>
                  <a:lnTo>
                    <a:pt x="1710" y="314"/>
                  </a:lnTo>
                  <a:lnTo>
                    <a:pt x="1711" y="299"/>
                  </a:lnTo>
                  <a:lnTo>
                    <a:pt x="1711" y="284"/>
                  </a:lnTo>
                  <a:lnTo>
                    <a:pt x="1711" y="284"/>
                  </a:lnTo>
                  <a:lnTo>
                    <a:pt x="1712" y="269"/>
                  </a:lnTo>
                  <a:lnTo>
                    <a:pt x="1713" y="254"/>
                  </a:lnTo>
                  <a:lnTo>
                    <a:pt x="1713" y="254"/>
                  </a:lnTo>
                  <a:lnTo>
                    <a:pt x="1713" y="239"/>
                  </a:lnTo>
                  <a:lnTo>
                    <a:pt x="1714" y="224"/>
                  </a:lnTo>
                  <a:lnTo>
                    <a:pt x="1714" y="224"/>
                  </a:lnTo>
                  <a:lnTo>
                    <a:pt x="1715" y="210"/>
                  </a:lnTo>
                  <a:lnTo>
                    <a:pt x="1715" y="210"/>
                  </a:lnTo>
                  <a:lnTo>
                    <a:pt x="1716" y="195"/>
                  </a:lnTo>
                  <a:lnTo>
                    <a:pt x="1716" y="195"/>
                  </a:lnTo>
                  <a:lnTo>
                    <a:pt x="1717" y="195"/>
                  </a:lnTo>
                  <a:lnTo>
                    <a:pt x="1717" y="180"/>
                  </a:lnTo>
                  <a:lnTo>
                    <a:pt x="1717" y="180"/>
                  </a:lnTo>
                  <a:lnTo>
                    <a:pt x="1718" y="165"/>
                  </a:lnTo>
                  <a:lnTo>
                    <a:pt x="1718" y="165"/>
                  </a:lnTo>
                  <a:lnTo>
                    <a:pt x="1719" y="150"/>
                  </a:lnTo>
                  <a:lnTo>
                    <a:pt x="1719" y="150"/>
                  </a:lnTo>
                  <a:lnTo>
                    <a:pt x="1720" y="150"/>
                  </a:lnTo>
                  <a:lnTo>
                    <a:pt x="1720" y="135"/>
                  </a:lnTo>
                  <a:lnTo>
                    <a:pt x="1720" y="135"/>
                  </a:lnTo>
                  <a:lnTo>
                    <a:pt x="1721" y="135"/>
                  </a:lnTo>
                  <a:lnTo>
                    <a:pt x="1722" y="135"/>
                  </a:lnTo>
                  <a:lnTo>
                    <a:pt x="1722" y="135"/>
                  </a:lnTo>
                  <a:lnTo>
                    <a:pt x="1722" y="135"/>
                  </a:lnTo>
                  <a:lnTo>
                    <a:pt x="1723" y="135"/>
                  </a:lnTo>
                  <a:lnTo>
                    <a:pt x="1723" y="120"/>
                  </a:lnTo>
                  <a:lnTo>
                    <a:pt x="1724" y="120"/>
                  </a:lnTo>
                  <a:lnTo>
                    <a:pt x="1724" y="120"/>
                  </a:lnTo>
                  <a:lnTo>
                    <a:pt x="1725" y="120"/>
                  </a:lnTo>
                  <a:lnTo>
                    <a:pt x="1725" y="120"/>
                  </a:lnTo>
                  <a:lnTo>
                    <a:pt x="1726" y="120"/>
                  </a:lnTo>
                  <a:lnTo>
                    <a:pt x="1726" y="120"/>
                  </a:lnTo>
                  <a:lnTo>
                    <a:pt x="1726" y="120"/>
                  </a:lnTo>
                  <a:lnTo>
                    <a:pt x="1727" y="105"/>
                  </a:lnTo>
                  <a:lnTo>
                    <a:pt x="1728" y="105"/>
                  </a:lnTo>
                  <a:lnTo>
                    <a:pt x="1728" y="105"/>
                  </a:lnTo>
                  <a:lnTo>
                    <a:pt x="1728" y="105"/>
                  </a:lnTo>
                  <a:lnTo>
                    <a:pt x="1729" y="105"/>
                  </a:lnTo>
                  <a:lnTo>
                    <a:pt x="1729" y="105"/>
                  </a:lnTo>
                  <a:lnTo>
                    <a:pt x="1730" y="90"/>
                  </a:lnTo>
                  <a:lnTo>
                    <a:pt x="1730" y="90"/>
                  </a:lnTo>
                  <a:lnTo>
                    <a:pt x="1731" y="90"/>
                  </a:lnTo>
                  <a:lnTo>
                    <a:pt x="1731" y="105"/>
                  </a:lnTo>
                  <a:lnTo>
                    <a:pt x="1732" y="105"/>
                  </a:lnTo>
                  <a:lnTo>
                    <a:pt x="1732" y="105"/>
                  </a:lnTo>
                  <a:lnTo>
                    <a:pt x="1732" y="105"/>
                  </a:lnTo>
                  <a:lnTo>
                    <a:pt x="1733" y="105"/>
                  </a:lnTo>
                  <a:lnTo>
                    <a:pt x="1733" y="105"/>
                  </a:lnTo>
                  <a:lnTo>
                    <a:pt x="1734" y="105"/>
                  </a:lnTo>
                  <a:lnTo>
                    <a:pt x="1734" y="105"/>
                  </a:lnTo>
                  <a:lnTo>
                    <a:pt x="1735" y="105"/>
                  </a:lnTo>
                  <a:lnTo>
                    <a:pt x="1735" y="105"/>
                  </a:lnTo>
                  <a:lnTo>
                    <a:pt x="1735" y="105"/>
                  </a:lnTo>
                  <a:lnTo>
                    <a:pt x="1736" y="105"/>
                  </a:lnTo>
                  <a:lnTo>
                    <a:pt x="1737" y="105"/>
                  </a:lnTo>
                  <a:lnTo>
                    <a:pt x="1737" y="105"/>
                  </a:lnTo>
                  <a:lnTo>
                    <a:pt x="1737" y="105"/>
                  </a:lnTo>
                  <a:lnTo>
                    <a:pt x="1738" y="105"/>
                  </a:lnTo>
                  <a:lnTo>
                    <a:pt x="1738" y="105"/>
                  </a:lnTo>
                  <a:lnTo>
                    <a:pt x="1739" y="105"/>
                  </a:lnTo>
                  <a:lnTo>
                    <a:pt x="1739" y="105"/>
                  </a:lnTo>
                  <a:lnTo>
                    <a:pt x="1740" y="105"/>
                  </a:lnTo>
                  <a:lnTo>
                    <a:pt x="1740" y="105"/>
                  </a:lnTo>
                  <a:lnTo>
                    <a:pt x="1741" y="105"/>
                  </a:lnTo>
                  <a:lnTo>
                    <a:pt x="1741" y="120"/>
                  </a:lnTo>
                  <a:lnTo>
                    <a:pt x="1741" y="120"/>
                  </a:lnTo>
                  <a:lnTo>
                    <a:pt x="1742" y="120"/>
                  </a:lnTo>
                  <a:lnTo>
                    <a:pt x="1743" y="120"/>
                  </a:lnTo>
                  <a:lnTo>
                    <a:pt x="1743" y="120"/>
                  </a:lnTo>
                  <a:lnTo>
                    <a:pt x="1743" y="120"/>
                  </a:lnTo>
                  <a:lnTo>
                    <a:pt x="1744" y="120"/>
                  </a:lnTo>
                  <a:lnTo>
                    <a:pt x="1744" y="120"/>
                  </a:lnTo>
                  <a:lnTo>
                    <a:pt x="1745" y="120"/>
                  </a:lnTo>
                  <a:lnTo>
                    <a:pt x="1745" y="120"/>
                  </a:lnTo>
                  <a:lnTo>
                    <a:pt x="1746" y="120"/>
                  </a:lnTo>
                  <a:lnTo>
                    <a:pt x="1746" y="120"/>
                  </a:lnTo>
                  <a:lnTo>
                    <a:pt x="1746" y="120"/>
                  </a:lnTo>
                  <a:lnTo>
                    <a:pt x="1747" y="120"/>
                  </a:lnTo>
                  <a:lnTo>
                    <a:pt x="1748" y="120"/>
                  </a:lnTo>
                  <a:lnTo>
                    <a:pt x="1748" y="120"/>
                  </a:lnTo>
                  <a:lnTo>
                    <a:pt x="1748" y="120"/>
                  </a:lnTo>
                  <a:lnTo>
                    <a:pt x="1749" y="120"/>
                  </a:lnTo>
                  <a:lnTo>
                    <a:pt x="1749" y="120"/>
                  </a:lnTo>
                  <a:lnTo>
                    <a:pt x="1750" y="120"/>
                  </a:lnTo>
                  <a:lnTo>
                    <a:pt x="1750" y="120"/>
                  </a:lnTo>
                  <a:lnTo>
                    <a:pt x="1751" y="120"/>
                  </a:lnTo>
                  <a:lnTo>
                    <a:pt x="1751" y="120"/>
                  </a:lnTo>
                  <a:lnTo>
                    <a:pt x="1752" y="120"/>
                  </a:lnTo>
                  <a:lnTo>
                    <a:pt x="1752" y="120"/>
                  </a:lnTo>
                  <a:lnTo>
                    <a:pt x="1752" y="135"/>
                  </a:lnTo>
                  <a:lnTo>
                    <a:pt x="1753" y="135"/>
                  </a:lnTo>
                  <a:lnTo>
                    <a:pt x="1754" y="135"/>
                  </a:lnTo>
                  <a:lnTo>
                    <a:pt x="1754" y="135"/>
                  </a:lnTo>
                  <a:lnTo>
                    <a:pt x="1754" y="150"/>
                  </a:lnTo>
                  <a:lnTo>
                    <a:pt x="1755" y="150"/>
                  </a:lnTo>
                  <a:lnTo>
                    <a:pt x="1755" y="150"/>
                  </a:lnTo>
                  <a:lnTo>
                    <a:pt x="1756" y="150"/>
                  </a:lnTo>
                  <a:lnTo>
                    <a:pt x="1756" y="150"/>
                  </a:lnTo>
                  <a:lnTo>
                    <a:pt x="1757" y="150"/>
                  </a:lnTo>
                  <a:lnTo>
                    <a:pt x="1757" y="150"/>
                  </a:lnTo>
                  <a:lnTo>
                    <a:pt x="1758" y="150"/>
                  </a:lnTo>
                  <a:lnTo>
                    <a:pt x="1758" y="150"/>
                  </a:lnTo>
                  <a:lnTo>
                    <a:pt x="1758" y="150"/>
                  </a:lnTo>
                  <a:lnTo>
                    <a:pt x="1759" y="150"/>
                  </a:lnTo>
                  <a:lnTo>
                    <a:pt x="1759" y="135"/>
                  </a:lnTo>
                  <a:lnTo>
                    <a:pt x="1760" y="135"/>
                  </a:lnTo>
                  <a:lnTo>
                    <a:pt x="1760" y="135"/>
                  </a:lnTo>
                  <a:lnTo>
                    <a:pt x="1761" y="120"/>
                  </a:lnTo>
                  <a:lnTo>
                    <a:pt x="1761" y="120"/>
                  </a:lnTo>
                  <a:lnTo>
                    <a:pt x="1761" y="120"/>
                  </a:lnTo>
                  <a:lnTo>
                    <a:pt x="1762" y="105"/>
                  </a:lnTo>
                  <a:lnTo>
                    <a:pt x="1763" y="105"/>
                  </a:lnTo>
                  <a:lnTo>
                    <a:pt x="1763" y="90"/>
                  </a:lnTo>
                  <a:lnTo>
                    <a:pt x="1763" y="90"/>
                  </a:lnTo>
                  <a:lnTo>
                    <a:pt x="1764" y="90"/>
                  </a:lnTo>
                  <a:lnTo>
                    <a:pt x="1764" y="75"/>
                  </a:lnTo>
                  <a:lnTo>
                    <a:pt x="1765" y="75"/>
                  </a:lnTo>
                  <a:lnTo>
                    <a:pt x="1765" y="75"/>
                  </a:lnTo>
                  <a:lnTo>
                    <a:pt x="1766" y="60"/>
                  </a:lnTo>
                  <a:lnTo>
                    <a:pt x="1766" y="60"/>
                  </a:lnTo>
                  <a:lnTo>
                    <a:pt x="1767" y="60"/>
                  </a:lnTo>
                  <a:lnTo>
                    <a:pt x="1767" y="45"/>
                  </a:lnTo>
                  <a:lnTo>
                    <a:pt x="1767" y="45"/>
                  </a:lnTo>
                  <a:lnTo>
                    <a:pt x="1768" y="45"/>
                  </a:lnTo>
                  <a:lnTo>
                    <a:pt x="1769" y="45"/>
                  </a:lnTo>
                  <a:lnTo>
                    <a:pt x="1769" y="30"/>
                  </a:lnTo>
                  <a:lnTo>
                    <a:pt x="1769" y="30"/>
                  </a:lnTo>
                  <a:lnTo>
                    <a:pt x="1770" y="30"/>
                  </a:lnTo>
                  <a:lnTo>
                    <a:pt x="1770" y="30"/>
                  </a:lnTo>
                  <a:lnTo>
                    <a:pt x="1771" y="30"/>
                  </a:lnTo>
                  <a:lnTo>
                    <a:pt x="1771" y="15"/>
                  </a:lnTo>
                  <a:lnTo>
                    <a:pt x="1772" y="15"/>
                  </a:lnTo>
                  <a:lnTo>
                    <a:pt x="1772" y="15"/>
                  </a:lnTo>
                  <a:lnTo>
                    <a:pt x="1772" y="15"/>
                  </a:lnTo>
                  <a:lnTo>
                    <a:pt x="1773" y="0"/>
                  </a:lnTo>
                  <a:lnTo>
                    <a:pt x="1773" y="0"/>
                  </a:lnTo>
                  <a:lnTo>
                    <a:pt x="1774" y="0"/>
                  </a:lnTo>
                  <a:lnTo>
                    <a:pt x="1774" y="0"/>
                  </a:lnTo>
                  <a:lnTo>
                    <a:pt x="1775" y="0"/>
                  </a:lnTo>
                  <a:lnTo>
                    <a:pt x="1775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7" y="0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778" y="15"/>
                  </a:lnTo>
                  <a:lnTo>
                    <a:pt x="1779" y="15"/>
                  </a:lnTo>
                  <a:lnTo>
                    <a:pt x="1779" y="15"/>
                  </a:lnTo>
                  <a:lnTo>
                    <a:pt x="1780" y="30"/>
                  </a:lnTo>
                  <a:lnTo>
                    <a:pt x="1780" y="30"/>
                  </a:lnTo>
                  <a:lnTo>
                    <a:pt x="1781" y="30"/>
                  </a:lnTo>
                  <a:lnTo>
                    <a:pt x="1781" y="45"/>
                  </a:lnTo>
                  <a:lnTo>
                    <a:pt x="1782" y="45"/>
                  </a:lnTo>
                  <a:lnTo>
                    <a:pt x="1782" y="45"/>
                  </a:lnTo>
                  <a:lnTo>
                    <a:pt x="1782" y="45"/>
                  </a:lnTo>
                  <a:lnTo>
                    <a:pt x="1783" y="45"/>
                  </a:lnTo>
                  <a:lnTo>
                    <a:pt x="1784" y="45"/>
                  </a:lnTo>
                  <a:lnTo>
                    <a:pt x="1784" y="45"/>
                  </a:lnTo>
                  <a:lnTo>
                    <a:pt x="1784" y="45"/>
                  </a:lnTo>
                  <a:lnTo>
                    <a:pt x="1785" y="45"/>
                  </a:lnTo>
                  <a:lnTo>
                    <a:pt x="1785" y="45"/>
                  </a:lnTo>
                  <a:lnTo>
                    <a:pt x="1786" y="45"/>
                  </a:lnTo>
                  <a:lnTo>
                    <a:pt x="1786" y="30"/>
                  </a:lnTo>
                  <a:lnTo>
                    <a:pt x="1787" y="30"/>
                  </a:lnTo>
                  <a:lnTo>
                    <a:pt x="1787" y="30"/>
                  </a:lnTo>
                  <a:lnTo>
                    <a:pt x="1787" y="15"/>
                  </a:lnTo>
                  <a:lnTo>
                    <a:pt x="1788" y="15"/>
                  </a:lnTo>
                  <a:lnTo>
                    <a:pt x="1788" y="15"/>
                  </a:lnTo>
                  <a:lnTo>
                    <a:pt x="1789" y="15"/>
                  </a:lnTo>
                  <a:lnTo>
                    <a:pt x="1789" y="0"/>
                  </a:lnTo>
                  <a:lnTo>
                    <a:pt x="1790" y="0"/>
                  </a:lnTo>
                  <a:lnTo>
                    <a:pt x="1790" y="15"/>
                  </a:lnTo>
                  <a:lnTo>
                    <a:pt x="1791" y="15"/>
                  </a:lnTo>
                  <a:lnTo>
                    <a:pt x="1791" y="30"/>
                  </a:lnTo>
                  <a:lnTo>
                    <a:pt x="1791" y="45"/>
                  </a:lnTo>
                  <a:lnTo>
                    <a:pt x="1792" y="60"/>
                  </a:lnTo>
                  <a:lnTo>
                    <a:pt x="1793" y="75"/>
                  </a:lnTo>
                  <a:lnTo>
                    <a:pt x="1793" y="105"/>
                  </a:lnTo>
                  <a:lnTo>
                    <a:pt x="1793" y="135"/>
                  </a:lnTo>
                  <a:lnTo>
                    <a:pt x="1794" y="165"/>
                  </a:lnTo>
                  <a:lnTo>
                    <a:pt x="1794" y="195"/>
                  </a:lnTo>
                  <a:lnTo>
                    <a:pt x="1795" y="239"/>
                  </a:lnTo>
                  <a:lnTo>
                    <a:pt x="1795" y="284"/>
                  </a:lnTo>
                  <a:lnTo>
                    <a:pt x="1796" y="329"/>
                  </a:lnTo>
                  <a:lnTo>
                    <a:pt x="1796" y="374"/>
                  </a:lnTo>
                  <a:lnTo>
                    <a:pt x="1797" y="434"/>
                  </a:lnTo>
                  <a:lnTo>
                    <a:pt x="1797" y="479"/>
                  </a:lnTo>
                  <a:lnTo>
                    <a:pt x="1797" y="538"/>
                  </a:lnTo>
                  <a:lnTo>
                    <a:pt x="1798" y="583"/>
                  </a:lnTo>
                  <a:lnTo>
                    <a:pt x="1798" y="643"/>
                  </a:lnTo>
                  <a:lnTo>
                    <a:pt x="1799" y="688"/>
                  </a:lnTo>
                  <a:lnTo>
                    <a:pt x="1799" y="748"/>
                  </a:lnTo>
                  <a:lnTo>
                    <a:pt x="1800" y="793"/>
                  </a:lnTo>
                  <a:lnTo>
                    <a:pt x="1800" y="852"/>
                  </a:lnTo>
                  <a:lnTo>
                    <a:pt x="1801" y="897"/>
                  </a:lnTo>
                  <a:lnTo>
                    <a:pt x="1801" y="942"/>
                  </a:lnTo>
                  <a:lnTo>
                    <a:pt x="1802" y="1002"/>
                  </a:lnTo>
                  <a:lnTo>
                    <a:pt x="1802" y="1046"/>
                  </a:lnTo>
                  <a:lnTo>
                    <a:pt x="1802" y="1092"/>
                  </a:lnTo>
                  <a:lnTo>
                    <a:pt x="1803" y="1121"/>
                  </a:lnTo>
                  <a:lnTo>
                    <a:pt x="1803" y="1166"/>
                  </a:lnTo>
                  <a:lnTo>
                    <a:pt x="1804" y="1196"/>
                  </a:lnTo>
                  <a:lnTo>
                    <a:pt x="1804" y="1226"/>
                  </a:lnTo>
                  <a:lnTo>
                    <a:pt x="1805" y="1256"/>
                  </a:lnTo>
                  <a:lnTo>
                    <a:pt x="1805" y="1286"/>
                  </a:lnTo>
                  <a:lnTo>
                    <a:pt x="1806" y="1301"/>
                  </a:lnTo>
                  <a:lnTo>
                    <a:pt x="1806" y="1316"/>
                  </a:lnTo>
                  <a:lnTo>
                    <a:pt x="1806" y="1331"/>
                  </a:lnTo>
                  <a:lnTo>
                    <a:pt x="1807" y="1345"/>
                  </a:lnTo>
                  <a:lnTo>
                    <a:pt x="1808" y="1345"/>
                  </a:lnTo>
                  <a:lnTo>
                    <a:pt x="1808" y="1331"/>
                  </a:lnTo>
                  <a:lnTo>
                    <a:pt x="1808" y="1316"/>
                  </a:lnTo>
                  <a:lnTo>
                    <a:pt x="1809" y="1301"/>
                  </a:lnTo>
                  <a:lnTo>
                    <a:pt x="1809" y="1271"/>
                  </a:lnTo>
                  <a:lnTo>
                    <a:pt x="1810" y="1241"/>
                  </a:lnTo>
                  <a:lnTo>
                    <a:pt x="1810" y="1211"/>
                  </a:lnTo>
                  <a:lnTo>
                    <a:pt x="1811" y="1181"/>
                  </a:lnTo>
                  <a:lnTo>
                    <a:pt x="1811" y="1136"/>
                  </a:lnTo>
                  <a:lnTo>
                    <a:pt x="1812" y="1077"/>
                  </a:lnTo>
                  <a:lnTo>
                    <a:pt x="1812" y="1032"/>
                  </a:lnTo>
                  <a:lnTo>
                    <a:pt x="1812" y="972"/>
                  </a:lnTo>
                  <a:lnTo>
                    <a:pt x="1813" y="912"/>
                  </a:lnTo>
                  <a:lnTo>
                    <a:pt x="1813" y="837"/>
                  </a:lnTo>
                  <a:lnTo>
                    <a:pt x="1814" y="763"/>
                  </a:lnTo>
                  <a:lnTo>
                    <a:pt x="1814" y="673"/>
                  </a:lnTo>
                  <a:lnTo>
                    <a:pt x="1815" y="583"/>
                  </a:lnTo>
                  <a:lnTo>
                    <a:pt x="1815" y="494"/>
                  </a:lnTo>
                  <a:lnTo>
                    <a:pt x="1816" y="374"/>
                  </a:lnTo>
                  <a:lnTo>
                    <a:pt x="1816" y="269"/>
                  </a:lnTo>
                  <a:lnTo>
                    <a:pt x="1817" y="1256"/>
                  </a:lnTo>
                  <a:lnTo>
                    <a:pt x="1817" y="1256"/>
                  </a:lnTo>
                  <a:lnTo>
                    <a:pt x="1817" y="1256"/>
                  </a:lnTo>
                  <a:lnTo>
                    <a:pt x="1818" y="1256"/>
                  </a:lnTo>
                  <a:lnTo>
                    <a:pt x="1818" y="1241"/>
                  </a:lnTo>
                  <a:lnTo>
                    <a:pt x="1819" y="1241"/>
                  </a:lnTo>
                  <a:lnTo>
                    <a:pt x="1819" y="1241"/>
                  </a:lnTo>
                  <a:lnTo>
                    <a:pt x="1820" y="1241"/>
                  </a:lnTo>
                  <a:lnTo>
                    <a:pt x="1820" y="1241"/>
                  </a:lnTo>
                  <a:lnTo>
                    <a:pt x="1821" y="1241"/>
                  </a:lnTo>
                  <a:lnTo>
                    <a:pt x="1821" y="1241"/>
                  </a:lnTo>
                  <a:lnTo>
                    <a:pt x="1821" y="1241"/>
                  </a:lnTo>
                  <a:lnTo>
                    <a:pt x="1822" y="1241"/>
                  </a:lnTo>
                  <a:lnTo>
                    <a:pt x="1823" y="1241"/>
                  </a:lnTo>
                  <a:lnTo>
                    <a:pt x="1823" y="1241"/>
                  </a:lnTo>
                  <a:lnTo>
                    <a:pt x="1823" y="1241"/>
                  </a:lnTo>
                  <a:lnTo>
                    <a:pt x="1824" y="1241"/>
                  </a:lnTo>
                  <a:lnTo>
                    <a:pt x="1824" y="1241"/>
                  </a:lnTo>
                  <a:lnTo>
                    <a:pt x="1825" y="1241"/>
                  </a:lnTo>
                  <a:lnTo>
                    <a:pt x="1825" y="1241"/>
                  </a:lnTo>
                  <a:lnTo>
                    <a:pt x="1826" y="1241"/>
                  </a:lnTo>
                  <a:lnTo>
                    <a:pt x="1826" y="1241"/>
                  </a:lnTo>
                  <a:lnTo>
                    <a:pt x="1827" y="1241"/>
                  </a:lnTo>
                  <a:lnTo>
                    <a:pt x="1827" y="1241"/>
                  </a:lnTo>
                  <a:lnTo>
                    <a:pt x="1827" y="1241"/>
                  </a:lnTo>
                  <a:lnTo>
                    <a:pt x="1828" y="1241"/>
                  </a:lnTo>
                  <a:lnTo>
                    <a:pt x="1828" y="1241"/>
                  </a:lnTo>
                  <a:lnTo>
                    <a:pt x="1829" y="1241"/>
                  </a:lnTo>
                  <a:lnTo>
                    <a:pt x="1829" y="1241"/>
                  </a:lnTo>
                  <a:lnTo>
                    <a:pt x="1830" y="1241"/>
                  </a:lnTo>
                  <a:lnTo>
                    <a:pt x="1830" y="1241"/>
                  </a:lnTo>
                  <a:lnTo>
                    <a:pt x="1830" y="1241"/>
                  </a:lnTo>
                  <a:lnTo>
                    <a:pt x="1831" y="1226"/>
                  </a:lnTo>
                  <a:lnTo>
                    <a:pt x="1832" y="1226"/>
                  </a:lnTo>
                  <a:lnTo>
                    <a:pt x="1832" y="1226"/>
                  </a:lnTo>
                  <a:lnTo>
                    <a:pt x="1832" y="1226"/>
                  </a:lnTo>
                  <a:lnTo>
                    <a:pt x="1833" y="1226"/>
                  </a:lnTo>
                  <a:lnTo>
                    <a:pt x="1833" y="1211"/>
                  </a:lnTo>
                  <a:lnTo>
                    <a:pt x="1834" y="1211"/>
                  </a:lnTo>
                  <a:lnTo>
                    <a:pt x="1834" y="1211"/>
                  </a:lnTo>
                  <a:lnTo>
                    <a:pt x="1835" y="1196"/>
                  </a:lnTo>
                  <a:lnTo>
                    <a:pt x="1835" y="1196"/>
                  </a:lnTo>
                  <a:lnTo>
                    <a:pt x="1836" y="1196"/>
                  </a:lnTo>
                  <a:lnTo>
                    <a:pt x="1836" y="1196"/>
                  </a:lnTo>
                  <a:lnTo>
                    <a:pt x="1836" y="1181"/>
                  </a:lnTo>
                  <a:lnTo>
                    <a:pt x="1837" y="1181"/>
                  </a:lnTo>
                  <a:lnTo>
                    <a:pt x="1838" y="1181"/>
                  </a:lnTo>
                  <a:lnTo>
                    <a:pt x="1838" y="1181"/>
                  </a:lnTo>
                  <a:lnTo>
                    <a:pt x="1838" y="1181"/>
                  </a:lnTo>
                  <a:lnTo>
                    <a:pt x="1839" y="1181"/>
                  </a:lnTo>
                  <a:lnTo>
                    <a:pt x="1839" y="1166"/>
                  </a:lnTo>
                  <a:lnTo>
                    <a:pt x="1840" y="1166"/>
                  </a:lnTo>
                  <a:lnTo>
                    <a:pt x="1840" y="1166"/>
                  </a:lnTo>
                  <a:lnTo>
                    <a:pt x="1841" y="1166"/>
                  </a:lnTo>
                  <a:lnTo>
                    <a:pt x="1841" y="1151"/>
                  </a:lnTo>
                  <a:lnTo>
                    <a:pt x="1842" y="1151"/>
                  </a:lnTo>
                  <a:lnTo>
                    <a:pt x="1842" y="1151"/>
                  </a:lnTo>
                  <a:lnTo>
                    <a:pt x="1842" y="1151"/>
                  </a:lnTo>
                  <a:lnTo>
                    <a:pt x="1843" y="1136"/>
                  </a:lnTo>
                  <a:lnTo>
                    <a:pt x="1843" y="1136"/>
                  </a:lnTo>
                  <a:lnTo>
                    <a:pt x="1844" y="1136"/>
                  </a:lnTo>
                  <a:lnTo>
                    <a:pt x="1844" y="1136"/>
                  </a:lnTo>
                  <a:lnTo>
                    <a:pt x="1845" y="1136"/>
                  </a:lnTo>
                  <a:lnTo>
                    <a:pt x="1845" y="1136"/>
                  </a:lnTo>
                  <a:lnTo>
                    <a:pt x="1845" y="1121"/>
                  </a:lnTo>
                  <a:lnTo>
                    <a:pt x="1846" y="1121"/>
                  </a:lnTo>
                  <a:lnTo>
                    <a:pt x="1847" y="1121"/>
                  </a:lnTo>
                  <a:lnTo>
                    <a:pt x="1847" y="1121"/>
                  </a:lnTo>
                  <a:lnTo>
                    <a:pt x="1847" y="1107"/>
                  </a:lnTo>
                  <a:lnTo>
                    <a:pt x="1848" y="1107"/>
                  </a:lnTo>
                  <a:lnTo>
                    <a:pt x="1848" y="1107"/>
                  </a:lnTo>
                  <a:lnTo>
                    <a:pt x="1849" y="1107"/>
                  </a:lnTo>
                  <a:lnTo>
                    <a:pt x="1849" y="1107"/>
                  </a:lnTo>
                  <a:lnTo>
                    <a:pt x="1850" y="1107"/>
                  </a:lnTo>
                  <a:lnTo>
                    <a:pt x="1850" y="1092"/>
                  </a:lnTo>
                  <a:lnTo>
                    <a:pt x="1851" y="1092"/>
                  </a:lnTo>
                  <a:lnTo>
                    <a:pt x="1851" y="1092"/>
                  </a:lnTo>
                  <a:lnTo>
                    <a:pt x="1851" y="1092"/>
                  </a:lnTo>
                  <a:lnTo>
                    <a:pt x="1852" y="1092"/>
                  </a:lnTo>
                  <a:lnTo>
                    <a:pt x="1853" y="1092"/>
                  </a:lnTo>
                  <a:lnTo>
                    <a:pt x="1853" y="1092"/>
                  </a:lnTo>
                  <a:lnTo>
                    <a:pt x="1853" y="1092"/>
                  </a:lnTo>
                  <a:lnTo>
                    <a:pt x="1854" y="1092"/>
                  </a:lnTo>
                  <a:lnTo>
                    <a:pt x="1854" y="1092"/>
                  </a:lnTo>
                  <a:lnTo>
                    <a:pt x="1855" y="1092"/>
                  </a:lnTo>
                  <a:lnTo>
                    <a:pt x="1855" y="1092"/>
                  </a:lnTo>
                  <a:lnTo>
                    <a:pt x="1856" y="1092"/>
                  </a:lnTo>
                  <a:lnTo>
                    <a:pt x="1856" y="1092"/>
                  </a:lnTo>
                  <a:lnTo>
                    <a:pt x="1856" y="1092"/>
                  </a:lnTo>
                  <a:lnTo>
                    <a:pt x="1857" y="1092"/>
                  </a:lnTo>
                  <a:lnTo>
                    <a:pt x="1858" y="1107"/>
                  </a:lnTo>
                  <a:lnTo>
                    <a:pt x="1858" y="1092"/>
                  </a:lnTo>
                  <a:lnTo>
                    <a:pt x="1858" y="1092"/>
                  </a:lnTo>
                  <a:lnTo>
                    <a:pt x="1859" y="1092"/>
                  </a:lnTo>
                  <a:lnTo>
                    <a:pt x="1859" y="1092"/>
                  </a:lnTo>
                  <a:lnTo>
                    <a:pt x="1860" y="1092"/>
                  </a:lnTo>
                  <a:lnTo>
                    <a:pt x="1860" y="1092"/>
                  </a:lnTo>
                  <a:lnTo>
                    <a:pt x="1861" y="1092"/>
                  </a:lnTo>
                  <a:lnTo>
                    <a:pt x="1861" y="1092"/>
                  </a:lnTo>
                  <a:lnTo>
                    <a:pt x="1862" y="1077"/>
                  </a:lnTo>
                  <a:lnTo>
                    <a:pt x="1862" y="1077"/>
                  </a:lnTo>
                  <a:lnTo>
                    <a:pt x="1862" y="1077"/>
                  </a:lnTo>
                  <a:lnTo>
                    <a:pt x="1863" y="1077"/>
                  </a:lnTo>
                  <a:lnTo>
                    <a:pt x="1864" y="1061"/>
                  </a:lnTo>
                  <a:lnTo>
                    <a:pt x="1864" y="1061"/>
                  </a:lnTo>
                  <a:lnTo>
                    <a:pt x="1864" y="1061"/>
                  </a:lnTo>
                  <a:lnTo>
                    <a:pt x="1865" y="1061"/>
                  </a:lnTo>
                  <a:lnTo>
                    <a:pt x="1865" y="1046"/>
                  </a:lnTo>
                  <a:lnTo>
                    <a:pt x="1866" y="1046"/>
                  </a:lnTo>
                  <a:lnTo>
                    <a:pt x="1866" y="1046"/>
                  </a:lnTo>
                  <a:lnTo>
                    <a:pt x="1867" y="1046"/>
                  </a:lnTo>
                  <a:lnTo>
                    <a:pt x="1867" y="1032"/>
                  </a:lnTo>
                  <a:lnTo>
                    <a:pt x="1868" y="1032"/>
                  </a:lnTo>
                  <a:lnTo>
                    <a:pt x="1868" y="1032"/>
                  </a:lnTo>
                  <a:lnTo>
                    <a:pt x="1868" y="1032"/>
                  </a:lnTo>
                  <a:lnTo>
                    <a:pt x="1869" y="1032"/>
                  </a:lnTo>
                  <a:lnTo>
                    <a:pt x="1869" y="1032"/>
                  </a:lnTo>
                  <a:lnTo>
                    <a:pt x="1870" y="1032"/>
                  </a:lnTo>
                  <a:lnTo>
                    <a:pt x="1870" y="1032"/>
                  </a:lnTo>
                  <a:lnTo>
                    <a:pt x="1871" y="1032"/>
                  </a:lnTo>
                  <a:lnTo>
                    <a:pt x="1871" y="1032"/>
                  </a:lnTo>
                  <a:lnTo>
                    <a:pt x="1871" y="1032"/>
                  </a:lnTo>
                  <a:lnTo>
                    <a:pt x="1872" y="1032"/>
                  </a:lnTo>
                  <a:lnTo>
                    <a:pt x="1873" y="1032"/>
                  </a:lnTo>
                  <a:lnTo>
                    <a:pt x="1873" y="1032"/>
                  </a:lnTo>
                  <a:lnTo>
                    <a:pt x="1873" y="1032"/>
                  </a:lnTo>
                  <a:lnTo>
                    <a:pt x="1874" y="1032"/>
                  </a:lnTo>
                  <a:lnTo>
                    <a:pt x="1874" y="1032"/>
                  </a:lnTo>
                  <a:lnTo>
                    <a:pt x="1875" y="1032"/>
                  </a:lnTo>
                  <a:lnTo>
                    <a:pt x="1875" y="1032"/>
                  </a:lnTo>
                  <a:lnTo>
                    <a:pt x="1876" y="1032"/>
                  </a:lnTo>
                  <a:lnTo>
                    <a:pt x="1876" y="1032"/>
                  </a:lnTo>
                  <a:lnTo>
                    <a:pt x="1877" y="1032"/>
                  </a:lnTo>
                  <a:lnTo>
                    <a:pt x="1877" y="1046"/>
                  </a:lnTo>
                  <a:lnTo>
                    <a:pt x="1877" y="1046"/>
                  </a:lnTo>
                  <a:lnTo>
                    <a:pt x="1878" y="1046"/>
                  </a:lnTo>
                  <a:lnTo>
                    <a:pt x="1879" y="1046"/>
                  </a:lnTo>
                  <a:lnTo>
                    <a:pt x="1879" y="1046"/>
                  </a:lnTo>
                  <a:lnTo>
                    <a:pt x="1879" y="1046"/>
                  </a:lnTo>
                  <a:lnTo>
                    <a:pt x="1880" y="1046"/>
                  </a:lnTo>
                  <a:lnTo>
                    <a:pt x="1880" y="1046"/>
                  </a:lnTo>
                  <a:lnTo>
                    <a:pt x="1881" y="1046"/>
                  </a:lnTo>
                  <a:lnTo>
                    <a:pt x="1881" y="1046"/>
                  </a:lnTo>
                  <a:lnTo>
                    <a:pt x="1882" y="1046"/>
                  </a:lnTo>
                  <a:lnTo>
                    <a:pt x="1882" y="1046"/>
                  </a:lnTo>
                  <a:lnTo>
                    <a:pt x="1882" y="1046"/>
                  </a:lnTo>
                  <a:lnTo>
                    <a:pt x="1883" y="1061"/>
                  </a:lnTo>
                  <a:lnTo>
                    <a:pt x="1883" y="1061"/>
                  </a:lnTo>
                  <a:lnTo>
                    <a:pt x="1884" y="1061"/>
                  </a:lnTo>
                  <a:lnTo>
                    <a:pt x="1884" y="1061"/>
                  </a:lnTo>
                  <a:lnTo>
                    <a:pt x="1885" y="1061"/>
                  </a:lnTo>
                  <a:lnTo>
                    <a:pt x="1885" y="1061"/>
                  </a:lnTo>
                  <a:lnTo>
                    <a:pt x="1886" y="1061"/>
                  </a:lnTo>
                  <a:lnTo>
                    <a:pt x="1886" y="1061"/>
                  </a:lnTo>
                  <a:lnTo>
                    <a:pt x="1886" y="1046"/>
                  </a:lnTo>
                  <a:lnTo>
                    <a:pt x="1887" y="1046"/>
                  </a:lnTo>
                  <a:lnTo>
                    <a:pt x="1888" y="1046"/>
                  </a:lnTo>
                  <a:lnTo>
                    <a:pt x="1888" y="1046"/>
                  </a:lnTo>
                  <a:lnTo>
                    <a:pt x="1888" y="1046"/>
                  </a:lnTo>
                  <a:lnTo>
                    <a:pt x="1889" y="1046"/>
                  </a:lnTo>
                  <a:lnTo>
                    <a:pt x="1889" y="1032"/>
                  </a:lnTo>
                  <a:lnTo>
                    <a:pt x="1890" y="1032"/>
                  </a:lnTo>
                  <a:lnTo>
                    <a:pt x="1890" y="1032"/>
                  </a:lnTo>
                  <a:lnTo>
                    <a:pt x="1891" y="1032"/>
                  </a:lnTo>
                  <a:lnTo>
                    <a:pt x="1891" y="1032"/>
                  </a:lnTo>
                  <a:lnTo>
                    <a:pt x="1892" y="1032"/>
                  </a:lnTo>
                  <a:lnTo>
                    <a:pt x="1892" y="1032"/>
                  </a:lnTo>
                  <a:lnTo>
                    <a:pt x="1892" y="1032"/>
                  </a:lnTo>
                  <a:lnTo>
                    <a:pt x="1893" y="1032"/>
                  </a:lnTo>
                  <a:lnTo>
                    <a:pt x="1894" y="1032"/>
                  </a:lnTo>
                  <a:lnTo>
                    <a:pt x="1894" y="1032"/>
                  </a:lnTo>
                  <a:lnTo>
                    <a:pt x="1894" y="1032"/>
                  </a:lnTo>
                  <a:lnTo>
                    <a:pt x="1895" y="1032"/>
                  </a:lnTo>
                  <a:lnTo>
                    <a:pt x="1895" y="1032"/>
                  </a:lnTo>
                  <a:lnTo>
                    <a:pt x="1896" y="1032"/>
                  </a:lnTo>
                  <a:lnTo>
                    <a:pt x="1896" y="1017"/>
                  </a:lnTo>
                  <a:lnTo>
                    <a:pt x="1897" y="1017"/>
                  </a:lnTo>
                  <a:lnTo>
                    <a:pt x="1897" y="1017"/>
                  </a:lnTo>
                  <a:lnTo>
                    <a:pt x="1897" y="1017"/>
                  </a:lnTo>
                  <a:lnTo>
                    <a:pt x="1898" y="1002"/>
                  </a:lnTo>
                  <a:lnTo>
                    <a:pt x="1898" y="1002"/>
                  </a:lnTo>
                  <a:lnTo>
                    <a:pt x="1899" y="1002"/>
                  </a:lnTo>
                  <a:lnTo>
                    <a:pt x="1899" y="987"/>
                  </a:lnTo>
                  <a:lnTo>
                    <a:pt x="1900" y="987"/>
                  </a:lnTo>
                  <a:lnTo>
                    <a:pt x="1900" y="987"/>
                  </a:lnTo>
                  <a:lnTo>
                    <a:pt x="1901" y="987"/>
                  </a:lnTo>
                  <a:lnTo>
                    <a:pt x="1901" y="987"/>
                  </a:lnTo>
                  <a:lnTo>
                    <a:pt x="1901" y="972"/>
                  </a:lnTo>
                  <a:lnTo>
                    <a:pt x="1902" y="972"/>
                  </a:lnTo>
                  <a:lnTo>
                    <a:pt x="1903" y="972"/>
                  </a:lnTo>
                  <a:lnTo>
                    <a:pt x="1903" y="972"/>
                  </a:lnTo>
                  <a:lnTo>
                    <a:pt x="1903" y="957"/>
                  </a:lnTo>
                  <a:lnTo>
                    <a:pt x="1904" y="957"/>
                  </a:lnTo>
                  <a:lnTo>
                    <a:pt x="1904" y="957"/>
                  </a:lnTo>
                  <a:lnTo>
                    <a:pt x="1905" y="957"/>
                  </a:lnTo>
                  <a:lnTo>
                    <a:pt x="1905" y="942"/>
                  </a:lnTo>
                  <a:lnTo>
                    <a:pt x="1906" y="942"/>
                  </a:lnTo>
                  <a:lnTo>
                    <a:pt x="1906" y="942"/>
                  </a:lnTo>
                  <a:lnTo>
                    <a:pt x="1907" y="927"/>
                  </a:lnTo>
                  <a:lnTo>
                    <a:pt x="1907" y="927"/>
                  </a:lnTo>
                  <a:lnTo>
                    <a:pt x="1907" y="927"/>
                  </a:lnTo>
                  <a:lnTo>
                    <a:pt x="1908" y="912"/>
                  </a:lnTo>
                  <a:lnTo>
                    <a:pt x="1908" y="912"/>
                  </a:lnTo>
                  <a:lnTo>
                    <a:pt x="1909" y="912"/>
                  </a:lnTo>
                  <a:lnTo>
                    <a:pt x="1909" y="912"/>
                  </a:lnTo>
                  <a:lnTo>
                    <a:pt x="1910" y="897"/>
                  </a:lnTo>
                  <a:lnTo>
                    <a:pt x="1910" y="897"/>
                  </a:lnTo>
                  <a:lnTo>
                    <a:pt x="1911" y="897"/>
                  </a:lnTo>
                  <a:lnTo>
                    <a:pt x="1911" y="897"/>
                  </a:lnTo>
                  <a:lnTo>
                    <a:pt x="1912" y="882"/>
                  </a:lnTo>
                  <a:lnTo>
                    <a:pt x="1912" y="882"/>
                  </a:lnTo>
                  <a:lnTo>
                    <a:pt x="1912" y="882"/>
                  </a:lnTo>
                  <a:lnTo>
                    <a:pt x="1913" y="882"/>
                  </a:lnTo>
                  <a:lnTo>
                    <a:pt x="1913" y="882"/>
                  </a:lnTo>
                  <a:lnTo>
                    <a:pt x="1914" y="867"/>
                  </a:lnTo>
                  <a:lnTo>
                    <a:pt x="1914" y="867"/>
                  </a:lnTo>
                  <a:lnTo>
                    <a:pt x="1915" y="867"/>
                  </a:lnTo>
                  <a:lnTo>
                    <a:pt x="1915" y="867"/>
                  </a:lnTo>
                  <a:lnTo>
                    <a:pt x="1916" y="867"/>
                  </a:lnTo>
                  <a:lnTo>
                    <a:pt x="1916" y="867"/>
                  </a:lnTo>
                  <a:lnTo>
                    <a:pt x="1916" y="852"/>
                  </a:lnTo>
                  <a:lnTo>
                    <a:pt x="1917" y="852"/>
                  </a:lnTo>
                  <a:lnTo>
                    <a:pt x="1918" y="852"/>
                  </a:lnTo>
                  <a:lnTo>
                    <a:pt x="1918" y="852"/>
                  </a:lnTo>
                  <a:lnTo>
                    <a:pt x="1918" y="837"/>
                  </a:lnTo>
                  <a:lnTo>
                    <a:pt x="1919" y="837"/>
                  </a:lnTo>
                  <a:lnTo>
                    <a:pt x="1919" y="837"/>
                  </a:lnTo>
                  <a:lnTo>
                    <a:pt x="1920" y="822"/>
                  </a:lnTo>
                  <a:lnTo>
                    <a:pt x="1920" y="822"/>
                  </a:lnTo>
                  <a:lnTo>
                    <a:pt x="1921" y="808"/>
                  </a:lnTo>
                  <a:lnTo>
                    <a:pt x="1921" y="808"/>
                  </a:lnTo>
                  <a:lnTo>
                    <a:pt x="1922" y="808"/>
                  </a:lnTo>
                  <a:lnTo>
                    <a:pt x="1922" y="793"/>
                  </a:lnTo>
                  <a:lnTo>
                    <a:pt x="1922" y="793"/>
                  </a:lnTo>
                  <a:lnTo>
                    <a:pt x="1923" y="778"/>
                  </a:lnTo>
                  <a:lnTo>
                    <a:pt x="1923" y="778"/>
                  </a:lnTo>
                  <a:lnTo>
                    <a:pt x="1924" y="763"/>
                  </a:lnTo>
                  <a:lnTo>
                    <a:pt x="1924" y="763"/>
                  </a:lnTo>
                  <a:lnTo>
                    <a:pt x="1925" y="763"/>
                  </a:lnTo>
                  <a:lnTo>
                    <a:pt x="1925" y="748"/>
                  </a:lnTo>
                  <a:lnTo>
                    <a:pt x="1925" y="748"/>
                  </a:lnTo>
                  <a:lnTo>
                    <a:pt x="1926" y="748"/>
                  </a:lnTo>
                  <a:lnTo>
                    <a:pt x="1927" y="733"/>
                  </a:lnTo>
                  <a:lnTo>
                    <a:pt x="1927" y="733"/>
                  </a:lnTo>
                  <a:lnTo>
                    <a:pt x="1927" y="733"/>
                  </a:lnTo>
                  <a:lnTo>
                    <a:pt x="1928" y="733"/>
                  </a:lnTo>
                  <a:lnTo>
                    <a:pt x="1928" y="733"/>
                  </a:lnTo>
                  <a:lnTo>
                    <a:pt x="1929" y="733"/>
                  </a:lnTo>
                  <a:lnTo>
                    <a:pt x="1929" y="733"/>
                  </a:lnTo>
                  <a:lnTo>
                    <a:pt x="1930" y="733"/>
                  </a:lnTo>
                  <a:lnTo>
                    <a:pt x="1930" y="733"/>
                  </a:lnTo>
                  <a:lnTo>
                    <a:pt x="1931" y="718"/>
                  </a:lnTo>
                  <a:lnTo>
                    <a:pt x="1931" y="718"/>
                  </a:lnTo>
                  <a:lnTo>
                    <a:pt x="1931" y="718"/>
                  </a:lnTo>
                  <a:lnTo>
                    <a:pt x="1932" y="718"/>
                  </a:lnTo>
                  <a:lnTo>
                    <a:pt x="1933" y="718"/>
                  </a:lnTo>
                  <a:lnTo>
                    <a:pt x="1933" y="718"/>
                  </a:lnTo>
                  <a:lnTo>
                    <a:pt x="1933" y="718"/>
                  </a:lnTo>
                  <a:lnTo>
                    <a:pt x="1934" y="703"/>
                  </a:lnTo>
                  <a:lnTo>
                    <a:pt x="1934" y="703"/>
                  </a:lnTo>
                  <a:lnTo>
                    <a:pt x="1935" y="703"/>
                  </a:lnTo>
                  <a:lnTo>
                    <a:pt x="1935" y="703"/>
                  </a:lnTo>
                  <a:lnTo>
                    <a:pt x="1936" y="703"/>
                  </a:lnTo>
                  <a:lnTo>
                    <a:pt x="1936" y="703"/>
                  </a:lnTo>
                  <a:lnTo>
                    <a:pt x="1937" y="703"/>
                  </a:lnTo>
                  <a:lnTo>
                    <a:pt x="1937" y="703"/>
                  </a:lnTo>
                  <a:lnTo>
                    <a:pt x="1937" y="703"/>
                  </a:lnTo>
                  <a:lnTo>
                    <a:pt x="1938" y="688"/>
                  </a:lnTo>
                  <a:lnTo>
                    <a:pt x="1938" y="688"/>
                  </a:lnTo>
                  <a:lnTo>
                    <a:pt x="1939" y="688"/>
                  </a:lnTo>
                  <a:lnTo>
                    <a:pt x="1939" y="688"/>
                  </a:lnTo>
                  <a:lnTo>
                    <a:pt x="1940" y="688"/>
                  </a:lnTo>
                  <a:lnTo>
                    <a:pt x="1940" y="688"/>
                  </a:lnTo>
                  <a:lnTo>
                    <a:pt x="1940" y="673"/>
                  </a:lnTo>
                  <a:lnTo>
                    <a:pt x="1941" y="673"/>
                  </a:lnTo>
                  <a:lnTo>
                    <a:pt x="1942" y="673"/>
                  </a:lnTo>
                  <a:lnTo>
                    <a:pt x="1942" y="673"/>
                  </a:lnTo>
                  <a:lnTo>
                    <a:pt x="1942" y="673"/>
                  </a:lnTo>
                  <a:lnTo>
                    <a:pt x="1943" y="673"/>
                  </a:lnTo>
                  <a:lnTo>
                    <a:pt x="1943" y="673"/>
                  </a:lnTo>
                  <a:lnTo>
                    <a:pt x="1944" y="673"/>
                  </a:lnTo>
                  <a:lnTo>
                    <a:pt x="1944" y="673"/>
                  </a:lnTo>
                  <a:lnTo>
                    <a:pt x="1945" y="688"/>
                  </a:lnTo>
                  <a:lnTo>
                    <a:pt x="1945" y="688"/>
                  </a:lnTo>
                  <a:lnTo>
                    <a:pt x="1946" y="688"/>
                  </a:lnTo>
                  <a:lnTo>
                    <a:pt x="1946" y="688"/>
                  </a:lnTo>
                  <a:lnTo>
                    <a:pt x="1946" y="688"/>
                  </a:lnTo>
                  <a:lnTo>
                    <a:pt x="1947" y="688"/>
                  </a:lnTo>
                  <a:lnTo>
                    <a:pt x="1948" y="673"/>
                  </a:lnTo>
                  <a:lnTo>
                    <a:pt x="1948" y="673"/>
                  </a:lnTo>
                  <a:lnTo>
                    <a:pt x="1948" y="673"/>
                  </a:lnTo>
                  <a:lnTo>
                    <a:pt x="1949" y="673"/>
                  </a:lnTo>
                  <a:lnTo>
                    <a:pt x="1949" y="673"/>
                  </a:lnTo>
                  <a:lnTo>
                    <a:pt x="1950" y="688"/>
                  </a:lnTo>
                  <a:lnTo>
                    <a:pt x="1950" y="688"/>
                  </a:lnTo>
                  <a:lnTo>
                    <a:pt x="1951" y="688"/>
                  </a:lnTo>
                  <a:lnTo>
                    <a:pt x="1951" y="688"/>
                  </a:lnTo>
                  <a:lnTo>
                    <a:pt x="1951" y="688"/>
                  </a:lnTo>
                  <a:lnTo>
                    <a:pt x="1952" y="688"/>
                  </a:lnTo>
                  <a:lnTo>
                    <a:pt x="1952" y="688"/>
                  </a:lnTo>
                  <a:lnTo>
                    <a:pt x="1953" y="688"/>
                  </a:lnTo>
                  <a:lnTo>
                    <a:pt x="1953" y="688"/>
                  </a:lnTo>
                  <a:lnTo>
                    <a:pt x="1954" y="688"/>
                  </a:lnTo>
                  <a:lnTo>
                    <a:pt x="1954" y="688"/>
                  </a:lnTo>
                  <a:lnTo>
                    <a:pt x="1955" y="688"/>
                  </a:lnTo>
                  <a:lnTo>
                    <a:pt x="1955" y="703"/>
                  </a:lnTo>
                  <a:lnTo>
                    <a:pt x="1955" y="703"/>
                  </a:lnTo>
                  <a:lnTo>
                    <a:pt x="1956" y="703"/>
                  </a:lnTo>
                  <a:lnTo>
                    <a:pt x="1957" y="703"/>
                  </a:lnTo>
                  <a:lnTo>
                    <a:pt x="1957" y="703"/>
                  </a:lnTo>
                  <a:lnTo>
                    <a:pt x="1957" y="703"/>
                  </a:lnTo>
                  <a:lnTo>
                    <a:pt x="1958" y="703"/>
                  </a:lnTo>
                  <a:lnTo>
                    <a:pt x="1958" y="718"/>
                  </a:lnTo>
                  <a:lnTo>
                    <a:pt x="1959" y="718"/>
                  </a:lnTo>
                  <a:lnTo>
                    <a:pt x="1959" y="718"/>
                  </a:lnTo>
                  <a:lnTo>
                    <a:pt x="1960" y="718"/>
                  </a:lnTo>
                  <a:lnTo>
                    <a:pt x="1960" y="718"/>
                  </a:lnTo>
                  <a:lnTo>
                    <a:pt x="1961" y="718"/>
                  </a:lnTo>
                  <a:lnTo>
                    <a:pt x="1961" y="718"/>
                  </a:lnTo>
                  <a:lnTo>
                    <a:pt x="1961" y="718"/>
                  </a:lnTo>
                  <a:lnTo>
                    <a:pt x="1962" y="718"/>
                  </a:lnTo>
                  <a:lnTo>
                    <a:pt x="1963" y="718"/>
                  </a:lnTo>
                  <a:lnTo>
                    <a:pt x="1963" y="718"/>
                  </a:lnTo>
                  <a:lnTo>
                    <a:pt x="1963" y="718"/>
                  </a:lnTo>
                  <a:lnTo>
                    <a:pt x="1964" y="718"/>
                  </a:lnTo>
                  <a:lnTo>
                    <a:pt x="1964" y="718"/>
                  </a:lnTo>
                  <a:lnTo>
                    <a:pt x="1965" y="718"/>
                  </a:lnTo>
                  <a:lnTo>
                    <a:pt x="1965" y="718"/>
                  </a:lnTo>
                  <a:lnTo>
                    <a:pt x="1966" y="718"/>
                  </a:lnTo>
                  <a:lnTo>
                    <a:pt x="1966" y="718"/>
                  </a:lnTo>
                  <a:lnTo>
                    <a:pt x="1966" y="703"/>
                  </a:lnTo>
                  <a:lnTo>
                    <a:pt x="1967" y="703"/>
                  </a:lnTo>
                  <a:lnTo>
                    <a:pt x="1968" y="703"/>
                  </a:lnTo>
                  <a:lnTo>
                    <a:pt x="1968" y="703"/>
                  </a:lnTo>
                  <a:lnTo>
                    <a:pt x="1968" y="703"/>
                  </a:lnTo>
                  <a:lnTo>
                    <a:pt x="1969" y="703"/>
                  </a:lnTo>
                  <a:lnTo>
                    <a:pt x="1969" y="688"/>
                  </a:lnTo>
                  <a:lnTo>
                    <a:pt x="1970" y="688"/>
                  </a:lnTo>
                  <a:lnTo>
                    <a:pt x="1970" y="688"/>
                  </a:lnTo>
                  <a:lnTo>
                    <a:pt x="1971" y="688"/>
                  </a:lnTo>
                  <a:lnTo>
                    <a:pt x="1971" y="688"/>
                  </a:lnTo>
                  <a:lnTo>
                    <a:pt x="1972" y="688"/>
                  </a:lnTo>
                  <a:lnTo>
                    <a:pt x="1972" y="688"/>
                  </a:lnTo>
                  <a:lnTo>
                    <a:pt x="1972" y="673"/>
                  </a:lnTo>
                  <a:lnTo>
                    <a:pt x="1973" y="673"/>
                  </a:lnTo>
                  <a:lnTo>
                    <a:pt x="1974" y="673"/>
                  </a:lnTo>
                  <a:lnTo>
                    <a:pt x="1974" y="673"/>
                  </a:lnTo>
                  <a:lnTo>
                    <a:pt x="1974" y="673"/>
                  </a:lnTo>
                  <a:lnTo>
                    <a:pt x="1975" y="673"/>
                  </a:lnTo>
                  <a:lnTo>
                    <a:pt x="1975" y="673"/>
                  </a:lnTo>
                  <a:lnTo>
                    <a:pt x="1976" y="658"/>
                  </a:lnTo>
                  <a:lnTo>
                    <a:pt x="1976" y="658"/>
                  </a:lnTo>
                  <a:lnTo>
                    <a:pt x="1977" y="658"/>
                  </a:lnTo>
                  <a:lnTo>
                    <a:pt x="1977" y="658"/>
                  </a:lnTo>
                  <a:lnTo>
                    <a:pt x="1978" y="643"/>
                  </a:lnTo>
                  <a:lnTo>
                    <a:pt x="1978" y="643"/>
                  </a:lnTo>
                  <a:lnTo>
                    <a:pt x="1978" y="643"/>
                  </a:lnTo>
                  <a:lnTo>
                    <a:pt x="1979" y="643"/>
                  </a:lnTo>
                  <a:lnTo>
                    <a:pt x="1979" y="643"/>
                  </a:lnTo>
                  <a:lnTo>
                    <a:pt x="1980" y="643"/>
                  </a:lnTo>
                  <a:lnTo>
                    <a:pt x="1980" y="643"/>
                  </a:lnTo>
                  <a:lnTo>
                    <a:pt x="1981" y="628"/>
                  </a:lnTo>
                  <a:lnTo>
                    <a:pt x="1981" y="628"/>
                  </a:lnTo>
                  <a:lnTo>
                    <a:pt x="1981" y="628"/>
                  </a:lnTo>
                  <a:lnTo>
                    <a:pt x="1982" y="628"/>
                  </a:lnTo>
                  <a:lnTo>
                    <a:pt x="1983" y="628"/>
                  </a:lnTo>
                  <a:lnTo>
                    <a:pt x="1983" y="613"/>
                  </a:lnTo>
                  <a:lnTo>
                    <a:pt x="1983" y="613"/>
                  </a:lnTo>
                  <a:lnTo>
                    <a:pt x="1984" y="613"/>
                  </a:lnTo>
                  <a:lnTo>
                    <a:pt x="1984" y="613"/>
                  </a:lnTo>
                  <a:lnTo>
                    <a:pt x="1985" y="613"/>
                  </a:lnTo>
                  <a:lnTo>
                    <a:pt x="1985" y="598"/>
                  </a:lnTo>
                  <a:lnTo>
                    <a:pt x="1986" y="598"/>
                  </a:lnTo>
                  <a:lnTo>
                    <a:pt x="1986" y="598"/>
                  </a:lnTo>
                  <a:lnTo>
                    <a:pt x="1987" y="598"/>
                  </a:lnTo>
                  <a:lnTo>
                    <a:pt x="1987" y="598"/>
                  </a:lnTo>
                  <a:lnTo>
                    <a:pt x="1987" y="598"/>
                  </a:lnTo>
                  <a:lnTo>
                    <a:pt x="1988" y="583"/>
                  </a:lnTo>
                  <a:lnTo>
                    <a:pt x="1989" y="583"/>
                  </a:lnTo>
                  <a:lnTo>
                    <a:pt x="1989" y="583"/>
                  </a:lnTo>
                  <a:lnTo>
                    <a:pt x="1989" y="583"/>
                  </a:lnTo>
                  <a:lnTo>
                    <a:pt x="1990" y="583"/>
                  </a:lnTo>
                  <a:lnTo>
                    <a:pt x="1990" y="583"/>
                  </a:lnTo>
                  <a:lnTo>
                    <a:pt x="1991" y="568"/>
                  </a:lnTo>
                  <a:lnTo>
                    <a:pt x="1991" y="568"/>
                  </a:lnTo>
                  <a:lnTo>
                    <a:pt x="1992" y="568"/>
                  </a:lnTo>
                  <a:lnTo>
                    <a:pt x="1992" y="568"/>
                  </a:lnTo>
                  <a:lnTo>
                    <a:pt x="1992" y="553"/>
                  </a:lnTo>
                  <a:lnTo>
                    <a:pt x="1993" y="553"/>
                  </a:lnTo>
                  <a:lnTo>
                    <a:pt x="1993" y="553"/>
                  </a:lnTo>
                  <a:lnTo>
                    <a:pt x="1994" y="553"/>
                  </a:lnTo>
                  <a:lnTo>
                    <a:pt x="1994" y="553"/>
                  </a:lnTo>
                  <a:lnTo>
                    <a:pt x="1995" y="538"/>
                  </a:lnTo>
                  <a:lnTo>
                    <a:pt x="1995" y="538"/>
                  </a:lnTo>
                  <a:lnTo>
                    <a:pt x="1996" y="538"/>
                  </a:lnTo>
                  <a:lnTo>
                    <a:pt x="1996" y="538"/>
                  </a:lnTo>
                  <a:lnTo>
                    <a:pt x="1996" y="538"/>
                  </a:lnTo>
                  <a:lnTo>
                    <a:pt x="1997" y="538"/>
                  </a:lnTo>
                  <a:lnTo>
                    <a:pt x="1998" y="538"/>
                  </a:lnTo>
                  <a:lnTo>
                    <a:pt x="1998" y="553"/>
                  </a:lnTo>
                  <a:lnTo>
                    <a:pt x="1998" y="553"/>
                  </a:lnTo>
                  <a:lnTo>
                    <a:pt x="1999" y="553"/>
                  </a:lnTo>
                  <a:lnTo>
                    <a:pt x="1999" y="553"/>
                  </a:lnTo>
                  <a:lnTo>
                    <a:pt x="2000" y="553"/>
                  </a:lnTo>
                  <a:lnTo>
                    <a:pt x="2000" y="553"/>
                  </a:lnTo>
                  <a:lnTo>
                    <a:pt x="2001" y="553"/>
                  </a:lnTo>
                  <a:lnTo>
                    <a:pt x="2001" y="553"/>
                  </a:lnTo>
                  <a:lnTo>
                    <a:pt x="2002" y="553"/>
                  </a:lnTo>
                  <a:lnTo>
                    <a:pt x="2002" y="553"/>
                  </a:lnTo>
                  <a:lnTo>
                    <a:pt x="2002" y="553"/>
                  </a:lnTo>
                  <a:lnTo>
                    <a:pt x="2003" y="568"/>
                  </a:lnTo>
                  <a:lnTo>
                    <a:pt x="2004" y="568"/>
                  </a:lnTo>
                  <a:lnTo>
                    <a:pt x="2004" y="568"/>
                  </a:lnTo>
                  <a:lnTo>
                    <a:pt x="2004" y="568"/>
                  </a:lnTo>
                  <a:lnTo>
                    <a:pt x="2005" y="568"/>
                  </a:lnTo>
                  <a:lnTo>
                    <a:pt x="2005" y="568"/>
                  </a:lnTo>
                  <a:lnTo>
                    <a:pt x="2006" y="568"/>
                  </a:lnTo>
                  <a:lnTo>
                    <a:pt x="2006" y="583"/>
                  </a:lnTo>
                  <a:lnTo>
                    <a:pt x="2007" y="583"/>
                  </a:lnTo>
                  <a:lnTo>
                    <a:pt x="2007" y="583"/>
                  </a:lnTo>
                  <a:lnTo>
                    <a:pt x="2007" y="598"/>
                  </a:lnTo>
                  <a:lnTo>
                    <a:pt x="2008" y="598"/>
                  </a:lnTo>
                  <a:lnTo>
                    <a:pt x="2008" y="598"/>
                  </a:lnTo>
                  <a:lnTo>
                    <a:pt x="2009" y="613"/>
                  </a:lnTo>
                  <a:lnTo>
                    <a:pt x="2009" y="613"/>
                  </a:lnTo>
                  <a:lnTo>
                    <a:pt x="2010" y="613"/>
                  </a:lnTo>
                  <a:lnTo>
                    <a:pt x="2010" y="628"/>
                  </a:lnTo>
                  <a:lnTo>
                    <a:pt x="2011" y="628"/>
                  </a:lnTo>
                  <a:lnTo>
                    <a:pt x="2011" y="628"/>
                  </a:lnTo>
                  <a:lnTo>
                    <a:pt x="2011" y="628"/>
                  </a:lnTo>
                  <a:lnTo>
                    <a:pt x="2012" y="628"/>
                  </a:lnTo>
                  <a:lnTo>
                    <a:pt x="2013" y="643"/>
                  </a:lnTo>
                  <a:lnTo>
                    <a:pt x="2013" y="643"/>
                  </a:lnTo>
                  <a:lnTo>
                    <a:pt x="2013" y="643"/>
                  </a:lnTo>
                  <a:lnTo>
                    <a:pt x="2014" y="643"/>
                  </a:lnTo>
                  <a:lnTo>
                    <a:pt x="2014" y="658"/>
                  </a:lnTo>
                  <a:lnTo>
                    <a:pt x="2015" y="658"/>
                  </a:lnTo>
                  <a:lnTo>
                    <a:pt x="2015" y="658"/>
                  </a:lnTo>
                  <a:lnTo>
                    <a:pt x="2016" y="673"/>
                  </a:lnTo>
                  <a:lnTo>
                    <a:pt x="2016" y="673"/>
                  </a:lnTo>
                  <a:lnTo>
                    <a:pt x="2017" y="673"/>
                  </a:lnTo>
                  <a:lnTo>
                    <a:pt x="2017" y="673"/>
                  </a:lnTo>
                  <a:lnTo>
                    <a:pt x="2017" y="673"/>
                  </a:lnTo>
                  <a:lnTo>
                    <a:pt x="2018" y="673"/>
                  </a:lnTo>
                  <a:lnTo>
                    <a:pt x="2018" y="673"/>
                  </a:lnTo>
                  <a:lnTo>
                    <a:pt x="2019" y="673"/>
                  </a:lnTo>
                  <a:lnTo>
                    <a:pt x="2019" y="673"/>
                  </a:lnTo>
                  <a:lnTo>
                    <a:pt x="2020" y="688"/>
                  </a:lnTo>
                  <a:lnTo>
                    <a:pt x="2020" y="688"/>
                  </a:lnTo>
                  <a:lnTo>
                    <a:pt x="2021" y="688"/>
                  </a:lnTo>
                  <a:lnTo>
                    <a:pt x="2021" y="688"/>
                  </a:lnTo>
                  <a:lnTo>
                    <a:pt x="2022" y="688"/>
                  </a:lnTo>
                  <a:lnTo>
                    <a:pt x="2022" y="703"/>
                  </a:lnTo>
                  <a:lnTo>
                    <a:pt x="2022" y="703"/>
                  </a:lnTo>
                  <a:lnTo>
                    <a:pt x="2023" y="703"/>
                  </a:lnTo>
                  <a:lnTo>
                    <a:pt x="2023" y="703"/>
                  </a:lnTo>
                  <a:lnTo>
                    <a:pt x="2024" y="703"/>
                  </a:lnTo>
                  <a:lnTo>
                    <a:pt x="2024" y="718"/>
                  </a:lnTo>
                  <a:lnTo>
                    <a:pt x="2025" y="718"/>
                  </a:lnTo>
                  <a:lnTo>
                    <a:pt x="2025" y="718"/>
                  </a:lnTo>
                  <a:lnTo>
                    <a:pt x="2026" y="718"/>
                  </a:lnTo>
                  <a:lnTo>
                    <a:pt x="2026" y="718"/>
                  </a:lnTo>
                  <a:lnTo>
                    <a:pt x="2026" y="718"/>
                  </a:lnTo>
                  <a:lnTo>
                    <a:pt x="2027" y="718"/>
                  </a:lnTo>
                  <a:lnTo>
                    <a:pt x="2028" y="718"/>
                  </a:lnTo>
                  <a:lnTo>
                    <a:pt x="2028" y="718"/>
                  </a:lnTo>
                  <a:lnTo>
                    <a:pt x="2028" y="718"/>
                  </a:lnTo>
                  <a:lnTo>
                    <a:pt x="2029" y="718"/>
                  </a:lnTo>
                  <a:lnTo>
                    <a:pt x="2029" y="718"/>
                  </a:lnTo>
                  <a:lnTo>
                    <a:pt x="2030" y="718"/>
                  </a:lnTo>
                  <a:lnTo>
                    <a:pt x="2030" y="718"/>
                  </a:lnTo>
                  <a:lnTo>
                    <a:pt x="2031" y="718"/>
                  </a:lnTo>
                  <a:lnTo>
                    <a:pt x="2031" y="718"/>
                  </a:lnTo>
                  <a:lnTo>
                    <a:pt x="2032" y="718"/>
                  </a:lnTo>
                  <a:lnTo>
                    <a:pt x="2032" y="718"/>
                  </a:lnTo>
                  <a:lnTo>
                    <a:pt x="2032" y="718"/>
                  </a:lnTo>
                  <a:lnTo>
                    <a:pt x="2033" y="733"/>
                  </a:lnTo>
                  <a:lnTo>
                    <a:pt x="2033" y="733"/>
                  </a:lnTo>
                  <a:lnTo>
                    <a:pt x="2034" y="733"/>
                  </a:lnTo>
                  <a:lnTo>
                    <a:pt x="2034" y="733"/>
                  </a:lnTo>
                  <a:lnTo>
                    <a:pt x="2035" y="748"/>
                  </a:lnTo>
                  <a:lnTo>
                    <a:pt x="2035" y="748"/>
                  </a:lnTo>
                  <a:lnTo>
                    <a:pt x="2035" y="748"/>
                  </a:lnTo>
                  <a:lnTo>
                    <a:pt x="2036" y="748"/>
                  </a:lnTo>
                  <a:lnTo>
                    <a:pt x="2037" y="748"/>
                  </a:lnTo>
                  <a:lnTo>
                    <a:pt x="2037" y="763"/>
                  </a:lnTo>
                  <a:lnTo>
                    <a:pt x="2037" y="763"/>
                  </a:lnTo>
                  <a:lnTo>
                    <a:pt x="2038" y="763"/>
                  </a:lnTo>
                  <a:lnTo>
                    <a:pt x="2038" y="763"/>
                  </a:lnTo>
                  <a:lnTo>
                    <a:pt x="2039" y="763"/>
                  </a:lnTo>
                  <a:lnTo>
                    <a:pt x="2039" y="778"/>
                  </a:lnTo>
                  <a:lnTo>
                    <a:pt x="2040" y="778"/>
                  </a:lnTo>
                  <a:lnTo>
                    <a:pt x="2040" y="778"/>
                  </a:lnTo>
                  <a:lnTo>
                    <a:pt x="2041" y="778"/>
                  </a:lnTo>
                  <a:lnTo>
                    <a:pt x="2041" y="778"/>
                  </a:lnTo>
                  <a:lnTo>
                    <a:pt x="2041" y="778"/>
                  </a:lnTo>
                  <a:lnTo>
                    <a:pt x="2042" y="778"/>
                  </a:lnTo>
                  <a:lnTo>
                    <a:pt x="2043" y="778"/>
                  </a:lnTo>
                  <a:lnTo>
                    <a:pt x="2043" y="778"/>
                  </a:lnTo>
                  <a:lnTo>
                    <a:pt x="2043" y="778"/>
                  </a:lnTo>
                  <a:lnTo>
                    <a:pt x="2044" y="778"/>
                  </a:lnTo>
                  <a:lnTo>
                    <a:pt x="2044" y="778"/>
                  </a:lnTo>
                  <a:lnTo>
                    <a:pt x="2045" y="778"/>
                  </a:lnTo>
                  <a:lnTo>
                    <a:pt x="2045" y="778"/>
                  </a:lnTo>
                  <a:lnTo>
                    <a:pt x="2046" y="778"/>
                  </a:lnTo>
                  <a:lnTo>
                    <a:pt x="2046" y="778"/>
                  </a:lnTo>
                  <a:lnTo>
                    <a:pt x="2047" y="778"/>
                  </a:lnTo>
                  <a:lnTo>
                    <a:pt x="2047" y="763"/>
                  </a:lnTo>
                  <a:lnTo>
                    <a:pt x="2047" y="763"/>
                  </a:lnTo>
                  <a:lnTo>
                    <a:pt x="2048" y="763"/>
                  </a:lnTo>
                  <a:lnTo>
                    <a:pt x="2048" y="763"/>
                  </a:lnTo>
                  <a:lnTo>
                    <a:pt x="2049" y="763"/>
                  </a:lnTo>
                  <a:lnTo>
                    <a:pt x="2049" y="763"/>
                  </a:lnTo>
                  <a:lnTo>
                    <a:pt x="2050" y="763"/>
                  </a:lnTo>
                  <a:lnTo>
                    <a:pt x="2050" y="763"/>
                  </a:lnTo>
                  <a:lnTo>
                    <a:pt x="2050" y="763"/>
                  </a:lnTo>
                  <a:lnTo>
                    <a:pt x="2051" y="763"/>
                  </a:lnTo>
                  <a:lnTo>
                    <a:pt x="2052" y="763"/>
                  </a:lnTo>
                  <a:lnTo>
                    <a:pt x="2052" y="763"/>
                  </a:lnTo>
                  <a:lnTo>
                    <a:pt x="2052" y="763"/>
                  </a:lnTo>
                  <a:lnTo>
                    <a:pt x="2053" y="763"/>
                  </a:lnTo>
                  <a:lnTo>
                    <a:pt x="2053" y="763"/>
                  </a:lnTo>
                  <a:lnTo>
                    <a:pt x="2054" y="763"/>
                  </a:lnTo>
                  <a:lnTo>
                    <a:pt x="2054" y="763"/>
                  </a:lnTo>
                  <a:lnTo>
                    <a:pt x="2055" y="763"/>
                  </a:lnTo>
                  <a:lnTo>
                    <a:pt x="2055" y="763"/>
                  </a:lnTo>
                  <a:lnTo>
                    <a:pt x="2056" y="763"/>
                  </a:lnTo>
                  <a:lnTo>
                    <a:pt x="2056" y="763"/>
                  </a:lnTo>
                  <a:lnTo>
                    <a:pt x="2056" y="763"/>
                  </a:lnTo>
                  <a:lnTo>
                    <a:pt x="2057" y="763"/>
                  </a:lnTo>
                  <a:lnTo>
                    <a:pt x="2058" y="763"/>
                  </a:lnTo>
                  <a:lnTo>
                    <a:pt x="2058" y="763"/>
                  </a:lnTo>
                  <a:lnTo>
                    <a:pt x="2058" y="763"/>
                  </a:lnTo>
                  <a:lnTo>
                    <a:pt x="2059" y="748"/>
                  </a:lnTo>
                  <a:lnTo>
                    <a:pt x="2059" y="748"/>
                  </a:lnTo>
                  <a:lnTo>
                    <a:pt x="2060" y="748"/>
                  </a:lnTo>
                  <a:lnTo>
                    <a:pt x="2060" y="748"/>
                  </a:lnTo>
                  <a:lnTo>
                    <a:pt x="2061" y="748"/>
                  </a:lnTo>
                  <a:lnTo>
                    <a:pt x="2061" y="748"/>
                  </a:lnTo>
                  <a:lnTo>
                    <a:pt x="2061" y="733"/>
                  </a:lnTo>
                  <a:lnTo>
                    <a:pt x="2062" y="733"/>
                  </a:lnTo>
                  <a:lnTo>
                    <a:pt x="2062" y="733"/>
                  </a:lnTo>
                  <a:lnTo>
                    <a:pt x="2063" y="733"/>
                  </a:lnTo>
                  <a:lnTo>
                    <a:pt x="2063" y="733"/>
                  </a:lnTo>
                  <a:lnTo>
                    <a:pt x="2064" y="718"/>
                  </a:lnTo>
                  <a:lnTo>
                    <a:pt x="2064" y="718"/>
                  </a:lnTo>
                  <a:lnTo>
                    <a:pt x="2065" y="718"/>
                  </a:lnTo>
                  <a:lnTo>
                    <a:pt x="2065" y="718"/>
                  </a:lnTo>
                  <a:lnTo>
                    <a:pt x="2065" y="718"/>
                  </a:lnTo>
                  <a:lnTo>
                    <a:pt x="2066" y="718"/>
                  </a:lnTo>
                  <a:lnTo>
                    <a:pt x="2067" y="718"/>
                  </a:lnTo>
                  <a:lnTo>
                    <a:pt x="2067" y="718"/>
                  </a:lnTo>
                  <a:lnTo>
                    <a:pt x="2067" y="718"/>
                  </a:lnTo>
                  <a:lnTo>
                    <a:pt x="2068" y="733"/>
                  </a:lnTo>
                  <a:lnTo>
                    <a:pt x="2068" y="733"/>
                  </a:lnTo>
                  <a:lnTo>
                    <a:pt x="2069" y="733"/>
                  </a:lnTo>
                  <a:lnTo>
                    <a:pt x="2069" y="733"/>
                  </a:lnTo>
                  <a:lnTo>
                    <a:pt x="2070" y="733"/>
                  </a:lnTo>
                  <a:lnTo>
                    <a:pt x="2070" y="733"/>
                  </a:lnTo>
                  <a:lnTo>
                    <a:pt x="2071" y="733"/>
                  </a:lnTo>
                  <a:lnTo>
                    <a:pt x="2071" y="733"/>
                  </a:lnTo>
                  <a:lnTo>
                    <a:pt x="2071" y="733"/>
                  </a:lnTo>
                  <a:lnTo>
                    <a:pt x="2072" y="733"/>
                  </a:lnTo>
                  <a:lnTo>
                    <a:pt x="2073" y="733"/>
                  </a:lnTo>
                  <a:lnTo>
                    <a:pt x="2073" y="718"/>
                  </a:lnTo>
                  <a:lnTo>
                    <a:pt x="2073" y="718"/>
                  </a:lnTo>
                  <a:lnTo>
                    <a:pt x="2074" y="718"/>
                  </a:lnTo>
                  <a:lnTo>
                    <a:pt x="2074" y="718"/>
                  </a:lnTo>
                  <a:lnTo>
                    <a:pt x="2075" y="718"/>
                  </a:lnTo>
                  <a:lnTo>
                    <a:pt x="2075" y="703"/>
                  </a:lnTo>
                  <a:lnTo>
                    <a:pt x="2076" y="703"/>
                  </a:lnTo>
                  <a:lnTo>
                    <a:pt x="2076" y="703"/>
                  </a:lnTo>
                  <a:lnTo>
                    <a:pt x="2076" y="688"/>
                  </a:lnTo>
                  <a:lnTo>
                    <a:pt x="2077" y="688"/>
                  </a:lnTo>
                  <a:lnTo>
                    <a:pt x="2078" y="688"/>
                  </a:lnTo>
                  <a:lnTo>
                    <a:pt x="2078" y="688"/>
                  </a:lnTo>
                  <a:lnTo>
                    <a:pt x="2078" y="688"/>
                  </a:lnTo>
                  <a:lnTo>
                    <a:pt x="2079" y="673"/>
                  </a:lnTo>
                  <a:lnTo>
                    <a:pt x="2079" y="673"/>
                  </a:lnTo>
                  <a:lnTo>
                    <a:pt x="2080" y="673"/>
                  </a:lnTo>
                  <a:lnTo>
                    <a:pt x="2080" y="673"/>
                  </a:lnTo>
                  <a:lnTo>
                    <a:pt x="2081" y="673"/>
                  </a:lnTo>
                  <a:lnTo>
                    <a:pt x="2081" y="673"/>
                  </a:lnTo>
                  <a:lnTo>
                    <a:pt x="2082" y="673"/>
                  </a:lnTo>
                  <a:lnTo>
                    <a:pt x="2082" y="673"/>
                  </a:lnTo>
                  <a:lnTo>
                    <a:pt x="2082" y="673"/>
                  </a:lnTo>
                  <a:lnTo>
                    <a:pt x="2083" y="673"/>
                  </a:lnTo>
                  <a:lnTo>
                    <a:pt x="2084" y="673"/>
                  </a:lnTo>
                  <a:lnTo>
                    <a:pt x="2084" y="673"/>
                  </a:lnTo>
                  <a:lnTo>
                    <a:pt x="2084" y="673"/>
                  </a:lnTo>
                  <a:lnTo>
                    <a:pt x="2085" y="673"/>
                  </a:lnTo>
                  <a:lnTo>
                    <a:pt x="2085" y="673"/>
                  </a:lnTo>
                  <a:lnTo>
                    <a:pt x="2086" y="673"/>
                  </a:lnTo>
                  <a:lnTo>
                    <a:pt x="2086" y="673"/>
                  </a:lnTo>
                  <a:lnTo>
                    <a:pt x="2087" y="673"/>
                  </a:lnTo>
                  <a:lnTo>
                    <a:pt x="2087" y="673"/>
                  </a:lnTo>
                  <a:lnTo>
                    <a:pt x="2087" y="673"/>
                  </a:lnTo>
                  <a:lnTo>
                    <a:pt x="2088" y="673"/>
                  </a:lnTo>
                  <a:lnTo>
                    <a:pt x="2088" y="658"/>
                  </a:lnTo>
                  <a:lnTo>
                    <a:pt x="2089" y="658"/>
                  </a:lnTo>
                  <a:lnTo>
                    <a:pt x="2089" y="658"/>
                  </a:lnTo>
                  <a:lnTo>
                    <a:pt x="2090" y="658"/>
                  </a:lnTo>
                  <a:lnTo>
                    <a:pt x="2090" y="658"/>
                  </a:lnTo>
                  <a:lnTo>
                    <a:pt x="2091" y="658"/>
                  </a:lnTo>
                  <a:lnTo>
                    <a:pt x="2091" y="658"/>
                  </a:lnTo>
                  <a:lnTo>
                    <a:pt x="2091" y="643"/>
                  </a:lnTo>
                  <a:lnTo>
                    <a:pt x="2092" y="643"/>
                  </a:lnTo>
                  <a:lnTo>
                    <a:pt x="2093" y="643"/>
                  </a:lnTo>
                  <a:lnTo>
                    <a:pt x="2093" y="643"/>
                  </a:lnTo>
                  <a:lnTo>
                    <a:pt x="2093" y="628"/>
                  </a:lnTo>
                  <a:lnTo>
                    <a:pt x="2094" y="628"/>
                  </a:lnTo>
                  <a:lnTo>
                    <a:pt x="2094" y="628"/>
                  </a:lnTo>
                  <a:lnTo>
                    <a:pt x="2095" y="613"/>
                  </a:lnTo>
                  <a:lnTo>
                    <a:pt x="2095" y="613"/>
                  </a:lnTo>
                  <a:lnTo>
                    <a:pt x="2096" y="613"/>
                  </a:lnTo>
                  <a:lnTo>
                    <a:pt x="2096" y="598"/>
                  </a:lnTo>
                  <a:lnTo>
                    <a:pt x="2097" y="598"/>
                  </a:lnTo>
                  <a:lnTo>
                    <a:pt x="2097" y="598"/>
                  </a:lnTo>
                  <a:lnTo>
                    <a:pt x="2097" y="583"/>
                  </a:lnTo>
                  <a:lnTo>
                    <a:pt x="2098" y="583"/>
                  </a:lnTo>
                  <a:lnTo>
                    <a:pt x="2099" y="583"/>
                  </a:lnTo>
                  <a:lnTo>
                    <a:pt x="2099" y="568"/>
                  </a:lnTo>
                  <a:lnTo>
                    <a:pt x="2099" y="568"/>
                  </a:lnTo>
                  <a:lnTo>
                    <a:pt x="2100" y="568"/>
                  </a:lnTo>
                  <a:lnTo>
                    <a:pt x="2100" y="568"/>
                  </a:lnTo>
                  <a:lnTo>
                    <a:pt x="2101" y="568"/>
                  </a:lnTo>
                  <a:lnTo>
                    <a:pt x="2101" y="568"/>
                  </a:lnTo>
                  <a:lnTo>
                    <a:pt x="2102" y="568"/>
                  </a:lnTo>
                  <a:lnTo>
                    <a:pt x="2102" y="568"/>
                  </a:lnTo>
                  <a:lnTo>
                    <a:pt x="2102" y="568"/>
                  </a:lnTo>
                  <a:lnTo>
                    <a:pt x="2103" y="568"/>
                  </a:lnTo>
                  <a:lnTo>
                    <a:pt x="2103" y="568"/>
                  </a:lnTo>
                  <a:lnTo>
                    <a:pt x="2104" y="553"/>
                  </a:lnTo>
                  <a:lnTo>
                    <a:pt x="2104" y="553"/>
                  </a:lnTo>
                  <a:lnTo>
                    <a:pt x="2105" y="553"/>
                  </a:lnTo>
                  <a:lnTo>
                    <a:pt x="2105" y="553"/>
                  </a:lnTo>
                  <a:lnTo>
                    <a:pt x="2106" y="553"/>
                  </a:lnTo>
                  <a:lnTo>
                    <a:pt x="2106" y="553"/>
                  </a:lnTo>
                  <a:lnTo>
                    <a:pt x="2106" y="553"/>
                  </a:lnTo>
                  <a:lnTo>
                    <a:pt x="2107" y="553"/>
                  </a:lnTo>
                  <a:lnTo>
                    <a:pt x="2108" y="553"/>
                  </a:lnTo>
                  <a:lnTo>
                    <a:pt x="2108" y="538"/>
                  </a:lnTo>
                  <a:lnTo>
                    <a:pt x="2108" y="538"/>
                  </a:lnTo>
                  <a:lnTo>
                    <a:pt x="2109" y="538"/>
                  </a:lnTo>
                  <a:lnTo>
                    <a:pt x="2109" y="538"/>
                  </a:lnTo>
                  <a:lnTo>
                    <a:pt x="2110" y="538"/>
                  </a:lnTo>
                  <a:lnTo>
                    <a:pt x="2110" y="523"/>
                  </a:lnTo>
                  <a:lnTo>
                    <a:pt x="2111" y="523"/>
                  </a:lnTo>
                  <a:lnTo>
                    <a:pt x="2111" y="523"/>
                  </a:lnTo>
                  <a:lnTo>
                    <a:pt x="2112" y="523"/>
                  </a:lnTo>
                  <a:lnTo>
                    <a:pt x="2112" y="509"/>
                  </a:lnTo>
                  <a:lnTo>
                    <a:pt x="2112" y="509"/>
                  </a:lnTo>
                  <a:lnTo>
                    <a:pt x="2113" y="509"/>
                  </a:lnTo>
                  <a:lnTo>
                    <a:pt x="2113" y="494"/>
                  </a:lnTo>
                  <a:lnTo>
                    <a:pt x="2114" y="494"/>
                  </a:lnTo>
                  <a:lnTo>
                    <a:pt x="2114" y="494"/>
                  </a:lnTo>
                  <a:lnTo>
                    <a:pt x="2115" y="479"/>
                  </a:lnTo>
                  <a:lnTo>
                    <a:pt x="2115" y="479"/>
                  </a:lnTo>
                  <a:lnTo>
                    <a:pt x="2116" y="464"/>
                  </a:lnTo>
                  <a:lnTo>
                    <a:pt x="2116" y="464"/>
                  </a:lnTo>
                  <a:lnTo>
                    <a:pt x="2117" y="464"/>
                  </a:lnTo>
                  <a:lnTo>
                    <a:pt x="2117" y="449"/>
                  </a:lnTo>
                  <a:lnTo>
                    <a:pt x="2117" y="449"/>
                  </a:lnTo>
                  <a:lnTo>
                    <a:pt x="2118" y="449"/>
                  </a:lnTo>
                  <a:lnTo>
                    <a:pt x="2118" y="449"/>
                  </a:lnTo>
                  <a:lnTo>
                    <a:pt x="2119" y="449"/>
                  </a:lnTo>
                  <a:lnTo>
                    <a:pt x="2119" y="434"/>
                  </a:lnTo>
                  <a:lnTo>
                    <a:pt x="2120" y="434"/>
                  </a:lnTo>
                  <a:lnTo>
                    <a:pt x="2120" y="434"/>
                  </a:lnTo>
                  <a:lnTo>
                    <a:pt x="2121" y="434"/>
                  </a:lnTo>
                  <a:lnTo>
                    <a:pt x="2121" y="434"/>
                  </a:lnTo>
                  <a:lnTo>
                    <a:pt x="2121" y="434"/>
                  </a:lnTo>
                  <a:lnTo>
                    <a:pt x="2122" y="419"/>
                  </a:lnTo>
                  <a:lnTo>
                    <a:pt x="2123" y="419"/>
                  </a:lnTo>
                  <a:lnTo>
                    <a:pt x="2123" y="419"/>
                  </a:lnTo>
                  <a:lnTo>
                    <a:pt x="2123" y="419"/>
                  </a:lnTo>
                  <a:lnTo>
                    <a:pt x="2124" y="419"/>
                  </a:lnTo>
                  <a:lnTo>
                    <a:pt x="2124" y="419"/>
                  </a:lnTo>
                  <a:lnTo>
                    <a:pt x="2125" y="419"/>
                  </a:lnTo>
                  <a:lnTo>
                    <a:pt x="2125" y="419"/>
                  </a:lnTo>
                  <a:lnTo>
                    <a:pt x="2126" y="434"/>
                  </a:lnTo>
                  <a:lnTo>
                    <a:pt x="2126" y="434"/>
                  </a:lnTo>
                  <a:lnTo>
                    <a:pt x="2127" y="434"/>
                  </a:lnTo>
                  <a:lnTo>
                    <a:pt x="2127" y="434"/>
                  </a:lnTo>
                  <a:lnTo>
                    <a:pt x="2127" y="419"/>
                  </a:lnTo>
                  <a:lnTo>
                    <a:pt x="2128" y="419"/>
                  </a:lnTo>
                  <a:lnTo>
                    <a:pt x="2128" y="419"/>
                  </a:lnTo>
                  <a:lnTo>
                    <a:pt x="2129" y="419"/>
                  </a:lnTo>
                  <a:lnTo>
                    <a:pt x="2129" y="419"/>
                  </a:lnTo>
                  <a:lnTo>
                    <a:pt x="2130" y="419"/>
                  </a:lnTo>
                  <a:lnTo>
                    <a:pt x="2130" y="419"/>
                  </a:lnTo>
                  <a:lnTo>
                    <a:pt x="2130" y="419"/>
                  </a:lnTo>
                  <a:lnTo>
                    <a:pt x="2131" y="419"/>
                  </a:lnTo>
                  <a:lnTo>
                    <a:pt x="2132" y="419"/>
                  </a:lnTo>
                  <a:lnTo>
                    <a:pt x="2132" y="419"/>
                  </a:lnTo>
                  <a:lnTo>
                    <a:pt x="2132" y="419"/>
                  </a:lnTo>
                  <a:lnTo>
                    <a:pt x="2133" y="419"/>
                  </a:lnTo>
                  <a:lnTo>
                    <a:pt x="2133" y="434"/>
                  </a:lnTo>
                  <a:lnTo>
                    <a:pt x="2134" y="434"/>
                  </a:lnTo>
                  <a:lnTo>
                    <a:pt x="2134" y="434"/>
                  </a:lnTo>
                  <a:lnTo>
                    <a:pt x="2135" y="434"/>
                  </a:lnTo>
                  <a:lnTo>
                    <a:pt x="2135" y="434"/>
                  </a:lnTo>
                  <a:lnTo>
                    <a:pt x="2136" y="434"/>
                  </a:lnTo>
                  <a:lnTo>
                    <a:pt x="2136" y="434"/>
                  </a:lnTo>
                  <a:lnTo>
                    <a:pt x="2136" y="449"/>
                  </a:lnTo>
                  <a:lnTo>
                    <a:pt x="2137" y="449"/>
                  </a:lnTo>
                  <a:lnTo>
                    <a:pt x="2138" y="449"/>
                  </a:lnTo>
                  <a:lnTo>
                    <a:pt x="2138" y="449"/>
                  </a:lnTo>
                  <a:lnTo>
                    <a:pt x="2138" y="464"/>
                  </a:lnTo>
                  <a:lnTo>
                    <a:pt x="2139" y="464"/>
                  </a:lnTo>
                  <a:lnTo>
                    <a:pt x="2139" y="464"/>
                  </a:lnTo>
                  <a:lnTo>
                    <a:pt x="2140" y="464"/>
                  </a:lnTo>
                  <a:lnTo>
                    <a:pt x="2140" y="464"/>
                  </a:lnTo>
                  <a:lnTo>
                    <a:pt x="2141" y="464"/>
                  </a:lnTo>
                  <a:lnTo>
                    <a:pt x="2141" y="464"/>
                  </a:lnTo>
                  <a:lnTo>
                    <a:pt x="2142" y="464"/>
                  </a:lnTo>
                  <a:lnTo>
                    <a:pt x="2142" y="464"/>
                  </a:lnTo>
                  <a:lnTo>
                    <a:pt x="2142" y="464"/>
                  </a:lnTo>
                  <a:lnTo>
                    <a:pt x="2143" y="464"/>
                  </a:lnTo>
                  <a:lnTo>
                    <a:pt x="2143" y="464"/>
                  </a:lnTo>
                  <a:lnTo>
                    <a:pt x="2144" y="464"/>
                  </a:lnTo>
                  <a:lnTo>
                    <a:pt x="2144" y="464"/>
                  </a:lnTo>
                  <a:lnTo>
                    <a:pt x="2145" y="464"/>
                  </a:lnTo>
                  <a:lnTo>
                    <a:pt x="2145" y="464"/>
                  </a:lnTo>
                  <a:lnTo>
                    <a:pt x="2145" y="464"/>
                  </a:lnTo>
                  <a:lnTo>
                    <a:pt x="2146" y="464"/>
                  </a:lnTo>
                  <a:lnTo>
                    <a:pt x="2147" y="464"/>
                  </a:lnTo>
                  <a:lnTo>
                    <a:pt x="2147" y="464"/>
                  </a:lnTo>
                  <a:lnTo>
                    <a:pt x="2147" y="464"/>
                  </a:lnTo>
                  <a:lnTo>
                    <a:pt x="2148" y="464"/>
                  </a:lnTo>
                  <a:lnTo>
                    <a:pt x="2148" y="464"/>
                  </a:lnTo>
                  <a:lnTo>
                    <a:pt x="2149" y="464"/>
                  </a:lnTo>
                  <a:lnTo>
                    <a:pt x="2149" y="464"/>
                  </a:lnTo>
                  <a:lnTo>
                    <a:pt x="2150" y="464"/>
                  </a:lnTo>
                  <a:lnTo>
                    <a:pt x="2150" y="464"/>
                  </a:lnTo>
                  <a:lnTo>
                    <a:pt x="2151" y="464"/>
                  </a:lnTo>
                  <a:lnTo>
                    <a:pt x="2151" y="449"/>
                  </a:lnTo>
                  <a:lnTo>
                    <a:pt x="2151" y="449"/>
                  </a:lnTo>
                  <a:lnTo>
                    <a:pt x="2152" y="449"/>
                  </a:lnTo>
                  <a:lnTo>
                    <a:pt x="2153" y="449"/>
                  </a:lnTo>
                  <a:lnTo>
                    <a:pt x="2153" y="449"/>
                  </a:lnTo>
                  <a:lnTo>
                    <a:pt x="2153" y="449"/>
                  </a:lnTo>
                  <a:lnTo>
                    <a:pt x="2154" y="434"/>
                  </a:lnTo>
                  <a:lnTo>
                    <a:pt x="2154" y="434"/>
                  </a:lnTo>
                  <a:lnTo>
                    <a:pt x="2155" y="434"/>
                  </a:lnTo>
                  <a:lnTo>
                    <a:pt x="2155" y="434"/>
                  </a:lnTo>
                  <a:lnTo>
                    <a:pt x="2156" y="434"/>
                  </a:lnTo>
                  <a:lnTo>
                    <a:pt x="2156" y="434"/>
                  </a:lnTo>
                  <a:lnTo>
                    <a:pt x="2157" y="419"/>
                  </a:lnTo>
                  <a:lnTo>
                    <a:pt x="2157" y="419"/>
                  </a:lnTo>
                  <a:lnTo>
                    <a:pt x="2157" y="419"/>
                  </a:lnTo>
                  <a:lnTo>
                    <a:pt x="2158" y="419"/>
                  </a:lnTo>
                  <a:lnTo>
                    <a:pt x="2158" y="419"/>
                  </a:lnTo>
                  <a:lnTo>
                    <a:pt x="2159" y="419"/>
                  </a:lnTo>
                  <a:lnTo>
                    <a:pt x="2159" y="404"/>
                  </a:lnTo>
                  <a:lnTo>
                    <a:pt x="2160" y="404"/>
                  </a:lnTo>
                  <a:lnTo>
                    <a:pt x="2160" y="404"/>
                  </a:lnTo>
                  <a:lnTo>
                    <a:pt x="2160" y="389"/>
                  </a:lnTo>
                  <a:lnTo>
                    <a:pt x="2161" y="389"/>
                  </a:lnTo>
                  <a:lnTo>
                    <a:pt x="2162" y="374"/>
                  </a:lnTo>
                  <a:lnTo>
                    <a:pt x="2162" y="374"/>
                  </a:lnTo>
                  <a:lnTo>
                    <a:pt x="2162" y="359"/>
                  </a:lnTo>
                  <a:lnTo>
                    <a:pt x="2163" y="359"/>
                  </a:lnTo>
                  <a:lnTo>
                    <a:pt x="2163" y="344"/>
                  </a:lnTo>
                  <a:lnTo>
                    <a:pt x="2164" y="329"/>
                  </a:lnTo>
                  <a:lnTo>
                    <a:pt x="2164" y="329"/>
                  </a:lnTo>
                  <a:lnTo>
                    <a:pt x="2165" y="314"/>
                  </a:lnTo>
                  <a:lnTo>
                    <a:pt x="2165" y="299"/>
                  </a:lnTo>
                  <a:lnTo>
                    <a:pt x="2166" y="284"/>
                  </a:lnTo>
                  <a:lnTo>
                    <a:pt x="2166" y="284"/>
                  </a:lnTo>
                  <a:lnTo>
                    <a:pt x="2166" y="269"/>
                  </a:lnTo>
                  <a:lnTo>
                    <a:pt x="2167" y="254"/>
                  </a:lnTo>
                  <a:lnTo>
                    <a:pt x="2168" y="254"/>
                  </a:lnTo>
                  <a:lnTo>
                    <a:pt x="2168" y="239"/>
                  </a:lnTo>
                  <a:lnTo>
                    <a:pt x="2168" y="224"/>
                  </a:lnTo>
                  <a:lnTo>
                    <a:pt x="2169" y="224"/>
                  </a:lnTo>
                  <a:lnTo>
                    <a:pt x="2169" y="210"/>
                  </a:lnTo>
                  <a:lnTo>
                    <a:pt x="2170" y="210"/>
                  </a:lnTo>
                  <a:lnTo>
                    <a:pt x="2170" y="195"/>
                  </a:lnTo>
                  <a:lnTo>
                    <a:pt x="2171" y="195"/>
                  </a:lnTo>
                  <a:lnTo>
                    <a:pt x="2171" y="195"/>
                  </a:lnTo>
                  <a:lnTo>
                    <a:pt x="2171" y="180"/>
                  </a:lnTo>
                  <a:lnTo>
                    <a:pt x="2172" y="180"/>
                  </a:lnTo>
                  <a:lnTo>
                    <a:pt x="2172" y="165"/>
                  </a:lnTo>
                  <a:lnTo>
                    <a:pt x="2173" y="165"/>
                  </a:lnTo>
                  <a:lnTo>
                    <a:pt x="2173" y="150"/>
                  </a:lnTo>
                  <a:lnTo>
                    <a:pt x="2174" y="150"/>
                  </a:lnTo>
                  <a:lnTo>
                    <a:pt x="2174" y="150"/>
                  </a:lnTo>
                  <a:lnTo>
                    <a:pt x="2175" y="135"/>
                  </a:lnTo>
                  <a:lnTo>
                    <a:pt x="2175" y="135"/>
                  </a:lnTo>
                  <a:lnTo>
                    <a:pt x="2175" y="135"/>
                  </a:lnTo>
                  <a:lnTo>
                    <a:pt x="2176" y="135"/>
                  </a:lnTo>
                  <a:lnTo>
                    <a:pt x="2177" y="135"/>
                  </a:lnTo>
                  <a:lnTo>
                    <a:pt x="2177" y="135"/>
                  </a:lnTo>
                  <a:lnTo>
                    <a:pt x="2177" y="135"/>
                  </a:lnTo>
                  <a:lnTo>
                    <a:pt x="2178" y="120"/>
                  </a:lnTo>
                  <a:lnTo>
                    <a:pt x="2178" y="120"/>
                  </a:lnTo>
                  <a:lnTo>
                    <a:pt x="2179" y="120"/>
                  </a:lnTo>
                  <a:lnTo>
                    <a:pt x="2179" y="120"/>
                  </a:lnTo>
                  <a:lnTo>
                    <a:pt x="2180" y="120"/>
                  </a:lnTo>
                  <a:lnTo>
                    <a:pt x="2180" y="120"/>
                  </a:lnTo>
                  <a:lnTo>
                    <a:pt x="2181" y="120"/>
                  </a:lnTo>
                  <a:lnTo>
                    <a:pt x="2181" y="120"/>
                  </a:lnTo>
                  <a:lnTo>
                    <a:pt x="2181" y="105"/>
                  </a:lnTo>
                  <a:lnTo>
                    <a:pt x="2182" y="105"/>
                  </a:lnTo>
                  <a:lnTo>
                    <a:pt x="2183" y="105"/>
                  </a:lnTo>
                  <a:lnTo>
                    <a:pt x="2183" y="105"/>
                  </a:lnTo>
                  <a:lnTo>
                    <a:pt x="2183" y="105"/>
                  </a:lnTo>
                  <a:lnTo>
                    <a:pt x="2184" y="105"/>
                  </a:lnTo>
                  <a:lnTo>
                    <a:pt x="2184" y="90"/>
                  </a:lnTo>
                  <a:lnTo>
                    <a:pt x="2185" y="90"/>
                  </a:lnTo>
                  <a:lnTo>
                    <a:pt x="2185" y="90"/>
                  </a:lnTo>
                  <a:lnTo>
                    <a:pt x="2186" y="105"/>
                  </a:lnTo>
                  <a:lnTo>
                    <a:pt x="2186" y="105"/>
                  </a:lnTo>
                  <a:lnTo>
                    <a:pt x="2186" y="105"/>
                  </a:lnTo>
                  <a:lnTo>
                    <a:pt x="2187" y="105"/>
                  </a:lnTo>
                  <a:lnTo>
                    <a:pt x="2188" y="105"/>
                  </a:lnTo>
                  <a:lnTo>
                    <a:pt x="2188" y="105"/>
                  </a:lnTo>
                  <a:lnTo>
                    <a:pt x="2188" y="105"/>
                  </a:lnTo>
                  <a:lnTo>
                    <a:pt x="2189" y="105"/>
                  </a:lnTo>
                  <a:lnTo>
                    <a:pt x="2189" y="105"/>
                  </a:lnTo>
                  <a:lnTo>
                    <a:pt x="2190" y="105"/>
                  </a:lnTo>
                  <a:lnTo>
                    <a:pt x="2190" y="105"/>
                  </a:lnTo>
                  <a:lnTo>
                    <a:pt x="2191" y="105"/>
                  </a:lnTo>
                  <a:lnTo>
                    <a:pt x="2191" y="105"/>
                  </a:lnTo>
                  <a:lnTo>
                    <a:pt x="2192" y="105"/>
                  </a:lnTo>
                  <a:lnTo>
                    <a:pt x="2192" y="105"/>
                  </a:lnTo>
                  <a:lnTo>
                    <a:pt x="2192" y="105"/>
                  </a:lnTo>
                  <a:lnTo>
                    <a:pt x="2193" y="105"/>
                  </a:lnTo>
                  <a:lnTo>
                    <a:pt x="2194" y="105"/>
                  </a:lnTo>
                  <a:lnTo>
                    <a:pt x="2194" y="105"/>
                  </a:lnTo>
                  <a:lnTo>
                    <a:pt x="2194" y="105"/>
                  </a:lnTo>
                  <a:lnTo>
                    <a:pt x="2195" y="105"/>
                  </a:lnTo>
                  <a:lnTo>
                    <a:pt x="2195" y="105"/>
                  </a:lnTo>
                  <a:lnTo>
                    <a:pt x="2196" y="120"/>
                  </a:lnTo>
                  <a:lnTo>
                    <a:pt x="2196" y="120"/>
                  </a:lnTo>
                  <a:lnTo>
                    <a:pt x="2197" y="120"/>
                  </a:lnTo>
                  <a:lnTo>
                    <a:pt x="2197" y="120"/>
                  </a:lnTo>
                  <a:lnTo>
                    <a:pt x="2197" y="120"/>
                  </a:lnTo>
                  <a:lnTo>
                    <a:pt x="2198" y="120"/>
                  </a:lnTo>
                  <a:lnTo>
                    <a:pt x="2198" y="120"/>
                  </a:lnTo>
                  <a:lnTo>
                    <a:pt x="2199" y="120"/>
                  </a:lnTo>
                  <a:lnTo>
                    <a:pt x="2199" y="120"/>
                  </a:lnTo>
                  <a:lnTo>
                    <a:pt x="2200" y="120"/>
                  </a:lnTo>
                  <a:lnTo>
                    <a:pt x="2200" y="120"/>
                  </a:lnTo>
                  <a:lnTo>
                    <a:pt x="2201" y="120"/>
                  </a:lnTo>
                  <a:lnTo>
                    <a:pt x="2201" y="120"/>
                  </a:lnTo>
                  <a:lnTo>
                    <a:pt x="2201" y="120"/>
                  </a:lnTo>
                  <a:lnTo>
                    <a:pt x="2202" y="120"/>
                  </a:lnTo>
                  <a:lnTo>
                    <a:pt x="2203" y="120"/>
                  </a:lnTo>
                  <a:lnTo>
                    <a:pt x="2203" y="120"/>
                  </a:lnTo>
                  <a:lnTo>
                    <a:pt x="2203" y="120"/>
                  </a:lnTo>
                  <a:lnTo>
                    <a:pt x="2204" y="120"/>
                  </a:lnTo>
                  <a:lnTo>
                    <a:pt x="2204" y="120"/>
                  </a:lnTo>
                  <a:lnTo>
                    <a:pt x="2205" y="120"/>
                  </a:lnTo>
                  <a:lnTo>
                    <a:pt x="2205" y="120"/>
                  </a:lnTo>
                  <a:lnTo>
                    <a:pt x="2206" y="120"/>
                  </a:lnTo>
                  <a:lnTo>
                    <a:pt x="2206" y="120"/>
                  </a:lnTo>
                  <a:lnTo>
                    <a:pt x="2207" y="120"/>
                  </a:lnTo>
                  <a:lnTo>
                    <a:pt x="2207" y="135"/>
                  </a:lnTo>
                  <a:lnTo>
                    <a:pt x="2207" y="135"/>
                  </a:lnTo>
                  <a:lnTo>
                    <a:pt x="2208" y="135"/>
                  </a:lnTo>
                  <a:lnTo>
                    <a:pt x="2209" y="135"/>
                  </a:lnTo>
                  <a:lnTo>
                    <a:pt x="2209" y="150"/>
                  </a:lnTo>
                  <a:lnTo>
                    <a:pt x="2209" y="150"/>
                  </a:lnTo>
                  <a:lnTo>
                    <a:pt x="2210" y="150"/>
                  </a:lnTo>
                  <a:lnTo>
                    <a:pt x="2210" y="150"/>
                  </a:lnTo>
                  <a:lnTo>
                    <a:pt x="2211" y="150"/>
                  </a:lnTo>
                  <a:lnTo>
                    <a:pt x="2211" y="150"/>
                  </a:lnTo>
                  <a:lnTo>
                    <a:pt x="2212" y="150"/>
                  </a:lnTo>
                  <a:lnTo>
                    <a:pt x="2212" y="150"/>
                  </a:lnTo>
                  <a:lnTo>
                    <a:pt x="2212" y="150"/>
                  </a:lnTo>
                  <a:lnTo>
                    <a:pt x="2213" y="150"/>
                  </a:lnTo>
                  <a:lnTo>
                    <a:pt x="2213" y="150"/>
                  </a:lnTo>
                  <a:lnTo>
                    <a:pt x="2214" y="135"/>
                  </a:lnTo>
                  <a:lnTo>
                    <a:pt x="2214" y="135"/>
                  </a:lnTo>
                  <a:lnTo>
                    <a:pt x="2215" y="135"/>
                  </a:lnTo>
                  <a:lnTo>
                    <a:pt x="2215" y="120"/>
                  </a:lnTo>
                  <a:lnTo>
                    <a:pt x="2216" y="120"/>
                  </a:lnTo>
                  <a:lnTo>
                    <a:pt x="2216" y="120"/>
                  </a:lnTo>
                  <a:lnTo>
                    <a:pt x="2216" y="105"/>
                  </a:lnTo>
                  <a:lnTo>
                    <a:pt x="2217" y="105"/>
                  </a:lnTo>
                  <a:lnTo>
                    <a:pt x="2218" y="90"/>
                  </a:lnTo>
                  <a:lnTo>
                    <a:pt x="2218" y="90"/>
                  </a:lnTo>
                  <a:lnTo>
                    <a:pt x="2218" y="90"/>
                  </a:lnTo>
                  <a:lnTo>
                    <a:pt x="2219" y="75"/>
                  </a:lnTo>
                  <a:lnTo>
                    <a:pt x="2219" y="75"/>
                  </a:lnTo>
                  <a:lnTo>
                    <a:pt x="2220" y="75"/>
                  </a:lnTo>
                  <a:lnTo>
                    <a:pt x="2220" y="60"/>
                  </a:lnTo>
                  <a:lnTo>
                    <a:pt x="2221" y="60"/>
                  </a:lnTo>
                  <a:lnTo>
                    <a:pt x="2221" y="60"/>
                  </a:lnTo>
                  <a:lnTo>
                    <a:pt x="2222" y="45"/>
                  </a:lnTo>
                  <a:lnTo>
                    <a:pt x="2222" y="45"/>
                  </a:lnTo>
                  <a:lnTo>
                    <a:pt x="2222" y="45"/>
                  </a:lnTo>
                  <a:lnTo>
                    <a:pt x="2223" y="45"/>
                  </a:lnTo>
                  <a:lnTo>
                    <a:pt x="2223" y="30"/>
                  </a:lnTo>
                  <a:lnTo>
                    <a:pt x="2224" y="30"/>
                  </a:lnTo>
                  <a:lnTo>
                    <a:pt x="2224" y="30"/>
                  </a:lnTo>
                  <a:lnTo>
                    <a:pt x="2225" y="30"/>
                  </a:lnTo>
                  <a:lnTo>
                    <a:pt x="2225" y="30"/>
                  </a:lnTo>
                  <a:lnTo>
                    <a:pt x="2226" y="15"/>
                  </a:lnTo>
                  <a:lnTo>
                    <a:pt x="2226" y="15"/>
                  </a:lnTo>
                  <a:lnTo>
                    <a:pt x="2227" y="15"/>
                  </a:lnTo>
                  <a:lnTo>
                    <a:pt x="2227" y="15"/>
                  </a:lnTo>
                  <a:lnTo>
                    <a:pt x="2227" y="0"/>
                  </a:lnTo>
                  <a:lnTo>
                    <a:pt x="2228" y="0"/>
                  </a:lnTo>
                  <a:lnTo>
                    <a:pt x="2228" y="0"/>
                  </a:lnTo>
                  <a:lnTo>
                    <a:pt x="2229" y="0"/>
                  </a:lnTo>
                  <a:lnTo>
                    <a:pt x="2229" y="0"/>
                  </a:lnTo>
                  <a:lnTo>
                    <a:pt x="2230" y="0"/>
                  </a:lnTo>
                  <a:lnTo>
                    <a:pt x="2230" y="0"/>
                  </a:lnTo>
                  <a:lnTo>
                    <a:pt x="2231" y="0"/>
                  </a:lnTo>
                  <a:lnTo>
                    <a:pt x="2231" y="0"/>
                  </a:lnTo>
                  <a:lnTo>
                    <a:pt x="2231" y="0"/>
                  </a:lnTo>
                  <a:lnTo>
                    <a:pt x="2232" y="0"/>
                  </a:lnTo>
                  <a:lnTo>
                    <a:pt x="2233" y="0"/>
                  </a:lnTo>
                  <a:lnTo>
                    <a:pt x="2233" y="15"/>
                  </a:lnTo>
                  <a:lnTo>
                    <a:pt x="2233" y="15"/>
                  </a:lnTo>
                  <a:lnTo>
                    <a:pt x="2234" y="15"/>
                  </a:lnTo>
                  <a:lnTo>
                    <a:pt x="2234" y="30"/>
                  </a:lnTo>
                  <a:lnTo>
                    <a:pt x="2235" y="30"/>
                  </a:lnTo>
                  <a:lnTo>
                    <a:pt x="2235" y="30"/>
                  </a:lnTo>
                  <a:lnTo>
                    <a:pt x="2236" y="45"/>
                  </a:lnTo>
                  <a:lnTo>
                    <a:pt x="2236" y="45"/>
                  </a:lnTo>
                  <a:lnTo>
                    <a:pt x="2237" y="45"/>
                  </a:lnTo>
                  <a:lnTo>
                    <a:pt x="2237" y="45"/>
                  </a:lnTo>
                  <a:lnTo>
                    <a:pt x="2237" y="45"/>
                  </a:lnTo>
                  <a:lnTo>
                    <a:pt x="2238" y="45"/>
                  </a:lnTo>
                  <a:lnTo>
                    <a:pt x="2238" y="45"/>
                  </a:lnTo>
                  <a:lnTo>
                    <a:pt x="2239" y="45"/>
                  </a:lnTo>
                  <a:lnTo>
                    <a:pt x="2239" y="45"/>
                  </a:lnTo>
                  <a:lnTo>
                    <a:pt x="2240" y="45"/>
                  </a:lnTo>
                  <a:lnTo>
                    <a:pt x="2240" y="45"/>
                  </a:lnTo>
                  <a:lnTo>
                    <a:pt x="2240" y="30"/>
                  </a:lnTo>
                  <a:lnTo>
                    <a:pt x="2241" y="30"/>
                  </a:lnTo>
                  <a:lnTo>
                    <a:pt x="2242" y="30"/>
                  </a:lnTo>
                  <a:lnTo>
                    <a:pt x="2242" y="15"/>
                  </a:lnTo>
                  <a:lnTo>
                    <a:pt x="2242" y="15"/>
                  </a:lnTo>
                  <a:lnTo>
                    <a:pt x="2243" y="15"/>
                  </a:lnTo>
                  <a:lnTo>
                    <a:pt x="2243" y="15"/>
                  </a:lnTo>
                  <a:lnTo>
                    <a:pt x="2244" y="0"/>
                  </a:lnTo>
                  <a:lnTo>
                    <a:pt x="2244" y="0"/>
                  </a:lnTo>
                  <a:lnTo>
                    <a:pt x="2245" y="15"/>
                  </a:lnTo>
                  <a:lnTo>
                    <a:pt x="2245" y="15"/>
                  </a:lnTo>
                  <a:lnTo>
                    <a:pt x="2246" y="30"/>
                  </a:lnTo>
                  <a:lnTo>
                    <a:pt x="2246" y="45"/>
                  </a:lnTo>
                  <a:lnTo>
                    <a:pt x="2246" y="60"/>
                  </a:lnTo>
                  <a:lnTo>
                    <a:pt x="2247" y="75"/>
                  </a:lnTo>
                  <a:lnTo>
                    <a:pt x="2248" y="105"/>
                  </a:lnTo>
                  <a:lnTo>
                    <a:pt x="2248" y="135"/>
                  </a:lnTo>
                  <a:lnTo>
                    <a:pt x="2248" y="165"/>
                  </a:lnTo>
                  <a:lnTo>
                    <a:pt x="2249" y="195"/>
                  </a:lnTo>
                  <a:lnTo>
                    <a:pt x="2249" y="239"/>
                  </a:lnTo>
                  <a:lnTo>
                    <a:pt x="2250" y="284"/>
                  </a:lnTo>
                  <a:lnTo>
                    <a:pt x="2250" y="329"/>
                  </a:lnTo>
                  <a:lnTo>
                    <a:pt x="2251" y="374"/>
                  </a:lnTo>
                  <a:lnTo>
                    <a:pt x="2251" y="434"/>
                  </a:lnTo>
                  <a:lnTo>
                    <a:pt x="2252" y="479"/>
                  </a:lnTo>
                  <a:lnTo>
                    <a:pt x="2252" y="538"/>
                  </a:lnTo>
                  <a:lnTo>
                    <a:pt x="2252" y="583"/>
                  </a:lnTo>
                  <a:lnTo>
                    <a:pt x="2253" y="643"/>
                  </a:lnTo>
                  <a:lnTo>
                    <a:pt x="2253" y="688"/>
                  </a:lnTo>
                  <a:lnTo>
                    <a:pt x="2254" y="748"/>
                  </a:lnTo>
                  <a:lnTo>
                    <a:pt x="2254" y="793"/>
                  </a:lnTo>
                  <a:lnTo>
                    <a:pt x="2255" y="852"/>
                  </a:lnTo>
                  <a:lnTo>
                    <a:pt x="2255" y="897"/>
                  </a:lnTo>
                  <a:lnTo>
                    <a:pt x="2255" y="942"/>
                  </a:lnTo>
                  <a:lnTo>
                    <a:pt x="2256" y="1002"/>
                  </a:lnTo>
                  <a:lnTo>
                    <a:pt x="2257" y="1046"/>
                  </a:lnTo>
                  <a:lnTo>
                    <a:pt x="2257" y="1092"/>
                  </a:lnTo>
                  <a:lnTo>
                    <a:pt x="2257" y="1121"/>
                  </a:lnTo>
                  <a:lnTo>
                    <a:pt x="2258" y="1166"/>
                  </a:lnTo>
                  <a:lnTo>
                    <a:pt x="2258" y="1196"/>
                  </a:lnTo>
                  <a:lnTo>
                    <a:pt x="2259" y="1226"/>
                  </a:lnTo>
                  <a:lnTo>
                    <a:pt x="2259" y="1256"/>
                  </a:lnTo>
                  <a:lnTo>
                    <a:pt x="2260" y="1286"/>
                  </a:lnTo>
                  <a:lnTo>
                    <a:pt x="2260" y="1301"/>
                  </a:lnTo>
                  <a:lnTo>
                    <a:pt x="2261" y="1316"/>
                  </a:lnTo>
                  <a:lnTo>
                    <a:pt x="2261" y="1331"/>
                  </a:lnTo>
                  <a:lnTo>
                    <a:pt x="2261" y="1345"/>
                  </a:lnTo>
                  <a:lnTo>
                    <a:pt x="2262" y="1345"/>
                  </a:lnTo>
                  <a:lnTo>
                    <a:pt x="2263" y="1331"/>
                  </a:lnTo>
                  <a:lnTo>
                    <a:pt x="2263" y="1316"/>
                  </a:lnTo>
                  <a:lnTo>
                    <a:pt x="2263" y="1301"/>
                  </a:lnTo>
                  <a:lnTo>
                    <a:pt x="2264" y="1271"/>
                  </a:lnTo>
                  <a:lnTo>
                    <a:pt x="2264" y="1241"/>
                  </a:lnTo>
                  <a:lnTo>
                    <a:pt x="2265" y="1211"/>
                  </a:lnTo>
                  <a:lnTo>
                    <a:pt x="2265" y="1181"/>
                  </a:lnTo>
                  <a:lnTo>
                    <a:pt x="2266" y="1136"/>
                  </a:lnTo>
                  <a:lnTo>
                    <a:pt x="2266" y="1077"/>
                  </a:lnTo>
                  <a:lnTo>
                    <a:pt x="2266" y="1032"/>
                  </a:lnTo>
                  <a:lnTo>
                    <a:pt x="2267" y="972"/>
                  </a:lnTo>
                  <a:lnTo>
                    <a:pt x="2267" y="912"/>
                  </a:lnTo>
                  <a:lnTo>
                    <a:pt x="2268" y="837"/>
                  </a:lnTo>
                  <a:lnTo>
                    <a:pt x="2268" y="763"/>
                  </a:lnTo>
                  <a:lnTo>
                    <a:pt x="2269" y="673"/>
                  </a:lnTo>
                  <a:lnTo>
                    <a:pt x="2269" y="583"/>
                  </a:lnTo>
                  <a:lnTo>
                    <a:pt x="2270" y="494"/>
                  </a:lnTo>
                  <a:lnTo>
                    <a:pt x="2270" y="374"/>
                  </a:lnTo>
                  <a:lnTo>
                    <a:pt x="2270" y="269"/>
                  </a:lnTo>
                  <a:lnTo>
                    <a:pt x="2271" y="1256"/>
                  </a:lnTo>
                  <a:lnTo>
                    <a:pt x="2272" y="1256"/>
                  </a:lnTo>
                  <a:lnTo>
                    <a:pt x="2272" y="1256"/>
                  </a:lnTo>
                  <a:lnTo>
                    <a:pt x="2272" y="1256"/>
                  </a:lnTo>
                  <a:lnTo>
                    <a:pt x="2273" y="1241"/>
                  </a:lnTo>
                  <a:lnTo>
                    <a:pt x="2273" y="1241"/>
                  </a:lnTo>
                  <a:lnTo>
                    <a:pt x="2274" y="1241"/>
                  </a:lnTo>
                  <a:lnTo>
                    <a:pt x="2274" y="1241"/>
                  </a:lnTo>
                  <a:lnTo>
                    <a:pt x="2275" y="1241"/>
                  </a:lnTo>
                  <a:lnTo>
                    <a:pt x="2275" y="1241"/>
                  </a:lnTo>
                  <a:lnTo>
                    <a:pt x="2276" y="1241"/>
                  </a:lnTo>
                  <a:lnTo>
                    <a:pt x="2276" y="1241"/>
                  </a:lnTo>
                  <a:lnTo>
                    <a:pt x="2276" y="1241"/>
                  </a:lnTo>
                  <a:lnTo>
                    <a:pt x="2277" y="1241"/>
                  </a:lnTo>
                  <a:lnTo>
                    <a:pt x="2278" y="1241"/>
                  </a:lnTo>
                  <a:lnTo>
                    <a:pt x="2278" y="1241"/>
                  </a:lnTo>
                  <a:lnTo>
                    <a:pt x="2278" y="1241"/>
                  </a:lnTo>
                  <a:lnTo>
                    <a:pt x="2279" y="1241"/>
                  </a:lnTo>
                  <a:lnTo>
                    <a:pt x="2279" y="1241"/>
                  </a:lnTo>
                  <a:lnTo>
                    <a:pt x="2280" y="1241"/>
                  </a:lnTo>
                  <a:lnTo>
                    <a:pt x="2280" y="1241"/>
                  </a:lnTo>
                  <a:lnTo>
                    <a:pt x="2281" y="1241"/>
                  </a:lnTo>
                  <a:lnTo>
                    <a:pt x="2281" y="1241"/>
                  </a:lnTo>
                  <a:lnTo>
                    <a:pt x="2281" y="1241"/>
                  </a:lnTo>
                  <a:lnTo>
                    <a:pt x="2282" y="1241"/>
                  </a:lnTo>
                  <a:lnTo>
                    <a:pt x="2282" y="1241"/>
                  </a:lnTo>
                  <a:lnTo>
                    <a:pt x="2283" y="1241"/>
                  </a:lnTo>
                  <a:lnTo>
                    <a:pt x="2283" y="1241"/>
                  </a:lnTo>
                  <a:lnTo>
                    <a:pt x="2284" y="1241"/>
                  </a:lnTo>
                  <a:lnTo>
                    <a:pt x="2284" y="1241"/>
                  </a:lnTo>
                  <a:lnTo>
                    <a:pt x="2285" y="1241"/>
                  </a:lnTo>
                  <a:lnTo>
                    <a:pt x="2285" y="1241"/>
                  </a:lnTo>
                  <a:lnTo>
                    <a:pt x="2285" y="1226"/>
                  </a:lnTo>
                  <a:lnTo>
                    <a:pt x="2286" y="1226"/>
                  </a:lnTo>
                  <a:lnTo>
                    <a:pt x="2287" y="1226"/>
                  </a:lnTo>
                  <a:lnTo>
                    <a:pt x="2287" y="1226"/>
                  </a:lnTo>
                  <a:lnTo>
                    <a:pt x="2287" y="1226"/>
                  </a:lnTo>
                  <a:lnTo>
                    <a:pt x="2288" y="1211"/>
                  </a:lnTo>
                  <a:lnTo>
                    <a:pt x="2288" y="1211"/>
                  </a:lnTo>
                  <a:lnTo>
                    <a:pt x="2289" y="1211"/>
                  </a:lnTo>
                  <a:lnTo>
                    <a:pt x="2289" y="1196"/>
                  </a:lnTo>
                  <a:lnTo>
                    <a:pt x="2290" y="1196"/>
                  </a:lnTo>
                  <a:lnTo>
                    <a:pt x="2290" y="1196"/>
                  </a:lnTo>
                  <a:lnTo>
                    <a:pt x="2291" y="1196"/>
                  </a:lnTo>
                  <a:lnTo>
                    <a:pt x="2291" y="1181"/>
                  </a:lnTo>
                  <a:lnTo>
                    <a:pt x="2291" y="1181"/>
                  </a:lnTo>
                  <a:lnTo>
                    <a:pt x="2292" y="1181"/>
                  </a:lnTo>
                  <a:lnTo>
                    <a:pt x="2292" y="1181"/>
                  </a:lnTo>
                  <a:lnTo>
                    <a:pt x="2293" y="1181"/>
                  </a:lnTo>
                  <a:lnTo>
                    <a:pt x="2293" y="1181"/>
                  </a:lnTo>
                  <a:lnTo>
                    <a:pt x="2294" y="1166"/>
                  </a:lnTo>
                  <a:lnTo>
                    <a:pt x="2294" y="1166"/>
                  </a:lnTo>
                  <a:lnTo>
                    <a:pt x="2295" y="1166"/>
                  </a:lnTo>
                  <a:lnTo>
                    <a:pt x="2295" y="1166"/>
                  </a:lnTo>
                  <a:lnTo>
                    <a:pt x="2296" y="1151"/>
                  </a:lnTo>
                  <a:lnTo>
                    <a:pt x="2296" y="1151"/>
                  </a:lnTo>
                  <a:lnTo>
                    <a:pt x="2296" y="1151"/>
                  </a:lnTo>
                  <a:lnTo>
                    <a:pt x="2297" y="1151"/>
                  </a:lnTo>
                  <a:lnTo>
                    <a:pt x="2298" y="1136"/>
                  </a:lnTo>
                  <a:lnTo>
                    <a:pt x="2298" y="1136"/>
                  </a:lnTo>
                  <a:lnTo>
                    <a:pt x="2298" y="1136"/>
                  </a:lnTo>
                  <a:lnTo>
                    <a:pt x="2299" y="1136"/>
                  </a:lnTo>
                  <a:lnTo>
                    <a:pt x="2299" y="1136"/>
                  </a:lnTo>
                  <a:lnTo>
                    <a:pt x="2300" y="1136"/>
                  </a:lnTo>
                  <a:lnTo>
                    <a:pt x="2300" y="1121"/>
                  </a:lnTo>
                  <a:lnTo>
                    <a:pt x="2301" y="1121"/>
                  </a:lnTo>
                  <a:lnTo>
                    <a:pt x="2301" y="1121"/>
                  </a:lnTo>
                  <a:lnTo>
                    <a:pt x="2302" y="1121"/>
                  </a:lnTo>
                  <a:lnTo>
                    <a:pt x="2302" y="1107"/>
                  </a:lnTo>
                  <a:lnTo>
                    <a:pt x="2302" y="1107"/>
                  </a:lnTo>
                  <a:lnTo>
                    <a:pt x="2303" y="1107"/>
                  </a:lnTo>
                  <a:lnTo>
                    <a:pt x="2304" y="1107"/>
                  </a:lnTo>
                  <a:lnTo>
                    <a:pt x="2304" y="1107"/>
                  </a:lnTo>
                  <a:lnTo>
                    <a:pt x="2304" y="1107"/>
                  </a:lnTo>
                  <a:lnTo>
                    <a:pt x="2305" y="1092"/>
                  </a:lnTo>
                  <a:lnTo>
                    <a:pt x="2305" y="1092"/>
                  </a:lnTo>
                  <a:lnTo>
                    <a:pt x="2306" y="1092"/>
                  </a:lnTo>
                  <a:lnTo>
                    <a:pt x="2306" y="1092"/>
                  </a:lnTo>
                  <a:lnTo>
                    <a:pt x="2307" y="1092"/>
                  </a:lnTo>
                  <a:lnTo>
                    <a:pt x="2307" y="1092"/>
                  </a:lnTo>
                  <a:lnTo>
                    <a:pt x="2307" y="1092"/>
                  </a:lnTo>
                  <a:lnTo>
                    <a:pt x="2308" y="1092"/>
                  </a:lnTo>
                  <a:lnTo>
                    <a:pt x="2308" y="1092"/>
                  </a:lnTo>
                  <a:lnTo>
                    <a:pt x="2309" y="1092"/>
                  </a:lnTo>
                  <a:lnTo>
                    <a:pt x="2309" y="1092"/>
                  </a:lnTo>
                  <a:lnTo>
                    <a:pt x="2310" y="1092"/>
                  </a:lnTo>
                  <a:lnTo>
                    <a:pt x="2310" y="1092"/>
                  </a:lnTo>
                  <a:lnTo>
                    <a:pt x="2311" y="1092"/>
                  </a:lnTo>
                  <a:lnTo>
                    <a:pt x="2311" y="1092"/>
                  </a:lnTo>
                  <a:lnTo>
                    <a:pt x="2311" y="1092"/>
                  </a:lnTo>
                  <a:lnTo>
                    <a:pt x="2312" y="1107"/>
                  </a:lnTo>
                  <a:lnTo>
                    <a:pt x="2313" y="1092"/>
                  </a:lnTo>
                  <a:lnTo>
                    <a:pt x="2313" y="1092"/>
                  </a:lnTo>
                  <a:lnTo>
                    <a:pt x="2313" y="1092"/>
                  </a:lnTo>
                  <a:lnTo>
                    <a:pt x="2314" y="1092"/>
                  </a:lnTo>
                  <a:lnTo>
                    <a:pt x="2314" y="1092"/>
                  </a:lnTo>
                  <a:lnTo>
                    <a:pt x="2315" y="1092"/>
                  </a:lnTo>
                  <a:lnTo>
                    <a:pt x="2315" y="1092"/>
                  </a:lnTo>
                  <a:lnTo>
                    <a:pt x="2316" y="1092"/>
                  </a:lnTo>
                  <a:lnTo>
                    <a:pt x="2316" y="1077"/>
                  </a:lnTo>
                  <a:lnTo>
                    <a:pt x="2317" y="1077"/>
                  </a:lnTo>
                  <a:lnTo>
                    <a:pt x="2317" y="1077"/>
                  </a:lnTo>
                  <a:lnTo>
                    <a:pt x="2317" y="1077"/>
                  </a:lnTo>
                  <a:lnTo>
                    <a:pt x="2318" y="1061"/>
                  </a:lnTo>
                  <a:lnTo>
                    <a:pt x="2319" y="1061"/>
                  </a:lnTo>
                  <a:lnTo>
                    <a:pt x="2319" y="1061"/>
                  </a:lnTo>
                  <a:lnTo>
                    <a:pt x="2319" y="1061"/>
                  </a:lnTo>
                  <a:lnTo>
                    <a:pt x="2320" y="1046"/>
                  </a:lnTo>
                  <a:lnTo>
                    <a:pt x="2320" y="1046"/>
                  </a:lnTo>
                  <a:lnTo>
                    <a:pt x="2321" y="1046"/>
                  </a:lnTo>
                  <a:lnTo>
                    <a:pt x="2321" y="1046"/>
                  </a:lnTo>
                  <a:lnTo>
                    <a:pt x="2322" y="1032"/>
                  </a:lnTo>
                  <a:lnTo>
                    <a:pt x="2322" y="1032"/>
                  </a:lnTo>
                  <a:lnTo>
                    <a:pt x="2322" y="1032"/>
                  </a:lnTo>
                  <a:lnTo>
                    <a:pt x="2323" y="1032"/>
                  </a:lnTo>
                  <a:lnTo>
                    <a:pt x="2323" y="1032"/>
                  </a:lnTo>
                  <a:lnTo>
                    <a:pt x="2324" y="1032"/>
                  </a:lnTo>
                  <a:lnTo>
                    <a:pt x="2324" y="1032"/>
                  </a:lnTo>
                  <a:lnTo>
                    <a:pt x="2325" y="1032"/>
                  </a:lnTo>
                  <a:lnTo>
                    <a:pt x="2325" y="1032"/>
                  </a:lnTo>
                  <a:lnTo>
                    <a:pt x="2326" y="1032"/>
                  </a:lnTo>
                  <a:lnTo>
                    <a:pt x="2326" y="1032"/>
                  </a:lnTo>
                  <a:lnTo>
                    <a:pt x="2326" y="1032"/>
                  </a:lnTo>
                  <a:lnTo>
                    <a:pt x="2327" y="1032"/>
                  </a:lnTo>
                  <a:lnTo>
                    <a:pt x="2328" y="1032"/>
                  </a:lnTo>
                  <a:lnTo>
                    <a:pt x="2328" y="1032"/>
                  </a:lnTo>
                  <a:lnTo>
                    <a:pt x="2328" y="1032"/>
                  </a:lnTo>
                  <a:lnTo>
                    <a:pt x="2329" y="1032"/>
                  </a:lnTo>
                  <a:lnTo>
                    <a:pt x="2329" y="1032"/>
                  </a:lnTo>
                  <a:lnTo>
                    <a:pt x="2330" y="1032"/>
                  </a:lnTo>
                  <a:lnTo>
                    <a:pt x="2330" y="1032"/>
                  </a:lnTo>
                  <a:lnTo>
                    <a:pt x="2331" y="1032"/>
                  </a:lnTo>
                  <a:lnTo>
                    <a:pt x="2331" y="1032"/>
                  </a:lnTo>
                  <a:lnTo>
                    <a:pt x="2332" y="1046"/>
                  </a:lnTo>
                  <a:lnTo>
                    <a:pt x="2332" y="1046"/>
                  </a:lnTo>
                  <a:lnTo>
                    <a:pt x="2332" y="1046"/>
                  </a:lnTo>
                  <a:lnTo>
                    <a:pt x="2333" y="1046"/>
                  </a:lnTo>
                  <a:lnTo>
                    <a:pt x="2333" y="1046"/>
                  </a:lnTo>
                  <a:lnTo>
                    <a:pt x="2334" y="1046"/>
                  </a:lnTo>
                  <a:lnTo>
                    <a:pt x="2334" y="1046"/>
                  </a:lnTo>
                  <a:lnTo>
                    <a:pt x="2335" y="1046"/>
                  </a:lnTo>
                  <a:lnTo>
                    <a:pt x="2335" y="1046"/>
                  </a:lnTo>
                  <a:lnTo>
                    <a:pt x="2336" y="1046"/>
                  </a:lnTo>
                  <a:lnTo>
                    <a:pt x="2336" y="1046"/>
                  </a:lnTo>
                  <a:lnTo>
                    <a:pt x="2337" y="1046"/>
                  </a:lnTo>
                  <a:lnTo>
                    <a:pt x="2337" y="1046"/>
                  </a:lnTo>
                  <a:lnTo>
                    <a:pt x="2337" y="1061"/>
                  </a:lnTo>
                  <a:lnTo>
                    <a:pt x="2338" y="1061"/>
                  </a:lnTo>
                  <a:lnTo>
                    <a:pt x="2338" y="1061"/>
                  </a:lnTo>
                  <a:lnTo>
                    <a:pt x="2339" y="1061"/>
                  </a:lnTo>
                  <a:lnTo>
                    <a:pt x="2339" y="1061"/>
                  </a:lnTo>
                  <a:lnTo>
                    <a:pt x="2340" y="1061"/>
                  </a:lnTo>
                  <a:lnTo>
                    <a:pt x="2340" y="1061"/>
                  </a:lnTo>
                  <a:lnTo>
                    <a:pt x="2341" y="1061"/>
                  </a:lnTo>
                  <a:lnTo>
                    <a:pt x="2341" y="1046"/>
                  </a:lnTo>
                  <a:lnTo>
                    <a:pt x="2341" y="1046"/>
                  </a:lnTo>
                  <a:lnTo>
                    <a:pt x="2342" y="1046"/>
                  </a:lnTo>
                  <a:lnTo>
                    <a:pt x="2343" y="1046"/>
                  </a:lnTo>
                  <a:lnTo>
                    <a:pt x="2343" y="1046"/>
                  </a:lnTo>
                  <a:lnTo>
                    <a:pt x="2343" y="1046"/>
                  </a:lnTo>
                  <a:lnTo>
                    <a:pt x="2344" y="1032"/>
                  </a:lnTo>
                  <a:lnTo>
                    <a:pt x="2344" y="1032"/>
                  </a:lnTo>
                  <a:lnTo>
                    <a:pt x="2345" y="1032"/>
                  </a:lnTo>
                  <a:lnTo>
                    <a:pt x="2345" y="1032"/>
                  </a:lnTo>
                  <a:lnTo>
                    <a:pt x="2346" y="1032"/>
                  </a:lnTo>
                  <a:lnTo>
                    <a:pt x="2346" y="1032"/>
                  </a:lnTo>
                  <a:lnTo>
                    <a:pt x="2347" y="1032"/>
                  </a:lnTo>
                  <a:lnTo>
                    <a:pt x="2347" y="1032"/>
                  </a:lnTo>
                  <a:lnTo>
                    <a:pt x="2347" y="1032"/>
                  </a:lnTo>
                  <a:lnTo>
                    <a:pt x="2348" y="1032"/>
                  </a:lnTo>
                  <a:lnTo>
                    <a:pt x="2348" y="1032"/>
                  </a:lnTo>
                  <a:lnTo>
                    <a:pt x="2349" y="1032"/>
                  </a:lnTo>
                  <a:lnTo>
                    <a:pt x="2349" y="1032"/>
                  </a:lnTo>
                  <a:lnTo>
                    <a:pt x="2350" y="1032"/>
                  </a:lnTo>
                  <a:lnTo>
                    <a:pt x="2350" y="1032"/>
                  </a:lnTo>
                  <a:lnTo>
                    <a:pt x="2350" y="1017"/>
                  </a:lnTo>
                  <a:lnTo>
                    <a:pt x="2351" y="1017"/>
                  </a:lnTo>
                  <a:lnTo>
                    <a:pt x="2352" y="1017"/>
                  </a:lnTo>
                  <a:lnTo>
                    <a:pt x="2352" y="1017"/>
                  </a:lnTo>
                  <a:lnTo>
                    <a:pt x="2352" y="1002"/>
                  </a:lnTo>
                  <a:lnTo>
                    <a:pt x="2353" y="1002"/>
                  </a:lnTo>
                  <a:lnTo>
                    <a:pt x="2353" y="1002"/>
                  </a:lnTo>
                  <a:lnTo>
                    <a:pt x="2354" y="987"/>
                  </a:lnTo>
                  <a:lnTo>
                    <a:pt x="2354" y="987"/>
                  </a:lnTo>
                  <a:lnTo>
                    <a:pt x="2355" y="987"/>
                  </a:lnTo>
                  <a:lnTo>
                    <a:pt x="2355" y="987"/>
                  </a:lnTo>
                  <a:lnTo>
                    <a:pt x="2356" y="987"/>
                  </a:lnTo>
                  <a:lnTo>
                    <a:pt x="2356" y="972"/>
                  </a:lnTo>
                  <a:lnTo>
                    <a:pt x="2356" y="972"/>
                  </a:lnTo>
                  <a:lnTo>
                    <a:pt x="2357" y="972"/>
                  </a:lnTo>
                  <a:lnTo>
                    <a:pt x="2358" y="972"/>
                  </a:lnTo>
                  <a:lnTo>
                    <a:pt x="2358" y="957"/>
                  </a:lnTo>
                  <a:lnTo>
                    <a:pt x="2358" y="957"/>
                  </a:lnTo>
                  <a:lnTo>
                    <a:pt x="2359" y="957"/>
                  </a:lnTo>
                  <a:lnTo>
                    <a:pt x="2359" y="957"/>
                  </a:lnTo>
                  <a:lnTo>
                    <a:pt x="2360" y="942"/>
                  </a:lnTo>
                  <a:lnTo>
                    <a:pt x="2360" y="942"/>
                  </a:lnTo>
                  <a:lnTo>
                    <a:pt x="2361" y="942"/>
                  </a:lnTo>
                  <a:lnTo>
                    <a:pt x="2361" y="927"/>
                  </a:lnTo>
                  <a:lnTo>
                    <a:pt x="2362" y="927"/>
                  </a:lnTo>
                  <a:lnTo>
                    <a:pt x="2362" y="927"/>
                  </a:lnTo>
                  <a:lnTo>
                    <a:pt x="2362" y="912"/>
                  </a:lnTo>
                  <a:lnTo>
                    <a:pt x="2363" y="912"/>
                  </a:lnTo>
                  <a:lnTo>
                    <a:pt x="2363" y="912"/>
                  </a:lnTo>
                  <a:lnTo>
                    <a:pt x="2364" y="912"/>
                  </a:lnTo>
                  <a:lnTo>
                    <a:pt x="2364" y="897"/>
                  </a:lnTo>
                  <a:lnTo>
                    <a:pt x="2365" y="897"/>
                  </a:lnTo>
                  <a:lnTo>
                    <a:pt x="2365" y="897"/>
                  </a:lnTo>
                  <a:lnTo>
                    <a:pt x="2365" y="897"/>
                  </a:lnTo>
                  <a:lnTo>
                    <a:pt x="2366" y="882"/>
                  </a:lnTo>
                  <a:lnTo>
                    <a:pt x="2367" y="882"/>
                  </a:lnTo>
                  <a:lnTo>
                    <a:pt x="2367" y="882"/>
                  </a:lnTo>
                  <a:lnTo>
                    <a:pt x="2367" y="882"/>
                  </a:lnTo>
                  <a:lnTo>
                    <a:pt x="2368" y="882"/>
                  </a:lnTo>
                  <a:lnTo>
                    <a:pt x="2368" y="867"/>
                  </a:lnTo>
                  <a:lnTo>
                    <a:pt x="2369" y="867"/>
                  </a:lnTo>
                  <a:lnTo>
                    <a:pt x="2369" y="867"/>
                  </a:lnTo>
                  <a:lnTo>
                    <a:pt x="2370" y="867"/>
                  </a:lnTo>
                  <a:lnTo>
                    <a:pt x="2370" y="867"/>
                  </a:lnTo>
                  <a:lnTo>
                    <a:pt x="2371" y="867"/>
                  </a:lnTo>
                  <a:lnTo>
                    <a:pt x="2371" y="852"/>
                  </a:lnTo>
                  <a:lnTo>
                    <a:pt x="2371" y="852"/>
                  </a:lnTo>
                  <a:lnTo>
                    <a:pt x="2372" y="852"/>
                  </a:lnTo>
                  <a:lnTo>
                    <a:pt x="2373" y="852"/>
                  </a:lnTo>
                  <a:lnTo>
                    <a:pt x="2373" y="837"/>
                  </a:lnTo>
                  <a:lnTo>
                    <a:pt x="2373" y="837"/>
                  </a:lnTo>
                  <a:lnTo>
                    <a:pt x="2374" y="837"/>
                  </a:lnTo>
                  <a:lnTo>
                    <a:pt x="2374" y="822"/>
                  </a:lnTo>
                  <a:lnTo>
                    <a:pt x="2375" y="822"/>
                  </a:lnTo>
                  <a:lnTo>
                    <a:pt x="2375" y="808"/>
                  </a:lnTo>
                  <a:lnTo>
                    <a:pt x="2376" y="808"/>
                  </a:lnTo>
                  <a:lnTo>
                    <a:pt x="2376" y="808"/>
                  </a:lnTo>
                  <a:lnTo>
                    <a:pt x="2376" y="793"/>
                  </a:lnTo>
                  <a:lnTo>
                    <a:pt x="2377" y="793"/>
                  </a:lnTo>
                  <a:lnTo>
                    <a:pt x="2377" y="778"/>
                  </a:lnTo>
                  <a:lnTo>
                    <a:pt x="2378" y="778"/>
                  </a:lnTo>
                  <a:lnTo>
                    <a:pt x="2378" y="763"/>
                  </a:lnTo>
                  <a:lnTo>
                    <a:pt x="2379" y="763"/>
                  </a:lnTo>
                  <a:lnTo>
                    <a:pt x="2379" y="763"/>
                  </a:lnTo>
                  <a:lnTo>
                    <a:pt x="2380" y="748"/>
                  </a:lnTo>
                  <a:lnTo>
                    <a:pt x="2380" y="748"/>
                  </a:lnTo>
                  <a:lnTo>
                    <a:pt x="2380" y="748"/>
                  </a:lnTo>
                  <a:lnTo>
                    <a:pt x="2381" y="733"/>
                  </a:lnTo>
                  <a:lnTo>
                    <a:pt x="2382" y="733"/>
                  </a:lnTo>
                  <a:lnTo>
                    <a:pt x="2382" y="733"/>
                  </a:lnTo>
                  <a:lnTo>
                    <a:pt x="2382" y="733"/>
                  </a:lnTo>
                  <a:lnTo>
                    <a:pt x="2383" y="733"/>
                  </a:lnTo>
                  <a:lnTo>
                    <a:pt x="2383" y="733"/>
                  </a:lnTo>
                  <a:lnTo>
                    <a:pt x="2384" y="733"/>
                  </a:lnTo>
                  <a:lnTo>
                    <a:pt x="2384" y="733"/>
                  </a:lnTo>
                  <a:lnTo>
                    <a:pt x="2385" y="733"/>
                  </a:lnTo>
                  <a:lnTo>
                    <a:pt x="2385" y="718"/>
                  </a:lnTo>
                  <a:lnTo>
                    <a:pt x="2386" y="718"/>
                  </a:lnTo>
                  <a:lnTo>
                    <a:pt x="2386" y="718"/>
                  </a:lnTo>
                  <a:lnTo>
                    <a:pt x="2386" y="718"/>
                  </a:lnTo>
                  <a:lnTo>
                    <a:pt x="2387" y="718"/>
                  </a:lnTo>
                  <a:lnTo>
                    <a:pt x="2388" y="718"/>
                  </a:lnTo>
                  <a:lnTo>
                    <a:pt x="2388" y="718"/>
                  </a:lnTo>
                  <a:lnTo>
                    <a:pt x="2388" y="703"/>
                  </a:lnTo>
                  <a:lnTo>
                    <a:pt x="2389" y="703"/>
                  </a:lnTo>
                  <a:lnTo>
                    <a:pt x="2389" y="703"/>
                  </a:lnTo>
                  <a:lnTo>
                    <a:pt x="2390" y="703"/>
                  </a:lnTo>
                  <a:lnTo>
                    <a:pt x="2390" y="703"/>
                  </a:lnTo>
                  <a:lnTo>
                    <a:pt x="2391" y="703"/>
                  </a:lnTo>
                  <a:lnTo>
                    <a:pt x="2391" y="703"/>
                  </a:lnTo>
                  <a:lnTo>
                    <a:pt x="2391" y="703"/>
                  </a:lnTo>
                  <a:lnTo>
                    <a:pt x="2392" y="703"/>
                  </a:lnTo>
                  <a:lnTo>
                    <a:pt x="2392" y="688"/>
                  </a:lnTo>
                  <a:lnTo>
                    <a:pt x="2393" y="688"/>
                  </a:lnTo>
                  <a:lnTo>
                    <a:pt x="2393" y="688"/>
                  </a:lnTo>
                  <a:lnTo>
                    <a:pt x="2394" y="688"/>
                  </a:lnTo>
                  <a:lnTo>
                    <a:pt x="2394" y="688"/>
                  </a:lnTo>
                  <a:lnTo>
                    <a:pt x="2395" y="688"/>
                  </a:lnTo>
                  <a:lnTo>
                    <a:pt x="2395" y="673"/>
                  </a:lnTo>
                  <a:lnTo>
                    <a:pt x="2395" y="673"/>
                  </a:lnTo>
                  <a:lnTo>
                    <a:pt x="2396" y="673"/>
                  </a:lnTo>
                  <a:lnTo>
                    <a:pt x="2397" y="673"/>
                  </a:lnTo>
                  <a:lnTo>
                    <a:pt x="2397" y="673"/>
                  </a:lnTo>
                  <a:lnTo>
                    <a:pt x="2397" y="673"/>
                  </a:lnTo>
                  <a:lnTo>
                    <a:pt x="2398" y="673"/>
                  </a:lnTo>
                  <a:lnTo>
                    <a:pt x="2398" y="673"/>
                  </a:lnTo>
                  <a:lnTo>
                    <a:pt x="2399" y="673"/>
                  </a:lnTo>
                  <a:lnTo>
                    <a:pt x="2399" y="688"/>
                  </a:lnTo>
                  <a:lnTo>
                    <a:pt x="2400" y="688"/>
                  </a:lnTo>
                  <a:lnTo>
                    <a:pt x="2400" y="688"/>
                  </a:lnTo>
                  <a:lnTo>
                    <a:pt x="2401" y="688"/>
                  </a:lnTo>
                  <a:lnTo>
                    <a:pt x="2401" y="688"/>
                  </a:lnTo>
                  <a:lnTo>
                    <a:pt x="2401" y="688"/>
                  </a:lnTo>
                  <a:lnTo>
                    <a:pt x="2402" y="673"/>
                  </a:lnTo>
                  <a:lnTo>
                    <a:pt x="2402" y="673"/>
                  </a:lnTo>
                  <a:lnTo>
                    <a:pt x="2403" y="673"/>
                  </a:lnTo>
                  <a:lnTo>
                    <a:pt x="2403" y="673"/>
                  </a:lnTo>
                  <a:lnTo>
                    <a:pt x="2404" y="673"/>
                  </a:lnTo>
                  <a:lnTo>
                    <a:pt x="2404" y="688"/>
                  </a:lnTo>
                  <a:lnTo>
                    <a:pt x="2405" y="688"/>
                  </a:lnTo>
                  <a:lnTo>
                    <a:pt x="2405" y="688"/>
                  </a:lnTo>
                  <a:lnTo>
                    <a:pt x="2406" y="688"/>
                  </a:lnTo>
                  <a:lnTo>
                    <a:pt x="2406" y="688"/>
                  </a:lnTo>
                  <a:lnTo>
                    <a:pt x="2406" y="688"/>
                  </a:lnTo>
                  <a:lnTo>
                    <a:pt x="2407" y="688"/>
                  </a:lnTo>
                  <a:lnTo>
                    <a:pt x="2408" y="688"/>
                  </a:lnTo>
                  <a:lnTo>
                    <a:pt x="2408" y="688"/>
                  </a:lnTo>
                  <a:lnTo>
                    <a:pt x="2408" y="688"/>
                  </a:lnTo>
                  <a:lnTo>
                    <a:pt x="2409" y="688"/>
                  </a:lnTo>
                  <a:lnTo>
                    <a:pt x="2409" y="688"/>
                  </a:lnTo>
                  <a:lnTo>
                    <a:pt x="2410" y="703"/>
                  </a:lnTo>
                  <a:lnTo>
                    <a:pt x="2410" y="703"/>
                  </a:lnTo>
                  <a:lnTo>
                    <a:pt x="2411" y="703"/>
                  </a:lnTo>
                  <a:lnTo>
                    <a:pt x="2411" y="703"/>
                  </a:lnTo>
                  <a:lnTo>
                    <a:pt x="2412" y="703"/>
                  </a:lnTo>
                  <a:lnTo>
                    <a:pt x="2412" y="703"/>
                  </a:lnTo>
                  <a:lnTo>
                    <a:pt x="2412" y="703"/>
                  </a:lnTo>
                  <a:lnTo>
                    <a:pt x="2413" y="718"/>
                  </a:lnTo>
                  <a:lnTo>
                    <a:pt x="2414" y="718"/>
                  </a:lnTo>
                  <a:lnTo>
                    <a:pt x="2414" y="718"/>
                  </a:lnTo>
                  <a:lnTo>
                    <a:pt x="2414" y="718"/>
                  </a:lnTo>
                  <a:lnTo>
                    <a:pt x="2415" y="718"/>
                  </a:lnTo>
                  <a:lnTo>
                    <a:pt x="2415" y="718"/>
                  </a:lnTo>
                  <a:lnTo>
                    <a:pt x="2416" y="718"/>
                  </a:lnTo>
                  <a:lnTo>
                    <a:pt x="2416" y="718"/>
                  </a:lnTo>
                  <a:lnTo>
                    <a:pt x="2417" y="718"/>
                  </a:lnTo>
                  <a:lnTo>
                    <a:pt x="2417" y="718"/>
                  </a:lnTo>
                  <a:lnTo>
                    <a:pt x="2417" y="718"/>
                  </a:lnTo>
                  <a:lnTo>
                    <a:pt x="2418" y="718"/>
                  </a:lnTo>
                  <a:lnTo>
                    <a:pt x="2418" y="718"/>
                  </a:lnTo>
                  <a:lnTo>
                    <a:pt x="2419" y="718"/>
                  </a:lnTo>
                  <a:lnTo>
                    <a:pt x="2419" y="718"/>
                  </a:lnTo>
                  <a:lnTo>
                    <a:pt x="2420" y="718"/>
                  </a:lnTo>
                  <a:lnTo>
                    <a:pt x="2420" y="718"/>
                  </a:lnTo>
                  <a:lnTo>
                    <a:pt x="2421" y="718"/>
                  </a:lnTo>
                  <a:lnTo>
                    <a:pt x="2421" y="703"/>
                  </a:lnTo>
                  <a:lnTo>
                    <a:pt x="2421" y="703"/>
                  </a:lnTo>
                  <a:lnTo>
                    <a:pt x="2422" y="703"/>
                  </a:lnTo>
                  <a:lnTo>
                    <a:pt x="2423" y="703"/>
                  </a:lnTo>
                  <a:lnTo>
                    <a:pt x="2423" y="703"/>
                  </a:lnTo>
                  <a:lnTo>
                    <a:pt x="2423" y="703"/>
                  </a:lnTo>
                  <a:lnTo>
                    <a:pt x="2424" y="688"/>
                  </a:lnTo>
                  <a:lnTo>
                    <a:pt x="2424" y="688"/>
                  </a:lnTo>
                  <a:lnTo>
                    <a:pt x="2425" y="688"/>
                  </a:lnTo>
                  <a:lnTo>
                    <a:pt x="2425" y="688"/>
                  </a:lnTo>
                  <a:lnTo>
                    <a:pt x="2426" y="688"/>
                  </a:lnTo>
                  <a:lnTo>
                    <a:pt x="2426" y="688"/>
                  </a:lnTo>
                  <a:lnTo>
                    <a:pt x="2427" y="688"/>
                  </a:lnTo>
                  <a:lnTo>
                    <a:pt x="2427" y="673"/>
                  </a:lnTo>
                  <a:lnTo>
                    <a:pt x="2427" y="673"/>
                  </a:lnTo>
                  <a:lnTo>
                    <a:pt x="2428" y="673"/>
                  </a:lnTo>
                  <a:lnTo>
                    <a:pt x="2428" y="673"/>
                  </a:lnTo>
                  <a:lnTo>
                    <a:pt x="2429" y="673"/>
                  </a:lnTo>
                  <a:lnTo>
                    <a:pt x="2429" y="673"/>
                  </a:lnTo>
                  <a:lnTo>
                    <a:pt x="2430" y="673"/>
                  </a:lnTo>
                  <a:lnTo>
                    <a:pt x="2430" y="658"/>
                  </a:lnTo>
                  <a:lnTo>
                    <a:pt x="2431" y="658"/>
                  </a:lnTo>
                  <a:lnTo>
                    <a:pt x="2431" y="658"/>
                  </a:lnTo>
                  <a:lnTo>
                    <a:pt x="2432" y="658"/>
                  </a:lnTo>
                  <a:lnTo>
                    <a:pt x="2432" y="643"/>
                  </a:lnTo>
                  <a:lnTo>
                    <a:pt x="2432" y="643"/>
                  </a:lnTo>
                  <a:lnTo>
                    <a:pt x="2433" y="643"/>
                  </a:lnTo>
                  <a:lnTo>
                    <a:pt x="2433" y="643"/>
                  </a:lnTo>
                  <a:lnTo>
                    <a:pt x="2434" y="643"/>
                  </a:lnTo>
                  <a:lnTo>
                    <a:pt x="2434" y="643"/>
                  </a:lnTo>
                  <a:lnTo>
                    <a:pt x="2435" y="643"/>
                  </a:lnTo>
                  <a:lnTo>
                    <a:pt x="2435" y="628"/>
                  </a:lnTo>
                  <a:lnTo>
                    <a:pt x="2436" y="628"/>
                  </a:lnTo>
                  <a:lnTo>
                    <a:pt x="2436" y="628"/>
                  </a:lnTo>
                  <a:lnTo>
                    <a:pt x="2436" y="628"/>
                  </a:lnTo>
                  <a:lnTo>
                    <a:pt x="2437" y="628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9" y="613"/>
                  </a:lnTo>
                  <a:lnTo>
                    <a:pt x="2439" y="613"/>
                  </a:lnTo>
                  <a:lnTo>
                    <a:pt x="2440" y="598"/>
                  </a:lnTo>
                  <a:lnTo>
                    <a:pt x="2440" y="598"/>
                  </a:lnTo>
                  <a:lnTo>
                    <a:pt x="2441" y="598"/>
                  </a:lnTo>
                  <a:lnTo>
                    <a:pt x="2441" y="598"/>
                  </a:lnTo>
                  <a:lnTo>
                    <a:pt x="2442" y="598"/>
                  </a:lnTo>
                  <a:lnTo>
                    <a:pt x="2442" y="598"/>
                  </a:lnTo>
                  <a:lnTo>
                    <a:pt x="2442" y="583"/>
                  </a:lnTo>
                  <a:lnTo>
                    <a:pt x="2443" y="583"/>
                  </a:lnTo>
                  <a:lnTo>
                    <a:pt x="2443" y="583"/>
                  </a:lnTo>
                  <a:lnTo>
                    <a:pt x="2444" y="583"/>
                  </a:lnTo>
                  <a:lnTo>
                    <a:pt x="2444" y="583"/>
                  </a:lnTo>
                  <a:lnTo>
                    <a:pt x="2445" y="583"/>
                  </a:lnTo>
                  <a:lnTo>
                    <a:pt x="2445" y="568"/>
                  </a:lnTo>
                  <a:lnTo>
                    <a:pt x="2445" y="568"/>
                  </a:lnTo>
                  <a:lnTo>
                    <a:pt x="2446" y="568"/>
                  </a:lnTo>
                  <a:lnTo>
                    <a:pt x="2447" y="568"/>
                  </a:lnTo>
                  <a:lnTo>
                    <a:pt x="2447" y="553"/>
                  </a:lnTo>
                  <a:lnTo>
                    <a:pt x="2447" y="553"/>
                  </a:lnTo>
                  <a:lnTo>
                    <a:pt x="2448" y="553"/>
                  </a:lnTo>
                  <a:lnTo>
                    <a:pt x="2448" y="553"/>
                  </a:lnTo>
                  <a:lnTo>
                    <a:pt x="2449" y="553"/>
                  </a:lnTo>
                  <a:lnTo>
                    <a:pt x="2449" y="538"/>
                  </a:lnTo>
                  <a:lnTo>
                    <a:pt x="2450" y="538"/>
                  </a:lnTo>
                  <a:lnTo>
                    <a:pt x="2450" y="538"/>
                  </a:lnTo>
                  <a:lnTo>
                    <a:pt x="2451" y="538"/>
                  </a:lnTo>
                  <a:lnTo>
                    <a:pt x="2451" y="538"/>
                  </a:lnTo>
                  <a:lnTo>
                    <a:pt x="2451" y="538"/>
                  </a:lnTo>
                  <a:lnTo>
                    <a:pt x="2452" y="538"/>
                  </a:lnTo>
                  <a:lnTo>
                    <a:pt x="2453" y="553"/>
                  </a:lnTo>
                  <a:lnTo>
                    <a:pt x="2453" y="553"/>
                  </a:lnTo>
                  <a:lnTo>
                    <a:pt x="2453" y="553"/>
                  </a:lnTo>
                  <a:lnTo>
                    <a:pt x="2454" y="553"/>
                  </a:lnTo>
                  <a:lnTo>
                    <a:pt x="2454" y="553"/>
                  </a:lnTo>
                  <a:lnTo>
                    <a:pt x="2455" y="553"/>
                  </a:lnTo>
                  <a:lnTo>
                    <a:pt x="2455" y="553"/>
                  </a:lnTo>
                  <a:lnTo>
                    <a:pt x="2456" y="553"/>
                  </a:lnTo>
                  <a:lnTo>
                    <a:pt x="2456" y="553"/>
                  </a:lnTo>
                  <a:lnTo>
                    <a:pt x="2457" y="553"/>
                  </a:lnTo>
                  <a:lnTo>
                    <a:pt x="2457" y="553"/>
                  </a:lnTo>
                  <a:lnTo>
                    <a:pt x="2457" y="568"/>
                  </a:lnTo>
                  <a:lnTo>
                    <a:pt x="2458" y="568"/>
                  </a:lnTo>
                  <a:lnTo>
                    <a:pt x="2458" y="568"/>
                  </a:lnTo>
                  <a:lnTo>
                    <a:pt x="2459" y="568"/>
                  </a:lnTo>
                  <a:lnTo>
                    <a:pt x="2459" y="568"/>
                  </a:lnTo>
                  <a:lnTo>
                    <a:pt x="2460" y="568"/>
                  </a:lnTo>
                  <a:lnTo>
                    <a:pt x="2460" y="568"/>
                  </a:lnTo>
                  <a:lnTo>
                    <a:pt x="2460" y="583"/>
                  </a:lnTo>
                  <a:lnTo>
                    <a:pt x="2461" y="583"/>
                  </a:lnTo>
                  <a:lnTo>
                    <a:pt x="2462" y="583"/>
                  </a:lnTo>
                  <a:lnTo>
                    <a:pt x="2462" y="598"/>
                  </a:lnTo>
                  <a:lnTo>
                    <a:pt x="2462" y="598"/>
                  </a:lnTo>
                  <a:lnTo>
                    <a:pt x="2463" y="598"/>
                  </a:lnTo>
                  <a:lnTo>
                    <a:pt x="2463" y="613"/>
                  </a:lnTo>
                  <a:lnTo>
                    <a:pt x="2464" y="613"/>
                  </a:lnTo>
                  <a:lnTo>
                    <a:pt x="2464" y="613"/>
                  </a:lnTo>
                  <a:lnTo>
                    <a:pt x="2465" y="628"/>
                  </a:lnTo>
                  <a:lnTo>
                    <a:pt x="2465" y="628"/>
                  </a:lnTo>
                  <a:lnTo>
                    <a:pt x="2466" y="628"/>
                  </a:lnTo>
                  <a:lnTo>
                    <a:pt x="2466" y="628"/>
                  </a:lnTo>
                  <a:lnTo>
                    <a:pt x="2466" y="628"/>
                  </a:lnTo>
                  <a:lnTo>
                    <a:pt x="2467" y="643"/>
                  </a:lnTo>
                  <a:lnTo>
                    <a:pt x="2468" y="643"/>
                  </a:lnTo>
                  <a:lnTo>
                    <a:pt x="2468" y="643"/>
                  </a:lnTo>
                  <a:lnTo>
                    <a:pt x="2468" y="643"/>
                  </a:lnTo>
                  <a:lnTo>
                    <a:pt x="2469" y="658"/>
                  </a:lnTo>
                  <a:lnTo>
                    <a:pt x="2469" y="658"/>
                  </a:lnTo>
                  <a:lnTo>
                    <a:pt x="2470" y="658"/>
                  </a:lnTo>
                  <a:lnTo>
                    <a:pt x="2470" y="673"/>
                  </a:lnTo>
                  <a:lnTo>
                    <a:pt x="2471" y="673"/>
                  </a:lnTo>
                  <a:lnTo>
                    <a:pt x="2471" y="673"/>
                  </a:lnTo>
                  <a:lnTo>
                    <a:pt x="2471" y="673"/>
                  </a:lnTo>
                  <a:lnTo>
                    <a:pt x="2472" y="673"/>
                  </a:lnTo>
                  <a:lnTo>
                    <a:pt x="2472" y="673"/>
                  </a:lnTo>
                  <a:lnTo>
                    <a:pt x="2473" y="673"/>
                  </a:lnTo>
                  <a:lnTo>
                    <a:pt x="2473" y="673"/>
                  </a:lnTo>
                  <a:lnTo>
                    <a:pt x="2474" y="673"/>
                  </a:lnTo>
                  <a:lnTo>
                    <a:pt x="2474" y="688"/>
                  </a:lnTo>
                  <a:lnTo>
                    <a:pt x="2475" y="688"/>
                  </a:lnTo>
                  <a:lnTo>
                    <a:pt x="2475" y="688"/>
                  </a:lnTo>
                  <a:lnTo>
                    <a:pt x="2475" y="688"/>
                  </a:lnTo>
                  <a:lnTo>
                    <a:pt x="2476" y="688"/>
                  </a:lnTo>
                  <a:lnTo>
                    <a:pt x="2477" y="703"/>
                  </a:lnTo>
                  <a:lnTo>
                    <a:pt x="2477" y="703"/>
                  </a:lnTo>
                  <a:lnTo>
                    <a:pt x="2477" y="703"/>
                  </a:lnTo>
                  <a:lnTo>
                    <a:pt x="2478" y="703"/>
                  </a:lnTo>
                  <a:lnTo>
                    <a:pt x="2478" y="703"/>
                  </a:lnTo>
                  <a:lnTo>
                    <a:pt x="2479" y="718"/>
                  </a:lnTo>
                  <a:lnTo>
                    <a:pt x="2479" y="718"/>
                  </a:lnTo>
                  <a:lnTo>
                    <a:pt x="2480" y="718"/>
                  </a:lnTo>
                  <a:lnTo>
                    <a:pt x="2480" y="718"/>
                  </a:lnTo>
                  <a:lnTo>
                    <a:pt x="2481" y="718"/>
                  </a:lnTo>
                  <a:lnTo>
                    <a:pt x="2481" y="718"/>
                  </a:lnTo>
                  <a:lnTo>
                    <a:pt x="2481" y="718"/>
                  </a:lnTo>
                  <a:lnTo>
                    <a:pt x="2482" y="718"/>
                  </a:lnTo>
                  <a:lnTo>
                    <a:pt x="2483" y="718"/>
                  </a:lnTo>
                  <a:lnTo>
                    <a:pt x="2483" y="718"/>
                  </a:lnTo>
                  <a:lnTo>
                    <a:pt x="2483" y="718"/>
                  </a:lnTo>
                  <a:lnTo>
                    <a:pt x="2484" y="718"/>
                  </a:lnTo>
                  <a:lnTo>
                    <a:pt x="2484" y="718"/>
                  </a:lnTo>
                  <a:lnTo>
                    <a:pt x="2485" y="718"/>
                  </a:lnTo>
                  <a:lnTo>
                    <a:pt x="2485" y="718"/>
                  </a:lnTo>
                  <a:lnTo>
                    <a:pt x="2486" y="718"/>
                  </a:lnTo>
                  <a:lnTo>
                    <a:pt x="2486" y="718"/>
                  </a:lnTo>
                  <a:lnTo>
                    <a:pt x="2486" y="718"/>
                  </a:lnTo>
                  <a:lnTo>
                    <a:pt x="2487" y="718"/>
                  </a:lnTo>
                  <a:lnTo>
                    <a:pt x="2487" y="733"/>
                  </a:lnTo>
                  <a:lnTo>
                    <a:pt x="2488" y="733"/>
                  </a:lnTo>
                  <a:lnTo>
                    <a:pt x="2488" y="733"/>
                  </a:lnTo>
                  <a:lnTo>
                    <a:pt x="2489" y="733"/>
                  </a:lnTo>
                  <a:lnTo>
                    <a:pt x="2489" y="748"/>
                  </a:lnTo>
                  <a:lnTo>
                    <a:pt x="2490" y="748"/>
                  </a:lnTo>
                  <a:lnTo>
                    <a:pt x="2490" y="748"/>
                  </a:lnTo>
                  <a:lnTo>
                    <a:pt x="2490" y="748"/>
                  </a:lnTo>
                  <a:lnTo>
                    <a:pt x="2491" y="748"/>
                  </a:lnTo>
                  <a:lnTo>
                    <a:pt x="2492" y="763"/>
                  </a:lnTo>
                  <a:lnTo>
                    <a:pt x="2492" y="763"/>
                  </a:lnTo>
                  <a:lnTo>
                    <a:pt x="2492" y="763"/>
                  </a:lnTo>
                  <a:lnTo>
                    <a:pt x="2493" y="763"/>
                  </a:lnTo>
                  <a:lnTo>
                    <a:pt x="2493" y="763"/>
                  </a:lnTo>
                  <a:lnTo>
                    <a:pt x="2494" y="778"/>
                  </a:lnTo>
                  <a:lnTo>
                    <a:pt x="2494" y="778"/>
                  </a:lnTo>
                  <a:lnTo>
                    <a:pt x="2495" y="778"/>
                  </a:lnTo>
                  <a:lnTo>
                    <a:pt x="2495" y="778"/>
                  </a:lnTo>
                  <a:lnTo>
                    <a:pt x="2496" y="778"/>
                  </a:lnTo>
                  <a:lnTo>
                    <a:pt x="2496" y="778"/>
                  </a:lnTo>
                  <a:lnTo>
                    <a:pt x="2496" y="778"/>
                  </a:lnTo>
                  <a:lnTo>
                    <a:pt x="2497" y="778"/>
                  </a:lnTo>
                  <a:lnTo>
                    <a:pt x="2498" y="778"/>
                  </a:lnTo>
                  <a:lnTo>
                    <a:pt x="2498" y="778"/>
                  </a:lnTo>
                  <a:lnTo>
                    <a:pt x="2498" y="778"/>
                  </a:lnTo>
                  <a:lnTo>
                    <a:pt x="2499" y="778"/>
                  </a:lnTo>
                  <a:lnTo>
                    <a:pt x="2499" y="778"/>
                  </a:lnTo>
                  <a:lnTo>
                    <a:pt x="2500" y="778"/>
                  </a:lnTo>
                  <a:lnTo>
                    <a:pt x="2500" y="778"/>
                  </a:lnTo>
                  <a:lnTo>
                    <a:pt x="2501" y="778"/>
                  </a:lnTo>
                  <a:lnTo>
                    <a:pt x="2501" y="778"/>
                  </a:lnTo>
                  <a:lnTo>
                    <a:pt x="2501" y="763"/>
                  </a:lnTo>
                  <a:lnTo>
                    <a:pt x="2502" y="763"/>
                  </a:lnTo>
                  <a:lnTo>
                    <a:pt x="2502" y="763"/>
                  </a:lnTo>
                  <a:lnTo>
                    <a:pt x="2503" y="763"/>
                  </a:lnTo>
                  <a:lnTo>
                    <a:pt x="2503" y="763"/>
                  </a:lnTo>
                  <a:lnTo>
                    <a:pt x="2504" y="763"/>
                  </a:lnTo>
                  <a:lnTo>
                    <a:pt x="2504" y="763"/>
                  </a:lnTo>
                  <a:lnTo>
                    <a:pt x="2505" y="763"/>
                  </a:lnTo>
                  <a:lnTo>
                    <a:pt x="2505" y="763"/>
                  </a:lnTo>
                  <a:lnTo>
                    <a:pt x="2505" y="763"/>
                  </a:lnTo>
                  <a:lnTo>
                    <a:pt x="2506" y="763"/>
                  </a:lnTo>
                  <a:lnTo>
                    <a:pt x="2507" y="763"/>
                  </a:lnTo>
                  <a:lnTo>
                    <a:pt x="2507" y="763"/>
                  </a:lnTo>
                  <a:lnTo>
                    <a:pt x="2507" y="763"/>
                  </a:lnTo>
                  <a:lnTo>
                    <a:pt x="2508" y="763"/>
                  </a:lnTo>
                  <a:lnTo>
                    <a:pt x="2508" y="763"/>
                  </a:lnTo>
                  <a:lnTo>
                    <a:pt x="2509" y="763"/>
                  </a:lnTo>
                  <a:lnTo>
                    <a:pt x="2509" y="763"/>
                  </a:lnTo>
                  <a:lnTo>
                    <a:pt x="2510" y="763"/>
                  </a:lnTo>
                  <a:lnTo>
                    <a:pt x="2510" y="763"/>
                  </a:lnTo>
                  <a:lnTo>
                    <a:pt x="2511" y="763"/>
                  </a:lnTo>
                  <a:lnTo>
                    <a:pt x="2511" y="763"/>
                  </a:lnTo>
                  <a:lnTo>
                    <a:pt x="2511" y="763"/>
                  </a:lnTo>
                  <a:lnTo>
                    <a:pt x="2512" y="763"/>
                  </a:lnTo>
                  <a:lnTo>
                    <a:pt x="2512" y="763"/>
                  </a:lnTo>
                  <a:lnTo>
                    <a:pt x="2513" y="763"/>
                  </a:lnTo>
                  <a:lnTo>
                    <a:pt x="2513" y="748"/>
                  </a:lnTo>
                  <a:lnTo>
                    <a:pt x="2514" y="748"/>
                  </a:lnTo>
                  <a:lnTo>
                    <a:pt x="2514" y="748"/>
                  </a:lnTo>
                  <a:lnTo>
                    <a:pt x="2515" y="748"/>
                  </a:lnTo>
                  <a:lnTo>
                    <a:pt x="2515" y="748"/>
                  </a:lnTo>
                  <a:lnTo>
                    <a:pt x="2516" y="748"/>
                  </a:lnTo>
                  <a:lnTo>
                    <a:pt x="2516" y="733"/>
                  </a:lnTo>
                  <a:lnTo>
                    <a:pt x="2516" y="733"/>
                  </a:lnTo>
                  <a:lnTo>
                    <a:pt x="2517" y="733"/>
                  </a:lnTo>
                  <a:lnTo>
                    <a:pt x="2518" y="733"/>
                  </a:lnTo>
                  <a:lnTo>
                    <a:pt x="2518" y="733"/>
                  </a:lnTo>
                  <a:lnTo>
                    <a:pt x="2518" y="718"/>
                  </a:lnTo>
                  <a:lnTo>
                    <a:pt x="2519" y="718"/>
                  </a:lnTo>
                  <a:lnTo>
                    <a:pt x="2519" y="718"/>
                  </a:lnTo>
                  <a:lnTo>
                    <a:pt x="2520" y="718"/>
                  </a:lnTo>
                  <a:lnTo>
                    <a:pt x="2520" y="718"/>
                  </a:lnTo>
                  <a:lnTo>
                    <a:pt x="2521" y="718"/>
                  </a:lnTo>
                  <a:lnTo>
                    <a:pt x="2521" y="718"/>
                  </a:lnTo>
                  <a:lnTo>
                    <a:pt x="2522" y="718"/>
                  </a:lnTo>
                  <a:lnTo>
                    <a:pt x="2522" y="718"/>
                  </a:lnTo>
                  <a:lnTo>
                    <a:pt x="2522" y="733"/>
                  </a:lnTo>
                  <a:lnTo>
                    <a:pt x="2523" y="733"/>
                  </a:lnTo>
                  <a:lnTo>
                    <a:pt x="2524" y="733"/>
                  </a:lnTo>
                  <a:lnTo>
                    <a:pt x="2524" y="733"/>
                  </a:lnTo>
                  <a:lnTo>
                    <a:pt x="2524" y="733"/>
                  </a:lnTo>
                  <a:lnTo>
                    <a:pt x="2525" y="733"/>
                  </a:lnTo>
                  <a:lnTo>
                    <a:pt x="2525" y="733"/>
                  </a:lnTo>
                  <a:lnTo>
                    <a:pt x="2526" y="733"/>
                  </a:lnTo>
                  <a:lnTo>
                    <a:pt x="2526" y="733"/>
                  </a:lnTo>
                  <a:lnTo>
                    <a:pt x="2527" y="733"/>
                  </a:lnTo>
                  <a:lnTo>
                    <a:pt x="2527" y="733"/>
                  </a:lnTo>
                  <a:lnTo>
                    <a:pt x="2527" y="718"/>
                  </a:lnTo>
                  <a:lnTo>
                    <a:pt x="2528" y="718"/>
                  </a:lnTo>
                  <a:lnTo>
                    <a:pt x="2528" y="718"/>
                  </a:lnTo>
                  <a:lnTo>
                    <a:pt x="2529" y="718"/>
                  </a:lnTo>
                  <a:lnTo>
                    <a:pt x="2529" y="718"/>
                  </a:lnTo>
                  <a:lnTo>
                    <a:pt x="2530" y="703"/>
                  </a:lnTo>
                  <a:lnTo>
                    <a:pt x="2530" y="703"/>
                  </a:lnTo>
                  <a:lnTo>
                    <a:pt x="2531" y="703"/>
                  </a:lnTo>
                  <a:lnTo>
                    <a:pt x="2531" y="688"/>
                  </a:lnTo>
                  <a:lnTo>
                    <a:pt x="2531" y="688"/>
                  </a:lnTo>
                  <a:lnTo>
                    <a:pt x="2532" y="688"/>
                  </a:lnTo>
                  <a:lnTo>
                    <a:pt x="2533" y="688"/>
                  </a:lnTo>
                  <a:lnTo>
                    <a:pt x="2533" y="688"/>
                  </a:lnTo>
                  <a:lnTo>
                    <a:pt x="2533" y="673"/>
                  </a:lnTo>
                  <a:lnTo>
                    <a:pt x="2534" y="673"/>
                  </a:lnTo>
                  <a:lnTo>
                    <a:pt x="2534" y="673"/>
                  </a:lnTo>
                  <a:lnTo>
                    <a:pt x="2535" y="673"/>
                  </a:lnTo>
                  <a:lnTo>
                    <a:pt x="2535" y="673"/>
                  </a:lnTo>
                  <a:lnTo>
                    <a:pt x="2536" y="673"/>
                  </a:lnTo>
                  <a:lnTo>
                    <a:pt x="2536" y="673"/>
                  </a:lnTo>
                  <a:lnTo>
                    <a:pt x="2537" y="673"/>
                  </a:lnTo>
                  <a:lnTo>
                    <a:pt x="2537" y="673"/>
                  </a:lnTo>
                  <a:lnTo>
                    <a:pt x="2537" y="673"/>
                  </a:lnTo>
                  <a:lnTo>
                    <a:pt x="2538" y="673"/>
                  </a:lnTo>
                  <a:lnTo>
                    <a:pt x="2538" y="673"/>
                  </a:lnTo>
                  <a:lnTo>
                    <a:pt x="2539" y="673"/>
                  </a:lnTo>
                  <a:lnTo>
                    <a:pt x="2539" y="673"/>
                  </a:lnTo>
                  <a:lnTo>
                    <a:pt x="2540" y="673"/>
                  </a:lnTo>
                  <a:lnTo>
                    <a:pt x="2540" y="673"/>
                  </a:lnTo>
                  <a:lnTo>
                    <a:pt x="2541" y="673"/>
                  </a:lnTo>
                  <a:lnTo>
                    <a:pt x="2541" y="673"/>
                  </a:lnTo>
                  <a:lnTo>
                    <a:pt x="2542" y="673"/>
                  </a:lnTo>
                  <a:lnTo>
                    <a:pt x="2542" y="673"/>
                  </a:lnTo>
                  <a:lnTo>
                    <a:pt x="2542" y="673"/>
                  </a:lnTo>
                  <a:lnTo>
                    <a:pt x="2543" y="658"/>
                  </a:lnTo>
                  <a:lnTo>
                    <a:pt x="2543" y="658"/>
                  </a:lnTo>
                  <a:lnTo>
                    <a:pt x="2544" y="658"/>
                  </a:lnTo>
                  <a:lnTo>
                    <a:pt x="2544" y="658"/>
                  </a:lnTo>
                  <a:lnTo>
                    <a:pt x="2545" y="658"/>
                  </a:lnTo>
                  <a:lnTo>
                    <a:pt x="2545" y="658"/>
                  </a:lnTo>
                  <a:lnTo>
                    <a:pt x="2546" y="658"/>
                  </a:lnTo>
                  <a:lnTo>
                    <a:pt x="2546" y="643"/>
                  </a:lnTo>
                  <a:lnTo>
                    <a:pt x="2546" y="643"/>
                  </a:lnTo>
                  <a:lnTo>
                    <a:pt x="2547" y="643"/>
                  </a:lnTo>
                  <a:lnTo>
                    <a:pt x="2548" y="643"/>
                  </a:lnTo>
                  <a:lnTo>
                    <a:pt x="2548" y="628"/>
                  </a:lnTo>
                  <a:lnTo>
                    <a:pt x="2548" y="628"/>
                  </a:lnTo>
                  <a:lnTo>
                    <a:pt x="2549" y="628"/>
                  </a:lnTo>
                  <a:lnTo>
                    <a:pt x="2549" y="613"/>
                  </a:lnTo>
                  <a:lnTo>
                    <a:pt x="2550" y="613"/>
                  </a:lnTo>
                  <a:lnTo>
                    <a:pt x="2550" y="613"/>
                  </a:lnTo>
                  <a:lnTo>
                    <a:pt x="2551" y="598"/>
                  </a:lnTo>
                  <a:lnTo>
                    <a:pt x="2551" y="598"/>
                  </a:lnTo>
                  <a:lnTo>
                    <a:pt x="2552" y="598"/>
                  </a:lnTo>
                  <a:lnTo>
                    <a:pt x="2552" y="583"/>
                  </a:lnTo>
                  <a:lnTo>
                    <a:pt x="2552" y="583"/>
                  </a:lnTo>
                  <a:lnTo>
                    <a:pt x="2553" y="583"/>
                  </a:lnTo>
                  <a:lnTo>
                    <a:pt x="2553" y="568"/>
                  </a:lnTo>
                  <a:lnTo>
                    <a:pt x="2554" y="568"/>
                  </a:lnTo>
                  <a:lnTo>
                    <a:pt x="2554" y="568"/>
                  </a:lnTo>
                  <a:lnTo>
                    <a:pt x="2555" y="568"/>
                  </a:lnTo>
                  <a:lnTo>
                    <a:pt x="2555" y="568"/>
                  </a:lnTo>
                  <a:lnTo>
                    <a:pt x="2555" y="568"/>
                  </a:lnTo>
                  <a:lnTo>
                    <a:pt x="2556" y="568"/>
                  </a:lnTo>
                  <a:lnTo>
                    <a:pt x="2557" y="568"/>
                  </a:lnTo>
                  <a:lnTo>
                    <a:pt x="2557" y="568"/>
                  </a:lnTo>
                  <a:lnTo>
                    <a:pt x="2557" y="568"/>
                  </a:lnTo>
                  <a:lnTo>
                    <a:pt x="2558" y="568"/>
                  </a:lnTo>
                  <a:lnTo>
                    <a:pt x="2558" y="553"/>
                  </a:lnTo>
                  <a:lnTo>
                    <a:pt x="2559" y="553"/>
                  </a:lnTo>
                  <a:lnTo>
                    <a:pt x="2559" y="553"/>
                  </a:lnTo>
                  <a:lnTo>
                    <a:pt x="2560" y="553"/>
                  </a:lnTo>
                  <a:lnTo>
                    <a:pt x="2560" y="553"/>
                  </a:lnTo>
                  <a:lnTo>
                    <a:pt x="2561" y="553"/>
                  </a:lnTo>
                  <a:lnTo>
                    <a:pt x="2561" y="553"/>
                  </a:lnTo>
                  <a:lnTo>
                    <a:pt x="2561" y="553"/>
                  </a:lnTo>
                  <a:lnTo>
                    <a:pt x="2562" y="553"/>
                  </a:lnTo>
                  <a:lnTo>
                    <a:pt x="2563" y="538"/>
                  </a:lnTo>
                  <a:lnTo>
                    <a:pt x="2563" y="538"/>
                  </a:lnTo>
                  <a:lnTo>
                    <a:pt x="2563" y="538"/>
                  </a:lnTo>
                  <a:lnTo>
                    <a:pt x="2564" y="538"/>
                  </a:lnTo>
                  <a:lnTo>
                    <a:pt x="2564" y="538"/>
                  </a:lnTo>
                  <a:lnTo>
                    <a:pt x="2565" y="523"/>
                  </a:lnTo>
                  <a:lnTo>
                    <a:pt x="2565" y="523"/>
                  </a:lnTo>
                  <a:lnTo>
                    <a:pt x="2566" y="523"/>
                  </a:lnTo>
                  <a:lnTo>
                    <a:pt x="2566" y="523"/>
                  </a:lnTo>
                  <a:lnTo>
                    <a:pt x="2567" y="509"/>
                  </a:lnTo>
                  <a:lnTo>
                    <a:pt x="2567" y="509"/>
                  </a:lnTo>
                  <a:lnTo>
                    <a:pt x="2567" y="509"/>
                  </a:lnTo>
                  <a:lnTo>
                    <a:pt x="2568" y="494"/>
                  </a:lnTo>
                  <a:lnTo>
                    <a:pt x="2568" y="494"/>
                  </a:lnTo>
                  <a:lnTo>
                    <a:pt x="2569" y="494"/>
                  </a:lnTo>
                  <a:lnTo>
                    <a:pt x="2569" y="479"/>
                  </a:lnTo>
                  <a:lnTo>
                    <a:pt x="2570" y="479"/>
                  </a:lnTo>
                  <a:lnTo>
                    <a:pt x="2570" y="464"/>
                  </a:lnTo>
                  <a:lnTo>
                    <a:pt x="2570" y="464"/>
                  </a:lnTo>
                  <a:lnTo>
                    <a:pt x="2571" y="464"/>
                  </a:lnTo>
                  <a:lnTo>
                    <a:pt x="2572" y="449"/>
                  </a:lnTo>
                  <a:lnTo>
                    <a:pt x="2572" y="449"/>
                  </a:lnTo>
                  <a:lnTo>
                    <a:pt x="2572" y="449"/>
                  </a:lnTo>
                  <a:lnTo>
                    <a:pt x="2573" y="449"/>
                  </a:lnTo>
                  <a:lnTo>
                    <a:pt x="2573" y="449"/>
                  </a:lnTo>
                  <a:lnTo>
                    <a:pt x="2574" y="434"/>
                  </a:lnTo>
                  <a:lnTo>
                    <a:pt x="2574" y="434"/>
                  </a:lnTo>
                  <a:lnTo>
                    <a:pt x="2575" y="434"/>
                  </a:lnTo>
                  <a:lnTo>
                    <a:pt x="2575" y="434"/>
                  </a:lnTo>
                  <a:lnTo>
                    <a:pt x="2576" y="434"/>
                  </a:lnTo>
                  <a:lnTo>
                    <a:pt x="2576" y="434"/>
                  </a:lnTo>
                  <a:lnTo>
                    <a:pt x="2576" y="419"/>
                  </a:lnTo>
                  <a:lnTo>
                    <a:pt x="2577" y="419"/>
                  </a:lnTo>
                  <a:lnTo>
                    <a:pt x="2578" y="419"/>
                  </a:lnTo>
                  <a:lnTo>
                    <a:pt x="2578" y="419"/>
                  </a:lnTo>
                  <a:lnTo>
                    <a:pt x="2578" y="419"/>
                  </a:lnTo>
                  <a:lnTo>
                    <a:pt x="2579" y="419"/>
                  </a:lnTo>
                  <a:lnTo>
                    <a:pt x="2579" y="419"/>
                  </a:lnTo>
                  <a:lnTo>
                    <a:pt x="2580" y="419"/>
                  </a:lnTo>
                  <a:lnTo>
                    <a:pt x="2580" y="434"/>
                  </a:lnTo>
                  <a:lnTo>
                    <a:pt x="2581" y="434"/>
                  </a:lnTo>
                  <a:lnTo>
                    <a:pt x="2581" y="434"/>
                  </a:lnTo>
                  <a:lnTo>
                    <a:pt x="2581" y="434"/>
                  </a:lnTo>
                  <a:lnTo>
                    <a:pt x="2582" y="419"/>
                  </a:lnTo>
                  <a:lnTo>
                    <a:pt x="2582" y="419"/>
                  </a:lnTo>
                  <a:lnTo>
                    <a:pt x="2583" y="419"/>
                  </a:lnTo>
                  <a:lnTo>
                    <a:pt x="2583" y="419"/>
                  </a:lnTo>
                  <a:lnTo>
                    <a:pt x="2584" y="419"/>
                  </a:lnTo>
                  <a:lnTo>
                    <a:pt x="2584" y="419"/>
                  </a:lnTo>
                  <a:lnTo>
                    <a:pt x="2585" y="419"/>
                  </a:lnTo>
                  <a:lnTo>
                    <a:pt x="2585" y="419"/>
                  </a:lnTo>
                  <a:lnTo>
                    <a:pt x="2585" y="419"/>
                  </a:lnTo>
                  <a:lnTo>
                    <a:pt x="2586" y="419"/>
                  </a:lnTo>
                  <a:lnTo>
                    <a:pt x="2587" y="419"/>
                  </a:lnTo>
                  <a:lnTo>
                    <a:pt x="2587" y="419"/>
                  </a:lnTo>
                  <a:lnTo>
                    <a:pt x="2587" y="419"/>
                  </a:lnTo>
                  <a:lnTo>
                    <a:pt x="2588" y="434"/>
                  </a:lnTo>
                  <a:lnTo>
                    <a:pt x="2588" y="434"/>
                  </a:lnTo>
                  <a:lnTo>
                    <a:pt x="2589" y="434"/>
                  </a:lnTo>
                  <a:lnTo>
                    <a:pt x="2589" y="434"/>
                  </a:lnTo>
                  <a:lnTo>
                    <a:pt x="2590" y="434"/>
                  </a:lnTo>
                  <a:lnTo>
                    <a:pt x="2590" y="434"/>
                  </a:lnTo>
                  <a:lnTo>
                    <a:pt x="2591" y="434"/>
                  </a:lnTo>
                  <a:lnTo>
                    <a:pt x="2591" y="449"/>
                  </a:lnTo>
                  <a:lnTo>
                    <a:pt x="2591" y="449"/>
                  </a:lnTo>
                  <a:lnTo>
                    <a:pt x="2592" y="449"/>
                  </a:lnTo>
                  <a:lnTo>
                    <a:pt x="2593" y="449"/>
                  </a:lnTo>
                  <a:lnTo>
                    <a:pt x="2593" y="464"/>
                  </a:lnTo>
                  <a:lnTo>
                    <a:pt x="2593" y="464"/>
                  </a:lnTo>
                  <a:lnTo>
                    <a:pt x="2594" y="464"/>
                  </a:lnTo>
                  <a:lnTo>
                    <a:pt x="2594" y="464"/>
                  </a:lnTo>
                  <a:lnTo>
                    <a:pt x="2595" y="464"/>
                  </a:lnTo>
                  <a:lnTo>
                    <a:pt x="2595" y="464"/>
                  </a:lnTo>
                  <a:lnTo>
                    <a:pt x="2596" y="464"/>
                  </a:lnTo>
                  <a:lnTo>
                    <a:pt x="2596" y="464"/>
                  </a:lnTo>
                  <a:lnTo>
                    <a:pt x="2596" y="464"/>
                  </a:lnTo>
                  <a:lnTo>
                    <a:pt x="2597" y="464"/>
                  </a:lnTo>
                  <a:lnTo>
                    <a:pt x="2597" y="464"/>
                  </a:lnTo>
                  <a:lnTo>
                    <a:pt x="2598" y="464"/>
                  </a:lnTo>
                  <a:lnTo>
                    <a:pt x="2598" y="464"/>
                  </a:lnTo>
                  <a:lnTo>
                    <a:pt x="2599" y="464"/>
                  </a:lnTo>
                  <a:lnTo>
                    <a:pt x="2599" y="464"/>
                  </a:lnTo>
                  <a:lnTo>
                    <a:pt x="2600" y="464"/>
                  </a:lnTo>
                  <a:lnTo>
                    <a:pt x="2600" y="464"/>
                  </a:lnTo>
                  <a:lnTo>
                    <a:pt x="2600" y="464"/>
                  </a:lnTo>
                  <a:lnTo>
                    <a:pt x="2601" y="464"/>
                  </a:lnTo>
                  <a:lnTo>
                    <a:pt x="2602" y="464"/>
                  </a:lnTo>
                  <a:lnTo>
                    <a:pt x="2602" y="464"/>
                  </a:lnTo>
                  <a:lnTo>
                    <a:pt x="2602" y="464"/>
                  </a:lnTo>
                  <a:lnTo>
                    <a:pt x="2603" y="464"/>
                  </a:lnTo>
                  <a:lnTo>
                    <a:pt x="2603" y="464"/>
                  </a:lnTo>
                  <a:lnTo>
                    <a:pt x="2604" y="464"/>
                  </a:lnTo>
                  <a:lnTo>
                    <a:pt x="2604" y="464"/>
                  </a:lnTo>
                  <a:lnTo>
                    <a:pt x="2605" y="464"/>
                  </a:lnTo>
                  <a:lnTo>
                    <a:pt x="2605" y="464"/>
                  </a:lnTo>
                  <a:lnTo>
                    <a:pt x="2606" y="449"/>
                  </a:lnTo>
                  <a:lnTo>
                    <a:pt x="2606" y="449"/>
                  </a:lnTo>
                  <a:lnTo>
                    <a:pt x="2606" y="449"/>
                  </a:lnTo>
                  <a:lnTo>
                    <a:pt x="2607" y="449"/>
                  </a:lnTo>
                  <a:lnTo>
                    <a:pt x="2607" y="449"/>
                  </a:lnTo>
                  <a:lnTo>
                    <a:pt x="2608" y="449"/>
                  </a:lnTo>
                  <a:lnTo>
                    <a:pt x="2608" y="434"/>
                  </a:lnTo>
                  <a:lnTo>
                    <a:pt x="2609" y="434"/>
                  </a:lnTo>
                  <a:lnTo>
                    <a:pt x="2609" y="434"/>
                  </a:lnTo>
                  <a:lnTo>
                    <a:pt x="2610" y="434"/>
                  </a:lnTo>
                  <a:lnTo>
                    <a:pt x="2610" y="434"/>
                  </a:lnTo>
                  <a:lnTo>
                    <a:pt x="2611" y="434"/>
                  </a:lnTo>
                  <a:lnTo>
                    <a:pt x="2611" y="419"/>
                  </a:lnTo>
                  <a:lnTo>
                    <a:pt x="2611" y="419"/>
                  </a:lnTo>
                  <a:lnTo>
                    <a:pt x="2612" y="419"/>
                  </a:lnTo>
                  <a:lnTo>
                    <a:pt x="2612" y="419"/>
                  </a:lnTo>
                  <a:lnTo>
                    <a:pt x="2613" y="419"/>
                  </a:lnTo>
                  <a:lnTo>
                    <a:pt x="2613" y="419"/>
                  </a:lnTo>
                  <a:lnTo>
                    <a:pt x="2614" y="404"/>
                  </a:lnTo>
                  <a:lnTo>
                    <a:pt x="2614" y="404"/>
                  </a:lnTo>
                  <a:lnTo>
                    <a:pt x="2615" y="404"/>
                  </a:lnTo>
                  <a:lnTo>
                    <a:pt x="2615" y="389"/>
                  </a:lnTo>
                  <a:lnTo>
                    <a:pt x="2615" y="389"/>
                  </a:lnTo>
                  <a:lnTo>
                    <a:pt x="2616" y="374"/>
                  </a:lnTo>
                  <a:lnTo>
                    <a:pt x="2617" y="374"/>
                  </a:lnTo>
                  <a:lnTo>
                    <a:pt x="2617" y="359"/>
                  </a:lnTo>
                  <a:lnTo>
                    <a:pt x="2617" y="359"/>
                  </a:lnTo>
                  <a:lnTo>
                    <a:pt x="2618" y="344"/>
                  </a:lnTo>
                  <a:lnTo>
                    <a:pt x="2618" y="329"/>
                  </a:lnTo>
                  <a:lnTo>
                    <a:pt x="2619" y="329"/>
                  </a:lnTo>
                  <a:lnTo>
                    <a:pt x="2619" y="314"/>
                  </a:lnTo>
                  <a:lnTo>
                    <a:pt x="2620" y="299"/>
                  </a:lnTo>
                  <a:lnTo>
                    <a:pt x="2620" y="284"/>
                  </a:lnTo>
                  <a:lnTo>
                    <a:pt x="2621" y="284"/>
                  </a:lnTo>
                  <a:lnTo>
                    <a:pt x="2621" y="269"/>
                  </a:lnTo>
                  <a:lnTo>
                    <a:pt x="2621" y="254"/>
                  </a:lnTo>
                  <a:lnTo>
                    <a:pt x="2622" y="254"/>
                  </a:lnTo>
                  <a:lnTo>
                    <a:pt x="2622" y="239"/>
                  </a:lnTo>
                  <a:lnTo>
                    <a:pt x="2623" y="224"/>
                  </a:lnTo>
                  <a:lnTo>
                    <a:pt x="2623" y="224"/>
                  </a:lnTo>
                  <a:lnTo>
                    <a:pt x="2624" y="210"/>
                  </a:lnTo>
                  <a:lnTo>
                    <a:pt x="2624" y="210"/>
                  </a:lnTo>
                  <a:lnTo>
                    <a:pt x="2624" y="195"/>
                  </a:lnTo>
                  <a:lnTo>
                    <a:pt x="2625" y="195"/>
                  </a:lnTo>
                  <a:lnTo>
                    <a:pt x="2626" y="195"/>
                  </a:lnTo>
                  <a:lnTo>
                    <a:pt x="2626" y="180"/>
                  </a:lnTo>
                  <a:lnTo>
                    <a:pt x="2626" y="180"/>
                  </a:lnTo>
                  <a:lnTo>
                    <a:pt x="2627" y="165"/>
                  </a:lnTo>
                  <a:lnTo>
                    <a:pt x="2628" y="165"/>
                  </a:lnTo>
                  <a:lnTo>
                    <a:pt x="2628" y="150"/>
                  </a:lnTo>
                  <a:lnTo>
                    <a:pt x="2628" y="150"/>
                  </a:lnTo>
                  <a:lnTo>
                    <a:pt x="2629" y="150"/>
                  </a:lnTo>
                  <a:lnTo>
                    <a:pt x="2629" y="135"/>
                  </a:lnTo>
                  <a:lnTo>
                    <a:pt x="2630" y="135"/>
                  </a:lnTo>
                  <a:lnTo>
                    <a:pt x="2630" y="135"/>
                  </a:lnTo>
                  <a:lnTo>
                    <a:pt x="2631" y="135"/>
                  </a:lnTo>
                  <a:lnTo>
                    <a:pt x="2631" y="135"/>
                  </a:lnTo>
                  <a:lnTo>
                    <a:pt x="2632" y="135"/>
                  </a:lnTo>
                  <a:lnTo>
                    <a:pt x="2632" y="135"/>
                  </a:lnTo>
                  <a:lnTo>
                    <a:pt x="2632" y="120"/>
                  </a:lnTo>
                  <a:lnTo>
                    <a:pt x="2633" y="120"/>
                  </a:lnTo>
                  <a:lnTo>
                    <a:pt x="2633" y="120"/>
                  </a:lnTo>
                  <a:lnTo>
                    <a:pt x="2634" y="120"/>
                  </a:lnTo>
                  <a:lnTo>
                    <a:pt x="2634" y="120"/>
                  </a:lnTo>
                  <a:lnTo>
                    <a:pt x="2635" y="120"/>
                  </a:lnTo>
                  <a:lnTo>
                    <a:pt x="2635" y="120"/>
                  </a:lnTo>
                  <a:lnTo>
                    <a:pt x="2636" y="120"/>
                  </a:lnTo>
                  <a:lnTo>
                    <a:pt x="2636" y="105"/>
                  </a:lnTo>
                  <a:lnTo>
                    <a:pt x="2637" y="105"/>
                  </a:lnTo>
                  <a:lnTo>
                    <a:pt x="2637" y="105"/>
                  </a:lnTo>
                  <a:lnTo>
                    <a:pt x="2637" y="105"/>
                  </a:lnTo>
                  <a:lnTo>
                    <a:pt x="2638" y="105"/>
                  </a:lnTo>
                  <a:lnTo>
                    <a:pt x="2638" y="105"/>
                  </a:lnTo>
                  <a:lnTo>
                    <a:pt x="2639" y="90"/>
                  </a:lnTo>
                  <a:lnTo>
                    <a:pt x="2639" y="90"/>
                  </a:lnTo>
                  <a:lnTo>
                    <a:pt x="2640" y="90"/>
                  </a:lnTo>
                  <a:lnTo>
                    <a:pt x="2640" y="105"/>
                  </a:lnTo>
                  <a:lnTo>
                    <a:pt x="2641" y="105"/>
                  </a:lnTo>
                  <a:lnTo>
                    <a:pt x="2641" y="105"/>
                  </a:lnTo>
                  <a:lnTo>
                    <a:pt x="2641" y="105"/>
                  </a:lnTo>
                  <a:lnTo>
                    <a:pt x="2642" y="105"/>
                  </a:lnTo>
                  <a:lnTo>
                    <a:pt x="2643" y="105"/>
                  </a:lnTo>
                  <a:lnTo>
                    <a:pt x="2643" y="105"/>
                  </a:lnTo>
                  <a:lnTo>
                    <a:pt x="2643" y="105"/>
                  </a:lnTo>
                  <a:lnTo>
                    <a:pt x="2644" y="105"/>
                  </a:lnTo>
                  <a:lnTo>
                    <a:pt x="2644" y="105"/>
                  </a:lnTo>
                  <a:lnTo>
                    <a:pt x="2645" y="105"/>
                  </a:lnTo>
                  <a:lnTo>
                    <a:pt x="2645" y="105"/>
                  </a:lnTo>
                  <a:lnTo>
                    <a:pt x="2646" y="105"/>
                  </a:lnTo>
                  <a:lnTo>
                    <a:pt x="2646" y="105"/>
                  </a:lnTo>
                  <a:lnTo>
                    <a:pt x="2647" y="105"/>
                  </a:lnTo>
                  <a:lnTo>
                    <a:pt x="2647" y="105"/>
                  </a:lnTo>
                  <a:lnTo>
                    <a:pt x="2647" y="105"/>
                  </a:lnTo>
                  <a:lnTo>
                    <a:pt x="2648" y="105"/>
                  </a:lnTo>
                  <a:lnTo>
                    <a:pt x="2648" y="105"/>
                  </a:lnTo>
                  <a:lnTo>
                    <a:pt x="2649" y="105"/>
                  </a:lnTo>
                  <a:lnTo>
                    <a:pt x="2649" y="105"/>
                  </a:lnTo>
                  <a:lnTo>
                    <a:pt x="2650" y="105"/>
                  </a:lnTo>
                  <a:lnTo>
                    <a:pt x="2650" y="120"/>
                  </a:lnTo>
                  <a:lnTo>
                    <a:pt x="2650" y="120"/>
                  </a:lnTo>
                  <a:lnTo>
                    <a:pt x="2651" y="120"/>
                  </a:lnTo>
                  <a:lnTo>
                    <a:pt x="2652" y="120"/>
                  </a:lnTo>
                  <a:lnTo>
                    <a:pt x="2652" y="120"/>
                  </a:lnTo>
                  <a:lnTo>
                    <a:pt x="2652" y="120"/>
                  </a:lnTo>
                  <a:lnTo>
                    <a:pt x="2653" y="120"/>
                  </a:lnTo>
                  <a:lnTo>
                    <a:pt x="2653" y="120"/>
                  </a:lnTo>
                  <a:lnTo>
                    <a:pt x="2654" y="120"/>
                  </a:lnTo>
                  <a:lnTo>
                    <a:pt x="2654" y="120"/>
                  </a:lnTo>
                  <a:lnTo>
                    <a:pt x="2655" y="120"/>
                  </a:lnTo>
                  <a:lnTo>
                    <a:pt x="2655" y="120"/>
                  </a:lnTo>
                  <a:lnTo>
                    <a:pt x="2656" y="120"/>
                  </a:lnTo>
                  <a:lnTo>
                    <a:pt x="2656" y="120"/>
                  </a:lnTo>
                  <a:lnTo>
                    <a:pt x="2656" y="120"/>
                  </a:lnTo>
                  <a:lnTo>
                    <a:pt x="2657" y="120"/>
                  </a:lnTo>
                  <a:lnTo>
                    <a:pt x="2658" y="120"/>
                  </a:lnTo>
                  <a:lnTo>
                    <a:pt x="2658" y="120"/>
                  </a:lnTo>
                  <a:lnTo>
                    <a:pt x="2658" y="120"/>
                  </a:lnTo>
                  <a:lnTo>
                    <a:pt x="2659" y="120"/>
                  </a:lnTo>
                  <a:lnTo>
                    <a:pt x="2659" y="120"/>
                  </a:lnTo>
                  <a:lnTo>
                    <a:pt x="2660" y="120"/>
                  </a:lnTo>
                  <a:lnTo>
                    <a:pt x="2660" y="120"/>
                  </a:lnTo>
                  <a:lnTo>
                    <a:pt x="2661" y="120"/>
                  </a:lnTo>
                  <a:lnTo>
                    <a:pt x="2661" y="120"/>
                  </a:lnTo>
                  <a:lnTo>
                    <a:pt x="2662" y="135"/>
                  </a:lnTo>
                  <a:lnTo>
                    <a:pt x="2662" y="135"/>
                  </a:lnTo>
                  <a:lnTo>
                    <a:pt x="2662" y="135"/>
                  </a:lnTo>
                  <a:lnTo>
                    <a:pt x="2663" y="135"/>
                  </a:lnTo>
                  <a:lnTo>
                    <a:pt x="2663" y="150"/>
                  </a:lnTo>
                  <a:lnTo>
                    <a:pt x="2664" y="150"/>
                  </a:lnTo>
                  <a:lnTo>
                    <a:pt x="2664" y="150"/>
                  </a:lnTo>
                  <a:lnTo>
                    <a:pt x="2665" y="150"/>
                  </a:lnTo>
                  <a:lnTo>
                    <a:pt x="2665" y="150"/>
                  </a:lnTo>
                  <a:lnTo>
                    <a:pt x="2665" y="150"/>
                  </a:lnTo>
                  <a:lnTo>
                    <a:pt x="2666" y="150"/>
                  </a:lnTo>
                  <a:lnTo>
                    <a:pt x="2667" y="150"/>
                  </a:lnTo>
                  <a:lnTo>
                    <a:pt x="2667" y="150"/>
                  </a:lnTo>
                  <a:lnTo>
                    <a:pt x="2667" y="150"/>
                  </a:lnTo>
                  <a:lnTo>
                    <a:pt x="2668" y="150"/>
                  </a:lnTo>
                  <a:lnTo>
                    <a:pt x="2668" y="135"/>
                  </a:lnTo>
                  <a:lnTo>
                    <a:pt x="2669" y="135"/>
                  </a:lnTo>
                  <a:lnTo>
                    <a:pt x="2669" y="135"/>
                  </a:lnTo>
                  <a:lnTo>
                    <a:pt x="2670" y="120"/>
                  </a:lnTo>
                  <a:lnTo>
                    <a:pt x="2670" y="120"/>
                  </a:lnTo>
                  <a:lnTo>
                    <a:pt x="2671" y="120"/>
                  </a:lnTo>
                  <a:lnTo>
                    <a:pt x="2671" y="105"/>
                  </a:lnTo>
                  <a:lnTo>
                    <a:pt x="2671" y="105"/>
                  </a:lnTo>
                  <a:lnTo>
                    <a:pt x="2672" y="90"/>
                  </a:lnTo>
                  <a:lnTo>
                    <a:pt x="2673" y="90"/>
                  </a:lnTo>
                  <a:lnTo>
                    <a:pt x="2673" y="90"/>
                  </a:lnTo>
                  <a:lnTo>
                    <a:pt x="2673" y="75"/>
                  </a:lnTo>
                  <a:lnTo>
                    <a:pt x="2674" y="75"/>
                  </a:lnTo>
                  <a:lnTo>
                    <a:pt x="2674" y="75"/>
                  </a:lnTo>
                  <a:lnTo>
                    <a:pt x="2675" y="60"/>
                  </a:lnTo>
                  <a:lnTo>
                    <a:pt x="2675" y="60"/>
                  </a:lnTo>
                  <a:lnTo>
                    <a:pt x="2676" y="60"/>
                  </a:lnTo>
                  <a:lnTo>
                    <a:pt x="2676" y="45"/>
                  </a:lnTo>
                  <a:lnTo>
                    <a:pt x="2677" y="45"/>
                  </a:lnTo>
                  <a:lnTo>
                    <a:pt x="2677" y="45"/>
                  </a:lnTo>
                  <a:lnTo>
                    <a:pt x="2677" y="45"/>
                  </a:lnTo>
                  <a:lnTo>
                    <a:pt x="2678" y="30"/>
                  </a:lnTo>
                  <a:lnTo>
                    <a:pt x="2678" y="30"/>
                  </a:lnTo>
                  <a:lnTo>
                    <a:pt x="2679" y="30"/>
                  </a:lnTo>
                  <a:lnTo>
                    <a:pt x="2679" y="30"/>
                  </a:lnTo>
                  <a:lnTo>
                    <a:pt x="2680" y="30"/>
                  </a:lnTo>
                  <a:lnTo>
                    <a:pt x="2680" y="15"/>
                  </a:lnTo>
                  <a:lnTo>
                    <a:pt x="2680" y="15"/>
                  </a:lnTo>
                  <a:lnTo>
                    <a:pt x="2681" y="15"/>
                  </a:lnTo>
                  <a:lnTo>
                    <a:pt x="2682" y="15"/>
                  </a:lnTo>
                  <a:lnTo>
                    <a:pt x="2682" y="0"/>
                  </a:lnTo>
                  <a:lnTo>
                    <a:pt x="2682" y="0"/>
                  </a:lnTo>
                  <a:lnTo>
                    <a:pt x="2683" y="0"/>
                  </a:lnTo>
                  <a:lnTo>
                    <a:pt x="2683" y="0"/>
                  </a:lnTo>
                  <a:lnTo>
                    <a:pt x="2684" y="0"/>
                  </a:lnTo>
                  <a:lnTo>
                    <a:pt x="2684" y="0"/>
                  </a:lnTo>
                  <a:lnTo>
                    <a:pt x="2685" y="0"/>
                  </a:lnTo>
                  <a:lnTo>
                    <a:pt x="2685" y="0"/>
                  </a:lnTo>
                  <a:lnTo>
                    <a:pt x="2686" y="0"/>
                  </a:lnTo>
                  <a:lnTo>
                    <a:pt x="2686" y="0"/>
                  </a:lnTo>
                  <a:lnTo>
                    <a:pt x="2686" y="0"/>
                  </a:lnTo>
                  <a:lnTo>
                    <a:pt x="2687" y="0"/>
                  </a:lnTo>
                  <a:lnTo>
                    <a:pt x="2688" y="15"/>
                  </a:lnTo>
                  <a:lnTo>
                    <a:pt x="2688" y="15"/>
                  </a:lnTo>
                  <a:lnTo>
                    <a:pt x="2688" y="15"/>
                  </a:lnTo>
                  <a:lnTo>
                    <a:pt x="2689" y="30"/>
                  </a:lnTo>
                  <a:lnTo>
                    <a:pt x="2689" y="30"/>
                  </a:lnTo>
                  <a:lnTo>
                    <a:pt x="2690" y="30"/>
                  </a:lnTo>
                  <a:lnTo>
                    <a:pt x="2690" y="45"/>
                  </a:lnTo>
                  <a:lnTo>
                    <a:pt x="2691" y="45"/>
                  </a:lnTo>
                  <a:lnTo>
                    <a:pt x="2691" y="45"/>
                  </a:lnTo>
                  <a:lnTo>
                    <a:pt x="2691" y="45"/>
                  </a:lnTo>
                  <a:lnTo>
                    <a:pt x="2692" y="45"/>
                  </a:lnTo>
                  <a:lnTo>
                    <a:pt x="2692" y="45"/>
                  </a:lnTo>
                  <a:lnTo>
                    <a:pt x="2693" y="45"/>
                  </a:lnTo>
                  <a:lnTo>
                    <a:pt x="2693" y="45"/>
                  </a:lnTo>
                  <a:lnTo>
                    <a:pt x="2694" y="45"/>
                  </a:lnTo>
                  <a:lnTo>
                    <a:pt x="2694" y="45"/>
                  </a:lnTo>
                  <a:lnTo>
                    <a:pt x="2695" y="45"/>
                  </a:lnTo>
                  <a:lnTo>
                    <a:pt x="2695" y="30"/>
                  </a:lnTo>
                  <a:lnTo>
                    <a:pt x="2695" y="30"/>
                  </a:lnTo>
                  <a:lnTo>
                    <a:pt x="2696" y="30"/>
                  </a:lnTo>
                  <a:lnTo>
                    <a:pt x="2697" y="15"/>
                  </a:lnTo>
                  <a:lnTo>
                    <a:pt x="2697" y="15"/>
                  </a:lnTo>
                  <a:lnTo>
                    <a:pt x="2697" y="15"/>
                  </a:lnTo>
                  <a:lnTo>
                    <a:pt x="2698" y="15"/>
                  </a:lnTo>
                  <a:lnTo>
                    <a:pt x="2698" y="0"/>
                  </a:lnTo>
                  <a:lnTo>
                    <a:pt x="2699" y="0"/>
                  </a:lnTo>
                  <a:lnTo>
                    <a:pt x="2699" y="15"/>
                  </a:lnTo>
                  <a:lnTo>
                    <a:pt x="2700" y="15"/>
                  </a:lnTo>
                  <a:lnTo>
                    <a:pt x="2700" y="30"/>
                  </a:lnTo>
                  <a:lnTo>
                    <a:pt x="2701" y="45"/>
                  </a:lnTo>
                  <a:lnTo>
                    <a:pt x="2701" y="60"/>
                  </a:lnTo>
                  <a:lnTo>
                    <a:pt x="2701" y="75"/>
                  </a:lnTo>
                  <a:lnTo>
                    <a:pt x="2702" y="105"/>
                  </a:lnTo>
                  <a:lnTo>
                    <a:pt x="2703" y="135"/>
                  </a:lnTo>
                  <a:lnTo>
                    <a:pt x="2703" y="165"/>
                  </a:lnTo>
                  <a:lnTo>
                    <a:pt x="2703" y="195"/>
                  </a:lnTo>
                  <a:lnTo>
                    <a:pt x="2704" y="239"/>
                  </a:lnTo>
                  <a:lnTo>
                    <a:pt x="2704" y="284"/>
                  </a:lnTo>
                  <a:lnTo>
                    <a:pt x="2705" y="329"/>
                  </a:lnTo>
                  <a:lnTo>
                    <a:pt x="2705" y="374"/>
                  </a:lnTo>
                  <a:lnTo>
                    <a:pt x="2706" y="434"/>
                  </a:lnTo>
                  <a:lnTo>
                    <a:pt x="2706" y="479"/>
                  </a:lnTo>
                  <a:lnTo>
                    <a:pt x="2706" y="538"/>
                  </a:lnTo>
                  <a:lnTo>
                    <a:pt x="2707" y="583"/>
                  </a:lnTo>
                  <a:lnTo>
                    <a:pt x="2707" y="643"/>
                  </a:lnTo>
                  <a:lnTo>
                    <a:pt x="2708" y="688"/>
                  </a:lnTo>
                  <a:lnTo>
                    <a:pt x="2708" y="748"/>
                  </a:lnTo>
                  <a:lnTo>
                    <a:pt x="2709" y="793"/>
                  </a:lnTo>
                  <a:lnTo>
                    <a:pt x="2709" y="852"/>
                  </a:lnTo>
                  <a:lnTo>
                    <a:pt x="2710" y="897"/>
                  </a:lnTo>
                  <a:lnTo>
                    <a:pt x="2710" y="942"/>
                  </a:lnTo>
                  <a:lnTo>
                    <a:pt x="2710" y="1002"/>
                  </a:lnTo>
                  <a:lnTo>
                    <a:pt x="2711" y="1046"/>
                  </a:lnTo>
                  <a:lnTo>
                    <a:pt x="2712" y="1092"/>
                  </a:lnTo>
                  <a:lnTo>
                    <a:pt x="2712" y="1121"/>
                  </a:lnTo>
                  <a:lnTo>
                    <a:pt x="2712" y="1166"/>
                  </a:lnTo>
                  <a:lnTo>
                    <a:pt x="2713" y="1196"/>
                  </a:lnTo>
                  <a:lnTo>
                    <a:pt x="2713" y="1226"/>
                  </a:lnTo>
                  <a:lnTo>
                    <a:pt x="2714" y="1256"/>
                  </a:lnTo>
                  <a:lnTo>
                    <a:pt x="2714" y="1286"/>
                  </a:lnTo>
                  <a:lnTo>
                    <a:pt x="2715" y="1301"/>
                  </a:lnTo>
                  <a:lnTo>
                    <a:pt x="2715" y="1316"/>
                  </a:lnTo>
                  <a:lnTo>
                    <a:pt x="2716" y="1331"/>
                  </a:lnTo>
                  <a:lnTo>
                    <a:pt x="2716" y="1345"/>
                  </a:lnTo>
                  <a:lnTo>
                    <a:pt x="2716" y="1345"/>
                  </a:lnTo>
                  <a:lnTo>
                    <a:pt x="2717" y="1331"/>
                  </a:lnTo>
                  <a:lnTo>
                    <a:pt x="2717" y="1316"/>
                  </a:lnTo>
                  <a:lnTo>
                    <a:pt x="2718" y="1301"/>
                  </a:lnTo>
                  <a:lnTo>
                    <a:pt x="2718" y="1271"/>
                  </a:lnTo>
                  <a:lnTo>
                    <a:pt x="2719" y="1241"/>
                  </a:lnTo>
                  <a:lnTo>
                    <a:pt x="2719" y="1211"/>
                  </a:lnTo>
                  <a:lnTo>
                    <a:pt x="2720" y="1181"/>
                  </a:lnTo>
                  <a:lnTo>
                    <a:pt x="2720" y="1136"/>
                  </a:lnTo>
                  <a:lnTo>
                    <a:pt x="2721" y="1077"/>
                  </a:lnTo>
                  <a:lnTo>
                    <a:pt x="2721" y="1032"/>
                  </a:lnTo>
                  <a:lnTo>
                    <a:pt x="2721" y="972"/>
                  </a:lnTo>
                  <a:lnTo>
                    <a:pt x="2722" y="912"/>
                  </a:lnTo>
                  <a:lnTo>
                    <a:pt x="2722" y="837"/>
                  </a:lnTo>
                  <a:lnTo>
                    <a:pt x="2723" y="763"/>
                  </a:lnTo>
                  <a:lnTo>
                    <a:pt x="2723" y="673"/>
                  </a:lnTo>
                  <a:lnTo>
                    <a:pt x="2724" y="583"/>
                  </a:lnTo>
                  <a:lnTo>
                    <a:pt x="2724" y="494"/>
                  </a:lnTo>
                  <a:lnTo>
                    <a:pt x="2725" y="374"/>
                  </a:lnTo>
                  <a:lnTo>
                    <a:pt x="2725" y="269"/>
                  </a:lnTo>
                  <a:lnTo>
                    <a:pt x="2725" y="1256"/>
                  </a:lnTo>
                  <a:lnTo>
                    <a:pt x="2726" y="1256"/>
                  </a:lnTo>
                  <a:lnTo>
                    <a:pt x="2727" y="1256"/>
                  </a:lnTo>
                  <a:lnTo>
                    <a:pt x="2727" y="1256"/>
                  </a:lnTo>
                  <a:lnTo>
                    <a:pt x="2727" y="1241"/>
                  </a:lnTo>
                  <a:lnTo>
                    <a:pt x="2728" y="1241"/>
                  </a:lnTo>
                  <a:lnTo>
                    <a:pt x="2728" y="1241"/>
                  </a:lnTo>
                  <a:lnTo>
                    <a:pt x="2729" y="1241"/>
                  </a:lnTo>
                  <a:lnTo>
                    <a:pt x="2729" y="1241"/>
                  </a:lnTo>
                  <a:lnTo>
                    <a:pt x="2730" y="1241"/>
                  </a:lnTo>
                  <a:lnTo>
                    <a:pt x="2730" y="1241"/>
                  </a:lnTo>
                  <a:lnTo>
                    <a:pt x="2731" y="1241"/>
                  </a:lnTo>
                  <a:lnTo>
                    <a:pt x="2731" y="1241"/>
                  </a:lnTo>
                  <a:lnTo>
                    <a:pt x="2731" y="1241"/>
                  </a:lnTo>
                  <a:lnTo>
                    <a:pt x="2732" y="1241"/>
                  </a:lnTo>
                  <a:lnTo>
                    <a:pt x="2732" y="1241"/>
                  </a:lnTo>
                  <a:lnTo>
                    <a:pt x="2733" y="1241"/>
                  </a:lnTo>
                  <a:lnTo>
                    <a:pt x="2733" y="1241"/>
                  </a:lnTo>
                  <a:lnTo>
                    <a:pt x="2734" y="1241"/>
                  </a:lnTo>
                  <a:lnTo>
                    <a:pt x="2734" y="1241"/>
                  </a:lnTo>
                  <a:lnTo>
                    <a:pt x="2734" y="1241"/>
                  </a:lnTo>
                  <a:lnTo>
                    <a:pt x="2735" y="1241"/>
                  </a:lnTo>
                  <a:lnTo>
                    <a:pt x="2736" y="1241"/>
                  </a:lnTo>
                  <a:lnTo>
                    <a:pt x="2736" y="1241"/>
                  </a:lnTo>
                  <a:lnTo>
                    <a:pt x="2736" y="1241"/>
                  </a:lnTo>
                  <a:lnTo>
                    <a:pt x="2737" y="1241"/>
                  </a:lnTo>
                  <a:lnTo>
                    <a:pt x="2738" y="1241"/>
                  </a:lnTo>
                  <a:lnTo>
                    <a:pt x="2738" y="1241"/>
                  </a:lnTo>
                  <a:lnTo>
                    <a:pt x="2738" y="1241"/>
                  </a:lnTo>
                  <a:lnTo>
                    <a:pt x="2739" y="1241"/>
                  </a:lnTo>
                  <a:lnTo>
                    <a:pt x="2739" y="1241"/>
                  </a:lnTo>
                  <a:lnTo>
                    <a:pt x="2740" y="1241"/>
                  </a:lnTo>
                  <a:lnTo>
                    <a:pt x="2740" y="1226"/>
                  </a:lnTo>
                  <a:lnTo>
                    <a:pt x="2741" y="1226"/>
                  </a:lnTo>
                  <a:lnTo>
                    <a:pt x="2741" y="1226"/>
                  </a:lnTo>
                  <a:lnTo>
                    <a:pt x="2742" y="1226"/>
                  </a:lnTo>
                  <a:lnTo>
                    <a:pt x="2742" y="1226"/>
                  </a:lnTo>
                  <a:lnTo>
                    <a:pt x="2742" y="1211"/>
                  </a:lnTo>
                  <a:lnTo>
                    <a:pt x="2743" y="1211"/>
                  </a:lnTo>
                  <a:lnTo>
                    <a:pt x="2743" y="1211"/>
                  </a:lnTo>
                  <a:lnTo>
                    <a:pt x="2744" y="1196"/>
                  </a:lnTo>
                  <a:lnTo>
                    <a:pt x="2744" y="1196"/>
                  </a:lnTo>
                  <a:lnTo>
                    <a:pt x="2745" y="1196"/>
                  </a:lnTo>
                  <a:lnTo>
                    <a:pt x="2745" y="1196"/>
                  </a:lnTo>
                  <a:lnTo>
                    <a:pt x="2746" y="1181"/>
                  </a:lnTo>
                  <a:lnTo>
                    <a:pt x="2746" y="1181"/>
                  </a:lnTo>
                  <a:lnTo>
                    <a:pt x="2747" y="1181"/>
                  </a:lnTo>
                  <a:lnTo>
                    <a:pt x="2747" y="1181"/>
                  </a:lnTo>
                  <a:lnTo>
                    <a:pt x="2747" y="1181"/>
                  </a:lnTo>
                  <a:lnTo>
                    <a:pt x="2748" y="1181"/>
                  </a:lnTo>
                  <a:lnTo>
                    <a:pt x="2748" y="1166"/>
                  </a:lnTo>
                  <a:lnTo>
                    <a:pt x="2749" y="1166"/>
                  </a:lnTo>
                  <a:lnTo>
                    <a:pt x="2749" y="1166"/>
                  </a:lnTo>
                  <a:lnTo>
                    <a:pt x="2750" y="1166"/>
                  </a:lnTo>
                  <a:lnTo>
                    <a:pt x="2750" y="1151"/>
                  </a:lnTo>
                  <a:lnTo>
                    <a:pt x="2751" y="1151"/>
                  </a:lnTo>
                  <a:lnTo>
                    <a:pt x="2751" y="1151"/>
                  </a:lnTo>
                  <a:lnTo>
                    <a:pt x="2751" y="1151"/>
                  </a:lnTo>
                  <a:lnTo>
                    <a:pt x="2752" y="1136"/>
                  </a:lnTo>
                  <a:lnTo>
                    <a:pt x="2753" y="1136"/>
                  </a:lnTo>
                  <a:lnTo>
                    <a:pt x="2753" y="1136"/>
                  </a:lnTo>
                  <a:lnTo>
                    <a:pt x="2753" y="1136"/>
                  </a:lnTo>
                  <a:lnTo>
                    <a:pt x="2754" y="1136"/>
                  </a:lnTo>
                  <a:lnTo>
                    <a:pt x="2754" y="1136"/>
                  </a:lnTo>
                  <a:lnTo>
                    <a:pt x="2755" y="1121"/>
                  </a:lnTo>
                  <a:lnTo>
                    <a:pt x="2755" y="1121"/>
                  </a:lnTo>
                  <a:lnTo>
                    <a:pt x="2756" y="1121"/>
                  </a:lnTo>
                  <a:lnTo>
                    <a:pt x="2756" y="1121"/>
                  </a:lnTo>
                  <a:lnTo>
                    <a:pt x="2757" y="1107"/>
                  </a:lnTo>
                  <a:lnTo>
                    <a:pt x="2757" y="1107"/>
                  </a:lnTo>
                  <a:lnTo>
                    <a:pt x="2757" y="1107"/>
                  </a:lnTo>
                  <a:lnTo>
                    <a:pt x="2758" y="1107"/>
                  </a:lnTo>
                  <a:lnTo>
                    <a:pt x="2758" y="1107"/>
                  </a:lnTo>
                  <a:lnTo>
                    <a:pt x="2759" y="1107"/>
                  </a:lnTo>
                  <a:lnTo>
                    <a:pt x="2759" y="1092"/>
                  </a:lnTo>
                  <a:lnTo>
                    <a:pt x="2760" y="1092"/>
                  </a:lnTo>
                  <a:lnTo>
                    <a:pt x="2760" y="1092"/>
                  </a:lnTo>
                  <a:lnTo>
                    <a:pt x="2760" y="1092"/>
                  </a:lnTo>
                  <a:lnTo>
                    <a:pt x="2761" y="1092"/>
                  </a:lnTo>
                  <a:lnTo>
                    <a:pt x="2762" y="1092"/>
                  </a:lnTo>
                  <a:lnTo>
                    <a:pt x="2762" y="1092"/>
                  </a:lnTo>
                  <a:lnTo>
                    <a:pt x="2762" y="1092"/>
                  </a:lnTo>
                  <a:lnTo>
                    <a:pt x="2763" y="1092"/>
                  </a:lnTo>
                  <a:lnTo>
                    <a:pt x="2763" y="1092"/>
                  </a:lnTo>
                  <a:lnTo>
                    <a:pt x="2764" y="1092"/>
                  </a:lnTo>
                  <a:lnTo>
                    <a:pt x="2764" y="1092"/>
                  </a:lnTo>
                  <a:lnTo>
                    <a:pt x="2765" y="1092"/>
                  </a:lnTo>
                  <a:lnTo>
                    <a:pt x="2765" y="1092"/>
                  </a:lnTo>
                  <a:lnTo>
                    <a:pt x="2766" y="1092"/>
                  </a:lnTo>
                  <a:lnTo>
                    <a:pt x="2766" y="1092"/>
                  </a:lnTo>
                  <a:lnTo>
                    <a:pt x="2766" y="1107"/>
                  </a:lnTo>
                  <a:lnTo>
                    <a:pt x="2767" y="1092"/>
                  </a:lnTo>
                  <a:lnTo>
                    <a:pt x="2768" y="1092"/>
                  </a:lnTo>
                  <a:lnTo>
                    <a:pt x="2768" y="1092"/>
                  </a:lnTo>
                  <a:lnTo>
                    <a:pt x="2768" y="1092"/>
                  </a:lnTo>
                  <a:lnTo>
                    <a:pt x="2769" y="1092"/>
                  </a:lnTo>
                  <a:lnTo>
                    <a:pt x="2769" y="1092"/>
                  </a:lnTo>
                  <a:lnTo>
                    <a:pt x="2770" y="1092"/>
                  </a:lnTo>
                  <a:lnTo>
                    <a:pt x="2770" y="1092"/>
                  </a:lnTo>
                  <a:lnTo>
                    <a:pt x="2771" y="1077"/>
                  </a:lnTo>
                  <a:lnTo>
                    <a:pt x="2771" y="1077"/>
                  </a:lnTo>
                  <a:lnTo>
                    <a:pt x="2772" y="1077"/>
                  </a:lnTo>
                  <a:lnTo>
                    <a:pt x="2772" y="1077"/>
                  </a:lnTo>
                  <a:lnTo>
                    <a:pt x="2772" y="1061"/>
                  </a:lnTo>
                  <a:lnTo>
                    <a:pt x="2773" y="1061"/>
                  </a:lnTo>
                  <a:lnTo>
                    <a:pt x="2773" y="1061"/>
                  </a:lnTo>
                  <a:lnTo>
                    <a:pt x="2774" y="1061"/>
                  </a:lnTo>
                  <a:lnTo>
                    <a:pt x="2774" y="1046"/>
                  </a:lnTo>
                  <a:lnTo>
                    <a:pt x="2775" y="1046"/>
                  </a:lnTo>
                  <a:lnTo>
                    <a:pt x="2775" y="1046"/>
                  </a:lnTo>
                  <a:lnTo>
                    <a:pt x="2775" y="1046"/>
                  </a:lnTo>
                  <a:lnTo>
                    <a:pt x="2776" y="1032"/>
                  </a:lnTo>
                  <a:lnTo>
                    <a:pt x="2777" y="1032"/>
                  </a:lnTo>
                  <a:lnTo>
                    <a:pt x="2777" y="1032"/>
                  </a:lnTo>
                  <a:lnTo>
                    <a:pt x="2777" y="1032"/>
                  </a:lnTo>
                  <a:lnTo>
                    <a:pt x="2778" y="1032"/>
                  </a:lnTo>
                  <a:lnTo>
                    <a:pt x="2778" y="1032"/>
                  </a:lnTo>
                  <a:lnTo>
                    <a:pt x="2779" y="1032"/>
                  </a:lnTo>
                  <a:lnTo>
                    <a:pt x="2779" y="1032"/>
                  </a:lnTo>
                  <a:lnTo>
                    <a:pt x="2780" y="1032"/>
                  </a:lnTo>
                  <a:lnTo>
                    <a:pt x="2780" y="1032"/>
                  </a:lnTo>
                  <a:lnTo>
                    <a:pt x="2781" y="1032"/>
                  </a:lnTo>
                  <a:lnTo>
                    <a:pt x="2781" y="1032"/>
                  </a:lnTo>
                  <a:lnTo>
                    <a:pt x="2781" y="1032"/>
                  </a:lnTo>
                  <a:lnTo>
                    <a:pt x="2782" y="1032"/>
                  </a:lnTo>
                  <a:lnTo>
                    <a:pt x="2783" y="1032"/>
                  </a:lnTo>
                  <a:lnTo>
                    <a:pt x="2783" y="1032"/>
                  </a:lnTo>
                  <a:lnTo>
                    <a:pt x="2783" y="1032"/>
                  </a:lnTo>
                  <a:lnTo>
                    <a:pt x="2784" y="1032"/>
                  </a:lnTo>
                  <a:lnTo>
                    <a:pt x="2784" y="1032"/>
                  </a:lnTo>
                  <a:lnTo>
                    <a:pt x="2785" y="1032"/>
                  </a:lnTo>
                  <a:lnTo>
                    <a:pt x="2785" y="1032"/>
                  </a:lnTo>
                  <a:lnTo>
                    <a:pt x="2786" y="1032"/>
                  </a:lnTo>
                  <a:lnTo>
                    <a:pt x="2786" y="1046"/>
                  </a:lnTo>
                  <a:lnTo>
                    <a:pt x="2786" y="1046"/>
                  </a:lnTo>
                  <a:lnTo>
                    <a:pt x="2787" y="1046"/>
                  </a:lnTo>
                  <a:lnTo>
                    <a:pt x="2787" y="1046"/>
                  </a:lnTo>
                  <a:lnTo>
                    <a:pt x="2788" y="1046"/>
                  </a:lnTo>
                  <a:lnTo>
                    <a:pt x="2788" y="1046"/>
                  </a:lnTo>
                  <a:lnTo>
                    <a:pt x="2789" y="1046"/>
                  </a:lnTo>
                  <a:lnTo>
                    <a:pt x="2789" y="1046"/>
                  </a:lnTo>
                  <a:lnTo>
                    <a:pt x="2790" y="1046"/>
                  </a:lnTo>
                  <a:lnTo>
                    <a:pt x="2790" y="1046"/>
                  </a:lnTo>
                  <a:lnTo>
                    <a:pt x="2790" y="1046"/>
                  </a:lnTo>
                  <a:lnTo>
                    <a:pt x="2791" y="1046"/>
                  </a:lnTo>
                  <a:lnTo>
                    <a:pt x="2792" y="1046"/>
                  </a:lnTo>
                  <a:lnTo>
                    <a:pt x="2792" y="1061"/>
                  </a:lnTo>
                  <a:lnTo>
                    <a:pt x="2792" y="1061"/>
                  </a:lnTo>
                  <a:lnTo>
                    <a:pt x="2793" y="1061"/>
                  </a:lnTo>
                  <a:lnTo>
                    <a:pt x="2793" y="1061"/>
                  </a:lnTo>
                  <a:lnTo>
                    <a:pt x="2794" y="1061"/>
                  </a:lnTo>
                  <a:lnTo>
                    <a:pt x="2794" y="1061"/>
                  </a:lnTo>
                  <a:lnTo>
                    <a:pt x="2795" y="1061"/>
                  </a:lnTo>
                  <a:lnTo>
                    <a:pt x="2795" y="1061"/>
                  </a:lnTo>
                  <a:lnTo>
                    <a:pt x="2796" y="1046"/>
                  </a:lnTo>
                  <a:lnTo>
                    <a:pt x="2796" y="1046"/>
                  </a:lnTo>
                  <a:lnTo>
                    <a:pt x="2796" y="1046"/>
                  </a:lnTo>
                  <a:lnTo>
                    <a:pt x="2797" y="1046"/>
                  </a:lnTo>
                  <a:lnTo>
                    <a:pt x="2798" y="1046"/>
                  </a:lnTo>
                  <a:lnTo>
                    <a:pt x="2798" y="1046"/>
                  </a:lnTo>
                  <a:lnTo>
                    <a:pt x="2798" y="1032"/>
                  </a:lnTo>
                  <a:lnTo>
                    <a:pt x="2799" y="1032"/>
                  </a:lnTo>
                  <a:lnTo>
                    <a:pt x="2799" y="1032"/>
                  </a:lnTo>
                  <a:lnTo>
                    <a:pt x="2800" y="1032"/>
                  </a:lnTo>
                  <a:lnTo>
                    <a:pt x="2800" y="1032"/>
                  </a:lnTo>
                  <a:lnTo>
                    <a:pt x="2801" y="1032"/>
                  </a:lnTo>
                  <a:lnTo>
                    <a:pt x="2801" y="1032"/>
                  </a:lnTo>
                  <a:lnTo>
                    <a:pt x="2801" y="1032"/>
                  </a:lnTo>
                  <a:lnTo>
                    <a:pt x="2802" y="1032"/>
                  </a:lnTo>
                  <a:lnTo>
                    <a:pt x="2802" y="1032"/>
                  </a:lnTo>
                  <a:lnTo>
                    <a:pt x="2803" y="1032"/>
                  </a:lnTo>
                  <a:lnTo>
                    <a:pt x="2803" y="1032"/>
                  </a:lnTo>
                  <a:lnTo>
                    <a:pt x="2804" y="1032"/>
                  </a:lnTo>
                  <a:lnTo>
                    <a:pt x="2804" y="1032"/>
                  </a:lnTo>
                  <a:lnTo>
                    <a:pt x="2805" y="1032"/>
                  </a:lnTo>
                  <a:lnTo>
                    <a:pt x="2805" y="1017"/>
                  </a:lnTo>
                  <a:lnTo>
                    <a:pt x="2805" y="1017"/>
                  </a:lnTo>
                  <a:lnTo>
                    <a:pt x="2806" y="1017"/>
                  </a:lnTo>
                  <a:lnTo>
                    <a:pt x="2807" y="1017"/>
                  </a:lnTo>
                  <a:lnTo>
                    <a:pt x="2807" y="1002"/>
                  </a:lnTo>
                  <a:lnTo>
                    <a:pt x="2807" y="1002"/>
                  </a:lnTo>
                  <a:lnTo>
                    <a:pt x="2808" y="1002"/>
                  </a:lnTo>
                  <a:lnTo>
                    <a:pt x="2808" y="987"/>
                  </a:lnTo>
                  <a:lnTo>
                    <a:pt x="2809" y="987"/>
                  </a:lnTo>
                  <a:lnTo>
                    <a:pt x="2809" y="987"/>
                  </a:lnTo>
                  <a:lnTo>
                    <a:pt x="2810" y="987"/>
                  </a:lnTo>
                  <a:lnTo>
                    <a:pt x="2810" y="987"/>
                  </a:lnTo>
                  <a:lnTo>
                    <a:pt x="2811" y="972"/>
                  </a:lnTo>
                  <a:lnTo>
                    <a:pt x="2811" y="972"/>
                  </a:lnTo>
                  <a:lnTo>
                    <a:pt x="2811" y="972"/>
                  </a:lnTo>
                  <a:lnTo>
                    <a:pt x="2812" y="972"/>
                  </a:lnTo>
                  <a:lnTo>
                    <a:pt x="2812" y="957"/>
                  </a:lnTo>
                  <a:lnTo>
                    <a:pt x="2813" y="957"/>
                  </a:lnTo>
                  <a:lnTo>
                    <a:pt x="2813" y="957"/>
                  </a:lnTo>
                  <a:lnTo>
                    <a:pt x="2814" y="957"/>
                  </a:lnTo>
                  <a:lnTo>
                    <a:pt x="2814" y="942"/>
                  </a:lnTo>
                  <a:lnTo>
                    <a:pt x="2815" y="942"/>
                  </a:lnTo>
                  <a:lnTo>
                    <a:pt x="2815" y="942"/>
                  </a:lnTo>
                  <a:lnTo>
                    <a:pt x="2816" y="927"/>
                  </a:lnTo>
                  <a:lnTo>
                    <a:pt x="2816" y="927"/>
                  </a:lnTo>
                  <a:lnTo>
                    <a:pt x="2816" y="927"/>
                  </a:lnTo>
                  <a:lnTo>
                    <a:pt x="2817" y="912"/>
                  </a:lnTo>
                  <a:lnTo>
                    <a:pt x="2817" y="912"/>
                  </a:lnTo>
                  <a:lnTo>
                    <a:pt x="2818" y="912"/>
                  </a:lnTo>
                  <a:lnTo>
                    <a:pt x="2818" y="912"/>
                  </a:lnTo>
                  <a:lnTo>
                    <a:pt x="2819" y="897"/>
                  </a:lnTo>
                  <a:lnTo>
                    <a:pt x="2819" y="897"/>
                  </a:lnTo>
                  <a:lnTo>
                    <a:pt x="2820" y="897"/>
                  </a:lnTo>
                  <a:lnTo>
                    <a:pt x="2820" y="897"/>
                  </a:lnTo>
                  <a:lnTo>
                    <a:pt x="2820" y="882"/>
                  </a:lnTo>
                  <a:lnTo>
                    <a:pt x="2821" y="882"/>
                  </a:lnTo>
                  <a:lnTo>
                    <a:pt x="2822" y="882"/>
                  </a:lnTo>
                  <a:lnTo>
                    <a:pt x="2822" y="882"/>
                  </a:lnTo>
                  <a:lnTo>
                    <a:pt x="2822" y="882"/>
                  </a:lnTo>
                  <a:lnTo>
                    <a:pt x="2823" y="867"/>
                  </a:lnTo>
                  <a:lnTo>
                    <a:pt x="2823" y="867"/>
                  </a:lnTo>
                  <a:lnTo>
                    <a:pt x="2824" y="867"/>
                  </a:lnTo>
                  <a:lnTo>
                    <a:pt x="2824" y="867"/>
                  </a:lnTo>
                  <a:lnTo>
                    <a:pt x="2825" y="867"/>
                  </a:lnTo>
                  <a:lnTo>
                    <a:pt x="2825" y="867"/>
                  </a:lnTo>
                  <a:lnTo>
                    <a:pt x="2826" y="852"/>
                  </a:lnTo>
                  <a:lnTo>
                    <a:pt x="2826" y="852"/>
                  </a:lnTo>
                  <a:lnTo>
                    <a:pt x="2826" y="852"/>
                  </a:lnTo>
                  <a:lnTo>
                    <a:pt x="2827" y="852"/>
                  </a:lnTo>
                  <a:lnTo>
                    <a:pt x="2827" y="837"/>
                  </a:lnTo>
                  <a:lnTo>
                    <a:pt x="2828" y="837"/>
                  </a:lnTo>
                  <a:lnTo>
                    <a:pt x="2828" y="837"/>
                  </a:lnTo>
                  <a:lnTo>
                    <a:pt x="2829" y="822"/>
                  </a:lnTo>
                  <a:lnTo>
                    <a:pt x="2829" y="822"/>
                  </a:lnTo>
                  <a:lnTo>
                    <a:pt x="2830" y="808"/>
                  </a:lnTo>
                  <a:lnTo>
                    <a:pt x="2830" y="808"/>
                  </a:lnTo>
                  <a:lnTo>
                    <a:pt x="2831" y="808"/>
                  </a:lnTo>
                  <a:lnTo>
                    <a:pt x="2831" y="793"/>
                  </a:lnTo>
                  <a:lnTo>
                    <a:pt x="2831" y="793"/>
                  </a:lnTo>
                  <a:lnTo>
                    <a:pt x="2832" y="778"/>
                  </a:lnTo>
                  <a:lnTo>
                    <a:pt x="2832" y="778"/>
                  </a:lnTo>
                  <a:lnTo>
                    <a:pt x="2833" y="763"/>
                  </a:lnTo>
                  <a:lnTo>
                    <a:pt x="2833" y="763"/>
                  </a:lnTo>
                  <a:lnTo>
                    <a:pt x="2834" y="763"/>
                  </a:lnTo>
                  <a:lnTo>
                    <a:pt x="2834" y="748"/>
                  </a:lnTo>
                  <a:lnTo>
                    <a:pt x="2835" y="748"/>
                  </a:lnTo>
                  <a:lnTo>
                    <a:pt x="2835" y="748"/>
                  </a:lnTo>
                  <a:lnTo>
                    <a:pt x="2835" y="733"/>
                  </a:lnTo>
                  <a:lnTo>
                    <a:pt x="2836" y="733"/>
                  </a:lnTo>
                  <a:lnTo>
                    <a:pt x="2837" y="733"/>
                  </a:lnTo>
                  <a:lnTo>
                    <a:pt x="2837" y="733"/>
                  </a:lnTo>
                  <a:lnTo>
                    <a:pt x="2837" y="733"/>
                  </a:lnTo>
                  <a:lnTo>
                    <a:pt x="2838" y="733"/>
                  </a:lnTo>
                  <a:lnTo>
                    <a:pt x="2838" y="733"/>
                  </a:lnTo>
                  <a:lnTo>
                    <a:pt x="2839" y="733"/>
                  </a:lnTo>
                  <a:lnTo>
                    <a:pt x="2839" y="733"/>
                  </a:lnTo>
                  <a:lnTo>
                    <a:pt x="2840" y="718"/>
                  </a:lnTo>
                  <a:lnTo>
                    <a:pt x="2840" y="718"/>
                  </a:lnTo>
                  <a:lnTo>
                    <a:pt x="2841" y="718"/>
                  </a:lnTo>
                  <a:lnTo>
                    <a:pt x="2841" y="718"/>
                  </a:lnTo>
                  <a:lnTo>
                    <a:pt x="2841" y="718"/>
                  </a:lnTo>
                  <a:lnTo>
                    <a:pt x="2842" y="718"/>
                  </a:lnTo>
                  <a:lnTo>
                    <a:pt x="2842" y="718"/>
                  </a:lnTo>
                  <a:lnTo>
                    <a:pt x="2843" y="703"/>
                  </a:lnTo>
                  <a:lnTo>
                    <a:pt x="2843" y="703"/>
                  </a:lnTo>
                  <a:lnTo>
                    <a:pt x="2844" y="703"/>
                  </a:lnTo>
                  <a:lnTo>
                    <a:pt x="2844" y="703"/>
                  </a:lnTo>
                  <a:lnTo>
                    <a:pt x="2844" y="703"/>
                  </a:lnTo>
                  <a:lnTo>
                    <a:pt x="2845" y="703"/>
                  </a:lnTo>
                  <a:lnTo>
                    <a:pt x="2846" y="703"/>
                  </a:lnTo>
                  <a:lnTo>
                    <a:pt x="2846" y="703"/>
                  </a:lnTo>
                  <a:lnTo>
                    <a:pt x="2846" y="703"/>
                  </a:lnTo>
                  <a:lnTo>
                    <a:pt x="2847" y="688"/>
                  </a:lnTo>
                  <a:lnTo>
                    <a:pt x="2848" y="688"/>
                  </a:lnTo>
                  <a:lnTo>
                    <a:pt x="2848" y="688"/>
                  </a:lnTo>
                  <a:lnTo>
                    <a:pt x="2848" y="688"/>
                  </a:lnTo>
                  <a:lnTo>
                    <a:pt x="2849" y="688"/>
                  </a:lnTo>
                  <a:lnTo>
                    <a:pt x="2849" y="688"/>
                  </a:lnTo>
                  <a:lnTo>
                    <a:pt x="2850" y="673"/>
                  </a:lnTo>
                  <a:lnTo>
                    <a:pt x="2850" y="673"/>
                  </a:lnTo>
                  <a:lnTo>
                    <a:pt x="2851" y="673"/>
                  </a:lnTo>
                  <a:lnTo>
                    <a:pt x="2851" y="673"/>
                  </a:lnTo>
                  <a:lnTo>
                    <a:pt x="2852" y="673"/>
                  </a:lnTo>
                  <a:lnTo>
                    <a:pt x="2852" y="673"/>
                  </a:lnTo>
                  <a:lnTo>
                    <a:pt x="2852" y="673"/>
                  </a:lnTo>
                  <a:lnTo>
                    <a:pt x="2853" y="673"/>
                  </a:lnTo>
                  <a:lnTo>
                    <a:pt x="2853" y="673"/>
                  </a:lnTo>
                  <a:lnTo>
                    <a:pt x="2854" y="688"/>
                  </a:lnTo>
                  <a:lnTo>
                    <a:pt x="2854" y="688"/>
                  </a:lnTo>
                  <a:lnTo>
                    <a:pt x="2855" y="688"/>
                  </a:lnTo>
                  <a:lnTo>
                    <a:pt x="2855" y="688"/>
                  </a:lnTo>
                  <a:lnTo>
                    <a:pt x="2856" y="688"/>
                  </a:lnTo>
                  <a:lnTo>
                    <a:pt x="2856" y="688"/>
                  </a:lnTo>
                  <a:lnTo>
                    <a:pt x="2857" y="673"/>
                  </a:lnTo>
                  <a:lnTo>
                    <a:pt x="2857" y="673"/>
                  </a:lnTo>
                  <a:lnTo>
                    <a:pt x="2857" y="673"/>
                  </a:lnTo>
                  <a:lnTo>
                    <a:pt x="2858" y="673"/>
                  </a:lnTo>
                  <a:lnTo>
                    <a:pt x="2858" y="673"/>
                  </a:lnTo>
                  <a:lnTo>
                    <a:pt x="2859" y="688"/>
                  </a:lnTo>
                  <a:lnTo>
                    <a:pt x="2859" y="688"/>
                  </a:lnTo>
                  <a:lnTo>
                    <a:pt x="2860" y="688"/>
                  </a:lnTo>
                  <a:lnTo>
                    <a:pt x="2860" y="688"/>
                  </a:lnTo>
                  <a:lnTo>
                    <a:pt x="2861" y="688"/>
                  </a:lnTo>
                  <a:lnTo>
                    <a:pt x="2861" y="688"/>
                  </a:lnTo>
                  <a:lnTo>
                    <a:pt x="2861" y="688"/>
                  </a:lnTo>
                  <a:lnTo>
                    <a:pt x="2862" y="688"/>
                  </a:lnTo>
                  <a:lnTo>
                    <a:pt x="2863" y="688"/>
                  </a:lnTo>
                  <a:lnTo>
                    <a:pt x="2863" y="688"/>
                  </a:lnTo>
                  <a:lnTo>
                    <a:pt x="2863" y="688"/>
                  </a:lnTo>
                  <a:lnTo>
                    <a:pt x="2864" y="688"/>
                  </a:lnTo>
                  <a:lnTo>
                    <a:pt x="2864" y="703"/>
                  </a:lnTo>
                  <a:lnTo>
                    <a:pt x="2865" y="703"/>
                  </a:lnTo>
                  <a:lnTo>
                    <a:pt x="2865" y="703"/>
                  </a:lnTo>
                  <a:lnTo>
                    <a:pt x="2866" y="703"/>
                  </a:lnTo>
                  <a:lnTo>
                    <a:pt x="2866" y="703"/>
                  </a:lnTo>
                  <a:lnTo>
                    <a:pt x="2867" y="703"/>
                  </a:lnTo>
                  <a:lnTo>
                    <a:pt x="2867" y="703"/>
                  </a:lnTo>
                  <a:lnTo>
                    <a:pt x="2867" y="718"/>
                  </a:lnTo>
                  <a:lnTo>
                    <a:pt x="2868" y="718"/>
                  </a:lnTo>
                  <a:lnTo>
                    <a:pt x="2868" y="718"/>
                  </a:lnTo>
                  <a:lnTo>
                    <a:pt x="2869" y="718"/>
                  </a:lnTo>
                  <a:lnTo>
                    <a:pt x="2869" y="718"/>
                  </a:lnTo>
                  <a:lnTo>
                    <a:pt x="2870" y="718"/>
                  </a:lnTo>
                  <a:lnTo>
                    <a:pt x="2870" y="718"/>
                  </a:lnTo>
                  <a:lnTo>
                    <a:pt x="2870" y="718"/>
                  </a:lnTo>
                  <a:lnTo>
                    <a:pt x="2871" y="718"/>
                  </a:lnTo>
                  <a:lnTo>
                    <a:pt x="2872" y="718"/>
                  </a:lnTo>
                  <a:lnTo>
                    <a:pt x="2872" y="718"/>
                  </a:lnTo>
                  <a:lnTo>
                    <a:pt x="2872" y="718"/>
                  </a:lnTo>
                  <a:lnTo>
                    <a:pt x="2873" y="718"/>
                  </a:lnTo>
                  <a:lnTo>
                    <a:pt x="2873" y="718"/>
                  </a:lnTo>
                  <a:lnTo>
                    <a:pt x="2874" y="718"/>
                  </a:lnTo>
                  <a:lnTo>
                    <a:pt x="2874" y="718"/>
                  </a:lnTo>
                  <a:lnTo>
                    <a:pt x="2875" y="718"/>
                  </a:lnTo>
                  <a:lnTo>
                    <a:pt x="2875" y="718"/>
                  </a:lnTo>
                  <a:lnTo>
                    <a:pt x="2876" y="703"/>
                  </a:lnTo>
                  <a:lnTo>
                    <a:pt x="2876" y="703"/>
                  </a:lnTo>
                  <a:lnTo>
                    <a:pt x="2876" y="703"/>
                  </a:lnTo>
                  <a:lnTo>
                    <a:pt x="2877" y="703"/>
                  </a:lnTo>
                  <a:lnTo>
                    <a:pt x="2878" y="703"/>
                  </a:lnTo>
                  <a:lnTo>
                    <a:pt x="2878" y="703"/>
                  </a:lnTo>
                  <a:lnTo>
                    <a:pt x="2878" y="688"/>
                  </a:lnTo>
                  <a:lnTo>
                    <a:pt x="2879" y="688"/>
                  </a:lnTo>
                  <a:lnTo>
                    <a:pt x="2879" y="688"/>
                  </a:lnTo>
                  <a:lnTo>
                    <a:pt x="2880" y="688"/>
                  </a:lnTo>
                  <a:lnTo>
                    <a:pt x="2880" y="688"/>
                  </a:lnTo>
                  <a:lnTo>
                    <a:pt x="2881" y="688"/>
                  </a:lnTo>
                  <a:lnTo>
                    <a:pt x="2881" y="688"/>
                  </a:lnTo>
                  <a:lnTo>
                    <a:pt x="2882" y="673"/>
                  </a:lnTo>
                  <a:lnTo>
                    <a:pt x="2882" y="673"/>
                  </a:lnTo>
                  <a:lnTo>
                    <a:pt x="2882" y="673"/>
                  </a:lnTo>
                  <a:lnTo>
                    <a:pt x="2883" y="673"/>
                  </a:lnTo>
                  <a:lnTo>
                    <a:pt x="2883" y="673"/>
                  </a:lnTo>
                  <a:lnTo>
                    <a:pt x="2884" y="673"/>
                  </a:lnTo>
                  <a:lnTo>
                    <a:pt x="2884" y="673"/>
                  </a:lnTo>
                  <a:lnTo>
                    <a:pt x="2885" y="658"/>
                  </a:lnTo>
                  <a:lnTo>
                    <a:pt x="2885" y="658"/>
                  </a:lnTo>
                  <a:lnTo>
                    <a:pt x="2885" y="658"/>
                  </a:lnTo>
                  <a:lnTo>
                    <a:pt x="2886" y="658"/>
                  </a:lnTo>
                  <a:lnTo>
                    <a:pt x="2887" y="643"/>
                  </a:lnTo>
                  <a:lnTo>
                    <a:pt x="2887" y="643"/>
                  </a:lnTo>
                  <a:lnTo>
                    <a:pt x="2887" y="643"/>
                  </a:lnTo>
                  <a:lnTo>
                    <a:pt x="2888" y="643"/>
                  </a:lnTo>
                  <a:lnTo>
                    <a:pt x="2888" y="643"/>
                  </a:lnTo>
                  <a:lnTo>
                    <a:pt x="2889" y="643"/>
                  </a:lnTo>
                  <a:lnTo>
                    <a:pt x="2889" y="643"/>
                  </a:lnTo>
                  <a:lnTo>
                    <a:pt x="2890" y="628"/>
                  </a:lnTo>
                  <a:lnTo>
                    <a:pt x="2890" y="628"/>
                  </a:lnTo>
                  <a:lnTo>
                    <a:pt x="2891" y="628"/>
                  </a:lnTo>
                  <a:lnTo>
                    <a:pt x="2891" y="628"/>
                  </a:lnTo>
                  <a:lnTo>
                    <a:pt x="2891" y="628"/>
                  </a:lnTo>
                  <a:lnTo>
                    <a:pt x="2892" y="613"/>
                  </a:lnTo>
                  <a:lnTo>
                    <a:pt x="2893" y="613"/>
                  </a:lnTo>
                  <a:lnTo>
                    <a:pt x="2893" y="613"/>
                  </a:lnTo>
                  <a:lnTo>
                    <a:pt x="2893" y="613"/>
                  </a:lnTo>
                  <a:lnTo>
                    <a:pt x="2894" y="613"/>
                  </a:lnTo>
                  <a:lnTo>
                    <a:pt x="2894" y="598"/>
                  </a:lnTo>
                  <a:lnTo>
                    <a:pt x="2895" y="598"/>
                  </a:lnTo>
                  <a:lnTo>
                    <a:pt x="2895" y="598"/>
                  </a:lnTo>
                  <a:lnTo>
                    <a:pt x="2896" y="598"/>
                  </a:lnTo>
                  <a:lnTo>
                    <a:pt x="2896" y="598"/>
                  </a:lnTo>
                  <a:lnTo>
                    <a:pt x="2896" y="598"/>
                  </a:lnTo>
                  <a:lnTo>
                    <a:pt x="2897" y="583"/>
                  </a:lnTo>
                  <a:lnTo>
                    <a:pt x="2897" y="583"/>
                  </a:lnTo>
                  <a:lnTo>
                    <a:pt x="2898" y="583"/>
                  </a:lnTo>
                  <a:lnTo>
                    <a:pt x="2898" y="583"/>
                  </a:lnTo>
                  <a:lnTo>
                    <a:pt x="2899" y="583"/>
                  </a:lnTo>
                  <a:lnTo>
                    <a:pt x="2899" y="583"/>
                  </a:lnTo>
                  <a:lnTo>
                    <a:pt x="2900" y="568"/>
                  </a:lnTo>
                  <a:lnTo>
                    <a:pt x="2900" y="568"/>
                  </a:lnTo>
                  <a:lnTo>
                    <a:pt x="2900" y="568"/>
                  </a:lnTo>
                  <a:lnTo>
                    <a:pt x="2901" y="568"/>
                  </a:lnTo>
                  <a:lnTo>
                    <a:pt x="2902" y="553"/>
                  </a:lnTo>
                  <a:lnTo>
                    <a:pt x="2902" y="553"/>
                  </a:lnTo>
                  <a:lnTo>
                    <a:pt x="2902" y="553"/>
                  </a:lnTo>
                  <a:lnTo>
                    <a:pt x="2903" y="553"/>
                  </a:lnTo>
                  <a:lnTo>
                    <a:pt x="2903" y="553"/>
                  </a:lnTo>
                  <a:lnTo>
                    <a:pt x="2904" y="538"/>
                  </a:lnTo>
                  <a:lnTo>
                    <a:pt x="2904" y="538"/>
                  </a:lnTo>
                  <a:lnTo>
                    <a:pt x="2905" y="538"/>
                  </a:lnTo>
                  <a:lnTo>
                    <a:pt x="2905" y="538"/>
                  </a:lnTo>
                  <a:lnTo>
                    <a:pt x="2906" y="538"/>
                  </a:lnTo>
                  <a:lnTo>
                    <a:pt x="2906" y="538"/>
                  </a:lnTo>
                  <a:lnTo>
                    <a:pt x="2906" y="538"/>
                  </a:lnTo>
                  <a:lnTo>
                    <a:pt x="2907" y="553"/>
                  </a:lnTo>
                  <a:lnTo>
                    <a:pt x="2908" y="553"/>
                  </a:lnTo>
                  <a:lnTo>
                    <a:pt x="2908" y="553"/>
                  </a:lnTo>
                  <a:lnTo>
                    <a:pt x="2908" y="553"/>
                  </a:lnTo>
                  <a:lnTo>
                    <a:pt x="2909" y="553"/>
                  </a:lnTo>
                  <a:lnTo>
                    <a:pt x="2909" y="553"/>
                  </a:lnTo>
                  <a:lnTo>
                    <a:pt x="2910" y="553"/>
                  </a:lnTo>
                  <a:lnTo>
                    <a:pt x="2910" y="553"/>
                  </a:lnTo>
                  <a:lnTo>
                    <a:pt x="2911" y="553"/>
                  </a:lnTo>
                  <a:lnTo>
                    <a:pt x="2911" y="553"/>
                  </a:lnTo>
                  <a:lnTo>
                    <a:pt x="2911" y="553"/>
                  </a:lnTo>
                  <a:lnTo>
                    <a:pt x="2912" y="568"/>
                  </a:lnTo>
                  <a:lnTo>
                    <a:pt x="2912" y="568"/>
                  </a:lnTo>
                  <a:lnTo>
                    <a:pt x="2913" y="568"/>
                  </a:lnTo>
                  <a:lnTo>
                    <a:pt x="2913" y="568"/>
                  </a:lnTo>
                  <a:lnTo>
                    <a:pt x="2914" y="568"/>
                  </a:lnTo>
                  <a:lnTo>
                    <a:pt x="2914" y="568"/>
                  </a:lnTo>
                  <a:lnTo>
                    <a:pt x="2915" y="568"/>
                  </a:lnTo>
                  <a:lnTo>
                    <a:pt x="2915" y="583"/>
                  </a:lnTo>
                  <a:lnTo>
                    <a:pt x="2915" y="583"/>
                  </a:lnTo>
                  <a:lnTo>
                    <a:pt x="2916" y="583"/>
                  </a:lnTo>
                  <a:lnTo>
                    <a:pt x="2917" y="598"/>
                  </a:lnTo>
                  <a:lnTo>
                    <a:pt x="2917" y="598"/>
                  </a:lnTo>
                  <a:lnTo>
                    <a:pt x="2917" y="598"/>
                  </a:lnTo>
                  <a:lnTo>
                    <a:pt x="2918" y="613"/>
                  </a:lnTo>
                  <a:lnTo>
                    <a:pt x="2918" y="613"/>
                  </a:lnTo>
                  <a:lnTo>
                    <a:pt x="2919" y="613"/>
                  </a:lnTo>
                  <a:lnTo>
                    <a:pt x="2919" y="628"/>
                  </a:lnTo>
                  <a:lnTo>
                    <a:pt x="2920" y="628"/>
                  </a:lnTo>
                  <a:lnTo>
                    <a:pt x="2920" y="628"/>
                  </a:lnTo>
                  <a:lnTo>
                    <a:pt x="2921" y="628"/>
                  </a:lnTo>
                  <a:lnTo>
                    <a:pt x="2921" y="628"/>
                  </a:lnTo>
                  <a:lnTo>
                    <a:pt x="2921" y="643"/>
                  </a:lnTo>
                  <a:lnTo>
                    <a:pt x="2922" y="643"/>
                  </a:lnTo>
                  <a:lnTo>
                    <a:pt x="2922" y="643"/>
                  </a:lnTo>
                  <a:lnTo>
                    <a:pt x="2923" y="643"/>
                  </a:lnTo>
                  <a:lnTo>
                    <a:pt x="2923" y="658"/>
                  </a:lnTo>
                  <a:lnTo>
                    <a:pt x="2924" y="658"/>
                  </a:lnTo>
                  <a:lnTo>
                    <a:pt x="2924" y="658"/>
                  </a:lnTo>
                  <a:lnTo>
                    <a:pt x="2925" y="673"/>
                  </a:lnTo>
                  <a:lnTo>
                    <a:pt x="2925" y="673"/>
                  </a:lnTo>
                  <a:lnTo>
                    <a:pt x="2926" y="673"/>
                  </a:lnTo>
                  <a:lnTo>
                    <a:pt x="2926" y="673"/>
                  </a:lnTo>
                  <a:lnTo>
                    <a:pt x="2926" y="673"/>
                  </a:lnTo>
                  <a:lnTo>
                    <a:pt x="2927" y="673"/>
                  </a:lnTo>
                  <a:lnTo>
                    <a:pt x="2927" y="673"/>
                  </a:lnTo>
                  <a:lnTo>
                    <a:pt x="2928" y="673"/>
                  </a:lnTo>
                  <a:lnTo>
                    <a:pt x="2928" y="673"/>
                  </a:lnTo>
                  <a:lnTo>
                    <a:pt x="2929" y="688"/>
                  </a:lnTo>
                  <a:lnTo>
                    <a:pt x="2929" y="688"/>
                  </a:lnTo>
                  <a:lnTo>
                    <a:pt x="2930" y="688"/>
                  </a:lnTo>
                  <a:lnTo>
                    <a:pt x="2930" y="688"/>
                  </a:lnTo>
                  <a:lnTo>
                    <a:pt x="2930" y="688"/>
                  </a:lnTo>
                  <a:lnTo>
                    <a:pt x="2931" y="703"/>
                  </a:lnTo>
                  <a:lnTo>
                    <a:pt x="2932" y="703"/>
                  </a:lnTo>
                  <a:lnTo>
                    <a:pt x="2932" y="703"/>
                  </a:lnTo>
                  <a:lnTo>
                    <a:pt x="2932" y="703"/>
                  </a:lnTo>
                  <a:lnTo>
                    <a:pt x="2933" y="703"/>
                  </a:lnTo>
                  <a:lnTo>
                    <a:pt x="2933" y="718"/>
                  </a:lnTo>
                  <a:lnTo>
                    <a:pt x="2934" y="718"/>
                  </a:lnTo>
                  <a:lnTo>
                    <a:pt x="2934" y="718"/>
                  </a:lnTo>
                  <a:lnTo>
                    <a:pt x="2935" y="718"/>
                  </a:lnTo>
                  <a:lnTo>
                    <a:pt x="2935" y="718"/>
                  </a:lnTo>
                  <a:lnTo>
                    <a:pt x="2936" y="718"/>
                  </a:lnTo>
                  <a:lnTo>
                    <a:pt x="2936" y="718"/>
                  </a:lnTo>
                  <a:lnTo>
                    <a:pt x="2936" y="718"/>
                  </a:lnTo>
                  <a:lnTo>
                    <a:pt x="2937" y="718"/>
                  </a:lnTo>
                  <a:lnTo>
                    <a:pt x="2937" y="718"/>
                  </a:lnTo>
                  <a:lnTo>
                    <a:pt x="2938" y="718"/>
                  </a:lnTo>
                  <a:lnTo>
                    <a:pt x="2938" y="718"/>
                  </a:lnTo>
                  <a:lnTo>
                    <a:pt x="2939" y="718"/>
                  </a:lnTo>
                  <a:lnTo>
                    <a:pt x="2939" y="718"/>
                  </a:lnTo>
                  <a:lnTo>
                    <a:pt x="2939" y="718"/>
                  </a:lnTo>
                  <a:lnTo>
                    <a:pt x="2940" y="718"/>
                  </a:lnTo>
                  <a:lnTo>
                    <a:pt x="2941" y="718"/>
                  </a:lnTo>
                  <a:lnTo>
                    <a:pt x="2941" y="718"/>
                  </a:lnTo>
                  <a:lnTo>
                    <a:pt x="2941" y="718"/>
                  </a:lnTo>
                  <a:lnTo>
                    <a:pt x="2942" y="733"/>
                  </a:lnTo>
                  <a:lnTo>
                    <a:pt x="2942" y="733"/>
                  </a:lnTo>
                  <a:lnTo>
                    <a:pt x="2943" y="733"/>
                  </a:lnTo>
                  <a:lnTo>
                    <a:pt x="2943" y="733"/>
                  </a:lnTo>
                  <a:lnTo>
                    <a:pt x="2944" y="748"/>
                  </a:lnTo>
                  <a:lnTo>
                    <a:pt x="2944" y="748"/>
                  </a:lnTo>
                  <a:lnTo>
                    <a:pt x="2945" y="748"/>
                  </a:lnTo>
                  <a:lnTo>
                    <a:pt x="2945" y="748"/>
                  </a:lnTo>
                  <a:lnTo>
                    <a:pt x="2945" y="748"/>
                  </a:lnTo>
                  <a:lnTo>
                    <a:pt x="2946" y="763"/>
                  </a:lnTo>
                  <a:lnTo>
                    <a:pt x="2947" y="763"/>
                  </a:lnTo>
                  <a:lnTo>
                    <a:pt x="2947" y="763"/>
                  </a:lnTo>
                  <a:lnTo>
                    <a:pt x="2947" y="763"/>
                  </a:lnTo>
                  <a:lnTo>
                    <a:pt x="2948" y="763"/>
                  </a:lnTo>
                  <a:lnTo>
                    <a:pt x="2948" y="778"/>
                  </a:lnTo>
                  <a:lnTo>
                    <a:pt x="2949" y="778"/>
                  </a:lnTo>
                  <a:lnTo>
                    <a:pt x="2949" y="778"/>
                  </a:lnTo>
                  <a:lnTo>
                    <a:pt x="2950" y="778"/>
                  </a:lnTo>
                  <a:lnTo>
                    <a:pt x="2950" y="778"/>
                  </a:lnTo>
                  <a:lnTo>
                    <a:pt x="2951" y="778"/>
                  </a:lnTo>
                  <a:lnTo>
                    <a:pt x="2951" y="778"/>
                  </a:lnTo>
                  <a:lnTo>
                    <a:pt x="2951" y="778"/>
                  </a:lnTo>
                  <a:lnTo>
                    <a:pt x="2952" y="778"/>
                  </a:lnTo>
                  <a:lnTo>
                    <a:pt x="2952" y="778"/>
                  </a:lnTo>
                  <a:lnTo>
                    <a:pt x="2953" y="778"/>
                  </a:lnTo>
                  <a:lnTo>
                    <a:pt x="2953" y="778"/>
                  </a:lnTo>
                  <a:lnTo>
                    <a:pt x="2954" y="778"/>
                  </a:lnTo>
                  <a:lnTo>
                    <a:pt x="2954" y="778"/>
                  </a:lnTo>
                  <a:lnTo>
                    <a:pt x="2954" y="778"/>
                  </a:lnTo>
                  <a:lnTo>
                    <a:pt x="2955" y="778"/>
                  </a:lnTo>
                  <a:lnTo>
                    <a:pt x="2956" y="778"/>
                  </a:lnTo>
                  <a:lnTo>
                    <a:pt x="2956" y="763"/>
                  </a:lnTo>
                  <a:lnTo>
                    <a:pt x="2956" y="763"/>
                  </a:lnTo>
                  <a:lnTo>
                    <a:pt x="2957" y="763"/>
                  </a:lnTo>
                  <a:lnTo>
                    <a:pt x="2958" y="763"/>
                  </a:lnTo>
                  <a:lnTo>
                    <a:pt x="2958" y="763"/>
                  </a:lnTo>
                  <a:lnTo>
                    <a:pt x="2958" y="763"/>
                  </a:lnTo>
                  <a:lnTo>
                    <a:pt x="2959" y="763"/>
                  </a:lnTo>
                  <a:lnTo>
                    <a:pt x="2959" y="763"/>
                  </a:lnTo>
                  <a:lnTo>
                    <a:pt x="2960" y="763"/>
                  </a:lnTo>
                  <a:lnTo>
                    <a:pt x="2960" y="763"/>
                  </a:lnTo>
                  <a:lnTo>
                    <a:pt x="2961" y="763"/>
                  </a:lnTo>
                  <a:lnTo>
                    <a:pt x="2961" y="763"/>
                  </a:lnTo>
                  <a:lnTo>
                    <a:pt x="2962" y="763"/>
                  </a:lnTo>
                  <a:lnTo>
                    <a:pt x="2962" y="763"/>
                  </a:lnTo>
                  <a:lnTo>
                    <a:pt x="2962" y="763"/>
                  </a:lnTo>
                  <a:lnTo>
                    <a:pt x="2963" y="763"/>
                  </a:lnTo>
                  <a:lnTo>
                    <a:pt x="2963" y="763"/>
                  </a:lnTo>
                  <a:lnTo>
                    <a:pt x="2964" y="763"/>
                  </a:lnTo>
                  <a:lnTo>
                    <a:pt x="2964" y="763"/>
                  </a:lnTo>
                  <a:lnTo>
                    <a:pt x="2965" y="763"/>
                  </a:lnTo>
                  <a:lnTo>
                    <a:pt x="2965" y="763"/>
                  </a:lnTo>
                  <a:lnTo>
                    <a:pt x="2965" y="763"/>
                  </a:lnTo>
                  <a:lnTo>
                    <a:pt x="2966" y="763"/>
                  </a:lnTo>
                  <a:lnTo>
                    <a:pt x="2967" y="763"/>
                  </a:lnTo>
                  <a:lnTo>
                    <a:pt x="2967" y="763"/>
                  </a:lnTo>
                  <a:lnTo>
                    <a:pt x="2967" y="763"/>
                  </a:lnTo>
                  <a:lnTo>
                    <a:pt x="2968" y="748"/>
                  </a:lnTo>
                  <a:lnTo>
                    <a:pt x="2968" y="748"/>
                  </a:lnTo>
                  <a:lnTo>
                    <a:pt x="2969" y="748"/>
                  </a:lnTo>
                  <a:lnTo>
                    <a:pt x="2969" y="748"/>
                  </a:lnTo>
                  <a:lnTo>
                    <a:pt x="2970" y="748"/>
                  </a:lnTo>
                  <a:lnTo>
                    <a:pt x="2970" y="748"/>
                  </a:lnTo>
                  <a:lnTo>
                    <a:pt x="2971" y="733"/>
                  </a:lnTo>
                  <a:lnTo>
                    <a:pt x="2971" y="733"/>
                  </a:lnTo>
                  <a:lnTo>
                    <a:pt x="2971" y="733"/>
                  </a:lnTo>
                  <a:lnTo>
                    <a:pt x="2972" y="733"/>
                  </a:lnTo>
                  <a:lnTo>
                    <a:pt x="2973" y="733"/>
                  </a:lnTo>
                  <a:lnTo>
                    <a:pt x="2973" y="718"/>
                  </a:lnTo>
                  <a:lnTo>
                    <a:pt x="2973" y="718"/>
                  </a:lnTo>
                  <a:lnTo>
                    <a:pt x="2974" y="718"/>
                  </a:lnTo>
                  <a:lnTo>
                    <a:pt x="2974" y="718"/>
                  </a:lnTo>
                  <a:lnTo>
                    <a:pt x="2975" y="718"/>
                  </a:lnTo>
                  <a:lnTo>
                    <a:pt x="2975" y="718"/>
                  </a:lnTo>
                  <a:lnTo>
                    <a:pt x="2976" y="718"/>
                  </a:lnTo>
                  <a:lnTo>
                    <a:pt x="2976" y="718"/>
                  </a:lnTo>
                  <a:lnTo>
                    <a:pt x="2977" y="718"/>
                  </a:lnTo>
                  <a:lnTo>
                    <a:pt x="2977" y="733"/>
                  </a:lnTo>
                  <a:lnTo>
                    <a:pt x="2977" y="733"/>
                  </a:lnTo>
                  <a:lnTo>
                    <a:pt x="2978" y="733"/>
                  </a:lnTo>
                  <a:lnTo>
                    <a:pt x="2978" y="733"/>
                  </a:lnTo>
                  <a:lnTo>
                    <a:pt x="2979" y="733"/>
                  </a:lnTo>
                  <a:lnTo>
                    <a:pt x="2979" y="733"/>
                  </a:lnTo>
                  <a:lnTo>
                    <a:pt x="2980" y="733"/>
                  </a:lnTo>
                  <a:lnTo>
                    <a:pt x="2980" y="733"/>
                  </a:lnTo>
                  <a:lnTo>
                    <a:pt x="2980" y="733"/>
                  </a:lnTo>
                  <a:lnTo>
                    <a:pt x="2981" y="733"/>
                  </a:lnTo>
                  <a:lnTo>
                    <a:pt x="2982" y="733"/>
                  </a:lnTo>
                  <a:lnTo>
                    <a:pt x="2982" y="718"/>
                  </a:lnTo>
                  <a:lnTo>
                    <a:pt x="2982" y="718"/>
                  </a:lnTo>
                  <a:lnTo>
                    <a:pt x="2983" y="718"/>
                  </a:lnTo>
                  <a:lnTo>
                    <a:pt x="2983" y="718"/>
                  </a:lnTo>
                  <a:lnTo>
                    <a:pt x="2984" y="718"/>
                  </a:lnTo>
                  <a:lnTo>
                    <a:pt x="2984" y="703"/>
                  </a:lnTo>
                  <a:lnTo>
                    <a:pt x="2985" y="703"/>
                  </a:lnTo>
                  <a:lnTo>
                    <a:pt x="2985" y="703"/>
                  </a:lnTo>
                  <a:lnTo>
                    <a:pt x="2986" y="688"/>
                  </a:lnTo>
                  <a:lnTo>
                    <a:pt x="2986" y="688"/>
                  </a:lnTo>
                  <a:lnTo>
                    <a:pt x="2986" y="688"/>
                  </a:lnTo>
                  <a:lnTo>
                    <a:pt x="2987" y="688"/>
                  </a:lnTo>
                  <a:lnTo>
                    <a:pt x="2988" y="688"/>
                  </a:lnTo>
                  <a:lnTo>
                    <a:pt x="2988" y="673"/>
                  </a:lnTo>
                  <a:lnTo>
                    <a:pt x="2988" y="673"/>
                  </a:lnTo>
                  <a:lnTo>
                    <a:pt x="2989" y="673"/>
                  </a:lnTo>
                  <a:lnTo>
                    <a:pt x="2989" y="673"/>
                  </a:lnTo>
                  <a:lnTo>
                    <a:pt x="2990" y="673"/>
                  </a:lnTo>
                  <a:lnTo>
                    <a:pt x="2990" y="673"/>
                  </a:lnTo>
                  <a:lnTo>
                    <a:pt x="2991" y="673"/>
                  </a:lnTo>
                  <a:lnTo>
                    <a:pt x="2991" y="673"/>
                  </a:lnTo>
                  <a:lnTo>
                    <a:pt x="2991" y="673"/>
                  </a:lnTo>
                  <a:lnTo>
                    <a:pt x="2992" y="673"/>
                  </a:lnTo>
                  <a:lnTo>
                    <a:pt x="2992" y="673"/>
                  </a:lnTo>
                  <a:lnTo>
                    <a:pt x="2993" y="673"/>
                  </a:lnTo>
                  <a:lnTo>
                    <a:pt x="2993" y="673"/>
                  </a:lnTo>
                  <a:lnTo>
                    <a:pt x="2994" y="673"/>
                  </a:lnTo>
                  <a:lnTo>
                    <a:pt x="2994" y="673"/>
                  </a:lnTo>
                  <a:lnTo>
                    <a:pt x="2995" y="673"/>
                  </a:lnTo>
                  <a:lnTo>
                    <a:pt x="2995" y="673"/>
                  </a:lnTo>
                  <a:lnTo>
                    <a:pt x="2995" y="673"/>
                  </a:lnTo>
                  <a:lnTo>
                    <a:pt x="2996" y="673"/>
                  </a:lnTo>
                  <a:lnTo>
                    <a:pt x="2997" y="673"/>
                  </a:lnTo>
                  <a:lnTo>
                    <a:pt x="2997" y="673"/>
                  </a:lnTo>
                  <a:lnTo>
                    <a:pt x="2997" y="658"/>
                  </a:lnTo>
                  <a:lnTo>
                    <a:pt x="2998" y="658"/>
                  </a:lnTo>
                  <a:lnTo>
                    <a:pt x="2998" y="658"/>
                  </a:lnTo>
                  <a:lnTo>
                    <a:pt x="2999" y="658"/>
                  </a:lnTo>
                  <a:lnTo>
                    <a:pt x="2999" y="658"/>
                  </a:lnTo>
                  <a:lnTo>
                    <a:pt x="3000" y="658"/>
                  </a:lnTo>
                  <a:lnTo>
                    <a:pt x="3000" y="658"/>
                  </a:lnTo>
                  <a:lnTo>
                    <a:pt x="3001" y="643"/>
                  </a:lnTo>
                  <a:lnTo>
                    <a:pt x="3001" y="643"/>
                  </a:lnTo>
                  <a:lnTo>
                    <a:pt x="3001" y="643"/>
                  </a:lnTo>
                  <a:lnTo>
                    <a:pt x="3002" y="643"/>
                  </a:lnTo>
                  <a:lnTo>
                    <a:pt x="3003" y="628"/>
                  </a:lnTo>
                  <a:lnTo>
                    <a:pt x="3003" y="628"/>
                  </a:lnTo>
                  <a:lnTo>
                    <a:pt x="3003" y="628"/>
                  </a:lnTo>
                  <a:lnTo>
                    <a:pt x="3004" y="613"/>
                  </a:lnTo>
                  <a:lnTo>
                    <a:pt x="3004" y="613"/>
                  </a:lnTo>
                  <a:lnTo>
                    <a:pt x="3005" y="613"/>
                  </a:lnTo>
                  <a:lnTo>
                    <a:pt x="3005" y="598"/>
                  </a:lnTo>
                  <a:lnTo>
                    <a:pt x="3006" y="598"/>
                  </a:lnTo>
                  <a:lnTo>
                    <a:pt x="3006" y="598"/>
                  </a:lnTo>
                  <a:lnTo>
                    <a:pt x="3006" y="583"/>
                  </a:lnTo>
                  <a:lnTo>
                    <a:pt x="3007" y="583"/>
                  </a:lnTo>
                  <a:lnTo>
                    <a:pt x="3007" y="583"/>
                  </a:lnTo>
                  <a:lnTo>
                    <a:pt x="3008" y="568"/>
                  </a:lnTo>
                  <a:lnTo>
                    <a:pt x="3008" y="568"/>
                  </a:lnTo>
                  <a:lnTo>
                    <a:pt x="3009" y="568"/>
                  </a:lnTo>
                  <a:lnTo>
                    <a:pt x="3009" y="568"/>
                  </a:lnTo>
                  <a:lnTo>
                    <a:pt x="3010" y="568"/>
                  </a:lnTo>
                  <a:lnTo>
                    <a:pt x="3010" y="568"/>
                  </a:lnTo>
                  <a:lnTo>
                    <a:pt x="3010" y="568"/>
                  </a:lnTo>
                  <a:lnTo>
                    <a:pt x="3011" y="568"/>
                  </a:lnTo>
                  <a:lnTo>
                    <a:pt x="3012" y="568"/>
                  </a:lnTo>
                  <a:lnTo>
                    <a:pt x="3012" y="568"/>
                  </a:lnTo>
                  <a:lnTo>
                    <a:pt x="3012" y="568"/>
                  </a:lnTo>
                  <a:lnTo>
                    <a:pt x="3013" y="553"/>
                  </a:lnTo>
                  <a:lnTo>
                    <a:pt x="3013" y="553"/>
                  </a:lnTo>
                  <a:lnTo>
                    <a:pt x="3014" y="553"/>
                  </a:lnTo>
                  <a:lnTo>
                    <a:pt x="3014" y="553"/>
                  </a:lnTo>
                  <a:lnTo>
                    <a:pt x="3015" y="553"/>
                  </a:lnTo>
                  <a:lnTo>
                    <a:pt x="3015" y="553"/>
                  </a:lnTo>
                  <a:lnTo>
                    <a:pt x="3016" y="553"/>
                  </a:lnTo>
                  <a:lnTo>
                    <a:pt x="3016" y="553"/>
                  </a:lnTo>
                  <a:lnTo>
                    <a:pt x="3016" y="553"/>
                  </a:lnTo>
                  <a:lnTo>
                    <a:pt x="3017" y="538"/>
                  </a:lnTo>
                  <a:lnTo>
                    <a:pt x="3018" y="538"/>
                  </a:lnTo>
                  <a:lnTo>
                    <a:pt x="3018" y="538"/>
                  </a:lnTo>
                  <a:lnTo>
                    <a:pt x="3018" y="538"/>
                  </a:lnTo>
                  <a:lnTo>
                    <a:pt x="3019" y="538"/>
                  </a:lnTo>
                  <a:lnTo>
                    <a:pt x="3019" y="523"/>
                  </a:lnTo>
                  <a:lnTo>
                    <a:pt x="3020" y="523"/>
                  </a:lnTo>
                  <a:lnTo>
                    <a:pt x="3020" y="523"/>
                  </a:lnTo>
                  <a:lnTo>
                    <a:pt x="3021" y="523"/>
                  </a:lnTo>
                  <a:lnTo>
                    <a:pt x="3021" y="509"/>
                  </a:lnTo>
                  <a:lnTo>
                    <a:pt x="3021" y="509"/>
                  </a:lnTo>
                  <a:lnTo>
                    <a:pt x="3022" y="509"/>
                  </a:lnTo>
                  <a:lnTo>
                    <a:pt x="3022" y="494"/>
                  </a:lnTo>
                  <a:lnTo>
                    <a:pt x="3023" y="494"/>
                  </a:lnTo>
                  <a:lnTo>
                    <a:pt x="3023" y="494"/>
                  </a:lnTo>
                  <a:lnTo>
                    <a:pt x="3024" y="479"/>
                  </a:lnTo>
                  <a:lnTo>
                    <a:pt x="3024" y="479"/>
                  </a:lnTo>
                  <a:lnTo>
                    <a:pt x="3025" y="464"/>
                  </a:lnTo>
                  <a:lnTo>
                    <a:pt x="3025" y="464"/>
                  </a:lnTo>
                  <a:lnTo>
                    <a:pt x="3025" y="464"/>
                  </a:lnTo>
                  <a:lnTo>
                    <a:pt x="3026" y="449"/>
                  </a:lnTo>
                  <a:lnTo>
                    <a:pt x="3027" y="449"/>
                  </a:lnTo>
                  <a:lnTo>
                    <a:pt x="3027" y="449"/>
                  </a:lnTo>
                  <a:lnTo>
                    <a:pt x="3027" y="449"/>
                  </a:lnTo>
                  <a:lnTo>
                    <a:pt x="3028" y="449"/>
                  </a:lnTo>
                  <a:lnTo>
                    <a:pt x="3028" y="434"/>
                  </a:lnTo>
                  <a:lnTo>
                    <a:pt x="3029" y="434"/>
                  </a:lnTo>
                  <a:lnTo>
                    <a:pt x="3029" y="434"/>
                  </a:lnTo>
                  <a:lnTo>
                    <a:pt x="3030" y="434"/>
                  </a:lnTo>
                  <a:lnTo>
                    <a:pt x="3030" y="434"/>
                  </a:lnTo>
                  <a:lnTo>
                    <a:pt x="3031" y="434"/>
                  </a:lnTo>
                  <a:lnTo>
                    <a:pt x="3031" y="419"/>
                  </a:lnTo>
                  <a:lnTo>
                    <a:pt x="3031" y="419"/>
                  </a:lnTo>
                  <a:lnTo>
                    <a:pt x="3032" y="419"/>
                  </a:lnTo>
                  <a:lnTo>
                    <a:pt x="3032" y="419"/>
                  </a:lnTo>
                  <a:lnTo>
                    <a:pt x="3033" y="419"/>
                  </a:lnTo>
                  <a:lnTo>
                    <a:pt x="3033" y="419"/>
                  </a:lnTo>
                  <a:lnTo>
                    <a:pt x="3034" y="419"/>
                  </a:lnTo>
                  <a:lnTo>
                    <a:pt x="3034" y="419"/>
                  </a:lnTo>
                  <a:lnTo>
                    <a:pt x="3035" y="434"/>
                  </a:lnTo>
                  <a:lnTo>
                    <a:pt x="3035" y="434"/>
                  </a:lnTo>
                  <a:lnTo>
                    <a:pt x="3036" y="434"/>
                  </a:lnTo>
                  <a:lnTo>
                    <a:pt x="3036" y="434"/>
                  </a:lnTo>
                  <a:lnTo>
                    <a:pt x="3036" y="419"/>
                  </a:lnTo>
                  <a:lnTo>
                    <a:pt x="3037" y="419"/>
                  </a:lnTo>
                  <a:lnTo>
                    <a:pt x="3037" y="419"/>
                  </a:lnTo>
                  <a:lnTo>
                    <a:pt x="3038" y="419"/>
                  </a:lnTo>
                  <a:lnTo>
                    <a:pt x="3038" y="419"/>
                  </a:lnTo>
                  <a:lnTo>
                    <a:pt x="3039" y="419"/>
                  </a:lnTo>
                  <a:lnTo>
                    <a:pt x="3039" y="419"/>
                  </a:lnTo>
                  <a:lnTo>
                    <a:pt x="3040" y="419"/>
                  </a:lnTo>
                  <a:lnTo>
                    <a:pt x="3040" y="419"/>
                  </a:lnTo>
                  <a:lnTo>
                    <a:pt x="3040" y="419"/>
                  </a:lnTo>
                  <a:lnTo>
                    <a:pt x="3041" y="419"/>
                  </a:lnTo>
                  <a:lnTo>
                    <a:pt x="3042" y="419"/>
                  </a:lnTo>
                  <a:lnTo>
                    <a:pt x="3042" y="419"/>
                  </a:lnTo>
                  <a:lnTo>
                    <a:pt x="3042" y="434"/>
                  </a:lnTo>
                  <a:lnTo>
                    <a:pt x="3043" y="434"/>
                  </a:lnTo>
                  <a:lnTo>
                    <a:pt x="3043" y="434"/>
                  </a:lnTo>
                  <a:lnTo>
                    <a:pt x="3044" y="434"/>
                  </a:lnTo>
                  <a:lnTo>
                    <a:pt x="3044" y="434"/>
                  </a:lnTo>
                  <a:lnTo>
                    <a:pt x="3045" y="434"/>
                  </a:lnTo>
                  <a:lnTo>
                    <a:pt x="3045" y="434"/>
                  </a:lnTo>
                  <a:lnTo>
                    <a:pt x="3046" y="449"/>
                  </a:lnTo>
                  <a:lnTo>
                    <a:pt x="3046" y="449"/>
                  </a:lnTo>
                  <a:lnTo>
                    <a:pt x="3046" y="449"/>
                  </a:lnTo>
                  <a:lnTo>
                    <a:pt x="3047" y="449"/>
                  </a:lnTo>
                  <a:lnTo>
                    <a:pt x="3047" y="464"/>
                  </a:lnTo>
                  <a:lnTo>
                    <a:pt x="3048" y="464"/>
                  </a:lnTo>
                  <a:lnTo>
                    <a:pt x="3048" y="464"/>
                  </a:lnTo>
                  <a:lnTo>
                    <a:pt x="3049" y="464"/>
                  </a:lnTo>
                  <a:lnTo>
                    <a:pt x="3049" y="464"/>
                  </a:lnTo>
                  <a:lnTo>
                    <a:pt x="3049" y="464"/>
                  </a:lnTo>
                  <a:lnTo>
                    <a:pt x="3050" y="464"/>
                  </a:lnTo>
                  <a:lnTo>
                    <a:pt x="3051" y="464"/>
                  </a:lnTo>
                  <a:lnTo>
                    <a:pt x="3051" y="464"/>
                  </a:lnTo>
                  <a:lnTo>
                    <a:pt x="3051" y="464"/>
                  </a:lnTo>
                  <a:lnTo>
                    <a:pt x="3052" y="464"/>
                  </a:lnTo>
                  <a:lnTo>
                    <a:pt x="3052" y="464"/>
                  </a:lnTo>
                  <a:lnTo>
                    <a:pt x="3053" y="464"/>
                  </a:lnTo>
                  <a:lnTo>
                    <a:pt x="3053" y="464"/>
                  </a:lnTo>
                  <a:lnTo>
                    <a:pt x="3054" y="464"/>
                  </a:lnTo>
                  <a:lnTo>
                    <a:pt x="3054" y="464"/>
                  </a:lnTo>
                  <a:lnTo>
                    <a:pt x="3055" y="464"/>
                  </a:lnTo>
                  <a:lnTo>
                    <a:pt x="3055" y="464"/>
                  </a:lnTo>
                  <a:lnTo>
                    <a:pt x="3055" y="464"/>
                  </a:lnTo>
                  <a:lnTo>
                    <a:pt x="3056" y="464"/>
                  </a:lnTo>
                  <a:lnTo>
                    <a:pt x="3057" y="464"/>
                  </a:lnTo>
                  <a:lnTo>
                    <a:pt x="3057" y="464"/>
                  </a:lnTo>
                  <a:lnTo>
                    <a:pt x="3057" y="464"/>
                  </a:lnTo>
                  <a:lnTo>
                    <a:pt x="3058" y="464"/>
                  </a:lnTo>
                  <a:lnTo>
                    <a:pt x="3058" y="464"/>
                  </a:lnTo>
                  <a:lnTo>
                    <a:pt x="3059" y="464"/>
                  </a:lnTo>
                  <a:lnTo>
                    <a:pt x="3059" y="464"/>
                  </a:lnTo>
                  <a:lnTo>
                    <a:pt x="3060" y="464"/>
                  </a:lnTo>
                  <a:lnTo>
                    <a:pt x="3060" y="449"/>
                  </a:lnTo>
                  <a:lnTo>
                    <a:pt x="3061" y="449"/>
                  </a:lnTo>
                  <a:lnTo>
                    <a:pt x="3061" y="449"/>
                  </a:lnTo>
                  <a:lnTo>
                    <a:pt x="3061" y="449"/>
                  </a:lnTo>
                  <a:lnTo>
                    <a:pt x="3062" y="449"/>
                  </a:lnTo>
                  <a:lnTo>
                    <a:pt x="3062" y="449"/>
                  </a:lnTo>
                  <a:lnTo>
                    <a:pt x="3063" y="434"/>
                  </a:lnTo>
                  <a:lnTo>
                    <a:pt x="3063" y="434"/>
                  </a:lnTo>
                  <a:lnTo>
                    <a:pt x="3064" y="434"/>
                  </a:lnTo>
                  <a:lnTo>
                    <a:pt x="3064" y="434"/>
                  </a:lnTo>
                  <a:lnTo>
                    <a:pt x="3064" y="434"/>
                  </a:lnTo>
                  <a:lnTo>
                    <a:pt x="3065" y="434"/>
                  </a:lnTo>
                  <a:lnTo>
                    <a:pt x="3066" y="419"/>
                  </a:lnTo>
                  <a:lnTo>
                    <a:pt x="3066" y="419"/>
                  </a:lnTo>
                  <a:lnTo>
                    <a:pt x="3066" y="419"/>
                  </a:lnTo>
                  <a:lnTo>
                    <a:pt x="3067" y="419"/>
                  </a:lnTo>
                  <a:lnTo>
                    <a:pt x="3068" y="419"/>
                  </a:lnTo>
                  <a:lnTo>
                    <a:pt x="3068" y="419"/>
                  </a:lnTo>
                  <a:lnTo>
                    <a:pt x="3068" y="404"/>
                  </a:lnTo>
                  <a:lnTo>
                    <a:pt x="3069" y="404"/>
                  </a:lnTo>
                  <a:lnTo>
                    <a:pt x="3069" y="404"/>
                  </a:lnTo>
                  <a:lnTo>
                    <a:pt x="3070" y="389"/>
                  </a:lnTo>
                  <a:lnTo>
                    <a:pt x="3070" y="389"/>
                  </a:lnTo>
                  <a:lnTo>
                    <a:pt x="3071" y="374"/>
                  </a:lnTo>
                  <a:lnTo>
                    <a:pt x="3071" y="374"/>
                  </a:lnTo>
                  <a:lnTo>
                    <a:pt x="3072" y="359"/>
                  </a:lnTo>
                  <a:lnTo>
                    <a:pt x="3072" y="359"/>
                  </a:lnTo>
                  <a:lnTo>
                    <a:pt x="3072" y="344"/>
                  </a:lnTo>
                  <a:lnTo>
                    <a:pt x="3073" y="329"/>
                  </a:lnTo>
                  <a:lnTo>
                    <a:pt x="3073" y="329"/>
                  </a:lnTo>
                  <a:lnTo>
                    <a:pt x="3074" y="314"/>
                  </a:lnTo>
                  <a:lnTo>
                    <a:pt x="3074" y="299"/>
                  </a:lnTo>
                  <a:lnTo>
                    <a:pt x="3075" y="284"/>
                  </a:lnTo>
                  <a:lnTo>
                    <a:pt x="3075" y="284"/>
                  </a:lnTo>
                  <a:lnTo>
                    <a:pt x="3075" y="269"/>
                  </a:lnTo>
                  <a:lnTo>
                    <a:pt x="3076" y="254"/>
                  </a:lnTo>
                  <a:lnTo>
                    <a:pt x="3077" y="254"/>
                  </a:lnTo>
                  <a:lnTo>
                    <a:pt x="3077" y="239"/>
                  </a:lnTo>
                  <a:lnTo>
                    <a:pt x="3077" y="224"/>
                  </a:lnTo>
                  <a:lnTo>
                    <a:pt x="3078" y="224"/>
                  </a:lnTo>
                  <a:lnTo>
                    <a:pt x="3078" y="210"/>
                  </a:lnTo>
                  <a:lnTo>
                    <a:pt x="3079" y="210"/>
                  </a:lnTo>
                  <a:lnTo>
                    <a:pt x="3079" y="195"/>
                  </a:lnTo>
                  <a:lnTo>
                    <a:pt x="3080" y="195"/>
                  </a:lnTo>
                  <a:lnTo>
                    <a:pt x="3080" y="195"/>
                  </a:lnTo>
                  <a:lnTo>
                    <a:pt x="3081" y="180"/>
                  </a:lnTo>
                  <a:lnTo>
                    <a:pt x="3081" y="180"/>
                  </a:lnTo>
                  <a:lnTo>
                    <a:pt x="3081" y="165"/>
                  </a:lnTo>
                  <a:lnTo>
                    <a:pt x="3082" y="165"/>
                  </a:lnTo>
                  <a:lnTo>
                    <a:pt x="3083" y="150"/>
                  </a:lnTo>
                  <a:lnTo>
                    <a:pt x="3083" y="150"/>
                  </a:lnTo>
                  <a:lnTo>
                    <a:pt x="3083" y="150"/>
                  </a:lnTo>
                  <a:lnTo>
                    <a:pt x="3084" y="135"/>
                  </a:lnTo>
                  <a:lnTo>
                    <a:pt x="3084" y="135"/>
                  </a:lnTo>
                  <a:lnTo>
                    <a:pt x="3085" y="135"/>
                  </a:lnTo>
                  <a:lnTo>
                    <a:pt x="3085" y="135"/>
                  </a:lnTo>
                  <a:lnTo>
                    <a:pt x="3086" y="135"/>
                  </a:lnTo>
                  <a:lnTo>
                    <a:pt x="3086" y="135"/>
                  </a:lnTo>
                  <a:lnTo>
                    <a:pt x="3087" y="135"/>
                  </a:lnTo>
                  <a:lnTo>
                    <a:pt x="3087" y="120"/>
                  </a:lnTo>
                  <a:lnTo>
                    <a:pt x="3087" y="120"/>
                  </a:lnTo>
                  <a:lnTo>
                    <a:pt x="3088" y="120"/>
                  </a:lnTo>
                  <a:lnTo>
                    <a:pt x="3088" y="120"/>
                  </a:lnTo>
                  <a:lnTo>
                    <a:pt x="3089" y="120"/>
                  </a:lnTo>
                  <a:lnTo>
                    <a:pt x="3089" y="120"/>
                  </a:lnTo>
                  <a:lnTo>
                    <a:pt x="3090" y="120"/>
                  </a:lnTo>
                  <a:lnTo>
                    <a:pt x="3090" y="120"/>
                  </a:lnTo>
                  <a:lnTo>
                    <a:pt x="3090" y="105"/>
                  </a:lnTo>
                  <a:lnTo>
                    <a:pt x="3091" y="105"/>
                  </a:lnTo>
                  <a:lnTo>
                    <a:pt x="3092" y="105"/>
                  </a:lnTo>
                  <a:lnTo>
                    <a:pt x="3092" y="105"/>
                  </a:lnTo>
                  <a:lnTo>
                    <a:pt x="3092" y="105"/>
                  </a:lnTo>
                  <a:lnTo>
                    <a:pt x="3093" y="105"/>
                  </a:lnTo>
                  <a:lnTo>
                    <a:pt x="3093" y="90"/>
                  </a:lnTo>
                  <a:lnTo>
                    <a:pt x="3094" y="90"/>
                  </a:lnTo>
                  <a:lnTo>
                    <a:pt x="3094" y="90"/>
                  </a:lnTo>
                  <a:lnTo>
                    <a:pt x="3095" y="105"/>
                  </a:lnTo>
                  <a:lnTo>
                    <a:pt x="3095" y="105"/>
                  </a:lnTo>
                  <a:lnTo>
                    <a:pt x="3096" y="105"/>
                  </a:lnTo>
                  <a:lnTo>
                    <a:pt x="3096" y="105"/>
                  </a:lnTo>
                  <a:lnTo>
                    <a:pt x="3096" y="105"/>
                  </a:lnTo>
                  <a:lnTo>
                    <a:pt x="3097" y="105"/>
                  </a:lnTo>
                  <a:lnTo>
                    <a:pt x="3098" y="105"/>
                  </a:lnTo>
                  <a:lnTo>
                    <a:pt x="3098" y="105"/>
                  </a:lnTo>
                  <a:lnTo>
                    <a:pt x="3098" y="105"/>
                  </a:lnTo>
                  <a:lnTo>
                    <a:pt x="3099" y="105"/>
                  </a:lnTo>
                  <a:lnTo>
                    <a:pt x="3099" y="105"/>
                  </a:lnTo>
                  <a:lnTo>
                    <a:pt x="3100" y="105"/>
                  </a:lnTo>
                  <a:lnTo>
                    <a:pt x="3100" y="105"/>
                  </a:lnTo>
                  <a:lnTo>
                    <a:pt x="3101" y="105"/>
                  </a:lnTo>
                  <a:lnTo>
                    <a:pt x="3101" y="105"/>
                  </a:lnTo>
                  <a:lnTo>
                    <a:pt x="3101" y="105"/>
                  </a:lnTo>
                  <a:lnTo>
                    <a:pt x="3102" y="105"/>
                  </a:lnTo>
                  <a:lnTo>
                    <a:pt x="3102" y="105"/>
                  </a:lnTo>
                  <a:lnTo>
                    <a:pt x="3103" y="105"/>
                  </a:lnTo>
                  <a:lnTo>
                    <a:pt x="3103" y="105"/>
                  </a:lnTo>
                  <a:lnTo>
                    <a:pt x="3104" y="105"/>
                  </a:lnTo>
                  <a:lnTo>
                    <a:pt x="3104" y="105"/>
                  </a:lnTo>
                  <a:lnTo>
                    <a:pt x="3105" y="120"/>
                  </a:lnTo>
                  <a:lnTo>
                    <a:pt x="3105" y="120"/>
                  </a:lnTo>
                  <a:lnTo>
                    <a:pt x="3105" y="120"/>
                  </a:lnTo>
                  <a:lnTo>
                    <a:pt x="3106" y="120"/>
                  </a:lnTo>
                  <a:lnTo>
                    <a:pt x="3107" y="120"/>
                  </a:lnTo>
                  <a:lnTo>
                    <a:pt x="3107" y="120"/>
                  </a:lnTo>
                  <a:lnTo>
                    <a:pt x="3107" y="120"/>
                  </a:lnTo>
                  <a:lnTo>
                    <a:pt x="3108" y="120"/>
                  </a:lnTo>
                  <a:lnTo>
                    <a:pt x="3108" y="120"/>
                  </a:lnTo>
                  <a:lnTo>
                    <a:pt x="3109" y="120"/>
                  </a:lnTo>
                  <a:lnTo>
                    <a:pt x="3109" y="120"/>
                  </a:lnTo>
                  <a:lnTo>
                    <a:pt x="3110" y="120"/>
                  </a:lnTo>
                  <a:lnTo>
                    <a:pt x="3110" y="120"/>
                  </a:lnTo>
                  <a:lnTo>
                    <a:pt x="3111" y="120"/>
                  </a:lnTo>
                  <a:lnTo>
                    <a:pt x="3111" y="120"/>
                  </a:lnTo>
                  <a:lnTo>
                    <a:pt x="3111" y="120"/>
                  </a:lnTo>
                  <a:lnTo>
                    <a:pt x="3112" y="120"/>
                  </a:lnTo>
                  <a:lnTo>
                    <a:pt x="3113" y="120"/>
                  </a:lnTo>
                  <a:lnTo>
                    <a:pt x="3113" y="120"/>
                  </a:lnTo>
                  <a:lnTo>
                    <a:pt x="3113" y="120"/>
                  </a:lnTo>
                  <a:lnTo>
                    <a:pt x="3114" y="120"/>
                  </a:lnTo>
                  <a:lnTo>
                    <a:pt x="3114" y="120"/>
                  </a:lnTo>
                  <a:lnTo>
                    <a:pt x="3115" y="120"/>
                  </a:lnTo>
                  <a:lnTo>
                    <a:pt x="3115" y="120"/>
                  </a:lnTo>
                  <a:lnTo>
                    <a:pt x="3116" y="120"/>
                  </a:lnTo>
                  <a:lnTo>
                    <a:pt x="3116" y="135"/>
                  </a:lnTo>
                  <a:lnTo>
                    <a:pt x="3116" y="135"/>
                  </a:lnTo>
                  <a:lnTo>
                    <a:pt x="3117" y="135"/>
                  </a:lnTo>
                  <a:lnTo>
                    <a:pt x="3117" y="135"/>
                  </a:lnTo>
                  <a:lnTo>
                    <a:pt x="3118" y="150"/>
                  </a:lnTo>
                  <a:lnTo>
                    <a:pt x="3118" y="150"/>
                  </a:lnTo>
                  <a:lnTo>
                    <a:pt x="3119" y="150"/>
                  </a:lnTo>
                  <a:lnTo>
                    <a:pt x="3119" y="150"/>
                  </a:lnTo>
                  <a:lnTo>
                    <a:pt x="3120" y="150"/>
                  </a:lnTo>
                  <a:lnTo>
                    <a:pt x="3120" y="150"/>
                  </a:lnTo>
                  <a:lnTo>
                    <a:pt x="3120" y="150"/>
                  </a:lnTo>
                  <a:lnTo>
                    <a:pt x="3121" y="150"/>
                  </a:lnTo>
                  <a:lnTo>
                    <a:pt x="3122" y="150"/>
                  </a:lnTo>
                  <a:lnTo>
                    <a:pt x="3122" y="150"/>
                  </a:lnTo>
                  <a:lnTo>
                    <a:pt x="3122" y="150"/>
                  </a:lnTo>
                  <a:lnTo>
                    <a:pt x="3123" y="135"/>
                  </a:lnTo>
                  <a:lnTo>
                    <a:pt x="3123" y="135"/>
                  </a:lnTo>
                  <a:lnTo>
                    <a:pt x="3124" y="135"/>
                  </a:lnTo>
                  <a:lnTo>
                    <a:pt x="3124" y="120"/>
                  </a:lnTo>
                  <a:lnTo>
                    <a:pt x="3125" y="120"/>
                  </a:lnTo>
                  <a:lnTo>
                    <a:pt x="3125" y="120"/>
                  </a:lnTo>
                  <a:lnTo>
                    <a:pt x="3126" y="105"/>
                  </a:lnTo>
                  <a:lnTo>
                    <a:pt x="3126" y="105"/>
                  </a:lnTo>
                  <a:lnTo>
                    <a:pt x="3126" y="90"/>
                  </a:lnTo>
                  <a:lnTo>
                    <a:pt x="3127" y="90"/>
                  </a:lnTo>
                  <a:lnTo>
                    <a:pt x="3127" y="90"/>
                  </a:lnTo>
                  <a:lnTo>
                    <a:pt x="3128" y="75"/>
                  </a:lnTo>
                  <a:lnTo>
                    <a:pt x="3128" y="75"/>
                  </a:lnTo>
                  <a:lnTo>
                    <a:pt x="3129" y="75"/>
                  </a:lnTo>
                  <a:lnTo>
                    <a:pt x="3129" y="60"/>
                  </a:lnTo>
                  <a:lnTo>
                    <a:pt x="3130" y="60"/>
                  </a:lnTo>
                  <a:lnTo>
                    <a:pt x="3130" y="60"/>
                  </a:lnTo>
                  <a:lnTo>
                    <a:pt x="3131" y="45"/>
                  </a:lnTo>
                  <a:lnTo>
                    <a:pt x="3131" y="45"/>
                  </a:lnTo>
                  <a:lnTo>
                    <a:pt x="3131" y="45"/>
                  </a:lnTo>
                  <a:lnTo>
                    <a:pt x="3132" y="45"/>
                  </a:lnTo>
                  <a:lnTo>
                    <a:pt x="3132" y="30"/>
                  </a:lnTo>
                  <a:lnTo>
                    <a:pt x="3133" y="30"/>
                  </a:lnTo>
                  <a:lnTo>
                    <a:pt x="3133" y="30"/>
                  </a:lnTo>
                  <a:lnTo>
                    <a:pt x="3134" y="30"/>
                  </a:lnTo>
                  <a:lnTo>
                    <a:pt x="3134" y="30"/>
                  </a:lnTo>
                  <a:lnTo>
                    <a:pt x="3135" y="15"/>
                  </a:lnTo>
                  <a:lnTo>
                    <a:pt x="3135" y="15"/>
                  </a:lnTo>
                  <a:lnTo>
                    <a:pt x="3135" y="15"/>
                  </a:lnTo>
                  <a:lnTo>
                    <a:pt x="3136" y="15"/>
                  </a:lnTo>
                  <a:lnTo>
                    <a:pt x="3137" y="0"/>
                  </a:lnTo>
                  <a:lnTo>
                    <a:pt x="3137" y="0"/>
                  </a:lnTo>
                  <a:lnTo>
                    <a:pt x="3137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9" y="0"/>
                  </a:lnTo>
                  <a:lnTo>
                    <a:pt x="3139" y="0"/>
                  </a:lnTo>
                  <a:lnTo>
                    <a:pt x="3140" y="0"/>
                  </a:lnTo>
                  <a:lnTo>
                    <a:pt x="3140" y="0"/>
                  </a:lnTo>
                  <a:lnTo>
                    <a:pt x="3141" y="0"/>
                  </a:lnTo>
                  <a:lnTo>
                    <a:pt x="3141" y="0"/>
                  </a:lnTo>
                  <a:lnTo>
                    <a:pt x="3141" y="0"/>
                  </a:lnTo>
                  <a:lnTo>
                    <a:pt x="3142" y="15"/>
                  </a:lnTo>
                  <a:lnTo>
                    <a:pt x="3142" y="15"/>
                  </a:lnTo>
                  <a:lnTo>
                    <a:pt x="3143" y="15"/>
                  </a:lnTo>
                  <a:lnTo>
                    <a:pt x="3143" y="30"/>
                  </a:lnTo>
                  <a:lnTo>
                    <a:pt x="3144" y="30"/>
                  </a:lnTo>
                  <a:lnTo>
                    <a:pt x="3144" y="30"/>
                  </a:lnTo>
                  <a:lnTo>
                    <a:pt x="3144" y="45"/>
                  </a:lnTo>
                  <a:lnTo>
                    <a:pt x="3145" y="45"/>
                  </a:lnTo>
                  <a:lnTo>
                    <a:pt x="3146" y="45"/>
                  </a:lnTo>
                  <a:lnTo>
                    <a:pt x="3146" y="45"/>
                  </a:lnTo>
                  <a:lnTo>
                    <a:pt x="3146" y="45"/>
                  </a:lnTo>
                  <a:lnTo>
                    <a:pt x="3147" y="45"/>
                  </a:lnTo>
                  <a:lnTo>
                    <a:pt x="3147" y="45"/>
                  </a:lnTo>
                  <a:lnTo>
                    <a:pt x="3148" y="45"/>
                  </a:lnTo>
                  <a:lnTo>
                    <a:pt x="3148" y="45"/>
                  </a:lnTo>
                  <a:lnTo>
                    <a:pt x="3149" y="45"/>
                  </a:lnTo>
                  <a:lnTo>
                    <a:pt x="3149" y="45"/>
                  </a:lnTo>
                  <a:lnTo>
                    <a:pt x="3150" y="30"/>
                  </a:lnTo>
                  <a:lnTo>
                    <a:pt x="3150" y="30"/>
                  </a:lnTo>
                  <a:lnTo>
                    <a:pt x="3150" y="30"/>
                  </a:lnTo>
                  <a:lnTo>
                    <a:pt x="3151" y="15"/>
                  </a:lnTo>
                  <a:lnTo>
                    <a:pt x="3152" y="15"/>
                  </a:lnTo>
                  <a:lnTo>
                    <a:pt x="3152" y="15"/>
                  </a:lnTo>
                  <a:lnTo>
                    <a:pt x="3152" y="15"/>
                  </a:lnTo>
                  <a:lnTo>
                    <a:pt x="3153" y="0"/>
                  </a:lnTo>
                  <a:lnTo>
                    <a:pt x="3153" y="0"/>
                  </a:lnTo>
                  <a:lnTo>
                    <a:pt x="3154" y="15"/>
                  </a:lnTo>
                  <a:lnTo>
                    <a:pt x="3154" y="15"/>
                  </a:lnTo>
                  <a:lnTo>
                    <a:pt x="3155" y="30"/>
                  </a:lnTo>
                  <a:lnTo>
                    <a:pt x="3155" y="45"/>
                  </a:lnTo>
                  <a:lnTo>
                    <a:pt x="3156" y="60"/>
                  </a:lnTo>
                  <a:lnTo>
                    <a:pt x="3156" y="75"/>
                  </a:lnTo>
                  <a:lnTo>
                    <a:pt x="3156" y="105"/>
                  </a:lnTo>
                  <a:lnTo>
                    <a:pt x="3157" y="135"/>
                  </a:lnTo>
                  <a:lnTo>
                    <a:pt x="3157" y="165"/>
                  </a:lnTo>
                  <a:lnTo>
                    <a:pt x="3158" y="195"/>
                  </a:lnTo>
                  <a:lnTo>
                    <a:pt x="3158" y="239"/>
                  </a:lnTo>
                  <a:lnTo>
                    <a:pt x="3159" y="284"/>
                  </a:lnTo>
                  <a:lnTo>
                    <a:pt x="3159" y="329"/>
                  </a:lnTo>
                  <a:lnTo>
                    <a:pt x="3159" y="374"/>
                  </a:lnTo>
                  <a:lnTo>
                    <a:pt x="3160" y="434"/>
                  </a:lnTo>
                  <a:lnTo>
                    <a:pt x="3161" y="479"/>
                  </a:lnTo>
                  <a:lnTo>
                    <a:pt x="3161" y="538"/>
                  </a:lnTo>
                  <a:lnTo>
                    <a:pt x="3161" y="583"/>
                  </a:lnTo>
                  <a:lnTo>
                    <a:pt x="3162" y="643"/>
                  </a:lnTo>
                  <a:lnTo>
                    <a:pt x="3162" y="688"/>
                  </a:lnTo>
                  <a:lnTo>
                    <a:pt x="3163" y="748"/>
                  </a:lnTo>
                  <a:lnTo>
                    <a:pt x="3163" y="793"/>
                  </a:lnTo>
                  <a:lnTo>
                    <a:pt x="3164" y="852"/>
                  </a:lnTo>
                  <a:lnTo>
                    <a:pt x="3164" y="897"/>
                  </a:lnTo>
                  <a:lnTo>
                    <a:pt x="3165" y="942"/>
                  </a:lnTo>
                  <a:lnTo>
                    <a:pt x="3165" y="1002"/>
                  </a:lnTo>
                  <a:lnTo>
                    <a:pt x="3165" y="1046"/>
                  </a:lnTo>
                  <a:lnTo>
                    <a:pt x="3166" y="1092"/>
                  </a:lnTo>
                  <a:lnTo>
                    <a:pt x="3167" y="1121"/>
                  </a:lnTo>
                  <a:lnTo>
                    <a:pt x="3167" y="1166"/>
                  </a:lnTo>
                  <a:lnTo>
                    <a:pt x="3167" y="1196"/>
                  </a:lnTo>
                  <a:lnTo>
                    <a:pt x="3168" y="1226"/>
                  </a:lnTo>
                  <a:lnTo>
                    <a:pt x="3168" y="1256"/>
                  </a:lnTo>
                  <a:lnTo>
                    <a:pt x="3169" y="1286"/>
                  </a:lnTo>
                  <a:lnTo>
                    <a:pt x="3169" y="1301"/>
                  </a:lnTo>
                  <a:lnTo>
                    <a:pt x="3170" y="1316"/>
                  </a:lnTo>
                  <a:lnTo>
                    <a:pt x="3170" y="1331"/>
                  </a:lnTo>
                  <a:lnTo>
                    <a:pt x="3171" y="1345"/>
                  </a:lnTo>
                  <a:lnTo>
                    <a:pt x="3171" y="1345"/>
                  </a:lnTo>
                  <a:lnTo>
                    <a:pt x="3171" y="1331"/>
                  </a:lnTo>
                  <a:lnTo>
                    <a:pt x="3172" y="1316"/>
                  </a:lnTo>
                  <a:lnTo>
                    <a:pt x="3172" y="1301"/>
                  </a:lnTo>
                  <a:lnTo>
                    <a:pt x="3173" y="1271"/>
                  </a:lnTo>
                  <a:lnTo>
                    <a:pt x="3173" y="1241"/>
                  </a:lnTo>
                  <a:lnTo>
                    <a:pt x="3174" y="1211"/>
                  </a:lnTo>
                  <a:lnTo>
                    <a:pt x="3174" y="1181"/>
                  </a:lnTo>
                  <a:lnTo>
                    <a:pt x="3174" y="1136"/>
                  </a:lnTo>
                  <a:lnTo>
                    <a:pt x="3175" y="1077"/>
                  </a:lnTo>
                  <a:lnTo>
                    <a:pt x="3176" y="1032"/>
                  </a:lnTo>
                  <a:lnTo>
                    <a:pt x="3176" y="972"/>
                  </a:lnTo>
                  <a:lnTo>
                    <a:pt x="3176" y="912"/>
                  </a:lnTo>
                  <a:lnTo>
                    <a:pt x="3177" y="837"/>
                  </a:lnTo>
                  <a:lnTo>
                    <a:pt x="3177" y="763"/>
                  </a:lnTo>
                  <a:lnTo>
                    <a:pt x="3178" y="673"/>
                  </a:lnTo>
                  <a:lnTo>
                    <a:pt x="3178" y="583"/>
                  </a:lnTo>
                  <a:lnTo>
                    <a:pt x="3179" y="494"/>
                  </a:lnTo>
                  <a:lnTo>
                    <a:pt x="3179" y="374"/>
                  </a:lnTo>
                  <a:lnTo>
                    <a:pt x="3180" y="269"/>
                  </a:lnTo>
                  <a:lnTo>
                    <a:pt x="3180" y="1256"/>
                  </a:lnTo>
                  <a:lnTo>
                    <a:pt x="3181" y="1256"/>
                  </a:lnTo>
                  <a:lnTo>
                    <a:pt x="3181" y="1256"/>
                  </a:lnTo>
                  <a:lnTo>
                    <a:pt x="3182" y="1256"/>
                  </a:lnTo>
                  <a:lnTo>
                    <a:pt x="3182" y="1241"/>
                  </a:lnTo>
                  <a:lnTo>
                    <a:pt x="3182" y="1241"/>
                  </a:lnTo>
                  <a:lnTo>
                    <a:pt x="3183" y="1241"/>
                  </a:lnTo>
                  <a:lnTo>
                    <a:pt x="3183" y="1241"/>
                  </a:lnTo>
                  <a:lnTo>
                    <a:pt x="3184" y="1241"/>
                  </a:lnTo>
                  <a:lnTo>
                    <a:pt x="3184" y="1241"/>
                  </a:lnTo>
                  <a:lnTo>
                    <a:pt x="3185" y="1241"/>
                  </a:lnTo>
                  <a:lnTo>
                    <a:pt x="3185" y="1241"/>
                  </a:lnTo>
                  <a:lnTo>
                    <a:pt x="3185" y="1241"/>
                  </a:lnTo>
                  <a:lnTo>
                    <a:pt x="3186" y="1241"/>
                  </a:lnTo>
                  <a:lnTo>
                    <a:pt x="3187" y="1241"/>
                  </a:lnTo>
                  <a:lnTo>
                    <a:pt x="3187" y="1241"/>
                  </a:lnTo>
                  <a:lnTo>
                    <a:pt x="3187" y="1241"/>
                  </a:lnTo>
                  <a:lnTo>
                    <a:pt x="3188" y="1241"/>
                  </a:lnTo>
                  <a:lnTo>
                    <a:pt x="3188" y="1241"/>
                  </a:lnTo>
                  <a:lnTo>
                    <a:pt x="3189" y="1241"/>
                  </a:lnTo>
                  <a:lnTo>
                    <a:pt x="3189" y="1241"/>
                  </a:lnTo>
                  <a:lnTo>
                    <a:pt x="3190" y="1241"/>
                  </a:lnTo>
                  <a:lnTo>
                    <a:pt x="3190" y="1241"/>
                  </a:lnTo>
                  <a:lnTo>
                    <a:pt x="3191" y="1241"/>
                  </a:lnTo>
                  <a:lnTo>
                    <a:pt x="3191" y="1241"/>
                  </a:lnTo>
                  <a:lnTo>
                    <a:pt x="3191" y="1241"/>
                  </a:lnTo>
                  <a:lnTo>
                    <a:pt x="3192" y="1241"/>
                  </a:lnTo>
                  <a:lnTo>
                    <a:pt x="3193" y="1241"/>
                  </a:lnTo>
                  <a:lnTo>
                    <a:pt x="3193" y="1241"/>
                  </a:lnTo>
                  <a:lnTo>
                    <a:pt x="3193" y="1241"/>
                  </a:lnTo>
                  <a:lnTo>
                    <a:pt x="3194" y="1241"/>
                  </a:lnTo>
                  <a:lnTo>
                    <a:pt x="3194" y="1241"/>
                  </a:lnTo>
                  <a:lnTo>
                    <a:pt x="3195" y="1226"/>
                  </a:lnTo>
                  <a:lnTo>
                    <a:pt x="3195" y="1226"/>
                  </a:lnTo>
                  <a:lnTo>
                    <a:pt x="3196" y="1226"/>
                  </a:lnTo>
                  <a:lnTo>
                    <a:pt x="3196" y="1226"/>
                  </a:lnTo>
                  <a:lnTo>
                    <a:pt x="3197" y="1226"/>
                  </a:lnTo>
                  <a:lnTo>
                    <a:pt x="3197" y="1211"/>
                  </a:lnTo>
                  <a:lnTo>
                    <a:pt x="3197" y="1211"/>
                  </a:lnTo>
                  <a:lnTo>
                    <a:pt x="3198" y="1211"/>
                  </a:lnTo>
                  <a:lnTo>
                    <a:pt x="3198" y="1196"/>
                  </a:lnTo>
                  <a:lnTo>
                    <a:pt x="3199" y="1196"/>
                  </a:lnTo>
                  <a:lnTo>
                    <a:pt x="3199" y="1196"/>
                  </a:lnTo>
                  <a:lnTo>
                    <a:pt x="3200" y="1196"/>
                  </a:lnTo>
                  <a:lnTo>
                    <a:pt x="3200" y="1181"/>
                  </a:lnTo>
                  <a:lnTo>
                    <a:pt x="3200" y="1181"/>
                  </a:lnTo>
                  <a:lnTo>
                    <a:pt x="3201" y="1181"/>
                  </a:lnTo>
                  <a:lnTo>
                    <a:pt x="3202" y="1181"/>
                  </a:lnTo>
                  <a:lnTo>
                    <a:pt x="3202" y="1181"/>
                  </a:lnTo>
                  <a:lnTo>
                    <a:pt x="3202" y="1181"/>
                  </a:lnTo>
                  <a:lnTo>
                    <a:pt x="3203" y="1166"/>
                  </a:lnTo>
                  <a:lnTo>
                    <a:pt x="3203" y="1166"/>
                  </a:lnTo>
                  <a:lnTo>
                    <a:pt x="3204" y="1166"/>
                  </a:lnTo>
                  <a:lnTo>
                    <a:pt x="3204" y="1166"/>
                  </a:lnTo>
                  <a:lnTo>
                    <a:pt x="3205" y="1151"/>
                  </a:lnTo>
                  <a:lnTo>
                    <a:pt x="3205" y="1151"/>
                  </a:lnTo>
                  <a:lnTo>
                    <a:pt x="3206" y="1151"/>
                  </a:lnTo>
                  <a:lnTo>
                    <a:pt x="3206" y="1151"/>
                  </a:lnTo>
                  <a:lnTo>
                    <a:pt x="3206" y="1136"/>
                  </a:lnTo>
                  <a:lnTo>
                    <a:pt x="3207" y="1136"/>
                  </a:lnTo>
                  <a:lnTo>
                    <a:pt x="3208" y="1136"/>
                  </a:lnTo>
                  <a:lnTo>
                    <a:pt x="3208" y="1136"/>
                  </a:lnTo>
                  <a:lnTo>
                    <a:pt x="3208" y="1136"/>
                  </a:lnTo>
                  <a:lnTo>
                    <a:pt x="3209" y="1136"/>
                  </a:lnTo>
                  <a:lnTo>
                    <a:pt x="3209" y="1121"/>
                  </a:lnTo>
                  <a:lnTo>
                    <a:pt x="3210" y="1121"/>
                  </a:lnTo>
                  <a:lnTo>
                    <a:pt x="3210" y="1121"/>
                  </a:lnTo>
                  <a:lnTo>
                    <a:pt x="3211" y="1121"/>
                  </a:lnTo>
                  <a:lnTo>
                    <a:pt x="3211" y="1107"/>
                  </a:lnTo>
                  <a:lnTo>
                    <a:pt x="3211" y="1107"/>
                  </a:lnTo>
                  <a:lnTo>
                    <a:pt x="3212" y="1107"/>
                  </a:lnTo>
                  <a:lnTo>
                    <a:pt x="3212" y="1107"/>
                  </a:lnTo>
                  <a:lnTo>
                    <a:pt x="3213" y="1107"/>
                  </a:lnTo>
                  <a:lnTo>
                    <a:pt x="3213" y="1107"/>
                  </a:lnTo>
                  <a:lnTo>
                    <a:pt x="3214" y="1092"/>
                  </a:lnTo>
                  <a:lnTo>
                    <a:pt x="3214" y="1092"/>
                  </a:lnTo>
                  <a:lnTo>
                    <a:pt x="3215" y="1092"/>
                  </a:lnTo>
                  <a:lnTo>
                    <a:pt x="3215" y="1092"/>
                  </a:lnTo>
                  <a:lnTo>
                    <a:pt x="3215" y="1092"/>
                  </a:lnTo>
                  <a:lnTo>
                    <a:pt x="3216" y="1092"/>
                  </a:lnTo>
                  <a:lnTo>
                    <a:pt x="3217" y="1092"/>
                  </a:lnTo>
                  <a:lnTo>
                    <a:pt x="3217" y="1092"/>
                  </a:lnTo>
                  <a:lnTo>
                    <a:pt x="3217" y="1092"/>
                  </a:lnTo>
                  <a:lnTo>
                    <a:pt x="3218" y="1092"/>
                  </a:lnTo>
                  <a:lnTo>
                    <a:pt x="3218" y="1092"/>
                  </a:lnTo>
                  <a:lnTo>
                    <a:pt x="3219" y="1092"/>
                  </a:lnTo>
                  <a:lnTo>
                    <a:pt x="3219" y="1092"/>
                  </a:lnTo>
                  <a:lnTo>
                    <a:pt x="3220" y="1092"/>
                  </a:lnTo>
                  <a:lnTo>
                    <a:pt x="3220" y="1092"/>
                  </a:lnTo>
                  <a:lnTo>
                    <a:pt x="3221" y="1092"/>
                  </a:lnTo>
                  <a:lnTo>
                    <a:pt x="3221" y="1107"/>
                  </a:lnTo>
                  <a:lnTo>
                    <a:pt x="3221" y="1092"/>
                  </a:lnTo>
                  <a:lnTo>
                    <a:pt x="3222" y="1092"/>
                  </a:lnTo>
                  <a:lnTo>
                    <a:pt x="3223" y="1092"/>
                  </a:lnTo>
                  <a:lnTo>
                    <a:pt x="3223" y="1092"/>
                  </a:lnTo>
                  <a:lnTo>
                    <a:pt x="3223" y="1092"/>
                  </a:lnTo>
                  <a:lnTo>
                    <a:pt x="3224" y="1092"/>
                  </a:lnTo>
                  <a:lnTo>
                    <a:pt x="3224" y="1092"/>
                  </a:lnTo>
                  <a:lnTo>
                    <a:pt x="3225" y="1092"/>
                  </a:lnTo>
                  <a:lnTo>
                    <a:pt x="3225" y="1077"/>
                  </a:lnTo>
                  <a:lnTo>
                    <a:pt x="3226" y="1077"/>
                  </a:lnTo>
                  <a:lnTo>
                    <a:pt x="3226" y="1077"/>
                  </a:lnTo>
                  <a:lnTo>
                    <a:pt x="3226" y="1077"/>
                  </a:lnTo>
                  <a:lnTo>
                    <a:pt x="3227" y="1061"/>
                  </a:lnTo>
                  <a:lnTo>
                    <a:pt x="3227" y="1061"/>
                  </a:lnTo>
                  <a:lnTo>
                    <a:pt x="3228" y="1061"/>
                  </a:lnTo>
                  <a:lnTo>
                    <a:pt x="3228" y="1061"/>
                  </a:lnTo>
                  <a:lnTo>
                    <a:pt x="3229" y="1046"/>
                  </a:lnTo>
                  <a:lnTo>
                    <a:pt x="3229" y="1046"/>
                  </a:lnTo>
                  <a:lnTo>
                    <a:pt x="3230" y="1046"/>
                  </a:lnTo>
                  <a:lnTo>
                    <a:pt x="3230" y="1046"/>
                  </a:lnTo>
                  <a:lnTo>
                    <a:pt x="3230" y="1032"/>
                  </a:lnTo>
                  <a:lnTo>
                    <a:pt x="3231" y="1032"/>
                  </a:lnTo>
                  <a:lnTo>
                    <a:pt x="3232" y="1032"/>
                  </a:lnTo>
                  <a:lnTo>
                    <a:pt x="3232" y="1032"/>
                  </a:lnTo>
                  <a:lnTo>
                    <a:pt x="3232" y="1032"/>
                  </a:lnTo>
                  <a:lnTo>
                    <a:pt x="3233" y="1032"/>
                  </a:lnTo>
                  <a:lnTo>
                    <a:pt x="3233" y="1032"/>
                  </a:lnTo>
                  <a:lnTo>
                    <a:pt x="3234" y="1032"/>
                  </a:lnTo>
                  <a:lnTo>
                    <a:pt x="3234" y="1032"/>
                  </a:lnTo>
                  <a:lnTo>
                    <a:pt x="3235" y="1032"/>
                  </a:lnTo>
                  <a:lnTo>
                    <a:pt x="3235" y="1032"/>
                  </a:lnTo>
                  <a:lnTo>
                    <a:pt x="3236" y="1032"/>
                  </a:lnTo>
                  <a:lnTo>
                    <a:pt x="3236" y="1032"/>
                  </a:lnTo>
                  <a:lnTo>
                    <a:pt x="3236" y="1032"/>
                  </a:lnTo>
                  <a:lnTo>
                    <a:pt x="3237" y="1032"/>
                  </a:lnTo>
                  <a:lnTo>
                    <a:pt x="3237" y="1032"/>
                  </a:lnTo>
                  <a:lnTo>
                    <a:pt x="3238" y="1032"/>
                  </a:lnTo>
                  <a:lnTo>
                    <a:pt x="3238" y="1032"/>
                  </a:lnTo>
                  <a:lnTo>
                    <a:pt x="3239" y="1032"/>
                  </a:lnTo>
                  <a:lnTo>
                    <a:pt x="3239" y="1032"/>
                  </a:lnTo>
                  <a:lnTo>
                    <a:pt x="3240" y="1032"/>
                  </a:lnTo>
                  <a:lnTo>
                    <a:pt x="3240" y="1032"/>
                  </a:lnTo>
                  <a:lnTo>
                    <a:pt x="3241" y="1046"/>
                  </a:lnTo>
                  <a:lnTo>
                    <a:pt x="3241" y="1046"/>
                  </a:lnTo>
                  <a:lnTo>
                    <a:pt x="3241" y="1046"/>
                  </a:lnTo>
                  <a:lnTo>
                    <a:pt x="3242" y="1046"/>
                  </a:lnTo>
                  <a:lnTo>
                    <a:pt x="3242" y="1046"/>
                  </a:lnTo>
                  <a:lnTo>
                    <a:pt x="3243" y="1046"/>
                  </a:lnTo>
                  <a:lnTo>
                    <a:pt x="3243" y="1046"/>
                  </a:lnTo>
                  <a:lnTo>
                    <a:pt x="3244" y="1046"/>
                  </a:lnTo>
                  <a:lnTo>
                    <a:pt x="3244" y="1046"/>
                  </a:lnTo>
                  <a:lnTo>
                    <a:pt x="3245" y="1046"/>
                  </a:lnTo>
                  <a:lnTo>
                    <a:pt x="3245" y="1046"/>
                  </a:lnTo>
                  <a:lnTo>
                    <a:pt x="3245" y="1046"/>
                  </a:lnTo>
                  <a:lnTo>
                    <a:pt x="3246" y="1046"/>
                  </a:lnTo>
                  <a:lnTo>
                    <a:pt x="3247" y="1061"/>
                  </a:lnTo>
                  <a:lnTo>
                    <a:pt x="3247" y="1061"/>
                  </a:lnTo>
                  <a:lnTo>
                    <a:pt x="3247" y="1061"/>
                  </a:lnTo>
                  <a:lnTo>
                    <a:pt x="3248" y="1061"/>
                  </a:lnTo>
                  <a:lnTo>
                    <a:pt x="3248" y="1061"/>
                  </a:lnTo>
                  <a:lnTo>
                    <a:pt x="3249" y="1061"/>
                  </a:lnTo>
                  <a:lnTo>
                    <a:pt x="3249" y="1061"/>
                  </a:lnTo>
                  <a:lnTo>
                    <a:pt x="3250" y="1061"/>
                  </a:lnTo>
                  <a:lnTo>
                    <a:pt x="3250" y="1046"/>
                  </a:lnTo>
                  <a:lnTo>
                    <a:pt x="3251" y="1046"/>
                  </a:lnTo>
                  <a:lnTo>
                    <a:pt x="3251" y="1046"/>
                  </a:lnTo>
                  <a:lnTo>
                    <a:pt x="3251" y="1046"/>
                  </a:lnTo>
                  <a:lnTo>
                    <a:pt x="3252" y="1046"/>
                  </a:lnTo>
                  <a:lnTo>
                    <a:pt x="3252" y="1046"/>
                  </a:lnTo>
                  <a:lnTo>
                    <a:pt x="3253" y="1032"/>
                  </a:lnTo>
                  <a:lnTo>
                    <a:pt x="3253" y="1032"/>
                  </a:lnTo>
                  <a:lnTo>
                    <a:pt x="3254" y="1032"/>
                  </a:lnTo>
                  <a:lnTo>
                    <a:pt x="3254" y="1032"/>
                  </a:lnTo>
                  <a:lnTo>
                    <a:pt x="3254" y="1032"/>
                  </a:lnTo>
                  <a:lnTo>
                    <a:pt x="3255" y="1032"/>
                  </a:lnTo>
                  <a:lnTo>
                    <a:pt x="3256" y="1032"/>
                  </a:lnTo>
                  <a:lnTo>
                    <a:pt x="3256" y="1032"/>
                  </a:lnTo>
                  <a:lnTo>
                    <a:pt x="3256" y="1032"/>
                  </a:lnTo>
                  <a:lnTo>
                    <a:pt x="3257" y="1032"/>
                  </a:lnTo>
                  <a:lnTo>
                    <a:pt x="3257" y="1032"/>
                  </a:lnTo>
                  <a:lnTo>
                    <a:pt x="3258" y="1032"/>
                  </a:lnTo>
                  <a:lnTo>
                    <a:pt x="3258" y="1032"/>
                  </a:lnTo>
                  <a:lnTo>
                    <a:pt x="3259" y="1032"/>
                  </a:lnTo>
                  <a:lnTo>
                    <a:pt x="3259" y="1032"/>
                  </a:lnTo>
                  <a:lnTo>
                    <a:pt x="3260" y="1017"/>
                  </a:lnTo>
                  <a:lnTo>
                    <a:pt x="3260" y="1017"/>
                  </a:lnTo>
                  <a:lnTo>
                    <a:pt x="3260" y="1017"/>
                  </a:lnTo>
                  <a:lnTo>
                    <a:pt x="3261" y="1017"/>
                  </a:lnTo>
                  <a:lnTo>
                    <a:pt x="3262" y="1002"/>
                  </a:lnTo>
                  <a:lnTo>
                    <a:pt x="3262" y="1002"/>
                  </a:lnTo>
                  <a:lnTo>
                    <a:pt x="3262" y="1002"/>
                  </a:lnTo>
                  <a:lnTo>
                    <a:pt x="3263" y="987"/>
                  </a:lnTo>
                  <a:lnTo>
                    <a:pt x="3263" y="987"/>
                  </a:lnTo>
                  <a:lnTo>
                    <a:pt x="3264" y="987"/>
                  </a:lnTo>
                  <a:lnTo>
                    <a:pt x="3264" y="987"/>
                  </a:lnTo>
                  <a:lnTo>
                    <a:pt x="3265" y="987"/>
                  </a:lnTo>
                  <a:lnTo>
                    <a:pt x="3265" y="972"/>
                  </a:lnTo>
                  <a:lnTo>
                    <a:pt x="3266" y="972"/>
                  </a:lnTo>
                  <a:lnTo>
                    <a:pt x="3266" y="972"/>
                  </a:lnTo>
                  <a:lnTo>
                    <a:pt x="3266" y="972"/>
                  </a:lnTo>
                  <a:lnTo>
                    <a:pt x="3267" y="957"/>
                  </a:lnTo>
                  <a:lnTo>
                    <a:pt x="3267" y="957"/>
                  </a:lnTo>
                  <a:lnTo>
                    <a:pt x="3268" y="957"/>
                  </a:lnTo>
                  <a:lnTo>
                    <a:pt x="3268" y="957"/>
                  </a:lnTo>
                  <a:lnTo>
                    <a:pt x="3269" y="942"/>
                  </a:lnTo>
                  <a:lnTo>
                    <a:pt x="3269" y="942"/>
                  </a:lnTo>
                  <a:lnTo>
                    <a:pt x="3269" y="942"/>
                  </a:lnTo>
                  <a:lnTo>
                    <a:pt x="3270" y="927"/>
                  </a:lnTo>
                  <a:lnTo>
                    <a:pt x="3271" y="927"/>
                  </a:lnTo>
                  <a:lnTo>
                    <a:pt x="3271" y="927"/>
                  </a:lnTo>
                  <a:lnTo>
                    <a:pt x="3271" y="912"/>
                  </a:lnTo>
                  <a:lnTo>
                    <a:pt x="3272" y="912"/>
                  </a:lnTo>
                  <a:lnTo>
                    <a:pt x="3272" y="912"/>
                  </a:lnTo>
                  <a:lnTo>
                    <a:pt x="3273" y="912"/>
                  </a:lnTo>
                  <a:lnTo>
                    <a:pt x="3273" y="897"/>
                  </a:lnTo>
                  <a:lnTo>
                    <a:pt x="3274" y="897"/>
                  </a:lnTo>
                  <a:lnTo>
                    <a:pt x="3274" y="897"/>
                  </a:lnTo>
                  <a:lnTo>
                    <a:pt x="3275" y="897"/>
                  </a:lnTo>
                  <a:lnTo>
                    <a:pt x="3275" y="882"/>
                  </a:lnTo>
                  <a:lnTo>
                    <a:pt x="3275" y="882"/>
                  </a:lnTo>
                  <a:lnTo>
                    <a:pt x="3276" y="882"/>
                  </a:lnTo>
                  <a:lnTo>
                    <a:pt x="3277" y="882"/>
                  </a:lnTo>
                  <a:lnTo>
                    <a:pt x="3277" y="882"/>
                  </a:lnTo>
                  <a:lnTo>
                    <a:pt x="3277" y="867"/>
                  </a:lnTo>
                  <a:lnTo>
                    <a:pt x="3278" y="867"/>
                  </a:lnTo>
                  <a:lnTo>
                    <a:pt x="3278" y="867"/>
                  </a:lnTo>
                  <a:lnTo>
                    <a:pt x="3279" y="867"/>
                  </a:lnTo>
                  <a:lnTo>
                    <a:pt x="3279" y="867"/>
                  </a:lnTo>
                  <a:lnTo>
                    <a:pt x="3280" y="867"/>
                  </a:lnTo>
                  <a:lnTo>
                    <a:pt x="3280" y="852"/>
                  </a:lnTo>
                  <a:lnTo>
                    <a:pt x="3280" y="852"/>
                  </a:lnTo>
                  <a:lnTo>
                    <a:pt x="3281" y="852"/>
                  </a:lnTo>
                  <a:lnTo>
                    <a:pt x="3281" y="852"/>
                  </a:lnTo>
                  <a:lnTo>
                    <a:pt x="3282" y="837"/>
                  </a:lnTo>
                  <a:lnTo>
                    <a:pt x="3282" y="837"/>
                  </a:lnTo>
                  <a:lnTo>
                    <a:pt x="3283" y="837"/>
                  </a:lnTo>
                  <a:lnTo>
                    <a:pt x="3283" y="822"/>
                  </a:lnTo>
                  <a:lnTo>
                    <a:pt x="3284" y="822"/>
                  </a:lnTo>
                  <a:lnTo>
                    <a:pt x="3284" y="808"/>
                  </a:lnTo>
                  <a:lnTo>
                    <a:pt x="3284" y="808"/>
                  </a:lnTo>
                  <a:lnTo>
                    <a:pt x="3285" y="808"/>
                  </a:lnTo>
                  <a:lnTo>
                    <a:pt x="3286" y="793"/>
                  </a:lnTo>
                  <a:lnTo>
                    <a:pt x="3286" y="793"/>
                  </a:lnTo>
                  <a:lnTo>
                    <a:pt x="3286" y="778"/>
                  </a:lnTo>
                  <a:lnTo>
                    <a:pt x="3287" y="778"/>
                  </a:lnTo>
                  <a:lnTo>
                    <a:pt x="3287" y="763"/>
                  </a:lnTo>
                  <a:lnTo>
                    <a:pt x="3288" y="763"/>
                  </a:lnTo>
                  <a:lnTo>
                    <a:pt x="3288" y="763"/>
                  </a:lnTo>
                  <a:lnTo>
                    <a:pt x="3289" y="748"/>
                  </a:lnTo>
                  <a:lnTo>
                    <a:pt x="3289" y="748"/>
                  </a:lnTo>
                  <a:lnTo>
                    <a:pt x="3290" y="748"/>
                  </a:lnTo>
                  <a:lnTo>
                    <a:pt x="3290" y="733"/>
                  </a:lnTo>
                  <a:lnTo>
                    <a:pt x="3291" y="733"/>
                  </a:lnTo>
                  <a:lnTo>
                    <a:pt x="3291" y="733"/>
                  </a:lnTo>
                  <a:lnTo>
                    <a:pt x="3292" y="733"/>
                  </a:lnTo>
                  <a:lnTo>
                    <a:pt x="3292" y="733"/>
                  </a:lnTo>
                  <a:lnTo>
                    <a:pt x="3292" y="733"/>
                  </a:lnTo>
                  <a:lnTo>
                    <a:pt x="3293" y="733"/>
                  </a:lnTo>
                  <a:lnTo>
                    <a:pt x="3293" y="733"/>
                  </a:lnTo>
                  <a:lnTo>
                    <a:pt x="3294" y="733"/>
                  </a:lnTo>
                  <a:lnTo>
                    <a:pt x="3294" y="718"/>
                  </a:lnTo>
                  <a:lnTo>
                    <a:pt x="3295" y="718"/>
                  </a:lnTo>
                  <a:lnTo>
                    <a:pt x="3295" y="718"/>
                  </a:lnTo>
                  <a:lnTo>
                    <a:pt x="3295" y="718"/>
                  </a:lnTo>
                  <a:lnTo>
                    <a:pt x="3296" y="718"/>
                  </a:lnTo>
                  <a:lnTo>
                    <a:pt x="3297" y="718"/>
                  </a:lnTo>
                  <a:lnTo>
                    <a:pt x="3297" y="718"/>
                  </a:lnTo>
                  <a:lnTo>
                    <a:pt x="3297" y="703"/>
                  </a:lnTo>
                  <a:lnTo>
                    <a:pt x="3298" y="703"/>
                  </a:lnTo>
                  <a:lnTo>
                    <a:pt x="3298" y="703"/>
                  </a:lnTo>
                  <a:lnTo>
                    <a:pt x="3299" y="703"/>
                  </a:lnTo>
                  <a:lnTo>
                    <a:pt x="3299" y="703"/>
                  </a:lnTo>
                  <a:lnTo>
                    <a:pt x="3300" y="703"/>
                  </a:lnTo>
                  <a:lnTo>
                    <a:pt x="3300" y="703"/>
                  </a:lnTo>
                  <a:lnTo>
                    <a:pt x="3301" y="703"/>
                  </a:lnTo>
                  <a:lnTo>
                    <a:pt x="3301" y="703"/>
                  </a:lnTo>
                  <a:lnTo>
                    <a:pt x="3301" y="688"/>
                  </a:lnTo>
                  <a:lnTo>
                    <a:pt x="3302" y="688"/>
                  </a:lnTo>
                  <a:lnTo>
                    <a:pt x="3303" y="688"/>
                  </a:lnTo>
                  <a:lnTo>
                    <a:pt x="3303" y="688"/>
                  </a:lnTo>
                  <a:lnTo>
                    <a:pt x="3303" y="688"/>
                  </a:lnTo>
                  <a:lnTo>
                    <a:pt x="3304" y="688"/>
                  </a:lnTo>
                  <a:lnTo>
                    <a:pt x="3304" y="673"/>
                  </a:lnTo>
                  <a:lnTo>
                    <a:pt x="3305" y="673"/>
                  </a:lnTo>
                  <a:lnTo>
                    <a:pt x="3305" y="673"/>
                  </a:lnTo>
                  <a:lnTo>
                    <a:pt x="3306" y="673"/>
                  </a:lnTo>
                  <a:lnTo>
                    <a:pt x="3306" y="673"/>
                  </a:lnTo>
                  <a:lnTo>
                    <a:pt x="3306" y="673"/>
                  </a:lnTo>
                  <a:lnTo>
                    <a:pt x="3307" y="673"/>
                  </a:lnTo>
                  <a:lnTo>
                    <a:pt x="3307" y="673"/>
                  </a:lnTo>
                  <a:lnTo>
                    <a:pt x="3308" y="673"/>
                  </a:lnTo>
                  <a:lnTo>
                    <a:pt x="3308" y="688"/>
                  </a:lnTo>
                  <a:lnTo>
                    <a:pt x="3309" y="688"/>
                  </a:lnTo>
                  <a:lnTo>
                    <a:pt x="3309" y="688"/>
                  </a:lnTo>
                  <a:lnTo>
                    <a:pt x="3310" y="688"/>
                  </a:lnTo>
                  <a:lnTo>
                    <a:pt x="3310" y="688"/>
                  </a:lnTo>
                  <a:lnTo>
                    <a:pt x="3310" y="688"/>
                  </a:lnTo>
                  <a:lnTo>
                    <a:pt x="3311" y="673"/>
                  </a:lnTo>
                  <a:lnTo>
                    <a:pt x="3312" y="673"/>
                  </a:lnTo>
                  <a:lnTo>
                    <a:pt x="3312" y="673"/>
                  </a:lnTo>
                  <a:lnTo>
                    <a:pt x="3312" y="673"/>
                  </a:lnTo>
                  <a:lnTo>
                    <a:pt x="3313" y="673"/>
                  </a:lnTo>
                  <a:lnTo>
                    <a:pt x="3313" y="688"/>
                  </a:lnTo>
                  <a:lnTo>
                    <a:pt x="3314" y="688"/>
                  </a:lnTo>
                  <a:lnTo>
                    <a:pt x="3314" y="688"/>
                  </a:lnTo>
                  <a:lnTo>
                    <a:pt x="3315" y="688"/>
                  </a:lnTo>
                  <a:lnTo>
                    <a:pt x="3315" y="688"/>
                  </a:lnTo>
                  <a:lnTo>
                    <a:pt x="3316" y="688"/>
                  </a:lnTo>
                  <a:lnTo>
                    <a:pt x="3316" y="688"/>
                  </a:lnTo>
                  <a:lnTo>
                    <a:pt x="3316" y="688"/>
                  </a:lnTo>
                  <a:lnTo>
                    <a:pt x="3317" y="688"/>
                  </a:lnTo>
                  <a:lnTo>
                    <a:pt x="3318" y="688"/>
                  </a:lnTo>
                  <a:lnTo>
                    <a:pt x="3318" y="688"/>
                  </a:lnTo>
                  <a:lnTo>
                    <a:pt x="3318" y="688"/>
                  </a:lnTo>
                  <a:lnTo>
                    <a:pt x="3319" y="703"/>
                  </a:lnTo>
                  <a:lnTo>
                    <a:pt x="3319" y="703"/>
                  </a:lnTo>
                  <a:lnTo>
                    <a:pt x="3320" y="703"/>
                  </a:lnTo>
                  <a:lnTo>
                    <a:pt x="3320" y="703"/>
                  </a:lnTo>
                  <a:lnTo>
                    <a:pt x="3321" y="703"/>
                  </a:lnTo>
                  <a:lnTo>
                    <a:pt x="3321" y="703"/>
                  </a:lnTo>
                  <a:lnTo>
                    <a:pt x="3321" y="703"/>
                  </a:lnTo>
                  <a:lnTo>
                    <a:pt x="3322" y="718"/>
                  </a:lnTo>
                  <a:lnTo>
                    <a:pt x="3322" y="718"/>
                  </a:lnTo>
                  <a:lnTo>
                    <a:pt x="3323" y="718"/>
                  </a:lnTo>
                  <a:lnTo>
                    <a:pt x="3323" y="718"/>
                  </a:lnTo>
                  <a:lnTo>
                    <a:pt x="3324" y="718"/>
                  </a:lnTo>
                  <a:lnTo>
                    <a:pt x="3324" y="718"/>
                  </a:lnTo>
                  <a:lnTo>
                    <a:pt x="3325" y="718"/>
                  </a:lnTo>
                  <a:lnTo>
                    <a:pt x="3325" y="718"/>
                  </a:lnTo>
                  <a:lnTo>
                    <a:pt x="3325" y="718"/>
                  </a:lnTo>
                  <a:lnTo>
                    <a:pt x="3326" y="718"/>
                  </a:lnTo>
                  <a:lnTo>
                    <a:pt x="3327" y="718"/>
                  </a:lnTo>
                  <a:lnTo>
                    <a:pt x="3327" y="718"/>
                  </a:lnTo>
                  <a:lnTo>
                    <a:pt x="3327" y="718"/>
                  </a:lnTo>
                  <a:lnTo>
                    <a:pt x="3328" y="718"/>
                  </a:lnTo>
                  <a:lnTo>
                    <a:pt x="3328" y="718"/>
                  </a:lnTo>
                  <a:lnTo>
                    <a:pt x="3329" y="718"/>
                  </a:lnTo>
                  <a:lnTo>
                    <a:pt x="3329" y="718"/>
                  </a:lnTo>
                  <a:lnTo>
                    <a:pt x="3330" y="718"/>
                  </a:lnTo>
                  <a:lnTo>
                    <a:pt x="3330" y="703"/>
                  </a:lnTo>
                  <a:lnTo>
                    <a:pt x="3331" y="703"/>
                  </a:lnTo>
                  <a:lnTo>
                    <a:pt x="3331" y="703"/>
                  </a:lnTo>
                  <a:lnTo>
                    <a:pt x="3331" y="703"/>
                  </a:lnTo>
                  <a:lnTo>
                    <a:pt x="3332" y="703"/>
                  </a:lnTo>
                  <a:lnTo>
                    <a:pt x="3332" y="703"/>
                  </a:lnTo>
                  <a:lnTo>
                    <a:pt x="3333" y="688"/>
                  </a:lnTo>
                  <a:lnTo>
                    <a:pt x="3333" y="688"/>
                  </a:lnTo>
                  <a:lnTo>
                    <a:pt x="3334" y="688"/>
                  </a:lnTo>
                  <a:lnTo>
                    <a:pt x="3334" y="688"/>
                  </a:lnTo>
                  <a:lnTo>
                    <a:pt x="3335" y="688"/>
                  </a:lnTo>
                  <a:lnTo>
                    <a:pt x="3335" y="688"/>
                  </a:lnTo>
                  <a:lnTo>
                    <a:pt x="3336" y="688"/>
                  </a:lnTo>
                  <a:lnTo>
                    <a:pt x="3336" y="673"/>
                  </a:lnTo>
                  <a:lnTo>
                    <a:pt x="3336" y="673"/>
                  </a:lnTo>
                  <a:lnTo>
                    <a:pt x="3337" y="673"/>
                  </a:lnTo>
                  <a:lnTo>
                    <a:pt x="3337" y="673"/>
                  </a:lnTo>
                  <a:lnTo>
                    <a:pt x="3338" y="673"/>
                  </a:lnTo>
                  <a:lnTo>
                    <a:pt x="3338" y="673"/>
                  </a:lnTo>
                  <a:lnTo>
                    <a:pt x="3339" y="673"/>
                  </a:lnTo>
                  <a:lnTo>
                    <a:pt x="3339" y="658"/>
                  </a:lnTo>
                  <a:lnTo>
                    <a:pt x="3340" y="658"/>
                  </a:lnTo>
                  <a:lnTo>
                    <a:pt x="3340" y="658"/>
                  </a:lnTo>
                  <a:lnTo>
                    <a:pt x="3340" y="658"/>
                  </a:lnTo>
                  <a:lnTo>
                    <a:pt x="3341" y="643"/>
                  </a:lnTo>
                  <a:lnTo>
                    <a:pt x="3342" y="643"/>
                  </a:lnTo>
                  <a:lnTo>
                    <a:pt x="3342" y="643"/>
                  </a:lnTo>
                  <a:lnTo>
                    <a:pt x="3342" y="643"/>
                  </a:lnTo>
                  <a:lnTo>
                    <a:pt x="3343" y="643"/>
                  </a:lnTo>
                  <a:lnTo>
                    <a:pt x="3343" y="643"/>
                  </a:lnTo>
                  <a:lnTo>
                    <a:pt x="3344" y="643"/>
                  </a:lnTo>
                  <a:lnTo>
                    <a:pt x="3344" y="628"/>
                  </a:lnTo>
                  <a:lnTo>
                    <a:pt x="3345" y="628"/>
                  </a:lnTo>
                  <a:lnTo>
                    <a:pt x="3345" y="628"/>
                  </a:lnTo>
                  <a:lnTo>
                    <a:pt x="3346" y="628"/>
                  </a:lnTo>
                  <a:lnTo>
                    <a:pt x="3346" y="628"/>
                  </a:lnTo>
                  <a:lnTo>
                    <a:pt x="3346" y="613"/>
                  </a:lnTo>
                  <a:lnTo>
                    <a:pt x="3347" y="613"/>
                  </a:lnTo>
                  <a:lnTo>
                    <a:pt x="3347" y="613"/>
                  </a:lnTo>
                  <a:lnTo>
                    <a:pt x="3348" y="613"/>
                  </a:lnTo>
                  <a:lnTo>
                    <a:pt x="3348" y="613"/>
                  </a:lnTo>
                  <a:lnTo>
                    <a:pt x="3349" y="598"/>
                  </a:lnTo>
                  <a:lnTo>
                    <a:pt x="3349" y="598"/>
                  </a:lnTo>
                  <a:lnTo>
                    <a:pt x="3350" y="598"/>
                  </a:lnTo>
                  <a:lnTo>
                    <a:pt x="3350" y="598"/>
                  </a:lnTo>
                  <a:lnTo>
                    <a:pt x="3351" y="598"/>
                  </a:lnTo>
                  <a:lnTo>
                    <a:pt x="3351" y="598"/>
                  </a:lnTo>
                  <a:lnTo>
                    <a:pt x="3351" y="583"/>
                  </a:lnTo>
                  <a:lnTo>
                    <a:pt x="3352" y="583"/>
                  </a:lnTo>
                  <a:lnTo>
                    <a:pt x="3352" y="583"/>
                  </a:lnTo>
                  <a:lnTo>
                    <a:pt x="3353" y="583"/>
                  </a:lnTo>
                  <a:lnTo>
                    <a:pt x="3353" y="583"/>
                  </a:lnTo>
                  <a:lnTo>
                    <a:pt x="3354" y="583"/>
                  </a:lnTo>
                  <a:lnTo>
                    <a:pt x="3354" y="568"/>
                  </a:lnTo>
                  <a:lnTo>
                    <a:pt x="3355" y="568"/>
                  </a:lnTo>
                  <a:lnTo>
                    <a:pt x="3355" y="568"/>
                  </a:lnTo>
                  <a:lnTo>
                    <a:pt x="3355" y="568"/>
                  </a:lnTo>
                  <a:lnTo>
                    <a:pt x="3356" y="553"/>
                  </a:lnTo>
                  <a:lnTo>
                    <a:pt x="3357" y="553"/>
                  </a:lnTo>
                  <a:lnTo>
                    <a:pt x="3357" y="553"/>
                  </a:lnTo>
                  <a:lnTo>
                    <a:pt x="3357" y="553"/>
                  </a:lnTo>
                  <a:lnTo>
                    <a:pt x="3358" y="553"/>
                  </a:lnTo>
                  <a:lnTo>
                    <a:pt x="3358" y="538"/>
                  </a:lnTo>
                  <a:lnTo>
                    <a:pt x="3359" y="538"/>
                  </a:lnTo>
                  <a:lnTo>
                    <a:pt x="3359" y="538"/>
                  </a:lnTo>
                  <a:lnTo>
                    <a:pt x="3360" y="538"/>
                  </a:lnTo>
                  <a:lnTo>
                    <a:pt x="3360" y="538"/>
                  </a:lnTo>
                  <a:lnTo>
                    <a:pt x="3361" y="538"/>
                  </a:lnTo>
                  <a:lnTo>
                    <a:pt x="3361" y="538"/>
                  </a:lnTo>
                  <a:lnTo>
                    <a:pt x="3361" y="553"/>
                  </a:lnTo>
                  <a:lnTo>
                    <a:pt x="3362" y="553"/>
                  </a:lnTo>
                  <a:lnTo>
                    <a:pt x="3362" y="553"/>
                  </a:lnTo>
                  <a:lnTo>
                    <a:pt x="3363" y="553"/>
                  </a:lnTo>
                  <a:lnTo>
                    <a:pt x="3363" y="553"/>
                  </a:lnTo>
                  <a:lnTo>
                    <a:pt x="3364" y="553"/>
                  </a:lnTo>
                  <a:lnTo>
                    <a:pt x="3364" y="553"/>
                  </a:lnTo>
                  <a:lnTo>
                    <a:pt x="3364" y="553"/>
                  </a:lnTo>
                  <a:lnTo>
                    <a:pt x="3365" y="553"/>
                  </a:lnTo>
                  <a:lnTo>
                    <a:pt x="3366" y="553"/>
                  </a:lnTo>
                  <a:lnTo>
                    <a:pt x="3366" y="553"/>
                  </a:lnTo>
                  <a:lnTo>
                    <a:pt x="3366" y="568"/>
                  </a:lnTo>
                  <a:lnTo>
                    <a:pt x="3367" y="568"/>
                  </a:lnTo>
                  <a:lnTo>
                    <a:pt x="3367" y="568"/>
                  </a:lnTo>
                  <a:lnTo>
                    <a:pt x="3368" y="568"/>
                  </a:lnTo>
                  <a:lnTo>
                    <a:pt x="3368" y="568"/>
                  </a:lnTo>
                  <a:lnTo>
                    <a:pt x="3369" y="568"/>
                  </a:lnTo>
                  <a:lnTo>
                    <a:pt x="3369" y="568"/>
                  </a:lnTo>
                  <a:lnTo>
                    <a:pt x="3370" y="583"/>
                  </a:lnTo>
                  <a:lnTo>
                    <a:pt x="3370" y="583"/>
                  </a:lnTo>
                  <a:lnTo>
                    <a:pt x="3370" y="583"/>
                  </a:lnTo>
                  <a:lnTo>
                    <a:pt x="3371" y="598"/>
                  </a:lnTo>
                  <a:lnTo>
                    <a:pt x="3372" y="598"/>
                  </a:lnTo>
                  <a:lnTo>
                    <a:pt x="3372" y="598"/>
                  </a:lnTo>
                  <a:lnTo>
                    <a:pt x="3372" y="613"/>
                  </a:lnTo>
                  <a:lnTo>
                    <a:pt x="3373" y="613"/>
                  </a:lnTo>
                  <a:lnTo>
                    <a:pt x="3373" y="613"/>
                  </a:lnTo>
                  <a:lnTo>
                    <a:pt x="3374" y="628"/>
                  </a:lnTo>
                  <a:lnTo>
                    <a:pt x="3374" y="628"/>
                  </a:lnTo>
                  <a:lnTo>
                    <a:pt x="3375" y="628"/>
                  </a:lnTo>
                  <a:lnTo>
                    <a:pt x="3375" y="628"/>
                  </a:lnTo>
                  <a:lnTo>
                    <a:pt x="3376" y="628"/>
                  </a:lnTo>
                  <a:lnTo>
                    <a:pt x="3376" y="643"/>
                  </a:lnTo>
                  <a:lnTo>
                    <a:pt x="3376" y="643"/>
                  </a:lnTo>
                  <a:lnTo>
                    <a:pt x="3377" y="643"/>
                  </a:lnTo>
                  <a:lnTo>
                    <a:pt x="3377" y="643"/>
                  </a:lnTo>
                  <a:lnTo>
                    <a:pt x="3378" y="658"/>
                  </a:lnTo>
                  <a:lnTo>
                    <a:pt x="3378" y="658"/>
                  </a:lnTo>
                  <a:lnTo>
                    <a:pt x="3379" y="658"/>
                  </a:lnTo>
                  <a:lnTo>
                    <a:pt x="3379" y="673"/>
                  </a:lnTo>
                  <a:lnTo>
                    <a:pt x="3379" y="673"/>
                  </a:lnTo>
                  <a:lnTo>
                    <a:pt x="3380" y="673"/>
                  </a:lnTo>
                  <a:lnTo>
                    <a:pt x="3381" y="673"/>
                  </a:lnTo>
                  <a:lnTo>
                    <a:pt x="3381" y="673"/>
                  </a:lnTo>
                  <a:lnTo>
                    <a:pt x="3381" y="673"/>
                  </a:lnTo>
                  <a:lnTo>
                    <a:pt x="3382" y="673"/>
                  </a:lnTo>
                  <a:lnTo>
                    <a:pt x="3382" y="673"/>
                  </a:lnTo>
                  <a:lnTo>
                    <a:pt x="3383" y="673"/>
                  </a:lnTo>
                  <a:lnTo>
                    <a:pt x="3383" y="688"/>
                  </a:lnTo>
                  <a:lnTo>
                    <a:pt x="3384" y="688"/>
                  </a:lnTo>
                  <a:lnTo>
                    <a:pt x="3384" y="688"/>
                  </a:lnTo>
                  <a:lnTo>
                    <a:pt x="3385" y="688"/>
                  </a:lnTo>
                  <a:lnTo>
                    <a:pt x="3385" y="688"/>
                  </a:lnTo>
                  <a:lnTo>
                    <a:pt x="3385" y="703"/>
                  </a:lnTo>
                  <a:lnTo>
                    <a:pt x="3386" y="703"/>
                  </a:lnTo>
                  <a:lnTo>
                    <a:pt x="3387" y="703"/>
                  </a:lnTo>
                  <a:lnTo>
                    <a:pt x="3387" y="703"/>
                  </a:lnTo>
                  <a:lnTo>
                    <a:pt x="3387" y="703"/>
                  </a:lnTo>
                  <a:lnTo>
                    <a:pt x="3388" y="718"/>
                  </a:lnTo>
                  <a:lnTo>
                    <a:pt x="3388" y="718"/>
                  </a:lnTo>
                  <a:lnTo>
                    <a:pt x="3389" y="718"/>
                  </a:lnTo>
                  <a:lnTo>
                    <a:pt x="3389" y="718"/>
                  </a:lnTo>
                  <a:lnTo>
                    <a:pt x="3390" y="718"/>
                  </a:lnTo>
                  <a:lnTo>
                    <a:pt x="3390" y="718"/>
                  </a:lnTo>
                  <a:lnTo>
                    <a:pt x="3390" y="718"/>
                  </a:lnTo>
                  <a:lnTo>
                    <a:pt x="3391" y="718"/>
                  </a:lnTo>
                  <a:lnTo>
                    <a:pt x="3391" y="718"/>
                  </a:lnTo>
                  <a:lnTo>
                    <a:pt x="3392" y="718"/>
                  </a:lnTo>
                  <a:lnTo>
                    <a:pt x="3392" y="718"/>
                  </a:lnTo>
                  <a:lnTo>
                    <a:pt x="3393" y="718"/>
                  </a:lnTo>
                  <a:lnTo>
                    <a:pt x="3393" y="718"/>
                  </a:lnTo>
                  <a:lnTo>
                    <a:pt x="3394" y="718"/>
                  </a:lnTo>
                  <a:lnTo>
                    <a:pt x="3394" y="718"/>
                  </a:lnTo>
                  <a:lnTo>
                    <a:pt x="3394" y="718"/>
                  </a:lnTo>
                  <a:lnTo>
                    <a:pt x="3395" y="718"/>
                  </a:lnTo>
                  <a:lnTo>
                    <a:pt x="3396" y="718"/>
                  </a:lnTo>
                  <a:lnTo>
                    <a:pt x="3396" y="718"/>
                  </a:lnTo>
                  <a:lnTo>
                    <a:pt x="3396" y="733"/>
                  </a:lnTo>
                  <a:lnTo>
                    <a:pt x="3397" y="733"/>
                  </a:lnTo>
                  <a:lnTo>
                    <a:pt x="3397" y="733"/>
                  </a:lnTo>
                  <a:lnTo>
                    <a:pt x="3398" y="733"/>
                  </a:lnTo>
                  <a:lnTo>
                    <a:pt x="3398" y="748"/>
                  </a:lnTo>
                  <a:lnTo>
                    <a:pt x="3399" y="748"/>
                  </a:lnTo>
                  <a:lnTo>
                    <a:pt x="3399" y="748"/>
                  </a:lnTo>
                  <a:lnTo>
                    <a:pt x="3400" y="748"/>
                  </a:lnTo>
                  <a:lnTo>
                    <a:pt x="3400" y="748"/>
                  </a:lnTo>
                  <a:lnTo>
                    <a:pt x="3401" y="763"/>
                  </a:lnTo>
                  <a:lnTo>
                    <a:pt x="3401" y="763"/>
                  </a:lnTo>
                  <a:lnTo>
                    <a:pt x="3402" y="763"/>
                  </a:lnTo>
                  <a:lnTo>
                    <a:pt x="3402" y="763"/>
                  </a:lnTo>
                  <a:lnTo>
                    <a:pt x="3402" y="763"/>
                  </a:lnTo>
                  <a:lnTo>
                    <a:pt x="3403" y="778"/>
                  </a:lnTo>
                  <a:lnTo>
                    <a:pt x="3403" y="778"/>
                  </a:lnTo>
                  <a:lnTo>
                    <a:pt x="3404" y="778"/>
                  </a:lnTo>
                  <a:lnTo>
                    <a:pt x="3404" y="778"/>
                  </a:lnTo>
                  <a:lnTo>
                    <a:pt x="3405" y="778"/>
                  </a:lnTo>
                  <a:lnTo>
                    <a:pt x="3405" y="778"/>
                  </a:lnTo>
                  <a:lnTo>
                    <a:pt x="3405" y="778"/>
                  </a:lnTo>
                  <a:lnTo>
                    <a:pt x="3406" y="778"/>
                  </a:lnTo>
                  <a:lnTo>
                    <a:pt x="3407" y="778"/>
                  </a:lnTo>
                  <a:lnTo>
                    <a:pt x="3407" y="778"/>
                  </a:lnTo>
                  <a:lnTo>
                    <a:pt x="3407" y="778"/>
                  </a:lnTo>
                  <a:lnTo>
                    <a:pt x="3408" y="778"/>
                  </a:lnTo>
                  <a:lnTo>
                    <a:pt x="3408" y="778"/>
                  </a:lnTo>
                  <a:lnTo>
                    <a:pt x="3409" y="778"/>
                  </a:lnTo>
                  <a:lnTo>
                    <a:pt x="3409" y="778"/>
                  </a:lnTo>
                  <a:lnTo>
                    <a:pt x="3410" y="778"/>
                  </a:lnTo>
                  <a:lnTo>
                    <a:pt x="3410" y="778"/>
                  </a:lnTo>
                  <a:lnTo>
                    <a:pt x="3411" y="763"/>
                  </a:lnTo>
                  <a:lnTo>
                    <a:pt x="3411" y="763"/>
                  </a:lnTo>
                  <a:lnTo>
                    <a:pt x="3411" y="763"/>
                  </a:lnTo>
                  <a:lnTo>
                    <a:pt x="3412" y="763"/>
                  </a:lnTo>
                  <a:lnTo>
                    <a:pt x="3413" y="763"/>
                  </a:lnTo>
                  <a:lnTo>
                    <a:pt x="3413" y="763"/>
                  </a:lnTo>
                  <a:lnTo>
                    <a:pt x="3413" y="763"/>
                  </a:lnTo>
                  <a:lnTo>
                    <a:pt x="3414" y="763"/>
                  </a:lnTo>
                  <a:lnTo>
                    <a:pt x="3414" y="763"/>
                  </a:lnTo>
                  <a:lnTo>
                    <a:pt x="3415" y="763"/>
                  </a:lnTo>
                  <a:lnTo>
                    <a:pt x="3415" y="763"/>
                  </a:lnTo>
                  <a:lnTo>
                    <a:pt x="3416" y="763"/>
                  </a:lnTo>
                  <a:lnTo>
                    <a:pt x="3416" y="763"/>
                  </a:lnTo>
                  <a:lnTo>
                    <a:pt x="3416" y="763"/>
                  </a:lnTo>
                  <a:lnTo>
                    <a:pt x="3417" y="763"/>
                  </a:lnTo>
                  <a:lnTo>
                    <a:pt x="3417" y="763"/>
                  </a:lnTo>
                  <a:lnTo>
                    <a:pt x="3418" y="763"/>
                  </a:lnTo>
                  <a:lnTo>
                    <a:pt x="3418" y="763"/>
                  </a:lnTo>
                  <a:lnTo>
                    <a:pt x="3419" y="763"/>
                  </a:lnTo>
                  <a:lnTo>
                    <a:pt x="3419" y="763"/>
                  </a:lnTo>
                  <a:lnTo>
                    <a:pt x="3420" y="763"/>
                  </a:lnTo>
                  <a:lnTo>
                    <a:pt x="3420" y="763"/>
                  </a:lnTo>
                  <a:lnTo>
                    <a:pt x="3420" y="763"/>
                  </a:lnTo>
                  <a:lnTo>
                    <a:pt x="3421" y="763"/>
                  </a:lnTo>
                  <a:lnTo>
                    <a:pt x="3422" y="763"/>
                  </a:lnTo>
                  <a:lnTo>
                    <a:pt x="3422" y="763"/>
                  </a:lnTo>
                  <a:lnTo>
                    <a:pt x="3422" y="748"/>
                  </a:lnTo>
                  <a:lnTo>
                    <a:pt x="3423" y="748"/>
                  </a:lnTo>
                  <a:lnTo>
                    <a:pt x="3423" y="748"/>
                  </a:lnTo>
                  <a:lnTo>
                    <a:pt x="3424" y="748"/>
                  </a:lnTo>
                  <a:lnTo>
                    <a:pt x="3424" y="748"/>
                  </a:lnTo>
                  <a:lnTo>
                    <a:pt x="3425" y="748"/>
                  </a:lnTo>
                  <a:lnTo>
                    <a:pt x="3425" y="733"/>
                  </a:lnTo>
                  <a:lnTo>
                    <a:pt x="3426" y="733"/>
                  </a:lnTo>
                  <a:lnTo>
                    <a:pt x="3426" y="733"/>
                  </a:lnTo>
                  <a:lnTo>
                    <a:pt x="3426" y="733"/>
                  </a:lnTo>
                  <a:lnTo>
                    <a:pt x="3427" y="733"/>
                  </a:lnTo>
                  <a:lnTo>
                    <a:pt x="3428" y="718"/>
                  </a:lnTo>
                  <a:lnTo>
                    <a:pt x="3428" y="718"/>
                  </a:lnTo>
                  <a:lnTo>
                    <a:pt x="3428" y="718"/>
                  </a:lnTo>
                  <a:lnTo>
                    <a:pt x="3429" y="718"/>
                  </a:lnTo>
                  <a:lnTo>
                    <a:pt x="3429" y="718"/>
                  </a:lnTo>
                  <a:lnTo>
                    <a:pt x="3430" y="718"/>
                  </a:lnTo>
                  <a:lnTo>
                    <a:pt x="3430" y="718"/>
                  </a:lnTo>
                  <a:lnTo>
                    <a:pt x="3431" y="718"/>
                  </a:lnTo>
                  <a:lnTo>
                    <a:pt x="3431" y="718"/>
                  </a:lnTo>
                  <a:lnTo>
                    <a:pt x="3431" y="733"/>
                  </a:lnTo>
                  <a:lnTo>
                    <a:pt x="3432" y="733"/>
                  </a:lnTo>
                  <a:lnTo>
                    <a:pt x="3432" y="733"/>
                  </a:lnTo>
                  <a:lnTo>
                    <a:pt x="3433" y="733"/>
                  </a:lnTo>
                  <a:lnTo>
                    <a:pt x="3433" y="733"/>
                  </a:lnTo>
                  <a:lnTo>
                    <a:pt x="3434" y="733"/>
                  </a:lnTo>
                  <a:lnTo>
                    <a:pt x="3434" y="733"/>
                  </a:lnTo>
                  <a:lnTo>
                    <a:pt x="3435" y="733"/>
                  </a:lnTo>
                  <a:lnTo>
                    <a:pt x="3435" y="733"/>
                  </a:lnTo>
                  <a:lnTo>
                    <a:pt x="3435" y="733"/>
                  </a:lnTo>
                  <a:lnTo>
                    <a:pt x="3436" y="733"/>
                  </a:lnTo>
                  <a:lnTo>
                    <a:pt x="3437" y="718"/>
                  </a:lnTo>
                  <a:lnTo>
                    <a:pt x="3437" y="718"/>
                  </a:lnTo>
                  <a:lnTo>
                    <a:pt x="3437" y="718"/>
                  </a:lnTo>
                  <a:lnTo>
                    <a:pt x="3438" y="718"/>
                  </a:lnTo>
                  <a:lnTo>
                    <a:pt x="3438" y="718"/>
                  </a:lnTo>
                  <a:lnTo>
                    <a:pt x="3439" y="703"/>
                  </a:lnTo>
                  <a:lnTo>
                    <a:pt x="3439" y="703"/>
                  </a:lnTo>
                  <a:lnTo>
                    <a:pt x="3440" y="703"/>
                  </a:lnTo>
                  <a:lnTo>
                    <a:pt x="3440" y="688"/>
                  </a:lnTo>
                  <a:lnTo>
                    <a:pt x="3441" y="688"/>
                  </a:lnTo>
                  <a:lnTo>
                    <a:pt x="3441" y="688"/>
                  </a:lnTo>
                  <a:lnTo>
                    <a:pt x="3441" y="688"/>
                  </a:lnTo>
                  <a:lnTo>
                    <a:pt x="3442" y="688"/>
                  </a:lnTo>
                  <a:lnTo>
                    <a:pt x="3442" y="673"/>
                  </a:lnTo>
                  <a:lnTo>
                    <a:pt x="3443" y="673"/>
                  </a:lnTo>
                  <a:lnTo>
                    <a:pt x="3443" y="673"/>
                  </a:lnTo>
                  <a:lnTo>
                    <a:pt x="3444" y="673"/>
                  </a:lnTo>
                  <a:lnTo>
                    <a:pt x="3444" y="673"/>
                  </a:lnTo>
                  <a:lnTo>
                    <a:pt x="3445" y="673"/>
                  </a:lnTo>
                  <a:lnTo>
                    <a:pt x="3445" y="673"/>
                  </a:lnTo>
                  <a:lnTo>
                    <a:pt x="3446" y="673"/>
                  </a:lnTo>
                  <a:lnTo>
                    <a:pt x="3446" y="673"/>
                  </a:lnTo>
                  <a:lnTo>
                    <a:pt x="3446" y="673"/>
                  </a:lnTo>
                  <a:lnTo>
                    <a:pt x="3447" y="673"/>
                  </a:lnTo>
                  <a:lnTo>
                    <a:pt x="3447" y="673"/>
                  </a:lnTo>
                  <a:lnTo>
                    <a:pt x="3448" y="673"/>
                  </a:lnTo>
                  <a:lnTo>
                    <a:pt x="3448" y="673"/>
                  </a:lnTo>
                  <a:lnTo>
                    <a:pt x="3449" y="673"/>
                  </a:lnTo>
                  <a:lnTo>
                    <a:pt x="3449" y="673"/>
                  </a:lnTo>
                  <a:lnTo>
                    <a:pt x="3450" y="673"/>
                  </a:lnTo>
                  <a:lnTo>
                    <a:pt x="3450" y="673"/>
                  </a:lnTo>
                  <a:lnTo>
                    <a:pt x="3450" y="673"/>
                  </a:lnTo>
                  <a:lnTo>
                    <a:pt x="3451" y="673"/>
                  </a:lnTo>
                  <a:lnTo>
                    <a:pt x="3452" y="673"/>
                  </a:lnTo>
                  <a:lnTo>
                    <a:pt x="3452" y="658"/>
                  </a:lnTo>
                  <a:lnTo>
                    <a:pt x="3452" y="658"/>
                  </a:lnTo>
                  <a:lnTo>
                    <a:pt x="3453" y="658"/>
                  </a:lnTo>
                  <a:lnTo>
                    <a:pt x="3453" y="658"/>
                  </a:lnTo>
                  <a:lnTo>
                    <a:pt x="3454" y="658"/>
                  </a:lnTo>
                  <a:lnTo>
                    <a:pt x="3454" y="658"/>
                  </a:lnTo>
                  <a:lnTo>
                    <a:pt x="3455" y="658"/>
                  </a:lnTo>
                  <a:lnTo>
                    <a:pt x="3455" y="643"/>
                  </a:lnTo>
                  <a:lnTo>
                    <a:pt x="3456" y="643"/>
                  </a:lnTo>
                  <a:lnTo>
                    <a:pt x="3456" y="643"/>
                  </a:lnTo>
                  <a:lnTo>
                    <a:pt x="3456" y="643"/>
                  </a:lnTo>
                  <a:lnTo>
                    <a:pt x="3457" y="628"/>
                  </a:lnTo>
                  <a:lnTo>
                    <a:pt x="3457" y="628"/>
                  </a:lnTo>
                  <a:lnTo>
                    <a:pt x="3458" y="628"/>
                  </a:lnTo>
                  <a:lnTo>
                    <a:pt x="3458" y="613"/>
                  </a:lnTo>
                  <a:lnTo>
                    <a:pt x="3459" y="613"/>
                  </a:lnTo>
                  <a:lnTo>
                    <a:pt x="3459" y="613"/>
                  </a:lnTo>
                  <a:lnTo>
                    <a:pt x="3459" y="598"/>
                  </a:lnTo>
                  <a:lnTo>
                    <a:pt x="3460" y="598"/>
                  </a:lnTo>
                  <a:lnTo>
                    <a:pt x="3461" y="598"/>
                  </a:lnTo>
                  <a:lnTo>
                    <a:pt x="3461" y="583"/>
                  </a:lnTo>
                  <a:lnTo>
                    <a:pt x="3461" y="583"/>
                  </a:lnTo>
                  <a:lnTo>
                    <a:pt x="3462" y="583"/>
                  </a:lnTo>
                  <a:lnTo>
                    <a:pt x="3462" y="568"/>
                  </a:lnTo>
                  <a:lnTo>
                    <a:pt x="3463" y="568"/>
                  </a:lnTo>
                  <a:lnTo>
                    <a:pt x="3463" y="568"/>
                  </a:lnTo>
                  <a:lnTo>
                    <a:pt x="3464" y="568"/>
                  </a:lnTo>
                  <a:lnTo>
                    <a:pt x="3464" y="568"/>
                  </a:lnTo>
                  <a:lnTo>
                    <a:pt x="3465" y="568"/>
                  </a:lnTo>
                  <a:lnTo>
                    <a:pt x="3465" y="568"/>
                  </a:lnTo>
                  <a:lnTo>
                    <a:pt x="3465" y="568"/>
                  </a:lnTo>
                  <a:lnTo>
                    <a:pt x="3466" y="568"/>
                  </a:lnTo>
                  <a:lnTo>
                    <a:pt x="3467" y="568"/>
                  </a:lnTo>
                  <a:lnTo>
                    <a:pt x="3467" y="568"/>
                  </a:lnTo>
                  <a:lnTo>
                    <a:pt x="3467" y="553"/>
                  </a:lnTo>
                  <a:lnTo>
                    <a:pt x="3468" y="553"/>
                  </a:lnTo>
                  <a:lnTo>
                    <a:pt x="3468" y="553"/>
                  </a:lnTo>
                  <a:lnTo>
                    <a:pt x="3469" y="553"/>
                  </a:lnTo>
                  <a:lnTo>
                    <a:pt x="3469" y="553"/>
                  </a:lnTo>
                  <a:lnTo>
                    <a:pt x="3470" y="553"/>
                  </a:lnTo>
                  <a:lnTo>
                    <a:pt x="3470" y="553"/>
                  </a:lnTo>
                  <a:lnTo>
                    <a:pt x="3471" y="553"/>
                  </a:lnTo>
                  <a:lnTo>
                    <a:pt x="3471" y="553"/>
                  </a:lnTo>
                  <a:lnTo>
                    <a:pt x="3471" y="538"/>
                  </a:lnTo>
                  <a:lnTo>
                    <a:pt x="3472" y="538"/>
                  </a:lnTo>
                  <a:lnTo>
                    <a:pt x="3472" y="538"/>
                  </a:lnTo>
                  <a:lnTo>
                    <a:pt x="3473" y="538"/>
                  </a:lnTo>
                  <a:lnTo>
                    <a:pt x="3473" y="538"/>
                  </a:lnTo>
                  <a:lnTo>
                    <a:pt x="3474" y="523"/>
                  </a:lnTo>
                  <a:lnTo>
                    <a:pt x="3474" y="523"/>
                  </a:lnTo>
                  <a:lnTo>
                    <a:pt x="3474" y="523"/>
                  </a:lnTo>
                  <a:lnTo>
                    <a:pt x="3475" y="523"/>
                  </a:lnTo>
                  <a:lnTo>
                    <a:pt x="3476" y="509"/>
                  </a:lnTo>
                  <a:lnTo>
                    <a:pt x="3476" y="509"/>
                  </a:lnTo>
                  <a:lnTo>
                    <a:pt x="3476" y="509"/>
                  </a:lnTo>
                  <a:lnTo>
                    <a:pt x="3477" y="494"/>
                  </a:lnTo>
                  <a:lnTo>
                    <a:pt x="3477" y="494"/>
                  </a:lnTo>
                  <a:lnTo>
                    <a:pt x="3478" y="494"/>
                  </a:lnTo>
                  <a:lnTo>
                    <a:pt x="3478" y="479"/>
                  </a:lnTo>
                  <a:lnTo>
                    <a:pt x="3479" y="479"/>
                  </a:lnTo>
                  <a:lnTo>
                    <a:pt x="3479" y="464"/>
                  </a:lnTo>
                  <a:lnTo>
                    <a:pt x="3480" y="464"/>
                  </a:lnTo>
                  <a:lnTo>
                    <a:pt x="3480" y="464"/>
                  </a:lnTo>
                  <a:lnTo>
                    <a:pt x="3480" y="449"/>
                  </a:lnTo>
                  <a:lnTo>
                    <a:pt x="3481" y="449"/>
                  </a:lnTo>
                  <a:lnTo>
                    <a:pt x="3482" y="449"/>
                  </a:lnTo>
                  <a:lnTo>
                    <a:pt x="3482" y="449"/>
                  </a:lnTo>
                  <a:lnTo>
                    <a:pt x="3482" y="449"/>
                  </a:lnTo>
                  <a:lnTo>
                    <a:pt x="3483" y="434"/>
                  </a:lnTo>
                  <a:lnTo>
                    <a:pt x="3483" y="434"/>
                  </a:lnTo>
                  <a:lnTo>
                    <a:pt x="3484" y="434"/>
                  </a:lnTo>
                  <a:lnTo>
                    <a:pt x="3484" y="434"/>
                  </a:lnTo>
                  <a:lnTo>
                    <a:pt x="3485" y="434"/>
                  </a:lnTo>
                  <a:lnTo>
                    <a:pt x="3485" y="434"/>
                  </a:lnTo>
                  <a:lnTo>
                    <a:pt x="3485" y="419"/>
                  </a:lnTo>
                  <a:lnTo>
                    <a:pt x="3486" y="419"/>
                  </a:lnTo>
                  <a:lnTo>
                    <a:pt x="3486" y="419"/>
                  </a:lnTo>
                  <a:lnTo>
                    <a:pt x="3487" y="419"/>
                  </a:lnTo>
                  <a:lnTo>
                    <a:pt x="3487" y="419"/>
                  </a:lnTo>
                  <a:lnTo>
                    <a:pt x="3488" y="419"/>
                  </a:lnTo>
                  <a:lnTo>
                    <a:pt x="3488" y="419"/>
                  </a:lnTo>
                  <a:lnTo>
                    <a:pt x="3489" y="419"/>
                  </a:lnTo>
                  <a:lnTo>
                    <a:pt x="3489" y="434"/>
                  </a:lnTo>
                  <a:lnTo>
                    <a:pt x="3489" y="434"/>
                  </a:lnTo>
                  <a:lnTo>
                    <a:pt x="3490" y="434"/>
                  </a:lnTo>
                  <a:lnTo>
                    <a:pt x="3491" y="434"/>
                  </a:lnTo>
                  <a:lnTo>
                    <a:pt x="3491" y="419"/>
                  </a:lnTo>
                  <a:lnTo>
                    <a:pt x="3491" y="419"/>
                  </a:lnTo>
                  <a:lnTo>
                    <a:pt x="3492" y="419"/>
                  </a:lnTo>
                  <a:lnTo>
                    <a:pt x="3492" y="419"/>
                  </a:lnTo>
                  <a:lnTo>
                    <a:pt x="3493" y="419"/>
                  </a:lnTo>
                  <a:lnTo>
                    <a:pt x="3493" y="419"/>
                  </a:lnTo>
                  <a:lnTo>
                    <a:pt x="3494" y="419"/>
                  </a:lnTo>
                  <a:lnTo>
                    <a:pt x="3494" y="419"/>
                  </a:lnTo>
                  <a:lnTo>
                    <a:pt x="3495" y="419"/>
                  </a:lnTo>
                  <a:lnTo>
                    <a:pt x="3495" y="419"/>
                  </a:lnTo>
                  <a:lnTo>
                    <a:pt x="3495" y="419"/>
                  </a:lnTo>
                  <a:lnTo>
                    <a:pt x="3496" y="419"/>
                  </a:lnTo>
                  <a:lnTo>
                    <a:pt x="3497" y="419"/>
                  </a:lnTo>
                  <a:lnTo>
                    <a:pt x="3497" y="434"/>
                  </a:lnTo>
                  <a:lnTo>
                    <a:pt x="3497" y="434"/>
                  </a:lnTo>
                  <a:lnTo>
                    <a:pt x="3498" y="434"/>
                  </a:lnTo>
                  <a:lnTo>
                    <a:pt x="3498" y="434"/>
                  </a:lnTo>
                  <a:lnTo>
                    <a:pt x="3499" y="434"/>
                  </a:lnTo>
                  <a:lnTo>
                    <a:pt x="3499" y="434"/>
                  </a:lnTo>
                  <a:lnTo>
                    <a:pt x="3500" y="434"/>
                  </a:lnTo>
                  <a:lnTo>
                    <a:pt x="3500" y="449"/>
                  </a:lnTo>
                  <a:lnTo>
                    <a:pt x="3500" y="449"/>
                  </a:lnTo>
                  <a:lnTo>
                    <a:pt x="3501" y="449"/>
                  </a:lnTo>
                  <a:lnTo>
                    <a:pt x="3501" y="449"/>
                  </a:lnTo>
                  <a:lnTo>
                    <a:pt x="3502" y="464"/>
                  </a:lnTo>
                  <a:lnTo>
                    <a:pt x="3502" y="464"/>
                  </a:lnTo>
                  <a:lnTo>
                    <a:pt x="3503" y="464"/>
                  </a:lnTo>
                  <a:lnTo>
                    <a:pt x="3503" y="464"/>
                  </a:lnTo>
                  <a:lnTo>
                    <a:pt x="3504" y="464"/>
                  </a:lnTo>
                  <a:lnTo>
                    <a:pt x="3504" y="464"/>
                  </a:lnTo>
                  <a:lnTo>
                    <a:pt x="3504" y="464"/>
                  </a:lnTo>
                  <a:lnTo>
                    <a:pt x="3505" y="464"/>
                  </a:lnTo>
                  <a:lnTo>
                    <a:pt x="3506" y="464"/>
                  </a:lnTo>
                  <a:lnTo>
                    <a:pt x="3506" y="464"/>
                  </a:lnTo>
                  <a:lnTo>
                    <a:pt x="3506" y="464"/>
                  </a:lnTo>
                  <a:lnTo>
                    <a:pt x="3507" y="464"/>
                  </a:lnTo>
                  <a:lnTo>
                    <a:pt x="3507" y="464"/>
                  </a:lnTo>
                  <a:lnTo>
                    <a:pt x="3508" y="464"/>
                  </a:lnTo>
                  <a:lnTo>
                    <a:pt x="3508" y="464"/>
                  </a:lnTo>
                  <a:lnTo>
                    <a:pt x="3509" y="464"/>
                  </a:lnTo>
                  <a:lnTo>
                    <a:pt x="3509" y="464"/>
                  </a:lnTo>
                  <a:lnTo>
                    <a:pt x="3510" y="464"/>
                  </a:lnTo>
                  <a:lnTo>
                    <a:pt x="3510" y="464"/>
                  </a:lnTo>
                  <a:lnTo>
                    <a:pt x="3511" y="464"/>
                  </a:lnTo>
                  <a:lnTo>
                    <a:pt x="3511" y="464"/>
                  </a:lnTo>
                  <a:lnTo>
                    <a:pt x="3512" y="464"/>
                  </a:lnTo>
                  <a:lnTo>
                    <a:pt x="3512" y="464"/>
                  </a:lnTo>
                  <a:lnTo>
                    <a:pt x="3512" y="464"/>
                  </a:lnTo>
                  <a:lnTo>
                    <a:pt x="3513" y="464"/>
                  </a:lnTo>
                  <a:lnTo>
                    <a:pt x="3513" y="464"/>
                  </a:lnTo>
                  <a:lnTo>
                    <a:pt x="3514" y="464"/>
                  </a:lnTo>
                  <a:lnTo>
                    <a:pt x="3514" y="464"/>
                  </a:lnTo>
                  <a:lnTo>
                    <a:pt x="3515" y="449"/>
                  </a:lnTo>
                  <a:lnTo>
                    <a:pt x="3515" y="449"/>
                  </a:lnTo>
                  <a:lnTo>
                    <a:pt x="3515" y="449"/>
                  </a:lnTo>
                  <a:lnTo>
                    <a:pt x="3516" y="449"/>
                  </a:lnTo>
                  <a:lnTo>
                    <a:pt x="3517" y="449"/>
                  </a:lnTo>
                  <a:lnTo>
                    <a:pt x="3517" y="449"/>
                  </a:lnTo>
                  <a:lnTo>
                    <a:pt x="3517" y="434"/>
                  </a:lnTo>
                  <a:lnTo>
                    <a:pt x="3518" y="434"/>
                  </a:lnTo>
                  <a:lnTo>
                    <a:pt x="3518" y="434"/>
                  </a:lnTo>
                  <a:lnTo>
                    <a:pt x="3519" y="434"/>
                  </a:lnTo>
                  <a:lnTo>
                    <a:pt x="3519" y="434"/>
                  </a:lnTo>
                  <a:lnTo>
                    <a:pt x="3520" y="434"/>
                  </a:lnTo>
                  <a:lnTo>
                    <a:pt x="3520" y="419"/>
                  </a:lnTo>
                  <a:lnTo>
                    <a:pt x="3521" y="419"/>
                  </a:lnTo>
                  <a:lnTo>
                    <a:pt x="3521" y="419"/>
                  </a:lnTo>
                  <a:lnTo>
                    <a:pt x="3521" y="419"/>
                  </a:lnTo>
                  <a:lnTo>
                    <a:pt x="3522" y="419"/>
                  </a:lnTo>
                  <a:lnTo>
                    <a:pt x="3523" y="419"/>
                  </a:lnTo>
                  <a:lnTo>
                    <a:pt x="3523" y="404"/>
                  </a:lnTo>
                  <a:lnTo>
                    <a:pt x="3523" y="404"/>
                  </a:lnTo>
                  <a:lnTo>
                    <a:pt x="3524" y="404"/>
                  </a:lnTo>
                  <a:lnTo>
                    <a:pt x="3524" y="389"/>
                  </a:lnTo>
                  <a:lnTo>
                    <a:pt x="3525" y="389"/>
                  </a:lnTo>
                  <a:lnTo>
                    <a:pt x="3525" y="374"/>
                  </a:lnTo>
                  <a:lnTo>
                    <a:pt x="3526" y="374"/>
                  </a:lnTo>
                  <a:lnTo>
                    <a:pt x="3526" y="359"/>
                  </a:lnTo>
                  <a:lnTo>
                    <a:pt x="3526" y="359"/>
                  </a:lnTo>
                  <a:lnTo>
                    <a:pt x="3527" y="344"/>
                  </a:lnTo>
                  <a:lnTo>
                    <a:pt x="3527" y="329"/>
                  </a:lnTo>
                  <a:lnTo>
                    <a:pt x="3528" y="329"/>
                  </a:lnTo>
                  <a:lnTo>
                    <a:pt x="3528" y="314"/>
                  </a:lnTo>
                  <a:lnTo>
                    <a:pt x="3529" y="299"/>
                  </a:lnTo>
                  <a:lnTo>
                    <a:pt x="3529" y="284"/>
                  </a:lnTo>
                  <a:lnTo>
                    <a:pt x="3530" y="284"/>
                  </a:lnTo>
                  <a:lnTo>
                    <a:pt x="3530" y="269"/>
                  </a:lnTo>
                  <a:lnTo>
                    <a:pt x="3530" y="254"/>
                  </a:lnTo>
                  <a:lnTo>
                    <a:pt x="3531" y="254"/>
                  </a:lnTo>
                  <a:lnTo>
                    <a:pt x="3532" y="239"/>
                  </a:lnTo>
                  <a:lnTo>
                    <a:pt x="3532" y="224"/>
                  </a:lnTo>
                  <a:lnTo>
                    <a:pt x="3532" y="224"/>
                  </a:lnTo>
                  <a:lnTo>
                    <a:pt x="3533" y="210"/>
                  </a:lnTo>
                  <a:lnTo>
                    <a:pt x="3533" y="210"/>
                  </a:lnTo>
                  <a:lnTo>
                    <a:pt x="3534" y="195"/>
                  </a:lnTo>
                  <a:lnTo>
                    <a:pt x="3534" y="195"/>
                  </a:lnTo>
                  <a:lnTo>
                    <a:pt x="3535" y="195"/>
                  </a:lnTo>
                  <a:lnTo>
                    <a:pt x="3535" y="180"/>
                  </a:lnTo>
                  <a:lnTo>
                    <a:pt x="3536" y="180"/>
                  </a:lnTo>
                  <a:lnTo>
                    <a:pt x="3536" y="165"/>
                  </a:lnTo>
                  <a:lnTo>
                    <a:pt x="3536" y="165"/>
                  </a:lnTo>
                  <a:lnTo>
                    <a:pt x="3537" y="150"/>
                  </a:lnTo>
                  <a:lnTo>
                    <a:pt x="3538" y="150"/>
                  </a:lnTo>
                  <a:lnTo>
                    <a:pt x="3538" y="150"/>
                  </a:lnTo>
                  <a:lnTo>
                    <a:pt x="3538" y="135"/>
                  </a:lnTo>
                  <a:lnTo>
                    <a:pt x="3539" y="135"/>
                  </a:lnTo>
                  <a:lnTo>
                    <a:pt x="3539" y="135"/>
                  </a:lnTo>
                  <a:lnTo>
                    <a:pt x="3540" y="135"/>
                  </a:lnTo>
                  <a:lnTo>
                    <a:pt x="3540" y="135"/>
                  </a:lnTo>
                  <a:lnTo>
                    <a:pt x="3541" y="135"/>
                  </a:lnTo>
                  <a:lnTo>
                    <a:pt x="3541" y="135"/>
                  </a:lnTo>
                  <a:lnTo>
                    <a:pt x="3541" y="120"/>
                  </a:lnTo>
                  <a:lnTo>
                    <a:pt x="3542" y="120"/>
                  </a:lnTo>
                  <a:lnTo>
                    <a:pt x="3542" y="120"/>
                  </a:lnTo>
                  <a:lnTo>
                    <a:pt x="3543" y="120"/>
                  </a:lnTo>
                  <a:lnTo>
                    <a:pt x="3543" y="120"/>
                  </a:lnTo>
                  <a:lnTo>
                    <a:pt x="3544" y="120"/>
                  </a:lnTo>
                  <a:lnTo>
                    <a:pt x="3544" y="120"/>
                  </a:lnTo>
                  <a:lnTo>
                    <a:pt x="3545" y="120"/>
                  </a:lnTo>
                  <a:lnTo>
                    <a:pt x="3545" y="105"/>
                  </a:lnTo>
                  <a:lnTo>
                    <a:pt x="3545" y="105"/>
                  </a:lnTo>
                  <a:lnTo>
                    <a:pt x="3546" y="105"/>
                  </a:lnTo>
                  <a:lnTo>
                    <a:pt x="3547" y="105"/>
                  </a:lnTo>
                  <a:lnTo>
                    <a:pt x="3547" y="105"/>
                  </a:lnTo>
                  <a:lnTo>
                    <a:pt x="3547" y="105"/>
                  </a:lnTo>
                  <a:lnTo>
                    <a:pt x="3548" y="90"/>
                  </a:lnTo>
                  <a:lnTo>
                    <a:pt x="3548" y="90"/>
                  </a:lnTo>
                  <a:lnTo>
                    <a:pt x="3549" y="90"/>
                  </a:lnTo>
                  <a:lnTo>
                    <a:pt x="3549" y="105"/>
                  </a:lnTo>
                  <a:lnTo>
                    <a:pt x="3550" y="105"/>
                  </a:lnTo>
                  <a:lnTo>
                    <a:pt x="3550" y="105"/>
                  </a:lnTo>
                  <a:lnTo>
                    <a:pt x="3551" y="105"/>
                  </a:lnTo>
                  <a:lnTo>
                    <a:pt x="3551" y="105"/>
                  </a:lnTo>
                  <a:lnTo>
                    <a:pt x="3551" y="105"/>
                  </a:lnTo>
                  <a:lnTo>
                    <a:pt x="3552" y="105"/>
                  </a:lnTo>
                  <a:lnTo>
                    <a:pt x="3552" y="105"/>
                  </a:lnTo>
                  <a:lnTo>
                    <a:pt x="3553" y="105"/>
                  </a:lnTo>
                  <a:lnTo>
                    <a:pt x="3553" y="105"/>
                  </a:lnTo>
                  <a:lnTo>
                    <a:pt x="3554" y="105"/>
                  </a:lnTo>
                  <a:lnTo>
                    <a:pt x="3554" y="105"/>
                  </a:lnTo>
                  <a:lnTo>
                    <a:pt x="3555" y="105"/>
                  </a:lnTo>
                  <a:lnTo>
                    <a:pt x="3555" y="105"/>
                  </a:lnTo>
                  <a:lnTo>
                    <a:pt x="3556" y="105"/>
                  </a:lnTo>
                  <a:lnTo>
                    <a:pt x="3556" y="105"/>
                  </a:lnTo>
                  <a:lnTo>
                    <a:pt x="3556" y="105"/>
                  </a:lnTo>
                  <a:lnTo>
                    <a:pt x="3557" y="105"/>
                  </a:lnTo>
                  <a:lnTo>
                    <a:pt x="3557" y="105"/>
                  </a:lnTo>
                  <a:lnTo>
                    <a:pt x="3558" y="105"/>
                  </a:lnTo>
                  <a:lnTo>
                    <a:pt x="3558" y="105"/>
                  </a:lnTo>
                  <a:lnTo>
                    <a:pt x="3559" y="105"/>
                  </a:lnTo>
                  <a:lnTo>
                    <a:pt x="3559" y="120"/>
                  </a:lnTo>
                  <a:lnTo>
                    <a:pt x="3560" y="120"/>
                  </a:lnTo>
                  <a:lnTo>
                    <a:pt x="3560" y="120"/>
                  </a:lnTo>
                  <a:lnTo>
                    <a:pt x="3560" y="120"/>
                  </a:lnTo>
                  <a:lnTo>
                    <a:pt x="3561" y="120"/>
                  </a:lnTo>
                  <a:lnTo>
                    <a:pt x="3562" y="120"/>
                  </a:lnTo>
                  <a:lnTo>
                    <a:pt x="3562" y="120"/>
                  </a:lnTo>
                  <a:lnTo>
                    <a:pt x="3562" y="120"/>
                  </a:lnTo>
                  <a:lnTo>
                    <a:pt x="3563" y="120"/>
                  </a:lnTo>
                  <a:lnTo>
                    <a:pt x="3563" y="120"/>
                  </a:lnTo>
                  <a:lnTo>
                    <a:pt x="3564" y="120"/>
                  </a:lnTo>
                  <a:lnTo>
                    <a:pt x="3564" y="120"/>
                  </a:lnTo>
                  <a:lnTo>
                    <a:pt x="3565" y="120"/>
                  </a:lnTo>
                  <a:lnTo>
                    <a:pt x="3565" y="120"/>
                  </a:lnTo>
                  <a:lnTo>
                    <a:pt x="3566" y="120"/>
                  </a:lnTo>
                  <a:lnTo>
                    <a:pt x="3566" y="120"/>
                  </a:lnTo>
                  <a:lnTo>
                    <a:pt x="3566" y="120"/>
                  </a:lnTo>
                  <a:lnTo>
                    <a:pt x="3567" y="120"/>
                  </a:lnTo>
                  <a:lnTo>
                    <a:pt x="3567" y="120"/>
                  </a:lnTo>
                  <a:lnTo>
                    <a:pt x="3568" y="120"/>
                  </a:lnTo>
                  <a:lnTo>
                    <a:pt x="3568" y="120"/>
                  </a:lnTo>
                  <a:lnTo>
                    <a:pt x="3569" y="120"/>
                  </a:lnTo>
                  <a:lnTo>
                    <a:pt x="3569" y="120"/>
                  </a:lnTo>
                  <a:lnTo>
                    <a:pt x="3569" y="120"/>
                  </a:lnTo>
                  <a:lnTo>
                    <a:pt x="3570" y="120"/>
                  </a:lnTo>
                  <a:lnTo>
                    <a:pt x="3571" y="135"/>
                  </a:lnTo>
                  <a:lnTo>
                    <a:pt x="3571" y="135"/>
                  </a:lnTo>
                  <a:lnTo>
                    <a:pt x="3571" y="135"/>
                  </a:lnTo>
                  <a:lnTo>
                    <a:pt x="3572" y="135"/>
                  </a:lnTo>
                  <a:lnTo>
                    <a:pt x="3572" y="150"/>
                  </a:lnTo>
                  <a:lnTo>
                    <a:pt x="3573" y="150"/>
                  </a:lnTo>
                  <a:lnTo>
                    <a:pt x="3573" y="150"/>
                  </a:lnTo>
                  <a:lnTo>
                    <a:pt x="3574" y="150"/>
                  </a:lnTo>
                  <a:lnTo>
                    <a:pt x="3574" y="150"/>
                  </a:lnTo>
                  <a:lnTo>
                    <a:pt x="3575" y="150"/>
                  </a:lnTo>
                  <a:lnTo>
                    <a:pt x="3575" y="150"/>
                  </a:lnTo>
                  <a:lnTo>
                    <a:pt x="3575" y="150"/>
                  </a:lnTo>
                  <a:lnTo>
                    <a:pt x="3576" y="150"/>
                  </a:lnTo>
                  <a:lnTo>
                    <a:pt x="3577" y="150"/>
                  </a:lnTo>
                  <a:lnTo>
                    <a:pt x="3577" y="150"/>
                  </a:lnTo>
                  <a:lnTo>
                    <a:pt x="3577" y="135"/>
                  </a:lnTo>
                  <a:lnTo>
                    <a:pt x="3578" y="135"/>
                  </a:lnTo>
                  <a:lnTo>
                    <a:pt x="3578" y="135"/>
                  </a:lnTo>
                  <a:lnTo>
                    <a:pt x="3579" y="120"/>
                  </a:lnTo>
                  <a:lnTo>
                    <a:pt x="3579" y="120"/>
                  </a:lnTo>
                  <a:lnTo>
                    <a:pt x="3580" y="120"/>
                  </a:lnTo>
                  <a:lnTo>
                    <a:pt x="3580" y="105"/>
                  </a:lnTo>
                  <a:lnTo>
                    <a:pt x="3581" y="105"/>
                  </a:lnTo>
                  <a:lnTo>
                    <a:pt x="3581" y="90"/>
                  </a:lnTo>
                  <a:lnTo>
                    <a:pt x="3581" y="90"/>
                  </a:lnTo>
                  <a:lnTo>
                    <a:pt x="3582" y="90"/>
                  </a:lnTo>
                  <a:lnTo>
                    <a:pt x="3582" y="75"/>
                  </a:lnTo>
                  <a:lnTo>
                    <a:pt x="3583" y="75"/>
                  </a:lnTo>
                  <a:lnTo>
                    <a:pt x="3583" y="75"/>
                  </a:lnTo>
                  <a:lnTo>
                    <a:pt x="3584" y="60"/>
                  </a:lnTo>
                  <a:lnTo>
                    <a:pt x="3584" y="60"/>
                  </a:lnTo>
                  <a:lnTo>
                    <a:pt x="3584" y="60"/>
                  </a:lnTo>
                  <a:lnTo>
                    <a:pt x="3585" y="45"/>
                  </a:lnTo>
                  <a:lnTo>
                    <a:pt x="3586" y="45"/>
                  </a:lnTo>
                  <a:lnTo>
                    <a:pt x="3586" y="45"/>
                  </a:lnTo>
                  <a:lnTo>
                    <a:pt x="3586" y="45"/>
                  </a:lnTo>
                  <a:lnTo>
                    <a:pt x="3587" y="30"/>
                  </a:lnTo>
                  <a:lnTo>
                    <a:pt x="3587" y="30"/>
                  </a:lnTo>
                  <a:lnTo>
                    <a:pt x="3588" y="30"/>
                  </a:lnTo>
                  <a:lnTo>
                    <a:pt x="3588" y="30"/>
                  </a:lnTo>
                  <a:lnTo>
                    <a:pt x="3589" y="30"/>
                  </a:lnTo>
                  <a:lnTo>
                    <a:pt x="3589" y="15"/>
                  </a:lnTo>
                  <a:lnTo>
                    <a:pt x="3590" y="15"/>
                  </a:lnTo>
                  <a:lnTo>
                    <a:pt x="3590" y="15"/>
                  </a:lnTo>
                  <a:lnTo>
                    <a:pt x="3590" y="15"/>
                  </a:lnTo>
                  <a:lnTo>
                    <a:pt x="3591" y="0"/>
                  </a:lnTo>
                  <a:lnTo>
                    <a:pt x="3592" y="0"/>
                  </a:lnTo>
                  <a:lnTo>
                    <a:pt x="3592" y="0"/>
                  </a:lnTo>
                  <a:lnTo>
                    <a:pt x="3592" y="0"/>
                  </a:lnTo>
                  <a:lnTo>
                    <a:pt x="3593" y="0"/>
                  </a:lnTo>
                  <a:lnTo>
                    <a:pt x="3593" y="0"/>
                  </a:lnTo>
                  <a:lnTo>
                    <a:pt x="3594" y="0"/>
                  </a:lnTo>
                  <a:lnTo>
                    <a:pt x="3594" y="0"/>
                  </a:lnTo>
                  <a:lnTo>
                    <a:pt x="3595" y="0"/>
                  </a:lnTo>
                  <a:lnTo>
                    <a:pt x="3595" y="0"/>
                  </a:lnTo>
                  <a:lnTo>
                    <a:pt x="3595" y="0"/>
                  </a:lnTo>
                  <a:lnTo>
                    <a:pt x="3596" y="0"/>
                  </a:lnTo>
                  <a:lnTo>
                    <a:pt x="3596" y="15"/>
                  </a:lnTo>
                  <a:lnTo>
                    <a:pt x="3597" y="15"/>
                  </a:lnTo>
                  <a:lnTo>
                    <a:pt x="3597" y="15"/>
                  </a:lnTo>
                  <a:lnTo>
                    <a:pt x="3598" y="30"/>
                  </a:lnTo>
                  <a:lnTo>
                    <a:pt x="3598" y="30"/>
                  </a:lnTo>
                  <a:lnTo>
                    <a:pt x="3599" y="30"/>
                  </a:lnTo>
                  <a:lnTo>
                    <a:pt x="3599" y="45"/>
                  </a:lnTo>
                  <a:lnTo>
                    <a:pt x="3599" y="45"/>
                  </a:lnTo>
                  <a:lnTo>
                    <a:pt x="3600" y="45"/>
                  </a:lnTo>
                  <a:lnTo>
                    <a:pt x="3601" y="45"/>
                  </a:lnTo>
                  <a:lnTo>
                    <a:pt x="3601" y="45"/>
                  </a:lnTo>
                  <a:lnTo>
                    <a:pt x="3601" y="45"/>
                  </a:lnTo>
                  <a:lnTo>
                    <a:pt x="3602" y="45"/>
                  </a:lnTo>
                  <a:lnTo>
                    <a:pt x="3602" y="45"/>
                  </a:lnTo>
                  <a:lnTo>
                    <a:pt x="3603" y="45"/>
                  </a:lnTo>
                  <a:lnTo>
                    <a:pt x="3603" y="45"/>
                  </a:lnTo>
                  <a:lnTo>
                    <a:pt x="3604" y="45"/>
                  </a:lnTo>
                  <a:lnTo>
                    <a:pt x="3604" y="30"/>
                  </a:lnTo>
                  <a:lnTo>
                    <a:pt x="3605" y="30"/>
                  </a:lnTo>
                  <a:lnTo>
                    <a:pt x="3605" y="30"/>
                  </a:lnTo>
                  <a:lnTo>
                    <a:pt x="3605" y="15"/>
                  </a:lnTo>
                  <a:lnTo>
                    <a:pt x="3606" y="15"/>
                  </a:lnTo>
                  <a:lnTo>
                    <a:pt x="3607" y="15"/>
                  </a:lnTo>
                  <a:lnTo>
                    <a:pt x="3607" y="15"/>
                  </a:lnTo>
                  <a:lnTo>
                    <a:pt x="3607" y="0"/>
                  </a:lnTo>
                  <a:lnTo>
                    <a:pt x="3608" y="0"/>
                  </a:lnTo>
                  <a:lnTo>
                    <a:pt x="3608" y="15"/>
                  </a:lnTo>
                  <a:lnTo>
                    <a:pt x="3609" y="15"/>
                  </a:lnTo>
                  <a:lnTo>
                    <a:pt x="3609" y="30"/>
                  </a:lnTo>
                  <a:lnTo>
                    <a:pt x="3610" y="45"/>
                  </a:lnTo>
                  <a:lnTo>
                    <a:pt x="3610" y="60"/>
                  </a:lnTo>
                  <a:lnTo>
                    <a:pt x="3610" y="75"/>
                  </a:lnTo>
                  <a:lnTo>
                    <a:pt x="3611" y="105"/>
                  </a:lnTo>
                  <a:lnTo>
                    <a:pt x="3611" y="135"/>
                  </a:lnTo>
                  <a:lnTo>
                    <a:pt x="3612" y="165"/>
                  </a:lnTo>
                  <a:lnTo>
                    <a:pt x="3612" y="195"/>
                  </a:lnTo>
                  <a:lnTo>
                    <a:pt x="3613" y="239"/>
                  </a:lnTo>
                  <a:lnTo>
                    <a:pt x="3613" y="284"/>
                  </a:lnTo>
                  <a:lnTo>
                    <a:pt x="3614" y="329"/>
                  </a:lnTo>
                  <a:lnTo>
                    <a:pt x="3614" y="374"/>
                  </a:lnTo>
                  <a:lnTo>
                    <a:pt x="3614" y="434"/>
                  </a:lnTo>
                  <a:lnTo>
                    <a:pt x="3615" y="479"/>
                  </a:lnTo>
                  <a:lnTo>
                    <a:pt x="3616" y="538"/>
                  </a:lnTo>
                  <a:lnTo>
                    <a:pt x="3616" y="583"/>
                  </a:lnTo>
                  <a:lnTo>
                    <a:pt x="3616" y="643"/>
                  </a:lnTo>
                  <a:lnTo>
                    <a:pt x="3617" y="688"/>
                  </a:lnTo>
                  <a:lnTo>
                    <a:pt x="3617" y="748"/>
                  </a:lnTo>
                  <a:lnTo>
                    <a:pt x="3618" y="793"/>
                  </a:lnTo>
                  <a:lnTo>
                    <a:pt x="3618" y="852"/>
                  </a:lnTo>
                  <a:lnTo>
                    <a:pt x="3619" y="897"/>
                  </a:lnTo>
                  <a:lnTo>
                    <a:pt x="3619" y="942"/>
                  </a:lnTo>
                  <a:lnTo>
                    <a:pt x="3620" y="1002"/>
                  </a:lnTo>
                  <a:lnTo>
                    <a:pt x="3620" y="1046"/>
                  </a:lnTo>
                  <a:lnTo>
                    <a:pt x="3621" y="1092"/>
                  </a:lnTo>
                  <a:lnTo>
                    <a:pt x="3621" y="1121"/>
                  </a:lnTo>
                  <a:lnTo>
                    <a:pt x="3621" y="1166"/>
                  </a:lnTo>
                  <a:lnTo>
                    <a:pt x="3622" y="1196"/>
                  </a:lnTo>
                  <a:lnTo>
                    <a:pt x="3622" y="1226"/>
                  </a:lnTo>
                  <a:lnTo>
                    <a:pt x="3623" y="1256"/>
                  </a:lnTo>
                  <a:lnTo>
                    <a:pt x="3623" y="1286"/>
                  </a:lnTo>
                  <a:lnTo>
                    <a:pt x="3624" y="1301"/>
                  </a:lnTo>
                  <a:lnTo>
                    <a:pt x="3624" y="1316"/>
                  </a:lnTo>
                  <a:lnTo>
                    <a:pt x="3625" y="1331"/>
                  </a:lnTo>
                  <a:lnTo>
                    <a:pt x="3625" y="1345"/>
                  </a:lnTo>
                  <a:lnTo>
                    <a:pt x="3625" y="1345"/>
                  </a:lnTo>
                  <a:lnTo>
                    <a:pt x="3626" y="1331"/>
                  </a:lnTo>
                  <a:lnTo>
                    <a:pt x="3627" y="1316"/>
                  </a:lnTo>
                  <a:lnTo>
                    <a:pt x="3627" y="1301"/>
                  </a:lnTo>
                  <a:lnTo>
                    <a:pt x="3627" y="1271"/>
                  </a:lnTo>
                  <a:lnTo>
                    <a:pt x="3628" y="1241"/>
                  </a:lnTo>
                  <a:lnTo>
                    <a:pt x="3628" y="1211"/>
                  </a:lnTo>
                  <a:lnTo>
                    <a:pt x="3629" y="1181"/>
                  </a:lnTo>
                  <a:lnTo>
                    <a:pt x="3629" y="1136"/>
                  </a:lnTo>
                  <a:lnTo>
                    <a:pt x="3630" y="1077"/>
                  </a:lnTo>
                  <a:lnTo>
                    <a:pt x="3630" y="1032"/>
                  </a:lnTo>
                  <a:lnTo>
                    <a:pt x="3631" y="972"/>
                  </a:lnTo>
                  <a:lnTo>
                    <a:pt x="3631" y="912"/>
                  </a:lnTo>
                  <a:lnTo>
                    <a:pt x="3631" y="837"/>
                  </a:lnTo>
                  <a:lnTo>
                    <a:pt x="3632" y="763"/>
                  </a:lnTo>
                  <a:lnTo>
                    <a:pt x="3633" y="673"/>
                  </a:lnTo>
                  <a:lnTo>
                    <a:pt x="3633" y="583"/>
                  </a:lnTo>
                  <a:lnTo>
                    <a:pt x="3633" y="494"/>
                  </a:lnTo>
                  <a:lnTo>
                    <a:pt x="3634" y="374"/>
                  </a:lnTo>
                  <a:lnTo>
                    <a:pt x="3634" y="269"/>
                  </a:lnTo>
                  <a:lnTo>
                    <a:pt x="3635" y="1256"/>
                  </a:lnTo>
                  <a:lnTo>
                    <a:pt x="3635" y="1256"/>
                  </a:lnTo>
                  <a:lnTo>
                    <a:pt x="3636" y="1256"/>
                  </a:lnTo>
                  <a:lnTo>
                    <a:pt x="3636" y="1256"/>
                  </a:lnTo>
                  <a:lnTo>
                    <a:pt x="3636" y="1241"/>
                  </a:lnTo>
                  <a:lnTo>
                    <a:pt x="3637" y="1241"/>
                  </a:lnTo>
                  <a:lnTo>
                    <a:pt x="3637" y="1241"/>
                  </a:lnTo>
                  <a:lnTo>
                    <a:pt x="3638" y="1241"/>
                  </a:lnTo>
                  <a:lnTo>
                    <a:pt x="3638" y="1241"/>
                  </a:lnTo>
                  <a:lnTo>
                    <a:pt x="3639" y="1241"/>
                  </a:lnTo>
                  <a:lnTo>
                    <a:pt x="3639" y="1241"/>
                  </a:lnTo>
                  <a:lnTo>
                    <a:pt x="3640" y="1241"/>
                  </a:lnTo>
                  <a:lnTo>
                    <a:pt x="3640" y="1241"/>
                  </a:lnTo>
                  <a:lnTo>
                    <a:pt x="3640" y="1241"/>
                  </a:lnTo>
                  <a:lnTo>
                    <a:pt x="3641" y="1241"/>
                  </a:lnTo>
                  <a:lnTo>
                    <a:pt x="3642" y="1241"/>
                  </a:lnTo>
                  <a:lnTo>
                    <a:pt x="3642" y="1241"/>
                  </a:lnTo>
                  <a:lnTo>
                    <a:pt x="3642" y="1241"/>
                  </a:lnTo>
                  <a:lnTo>
                    <a:pt x="3643" y="1241"/>
                  </a:lnTo>
                  <a:lnTo>
                    <a:pt x="3643" y="1241"/>
                  </a:lnTo>
                  <a:lnTo>
                    <a:pt x="3644" y="1241"/>
                  </a:lnTo>
                  <a:lnTo>
                    <a:pt x="3644" y="1241"/>
                  </a:lnTo>
                  <a:lnTo>
                    <a:pt x="3645" y="1241"/>
                  </a:lnTo>
                  <a:lnTo>
                    <a:pt x="3645" y="1241"/>
                  </a:lnTo>
                  <a:lnTo>
                    <a:pt x="3646" y="1241"/>
                  </a:lnTo>
                  <a:lnTo>
                    <a:pt x="3646" y="1241"/>
                  </a:lnTo>
                  <a:lnTo>
                    <a:pt x="3646" y="1241"/>
                  </a:lnTo>
                  <a:lnTo>
                    <a:pt x="3647" y="1241"/>
                  </a:lnTo>
                  <a:lnTo>
                    <a:pt x="3647" y="1241"/>
                  </a:lnTo>
                  <a:lnTo>
                    <a:pt x="3648" y="1241"/>
                  </a:lnTo>
                  <a:lnTo>
                    <a:pt x="3648" y="1241"/>
                  </a:lnTo>
                  <a:lnTo>
                    <a:pt x="3649" y="1241"/>
                  </a:lnTo>
                  <a:lnTo>
                    <a:pt x="3649" y="1226"/>
                  </a:lnTo>
                  <a:lnTo>
                    <a:pt x="3650" y="1226"/>
                  </a:lnTo>
                  <a:lnTo>
                    <a:pt x="3650" y="1226"/>
                  </a:lnTo>
                  <a:lnTo>
                    <a:pt x="3651" y="1226"/>
                  </a:lnTo>
                  <a:lnTo>
                    <a:pt x="3651" y="1226"/>
                  </a:lnTo>
                  <a:lnTo>
                    <a:pt x="3651" y="1211"/>
                  </a:lnTo>
                  <a:lnTo>
                    <a:pt x="3652" y="1211"/>
                  </a:lnTo>
                  <a:lnTo>
                    <a:pt x="3652" y="1211"/>
                  </a:lnTo>
                  <a:lnTo>
                    <a:pt x="3653" y="1196"/>
                  </a:lnTo>
                  <a:lnTo>
                    <a:pt x="3653" y="1196"/>
                  </a:lnTo>
                  <a:lnTo>
                    <a:pt x="3654" y="1196"/>
                  </a:lnTo>
                  <a:lnTo>
                    <a:pt x="3654" y="1196"/>
                  </a:lnTo>
                  <a:lnTo>
                    <a:pt x="3655" y="1181"/>
                  </a:lnTo>
                  <a:lnTo>
                    <a:pt x="3655" y="1181"/>
                  </a:lnTo>
                  <a:lnTo>
                    <a:pt x="3655" y="1181"/>
                  </a:lnTo>
                  <a:lnTo>
                    <a:pt x="3656" y="1181"/>
                  </a:lnTo>
                  <a:lnTo>
                    <a:pt x="3657" y="1181"/>
                  </a:lnTo>
                  <a:lnTo>
                    <a:pt x="3657" y="1181"/>
                  </a:lnTo>
                  <a:lnTo>
                    <a:pt x="3657" y="1166"/>
                  </a:lnTo>
                  <a:lnTo>
                    <a:pt x="3658" y="1166"/>
                  </a:lnTo>
                  <a:lnTo>
                    <a:pt x="3658" y="1166"/>
                  </a:lnTo>
                  <a:lnTo>
                    <a:pt x="3659" y="1166"/>
                  </a:lnTo>
                  <a:lnTo>
                    <a:pt x="3659" y="1151"/>
                  </a:lnTo>
                  <a:lnTo>
                    <a:pt x="3660" y="1151"/>
                  </a:lnTo>
                  <a:lnTo>
                    <a:pt x="3660" y="1151"/>
                  </a:lnTo>
                  <a:lnTo>
                    <a:pt x="3661" y="1151"/>
                  </a:lnTo>
                  <a:lnTo>
                    <a:pt x="3661" y="1136"/>
                  </a:lnTo>
                  <a:lnTo>
                    <a:pt x="3661" y="1136"/>
                  </a:lnTo>
                  <a:lnTo>
                    <a:pt x="3662" y="1136"/>
                  </a:lnTo>
                  <a:lnTo>
                    <a:pt x="3662" y="1136"/>
                  </a:lnTo>
                  <a:lnTo>
                    <a:pt x="3663" y="1136"/>
                  </a:lnTo>
                  <a:lnTo>
                    <a:pt x="3663" y="1136"/>
                  </a:lnTo>
                  <a:lnTo>
                    <a:pt x="3664" y="1121"/>
                  </a:lnTo>
                  <a:lnTo>
                    <a:pt x="3664" y="1121"/>
                  </a:lnTo>
                  <a:lnTo>
                    <a:pt x="3664" y="1121"/>
                  </a:lnTo>
                  <a:lnTo>
                    <a:pt x="3665" y="1121"/>
                  </a:lnTo>
                  <a:lnTo>
                    <a:pt x="3666" y="1107"/>
                  </a:lnTo>
                  <a:lnTo>
                    <a:pt x="3666" y="1107"/>
                  </a:lnTo>
                  <a:lnTo>
                    <a:pt x="3666" y="1107"/>
                  </a:lnTo>
                  <a:lnTo>
                    <a:pt x="3667" y="1107"/>
                  </a:lnTo>
                  <a:lnTo>
                    <a:pt x="3667" y="1107"/>
                  </a:lnTo>
                  <a:lnTo>
                    <a:pt x="3668" y="1107"/>
                  </a:lnTo>
                  <a:lnTo>
                    <a:pt x="3668" y="1092"/>
                  </a:lnTo>
                  <a:lnTo>
                    <a:pt x="3669" y="1092"/>
                  </a:lnTo>
                  <a:lnTo>
                    <a:pt x="3669" y="1092"/>
                  </a:lnTo>
                  <a:lnTo>
                    <a:pt x="3670" y="1092"/>
                  </a:lnTo>
                  <a:lnTo>
                    <a:pt x="3670" y="1092"/>
                  </a:lnTo>
                  <a:lnTo>
                    <a:pt x="3670" y="1092"/>
                  </a:lnTo>
                  <a:lnTo>
                    <a:pt x="3671" y="1092"/>
                  </a:lnTo>
                  <a:lnTo>
                    <a:pt x="3672" y="1092"/>
                  </a:lnTo>
                  <a:lnTo>
                    <a:pt x="3672" y="1092"/>
                  </a:lnTo>
                  <a:lnTo>
                    <a:pt x="3672" y="1092"/>
                  </a:lnTo>
                  <a:lnTo>
                    <a:pt x="3673" y="1092"/>
                  </a:lnTo>
                  <a:lnTo>
                    <a:pt x="3673" y="1092"/>
                  </a:lnTo>
                  <a:lnTo>
                    <a:pt x="3674" y="1092"/>
                  </a:lnTo>
                  <a:lnTo>
                    <a:pt x="3674" y="1092"/>
                  </a:lnTo>
                  <a:lnTo>
                    <a:pt x="3675" y="1092"/>
                  </a:lnTo>
                  <a:lnTo>
                    <a:pt x="3675" y="1092"/>
                  </a:lnTo>
                  <a:lnTo>
                    <a:pt x="3676" y="1107"/>
                  </a:lnTo>
                  <a:lnTo>
                    <a:pt x="3676" y="1092"/>
                  </a:lnTo>
                  <a:lnTo>
                    <a:pt x="3676" y="1092"/>
                  </a:lnTo>
                  <a:lnTo>
                    <a:pt x="3677" y="1092"/>
                  </a:lnTo>
                  <a:lnTo>
                    <a:pt x="3677" y="1092"/>
                  </a:lnTo>
                  <a:lnTo>
                    <a:pt x="3678" y="1092"/>
                  </a:lnTo>
                  <a:lnTo>
                    <a:pt x="3678" y="1092"/>
                  </a:lnTo>
                  <a:lnTo>
                    <a:pt x="3679" y="1092"/>
                  </a:lnTo>
                  <a:lnTo>
                    <a:pt x="3679" y="1092"/>
                  </a:lnTo>
                  <a:lnTo>
                    <a:pt x="3679" y="1077"/>
                  </a:lnTo>
                  <a:lnTo>
                    <a:pt x="3680" y="1077"/>
                  </a:lnTo>
                  <a:lnTo>
                    <a:pt x="3681" y="1077"/>
                  </a:lnTo>
                  <a:lnTo>
                    <a:pt x="3681" y="1077"/>
                  </a:lnTo>
                  <a:lnTo>
                    <a:pt x="3681" y="1061"/>
                  </a:lnTo>
                  <a:lnTo>
                    <a:pt x="3682" y="1061"/>
                  </a:lnTo>
                  <a:lnTo>
                    <a:pt x="3682" y="1061"/>
                  </a:lnTo>
                  <a:lnTo>
                    <a:pt x="3683" y="1061"/>
                  </a:lnTo>
                  <a:lnTo>
                    <a:pt x="3683" y="1046"/>
                  </a:lnTo>
                  <a:lnTo>
                    <a:pt x="3684" y="1046"/>
                  </a:lnTo>
                  <a:lnTo>
                    <a:pt x="3684" y="1046"/>
                  </a:lnTo>
                  <a:lnTo>
                    <a:pt x="3685" y="1046"/>
                  </a:lnTo>
                  <a:lnTo>
                    <a:pt x="3685" y="1032"/>
                  </a:lnTo>
                  <a:lnTo>
                    <a:pt x="3685" y="1032"/>
                  </a:lnTo>
                  <a:lnTo>
                    <a:pt x="3686" y="1032"/>
                  </a:lnTo>
                  <a:lnTo>
                    <a:pt x="3687" y="1032"/>
                  </a:lnTo>
                  <a:lnTo>
                    <a:pt x="3687" y="1032"/>
                  </a:lnTo>
                  <a:lnTo>
                    <a:pt x="3687" y="1032"/>
                  </a:lnTo>
                  <a:lnTo>
                    <a:pt x="3688" y="1032"/>
                  </a:lnTo>
                  <a:lnTo>
                    <a:pt x="3688" y="1032"/>
                  </a:lnTo>
                  <a:lnTo>
                    <a:pt x="3689" y="1032"/>
                  </a:lnTo>
                  <a:lnTo>
                    <a:pt x="3689" y="1032"/>
                  </a:lnTo>
                  <a:lnTo>
                    <a:pt x="3690" y="1032"/>
                  </a:lnTo>
                  <a:lnTo>
                    <a:pt x="3690" y="1032"/>
                  </a:lnTo>
                  <a:lnTo>
                    <a:pt x="3691" y="1032"/>
                  </a:lnTo>
                  <a:lnTo>
                    <a:pt x="3691" y="1032"/>
                  </a:lnTo>
                  <a:lnTo>
                    <a:pt x="3691" y="1032"/>
                  </a:lnTo>
                  <a:lnTo>
                    <a:pt x="3692" y="1032"/>
                  </a:lnTo>
                  <a:lnTo>
                    <a:pt x="3692" y="1032"/>
                  </a:lnTo>
                  <a:lnTo>
                    <a:pt x="3693" y="1032"/>
                  </a:lnTo>
                  <a:lnTo>
                    <a:pt x="3693" y="1032"/>
                  </a:lnTo>
                  <a:lnTo>
                    <a:pt x="3694" y="1032"/>
                  </a:lnTo>
                  <a:lnTo>
                    <a:pt x="3694" y="1032"/>
                  </a:lnTo>
                  <a:lnTo>
                    <a:pt x="3694" y="1032"/>
                  </a:lnTo>
                  <a:lnTo>
                    <a:pt x="3695" y="1046"/>
                  </a:lnTo>
                  <a:lnTo>
                    <a:pt x="3696" y="1046"/>
                  </a:lnTo>
                  <a:lnTo>
                    <a:pt x="3696" y="1046"/>
                  </a:lnTo>
                  <a:lnTo>
                    <a:pt x="3696" y="1046"/>
                  </a:lnTo>
                  <a:lnTo>
                    <a:pt x="3697" y="1046"/>
                  </a:lnTo>
                  <a:lnTo>
                    <a:pt x="3697" y="1046"/>
                  </a:lnTo>
                  <a:lnTo>
                    <a:pt x="3698" y="1046"/>
                  </a:lnTo>
                  <a:lnTo>
                    <a:pt x="3698" y="1046"/>
                  </a:lnTo>
                  <a:lnTo>
                    <a:pt x="3699" y="1046"/>
                  </a:lnTo>
                  <a:lnTo>
                    <a:pt x="3699" y="1046"/>
                  </a:lnTo>
                  <a:lnTo>
                    <a:pt x="3700" y="1046"/>
                  </a:lnTo>
                  <a:lnTo>
                    <a:pt x="3700" y="1046"/>
                  </a:lnTo>
                  <a:lnTo>
                    <a:pt x="3700" y="1046"/>
                  </a:lnTo>
                  <a:lnTo>
                    <a:pt x="3701" y="1061"/>
                  </a:lnTo>
                  <a:lnTo>
                    <a:pt x="3702" y="1061"/>
                  </a:lnTo>
                  <a:lnTo>
                    <a:pt x="3702" y="1061"/>
                  </a:lnTo>
                  <a:lnTo>
                    <a:pt x="3702" y="1061"/>
                  </a:lnTo>
                  <a:lnTo>
                    <a:pt x="3703" y="1061"/>
                  </a:lnTo>
                  <a:lnTo>
                    <a:pt x="3703" y="1061"/>
                  </a:lnTo>
                  <a:lnTo>
                    <a:pt x="3704" y="1061"/>
                  </a:lnTo>
                  <a:lnTo>
                    <a:pt x="3704" y="1061"/>
                  </a:lnTo>
                  <a:lnTo>
                    <a:pt x="3705" y="1046"/>
                  </a:lnTo>
                  <a:lnTo>
                    <a:pt x="3705" y="1046"/>
                  </a:lnTo>
                  <a:lnTo>
                    <a:pt x="3705" y="1046"/>
                  </a:lnTo>
                  <a:lnTo>
                    <a:pt x="3706" y="1046"/>
                  </a:lnTo>
                  <a:lnTo>
                    <a:pt x="3706" y="1046"/>
                  </a:lnTo>
                  <a:lnTo>
                    <a:pt x="3707" y="1046"/>
                  </a:lnTo>
                  <a:lnTo>
                    <a:pt x="3707" y="1032"/>
                  </a:lnTo>
                  <a:lnTo>
                    <a:pt x="3708" y="1032"/>
                  </a:lnTo>
                  <a:lnTo>
                    <a:pt x="3708" y="1032"/>
                  </a:lnTo>
                  <a:lnTo>
                    <a:pt x="3709" y="1032"/>
                  </a:lnTo>
                  <a:lnTo>
                    <a:pt x="3709" y="1032"/>
                  </a:lnTo>
                  <a:lnTo>
                    <a:pt x="3709" y="1032"/>
                  </a:lnTo>
                  <a:lnTo>
                    <a:pt x="3710" y="1032"/>
                  </a:lnTo>
                  <a:lnTo>
                    <a:pt x="3711" y="1032"/>
                  </a:lnTo>
                  <a:lnTo>
                    <a:pt x="3711" y="1032"/>
                  </a:lnTo>
                  <a:lnTo>
                    <a:pt x="3711" y="1032"/>
                  </a:lnTo>
                  <a:lnTo>
                    <a:pt x="3712" y="1032"/>
                  </a:lnTo>
                  <a:lnTo>
                    <a:pt x="3712" y="1032"/>
                  </a:lnTo>
                  <a:lnTo>
                    <a:pt x="3713" y="1032"/>
                  </a:lnTo>
                  <a:lnTo>
                    <a:pt x="3713" y="1032"/>
                  </a:lnTo>
                  <a:lnTo>
                    <a:pt x="3714" y="1032"/>
                  </a:lnTo>
                  <a:lnTo>
                    <a:pt x="3714" y="1017"/>
                  </a:lnTo>
                  <a:lnTo>
                    <a:pt x="3715" y="1017"/>
                  </a:lnTo>
                  <a:lnTo>
                    <a:pt x="3715" y="1017"/>
                  </a:lnTo>
                  <a:lnTo>
                    <a:pt x="3715" y="1017"/>
                  </a:lnTo>
                  <a:lnTo>
                    <a:pt x="3716" y="1002"/>
                  </a:lnTo>
                  <a:lnTo>
                    <a:pt x="3717" y="1002"/>
                  </a:lnTo>
                  <a:lnTo>
                    <a:pt x="3717" y="1002"/>
                  </a:lnTo>
                  <a:lnTo>
                    <a:pt x="3717" y="987"/>
                  </a:lnTo>
                  <a:lnTo>
                    <a:pt x="3718" y="987"/>
                  </a:lnTo>
                  <a:lnTo>
                    <a:pt x="3718" y="987"/>
                  </a:lnTo>
                  <a:lnTo>
                    <a:pt x="3719" y="987"/>
                  </a:lnTo>
                  <a:lnTo>
                    <a:pt x="3719" y="987"/>
                  </a:lnTo>
                  <a:lnTo>
                    <a:pt x="3720" y="972"/>
                  </a:lnTo>
                  <a:lnTo>
                    <a:pt x="3720" y="972"/>
                  </a:lnTo>
                  <a:lnTo>
                    <a:pt x="3720" y="972"/>
                  </a:lnTo>
                  <a:lnTo>
                    <a:pt x="3721" y="972"/>
                  </a:lnTo>
                  <a:lnTo>
                    <a:pt x="3721" y="957"/>
                  </a:lnTo>
                  <a:lnTo>
                    <a:pt x="3722" y="957"/>
                  </a:lnTo>
                  <a:lnTo>
                    <a:pt x="3722" y="957"/>
                  </a:lnTo>
                  <a:lnTo>
                    <a:pt x="3723" y="957"/>
                  </a:lnTo>
                </a:path>
              </a:pathLst>
            </a:custGeom>
            <a:noFill/>
            <a:ln w="9525" cap="flat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6">
              <a:extLst>
                <a:ext uri="{FF2B5EF4-FFF2-40B4-BE49-F238E27FC236}">
                  <a16:creationId xmlns:a16="http://schemas.microsoft.com/office/drawing/2014/main" id="{57FBF207-74F2-D797-B16A-E5B745283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159" y="2372176"/>
              <a:ext cx="5910263" cy="564848"/>
            </a:xfrm>
            <a:custGeom>
              <a:avLst/>
              <a:gdLst>
                <a:gd name="T0" fmla="*/ 58 w 3723"/>
                <a:gd name="T1" fmla="*/ 1032 h 1345"/>
                <a:gd name="T2" fmla="*/ 116 w 3723"/>
                <a:gd name="T3" fmla="*/ 703 h 1345"/>
                <a:gd name="T4" fmla="*/ 175 w 3723"/>
                <a:gd name="T5" fmla="*/ 553 h 1345"/>
                <a:gd name="T6" fmla="*/ 233 w 3723"/>
                <a:gd name="T7" fmla="*/ 763 h 1345"/>
                <a:gd name="T8" fmla="*/ 292 w 3723"/>
                <a:gd name="T9" fmla="*/ 523 h 1345"/>
                <a:gd name="T10" fmla="*/ 351 w 3723"/>
                <a:gd name="T11" fmla="*/ 224 h 1345"/>
                <a:gd name="T12" fmla="*/ 409 w 3723"/>
                <a:gd name="T13" fmla="*/ 0 h 1345"/>
                <a:gd name="T14" fmla="*/ 468 w 3723"/>
                <a:gd name="T15" fmla="*/ 1226 h 1345"/>
                <a:gd name="T16" fmla="*/ 527 w 3723"/>
                <a:gd name="T17" fmla="*/ 1032 h 1345"/>
                <a:gd name="T18" fmla="*/ 585 w 3723"/>
                <a:gd name="T19" fmla="*/ 673 h 1345"/>
                <a:gd name="T20" fmla="*/ 644 w 3723"/>
                <a:gd name="T21" fmla="*/ 598 h 1345"/>
                <a:gd name="T22" fmla="*/ 703 w 3723"/>
                <a:gd name="T23" fmla="*/ 718 h 1345"/>
                <a:gd name="T24" fmla="*/ 761 w 3723"/>
                <a:gd name="T25" fmla="*/ 419 h 1345"/>
                <a:gd name="T26" fmla="*/ 820 w 3723"/>
                <a:gd name="T27" fmla="*/ 105 h 1345"/>
                <a:gd name="T28" fmla="*/ 878 w 3723"/>
                <a:gd name="T29" fmla="*/ 15 h 1345"/>
                <a:gd name="T30" fmla="*/ 937 w 3723"/>
                <a:gd name="T31" fmla="*/ 1121 h 1345"/>
                <a:gd name="T32" fmla="*/ 996 w 3723"/>
                <a:gd name="T33" fmla="*/ 957 h 1345"/>
                <a:gd name="T34" fmla="*/ 1054 w 3723"/>
                <a:gd name="T35" fmla="*/ 718 h 1345"/>
                <a:gd name="T36" fmla="*/ 1113 w 3723"/>
                <a:gd name="T37" fmla="*/ 703 h 1345"/>
                <a:gd name="T38" fmla="*/ 1172 w 3723"/>
                <a:gd name="T39" fmla="*/ 673 h 1345"/>
                <a:gd name="T40" fmla="*/ 1230 w 3723"/>
                <a:gd name="T41" fmla="*/ 464 h 1345"/>
                <a:gd name="T42" fmla="*/ 1289 w 3723"/>
                <a:gd name="T43" fmla="*/ 120 h 1345"/>
                <a:gd name="T44" fmla="*/ 1348 w 3723"/>
                <a:gd name="T45" fmla="*/ 1046 h 1345"/>
                <a:gd name="T46" fmla="*/ 1406 w 3723"/>
                <a:gd name="T47" fmla="*/ 1092 h 1345"/>
                <a:gd name="T48" fmla="*/ 1465 w 3723"/>
                <a:gd name="T49" fmla="*/ 837 h 1345"/>
                <a:gd name="T50" fmla="*/ 1523 w 3723"/>
                <a:gd name="T51" fmla="*/ 643 h 1345"/>
                <a:gd name="T52" fmla="*/ 1582 w 3723"/>
                <a:gd name="T53" fmla="*/ 748 h 1345"/>
                <a:gd name="T54" fmla="*/ 1641 w 3723"/>
                <a:gd name="T55" fmla="*/ 613 h 1345"/>
                <a:gd name="T56" fmla="*/ 1699 w 3723"/>
                <a:gd name="T57" fmla="*/ 434 h 1345"/>
                <a:gd name="T58" fmla="*/ 1758 w 3723"/>
                <a:gd name="T59" fmla="*/ 150 h 1345"/>
                <a:gd name="T60" fmla="*/ 1817 w 3723"/>
                <a:gd name="T61" fmla="*/ 1256 h 1345"/>
                <a:gd name="T62" fmla="*/ 1875 w 3723"/>
                <a:gd name="T63" fmla="*/ 1032 h 1345"/>
                <a:gd name="T64" fmla="*/ 1934 w 3723"/>
                <a:gd name="T65" fmla="*/ 703 h 1345"/>
                <a:gd name="T66" fmla="*/ 1992 w 3723"/>
                <a:gd name="T67" fmla="*/ 553 h 1345"/>
                <a:gd name="T68" fmla="*/ 2051 w 3723"/>
                <a:gd name="T69" fmla="*/ 763 h 1345"/>
                <a:gd name="T70" fmla="*/ 2110 w 3723"/>
                <a:gd name="T71" fmla="*/ 538 h 1345"/>
                <a:gd name="T72" fmla="*/ 2168 w 3723"/>
                <a:gd name="T73" fmla="*/ 224 h 1345"/>
                <a:gd name="T74" fmla="*/ 2227 w 3723"/>
                <a:gd name="T75" fmla="*/ 15 h 1345"/>
                <a:gd name="T76" fmla="*/ 2285 w 3723"/>
                <a:gd name="T77" fmla="*/ 1226 h 1345"/>
                <a:gd name="T78" fmla="*/ 2344 w 3723"/>
                <a:gd name="T79" fmla="*/ 1032 h 1345"/>
                <a:gd name="T80" fmla="*/ 2403 w 3723"/>
                <a:gd name="T81" fmla="*/ 673 h 1345"/>
                <a:gd name="T82" fmla="*/ 2462 w 3723"/>
                <a:gd name="T83" fmla="*/ 583 h 1345"/>
                <a:gd name="T84" fmla="*/ 2520 w 3723"/>
                <a:gd name="T85" fmla="*/ 718 h 1345"/>
                <a:gd name="T86" fmla="*/ 2579 w 3723"/>
                <a:gd name="T87" fmla="*/ 419 h 1345"/>
                <a:gd name="T88" fmla="*/ 2637 w 3723"/>
                <a:gd name="T89" fmla="*/ 105 h 1345"/>
                <a:gd name="T90" fmla="*/ 2696 w 3723"/>
                <a:gd name="T91" fmla="*/ 30 h 1345"/>
                <a:gd name="T92" fmla="*/ 2755 w 3723"/>
                <a:gd name="T93" fmla="*/ 1121 h 1345"/>
                <a:gd name="T94" fmla="*/ 2813 w 3723"/>
                <a:gd name="T95" fmla="*/ 957 h 1345"/>
                <a:gd name="T96" fmla="*/ 2872 w 3723"/>
                <a:gd name="T97" fmla="*/ 718 h 1345"/>
                <a:gd name="T98" fmla="*/ 2930 w 3723"/>
                <a:gd name="T99" fmla="*/ 688 h 1345"/>
                <a:gd name="T100" fmla="*/ 2989 w 3723"/>
                <a:gd name="T101" fmla="*/ 673 h 1345"/>
                <a:gd name="T102" fmla="*/ 3048 w 3723"/>
                <a:gd name="T103" fmla="*/ 464 h 1345"/>
                <a:gd name="T104" fmla="*/ 3107 w 3723"/>
                <a:gd name="T105" fmla="*/ 120 h 1345"/>
                <a:gd name="T106" fmla="*/ 3165 w 3723"/>
                <a:gd name="T107" fmla="*/ 1002 h 1345"/>
                <a:gd name="T108" fmla="*/ 3224 w 3723"/>
                <a:gd name="T109" fmla="*/ 1092 h 1345"/>
                <a:gd name="T110" fmla="*/ 3282 w 3723"/>
                <a:gd name="T111" fmla="*/ 837 h 1345"/>
                <a:gd name="T112" fmla="*/ 3341 w 3723"/>
                <a:gd name="T113" fmla="*/ 643 h 1345"/>
                <a:gd name="T114" fmla="*/ 3400 w 3723"/>
                <a:gd name="T115" fmla="*/ 748 h 1345"/>
                <a:gd name="T116" fmla="*/ 3458 w 3723"/>
                <a:gd name="T117" fmla="*/ 613 h 1345"/>
                <a:gd name="T118" fmla="*/ 3517 w 3723"/>
                <a:gd name="T119" fmla="*/ 449 h 1345"/>
                <a:gd name="T120" fmla="*/ 3575 w 3723"/>
                <a:gd name="T121" fmla="*/ 150 h 1345"/>
                <a:gd name="T122" fmla="*/ 3634 w 3723"/>
                <a:gd name="T123" fmla="*/ 269 h 1345"/>
                <a:gd name="T124" fmla="*/ 3693 w 3723"/>
                <a:gd name="T125" fmla="*/ 1032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23" h="1345">
                  <a:moveTo>
                    <a:pt x="0" y="1256"/>
                  </a:moveTo>
                  <a:lnTo>
                    <a:pt x="0" y="1256"/>
                  </a:lnTo>
                  <a:lnTo>
                    <a:pt x="0" y="1241"/>
                  </a:lnTo>
                  <a:lnTo>
                    <a:pt x="1" y="1241"/>
                  </a:lnTo>
                  <a:lnTo>
                    <a:pt x="1" y="1241"/>
                  </a:lnTo>
                  <a:lnTo>
                    <a:pt x="2" y="1241"/>
                  </a:lnTo>
                  <a:lnTo>
                    <a:pt x="2" y="1241"/>
                  </a:lnTo>
                  <a:lnTo>
                    <a:pt x="3" y="1241"/>
                  </a:lnTo>
                  <a:lnTo>
                    <a:pt x="3" y="1241"/>
                  </a:lnTo>
                  <a:lnTo>
                    <a:pt x="4" y="1241"/>
                  </a:lnTo>
                  <a:lnTo>
                    <a:pt x="4" y="1241"/>
                  </a:lnTo>
                  <a:lnTo>
                    <a:pt x="4" y="1241"/>
                  </a:lnTo>
                  <a:lnTo>
                    <a:pt x="5" y="1241"/>
                  </a:lnTo>
                  <a:lnTo>
                    <a:pt x="5" y="1241"/>
                  </a:lnTo>
                  <a:lnTo>
                    <a:pt x="6" y="1241"/>
                  </a:lnTo>
                  <a:lnTo>
                    <a:pt x="6" y="1241"/>
                  </a:lnTo>
                  <a:lnTo>
                    <a:pt x="7" y="1241"/>
                  </a:lnTo>
                  <a:lnTo>
                    <a:pt x="7" y="1241"/>
                  </a:lnTo>
                  <a:lnTo>
                    <a:pt x="7" y="1241"/>
                  </a:lnTo>
                  <a:lnTo>
                    <a:pt x="8" y="1241"/>
                  </a:lnTo>
                  <a:lnTo>
                    <a:pt x="9" y="1241"/>
                  </a:lnTo>
                  <a:lnTo>
                    <a:pt x="9" y="1241"/>
                  </a:lnTo>
                  <a:lnTo>
                    <a:pt x="9" y="1241"/>
                  </a:lnTo>
                  <a:lnTo>
                    <a:pt x="10" y="1241"/>
                  </a:lnTo>
                  <a:lnTo>
                    <a:pt x="10" y="1241"/>
                  </a:lnTo>
                  <a:lnTo>
                    <a:pt x="11" y="1241"/>
                  </a:lnTo>
                  <a:lnTo>
                    <a:pt x="11" y="1241"/>
                  </a:lnTo>
                  <a:lnTo>
                    <a:pt x="12" y="1241"/>
                  </a:lnTo>
                  <a:lnTo>
                    <a:pt x="12" y="1241"/>
                  </a:lnTo>
                  <a:lnTo>
                    <a:pt x="13" y="1241"/>
                  </a:lnTo>
                  <a:lnTo>
                    <a:pt x="13" y="1226"/>
                  </a:lnTo>
                  <a:lnTo>
                    <a:pt x="13" y="1226"/>
                  </a:lnTo>
                  <a:lnTo>
                    <a:pt x="14" y="1226"/>
                  </a:lnTo>
                  <a:lnTo>
                    <a:pt x="15" y="1226"/>
                  </a:lnTo>
                  <a:lnTo>
                    <a:pt x="15" y="1226"/>
                  </a:lnTo>
                  <a:lnTo>
                    <a:pt x="15" y="1211"/>
                  </a:lnTo>
                  <a:lnTo>
                    <a:pt x="16" y="1211"/>
                  </a:lnTo>
                  <a:lnTo>
                    <a:pt x="16" y="1211"/>
                  </a:lnTo>
                  <a:lnTo>
                    <a:pt x="17" y="1196"/>
                  </a:lnTo>
                  <a:lnTo>
                    <a:pt x="17" y="1196"/>
                  </a:lnTo>
                  <a:lnTo>
                    <a:pt x="18" y="1196"/>
                  </a:lnTo>
                  <a:lnTo>
                    <a:pt x="18" y="1196"/>
                  </a:lnTo>
                  <a:lnTo>
                    <a:pt x="19" y="1181"/>
                  </a:lnTo>
                  <a:lnTo>
                    <a:pt x="19" y="1181"/>
                  </a:lnTo>
                  <a:lnTo>
                    <a:pt x="19" y="1181"/>
                  </a:lnTo>
                  <a:lnTo>
                    <a:pt x="20" y="1181"/>
                  </a:lnTo>
                  <a:lnTo>
                    <a:pt x="20" y="1181"/>
                  </a:lnTo>
                  <a:lnTo>
                    <a:pt x="21" y="1181"/>
                  </a:lnTo>
                  <a:lnTo>
                    <a:pt x="21" y="1166"/>
                  </a:lnTo>
                  <a:lnTo>
                    <a:pt x="22" y="1166"/>
                  </a:lnTo>
                  <a:lnTo>
                    <a:pt x="22" y="1166"/>
                  </a:lnTo>
                  <a:lnTo>
                    <a:pt x="22" y="1166"/>
                  </a:lnTo>
                  <a:lnTo>
                    <a:pt x="23" y="1151"/>
                  </a:lnTo>
                  <a:lnTo>
                    <a:pt x="24" y="1151"/>
                  </a:lnTo>
                  <a:lnTo>
                    <a:pt x="24" y="1151"/>
                  </a:lnTo>
                  <a:lnTo>
                    <a:pt x="24" y="1151"/>
                  </a:lnTo>
                  <a:lnTo>
                    <a:pt x="25" y="1136"/>
                  </a:lnTo>
                  <a:lnTo>
                    <a:pt x="25" y="1136"/>
                  </a:lnTo>
                  <a:lnTo>
                    <a:pt x="26" y="1136"/>
                  </a:lnTo>
                  <a:lnTo>
                    <a:pt x="26" y="1136"/>
                  </a:lnTo>
                  <a:lnTo>
                    <a:pt x="27" y="1136"/>
                  </a:lnTo>
                  <a:lnTo>
                    <a:pt x="27" y="1136"/>
                  </a:lnTo>
                  <a:lnTo>
                    <a:pt x="28" y="1121"/>
                  </a:lnTo>
                  <a:lnTo>
                    <a:pt x="28" y="1121"/>
                  </a:lnTo>
                  <a:lnTo>
                    <a:pt x="28" y="1121"/>
                  </a:lnTo>
                  <a:lnTo>
                    <a:pt x="29" y="1121"/>
                  </a:lnTo>
                  <a:lnTo>
                    <a:pt x="30" y="1107"/>
                  </a:lnTo>
                  <a:lnTo>
                    <a:pt x="30" y="1107"/>
                  </a:lnTo>
                  <a:lnTo>
                    <a:pt x="30" y="1107"/>
                  </a:lnTo>
                  <a:lnTo>
                    <a:pt x="31" y="1107"/>
                  </a:lnTo>
                  <a:lnTo>
                    <a:pt x="31" y="1107"/>
                  </a:lnTo>
                  <a:lnTo>
                    <a:pt x="32" y="1107"/>
                  </a:lnTo>
                  <a:lnTo>
                    <a:pt x="32" y="1092"/>
                  </a:lnTo>
                  <a:lnTo>
                    <a:pt x="33" y="1092"/>
                  </a:lnTo>
                  <a:lnTo>
                    <a:pt x="33" y="1092"/>
                  </a:lnTo>
                  <a:lnTo>
                    <a:pt x="33" y="1092"/>
                  </a:lnTo>
                  <a:lnTo>
                    <a:pt x="34" y="1092"/>
                  </a:lnTo>
                  <a:lnTo>
                    <a:pt x="34" y="1092"/>
                  </a:lnTo>
                  <a:lnTo>
                    <a:pt x="35" y="1092"/>
                  </a:lnTo>
                  <a:lnTo>
                    <a:pt x="35" y="1092"/>
                  </a:lnTo>
                  <a:lnTo>
                    <a:pt x="36" y="1092"/>
                  </a:lnTo>
                  <a:lnTo>
                    <a:pt x="36" y="1092"/>
                  </a:lnTo>
                  <a:lnTo>
                    <a:pt x="37" y="1092"/>
                  </a:lnTo>
                  <a:lnTo>
                    <a:pt x="37" y="1092"/>
                  </a:lnTo>
                  <a:lnTo>
                    <a:pt x="37" y="1092"/>
                  </a:lnTo>
                  <a:lnTo>
                    <a:pt x="38" y="1092"/>
                  </a:lnTo>
                  <a:lnTo>
                    <a:pt x="39" y="1092"/>
                  </a:lnTo>
                  <a:lnTo>
                    <a:pt x="39" y="1092"/>
                  </a:lnTo>
                  <a:lnTo>
                    <a:pt x="39" y="1107"/>
                  </a:lnTo>
                  <a:lnTo>
                    <a:pt x="40" y="1092"/>
                  </a:lnTo>
                  <a:lnTo>
                    <a:pt x="40" y="1092"/>
                  </a:lnTo>
                  <a:lnTo>
                    <a:pt x="41" y="1092"/>
                  </a:lnTo>
                  <a:lnTo>
                    <a:pt x="41" y="1092"/>
                  </a:lnTo>
                  <a:lnTo>
                    <a:pt x="42" y="1092"/>
                  </a:lnTo>
                  <a:lnTo>
                    <a:pt x="42" y="1092"/>
                  </a:lnTo>
                  <a:lnTo>
                    <a:pt x="43" y="1092"/>
                  </a:lnTo>
                  <a:lnTo>
                    <a:pt x="43" y="1092"/>
                  </a:lnTo>
                  <a:lnTo>
                    <a:pt x="43" y="1077"/>
                  </a:lnTo>
                  <a:lnTo>
                    <a:pt x="44" y="1077"/>
                  </a:lnTo>
                  <a:lnTo>
                    <a:pt x="45" y="1077"/>
                  </a:lnTo>
                  <a:lnTo>
                    <a:pt x="45" y="1077"/>
                  </a:lnTo>
                  <a:lnTo>
                    <a:pt x="45" y="1061"/>
                  </a:lnTo>
                  <a:lnTo>
                    <a:pt x="46" y="1061"/>
                  </a:lnTo>
                  <a:lnTo>
                    <a:pt x="46" y="1061"/>
                  </a:lnTo>
                  <a:lnTo>
                    <a:pt x="47" y="1061"/>
                  </a:lnTo>
                  <a:lnTo>
                    <a:pt x="47" y="1046"/>
                  </a:lnTo>
                  <a:lnTo>
                    <a:pt x="48" y="1046"/>
                  </a:lnTo>
                  <a:lnTo>
                    <a:pt x="48" y="1046"/>
                  </a:lnTo>
                  <a:lnTo>
                    <a:pt x="48" y="1046"/>
                  </a:lnTo>
                  <a:lnTo>
                    <a:pt x="49" y="1032"/>
                  </a:lnTo>
                  <a:lnTo>
                    <a:pt x="49" y="1032"/>
                  </a:lnTo>
                  <a:lnTo>
                    <a:pt x="50" y="1032"/>
                  </a:lnTo>
                  <a:lnTo>
                    <a:pt x="50" y="1032"/>
                  </a:lnTo>
                  <a:lnTo>
                    <a:pt x="51" y="1032"/>
                  </a:lnTo>
                  <a:lnTo>
                    <a:pt x="51" y="1032"/>
                  </a:lnTo>
                  <a:lnTo>
                    <a:pt x="52" y="1032"/>
                  </a:lnTo>
                  <a:lnTo>
                    <a:pt x="52" y="1032"/>
                  </a:lnTo>
                  <a:lnTo>
                    <a:pt x="52" y="1032"/>
                  </a:lnTo>
                  <a:lnTo>
                    <a:pt x="53" y="1032"/>
                  </a:lnTo>
                  <a:lnTo>
                    <a:pt x="54" y="1032"/>
                  </a:lnTo>
                  <a:lnTo>
                    <a:pt x="54" y="1032"/>
                  </a:lnTo>
                  <a:lnTo>
                    <a:pt x="54" y="1032"/>
                  </a:lnTo>
                  <a:lnTo>
                    <a:pt x="55" y="1032"/>
                  </a:lnTo>
                  <a:lnTo>
                    <a:pt x="55" y="1032"/>
                  </a:lnTo>
                  <a:lnTo>
                    <a:pt x="56" y="1032"/>
                  </a:lnTo>
                  <a:lnTo>
                    <a:pt x="56" y="1032"/>
                  </a:lnTo>
                  <a:lnTo>
                    <a:pt x="57" y="1032"/>
                  </a:lnTo>
                  <a:lnTo>
                    <a:pt x="57" y="1032"/>
                  </a:lnTo>
                  <a:lnTo>
                    <a:pt x="58" y="1032"/>
                  </a:lnTo>
                  <a:lnTo>
                    <a:pt x="58" y="1032"/>
                  </a:lnTo>
                  <a:lnTo>
                    <a:pt x="58" y="1032"/>
                  </a:lnTo>
                  <a:lnTo>
                    <a:pt x="59" y="1046"/>
                  </a:lnTo>
                  <a:lnTo>
                    <a:pt x="59" y="1046"/>
                  </a:lnTo>
                  <a:lnTo>
                    <a:pt x="60" y="1046"/>
                  </a:lnTo>
                  <a:lnTo>
                    <a:pt x="60" y="1046"/>
                  </a:lnTo>
                  <a:lnTo>
                    <a:pt x="61" y="1046"/>
                  </a:lnTo>
                  <a:lnTo>
                    <a:pt x="61" y="1046"/>
                  </a:lnTo>
                  <a:lnTo>
                    <a:pt x="62" y="1046"/>
                  </a:lnTo>
                  <a:lnTo>
                    <a:pt x="62" y="1046"/>
                  </a:lnTo>
                  <a:lnTo>
                    <a:pt x="63" y="1046"/>
                  </a:lnTo>
                  <a:lnTo>
                    <a:pt x="63" y="1046"/>
                  </a:lnTo>
                  <a:lnTo>
                    <a:pt x="63" y="1046"/>
                  </a:lnTo>
                  <a:lnTo>
                    <a:pt x="64" y="1046"/>
                  </a:lnTo>
                  <a:lnTo>
                    <a:pt x="64" y="1046"/>
                  </a:lnTo>
                  <a:lnTo>
                    <a:pt x="65" y="1061"/>
                  </a:lnTo>
                  <a:lnTo>
                    <a:pt x="65" y="1061"/>
                  </a:lnTo>
                  <a:lnTo>
                    <a:pt x="66" y="1061"/>
                  </a:lnTo>
                  <a:lnTo>
                    <a:pt x="66" y="1061"/>
                  </a:lnTo>
                  <a:lnTo>
                    <a:pt x="67" y="1061"/>
                  </a:lnTo>
                  <a:lnTo>
                    <a:pt x="67" y="1061"/>
                  </a:lnTo>
                  <a:lnTo>
                    <a:pt x="67" y="1061"/>
                  </a:lnTo>
                  <a:lnTo>
                    <a:pt x="68" y="1061"/>
                  </a:lnTo>
                  <a:lnTo>
                    <a:pt x="69" y="1046"/>
                  </a:lnTo>
                  <a:lnTo>
                    <a:pt x="69" y="1046"/>
                  </a:lnTo>
                  <a:lnTo>
                    <a:pt x="69" y="1046"/>
                  </a:lnTo>
                  <a:lnTo>
                    <a:pt x="70" y="1046"/>
                  </a:lnTo>
                  <a:lnTo>
                    <a:pt x="70" y="1046"/>
                  </a:lnTo>
                  <a:lnTo>
                    <a:pt x="71" y="1046"/>
                  </a:lnTo>
                  <a:lnTo>
                    <a:pt x="71" y="1032"/>
                  </a:lnTo>
                  <a:lnTo>
                    <a:pt x="72" y="1032"/>
                  </a:lnTo>
                  <a:lnTo>
                    <a:pt x="72" y="1032"/>
                  </a:lnTo>
                  <a:lnTo>
                    <a:pt x="73" y="1032"/>
                  </a:lnTo>
                  <a:lnTo>
                    <a:pt x="73" y="1032"/>
                  </a:lnTo>
                  <a:lnTo>
                    <a:pt x="73" y="1032"/>
                  </a:lnTo>
                  <a:lnTo>
                    <a:pt x="74" y="1032"/>
                  </a:lnTo>
                  <a:lnTo>
                    <a:pt x="74" y="1032"/>
                  </a:lnTo>
                  <a:lnTo>
                    <a:pt x="75" y="1032"/>
                  </a:lnTo>
                  <a:lnTo>
                    <a:pt x="75" y="1032"/>
                  </a:lnTo>
                  <a:lnTo>
                    <a:pt x="76" y="1032"/>
                  </a:lnTo>
                  <a:lnTo>
                    <a:pt x="76" y="1032"/>
                  </a:lnTo>
                  <a:lnTo>
                    <a:pt x="76" y="1032"/>
                  </a:lnTo>
                  <a:lnTo>
                    <a:pt x="77" y="1032"/>
                  </a:lnTo>
                  <a:lnTo>
                    <a:pt x="78" y="1032"/>
                  </a:lnTo>
                  <a:lnTo>
                    <a:pt x="78" y="1017"/>
                  </a:lnTo>
                  <a:lnTo>
                    <a:pt x="78" y="1017"/>
                  </a:lnTo>
                  <a:lnTo>
                    <a:pt x="79" y="1017"/>
                  </a:lnTo>
                  <a:lnTo>
                    <a:pt x="79" y="1017"/>
                  </a:lnTo>
                  <a:lnTo>
                    <a:pt x="80" y="1002"/>
                  </a:lnTo>
                  <a:lnTo>
                    <a:pt x="80" y="1002"/>
                  </a:lnTo>
                  <a:lnTo>
                    <a:pt x="81" y="1002"/>
                  </a:lnTo>
                  <a:lnTo>
                    <a:pt x="81" y="987"/>
                  </a:lnTo>
                  <a:lnTo>
                    <a:pt x="82" y="987"/>
                  </a:lnTo>
                  <a:lnTo>
                    <a:pt x="82" y="987"/>
                  </a:lnTo>
                  <a:lnTo>
                    <a:pt x="82" y="987"/>
                  </a:lnTo>
                  <a:lnTo>
                    <a:pt x="83" y="987"/>
                  </a:lnTo>
                  <a:lnTo>
                    <a:pt x="84" y="972"/>
                  </a:lnTo>
                  <a:lnTo>
                    <a:pt x="84" y="972"/>
                  </a:lnTo>
                  <a:lnTo>
                    <a:pt x="84" y="972"/>
                  </a:lnTo>
                  <a:lnTo>
                    <a:pt x="85" y="972"/>
                  </a:lnTo>
                  <a:lnTo>
                    <a:pt x="85" y="957"/>
                  </a:lnTo>
                  <a:lnTo>
                    <a:pt x="86" y="957"/>
                  </a:lnTo>
                  <a:lnTo>
                    <a:pt x="86" y="957"/>
                  </a:lnTo>
                  <a:lnTo>
                    <a:pt x="87" y="957"/>
                  </a:lnTo>
                  <a:lnTo>
                    <a:pt x="87" y="942"/>
                  </a:lnTo>
                  <a:lnTo>
                    <a:pt x="88" y="942"/>
                  </a:lnTo>
                  <a:lnTo>
                    <a:pt x="88" y="942"/>
                  </a:lnTo>
                  <a:lnTo>
                    <a:pt x="89" y="927"/>
                  </a:lnTo>
                  <a:lnTo>
                    <a:pt x="89" y="927"/>
                  </a:lnTo>
                  <a:lnTo>
                    <a:pt x="89" y="927"/>
                  </a:lnTo>
                  <a:lnTo>
                    <a:pt x="90" y="912"/>
                  </a:lnTo>
                  <a:lnTo>
                    <a:pt x="90" y="912"/>
                  </a:lnTo>
                  <a:lnTo>
                    <a:pt x="91" y="912"/>
                  </a:lnTo>
                  <a:lnTo>
                    <a:pt x="91" y="912"/>
                  </a:lnTo>
                  <a:lnTo>
                    <a:pt x="92" y="897"/>
                  </a:lnTo>
                  <a:lnTo>
                    <a:pt x="92" y="897"/>
                  </a:lnTo>
                  <a:lnTo>
                    <a:pt x="93" y="897"/>
                  </a:lnTo>
                  <a:lnTo>
                    <a:pt x="93" y="897"/>
                  </a:lnTo>
                  <a:lnTo>
                    <a:pt x="93" y="882"/>
                  </a:lnTo>
                  <a:lnTo>
                    <a:pt x="94" y="882"/>
                  </a:lnTo>
                  <a:lnTo>
                    <a:pt x="95" y="882"/>
                  </a:lnTo>
                  <a:lnTo>
                    <a:pt x="95" y="882"/>
                  </a:lnTo>
                  <a:lnTo>
                    <a:pt x="95" y="882"/>
                  </a:lnTo>
                  <a:lnTo>
                    <a:pt x="96" y="867"/>
                  </a:lnTo>
                  <a:lnTo>
                    <a:pt x="96" y="867"/>
                  </a:lnTo>
                  <a:lnTo>
                    <a:pt x="97" y="867"/>
                  </a:lnTo>
                  <a:lnTo>
                    <a:pt x="97" y="867"/>
                  </a:lnTo>
                  <a:lnTo>
                    <a:pt x="98" y="867"/>
                  </a:lnTo>
                  <a:lnTo>
                    <a:pt x="98" y="867"/>
                  </a:lnTo>
                  <a:lnTo>
                    <a:pt x="99" y="852"/>
                  </a:lnTo>
                  <a:lnTo>
                    <a:pt x="99" y="852"/>
                  </a:lnTo>
                  <a:lnTo>
                    <a:pt x="99" y="852"/>
                  </a:lnTo>
                  <a:lnTo>
                    <a:pt x="100" y="852"/>
                  </a:lnTo>
                  <a:lnTo>
                    <a:pt x="100" y="837"/>
                  </a:lnTo>
                  <a:lnTo>
                    <a:pt x="101" y="837"/>
                  </a:lnTo>
                  <a:lnTo>
                    <a:pt x="101" y="837"/>
                  </a:lnTo>
                  <a:lnTo>
                    <a:pt x="102" y="822"/>
                  </a:lnTo>
                  <a:lnTo>
                    <a:pt x="102" y="822"/>
                  </a:lnTo>
                  <a:lnTo>
                    <a:pt x="103" y="808"/>
                  </a:lnTo>
                  <a:lnTo>
                    <a:pt x="103" y="808"/>
                  </a:lnTo>
                  <a:lnTo>
                    <a:pt x="104" y="808"/>
                  </a:lnTo>
                  <a:lnTo>
                    <a:pt x="104" y="793"/>
                  </a:lnTo>
                  <a:lnTo>
                    <a:pt x="104" y="793"/>
                  </a:lnTo>
                  <a:lnTo>
                    <a:pt x="105" y="778"/>
                  </a:lnTo>
                  <a:lnTo>
                    <a:pt x="105" y="778"/>
                  </a:lnTo>
                  <a:lnTo>
                    <a:pt x="106" y="763"/>
                  </a:lnTo>
                  <a:lnTo>
                    <a:pt x="106" y="763"/>
                  </a:lnTo>
                  <a:lnTo>
                    <a:pt x="107" y="763"/>
                  </a:lnTo>
                  <a:lnTo>
                    <a:pt x="107" y="748"/>
                  </a:lnTo>
                  <a:lnTo>
                    <a:pt x="108" y="748"/>
                  </a:lnTo>
                  <a:lnTo>
                    <a:pt x="108" y="748"/>
                  </a:lnTo>
                  <a:lnTo>
                    <a:pt x="108" y="733"/>
                  </a:lnTo>
                  <a:lnTo>
                    <a:pt x="109" y="733"/>
                  </a:lnTo>
                  <a:lnTo>
                    <a:pt x="110" y="733"/>
                  </a:lnTo>
                  <a:lnTo>
                    <a:pt x="110" y="733"/>
                  </a:lnTo>
                  <a:lnTo>
                    <a:pt x="110" y="733"/>
                  </a:lnTo>
                  <a:lnTo>
                    <a:pt x="111" y="733"/>
                  </a:lnTo>
                  <a:lnTo>
                    <a:pt x="111" y="733"/>
                  </a:lnTo>
                  <a:lnTo>
                    <a:pt x="112" y="733"/>
                  </a:lnTo>
                  <a:lnTo>
                    <a:pt x="112" y="733"/>
                  </a:lnTo>
                  <a:lnTo>
                    <a:pt x="113" y="718"/>
                  </a:lnTo>
                  <a:lnTo>
                    <a:pt x="113" y="718"/>
                  </a:lnTo>
                  <a:lnTo>
                    <a:pt x="114" y="718"/>
                  </a:lnTo>
                  <a:lnTo>
                    <a:pt x="114" y="718"/>
                  </a:lnTo>
                  <a:lnTo>
                    <a:pt x="114" y="718"/>
                  </a:lnTo>
                  <a:lnTo>
                    <a:pt x="115" y="718"/>
                  </a:lnTo>
                  <a:lnTo>
                    <a:pt x="115" y="718"/>
                  </a:lnTo>
                  <a:lnTo>
                    <a:pt x="116" y="703"/>
                  </a:lnTo>
                  <a:lnTo>
                    <a:pt x="116" y="703"/>
                  </a:lnTo>
                  <a:lnTo>
                    <a:pt x="117" y="703"/>
                  </a:lnTo>
                  <a:lnTo>
                    <a:pt x="117" y="703"/>
                  </a:lnTo>
                  <a:lnTo>
                    <a:pt x="117" y="703"/>
                  </a:lnTo>
                  <a:lnTo>
                    <a:pt x="118" y="703"/>
                  </a:lnTo>
                  <a:lnTo>
                    <a:pt x="119" y="703"/>
                  </a:lnTo>
                  <a:lnTo>
                    <a:pt x="119" y="703"/>
                  </a:lnTo>
                  <a:lnTo>
                    <a:pt x="119" y="703"/>
                  </a:lnTo>
                  <a:lnTo>
                    <a:pt x="120" y="688"/>
                  </a:lnTo>
                  <a:lnTo>
                    <a:pt x="120" y="688"/>
                  </a:lnTo>
                  <a:lnTo>
                    <a:pt x="121" y="688"/>
                  </a:lnTo>
                  <a:lnTo>
                    <a:pt x="121" y="688"/>
                  </a:lnTo>
                  <a:lnTo>
                    <a:pt x="122" y="688"/>
                  </a:lnTo>
                  <a:lnTo>
                    <a:pt x="122" y="688"/>
                  </a:lnTo>
                  <a:lnTo>
                    <a:pt x="123" y="673"/>
                  </a:lnTo>
                  <a:lnTo>
                    <a:pt x="123" y="673"/>
                  </a:lnTo>
                  <a:lnTo>
                    <a:pt x="123" y="673"/>
                  </a:lnTo>
                  <a:lnTo>
                    <a:pt x="124" y="673"/>
                  </a:lnTo>
                  <a:lnTo>
                    <a:pt x="125" y="673"/>
                  </a:lnTo>
                  <a:lnTo>
                    <a:pt x="125" y="673"/>
                  </a:lnTo>
                  <a:lnTo>
                    <a:pt x="125" y="673"/>
                  </a:lnTo>
                  <a:lnTo>
                    <a:pt x="126" y="673"/>
                  </a:lnTo>
                  <a:lnTo>
                    <a:pt x="126" y="673"/>
                  </a:lnTo>
                  <a:lnTo>
                    <a:pt x="127" y="688"/>
                  </a:lnTo>
                  <a:lnTo>
                    <a:pt x="127" y="688"/>
                  </a:lnTo>
                  <a:lnTo>
                    <a:pt x="128" y="688"/>
                  </a:lnTo>
                  <a:lnTo>
                    <a:pt x="128" y="688"/>
                  </a:lnTo>
                  <a:lnTo>
                    <a:pt x="129" y="688"/>
                  </a:lnTo>
                  <a:lnTo>
                    <a:pt x="129" y="688"/>
                  </a:lnTo>
                  <a:lnTo>
                    <a:pt x="129" y="673"/>
                  </a:lnTo>
                  <a:lnTo>
                    <a:pt x="130" y="673"/>
                  </a:lnTo>
                  <a:lnTo>
                    <a:pt x="130" y="673"/>
                  </a:lnTo>
                  <a:lnTo>
                    <a:pt x="131" y="673"/>
                  </a:lnTo>
                  <a:lnTo>
                    <a:pt x="131" y="673"/>
                  </a:lnTo>
                  <a:lnTo>
                    <a:pt x="132" y="688"/>
                  </a:lnTo>
                  <a:lnTo>
                    <a:pt x="132" y="688"/>
                  </a:lnTo>
                  <a:lnTo>
                    <a:pt x="132" y="688"/>
                  </a:lnTo>
                  <a:lnTo>
                    <a:pt x="133" y="688"/>
                  </a:lnTo>
                  <a:lnTo>
                    <a:pt x="134" y="688"/>
                  </a:lnTo>
                  <a:lnTo>
                    <a:pt x="134" y="688"/>
                  </a:lnTo>
                  <a:lnTo>
                    <a:pt x="134" y="688"/>
                  </a:lnTo>
                  <a:lnTo>
                    <a:pt x="135" y="688"/>
                  </a:lnTo>
                  <a:lnTo>
                    <a:pt x="135" y="688"/>
                  </a:lnTo>
                  <a:lnTo>
                    <a:pt x="136" y="688"/>
                  </a:lnTo>
                  <a:lnTo>
                    <a:pt x="136" y="688"/>
                  </a:lnTo>
                  <a:lnTo>
                    <a:pt x="137" y="688"/>
                  </a:lnTo>
                  <a:lnTo>
                    <a:pt x="137" y="703"/>
                  </a:lnTo>
                  <a:lnTo>
                    <a:pt x="138" y="703"/>
                  </a:lnTo>
                  <a:lnTo>
                    <a:pt x="138" y="703"/>
                  </a:lnTo>
                  <a:lnTo>
                    <a:pt x="138" y="703"/>
                  </a:lnTo>
                  <a:lnTo>
                    <a:pt x="139" y="703"/>
                  </a:lnTo>
                  <a:lnTo>
                    <a:pt x="140" y="703"/>
                  </a:lnTo>
                  <a:lnTo>
                    <a:pt x="140" y="703"/>
                  </a:lnTo>
                  <a:lnTo>
                    <a:pt x="140" y="718"/>
                  </a:lnTo>
                  <a:lnTo>
                    <a:pt x="141" y="718"/>
                  </a:lnTo>
                  <a:lnTo>
                    <a:pt x="141" y="718"/>
                  </a:lnTo>
                  <a:lnTo>
                    <a:pt x="142" y="718"/>
                  </a:lnTo>
                  <a:lnTo>
                    <a:pt x="142" y="718"/>
                  </a:lnTo>
                  <a:lnTo>
                    <a:pt x="143" y="718"/>
                  </a:lnTo>
                  <a:lnTo>
                    <a:pt x="143" y="718"/>
                  </a:lnTo>
                  <a:lnTo>
                    <a:pt x="143" y="718"/>
                  </a:lnTo>
                  <a:lnTo>
                    <a:pt x="144" y="718"/>
                  </a:lnTo>
                  <a:lnTo>
                    <a:pt x="144" y="718"/>
                  </a:lnTo>
                  <a:lnTo>
                    <a:pt x="145" y="718"/>
                  </a:lnTo>
                  <a:lnTo>
                    <a:pt x="145" y="718"/>
                  </a:lnTo>
                  <a:lnTo>
                    <a:pt x="146" y="718"/>
                  </a:lnTo>
                  <a:lnTo>
                    <a:pt x="146" y="718"/>
                  </a:lnTo>
                  <a:lnTo>
                    <a:pt x="147" y="718"/>
                  </a:lnTo>
                  <a:lnTo>
                    <a:pt x="147" y="718"/>
                  </a:lnTo>
                  <a:lnTo>
                    <a:pt x="147" y="718"/>
                  </a:lnTo>
                  <a:lnTo>
                    <a:pt x="148" y="718"/>
                  </a:lnTo>
                  <a:lnTo>
                    <a:pt x="149" y="703"/>
                  </a:lnTo>
                  <a:lnTo>
                    <a:pt x="149" y="703"/>
                  </a:lnTo>
                  <a:lnTo>
                    <a:pt x="149" y="703"/>
                  </a:lnTo>
                  <a:lnTo>
                    <a:pt x="150" y="703"/>
                  </a:lnTo>
                  <a:lnTo>
                    <a:pt x="150" y="703"/>
                  </a:lnTo>
                  <a:lnTo>
                    <a:pt x="151" y="703"/>
                  </a:lnTo>
                  <a:lnTo>
                    <a:pt x="151" y="688"/>
                  </a:lnTo>
                  <a:lnTo>
                    <a:pt x="152" y="688"/>
                  </a:lnTo>
                  <a:lnTo>
                    <a:pt x="152" y="688"/>
                  </a:lnTo>
                  <a:lnTo>
                    <a:pt x="153" y="688"/>
                  </a:lnTo>
                  <a:lnTo>
                    <a:pt x="153" y="688"/>
                  </a:lnTo>
                  <a:lnTo>
                    <a:pt x="153" y="688"/>
                  </a:lnTo>
                  <a:lnTo>
                    <a:pt x="154" y="688"/>
                  </a:lnTo>
                  <a:lnTo>
                    <a:pt x="155" y="673"/>
                  </a:lnTo>
                  <a:lnTo>
                    <a:pt x="155" y="673"/>
                  </a:lnTo>
                  <a:lnTo>
                    <a:pt x="155" y="673"/>
                  </a:lnTo>
                  <a:lnTo>
                    <a:pt x="156" y="673"/>
                  </a:lnTo>
                  <a:lnTo>
                    <a:pt x="156" y="673"/>
                  </a:lnTo>
                  <a:lnTo>
                    <a:pt x="157" y="673"/>
                  </a:lnTo>
                  <a:lnTo>
                    <a:pt x="157" y="673"/>
                  </a:lnTo>
                  <a:lnTo>
                    <a:pt x="158" y="658"/>
                  </a:lnTo>
                  <a:lnTo>
                    <a:pt x="158" y="658"/>
                  </a:lnTo>
                  <a:lnTo>
                    <a:pt x="158" y="658"/>
                  </a:lnTo>
                  <a:lnTo>
                    <a:pt x="159" y="658"/>
                  </a:lnTo>
                  <a:lnTo>
                    <a:pt x="159" y="643"/>
                  </a:lnTo>
                  <a:lnTo>
                    <a:pt x="160" y="643"/>
                  </a:lnTo>
                  <a:lnTo>
                    <a:pt x="160" y="643"/>
                  </a:lnTo>
                  <a:lnTo>
                    <a:pt x="161" y="643"/>
                  </a:lnTo>
                  <a:lnTo>
                    <a:pt x="161" y="643"/>
                  </a:lnTo>
                  <a:lnTo>
                    <a:pt x="162" y="643"/>
                  </a:lnTo>
                  <a:lnTo>
                    <a:pt x="162" y="643"/>
                  </a:lnTo>
                  <a:lnTo>
                    <a:pt x="162" y="628"/>
                  </a:lnTo>
                  <a:lnTo>
                    <a:pt x="163" y="628"/>
                  </a:lnTo>
                  <a:lnTo>
                    <a:pt x="164" y="628"/>
                  </a:lnTo>
                  <a:lnTo>
                    <a:pt x="164" y="628"/>
                  </a:lnTo>
                  <a:lnTo>
                    <a:pt x="164" y="628"/>
                  </a:lnTo>
                  <a:lnTo>
                    <a:pt x="165" y="613"/>
                  </a:lnTo>
                  <a:lnTo>
                    <a:pt x="165" y="613"/>
                  </a:lnTo>
                  <a:lnTo>
                    <a:pt x="166" y="613"/>
                  </a:lnTo>
                  <a:lnTo>
                    <a:pt x="166" y="613"/>
                  </a:lnTo>
                  <a:lnTo>
                    <a:pt x="167" y="613"/>
                  </a:lnTo>
                  <a:lnTo>
                    <a:pt x="167" y="598"/>
                  </a:lnTo>
                  <a:lnTo>
                    <a:pt x="168" y="598"/>
                  </a:lnTo>
                  <a:lnTo>
                    <a:pt x="168" y="598"/>
                  </a:lnTo>
                  <a:lnTo>
                    <a:pt x="168" y="598"/>
                  </a:lnTo>
                  <a:lnTo>
                    <a:pt x="169" y="598"/>
                  </a:lnTo>
                  <a:lnTo>
                    <a:pt x="169" y="598"/>
                  </a:lnTo>
                  <a:lnTo>
                    <a:pt x="170" y="583"/>
                  </a:lnTo>
                  <a:lnTo>
                    <a:pt x="170" y="583"/>
                  </a:lnTo>
                  <a:lnTo>
                    <a:pt x="171" y="583"/>
                  </a:lnTo>
                  <a:lnTo>
                    <a:pt x="171" y="583"/>
                  </a:lnTo>
                  <a:lnTo>
                    <a:pt x="172" y="583"/>
                  </a:lnTo>
                  <a:lnTo>
                    <a:pt x="172" y="583"/>
                  </a:lnTo>
                  <a:lnTo>
                    <a:pt x="173" y="568"/>
                  </a:lnTo>
                  <a:lnTo>
                    <a:pt x="173" y="568"/>
                  </a:lnTo>
                  <a:lnTo>
                    <a:pt x="173" y="568"/>
                  </a:lnTo>
                  <a:lnTo>
                    <a:pt x="174" y="568"/>
                  </a:lnTo>
                  <a:lnTo>
                    <a:pt x="174" y="553"/>
                  </a:lnTo>
                  <a:lnTo>
                    <a:pt x="175" y="553"/>
                  </a:lnTo>
                  <a:lnTo>
                    <a:pt x="175" y="553"/>
                  </a:lnTo>
                  <a:lnTo>
                    <a:pt x="176" y="553"/>
                  </a:lnTo>
                  <a:lnTo>
                    <a:pt x="176" y="553"/>
                  </a:lnTo>
                  <a:lnTo>
                    <a:pt x="177" y="538"/>
                  </a:lnTo>
                  <a:lnTo>
                    <a:pt x="177" y="538"/>
                  </a:lnTo>
                  <a:lnTo>
                    <a:pt x="177" y="538"/>
                  </a:lnTo>
                  <a:lnTo>
                    <a:pt x="178" y="538"/>
                  </a:lnTo>
                  <a:lnTo>
                    <a:pt x="179" y="538"/>
                  </a:lnTo>
                  <a:lnTo>
                    <a:pt x="179" y="538"/>
                  </a:lnTo>
                  <a:lnTo>
                    <a:pt x="179" y="538"/>
                  </a:lnTo>
                  <a:lnTo>
                    <a:pt x="180" y="553"/>
                  </a:lnTo>
                  <a:lnTo>
                    <a:pt x="180" y="553"/>
                  </a:lnTo>
                  <a:lnTo>
                    <a:pt x="181" y="553"/>
                  </a:lnTo>
                  <a:lnTo>
                    <a:pt x="181" y="553"/>
                  </a:lnTo>
                  <a:lnTo>
                    <a:pt x="182" y="553"/>
                  </a:lnTo>
                  <a:lnTo>
                    <a:pt x="182" y="553"/>
                  </a:lnTo>
                  <a:lnTo>
                    <a:pt x="183" y="553"/>
                  </a:lnTo>
                  <a:lnTo>
                    <a:pt x="183" y="553"/>
                  </a:lnTo>
                  <a:lnTo>
                    <a:pt x="183" y="553"/>
                  </a:lnTo>
                  <a:lnTo>
                    <a:pt x="184" y="553"/>
                  </a:lnTo>
                  <a:lnTo>
                    <a:pt x="184" y="553"/>
                  </a:lnTo>
                  <a:lnTo>
                    <a:pt x="185" y="568"/>
                  </a:lnTo>
                  <a:lnTo>
                    <a:pt x="185" y="568"/>
                  </a:lnTo>
                  <a:lnTo>
                    <a:pt x="186" y="568"/>
                  </a:lnTo>
                  <a:lnTo>
                    <a:pt x="186" y="568"/>
                  </a:lnTo>
                  <a:lnTo>
                    <a:pt x="186" y="568"/>
                  </a:lnTo>
                  <a:lnTo>
                    <a:pt x="187" y="568"/>
                  </a:lnTo>
                  <a:lnTo>
                    <a:pt x="188" y="568"/>
                  </a:lnTo>
                  <a:lnTo>
                    <a:pt x="188" y="583"/>
                  </a:lnTo>
                  <a:lnTo>
                    <a:pt x="188" y="583"/>
                  </a:lnTo>
                  <a:lnTo>
                    <a:pt x="189" y="583"/>
                  </a:lnTo>
                  <a:lnTo>
                    <a:pt x="189" y="598"/>
                  </a:lnTo>
                  <a:lnTo>
                    <a:pt x="190" y="598"/>
                  </a:lnTo>
                  <a:lnTo>
                    <a:pt x="190" y="598"/>
                  </a:lnTo>
                  <a:lnTo>
                    <a:pt x="191" y="613"/>
                  </a:lnTo>
                  <a:lnTo>
                    <a:pt x="191" y="613"/>
                  </a:lnTo>
                  <a:lnTo>
                    <a:pt x="192" y="613"/>
                  </a:lnTo>
                  <a:lnTo>
                    <a:pt x="192" y="628"/>
                  </a:lnTo>
                  <a:lnTo>
                    <a:pt x="192" y="628"/>
                  </a:lnTo>
                  <a:lnTo>
                    <a:pt x="193" y="628"/>
                  </a:lnTo>
                  <a:lnTo>
                    <a:pt x="194" y="628"/>
                  </a:lnTo>
                  <a:lnTo>
                    <a:pt x="194" y="628"/>
                  </a:lnTo>
                  <a:lnTo>
                    <a:pt x="194" y="643"/>
                  </a:lnTo>
                  <a:lnTo>
                    <a:pt x="195" y="643"/>
                  </a:lnTo>
                  <a:lnTo>
                    <a:pt x="195" y="643"/>
                  </a:lnTo>
                  <a:lnTo>
                    <a:pt x="196" y="643"/>
                  </a:lnTo>
                  <a:lnTo>
                    <a:pt x="196" y="658"/>
                  </a:lnTo>
                  <a:lnTo>
                    <a:pt x="197" y="658"/>
                  </a:lnTo>
                  <a:lnTo>
                    <a:pt x="197" y="658"/>
                  </a:lnTo>
                  <a:lnTo>
                    <a:pt x="198" y="673"/>
                  </a:lnTo>
                  <a:lnTo>
                    <a:pt x="198" y="673"/>
                  </a:lnTo>
                  <a:lnTo>
                    <a:pt x="199" y="673"/>
                  </a:lnTo>
                  <a:lnTo>
                    <a:pt x="199" y="673"/>
                  </a:lnTo>
                  <a:lnTo>
                    <a:pt x="199" y="673"/>
                  </a:lnTo>
                  <a:lnTo>
                    <a:pt x="200" y="673"/>
                  </a:lnTo>
                  <a:lnTo>
                    <a:pt x="200" y="673"/>
                  </a:lnTo>
                  <a:lnTo>
                    <a:pt x="201" y="673"/>
                  </a:lnTo>
                  <a:lnTo>
                    <a:pt x="201" y="673"/>
                  </a:lnTo>
                  <a:lnTo>
                    <a:pt x="202" y="688"/>
                  </a:lnTo>
                  <a:lnTo>
                    <a:pt x="202" y="688"/>
                  </a:lnTo>
                  <a:lnTo>
                    <a:pt x="203" y="688"/>
                  </a:lnTo>
                  <a:lnTo>
                    <a:pt x="203" y="688"/>
                  </a:lnTo>
                  <a:lnTo>
                    <a:pt x="203" y="688"/>
                  </a:lnTo>
                  <a:lnTo>
                    <a:pt x="204" y="703"/>
                  </a:lnTo>
                  <a:lnTo>
                    <a:pt x="205" y="703"/>
                  </a:lnTo>
                  <a:lnTo>
                    <a:pt x="205" y="703"/>
                  </a:lnTo>
                  <a:lnTo>
                    <a:pt x="205" y="703"/>
                  </a:lnTo>
                  <a:lnTo>
                    <a:pt x="206" y="703"/>
                  </a:lnTo>
                  <a:lnTo>
                    <a:pt x="206" y="718"/>
                  </a:lnTo>
                  <a:lnTo>
                    <a:pt x="207" y="718"/>
                  </a:lnTo>
                  <a:lnTo>
                    <a:pt x="207" y="718"/>
                  </a:lnTo>
                  <a:lnTo>
                    <a:pt x="208" y="718"/>
                  </a:lnTo>
                  <a:lnTo>
                    <a:pt x="208" y="718"/>
                  </a:lnTo>
                  <a:lnTo>
                    <a:pt x="209" y="718"/>
                  </a:lnTo>
                  <a:lnTo>
                    <a:pt x="209" y="718"/>
                  </a:lnTo>
                  <a:lnTo>
                    <a:pt x="209" y="718"/>
                  </a:lnTo>
                  <a:lnTo>
                    <a:pt x="210" y="718"/>
                  </a:lnTo>
                  <a:lnTo>
                    <a:pt x="210" y="718"/>
                  </a:lnTo>
                  <a:lnTo>
                    <a:pt x="211" y="718"/>
                  </a:lnTo>
                  <a:lnTo>
                    <a:pt x="211" y="718"/>
                  </a:lnTo>
                  <a:lnTo>
                    <a:pt x="212" y="718"/>
                  </a:lnTo>
                  <a:lnTo>
                    <a:pt x="212" y="718"/>
                  </a:lnTo>
                  <a:lnTo>
                    <a:pt x="212" y="718"/>
                  </a:lnTo>
                  <a:lnTo>
                    <a:pt x="213" y="718"/>
                  </a:lnTo>
                  <a:lnTo>
                    <a:pt x="214" y="718"/>
                  </a:lnTo>
                  <a:lnTo>
                    <a:pt x="214" y="718"/>
                  </a:lnTo>
                  <a:lnTo>
                    <a:pt x="214" y="718"/>
                  </a:lnTo>
                  <a:lnTo>
                    <a:pt x="215" y="733"/>
                  </a:lnTo>
                  <a:lnTo>
                    <a:pt x="215" y="733"/>
                  </a:lnTo>
                  <a:lnTo>
                    <a:pt x="216" y="733"/>
                  </a:lnTo>
                  <a:lnTo>
                    <a:pt x="216" y="733"/>
                  </a:lnTo>
                  <a:lnTo>
                    <a:pt x="217" y="748"/>
                  </a:lnTo>
                  <a:lnTo>
                    <a:pt x="217" y="748"/>
                  </a:lnTo>
                  <a:lnTo>
                    <a:pt x="218" y="748"/>
                  </a:lnTo>
                  <a:lnTo>
                    <a:pt x="218" y="748"/>
                  </a:lnTo>
                  <a:lnTo>
                    <a:pt x="218" y="748"/>
                  </a:lnTo>
                  <a:lnTo>
                    <a:pt x="219" y="763"/>
                  </a:lnTo>
                  <a:lnTo>
                    <a:pt x="220" y="763"/>
                  </a:lnTo>
                  <a:lnTo>
                    <a:pt x="220" y="763"/>
                  </a:lnTo>
                  <a:lnTo>
                    <a:pt x="220" y="763"/>
                  </a:lnTo>
                  <a:lnTo>
                    <a:pt x="221" y="763"/>
                  </a:lnTo>
                  <a:lnTo>
                    <a:pt x="221" y="778"/>
                  </a:lnTo>
                  <a:lnTo>
                    <a:pt x="222" y="778"/>
                  </a:lnTo>
                  <a:lnTo>
                    <a:pt x="222" y="778"/>
                  </a:lnTo>
                  <a:lnTo>
                    <a:pt x="223" y="778"/>
                  </a:lnTo>
                  <a:lnTo>
                    <a:pt x="223" y="778"/>
                  </a:lnTo>
                  <a:lnTo>
                    <a:pt x="224" y="778"/>
                  </a:lnTo>
                  <a:lnTo>
                    <a:pt x="224" y="778"/>
                  </a:lnTo>
                  <a:lnTo>
                    <a:pt x="224" y="778"/>
                  </a:lnTo>
                  <a:lnTo>
                    <a:pt x="225" y="778"/>
                  </a:lnTo>
                  <a:lnTo>
                    <a:pt x="225" y="778"/>
                  </a:lnTo>
                  <a:lnTo>
                    <a:pt x="226" y="778"/>
                  </a:lnTo>
                  <a:lnTo>
                    <a:pt x="226" y="778"/>
                  </a:lnTo>
                  <a:lnTo>
                    <a:pt x="227" y="778"/>
                  </a:lnTo>
                  <a:lnTo>
                    <a:pt x="227" y="778"/>
                  </a:lnTo>
                  <a:lnTo>
                    <a:pt x="227" y="778"/>
                  </a:lnTo>
                  <a:lnTo>
                    <a:pt x="228" y="778"/>
                  </a:lnTo>
                  <a:lnTo>
                    <a:pt x="229" y="778"/>
                  </a:lnTo>
                  <a:lnTo>
                    <a:pt x="229" y="763"/>
                  </a:lnTo>
                  <a:lnTo>
                    <a:pt x="229" y="763"/>
                  </a:lnTo>
                  <a:lnTo>
                    <a:pt x="230" y="763"/>
                  </a:lnTo>
                  <a:lnTo>
                    <a:pt x="230" y="763"/>
                  </a:lnTo>
                  <a:lnTo>
                    <a:pt x="231" y="763"/>
                  </a:lnTo>
                  <a:lnTo>
                    <a:pt x="231" y="763"/>
                  </a:lnTo>
                  <a:lnTo>
                    <a:pt x="232" y="763"/>
                  </a:lnTo>
                  <a:lnTo>
                    <a:pt x="232" y="763"/>
                  </a:lnTo>
                  <a:lnTo>
                    <a:pt x="233" y="763"/>
                  </a:lnTo>
                  <a:lnTo>
                    <a:pt x="233" y="763"/>
                  </a:lnTo>
                  <a:lnTo>
                    <a:pt x="233" y="763"/>
                  </a:lnTo>
                  <a:lnTo>
                    <a:pt x="234" y="763"/>
                  </a:lnTo>
                  <a:lnTo>
                    <a:pt x="235" y="763"/>
                  </a:lnTo>
                  <a:lnTo>
                    <a:pt x="235" y="763"/>
                  </a:lnTo>
                  <a:lnTo>
                    <a:pt x="235" y="763"/>
                  </a:lnTo>
                  <a:lnTo>
                    <a:pt x="236" y="763"/>
                  </a:lnTo>
                  <a:lnTo>
                    <a:pt x="236" y="763"/>
                  </a:lnTo>
                  <a:lnTo>
                    <a:pt x="237" y="763"/>
                  </a:lnTo>
                  <a:lnTo>
                    <a:pt x="237" y="763"/>
                  </a:lnTo>
                  <a:lnTo>
                    <a:pt x="238" y="763"/>
                  </a:lnTo>
                  <a:lnTo>
                    <a:pt x="238" y="763"/>
                  </a:lnTo>
                  <a:lnTo>
                    <a:pt x="238" y="763"/>
                  </a:lnTo>
                  <a:lnTo>
                    <a:pt x="239" y="763"/>
                  </a:lnTo>
                  <a:lnTo>
                    <a:pt x="239" y="763"/>
                  </a:lnTo>
                  <a:lnTo>
                    <a:pt x="240" y="763"/>
                  </a:lnTo>
                  <a:lnTo>
                    <a:pt x="240" y="763"/>
                  </a:lnTo>
                  <a:lnTo>
                    <a:pt x="241" y="748"/>
                  </a:lnTo>
                  <a:lnTo>
                    <a:pt x="241" y="748"/>
                  </a:lnTo>
                  <a:lnTo>
                    <a:pt x="242" y="748"/>
                  </a:lnTo>
                  <a:lnTo>
                    <a:pt x="242" y="748"/>
                  </a:lnTo>
                  <a:lnTo>
                    <a:pt x="242" y="748"/>
                  </a:lnTo>
                  <a:lnTo>
                    <a:pt x="243" y="748"/>
                  </a:lnTo>
                  <a:lnTo>
                    <a:pt x="244" y="733"/>
                  </a:lnTo>
                  <a:lnTo>
                    <a:pt x="244" y="733"/>
                  </a:lnTo>
                  <a:lnTo>
                    <a:pt x="244" y="733"/>
                  </a:lnTo>
                  <a:lnTo>
                    <a:pt x="245" y="733"/>
                  </a:lnTo>
                  <a:lnTo>
                    <a:pt x="245" y="733"/>
                  </a:lnTo>
                  <a:lnTo>
                    <a:pt x="246" y="718"/>
                  </a:lnTo>
                  <a:lnTo>
                    <a:pt x="246" y="718"/>
                  </a:lnTo>
                  <a:lnTo>
                    <a:pt x="247" y="718"/>
                  </a:lnTo>
                  <a:lnTo>
                    <a:pt x="247" y="718"/>
                  </a:lnTo>
                  <a:lnTo>
                    <a:pt x="248" y="718"/>
                  </a:lnTo>
                  <a:lnTo>
                    <a:pt x="248" y="718"/>
                  </a:lnTo>
                  <a:lnTo>
                    <a:pt x="248" y="718"/>
                  </a:lnTo>
                  <a:lnTo>
                    <a:pt x="249" y="718"/>
                  </a:lnTo>
                  <a:lnTo>
                    <a:pt x="250" y="718"/>
                  </a:lnTo>
                  <a:lnTo>
                    <a:pt x="250" y="733"/>
                  </a:lnTo>
                  <a:lnTo>
                    <a:pt x="250" y="733"/>
                  </a:lnTo>
                  <a:lnTo>
                    <a:pt x="251" y="733"/>
                  </a:lnTo>
                  <a:lnTo>
                    <a:pt x="251" y="733"/>
                  </a:lnTo>
                  <a:lnTo>
                    <a:pt x="252" y="733"/>
                  </a:lnTo>
                  <a:lnTo>
                    <a:pt x="252" y="733"/>
                  </a:lnTo>
                  <a:lnTo>
                    <a:pt x="253" y="733"/>
                  </a:lnTo>
                  <a:lnTo>
                    <a:pt x="253" y="733"/>
                  </a:lnTo>
                  <a:lnTo>
                    <a:pt x="253" y="733"/>
                  </a:lnTo>
                  <a:lnTo>
                    <a:pt x="254" y="733"/>
                  </a:lnTo>
                  <a:lnTo>
                    <a:pt x="254" y="733"/>
                  </a:lnTo>
                  <a:lnTo>
                    <a:pt x="255" y="718"/>
                  </a:lnTo>
                  <a:lnTo>
                    <a:pt x="255" y="718"/>
                  </a:lnTo>
                  <a:lnTo>
                    <a:pt x="256" y="718"/>
                  </a:lnTo>
                  <a:lnTo>
                    <a:pt x="256" y="718"/>
                  </a:lnTo>
                  <a:lnTo>
                    <a:pt x="257" y="718"/>
                  </a:lnTo>
                  <a:lnTo>
                    <a:pt x="257" y="703"/>
                  </a:lnTo>
                  <a:lnTo>
                    <a:pt x="257" y="703"/>
                  </a:lnTo>
                  <a:lnTo>
                    <a:pt x="258" y="703"/>
                  </a:lnTo>
                  <a:lnTo>
                    <a:pt x="259" y="688"/>
                  </a:lnTo>
                  <a:lnTo>
                    <a:pt x="259" y="688"/>
                  </a:lnTo>
                  <a:lnTo>
                    <a:pt x="259" y="688"/>
                  </a:lnTo>
                  <a:lnTo>
                    <a:pt x="260" y="688"/>
                  </a:lnTo>
                  <a:lnTo>
                    <a:pt x="260" y="688"/>
                  </a:lnTo>
                  <a:lnTo>
                    <a:pt x="261" y="673"/>
                  </a:lnTo>
                  <a:lnTo>
                    <a:pt x="261" y="673"/>
                  </a:lnTo>
                  <a:lnTo>
                    <a:pt x="262" y="673"/>
                  </a:lnTo>
                  <a:lnTo>
                    <a:pt x="262" y="673"/>
                  </a:lnTo>
                  <a:lnTo>
                    <a:pt x="263" y="673"/>
                  </a:lnTo>
                  <a:lnTo>
                    <a:pt x="263" y="673"/>
                  </a:lnTo>
                  <a:lnTo>
                    <a:pt x="263" y="673"/>
                  </a:lnTo>
                  <a:lnTo>
                    <a:pt x="264" y="673"/>
                  </a:lnTo>
                  <a:lnTo>
                    <a:pt x="264" y="673"/>
                  </a:lnTo>
                  <a:lnTo>
                    <a:pt x="265" y="673"/>
                  </a:lnTo>
                  <a:lnTo>
                    <a:pt x="265" y="673"/>
                  </a:lnTo>
                  <a:lnTo>
                    <a:pt x="266" y="673"/>
                  </a:lnTo>
                  <a:lnTo>
                    <a:pt x="266" y="673"/>
                  </a:lnTo>
                  <a:lnTo>
                    <a:pt x="267" y="673"/>
                  </a:lnTo>
                  <a:lnTo>
                    <a:pt x="267" y="673"/>
                  </a:lnTo>
                  <a:lnTo>
                    <a:pt x="268" y="673"/>
                  </a:lnTo>
                  <a:lnTo>
                    <a:pt x="268" y="673"/>
                  </a:lnTo>
                  <a:lnTo>
                    <a:pt x="268" y="673"/>
                  </a:lnTo>
                  <a:lnTo>
                    <a:pt x="269" y="673"/>
                  </a:lnTo>
                  <a:lnTo>
                    <a:pt x="269" y="673"/>
                  </a:lnTo>
                  <a:lnTo>
                    <a:pt x="270" y="673"/>
                  </a:lnTo>
                  <a:lnTo>
                    <a:pt x="270" y="658"/>
                  </a:lnTo>
                  <a:lnTo>
                    <a:pt x="271" y="658"/>
                  </a:lnTo>
                  <a:lnTo>
                    <a:pt x="271" y="658"/>
                  </a:lnTo>
                  <a:lnTo>
                    <a:pt x="272" y="658"/>
                  </a:lnTo>
                  <a:lnTo>
                    <a:pt x="272" y="658"/>
                  </a:lnTo>
                  <a:lnTo>
                    <a:pt x="272" y="658"/>
                  </a:lnTo>
                  <a:lnTo>
                    <a:pt x="273" y="658"/>
                  </a:lnTo>
                  <a:lnTo>
                    <a:pt x="274" y="643"/>
                  </a:lnTo>
                  <a:lnTo>
                    <a:pt x="274" y="643"/>
                  </a:lnTo>
                  <a:lnTo>
                    <a:pt x="274" y="643"/>
                  </a:lnTo>
                  <a:lnTo>
                    <a:pt x="275" y="643"/>
                  </a:lnTo>
                  <a:lnTo>
                    <a:pt x="275" y="628"/>
                  </a:lnTo>
                  <a:lnTo>
                    <a:pt x="276" y="628"/>
                  </a:lnTo>
                  <a:lnTo>
                    <a:pt x="276" y="628"/>
                  </a:lnTo>
                  <a:lnTo>
                    <a:pt x="277" y="613"/>
                  </a:lnTo>
                  <a:lnTo>
                    <a:pt x="277" y="613"/>
                  </a:lnTo>
                  <a:lnTo>
                    <a:pt x="278" y="613"/>
                  </a:lnTo>
                  <a:lnTo>
                    <a:pt x="278" y="598"/>
                  </a:lnTo>
                  <a:lnTo>
                    <a:pt x="278" y="598"/>
                  </a:lnTo>
                  <a:lnTo>
                    <a:pt x="279" y="598"/>
                  </a:lnTo>
                  <a:lnTo>
                    <a:pt x="279" y="583"/>
                  </a:lnTo>
                  <a:lnTo>
                    <a:pt x="280" y="583"/>
                  </a:lnTo>
                  <a:lnTo>
                    <a:pt x="280" y="583"/>
                  </a:lnTo>
                  <a:lnTo>
                    <a:pt x="281" y="568"/>
                  </a:lnTo>
                  <a:lnTo>
                    <a:pt x="281" y="568"/>
                  </a:lnTo>
                  <a:lnTo>
                    <a:pt x="282" y="568"/>
                  </a:lnTo>
                  <a:lnTo>
                    <a:pt x="282" y="568"/>
                  </a:lnTo>
                  <a:lnTo>
                    <a:pt x="283" y="568"/>
                  </a:lnTo>
                  <a:lnTo>
                    <a:pt x="283" y="568"/>
                  </a:lnTo>
                  <a:lnTo>
                    <a:pt x="283" y="568"/>
                  </a:lnTo>
                  <a:lnTo>
                    <a:pt x="284" y="568"/>
                  </a:lnTo>
                  <a:lnTo>
                    <a:pt x="284" y="568"/>
                  </a:lnTo>
                  <a:lnTo>
                    <a:pt x="285" y="568"/>
                  </a:lnTo>
                  <a:lnTo>
                    <a:pt x="285" y="568"/>
                  </a:lnTo>
                  <a:lnTo>
                    <a:pt x="286" y="553"/>
                  </a:lnTo>
                  <a:lnTo>
                    <a:pt x="286" y="553"/>
                  </a:lnTo>
                  <a:lnTo>
                    <a:pt x="287" y="553"/>
                  </a:lnTo>
                  <a:lnTo>
                    <a:pt x="287" y="553"/>
                  </a:lnTo>
                  <a:lnTo>
                    <a:pt x="287" y="553"/>
                  </a:lnTo>
                  <a:lnTo>
                    <a:pt x="288" y="553"/>
                  </a:lnTo>
                  <a:lnTo>
                    <a:pt x="289" y="553"/>
                  </a:lnTo>
                  <a:lnTo>
                    <a:pt x="289" y="553"/>
                  </a:lnTo>
                  <a:lnTo>
                    <a:pt x="289" y="553"/>
                  </a:lnTo>
                  <a:lnTo>
                    <a:pt x="290" y="538"/>
                  </a:lnTo>
                  <a:lnTo>
                    <a:pt x="290" y="538"/>
                  </a:lnTo>
                  <a:lnTo>
                    <a:pt x="291" y="538"/>
                  </a:lnTo>
                  <a:lnTo>
                    <a:pt x="291" y="538"/>
                  </a:lnTo>
                  <a:lnTo>
                    <a:pt x="292" y="538"/>
                  </a:lnTo>
                  <a:lnTo>
                    <a:pt x="292" y="523"/>
                  </a:lnTo>
                  <a:lnTo>
                    <a:pt x="293" y="523"/>
                  </a:lnTo>
                  <a:lnTo>
                    <a:pt x="293" y="523"/>
                  </a:lnTo>
                  <a:lnTo>
                    <a:pt x="293" y="523"/>
                  </a:lnTo>
                  <a:lnTo>
                    <a:pt x="294" y="509"/>
                  </a:lnTo>
                  <a:lnTo>
                    <a:pt x="294" y="509"/>
                  </a:lnTo>
                  <a:lnTo>
                    <a:pt x="295" y="509"/>
                  </a:lnTo>
                  <a:lnTo>
                    <a:pt x="295" y="494"/>
                  </a:lnTo>
                  <a:lnTo>
                    <a:pt x="296" y="494"/>
                  </a:lnTo>
                  <a:lnTo>
                    <a:pt x="296" y="494"/>
                  </a:lnTo>
                  <a:lnTo>
                    <a:pt x="296" y="479"/>
                  </a:lnTo>
                  <a:lnTo>
                    <a:pt x="297" y="479"/>
                  </a:lnTo>
                  <a:lnTo>
                    <a:pt x="298" y="464"/>
                  </a:lnTo>
                  <a:lnTo>
                    <a:pt x="298" y="464"/>
                  </a:lnTo>
                  <a:lnTo>
                    <a:pt x="298" y="464"/>
                  </a:lnTo>
                  <a:lnTo>
                    <a:pt x="299" y="449"/>
                  </a:lnTo>
                  <a:lnTo>
                    <a:pt x="299" y="449"/>
                  </a:lnTo>
                  <a:lnTo>
                    <a:pt x="300" y="449"/>
                  </a:lnTo>
                  <a:lnTo>
                    <a:pt x="300" y="449"/>
                  </a:lnTo>
                  <a:lnTo>
                    <a:pt x="301" y="449"/>
                  </a:lnTo>
                  <a:lnTo>
                    <a:pt x="301" y="434"/>
                  </a:lnTo>
                  <a:lnTo>
                    <a:pt x="302" y="434"/>
                  </a:lnTo>
                  <a:lnTo>
                    <a:pt x="302" y="434"/>
                  </a:lnTo>
                  <a:lnTo>
                    <a:pt x="302" y="434"/>
                  </a:lnTo>
                  <a:lnTo>
                    <a:pt x="303" y="434"/>
                  </a:lnTo>
                  <a:lnTo>
                    <a:pt x="304" y="434"/>
                  </a:lnTo>
                  <a:lnTo>
                    <a:pt x="304" y="419"/>
                  </a:lnTo>
                  <a:lnTo>
                    <a:pt x="304" y="419"/>
                  </a:lnTo>
                  <a:lnTo>
                    <a:pt x="305" y="419"/>
                  </a:lnTo>
                  <a:lnTo>
                    <a:pt x="305" y="419"/>
                  </a:lnTo>
                  <a:lnTo>
                    <a:pt x="306" y="419"/>
                  </a:lnTo>
                  <a:lnTo>
                    <a:pt x="306" y="419"/>
                  </a:lnTo>
                  <a:lnTo>
                    <a:pt x="307" y="419"/>
                  </a:lnTo>
                  <a:lnTo>
                    <a:pt x="307" y="419"/>
                  </a:lnTo>
                  <a:lnTo>
                    <a:pt x="308" y="434"/>
                  </a:lnTo>
                  <a:lnTo>
                    <a:pt x="308" y="434"/>
                  </a:lnTo>
                  <a:lnTo>
                    <a:pt x="309" y="434"/>
                  </a:lnTo>
                  <a:lnTo>
                    <a:pt x="309" y="434"/>
                  </a:lnTo>
                  <a:lnTo>
                    <a:pt x="309" y="419"/>
                  </a:lnTo>
                  <a:lnTo>
                    <a:pt x="310" y="419"/>
                  </a:lnTo>
                  <a:lnTo>
                    <a:pt x="310" y="419"/>
                  </a:lnTo>
                  <a:lnTo>
                    <a:pt x="311" y="419"/>
                  </a:lnTo>
                  <a:lnTo>
                    <a:pt x="311" y="419"/>
                  </a:lnTo>
                  <a:lnTo>
                    <a:pt x="312" y="419"/>
                  </a:lnTo>
                  <a:lnTo>
                    <a:pt x="312" y="419"/>
                  </a:lnTo>
                  <a:lnTo>
                    <a:pt x="313" y="419"/>
                  </a:lnTo>
                  <a:lnTo>
                    <a:pt x="313" y="419"/>
                  </a:lnTo>
                  <a:lnTo>
                    <a:pt x="313" y="419"/>
                  </a:lnTo>
                  <a:lnTo>
                    <a:pt x="314" y="419"/>
                  </a:lnTo>
                  <a:lnTo>
                    <a:pt x="315" y="419"/>
                  </a:lnTo>
                  <a:lnTo>
                    <a:pt x="315" y="419"/>
                  </a:lnTo>
                  <a:lnTo>
                    <a:pt x="315" y="434"/>
                  </a:lnTo>
                  <a:lnTo>
                    <a:pt x="316" y="434"/>
                  </a:lnTo>
                  <a:lnTo>
                    <a:pt x="316" y="434"/>
                  </a:lnTo>
                  <a:lnTo>
                    <a:pt x="317" y="434"/>
                  </a:lnTo>
                  <a:lnTo>
                    <a:pt x="317" y="434"/>
                  </a:lnTo>
                  <a:lnTo>
                    <a:pt x="318" y="434"/>
                  </a:lnTo>
                  <a:lnTo>
                    <a:pt x="318" y="434"/>
                  </a:lnTo>
                  <a:lnTo>
                    <a:pt x="319" y="449"/>
                  </a:lnTo>
                  <a:lnTo>
                    <a:pt x="319" y="449"/>
                  </a:lnTo>
                  <a:lnTo>
                    <a:pt x="319" y="449"/>
                  </a:lnTo>
                  <a:lnTo>
                    <a:pt x="320" y="449"/>
                  </a:lnTo>
                  <a:lnTo>
                    <a:pt x="320" y="464"/>
                  </a:lnTo>
                  <a:lnTo>
                    <a:pt x="321" y="464"/>
                  </a:lnTo>
                  <a:lnTo>
                    <a:pt x="321" y="464"/>
                  </a:lnTo>
                  <a:lnTo>
                    <a:pt x="322" y="464"/>
                  </a:lnTo>
                  <a:lnTo>
                    <a:pt x="322" y="464"/>
                  </a:lnTo>
                  <a:lnTo>
                    <a:pt x="322" y="464"/>
                  </a:lnTo>
                  <a:lnTo>
                    <a:pt x="323" y="464"/>
                  </a:lnTo>
                  <a:lnTo>
                    <a:pt x="324" y="464"/>
                  </a:lnTo>
                  <a:lnTo>
                    <a:pt x="324" y="464"/>
                  </a:lnTo>
                  <a:lnTo>
                    <a:pt x="324" y="464"/>
                  </a:lnTo>
                  <a:lnTo>
                    <a:pt x="325" y="464"/>
                  </a:lnTo>
                  <a:lnTo>
                    <a:pt x="325" y="464"/>
                  </a:lnTo>
                  <a:lnTo>
                    <a:pt x="326" y="464"/>
                  </a:lnTo>
                  <a:lnTo>
                    <a:pt x="326" y="464"/>
                  </a:lnTo>
                  <a:lnTo>
                    <a:pt x="327" y="464"/>
                  </a:lnTo>
                  <a:lnTo>
                    <a:pt x="327" y="464"/>
                  </a:lnTo>
                  <a:lnTo>
                    <a:pt x="328" y="464"/>
                  </a:lnTo>
                  <a:lnTo>
                    <a:pt x="328" y="464"/>
                  </a:lnTo>
                  <a:lnTo>
                    <a:pt x="328" y="464"/>
                  </a:lnTo>
                  <a:lnTo>
                    <a:pt x="329" y="464"/>
                  </a:lnTo>
                  <a:lnTo>
                    <a:pt x="330" y="464"/>
                  </a:lnTo>
                  <a:lnTo>
                    <a:pt x="330" y="464"/>
                  </a:lnTo>
                  <a:lnTo>
                    <a:pt x="330" y="464"/>
                  </a:lnTo>
                  <a:lnTo>
                    <a:pt x="331" y="464"/>
                  </a:lnTo>
                  <a:lnTo>
                    <a:pt x="331" y="464"/>
                  </a:lnTo>
                  <a:lnTo>
                    <a:pt x="332" y="464"/>
                  </a:lnTo>
                  <a:lnTo>
                    <a:pt x="332" y="464"/>
                  </a:lnTo>
                  <a:lnTo>
                    <a:pt x="333" y="464"/>
                  </a:lnTo>
                  <a:lnTo>
                    <a:pt x="333" y="449"/>
                  </a:lnTo>
                  <a:lnTo>
                    <a:pt x="334" y="449"/>
                  </a:lnTo>
                  <a:lnTo>
                    <a:pt x="334" y="449"/>
                  </a:lnTo>
                  <a:lnTo>
                    <a:pt x="334" y="449"/>
                  </a:lnTo>
                  <a:lnTo>
                    <a:pt x="335" y="449"/>
                  </a:lnTo>
                  <a:lnTo>
                    <a:pt x="335" y="449"/>
                  </a:lnTo>
                  <a:lnTo>
                    <a:pt x="336" y="434"/>
                  </a:lnTo>
                  <a:lnTo>
                    <a:pt x="336" y="434"/>
                  </a:lnTo>
                  <a:lnTo>
                    <a:pt x="337" y="434"/>
                  </a:lnTo>
                  <a:lnTo>
                    <a:pt x="337" y="434"/>
                  </a:lnTo>
                  <a:lnTo>
                    <a:pt x="337" y="434"/>
                  </a:lnTo>
                  <a:lnTo>
                    <a:pt x="338" y="434"/>
                  </a:lnTo>
                  <a:lnTo>
                    <a:pt x="339" y="419"/>
                  </a:lnTo>
                  <a:lnTo>
                    <a:pt x="339" y="419"/>
                  </a:lnTo>
                  <a:lnTo>
                    <a:pt x="339" y="419"/>
                  </a:lnTo>
                  <a:lnTo>
                    <a:pt x="340" y="419"/>
                  </a:lnTo>
                  <a:lnTo>
                    <a:pt x="340" y="419"/>
                  </a:lnTo>
                  <a:lnTo>
                    <a:pt x="341" y="419"/>
                  </a:lnTo>
                  <a:lnTo>
                    <a:pt x="341" y="404"/>
                  </a:lnTo>
                  <a:lnTo>
                    <a:pt x="342" y="404"/>
                  </a:lnTo>
                  <a:lnTo>
                    <a:pt x="342" y="404"/>
                  </a:lnTo>
                  <a:lnTo>
                    <a:pt x="343" y="389"/>
                  </a:lnTo>
                  <a:lnTo>
                    <a:pt x="343" y="389"/>
                  </a:lnTo>
                  <a:lnTo>
                    <a:pt x="343" y="374"/>
                  </a:lnTo>
                  <a:lnTo>
                    <a:pt x="344" y="374"/>
                  </a:lnTo>
                  <a:lnTo>
                    <a:pt x="345" y="359"/>
                  </a:lnTo>
                  <a:lnTo>
                    <a:pt x="345" y="359"/>
                  </a:lnTo>
                  <a:lnTo>
                    <a:pt x="345" y="344"/>
                  </a:lnTo>
                  <a:lnTo>
                    <a:pt x="346" y="329"/>
                  </a:lnTo>
                  <a:lnTo>
                    <a:pt x="346" y="329"/>
                  </a:lnTo>
                  <a:lnTo>
                    <a:pt x="347" y="314"/>
                  </a:lnTo>
                  <a:lnTo>
                    <a:pt x="347" y="299"/>
                  </a:lnTo>
                  <a:lnTo>
                    <a:pt x="348" y="284"/>
                  </a:lnTo>
                  <a:lnTo>
                    <a:pt x="348" y="284"/>
                  </a:lnTo>
                  <a:lnTo>
                    <a:pt x="348" y="269"/>
                  </a:lnTo>
                  <a:lnTo>
                    <a:pt x="349" y="254"/>
                  </a:lnTo>
                  <a:lnTo>
                    <a:pt x="349" y="254"/>
                  </a:lnTo>
                  <a:lnTo>
                    <a:pt x="350" y="239"/>
                  </a:lnTo>
                  <a:lnTo>
                    <a:pt x="350" y="224"/>
                  </a:lnTo>
                  <a:lnTo>
                    <a:pt x="351" y="224"/>
                  </a:lnTo>
                  <a:lnTo>
                    <a:pt x="351" y="210"/>
                  </a:lnTo>
                  <a:lnTo>
                    <a:pt x="352" y="210"/>
                  </a:lnTo>
                  <a:lnTo>
                    <a:pt x="352" y="195"/>
                  </a:lnTo>
                  <a:lnTo>
                    <a:pt x="352" y="195"/>
                  </a:lnTo>
                  <a:lnTo>
                    <a:pt x="353" y="195"/>
                  </a:lnTo>
                  <a:lnTo>
                    <a:pt x="354" y="180"/>
                  </a:lnTo>
                  <a:lnTo>
                    <a:pt x="354" y="180"/>
                  </a:lnTo>
                  <a:lnTo>
                    <a:pt x="354" y="165"/>
                  </a:lnTo>
                  <a:lnTo>
                    <a:pt x="355" y="165"/>
                  </a:lnTo>
                  <a:lnTo>
                    <a:pt x="355" y="150"/>
                  </a:lnTo>
                  <a:lnTo>
                    <a:pt x="356" y="150"/>
                  </a:lnTo>
                  <a:lnTo>
                    <a:pt x="356" y="150"/>
                  </a:lnTo>
                  <a:lnTo>
                    <a:pt x="357" y="135"/>
                  </a:lnTo>
                  <a:lnTo>
                    <a:pt x="357" y="135"/>
                  </a:lnTo>
                  <a:lnTo>
                    <a:pt x="358" y="135"/>
                  </a:lnTo>
                  <a:lnTo>
                    <a:pt x="358" y="135"/>
                  </a:lnTo>
                  <a:lnTo>
                    <a:pt x="358" y="135"/>
                  </a:lnTo>
                  <a:lnTo>
                    <a:pt x="359" y="135"/>
                  </a:lnTo>
                  <a:lnTo>
                    <a:pt x="360" y="135"/>
                  </a:lnTo>
                  <a:lnTo>
                    <a:pt x="360" y="120"/>
                  </a:lnTo>
                  <a:lnTo>
                    <a:pt x="360" y="120"/>
                  </a:lnTo>
                  <a:lnTo>
                    <a:pt x="361" y="120"/>
                  </a:lnTo>
                  <a:lnTo>
                    <a:pt x="361" y="120"/>
                  </a:lnTo>
                  <a:lnTo>
                    <a:pt x="362" y="120"/>
                  </a:lnTo>
                  <a:lnTo>
                    <a:pt x="362" y="120"/>
                  </a:lnTo>
                  <a:lnTo>
                    <a:pt x="363" y="120"/>
                  </a:lnTo>
                  <a:lnTo>
                    <a:pt x="363" y="120"/>
                  </a:lnTo>
                  <a:lnTo>
                    <a:pt x="363" y="105"/>
                  </a:lnTo>
                  <a:lnTo>
                    <a:pt x="364" y="105"/>
                  </a:lnTo>
                  <a:lnTo>
                    <a:pt x="364" y="105"/>
                  </a:lnTo>
                  <a:lnTo>
                    <a:pt x="365" y="105"/>
                  </a:lnTo>
                  <a:lnTo>
                    <a:pt x="365" y="105"/>
                  </a:lnTo>
                  <a:lnTo>
                    <a:pt x="366" y="105"/>
                  </a:lnTo>
                  <a:lnTo>
                    <a:pt x="366" y="90"/>
                  </a:lnTo>
                  <a:lnTo>
                    <a:pt x="367" y="90"/>
                  </a:lnTo>
                  <a:lnTo>
                    <a:pt x="367" y="90"/>
                  </a:lnTo>
                  <a:lnTo>
                    <a:pt x="367" y="105"/>
                  </a:lnTo>
                  <a:lnTo>
                    <a:pt x="368" y="105"/>
                  </a:lnTo>
                  <a:lnTo>
                    <a:pt x="369" y="105"/>
                  </a:lnTo>
                  <a:lnTo>
                    <a:pt x="369" y="105"/>
                  </a:lnTo>
                  <a:lnTo>
                    <a:pt x="369" y="105"/>
                  </a:lnTo>
                  <a:lnTo>
                    <a:pt x="370" y="105"/>
                  </a:lnTo>
                  <a:lnTo>
                    <a:pt x="370" y="105"/>
                  </a:lnTo>
                  <a:lnTo>
                    <a:pt x="371" y="105"/>
                  </a:lnTo>
                  <a:lnTo>
                    <a:pt x="371" y="105"/>
                  </a:lnTo>
                  <a:lnTo>
                    <a:pt x="372" y="105"/>
                  </a:lnTo>
                  <a:lnTo>
                    <a:pt x="372" y="105"/>
                  </a:lnTo>
                  <a:lnTo>
                    <a:pt x="373" y="105"/>
                  </a:lnTo>
                  <a:lnTo>
                    <a:pt x="373" y="105"/>
                  </a:lnTo>
                  <a:lnTo>
                    <a:pt x="373" y="105"/>
                  </a:lnTo>
                  <a:lnTo>
                    <a:pt x="374" y="105"/>
                  </a:lnTo>
                  <a:lnTo>
                    <a:pt x="374" y="105"/>
                  </a:lnTo>
                  <a:lnTo>
                    <a:pt x="375" y="105"/>
                  </a:lnTo>
                  <a:lnTo>
                    <a:pt x="375" y="105"/>
                  </a:lnTo>
                  <a:lnTo>
                    <a:pt x="376" y="105"/>
                  </a:lnTo>
                  <a:lnTo>
                    <a:pt x="376" y="105"/>
                  </a:lnTo>
                  <a:lnTo>
                    <a:pt x="377" y="105"/>
                  </a:lnTo>
                  <a:lnTo>
                    <a:pt x="377" y="105"/>
                  </a:lnTo>
                  <a:lnTo>
                    <a:pt x="378" y="120"/>
                  </a:lnTo>
                  <a:lnTo>
                    <a:pt x="378" y="120"/>
                  </a:lnTo>
                  <a:lnTo>
                    <a:pt x="378" y="120"/>
                  </a:lnTo>
                  <a:lnTo>
                    <a:pt x="379" y="120"/>
                  </a:lnTo>
                  <a:lnTo>
                    <a:pt x="379" y="120"/>
                  </a:lnTo>
                  <a:lnTo>
                    <a:pt x="380" y="120"/>
                  </a:lnTo>
                  <a:lnTo>
                    <a:pt x="380" y="120"/>
                  </a:lnTo>
                  <a:lnTo>
                    <a:pt x="381" y="120"/>
                  </a:lnTo>
                  <a:lnTo>
                    <a:pt x="381" y="120"/>
                  </a:lnTo>
                  <a:lnTo>
                    <a:pt x="382" y="120"/>
                  </a:lnTo>
                  <a:lnTo>
                    <a:pt x="382" y="120"/>
                  </a:lnTo>
                  <a:lnTo>
                    <a:pt x="382" y="120"/>
                  </a:lnTo>
                  <a:lnTo>
                    <a:pt x="383" y="120"/>
                  </a:lnTo>
                  <a:lnTo>
                    <a:pt x="384" y="120"/>
                  </a:lnTo>
                  <a:lnTo>
                    <a:pt x="384" y="120"/>
                  </a:lnTo>
                  <a:lnTo>
                    <a:pt x="384" y="120"/>
                  </a:lnTo>
                  <a:lnTo>
                    <a:pt x="385" y="120"/>
                  </a:lnTo>
                  <a:lnTo>
                    <a:pt x="385" y="120"/>
                  </a:lnTo>
                  <a:lnTo>
                    <a:pt x="386" y="120"/>
                  </a:lnTo>
                  <a:lnTo>
                    <a:pt x="386" y="120"/>
                  </a:lnTo>
                  <a:lnTo>
                    <a:pt x="387" y="120"/>
                  </a:lnTo>
                  <a:lnTo>
                    <a:pt x="387" y="120"/>
                  </a:lnTo>
                  <a:lnTo>
                    <a:pt x="388" y="120"/>
                  </a:lnTo>
                  <a:lnTo>
                    <a:pt x="388" y="120"/>
                  </a:lnTo>
                  <a:lnTo>
                    <a:pt x="388" y="120"/>
                  </a:lnTo>
                  <a:lnTo>
                    <a:pt x="389" y="135"/>
                  </a:lnTo>
                  <a:lnTo>
                    <a:pt x="389" y="135"/>
                  </a:lnTo>
                  <a:lnTo>
                    <a:pt x="390" y="135"/>
                  </a:lnTo>
                  <a:lnTo>
                    <a:pt x="390" y="135"/>
                  </a:lnTo>
                  <a:lnTo>
                    <a:pt x="391" y="150"/>
                  </a:lnTo>
                  <a:lnTo>
                    <a:pt x="391" y="150"/>
                  </a:lnTo>
                  <a:lnTo>
                    <a:pt x="391" y="150"/>
                  </a:lnTo>
                  <a:lnTo>
                    <a:pt x="392" y="150"/>
                  </a:lnTo>
                  <a:lnTo>
                    <a:pt x="393" y="150"/>
                  </a:lnTo>
                  <a:lnTo>
                    <a:pt x="393" y="150"/>
                  </a:lnTo>
                  <a:lnTo>
                    <a:pt x="393" y="150"/>
                  </a:lnTo>
                  <a:lnTo>
                    <a:pt x="394" y="150"/>
                  </a:lnTo>
                  <a:lnTo>
                    <a:pt x="394" y="150"/>
                  </a:lnTo>
                  <a:lnTo>
                    <a:pt x="395" y="150"/>
                  </a:lnTo>
                  <a:lnTo>
                    <a:pt x="395" y="150"/>
                  </a:lnTo>
                  <a:lnTo>
                    <a:pt x="396" y="135"/>
                  </a:lnTo>
                  <a:lnTo>
                    <a:pt x="396" y="135"/>
                  </a:lnTo>
                  <a:lnTo>
                    <a:pt x="397" y="135"/>
                  </a:lnTo>
                  <a:lnTo>
                    <a:pt x="397" y="120"/>
                  </a:lnTo>
                  <a:lnTo>
                    <a:pt x="397" y="120"/>
                  </a:lnTo>
                  <a:lnTo>
                    <a:pt x="398" y="120"/>
                  </a:lnTo>
                  <a:lnTo>
                    <a:pt x="399" y="105"/>
                  </a:lnTo>
                  <a:lnTo>
                    <a:pt x="399" y="105"/>
                  </a:lnTo>
                  <a:lnTo>
                    <a:pt x="399" y="90"/>
                  </a:lnTo>
                  <a:lnTo>
                    <a:pt x="400" y="90"/>
                  </a:lnTo>
                  <a:lnTo>
                    <a:pt x="400" y="90"/>
                  </a:lnTo>
                  <a:lnTo>
                    <a:pt x="401" y="75"/>
                  </a:lnTo>
                  <a:lnTo>
                    <a:pt x="401" y="75"/>
                  </a:lnTo>
                  <a:lnTo>
                    <a:pt x="402" y="75"/>
                  </a:lnTo>
                  <a:lnTo>
                    <a:pt x="402" y="60"/>
                  </a:lnTo>
                  <a:lnTo>
                    <a:pt x="403" y="60"/>
                  </a:lnTo>
                  <a:lnTo>
                    <a:pt x="403" y="60"/>
                  </a:lnTo>
                  <a:lnTo>
                    <a:pt x="403" y="45"/>
                  </a:lnTo>
                  <a:lnTo>
                    <a:pt x="404" y="45"/>
                  </a:lnTo>
                  <a:lnTo>
                    <a:pt x="404" y="45"/>
                  </a:lnTo>
                  <a:lnTo>
                    <a:pt x="405" y="45"/>
                  </a:lnTo>
                  <a:lnTo>
                    <a:pt x="405" y="30"/>
                  </a:lnTo>
                  <a:lnTo>
                    <a:pt x="406" y="30"/>
                  </a:lnTo>
                  <a:lnTo>
                    <a:pt x="406" y="30"/>
                  </a:lnTo>
                  <a:lnTo>
                    <a:pt x="406" y="30"/>
                  </a:lnTo>
                  <a:lnTo>
                    <a:pt x="407" y="30"/>
                  </a:lnTo>
                  <a:lnTo>
                    <a:pt x="408" y="15"/>
                  </a:lnTo>
                  <a:lnTo>
                    <a:pt x="408" y="15"/>
                  </a:lnTo>
                  <a:lnTo>
                    <a:pt x="408" y="15"/>
                  </a:lnTo>
                  <a:lnTo>
                    <a:pt x="409" y="15"/>
                  </a:lnTo>
                  <a:lnTo>
                    <a:pt x="409" y="0"/>
                  </a:lnTo>
                  <a:lnTo>
                    <a:pt x="410" y="0"/>
                  </a:lnTo>
                  <a:lnTo>
                    <a:pt x="410" y="0"/>
                  </a:lnTo>
                  <a:lnTo>
                    <a:pt x="411" y="0"/>
                  </a:lnTo>
                  <a:lnTo>
                    <a:pt x="411" y="0"/>
                  </a:lnTo>
                  <a:lnTo>
                    <a:pt x="412" y="0"/>
                  </a:lnTo>
                  <a:lnTo>
                    <a:pt x="412" y="0"/>
                  </a:lnTo>
                  <a:lnTo>
                    <a:pt x="412" y="0"/>
                  </a:lnTo>
                  <a:lnTo>
                    <a:pt x="413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5" y="15"/>
                  </a:lnTo>
                  <a:lnTo>
                    <a:pt x="415" y="15"/>
                  </a:lnTo>
                  <a:lnTo>
                    <a:pt x="416" y="15"/>
                  </a:lnTo>
                  <a:lnTo>
                    <a:pt x="416" y="30"/>
                  </a:lnTo>
                  <a:lnTo>
                    <a:pt x="417" y="30"/>
                  </a:lnTo>
                  <a:lnTo>
                    <a:pt x="417" y="30"/>
                  </a:lnTo>
                  <a:lnTo>
                    <a:pt x="417" y="45"/>
                  </a:lnTo>
                  <a:lnTo>
                    <a:pt x="418" y="45"/>
                  </a:lnTo>
                  <a:lnTo>
                    <a:pt x="419" y="45"/>
                  </a:lnTo>
                  <a:lnTo>
                    <a:pt x="419" y="45"/>
                  </a:lnTo>
                  <a:lnTo>
                    <a:pt x="419" y="45"/>
                  </a:lnTo>
                  <a:lnTo>
                    <a:pt x="420" y="45"/>
                  </a:lnTo>
                  <a:lnTo>
                    <a:pt x="420" y="45"/>
                  </a:lnTo>
                  <a:lnTo>
                    <a:pt x="421" y="45"/>
                  </a:lnTo>
                  <a:lnTo>
                    <a:pt x="421" y="45"/>
                  </a:lnTo>
                  <a:lnTo>
                    <a:pt x="422" y="45"/>
                  </a:lnTo>
                  <a:lnTo>
                    <a:pt x="422" y="45"/>
                  </a:lnTo>
                  <a:lnTo>
                    <a:pt x="423" y="30"/>
                  </a:lnTo>
                  <a:lnTo>
                    <a:pt x="423" y="30"/>
                  </a:lnTo>
                  <a:lnTo>
                    <a:pt x="423" y="30"/>
                  </a:lnTo>
                  <a:lnTo>
                    <a:pt x="424" y="15"/>
                  </a:lnTo>
                  <a:lnTo>
                    <a:pt x="425" y="15"/>
                  </a:lnTo>
                  <a:lnTo>
                    <a:pt x="425" y="15"/>
                  </a:lnTo>
                  <a:lnTo>
                    <a:pt x="425" y="15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27" y="15"/>
                  </a:lnTo>
                  <a:lnTo>
                    <a:pt x="427" y="15"/>
                  </a:lnTo>
                  <a:lnTo>
                    <a:pt x="428" y="30"/>
                  </a:lnTo>
                  <a:lnTo>
                    <a:pt x="428" y="45"/>
                  </a:lnTo>
                  <a:lnTo>
                    <a:pt x="429" y="60"/>
                  </a:lnTo>
                  <a:lnTo>
                    <a:pt x="429" y="75"/>
                  </a:lnTo>
                  <a:lnTo>
                    <a:pt x="429" y="105"/>
                  </a:lnTo>
                  <a:lnTo>
                    <a:pt x="430" y="135"/>
                  </a:lnTo>
                  <a:lnTo>
                    <a:pt x="430" y="165"/>
                  </a:lnTo>
                  <a:lnTo>
                    <a:pt x="431" y="195"/>
                  </a:lnTo>
                  <a:lnTo>
                    <a:pt x="431" y="239"/>
                  </a:lnTo>
                  <a:lnTo>
                    <a:pt x="432" y="284"/>
                  </a:lnTo>
                  <a:lnTo>
                    <a:pt x="432" y="329"/>
                  </a:lnTo>
                  <a:lnTo>
                    <a:pt x="432" y="374"/>
                  </a:lnTo>
                  <a:lnTo>
                    <a:pt x="433" y="434"/>
                  </a:lnTo>
                  <a:lnTo>
                    <a:pt x="434" y="479"/>
                  </a:lnTo>
                  <a:lnTo>
                    <a:pt x="434" y="538"/>
                  </a:lnTo>
                  <a:lnTo>
                    <a:pt x="434" y="583"/>
                  </a:lnTo>
                  <a:lnTo>
                    <a:pt x="435" y="643"/>
                  </a:lnTo>
                  <a:lnTo>
                    <a:pt x="435" y="688"/>
                  </a:lnTo>
                  <a:lnTo>
                    <a:pt x="436" y="748"/>
                  </a:lnTo>
                  <a:lnTo>
                    <a:pt x="436" y="793"/>
                  </a:lnTo>
                  <a:lnTo>
                    <a:pt x="437" y="852"/>
                  </a:lnTo>
                  <a:lnTo>
                    <a:pt x="437" y="897"/>
                  </a:lnTo>
                  <a:lnTo>
                    <a:pt x="438" y="942"/>
                  </a:lnTo>
                  <a:lnTo>
                    <a:pt x="438" y="1002"/>
                  </a:lnTo>
                  <a:lnTo>
                    <a:pt x="438" y="1046"/>
                  </a:lnTo>
                  <a:lnTo>
                    <a:pt x="439" y="1092"/>
                  </a:lnTo>
                  <a:lnTo>
                    <a:pt x="440" y="1121"/>
                  </a:lnTo>
                  <a:lnTo>
                    <a:pt x="440" y="1166"/>
                  </a:lnTo>
                  <a:lnTo>
                    <a:pt x="440" y="1196"/>
                  </a:lnTo>
                  <a:lnTo>
                    <a:pt x="441" y="1226"/>
                  </a:lnTo>
                  <a:lnTo>
                    <a:pt x="441" y="1256"/>
                  </a:lnTo>
                  <a:lnTo>
                    <a:pt x="442" y="1286"/>
                  </a:lnTo>
                  <a:lnTo>
                    <a:pt x="442" y="1301"/>
                  </a:lnTo>
                  <a:lnTo>
                    <a:pt x="443" y="1316"/>
                  </a:lnTo>
                  <a:lnTo>
                    <a:pt x="443" y="1331"/>
                  </a:lnTo>
                  <a:lnTo>
                    <a:pt x="444" y="1345"/>
                  </a:lnTo>
                  <a:lnTo>
                    <a:pt x="444" y="1345"/>
                  </a:lnTo>
                  <a:lnTo>
                    <a:pt x="444" y="1331"/>
                  </a:lnTo>
                  <a:lnTo>
                    <a:pt x="445" y="1316"/>
                  </a:lnTo>
                  <a:lnTo>
                    <a:pt x="445" y="1301"/>
                  </a:lnTo>
                  <a:lnTo>
                    <a:pt x="446" y="1271"/>
                  </a:lnTo>
                  <a:lnTo>
                    <a:pt x="446" y="1241"/>
                  </a:lnTo>
                  <a:lnTo>
                    <a:pt x="447" y="1211"/>
                  </a:lnTo>
                  <a:lnTo>
                    <a:pt x="447" y="1181"/>
                  </a:lnTo>
                  <a:lnTo>
                    <a:pt x="447" y="1136"/>
                  </a:lnTo>
                  <a:lnTo>
                    <a:pt x="448" y="1077"/>
                  </a:lnTo>
                  <a:lnTo>
                    <a:pt x="449" y="1032"/>
                  </a:lnTo>
                  <a:lnTo>
                    <a:pt x="449" y="972"/>
                  </a:lnTo>
                  <a:lnTo>
                    <a:pt x="449" y="912"/>
                  </a:lnTo>
                  <a:lnTo>
                    <a:pt x="450" y="837"/>
                  </a:lnTo>
                  <a:lnTo>
                    <a:pt x="450" y="763"/>
                  </a:lnTo>
                  <a:lnTo>
                    <a:pt x="451" y="673"/>
                  </a:lnTo>
                  <a:lnTo>
                    <a:pt x="451" y="583"/>
                  </a:lnTo>
                  <a:lnTo>
                    <a:pt x="452" y="494"/>
                  </a:lnTo>
                  <a:lnTo>
                    <a:pt x="452" y="374"/>
                  </a:lnTo>
                  <a:lnTo>
                    <a:pt x="453" y="269"/>
                  </a:lnTo>
                  <a:lnTo>
                    <a:pt x="453" y="1256"/>
                  </a:lnTo>
                  <a:lnTo>
                    <a:pt x="453" y="1256"/>
                  </a:lnTo>
                  <a:lnTo>
                    <a:pt x="454" y="1256"/>
                  </a:lnTo>
                  <a:lnTo>
                    <a:pt x="455" y="1256"/>
                  </a:lnTo>
                  <a:lnTo>
                    <a:pt x="455" y="1241"/>
                  </a:lnTo>
                  <a:lnTo>
                    <a:pt x="455" y="1241"/>
                  </a:lnTo>
                  <a:lnTo>
                    <a:pt x="456" y="1241"/>
                  </a:lnTo>
                  <a:lnTo>
                    <a:pt x="456" y="1241"/>
                  </a:lnTo>
                  <a:lnTo>
                    <a:pt x="457" y="1241"/>
                  </a:lnTo>
                  <a:lnTo>
                    <a:pt x="457" y="1241"/>
                  </a:lnTo>
                  <a:lnTo>
                    <a:pt x="458" y="1241"/>
                  </a:lnTo>
                  <a:lnTo>
                    <a:pt x="458" y="1241"/>
                  </a:lnTo>
                  <a:lnTo>
                    <a:pt x="458" y="1241"/>
                  </a:lnTo>
                  <a:lnTo>
                    <a:pt x="459" y="1241"/>
                  </a:lnTo>
                  <a:lnTo>
                    <a:pt x="459" y="1241"/>
                  </a:lnTo>
                  <a:lnTo>
                    <a:pt x="460" y="1241"/>
                  </a:lnTo>
                  <a:lnTo>
                    <a:pt x="460" y="1241"/>
                  </a:lnTo>
                  <a:lnTo>
                    <a:pt x="461" y="1241"/>
                  </a:lnTo>
                  <a:lnTo>
                    <a:pt x="461" y="1241"/>
                  </a:lnTo>
                  <a:lnTo>
                    <a:pt x="462" y="1241"/>
                  </a:lnTo>
                  <a:lnTo>
                    <a:pt x="462" y="1241"/>
                  </a:lnTo>
                  <a:lnTo>
                    <a:pt x="462" y="1241"/>
                  </a:lnTo>
                  <a:lnTo>
                    <a:pt x="463" y="1241"/>
                  </a:lnTo>
                  <a:lnTo>
                    <a:pt x="464" y="1241"/>
                  </a:lnTo>
                  <a:lnTo>
                    <a:pt x="464" y="1241"/>
                  </a:lnTo>
                  <a:lnTo>
                    <a:pt x="464" y="1241"/>
                  </a:lnTo>
                  <a:lnTo>
                    <a:pt x="465" y="1241"/>
                  </a:lnTo>
                  <a:lnTo>
                    <a:pt x="465" y="1241"/>
                  </a:lnTo>
                  <a:lnTo>
                    <a:pt x="466" y="1241"/>
                  </a:lnTo>
                  <a:lnTo>
                    <a:pt x="466" y="1241"/>
                  </a:lnTo>
                  <a:lnTo>
                    <a:pt x="467" y="1241"/>
                  </a:lnTo>
                  <a:lnTo>
                    <a:pt x="467" y="1241"/>
                  </a:lnTo>
                  <a:lnTo>
                    <a:pt x="468" y="1226"/>
                  </a:lnTo>
                  <a:lnTo>
                    <a:pt x="468" y="1226"/>
                  </a:lnTo>
                  <a:lnTo>
                    <a:pt x="468" y="1226"/>
                  </a:lnTo>
                  <a:lnTo>
                    <a:pt x="469" y="1226"/>
                  </a:lnTo>
                  <a:lnTo>
                    <a:pt x="470" y="1226"/>
                  </a:lnTo>
                  <a:lnTo>
                    <a:pt x="470" y="1211"/>
                  </a:lnTo>
                  <a:lnTo>
                    <a:pt x="470" y="1211"/>
                  </a:lnTo>
                  <a:lnTo>
                    <a:pt x="471" y="1211"/>
                  </a:lnTo>
                  <a:lnTo>
                    <a:pt x="471" y="1196"/>
                  </a:lnTo>
                  <a:lnTo>
                    <a:pt x="472" y="1196"/>
                  </a:lnTo>
                  <a:lnTo>
                    <a:pt x="472" y="1196"/>
                  </a:lnTo>
                  <a:lnTo>
                    <a:pt x="473" y="1196"/>
                  </a:lnTo>
                  <a:lnTo>
                    <a:pt x="473" y="1181"/>
                  </a:lnTo>
                  <a:lnTo>
                    <a:pt x="473" y="1181"/>
                  </a:lnTo>
                  <a:lnTo>
                    <a:pt x="474" y="1181"/>
                  </a:lnTo>
                  <a:lnTo>
                    <a:pt x="474" y="1181"/>
                  </a:lnTo>
                  <a:lnTo>
                    <a:pt x="475" y="1181"/>
                  </a:lnTo>
                  <a:lnTo>
                    <a:pt x="475" y="1181"/>
                  </a:lnTo>
                  <a:lnTo>
                    <a:pt x="476" y="1166"/>
                  </a:lnTo>
                  <a:lnTo>
                    <a:pt x="476" y="1166"/>
                  </a:lnTo>
                  <a:lnTo>
                    <a:pt x="477" y="1166"/>
                  </a:lnTo>
                  <a:lnTo>
                    <a:pt x="477" y="1166"/>
                  </a:lnTo>
                  <a:lnTo>
                    <a:pt x="477" y="1151"/>
                  </a:lnTo>
                  <a:lnTo>
                    <a:pt x="478" y="1151"/>
                  </a:lnTo>
                  <a:lnTo>
                    <a:pt x="479" y="1151"/>
                  </a:lnTo>
                  <a:lnTo>
                    <a:pt x="479" y="1151"/>
                  </a:lnTo>
                  <a:lnTo>
                    <a:pt x="479" y="1136"/>
                  </a:lnTo>
                  <a:lnTo>
                    <a:pt x="480" y="1136"/>
                  </a:lnTo>
                  <a:lnTo>
                    <a:pt x="480" y="1136"/>
                  </a:lnTo>
                  <a:lnTo>
                    <a:pt x="481" y="1136"/>
                  </a:lnTo>
                  <a:lnTo>
                    <a:pt x="481" y="1136"/>
                  </a:lnTo>
                  <a:lnTo>
                    <a:pt x="482" y="1136"/>
                  </a:lnTo>
                  <a:lnTo>
                    <a:pt x="482" y="1121"/>
                  </a:lnTo>
                  <a:lnTo>
                    <a:pt x="483" y="1121"/>
                  </a:lnTo>
                  <a:lnTo>
                    <a:pt x="483" y="1121"/>
                  </a:lnTo>
                  <a:lnTo>
                    <a:pt x="483" y="1121"/>
                  </a:lnTo>
                  <a:lnTo>
                    <a:pt x="484" y="1107"/>
                  </a:lnTo>
                  <a:lnTo>
                    <a:pt x="484" y="1107"/>
                  </a:lnTo>
                  <a:lnTo>
                    <a:pt x="485" y="1107"/>
                  </a:lnTo>
                  <a:lnTo>
                    <a:pt x="485" y="1107"/>
                  </a:lnTo>
                  <a:lnTo>
                    <a:pt x="486" y="1107"/>
                  </a:lnTo>
                  <a:lnTo>
                    <a:pt x="486" y="1107"/>
                  </a:lnTo>
                  <a:lnTo>
                    <a:pt x="487" y="1092"/>
                  </a:lnTo>
                  <a:lnTo>
                    <a:pt x="487" y="1092"/>
                  </a:lnTo>
                  <a:lnTo>
                    <a:pt x="488" y="1092"/>
                  </a:lnTo>
                  <a:lnTo>
                    <a:pt x="488" y="1092"/>
                  </a:lnTo>
                  <a:lnTo>
                    <a:pt x="488" y="1092"/>
                  </a:lnTo>
                  <a:lnTo>
                    <a:pt x="489" y="1092"/>
                  </a:lnTo>
                  <a:lnTo>
                    <a:pt x="489" y="1092"/>
                  </a:lnTo>
                  <a:lnTo>
                    <a:pt x="490" y="1092"/>
                  </a:lnTo>
                  <a:lnTo>
                    <a:pt x="490" y="1092"/>
                  </a:lnTo>
                  <a:lnTo>
                    <a:pt x="491" y="1092"/>
                  </a:lnTo>
                  <a:lnTo>
                    <a:pt x="491" y="1092"/>
                  </a:lnTo>
                  <a:lnTo>
                    <a:pt x="492" y="1092"/>
                  </a:lnTo>
                  <a:lnTo>
                    <a:pt x="492" y="1092"/>
                  </a:lnTo>
                  <a:lnTo>
                    <a:pt x="492" y="1092"/>
                  </a:lnTo>
                  <a:lnTo>
                    <a:pt x="493" y="1092"/>
                  </a:lnTo>
                  <a:lnTo>
                    <a:pt x="494" y="1092"/>
                  </a:lnTo>
                  <a:lnTo>
                    <a:pt x="494" y="1107"/>
                  </a:lnTo>
                  <a:lnTo>
                    <a:pt x="494" y="1092"/>
                  </a:lnTo>
                  <a:lnTo>
                    <a:pt x="495" y="1092"/>
                  </a:lnTo>
                  <a:lnTo>
                    <a:pt x="495" y="1092"/>
                  </a:lnTo>
                  <a:lnTo>
                    <a:pt x="496" y="1092"/>
                  </a:lnTo>
                  <a:lnTo>
                    <a:pt x="496" y="1092"/>
                  </a:lnTo>
                  <a:lnTo>
                    <a:pt x="497" y="1092"/>
                  </a:lnTo>
                  <a:lnTo>
                    <a:pt x="497" y="1092"/>
                  </a:lnTo>
                  <a:lnTo>
                    <a:pt x="498" y="1092"/>
                  </a:lnTo>
                  <a:lnTo>
                    <a:pt x="498" y="1077"/>
                  </a:lnTo>
                  <a:lnTo>
                    <a:pt x="498" y="1077"/>
                  </a:lnTo>
                  <a:lnTo>
                    <a:pt x="499" y="1077"/>
                  </a:lnTo>
                  <a:lnTo>
                    <a:pt x="499" y="1077"/>
                  </a:lnTo>
                  <a:lnTo>
                    <a:pt x="500" y="1061"/>
                  </a:lnTo>
                  <a:lnTo>
                    <a:pt x="500" y="1061"/>
                  </a:lnTo>
                  <a:lnTo>
                    <a:pt x="501" y="1061"/>
                  </a:lnTo>
                  <a:lnTo>
                    <a:pt x="501" y="1061"/>
                  </a:lnTo>
                  <a:lnTo>
                    <a:pt x="501" y="1046"/>
                  </a:lnTo>
                  <a:lnTo>
                    <a:pt x="502" y="1046"/>
                  </a:lnTo>
                  <a:lnTo>
                    <a:pt x="503" y="1046"/>
                  </a:lnTo>
                  <a:lnTo>
                    <a:pt x="503" y="1046"/>
                  </a:lnTo>
                  <a:lnTo>
                    <a:pt x="503" y="1032"/>
                  </a:lnTo>
                  <a:lnTo>
                    <a:pt x="504" y="1032"/>
                  </a:lnTo>
                  <a:lnTo>
                    <a:pt x="504" y="1032"/>
                  </a:lnTo>
                  <a:lnTo>
                    <a:pt x="505" y="1032"/>
                  </a:lnTo>
                  <a:lnTo>
                    <a:pt x="505" y="1032"/>
                  </a:lnTo>
                  <a:lnTo>
                    <a:pt x="506" y="1032"/>
                  </a:lnTo>
                  <a:lnTo>
                    <a:pt x="506" y="1032"/>
                  </a:lnTo>
                  <a:lnTo>
                    <a:pt x="507" y="1032"/>
                  </a:lnTo>
                  <a:lnTo>
                    <a:pt x="507" y="1032"/>
                  </a:lnTo>
                  <a:lnTo>
                    <a:pt x="507" y="1032"/>
                  </a:lnTo>
                  <a:lnTo>
                    <a:pt x="508" y="1032"/>
                  </a:lnTo>
                  <a:lnTo>
                    <a:pt x="509" y="1032"/>
                  </a:lnTo>
                  <a:lnTo>
                    <a:pt x="509" y="1032"/>
                  </a:lnTo>
                  <a:lnTo>
                    <a:pt x="509" y="1032"/>
                  </a:lnTo>
                  <a:lnTo>
                    <a:pt x="510" y="1032"/>
                  </a:lnTo>
                  <a:lnTo>
                    <a:pt x="510" y="1032"/>
                  </a:lnTo>
                  <a:lnTo>
                    <a:pt x="511" y="1032"/>
                  </a:lnTo>
                  <a:lnTo>
                    <a:pt x="511" y="1032"/>
                  </a:lnTo>
                  <a:lnTo>
                    <a:pt x="512" y="1032"/>
                  </a:lnTo>
                  <a:lnTo>
                    <a:pt x="512" y="1032"/>
                  </a:lnTo>
                  <a:lnTo>
                    <a:pt x="513" y="1032"/>
                  </a:lnTo>
                  <a:lnTo>
                    <a:pt x="513" y="1032"/>
                  </a:lnTo>
                  <a:lnTo>
                    <a:pt x="513" y="1046"/>
                  </a:lnTo>
                  <a:lnTo>
                    <a:pt x="514" y="1046"/>
                  </a:lnTo>
                  <a:lnTo>
                    <a:pt x="514" y="1046"/>
                  </a:lnTo>
                  <a:lnTo>
                    <a:pt x="515" y="1046"/>
                  </a:lnTo>
                  <a:lnTo>
                    <a:pt x="515" y="1046"/>
                  </a:lnTo>
                  <a:lnTo>
                    <a:pt x="516" y="1046"/>
                  </a:lnTo>
                  <a:lnTo>
                    <a:pt x="516" y="1046"/>
                  </a:lnTo>
                  <a:lnTo>
                    <a:pt x="516" y="1046"/>
                  </a:lnTo>
                  <a:lnTo>
                    <a:pt x="517" y="1046"/>
                  </a:lnTo>
                  <a:lnTo>
                    <a:pt x="518" y="1046"/>
                  </a:lnTo>
                  <a:lnTo>
                    <a:pt x="518" y="1046"/>
                  </a:lnTo>
                  <a:lnTo>
                    <a:pt x="518" y="1046"/>
                  </a:lnTo>
                  <a:lnTo>
                    <a:pt x="519" y="1046"/>
                  </a:lnTo>
                  <a:lnTo>
                    <a:pt x="519" y="1061"/>
                  </a:lnTo>
                  <a:lnTo>
                    <a:pt x="520" y="1061"/>
                  </a:lnTo>
                  <a:lnTo>
                    <a:pt x="520" y="1061"/>
                  </a:lnTo>
                  <a:lnTo>
                    <a:pt x="521" y="1061"/>
                  </a:lnTo>
                  <a:lnTo>
                    <a:pt x="521" y="1061"/>
                  </a:lnTo>
                  <a:lnTo>
                    <a:pt x="522" y="1061"/>
                  </a:lnTo>
                  <a:lnTo>
                    <a:pt x="522" y="1061"/>
                  </a:lnTo>
                  <a:lnTo>
                    <a:pt x="522" y="1061"/>
                  </a:lnTo>
                  <a:lnTo>
                    <a:pt x="523" y="1046"/>
                  </a:lnTo>
                  <a:lnTo>
                    <a:pt x="524" y="1046"/>
                  </a:lnTo>
                  <a:lnTo>
                    <a:pt x="524" y="1046"/>
                  </a:lnTo>
                  <a:lnTo>
                    <a:pt x="524" y="1046"/>
                  </a:lnTo>
                  <a:lnTo>
                    <a:pt x="525" y="1046"/>
                  </a:lnTo>
                  <a:lnTo>
                    <a:pt x="525" y="1046"/>
                  </a:lnTo>
                  <a:lnTo>
                    <a:pt x="526" y="1032"/>
                  </a:lnTo>
                  <a:lnTo>
                    <a:pt x="526" y="1032"/>
                  </a:lnTo>
                  <a:lnTo>
                    <a:pt x="527" y="1032"/>
                  </a:lnTo>
                  <a:lnTo>
                    <a:pt x="527" y="1032"/>
                  </a:lnTo>
                  <a:lnTo>
                    <a:pt x="527" y="1032"/>
                  </a:lnTo>
                  <a:lnTo>
                    <a:pt x="528" y="1032"/>
                  </a:lnTo>
                  <a:lnTo>
                    <a:pt x="529" y="1032"/>
                  </a:lnTo>
                  <a:lnTo>
                    <a:pt x="529" y="1032"/>
                  </a:lnTo>
                  <a:lnTo>
                    <a:pt x="529" y="1032"/>
                  </a:lnTo>
                  <a:lnTo>
                    <a:pt x="530" y="1032"/>
                  </a:lnTo>
                  <a:lnTo>
                    <a:pt x="530" y="1032"/>
                  </a:lnTo>
                  <a:lnTo>
                    <a:pt x="531" y="1032"/>
                  </a:lnTo>
                  <a:lnTo>
                    <a:pt x="531" y="1032"/>
                  </a:lnTo>
                  <a:lnTo>
                    <a:pt x="532" y="1032"/>
                  </a:lnTo>
                  <a:lnTo>
                    <a:pt x="532" y="1032"/>
                  </a:lnTo>
                  <a:lnTo>
                    <a:pt x="533" y="1017"/>
                  </a:lnTo>
                  <a:lnTo>
                    <a:pt x="533" y="1017"/>
                  </a:lnTo>
                  <a:lnTo>
                    <a:pt x="533" y="1017"/>
                  </a:lnTo>
                  <a:lnTo>
                    <a:pt x="534" y="1017"/>
                  </a:lnTo>
                  <a:lnTo>
                    <a:pt x="535" y="1002"/>
                  </a:lnTo>
                  <a:lnTo>
                    <a:pt x="535" y="1002"/>
                  </a:lnTo>
                  <a:lnTo>
                    <a:pt x="535" y="1002"/>
                  </a:lnTo>
                  <a:lnTo>
                    <a:pt x="536" y="987"/>
                  </a:lnTo>
                  <a:lnTo>
                    <a:pt x="536" y="987"/>
                  </a:lnTo>
                  <a:lnTo>
                    <a:pt x="537" y="987"/>
                  </a:lnTo>
                  <a:lnTo>
                    <a:pt x="537" y="987"/>
                  </a:lnTo>
                  <a:lnTo>
                    <a:pt x="538" y="987"/>
                  </a:lnTo>
                  <a:lnTo>
                    <a:pt x="538" y="972"/>
                  </a:lnTo>
                  <a:lnTo>
                    <a:pt x="539" y="972"/>
                  </a:lnTo>
                  <a:lnTo>
                    <a:pt x="539" y="972"/>
                  </a:lnTo>
                  <a:lnTo>
                    <a:pt x="539" y="972"/>
                  </a:lnTo>
                  <a:lnTo>
                    <a:pt x="540" y="957"/>
                  </a:lnTo>
                  <a:lnTo>
                    <a:pt x="540" y="957"/>
                  </a:lnTo>
                  <a:lnTo>
                    <a:pt x="541" y="957"/>
                  </a:lnTo>
                  <a:lnTo>
                    <a:pt x="541" y="957"/>
                  </a:lnTo>
                  <a:lnTo>
                    <a:pt x="542" y="942"/>
                  </a:lnTo>
                  <a:lnTo>
                    <a:pt x="542" y="942"/>
                  </a:lnTo>
                  <a:lnTo>
                    <a:pt x="542" y="942"/>
                  </a:lnTo>
                  <a:lnTo>
                    <a:pt x="543" y="927"/>
                  </a:lnTo>
                  <a:lnTo>
                    <a:pt x="544" y="927"/>
                  </a:lnTo>
                  <a:lnTo>
                    <a:pt x="544" y="927"/>
                  </a:lnTo>
                  <a:lnTo>
                    <a:pt x="544" y="912"/>
                  </a:lnTo>
                  <a:lnTo>
                    <a:pt x="545" y="912"/>
                  </a:lnTo>
                  <a:lnTo>
                    <a:pt x="545" y="912"/>
                  </a:lnTo>
                  <a:lnTo>
                    <a:pt x="546" y="912"/>
                  </a:lnTo>
                  <a:lnTo>
                    <a:pt x="546" y="897"/>
                  </a:lnTo>
                  <a:lnTo>
                    <a:pt x="547" y="897"/>
                  </a:lnTo>
                  <a:lnTo>
                    <a:pt x="547" y="897"/>
                  </a:lnTo>
                  <a:lnTo>
                    <a:pt x="548" y="897"/>
                  </a:lnTo>
                  <a:lnTo>
                    <a:pt x="548" y="882"/>
                  </a:lnTo>
                  <a:lnTo>
                    <a:pt x="548" y="882"/>
                  </a:lnTo>
                  <a:lnTo>
                    <a:pt x="549" y="882"/>
                  </a:lnTo>
                  <a:lnTo>
                    <a:pt x="550" y="882"/>
                  </a:lnTo>
                  <a:lnTo>
                    <a:pt x="550" y="882"/>
                  </a:lnTo>
                  <a:lnTo>
                    <a:pt x="550" y="867"/>
                  </a:lnTo>
                  <a:lnTo>
                    <a:pt x="551" y="867"/>
                  </a:lnTo>
                  <a:lnTo>
                    <a:pt x="551" y="867"/>
                  </a:lnTo>
                  <a:lnTo>
                    <a:pt x="552" y="867"/>
                  </a:lnTo>
                  <a:lnTo>
                    <a:pt x="552" y="867"/>
                  </a:lnTo>
                  <a:lnTo>
                    <a:pt x="553" y="867"/>
                  </a:lnTo>
                  <a:lnTo>
                    <a:pt x="553" y="852"/>
                  </a:lnTo>
                  <a:lnTo>
                    <a:pt x="553" y="852"/>
                  </a:lnTo>
                  <a:lnTo>
                    <a:pt x="554" y="852"/>
                  </a:lnTo>
                  <a:lnTo>
                    <a:pt x="554" y="852"/>
                  </a:lnTo>
                  <a:lnTo>
                    <a:pt x="555" y="837"/>
                  </a:lnTo>
                  <a:lnTo>
                    <a:pt x="555" y="837"/>
                  </a:lnTo>
                  <a:lnTo>
                    <a:pt x="556" y="837"/>
                  </a:lnTo>
                  <a:lnTo>
                    <a:pt x="556" y="822"/>
                  </a:lnTo>
                  <a:lnTo>
                    <a:pt x="557" y="822"/>
                  </a:lnTo>
                  <a:lnTo>
                    <a:pt x="557" y="808"/>
                  </a:lnTo>
                  <a:lnTo>
                    <a:pt x="557" y="808"/>
                  </a:lnTo>
                  <a:lnTo>
                    <a:pt x="558" y="808"/>
                  </a:lnTo>
                  <a:lnTo>
                    <a:pt x="559" y="793"/>
                  </a:lnTo>
                  <a:lnTo>
                    <a:pt x="559" y="793"/>
                  </a:lnTo>
                  <a:lnTo>
                    <a:pt x="559" y="778"/>
                  </a:lnTo>
                  <a:lnTo>
                    <a:pt x="560" y="778"/>
                  </a:lnTo>
                  <a:lnTo>
                    <a:pt x="560" y="763"/>
                  </a:lnTo>
                  <a:lnTo>
                    <a:pt x="561" y="763"/>
                  </a:lnTo>
                  <a:lnTo>
                    <a:pt x="561" y="763"/>
                  </a:lnTo>
                  <a:lnTo>
                    <a:pt x="562" y="748"/>
                  </a:lnTo>
                  <a:lnTo>
                    <a:pt x="562" y="748"/>
                  </a:lnTo>
                  <a:lnTo>
                    <a:pt x="563" y="748"/>
                  </a:lnTo>
                  <a:lnTo>
                    <a:pt x="563" y="733"/>
                  </a:lnTo>
                  <a:lnTo>
                    <a:pt x="563" y="733"/>
                  </a:lnTo>
                  <a:lnTo>
                    <a:pt x="564" y="733"/>
                  </a:lnTo>
                  <a:lnTo>
                    <a:pt x="565" y="733"/>
                  </a:lnTo>
                  <a:lnTo>
                    <a:pt x="565" y="733"/>
                  </a:lnTo>
                  <a:lnTo>
                    <a:pt x="565" y="733"/>
                  </a:lnTo>
                  <a:lnTo>
                    <a:pt x="566" y="733"/>
                  </a:lnTo>
                  <a:lnTo>
                    <a:pt x="566" y="733"/>
                  </a:lnTo>
                  <a:lnTo>
                    <a:pt x="567" y="733"/>
                  </a:lnTo>
                  <a:lnTo>
                    <a:pt x="567" y="718"/>
                  </a:lnTo>
                  <a:lnTo>
                    <a:pt x="568" y="718"/>
                  </a:lnTo>
                  <a:lnTo>
                    <a:pt x="568" y="718"/>
                  </a:lnTo>
                  <a:lnTo>
                    <a:pt x="568" y="718"/>
                  </a:lnTo>
                  <a:lnTo>
                    <a:pt x="569" y="718"/>
                  </a:lnTo>
                  <a:lnTo>
                    <a:pt x="569" y="718"/>
                  </a:lnTo>
                  <a:lnTo>
                    <a:pt x="570" y="718"/>
                  </a:lnTo>
                  <a:lnTo>
                    <a:pt x="570" y="703"/>
                  </a:lnTo>
                  <a:lnTo>
                    <a:pt x="571" y="703"/>
                  </a:lnTo>
                  <a:lnTo>
                    <a:pt x="571" y="703"/>
                  </a:lnTo>
                  <a:lnTo>
                    <a:pt x="572" y="703"/>
                  </a:lnTo>
                  <a:lnTo>
                    <a:pt x="572" y="703"/>
                  </a:lnTo>
                  <a:lnTo>
                    <a:pt x="572" y="703"/>
                  </a:lnTo>
                  <a:lnTo>
                    <a:pt x="573" y="703"/>
                  </a:lnTo>
                  <a:lnTo>
                    <a:pt x="574" y="703"/>
                  </a:lnTo>
                  <a:lnTo>
                    <a:pt x="574" y="703"/>
                  </a:lnTo>
                  <a:lnTo>
                    <a:pt x="574" y="688"/>
                  </a:lnTo>
                  <a:lnTo>
                    <a:pt x="575" y="688"/>
                  </a:lnTo>
                  <a:lnTo>
                    <a:pt x="575" y="688"/>
                  </a:lnTo>
                  <a:lnTo>
                    <a:pt x="576" y="688"/>
                  </a:lnTo>
                  <a:lnTo>
                    <a:pt x="576" y="688"/>
                  </a:lnTo>
                  <a:lnTo>
                    <a:pt x="577" y="688"/>
                  </a:lnTo>
                  <a:lnTo>
                    <a:pt x="577" y="673"/>
                  </a:lnTo>
                  <a:lnTo>
                    <a:pt x="578" y="673"/>
                  </a:lnTo>
                  <a:lnTo>
                    <a:pt x="578" y="673"/>
                  </a:lnTo>
                  <a:lnTo>
                    <a:pt x="578" y="673"/>
                  </a:lnTo>
                  <a:lnTo>
                    <a:pt x="579" y="673"/>
                  </a:lnTo>
                  <a:lnTo>
                    <a:pt x="579" y="673"/>
                  </a:lnTo>
                  <a:lnTo>
                    <a:pt x="580" y="673"/>
                  </a:lnTo>
                  <a:lnTo>
                    <a:pt x="580" y="673"/>
                  </a:lnTo>
                  <a:lnTo>
                    <a:pt x="581" y="673"/>
                  </a:lnTo>
                  <a:lnTo>
                    <a:pt x="581" y="688"/>
                  </a:lnTo>
                  <a:lnTo>
                    <a:pt x="582" y="688"/>
                  </a:lnTo>
                  <a:lnTo>
                    <a:pt x="582" y="688"/>
                  </a:lnTo>
                  <a:lnTo>
                    <a:pt x="583" y="688"/>
                  </a:lnTo>
                  <a:lnTo>
                    <a:pt x="583" y="688"/>
                  </a:lnTo>
                  <a:lnTo>
                    <a:pt x="583" y="688"/>
                  </a:lnTo>
                  <a:lnTo>
                    <a:pt x="584" y="673"/>
                  </a:lnTo>
                  <a:lnTo>
                    <a:pt x="584" y="673"/>
                  </a:lnTo>
                  <a:lnTo>
                    <a:pt x="585" y="673"/>
                  </a:lnTo>
                  <a:lnTo>
                    <a:pt x="585" y="673"/>
                  </a:lnTo>
                  <a:lnTo>
                    <a:pt x="586" y="673"/>
                  </a:lnTo>
                  <a:lnTo>
                    <a:pt x="586" y="688"/>
                  </a:lnTo>
                  <a:lnTo>
                    <a:pt x="587" y="688"/>
                  </a:lnTo>
                  <a:lnTo>
                    <a:pt x="587" y="688"/>
                  </a:lnTo>
                  <a:lnTo>
                    <a:pt x="587" y="688"/>
                  </a:lnTo>
                  <a:lnTo>
                    <a:pt x="588" y="688"/>
                  </a:lnTo>
                  <a:lnTo>
                    <a:pt x="589" y="688"/>
                  </a:lnTo>
                  <a:lnTo>
                    <a:pt x="589" y="688"/>
                  </a:lnTo>
                  <a:lnTo>
                    <a:pt x="589" y="688"/>
                  </a:lnTo>
                  <a:lnTo>
                    <a:pt x="590" y="688"/>
                  </a:lnTo>
                  <a:lnTo>
                    <a:pt x="590" y="688"/>
                  </a:lnTo>
                  <a:lnTo>
                    <a:pt x="591" y="688"/>
                  </a:lnTo>
                  <a:lnTo>
                    <a:pt x="591" y="688"/>
                  </a:lnTo>
                  <a:lnTo>
                    <a:pt x="592" y="703"/>
                  </a:lnTo>
                  <a:lnTo>
                    <a:pt x="592" y="703"/>
                  </a:lnTo>
                  <a:lnTo>
                    <a:pt x="593" y="703"/>
                  </a:lnTo>
                  <a:lnTo>
                    <a:pt x="593" y="703"/>
                  </a:lnTo>
                  <a:lnTo>
                    <a:pt x="593" y="703"/>
                  </a:lnTo>
                  <a:lnTo>
                    <a:pt x="594" y="703"/>
                  </a:lnTo>
                  <a:lnTo>
                    <a:pt x="594" y="703"/>
                  </a:lnTo>
                  <a:lnTo>
                    <a:pt x="595" y="718"/>
                  </a:lnTo>
                  <a:lnTo>
                    <a:pt x="595" y="718"/>
                  </a:lnTo>
                  <a:lnTo>
                    <a:pt x="596" y="718"/>
                  </a:lnTo>
                  <a:lnTo>
                    <a:pt x="596" y="718"/>
                  </a:lnTo>
                  <a:lnTo>
                    <a:pt x="596" y="718"/>
                  </a:lnTo>
                  <a:lnTo>
                    <a:pt x="597" y="718"/>
                  </a:lnTo>
                  <a:lnTo>
                    <a:pt x="598" y="718"/>
                  </a:lnTo>
                  <a:lnTo>
                    <a:pt x="598" y="718"/>
                  </a:lnTo>
                  <a:lnTo>
                    <a:pt x="598" y="718"/>
                  </a:lnTo>
                  <a:lnTo>
                    <a:pt x="599" y="718"/>
                  </a:lnTo>
                  <a:lnTo>
                    <a:pt x="599" y="718"/>
                  </a:lnTo>
                  <a:lnTo>
                    <a:pt x="600" y="718"/>
                  </a:lnTo>
                  <a:lnTo>
                    <a:pt x="600" y="718"/>
                  </a:lnTo>
                  <a:lnTo>
                    <a:pt x="601" y="718"/>
                  </a:lnTo>
                  <a:lnTo>
                    <a:pt x="601" y="718"/>
                  </a:lnTo>
                  <a:lnTo>
                    <a:pt x="602" y="718"/>
                  </a:lnTo>
                  <a:lnTo>
                    <a:pt x="602" y="718"/>
                  </a:lnTo>
                  <a:lnTo>
                    <a:pt x="602" y="718"/>
                  </a:lnTo>
                  <a:lnTo>
                    <a:pt x="603" y="703"/>
                  </a:lnTo>
                  <a:lnTo>
                    <a:pt x="604" y="703"/>
                  </a:lnTo>
                  <a:lnTo>
                    <a:pt x="604" y="703"/>
                  </a:lnTo>
                  <a:lnTo>
                    <a:pt x="604" y="703"/>
                  </a:lnTo>
                  <a:lnTo>
                    <a:pt x="605" y="703"/>
                  </a:lnTo>
                  <a:lnTo>
                    <a:pt x="605" y="703"/>
                  </a:lnTo>
                  <a:lnTo>
                    <a:pt x="606" y="688"/>
                  </a:lnTo>
                  <a:lnTo>
                    <a:pt x="606" y="688"/>
                  </a:lnTo>
                  <a:lnTo>
                    <a:pt x="607" y="688"/>
                  </a:lnTo>
                  <a:lnTo>
                    <a:pt x="607" y="688"/>
                  </a:lnTo>
                  <a:lnTo>
                    <a:pt x="608" y="688"/>
                  </a:lnTo>
                  <a:lnTo>
                    <a:pt x="608" y="688"/>
                  </a:lnTo>
                  <a:lnTo>
                    <a:pt x="608" y="688"/>
                  </a:lnTo>
                  <a:lnTo>
                    <a:pt x="609" y="673"/>
                  </a:lnTo>
                  <a:lnTo>
                    <a:pt x="609" y="673"/>
                  </a:lnTo>
                  <a:lnTo>
                    <a:pt x="610" y="673"/>
                  </a:lnTo>
                  <a:lnTo>
                    <a:pt x="610" y="673"/>
                  </a:lnTo>
                  <a:lnTo>
                    <a:pt x="611" y="673"/>
                  </a:lnTo>
                  <a:lnTo>
                    <a:pt x="611" y="673"/>
                  </a:lnTo>
                  <a:lnTo>
                    <a:pt x="611" y="673"/>
                  </a:lnTo>
                  <a:lnTo>
                    <a:pt x="612" y="658"/>
                  </a:lnTo>
                  <a:lnTo>
                    <a:pt x="613" y="658"/>
                  </a:lnTo>
                  <a:lnTo>
                    <a:pt x="613" y="658"/>
                  </a:lnTo>
                  <a:lnTo>
                    <a:pt x="613" y="658"/>
                  </a:lnTo>
                  <a:lnTo>
                    <a:pt x="614" y="643"/>
                  </a:lnTo>
                  <a:lnTo>
                    <a:pt x="614" y="643"/>
                  </a:lnTo>
                  <a:lnTo>
                    <a:pt x="615" y="643"/>
                  </a:lnTo>
                  <a:lnTo>
                    <a:pt x="615" y="643"/>
                  </a:lnTo>
                  <a:lnTo>
                    <a:pt x="616" y="643"/>
                  </a:lnTo>
                  <a:lnTo>
                    <a:pt x="616" y="643"/>
                  </a:lnTo>
                  <a:lnTo>
                    <a:pt x="617" y="643"/>
                  </a:lnTo>
                  <a:lnTo>
                    <a:pt x="617" y="628"/>
                  </a:lnTo>
                  <a:lnTo>
                    <a:pt x="617" y="628"/>
                  </a:lnTo>
                  <a:lnTo>
                    <a:pt x="618" y="628"/>
                  </a:lnTo>
                  <a:lnTo>
                    <a:pt x="619" y="628"/>
                  </a:lnTo>
                  <a:lnTo>
                    <a:pt x="619" y="628"/>
                  </a:lnTo>
                  <a:lnTo>
                    <a:pt x="619" y="613"/>
                  </a:lnTo>
                  <a:lnTo>
                    <a:pt x="620" y="613"/>
                  </a:lnTo>
                  <a:lnTo>
                    <a:pt x="620" y="613"/>
                  </a:lnTo>
                  <a:lnTo>
                    <a:pt x="621" y="613"/>
                  </a:lnTo>
                  <a:lnTo>
                    <a:pt x="621" y="613"/>
                  </a:lnTo>
                  <a:lnTo>
                    <a:pt x="622" y="598"/>
                  </a:lnTo>
                  <a:lnTo>
                    <a:pt x="622" y="598"/>
                  </a:lnTo>
                  <a:lnTo>
                    <a:pt x="623" y="598"/>
                  </a:lnTo>
                  <a:lnTo>
                    <a:pt x="623" y="598"/>
                  </a:lnTo>
                  <a:lnTo>
                    <a:pt x="623" y="598"/>
                  </a:lnTo>
                  <a:lnTo>
                    <a:pt x="624" y="598"/>
                  </a:lnTo>
                  <a:lnTo>
                    <a:pt x="624" y="583"/>
                  </a:lnTo>
                  <a:lnTo>
                    <a:pt x="625" y="583"/>
                  </a:lnTo>
                  <a:lnTo>
                    <a:pt x="625" y="583"/>
                  </a:lnTo>
                  <a:lnTo>
                    <a:pt x="626" y="583"/>
                  </a:lnTo>
                  <a:lnTo>
                    <a:pt x="626" y="583"/>
                  </a:lnTo>
                  <a:lnTo>
                    <a:pt x="626" y="583"/>
                  </a:lnTo>
                  <a:lnTo>
                    <a:pt x="627" y="568"/>
                  </a:lnTo>
                  <a:lnTo>
                    <a:pt x="628" y="568"/>
                  </a:lnTo>
                  <a:lnTo>
                    <a:pt x="628" y="568"/>
                  </a:lnTo>
                  <a:lnTo>
                    <a:pt x="628" y="568"/>
                  </a:lnTo>
                  <a:lnTo>
                    <a:pt x="629" y="553"/>
                  </a:lnTo>
                  <a:lnTo>
                    <a:pt x="629" y="553"/>
                  </a:lnTo>
                  <a:lnTo>
                    <a:pt x="630" y="553"/>
                  </a:lnTo>
                  <a:lnTo>
                    <a:pt x="630" y="553"/>
                  </a:lnTo>
                  <a:lnTo>
                    <a:pt x="631" y="553"/>
                  </a:lnTo>
                  <a:lnTo>
                    <a:pt x="631" y="538"/>
                  </a:lnTo>
                  <a:lnTo>
                    <a:pt x="632" y="538"/>
                  </a:lnTo>
                  <a:lnTo>
                    <a:pt x="632" y="538"/>
                  </a:lnTo>
                  <a:lnTo>
                    <a:pt x="632" y="538"/>
                  </a:lnTo>
                  <a:lnTo>
                    <a:pt x="633" y="538"/>
                  </a:lnTo>
                  <a:lnTo>
                    <a:pt x="634" y="538"/>
                  </a:lnTo>
                  <a:lnTo>
                    <a:pt x="634" y="538"/>
                  </a:lnTo>
                  <a:lnTo>
                    <a:pt x="634" y="553"/>
                  </a:lnTo>
                  <a:lnTo>
                    <a:pt x="635" y="553"/>
                  </a:lnTo>
                  <a:lnTo>
                    <a:pt x="635" y="553"/>
                  </a:lnTo>
                  <a:lnTo>
                    <a:pt x="636" y="553"/>
                  </a:lnTo>
                  <a:lnTo>
                    <a:pt x="636" y="553"/>
                  </a:lnTo>
                  <a:lnTo>
                    <a:pt x="637" y="553"/>
                  </a:lnTo>
                  <a:lnTo>
                    <a:pt x="637" y="553"/>
                  </a:lnTo>
                  <a:lnTo>
                    <a:pt x="637" y="553"/>
                  </a:lnTo>
                  <a:lnTo>
                    <a:pt x="638" y="553"/>
                  </a:lnTo>
                  <a:lnTo>
                    <a:pt x="638" y="553"/>
                  </a:lnTo>
                  <a:lnTo>
                    <a:pt x="639" y="553"/>
                  </a:lnTo>
                  <a:lnTo>
                    <a:pt x="639" y="568"/>
                  </a:lnTo>
                  <a:lnTo>
                    <a:pt x="640" y="568"/>
                  </a:lnTo>
                  <a:lnTo>
                    <a:pt x="640" y="568"/>
                  </a:lnTo>
                  <a:lnTo>
                    <a:pt x="641" y="568"/>
                  </a:lnTo>
                  <a:lnTo>
                    <a:pt x="641" y="568"/>
                  </a:lnTo>
                  <a:lnTo>
                    <a:pt x="642" y="568"/>
                  </a:lnTo>
                  <a:lnTo>
                    <a:pt x="642" y="568"/>
                  </a:lnTo>
                  <a:lnTo>
                    <a:pt x="643" y="583"/>
                  </a:lnTo>
                  <a:lnTo>
                    <a:pt x="643" y="583"/>
                  </a:lnTo>
                  <a:lnTo>
                    <a:pt x="643" y="583"/>
                  </a:lnTo>
                  <a:lnTo>
                    <a:pt x="644" y="598"/>
                  </a:lnTo>
                  <a:lnTo>
                    <a:pt x="645" y="598"/>
                  </a:lnTo>
                  <a:lnTo>
                    <a:pt x="645" y="598"/>
                  </a:lnTo>
                  <a:lnTo>
                    <a:pt x="645" y="613"/>
                  </a:lnTo>
                  <a:lnTo>
                    <a:pt x="646" y="613"/>
                  </a:lnTo>
                  <a:lnTo>
                    <a:pt x="646" y="613"/>
                  </a:lnTo>
                  <a:lnTo>
                    <a:pt x="647" y="628"/>
                  </a:lnTo>
                  <a:lnTo>
                    <a:pt x="647" y="628"/>
                  </a:lnTo>
                  <a:lnTo>
                    <a:pt x="648" y="628"/>
                  </a:lnTo>
                  <a:lnTo>
                    <a:pt x="648" y="628"/>
                  </a:lnTo>
                  <a:lnTo>
                    <a:pt x="649" y="628"/>
                  </a:lnTo>
                  <a:lnTo>
                    <a:pt x="649" y="643"/>
                  </a:lnTo>
                  <a:lnTo>
                    <a:pt x="649" y="643"/>
                  </a:lnTo>
                  <a:lnTo>
                    <a:pt x="650" y="643"/>
                  </a:lnTo>
                  <a:lnTo>
                    <a:pt x="650" y="643"/>
                  </a:lnTo>
                  <a:lnTo>
                    <a:pt x="651" y="658"/>
                  </a:lnTo>
                  <a:lnTo>
                    <a:pt x="651" y="658"/>
                  </a:lnTo>
                  <a:lnTo>
                    <a:pt x="652" y="658"/>
                  </a:lnTo>
                  <a:lnTo>
                    <a:pt x="652" y="673"/>
                  </a:lnTo>
                  <a:lnTo>
                    <a:pt x="652" y="673"/>
                  </a:lnTo>
                  <a:lnTo>
                    <a:pt x="653" y="673"/>
                  </a:lnTo>
                  <a:lnTo>
                    <a:pt x="654" y="673"/>
                  </a:lnTo>
                  <a:lnTo>
                    <a:pt x="654" y="673"/>
                  </a:lnTo>
                  <a:lnTo>
                    <a:pt x="654" y="673"/>
                  </a:lnTo>
                  <a:lnTo>
                    <a:pt x="655" y="673"/>
                  </a:lnTo>
                  <a:lnTo>
                    <a:pt x="655" y="673"/>
                  </a:lnTo>
                  <a:lnTo>
                    <a:pt x="656" y="673"/>
                  </a:lnTo>
                  <a:lnTo>
                    <a:pt x="656" y="688"/>
                  </a:lnTo>
                  <a:lnTo>
                    <a:pt x="657" y="688"/>
                  </a:lnTo>
                  <a:lnTo>
                    <a:pt x="657" y="688"/>
                  </a:lnTo>
                  <a:lnTo>
                    <a:pt x="658" y="688"/>
                  </a:lnTo>
                  <a:lnTo>
                    <a:pt x="658" y="688"/>
                  </a:lnTo>
                  <a:lnTo>
                    <a:pt x="658" y="703"/>
                  </a:lnTo>
                  <a:lnTo>
                    <a:pt x="659" y="703"/>
                  </a:lnTo>
                  <a:lnTo>
                    <a:pt x="660" y="703"/>
                  </a:lnTo>
                  <a:lnTo>
                    <a:pt x="660" y="703"/>
                  </a:lnTo>
                  <a:lnTo>
                    <a:pt x="660" y="703"/>
                  </a:lnTo>
                  <a:lnTo>
                    <a:pt x="661" y="718"/>
                  </a:lnTo>
                  <a:lnTo>
                    <a:pt x="661" y="718"/>
                  </a:lnTo>
                  <a:lnTo>
                    <a:pt x="662" y="718"/>
                  </a:lnTo>
                  <a:lnTo>
                    <a:pt x="662" y="718"/>
                  </a:lnTo>
                  <a:lnTo>
                    <a:pt x="663" y="718"/>
                  </a:lnTo>
                  <a:lnTo>
                    <a:pt x="663" y="718"/>
                  </a:lnTo>
                  <a:lnTo>
                    <a:pt x="663" y="718"/>
                  </a:lnTo>
                  <a:lnTo>
                    <a:pt x="664" y="718"/>
                  </a:lnTo>
                  <a:lnTo>
                    <a:pt x="664" y="718"/>
                  </a:lnTo>
                  <a:lnTo>
                    <a:pt x="665" y="718"/>
                  </a:lnTo>
                  <a:lnTo>
                    <a:pt x="665" y="718"/>
                  </a:lnTo>
                  <a:lnTo>
                    <a:pt x="666" y="718"/>
                  </a:lnTo>
                  <a:lnTo>
                    <a:pt x="666" y="718"/>
                  </a:lnTo>
                  <a:lnTo>
                    <a:pt x="667" y="718"/>
                  </a:lnTo>
                  <a:lnTo>
                    <a:pt x="667" y="718"/>
                  </a:lnTo>
                  <a:lnTo>
                    <a:pt x="667" y="718"/>
                  </a:lnTo>
                  <a:lnTo>
                    <a:pt x="668" y="718"/>
                  </a:lnTo>
                  <a:lnTo>
                    <a:pt x="669" y="718"/>
                  </a:lnTo>
                  <a:lnTo>
                    <a:pt x="669" y="718"/>
                  </a:lnTo>
                  <a:lnTo>
                    <a:pt x="669" y="733"/>
                  </a:lnTo>
                  <a:lnTo>
                    <a:pt x="670" y="733"/>
                  </a:lnTo>
                  <a:lnTo>
                    <a:pt x="670" y="733"/>
                  </a:lnTo>
                  <a:lnTo>
                    <a:pt x="671" y="733"/>
                  </a:lnTo>
                  <a:lnTo>
                    <a:pt x="671" y="748"/>
                  </a:lnTo>
                  <a:lnTo>
                    <a:pt x="672" y="748"/>
                  </a:lnTo>
                  <a:lnTo>
                    <a:pt x="672" y="748"/>
                  </a:lnTo>
                  <a:lnTo>
                    <a:pt x="673" y="748"/>
                  </a:lnTo>
                  <a:lnTo>
                    <a:pt x="673" y="748"/>
                  </a:lnTo>
                  <a:lnTo>
                    <a:pt x="673" y="763"/>
                  </a:lnTo>
                  <a:lnTo>
                    <a:pt x="674" y="763"/>
                  </a:lnTo>
                  <a:lnTo>
                    <a:pt x="675" y="763"/>
                  </a:lnTo>
                  <a:lnTo>
                    <a:pt x="675" y="763"/>
                  </a:lnTo>
                  <a:lnTo>
                    <a:pt x="675" y="763"/>
                  </a:lnTo>
                  <a:lnTo>
                    <a:pt x="676" y="778"/>
                  </a:lnTo>
                  <a:lnTo>
                    <a:pt x="676" y="778"/>
                  </a:lnTo>
                  <a:lnTo>
                    <a:pt x="677" y="778"/>
                  </a:lnTo>
                  <a:lnTo>
                    <a:pt x="677" y="778"/>
                  </a:lnTo>
                  <a:lnTo>
                    <a:pt x="678" y="778"/>
                  </a:lnTo>
                  <a:lnTo>
                    <a:pt x="678" y="778"/>
                  </a:lnTo>
                  <a:lnTo>
                    <a:pt x="678" y="778"/>
                  </a:lnTo>
                  <a:lnTo>
                    <a:pt x="679" y="778"/>
                  </a:lnTo>
                  <a:lnTo>
                    <a:pt x="679" y="778"/>
                  </a:lnTo>
                  <a:lnTo>
                    <a:pt x="680" y="778"/>
                  </a:lnTo>
                  <a:lnTo>
                    <a:pt x="680" y="778"/>
                  </a:lnTo>
                  <a:lnTo>
                    <a:pt x="681" y="778"/>
                  </a:lnTo>
                  <a:lnTo>
                    <a:pt x="681" y="778"/>
                  </a:lnTo>
                  <a:lnTo>
                    <a:pt x="682" y="778"/>
                  </a:lnTo>
                  <a:lnTo>
                    <a:pt x="682" y="778"/>
                  </a:lnTo>
                  <a:lnTo>
                    <a:pt x="682" y="778"/>
                  </a:lnTo>
                  <a:lnTo>
                    <a:pt x="683" y="778"/>
                  </a:lnTo>
                  <a:lnTo>
                    <a:pt x="684" y="763"/>
                  </a:lnTo>
                  <a:lnTo>
                    <a:pt x="684" y="763"/>
                  </a:lnTo>
                  <a:lnTo>
                    <a:pt x="684" y="763"/>
                  </a:lnTo>
                  <a:lnTo>
                    <a:pt x="685" y="763"/>
                  </a:lnTo>
                  <a:lnTo>
                    <a:pt x="685" y="763"/>
                  </a:lnTo>
                  <a:lnTo>
                    <a:pt x="686" y="763"/>
                  </a:lnTo>
                  <a:lnTo>
                    <a:pt x="686" y="763"/>
                  </a:lnTo>
                  <a:lnTo>
                    <a:pt x="687" y="763"/>
                  </a:lnTo>
                  <a:lnTo>
                    <a:pt x="687" y="763"/>
                  </a:lnTo>
                  <a:lnTo>
                    <a:pt x="688" y="763"/>
                  </a:lnTo>
                  <a:lnTo>
                    <a:pt x="688" y="763"/>
                  </a:lnTo>
                  <a:lnTo>
                    <a:pt x="688" y="763"/>
                  </a:lnTo>
                  <a:lnTo>
                    <a:pt x="689" y="763"/>
                  </a:lnTo>
                  <a:lnTo>
                    <a:pt x="689" y="763"/>
                  </a:lnTo>
                  <a:lnTo>
                    <a:pt x="690" y="763"/>
                  </a:lnTo>
                  <a:lnTo>
                    <a:pt x="690" y="763"/>
                  </a:lnTo>
                  <a:lnTo>
                    <a:pt x="691" y="763"/>
                  </a:lnTo>
                  <a:lnTo>
                    <a:pt x="691" y="763"/>
                  </a:lnTo>
                  <a:lnTo>
                    <a:pt x="692" y="763"/>
                  </a:lnTo>
                  <a:lnTo>
                    <a:pt x="692" y="763"/>
                  </a:lnTo>
                  <a:lnTo>
                    <a:pt x="693" y="763"/>
                  </a:lnTo>
                  <a:lnTo>
                    <a:pt x="693" y="763"/>
                  </a:lnTo>
                  <a:lnTo>
                    <a:pt x="693" y="763"/>
                  </a:lnTo>
                  <a:lnTo>
                    <a:pt x="694" y="763"/>
                  </a:lnTo>
                  <a:lnTo>
                    <a:pt x="694" y="763"/>
                  </a:lnTo>
                  <a:lnTo>
                    <a:pt x="695" y="763"/>
                  </a:lnTo>
                  <a:lnTo>
                    <a:pt x="695" y="748"/>
                  </a:lnTo>
                  <a:lnTo>
                    <a:pt x="696" y="748"/>
                  </a:lnTo>
                  <a:lnTo>
                    <a:pt x="696" y="748"/>
                  </a:lnTo>
                  <a:lnTo>
                    <a:pt x="697" y="748"/>
                  </a:lnTo>
                  <a:lnTo>
                    <a:pt x="697" y="748"/>
                  </a:lnTo>
                  <a:lnTo>
                    <a:pt x="697" y="748"/>
                  </a:lnTo>
                  <a:lnTo>
                    <a:pt x="698" y="733"/>
                  </a:lnTo>
                  <a:lnTo>
                    <a:pt x="699" y="733"/>
                  </a:lnTo>
                  <a:lnTo>
                    <a:pt x="699" y="733"/>
                  </a:lnTo>
                  <a:lnTo>
                    <a:pt x="699" y="733"/>
                  </a:lnTo>
                  <a:lnTo>
                    <a:pt x="700" y="733"/>
                  </a:lnTo>
                  <a:lnTo>
                    <a:pt x="700" y="718"/>
                  </a:lnTo>
                  <a:lnTo>
                    <a:pt x="701" y="718"/>
                  </a:lnTo>
                  <a:lnTo>
                    <a:pt x="701" y="718"/>
                  </a:lnTo>
                  <a:lnTo>
                    <a:pt x="702" y="718"/>
                  </a:lnTo>
                  <a:lnTo>
                    <a:pt x="702" y="718"/>
                  </a:lnTo>
                  <a:lnTo>
                    <a:pt x="703" y="718"/>
                  </a:lnTo>
                  <a:lnTo>
                    <a:pt x="703" y="718"/>
                  </a:lnTo>
                  <a:lnTo>
                    <a:pt x="703" y="718"/>
                  </a:lnTo>
                  <a:lnTo>
                    <a:pt x="704" y="718"/>
                  </a:lnTo>
                  <a:lnTo>
                    <a:pt x="704" y="733"/>
                  </a:lnTo>
                  <a:lnTo>
                    <a:pt x="705" y="733"/>
                  </a:lnTo>
                  <a:lnTo>
                    <a:pt x="705" y="733"/>
                  </a:lnTo>
                  <a:lnTo>
                    <a:pt x="706" y="733"/>
                  </a:lnTo>
                  <a:lnTo>
                    <a:pt x="706" y="733"/>
                  </a:lnTo>
                  <a:lnTo>
                    <a:pt x="706" y="733"/>
                  </a:lnTo>
                  <a:lnTo>
                    <a:pt x="707" y="733"/>
                  </a:lnTo>
                  <a:lnTo>
                    <a:pt x="708" y="733"/>
                  </a:lnTo>
                  <a:lnTo>
                    <a:pt x="708" y="733"/>
                  </a:lnTo>
                  <a:lnTo>
                    <a:pt x="708" y="733"/>
                  </a:lnTo>
                  <a:lnTo>
                    <a:pt x="709" y="733"/>
                  </a:lnTo>
                  <a:lnTo>
                    <a:pt x="709" y="718"/>
                  </a:lnTo>
                  <a:lnTo>
                    <a:pt x="710" y="718"/>
                  </a:lnTo>
                  <a:lnTo>
                    <a:pt x="710" y="718"/>
                  </a:lnTo>
                  <a:lnTo>
                    <a:pt x="711" y="718"/>
                  </a:lnTo>
                  <a:lnTo>
                    <a:pt x="711" y="718"/>
                  </a:lnTo>
                  <a:lnTo>
                    <a:pt x="712" y="703"/>
                  </a:lnTo>
                  <a:lnTo>
                    <a:pt x="712" y="703"/>
                  </a:lnTo>
                  <a:lnTo>
                    <a:pt x="712" y="703"/>
                  </a:lnTo>
                  <a:lnTo>
                    <a:pt x="713" y="688"/>
                  </a:lnTo>
                  <a:lnTo>
                    <a:pt x="714" y="688"/>
                  </a:lnTo>
                  <a:lnTo>
                    <a:pt x="714" y="688"/>
                  </a:lnTo>
                  <a:lnTo>
                    <a:pt x="714" y="688"/>
                  </a:lnTo>
                  <a:lnTo>
                    <a:pt x="715" y="688"/>
                  </a:lnTo>
                  <a:lnTo>
                    <a:pt x="715" y="673"/>
                  </a:lnTo>
                  <a:lnTo>
                    <a:pt x="716" y="673"/>
                  </a:lnTo>
                  <a:lnTo>
                    <a:pt x="716" y="673"/>
                  </a:lnTo>
                  <a:lnTo>
                    <a:pt x="717" y="673"/>
                  </a:lnTo>
                  <a:lnTo>
                    <a:pt x="717" y="673"/>
                  </a:lnTo>
                  <a:lnTo>
                    <a:pt x="718" y="673"/>
                  </a:lnTo>
                  <a:lnTo>
                    <a:pt x="718" y="673"/>
                  </a:lnTo>
                  <a:lnTo>
                    <a:pt x="718" y="673"/>
                  </a:lnTo>
                  <a:lnTo>
                    <a:pt x="719" y="673"/>
                  </a:lnTo>
                  <a:lnTo>
                    <a:pt x="719" y="673"/>
                  </a:lnTo>
                  <a:lnTo>
                    <a:pt x="720" y="673"/>
                  </a:lnTo>
                  <a:lnTo>
                    <a:pt x="720" y="673"/>
                  </a:lnTo>
                  <a:lnTo>
                    <a:pt x="721" y="673"/>
                  </a:lnTo>
                  <a:lnTo>
                    <a:pt x="721" y="673"/>
                  </a:lnTo>
                  <a:lnTo>
                    <a:pt x="721" y="673"/>
                  </a:lnTo>
                  <a:lnTo>
                    <a:pt x="722" y="673"/>
                  </a:lnTo>
                  <a:lnTo>
                    <a:pt x="723" y="673"/>
                  </a:lnTo>
                  <a:lnTo>
                    <a:pt x="723" y="673"/>
                  </a:lnTo>
                  <a:lnTo>
                    <a:pt x="723" y="673"/>
                  </a:lnTo>
                  <a:lnTo>
                    <a:pt x="724" y="673"/>
                  </a:lnTo>
                  <a:lnTo>
                    <a:pt x="724" y="673"/>
                  </a:lnTo>
                  <a:lnTo>
                    <a:pt x="725" y="658"/>
                  </a:lnTo>
                  <a:lnTo>
                    <a:pt x="725" y="658"/>
                  </a:lnTo>
                  <a:lnTo>
                    <a:pt x="726" y="658"/>
                  </a:lnTo>
                  <a:lnTo>
                    <a:pt x="726" y="658"/>
                  </a:lnTo>
                  <a:lnTo>
                    <a:pt x="727" y="658"/>
                  </a:lnTo>
                  <a:lnTo>
                    <a:pt x="727" y="658"/>
                  </a:lnTo>
                  <a:lnTo>
                    <a:pt x="727" y="658"/>
                  </a:lnTo>
                  <a:lnTo>
                    <a:pt x="728" y="643"/>
                  </a:lnTo>
                  <a:lnTo>
                    <a:pt x="729" y="643"/>
                  </a:lnTo>
                  <a:lnTo>
                    <a:pt x="729" y="643"/>
                  </a:lnTo>
                  <a:lnTo>
                    <a:pt x="729" y="643"/>
                  </a:lnTo>
                  <a:lnTo>
                    <a:pt x="730" y="628"/>
                  </a:lnTo>
                  <a:lnTo>
                    <a:pt x="730" y="628"/>
                  </a:lnTo>
                  <a:lnTo>
                    <a:pt x="731" y="628"/>
                  </a:lnTo>
                  <a:lnTo>
                    <a:pt x="731" y="613"/>
                  </a:lnTo>
                  <a:lnTo>
                    <a:pt x="732" y="613"/>
                  </a:lnTo>
                  <a:lnTo>
                    <a:pt x="732" y="613"/>
                  </a:lnTo>
                  <a:lnTo>
                    <a:pt x="732" y="598"/>
                  </a:lnTo>
                  <a:lnTo>
                    <a:pt x="733" y="598"/>
                  </a:lnTo>
                  <a:lnTo>
                    <a:pt x="733" y="598"/>
                  </a:lnTo>
                  <a:lnTo>
                    <a:pt x="734" y="583"/>
                  </a:lnTo>
                  <a:lnTo>
                    <a:pt x="734" y="583"/>
                  </a:lnTo>
                  <a:lnTo>
                    <a:pt x="735" y="583"/>
                  </a:lnTo>
                  <a:lnTo>
                    <a:pt x="735" y="568"/>
                  </a:lnTo>
                  <a:lnTo>
                    <a:pt x="736" y="568"/>
                  </a:lnTo>
                  <a:lnTo>
                    <a:pt x="736" y="568"/>
                  </a:lnTo>
                  <a:lnTo>
                    <a:pt x="736" y="568"/>
                  </a:lnTo>
                  <a:lnTo>
                    <a:pt x="737" y="568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39" y="568"/>
                  </a:lnTo>
                  <a:lnTo>
                    <a:pt x="739" y="568"/>
                  </a:lnTo>
                  <a:lnTo>
                    <a:pt x="740" y="568"/>
                  </a:lnTo>
                  <a:lnTo>
                    <a:pt x="740" y="553"/>
                  </a:lnTo>
                  <a:lnTo>
                    <a:pt x="741" y="553"/>
                  </a:lnTo>
                  <a:lnTo>
                    <a:pt x="741" y="553"/>
                  </a:lnTo>
                  <a:lnTo>
                    <a:pt x="742" y="553"/>
                  </a:lnTo>
                  <a:lnTo>
                    <a:pt x="742" y="553"/>
                  </a:lnTo>
                  <a:lnTo>
                    <a:pt x="742" y="553"/>
                  </a:lnTo>
                  <a:lnTo>
                    <a:pt x="743" y="553"/>
                  </a:lnTo>
                  <a:lnTo>
                    <a:pt x="744" y="553"/>
                  </a:lnTo>
                  <a:lnTo>
                    <a:pt x="744" y="553"/>
                  </a:lnTo>
                  <a:lnTo>
                    <a:pt x="744" y="538"/>
                  </a:lnTo>
                  <a:lnTo>
                    <a:pt x="745" y="538"/>
                  </a:lnTo>
                  <a:lnTo>
                    <a:pt x="745" y="538"/>
                  </a:lnTo>
                  <a:lnTo>
                    <a:pt x="746" y="538"/>
                  </a:lnTo>
                  <a:lnTo>
                    <a:pt x="746" y="538"/>
                  </a:lnTo>
                  <a:lnTo>
                    <a:pt x="747" y="523"/>
                  </a:lnTo>
                  <a:lnTo>
                    <a:pt x="747" y="523"/>
                  </a:lnTo>
                  <a:lnTo>
                    <a:pt x="747" y="523"/>
                  </a:lnTo>
                  <a:lnTo>
                    <a:pt x="748" y="523"/>
                  </a:lnTo>
                  <a:lnTo>
                    <a:pt x="748" y="509"/>
                  </a:lnTo>
                  <a:lnTo>
                    <a:pt x="749" y="509"/>
                  </a:lnTo>
                  <a:lnTo>
                    <a:pt x="749" y="509"/>
                  </a:lnTo>
                  <a:lnTo>
                    <a:pt x="750" y="494"/>
                  </a:lnTo>
                  <a:lnTo>
                    <a:pt x="750" y="494"/>
                  </a:lnTo>
                  <a:lnTo>
                    <a:pt x="751" y="494"/>
                  </a:lnTo>
                  <a:lnTo>
                    <a:pt x="751" y="479"/>
                  </a:lnTo>
                  <a:lnTo>
                    <a:pt x="752" y="479"/>
                  </a:lnTo>
                  <a:lnTo>
                    <a:pt x="752" y="464"/>
                  </a:lnTo>
                  <a:lnTo>
                    <a:pt x="753" y="464"/>
                  </a:lnTo>
                  <a:lnTo>
                    <a:pt x="753" y="464"/>
                  </a:lnTo>
                  <a:lnTo>
                    <a:pt x="753" y="449"/>
                  </a:lnTo>
                  <a:lnTo>
                    <a:pt x="754" y="449"/>
                  </a:lnTo>
                  <a:lnTo>
                    <a:pt x="755" y="449"/>
                  </a:lnTo>
                  <a:lnTo>
                    <a:pt x="755" y="449"/>
                  </a:lnTo>
                  <a:lnTo>
                    <a:pt x="755" y="449"/>
                  </a:lnTo>
                  <a:lnTo>
                    <a:pt x="756" y="434"/>
                  </a:lnTo>
                  <a:lnTo>
                    <a:pt x="756" y="434"/>
                  </a:lnTo>
                  <a:lnTo>
                    <a:pt x="757" y="434"/>
                  </a:lnTo>
                  <a:lnTo>
                    <a:pt x="757" y="434"/>
                  </a:lnTo>
                  <a:lnTo>
                    <a:pt x="758" y="434"/>
                  </a:lnTo>
                  <a:lnTo>
                    <a:pt x="758" y="434"/>
                  </a:lnTo>
                  <a:lnTo>
                    <a:pt x="758" y="419"/>
                  </a:lnTo>
                  <a:lnTo>
                    <a:pt x="759" y="419"/>
                  </a:lnTo>
                  <a:lnTo>
                    <a:pt x="759" y="419"/>
                  </a:lnTo>
                  <a:lnTo>
                    <a:pt x="760" y="419"/>
                  </a:lnTo>
                  <a:lnTo>
                    <a:pt x="760" y="419"/>
                  </a:lnTo>
                  <a:lnTo>
                    <a:pt x="761" y="419"/>
                  </a:lnTo>
                  <a:lnTo>
                    <a:pt x="761" y="419"/>
                  </a:lnTo>
                  <a:lnTo>
                    <a:pt x="762" y="419"/>
                  </a:lnTo>
                  <a:lnTo>
                    <a:pt x="762" y="434"/>
                  </a:lnTo>
                  <a:lnTo>
                    <a:pt x="762" y="434"/>
                  </a:lnTo>
                  <a:lnTo>
                    <a:pt x="763" y="434"/>
                  </a:lnTo>
                  <a:lnTo>
                    <a:pt x="764" y="434"/>
                  </a:lnTo>
                  <a:lnTo>
                    <a:pt x="764" y="419"/>
                  </a:lnTo>
                  <a:lnTo>
                    <a:pt x="764" y="419"/>
                  </a:lnTo>
                  <a:lnTo>
                    <a:pt x="765" y="419"/>
                  </a:lnTo>
                  <a:lnTo>
                    <a:pt x="765" y="419"/>
                  </a:lnTo>
                  <a:lnTo>
                    <a:pt x="766" y="419"/>
                  </a:lnTo>
                  <a:lnTo>
                    <a:pt x="766" y="419"/>
                  </a:lnTo>
                  <a:lnTo>
                    <a:pt x="767" y="419"/>
                  </a:lnTo>
                  <a:lnTo>
                    <a:pt x="767" y="419"/>
                  </a:lnTo>
                  <a:lnTo>
                    <a:pt x="768" y="419"/>
                  </a:lnTo>
                  <a:lnTo>
                    <a:pt x="768" y="419"/>
                  </a:lnTo>
                  <a:lnTo>
                    <a:pt x="768" y="419"/>
                  </a:lnTo>
                  <a:lnTo>
                    <a:pt x="769" y="419"/>
                  </a:lnTo>
                  <a:lnTo>
                    <a:pt x="770" y="419"/>
                  </a:lnTo>
                  <a:lnTo>
                    <a:pt x="770" y="434"/>
                  </a:lnTo>
                  <a:lnTo>
                    <a:pt x="770" y="434"/>
                  </a:lnTo>
                  <a:lnTo>
                    <a:pt x="771" y="434"/>
                  </a:lnTo>
                  <a:lnTo>
                    <a:pt x="771" y="434"/>
                  </a:lnTo>
                  <a:lnTo>
                    <a:pt x="772" y="434"/>
                  </a:lnTo>
                  <a:lnTo>
                    <a:pt x="772" y="434"/>
                  </a:lnTo>
                  <a:lnTo>
                    <a:pt x="773" y="434"/>
                  </a:lnTo>
                  <a:lnTo>
                    <a:pt x="773" y="449"/>
                  </a:lnTo>
                  <a:lnTo>
                    <a:pt x="773" y="449"/>
                  </a:lnTo>
                  <a:lnTo>
                    <a:pt x="774" y="449"/>
                  </a:lnTo>
                  <a:lnTo>
                    <a:pt x="774" y="449"/>
                  </a:lnTo>
                  <a:lnTo>
                    <a:pt x="775" y="464"/>
                  </a:lnTo>
                  <a:lnTo>
                    <a:pt x="775" y="464"/>
                  </a:lnTo>
                  <a:lnTo>
                    <a:pt x="776" y="464"/>
                  </a:lnTo>
                  <a:lnTo>
                    <a:pt x="776" y="464"/>
                  </a:lnTo>
                  <a:lnTo>
                    <a:pt x="777" y="464"/>
                  </a:lnTo>
                  <a:lnTo>
                    <a:pt x="777" y="464"/>
                  </a:lnTo>
                  <a:lnTo>
                    <a:pt x="777" y="464"/>
                  </a:lnTo>
                  <a:lnTo>
                    <a:pt x="778" y="464"/>
                  </a:lnTo>
                  <a:lnTo>
                    <a:pt x="779" y="464"/>
                  </a:lnTo>
                  <a:lnTo>
                    <a:pt x="779" y="464"/>
                  </a:lnTo>
                  <a:lnTo>
                    <a:pt x="779" y="464"/>
                  </a:lnTo>
                  <a:lnTo>
                    <a:pt x="780" y="464"/>
                  </a:lnTo>
                  <a:lnTo>
                    <a:pt x="780" y="464"/>
                  </a:lnTo>
                  <a:lnTo>
                    <a:pt x="781" y="464"/>
                  </a:lnTo>
                  <a:lnTo>
                    <a:pt x="781" y="464"/>
                  </a:lnTo>
                  <a:lnTo>
                    <a:pt x="782" y="464"/>
                  </a:lnTo>
                  <a:lnTo>
                    <a:pt x="782" y="464"/>
                  </a:lnTo>
                  <a:lnTo>
                    <a:pt x="783" y="464"/>
                  </a:lnTo>
                  <a:lnTo>
                    <a:pt x="783" y="464"/>
                  </a:lnTo>
                  <a:lnTo>
                    <a:pt x="783" y="464"/>
                  </a:lnTo>
                  <a:lnTo>
                    <a:pt x="784" y="464"/>
                  </a:lnTo>
                  <a:lnTo>
                    <a:pt x="785" y="464"/>
                  </a:lnTo>
                  <a:lnTo>
                    <a:pt x="785" y="464"/>
                  </a:lnTo>
                  <a:lnTo>
                    <a:pt x="785" y="464"/>
                  </a:lnTo>
                  <a:lnTo>
                    <a:pt x="786" y="464"/>
                  </a:lnTo>
                  <a:lnTo>
                    <a:pt x="786" y="464"/>
                  </a:lnTo>
                  <a:lnTo>
                    <a:pt x="787" y="464"/>
                  </a:lnTo>
                  <a:lnTo>
                    <a:pt x="787" y="464"/>
                  </a:lnTo>
                  <a:lnTo>
                    <a:pt x="788" y="449"/>
                  </a:lnTo>
                  <a:lnTo>
                    <a:pt x="788" y="449"/>
                  </a:lnTo>
                  <a:lnTo>
                    <a:pt x="788" y="449"/>
                  </a:lnTo>
                  <a:lnTo>
                    <a:pt x="789" y="449"/>
                  </a:lnTo>
                  <a:lnTo>
                    <a:pt x="789" y="449"/>
                  </a:lnTo>
                  <a:lnTo>
                    <a:pt x="790" y="449"/>
                  </a:lnTo>
                  <a:lnTo>
                    <a:pt x="790" y="434"/>
                  </a:lnTo>
                  <a:lnTo>
                    <a:pt x="791" y="434"/>
                  </a:lnTo>
                  <a:lnTo>
                    <a:pt x="791" y="434"/>
                  </a:lnTo>
                  <a:lnTo>
                    <a:pt x="792" y="434"/>
                  </a:lnTo>
                  <a:lnTo>
                    <a:pt x="792" y="434"/>
                  </a:lnTo>
                  <a:lnTo>
                    <a:pt x="792" y="434"/>
                  </a:lnTo>
                  <a:lnTo>
                    <a:pt x="793" y="419"/>
                  </a:lnTo>
                  <a:lnTo>
                    <a:pt x="794" y="419"/>
                  </a:lnTo>
                  <a:lnTo>
                    <a:pt x="794" y="419"/>
                  </a:lnTo>
                  <a:lnTo>
                    <a:pt x="794" y="419"/>
                  </a:lnTo>
                  <a:lnTo>
                    <a:pt x="795" y="419"/>
                  </a:lnTo>
                  <a:lnTo>
                    <a:pt x="795" y="419"/>
                  </a:lnTo>
                  <a:lnTo>
                    <a:pt x="796" y="404"/>
                  </a:lnTo>
                  <a:lnTo>
                    <a:pt x="796" y="404"/>
                  </a:lnTo>
                  <a:lnTo>
                    <a:pt x="797" y="404"/>
                  </a:lnTo>
                  <a:lnTo>
                    <a:pt x="797" y="389"/>
                  </a:lnTo>
                  <a:lnTo>
                    <a:pt x="798" y="389"/>
                  </a:lnTo>
                  <a:lnTo>
                    <a:pt x="798" y="374"/>
                  </a:lnTo>
                  <a:lnTo>
                    <a:pt x="798" y="374"/>
                  </a:lnTo>
                  <a:lnTo>
                    <a:pt x="799" y="359"/>
                  </a:lnTo>
                  <a:lnTo>
                    <a:pt x="799" y="359"/>
                  </a:lnTo>
                  <a:lnTo>
                    <a:pt x="800" y="344"/>
                  </a:lnTo>
                  <a:lnTo>
                    <a:pt x="800" y="329"/>
                  </a:lnTo>
                  <a:lnTo>
                    <a:pt x="801" y="329"/>
                  </a:lnTo>
                  <a:lnTo>
                    <a:pt x="801" y="314"/>
                  </a:lnTo>
                  <a:lnTo>
                    <a:pt x="802" y="299"/>
                  </a:lnTo>
                  <a:lnTo>
                    <a:pt x="802" y="284"/>
                  </a:lnTo>
                  <a:lnTo>
                    <a:pt x="803" y="284"/>
                  </a:lnTo>
                  <a:lnTo>
                    <a:pt x="803" y="269"/>
                  </a:lnTo>
                  <a:lnTo>
                    <a:pt x="803" y="254"/>
                  </a:lnTo>
                  <a:lnTo>
                    <a:pt x="804" y="254"/>
                  </a:lnTo>
                  <a:lnTo>
                    <a:pt x="804" y="239"/>
                  </a:lnTo>
                  <a:lnTo>
                    <a:pt x="805" y="224"/>
                  </a:lnTo>
                  <a:lnTo>
                    <a:pt x="805" y="224"/>
                  </a:lnTo>
                  <a:lnTo>
                    <a:pt x="806" y="210"/>
                  </a:lnTo>
                  <a:lnTo>
                    <a:pt x="806" y="210"/>
                  </a:lnTo>
                  <a:lnTo>
                    <a:pt x="807" y="195"/>
                  </a:lnTo>
                  <a:lnTo>
                    <a:pt x="807" y="195"/>
                  </a:lnTo>
                  <a:lnTo>
                    <a:pt x="807" y="195"/>
                  </a:lnTo>
                  <a:lnTo>
                    <a:pt x="808" y="180"/>
                  </a:lnTo>
                  <a:lnTo>
                    <a:pt x="809" y="180"/>
                  </a:lnTo>
                  <a:lnTo>
                    <a:pt x="809" y="165"/>
                  </a:lnTo>
                  <a:lnTo>
                    <a:pt x="809" y="165"/>
                  </a:lnTo>
                  <a:lnTo>
                    <a:pt x="810" y="150"/>
                  </a:lnTo>
                  <a:lnTo>
                    <a:pt x="810" y="150"/>
                  </a:lnTo>
                  <a:lnTo>
                    <a:pt x="811" y="150"/>
                  </a:lnTo>
                  <a:lnTo>
                    <a:pt x="811" y="135"/>
                  </a:lnTo>
                  <a:lnTo>
                    <a:pt x="812" y="135"/>
                  </a:lnTo>
                  <a:lnTo>
                    <a:pt x="812" y="135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814" y="135"/>
                  </a:lnTo>
                  <a:lnTo>
                    <a:pt x="814" y="120"/>
                  </a:lnTo>
                  <a:lnTo>
                    <a:pt x="815" y="120"/>
                  </a:lnTo>
                  <a:lnTo>
                    <a:pt x="815" y="120"/>
                  </a:lnTo>
                  <a:lnTo>
                    <a:pt x="816" y="120"/>
                  </a:lnTo>
                  <a:lnTo>
                    <a:pt x="816" y="120"/>
                  </a:lnTo>
                  <a:lnTo>
                    <a:pt x="816" y="120"/>
                  </a:lnTo>
                  <a:lnTo>
                    <a:pt x="817" y="120"/>
                  </a:lnTo>
                  <a:lnTo>
                    <a:pt x="818" y="120"/>
                  </a:lnTo>
                  <a:lnTo>
                    <a:pt x="818" y="105"/>
                  </a:lnTo>
                  <a:lnTo>
                    <a:pt x="818" y="105"/>
                  </a:lnTo>
                  <a:lnTo>
                    <a:pt x="819" y="105"/>
                  </a:lnTo>
                  <a:lnTo>
                    <a:pt x="819" y="105"/>
                  </a:lnTo>
                  <a:lnTo>
                    <a:pt x="820" y="105"/>
                  </a:lnTo>
                  <a:lnTo>
                    <a:pt x="820" y="105"/>
                  </a:lnTo>
                  <a:lnTo>
                    <a:pt x="821" y="90"/>
                  </a:lnTo>
                  <a:lnTo>
                    <a:pt x="821" y="90"/>
                  </a:lnTo>
                  <a:lnTo>
                    <a:pt x="822" y="90"/>
                  </a:lnTo>
                  <a:lnTo>
                    <a:pt x="822" y="105"/>
                  </a:lnTo>
                  <a:lnTo>
                    <a:pt x="822" y="105"/>
                  </a:lnTo>
                  <a:lnTo>
                    <a:pt x="823" y="105"/>
                  </a:lnTo>
                  <a:lnTo>
                    <a:pt x="824" y="105"/>
                  </a:lnTo>
                  <a:lnTo>
                    <a:pt x="824" y="105"/>
                  </a:lnTo>
                  <a:lnTo>
                    <a:pt x="824" y="105"/>
                  </a:lnTo>
                  <a:lnTo>
                    <a:pt x="825" y="105"/>
                  </a:lnTo>
                  <a:lnTo>
                    <a:pt x="825" y="105"/>
                  </a:lnTo>
                  <a:lnTo>
                    <a:pt x="826" y="105"/>
                  </a:lnTo>
                  <a:lnTo>
                    <a:pt x="826" y="105"/>
                  </a:lnTo>
                  <a:lnTo>
                    <a:pt x="827" y="105"/>
                  </a:lnTo>
                  <a:lnTo>
                    <a:pt x="827" y="105"/>
                  </a:lnTo>
                  <a:lnTo>
                    <a:pt x="828" y="105"/>
                  </a:lnTo>
                  <a:lnTo>
                    <a:pt x="828" y="105"/>
                  </a:lnTo>
                  <a:lnTo>
                    <a:pt x="828" y="105"/>
                  </a:lnTo>
                  <a:lnTo>
                    <a:pt x="829" y="105"/>
                  </a:lnTo>
                  <a:lnTo>
                    <a:pt x="829" y="105"/>
                  </a:lnTo>
                  <a:lnTo>
                    <a:pt x="830" y="105"/>
                  </a:lnTo>
                  <a:lnTo>
                    <a:pt x="830" y="105"/>
                  </a:lnTo>
                  <a:lnTo>
                    <a:pt x="831" y="105"/>
                  </a:lnTo>
                  <a:lnTo>
                    <a:pt x="831" y="105"/>
                  </a:lnTo>
                  <a:lnTo>
                    <a:pt x="831" y="105"/>
                  </a:lnTo>
                  <a:lnTo>
                    <a:pt x="832" y="120"/>
                  </a:lnTo>
                  <a:lnTo>
                    <a:pt x="833" y="120"/>
                  </a:lnTo>
                  <a:lnTo>
                    <a:pt x="833" y="120"/>
                  </a:lnTo>
                  <a:lnTo>
                    <a:pt x="833" y="120"/>
                  </a:lnTo>
                  <a:lnTo>
                    <a:pt x="834" y="120"/>
                  </a:lnTo>
                  <a:lnTo>
                    <a:pt x="834" y="120"/>
                  </a:lnTo>
                  <a:lnTo>
                    <a:pt x="835" y="120"/>
                  </a:lnTo>
                  <a:lnTo>
                    <a:pt x="835" y="120"/>
                  </a:lnTo>
                  <a:lnTo>
                    <a:pt x="836" y="120"/>
                  </a:lnTo>
                  <a:lnTo>
                    <a:pt x="836" y="120"/>
                  </a:lnTo>
                  <a:lnTo>
                    <a:pt x="837" y="120"/>
                  </a:lnTo>
                  <a:lnTo>
                    <a:pt x="837" y="120"/>
                  </a:lnTo>
                  <a:lnTo>
                    <a:pt x="837" y="120"/>
                  </a:lnTo>
                  <a:lnTo>
                    <a:pt x="838" y="120"/>
                  </a:lnTo>
                  <a:lnTo>
                    <a:pt x="839" y="120"/>
                  </a:lnTo>
                  <a:lnTo>
                    <a:pt x="839" y="120"/>
                  </a:lnTo>
                  <a:lnTo>
                    <a:pt x="839" y="120"/>
                  </a:lnTo>
                  <a:lnTo>
                    <a:pt x="840" y="120"/>
                  </a:lnTo>
                  <a:lnTo>
                    <a:pt x="840" y="120"/>
                  </a:lnTo>
                  <a:lnTo>
                    <a:pt x="841" y="120"/>
                  </a:lnTo>
                  <a:lnTo>
                    <a:pt x="841" y="120"/>
                  </a:lnTo>
                  <a:lnTo>
                    <a:pt x="842" y="120"/>
                  </a:lnTo>
                  <a:lnTo>
                    <a:pt x="842" y="120"/>
                  </a:lnTo>
                  <a:lnTo>
                    <a:pt x="842" y="120"/>
                  </a:lnTo>
                  <a:lnTo>
                    <a:pt x="843" y="120"/>
                  </a:lnTo>
                  <a:lnTo>
                    <a:pt x="843" y="135"/>
                  </a:lnTo>
                  <a:lnTo>
                    <a:pt x="844" y="135"/>
                  </a:lnTo>
                  <a:lnTo>
                    <a:pt x="844" y="135"/>
                  </a:lnTo>
                  <a:lnTo>
                    <a:pt x="845" y="135"/>
                  </a:lnTo>
                  <a:lnTo>
                    <a:pt x="845" y="150"/>
                  </a:lnTo>
                  <a:lnTo>
                    <a:pt x="846" y="150"/>
                  </a:lnTo>
                  <a:lnTo>
                    <a:pt x="846" y="150"/>
                  </a:lnTo>
                  <a:lnTo>
                    <a:pt x="846" y="150"/>
                  </a:lnTo>
                  <a:lnTo>
                    <a:pt x="847" y="150"/>
                  </a:lnTo>
                  <a:lnTo>
                    <a:pt x="848" y="150"/>
                  </a:lnTo>
                  <a:lnTo>
                    <a:pt x="848" y="150"/>
                  </a:lnTo>
                  <a:lnTo>
                    <a:pt x="848" y="150"/>
                  </a:lnTo>
                  <a:lnTo>
                    <a:pt x="849" y="150"/>
                  </a:lnTo>
                  <a:lnTo>
                    <a:pt x="849" y="150"/>
                  </a:lnTo>
                  <a:lnTo>
                    <a:pt x="850" y="150"/>
                  </a:lnTo>
                  <a:lnTo>
                    <a:pt x="850" y="135"/>
                  </a:lnTo>
                  <a:lnTo>
                    <a:pt x="851" y="135"/>
                  </a:lnTo>
                  <a:lnTo>
                    <a:pt x="851" y="135"/>
                  </a:lnTo>
                  <a:lnTo>
                    <a:pt x="852" y="120"/>
                  </a:lnTo>
                  <a:lnTo>
                    <a:pt x="852" y="120"/>
                  </a:lnTo>
                  <a:lnTo>
                    <a:pt x="852" y="120"/>
                  </a:lnTo>
                  <a:lnTo>
                    <a:pt x="853" y="105"/>
                  </a:lnTo>
                  <a:lnTo>
                    <a:pt x="854" y="105"/>
                  </a:lnTo>
                  <a:lnTo>
                    <a:pt x="854" y="90"/>
                  </a:lnTo>
                  <a:lnTo>
                    <a:pt x="854" y="90"/>
                  </a:lnTo>
                  <a:lnTo>
                    <a:pt x="855" y="90"/>
                  </a:lnTo>
                  <a:lnTo>
                    <a:pt x="855" y="75"/>
                  </a:lnTo>
                  <a:lnTo>
                    <a:pt x="856" y="75"/>
                  </a:lnTo>
                  <a:lnTo>
                    <a:pt x="856" y="75"/>
                  </a:lnTo>
                  <a:lnTo>
                    <a:pt x="857" y="60"/>
                  </a:lnTo>
                  <a:lnTo>
                    <a:pt x="857" y="60"/>
                  </a:lnTo>
                  <a:lnTo>
                    <a:pt x="857" y="60"/>
                  </a:lnTo>
                  <a:lnTo>
                    <a:pt x="858" y="45"/>
                  </a:lnTo>
                  <a:lnTo>
                    <a:pt x="858" y="45"/>
                  </a:lnTo>
                  <a:lnTo>
                    <a:pt x="859" y="45"/>
                  </a:lnTo>
                  <a:lnTo>
                    <a:pt x="859" y="45"/>
                  </a:lnTo>
                  <a:lnTo>
                    <a:pt x="860" y="30"/>
                  </a:lnTo>
                  <a:lnTo>
                    <a:pt x="860" y="30"/>
                  </a:lnTo>
                  <a:lnTo>
                    <a:pt x="861" y="30"/>
                  </a:lnTo>
                  <a:lnTo>
                    <a:pt x="861" y="30"/>
                  </a:lnTo>
                  <a:lnTo>
                    <a:pt x="862" y="30"/>
                  </a:lnTo>
                  <a:lnTo>
                    <a:pt x="862" y="15"/>
                  </a:lnTo>
                  <a:lnTo>
                    <a:pt x="863" y="15"/>
                  </a:lnTo>
                  <a:lnTo>
                    <a:pt x="863" y="15"/>
                  </a:lnTo>
                  <a:lnTo>
                    <a:pt x="863" y="15"/>
                  </a:lnTo>
                  <a:lnTo>
                    <a:pt x="864" y="0"/>
                  </a:lnTo>
                  <a:lnTo>
                    <a:pt x="865" y="0"/>
                  </a:lnTo>
                  <a:lnTo>
                    <a:pt x="865" y="0"/>
                  </a:lnTo>
                  <a:lnTo>
                    <a:pt x="865" y="0"/>
                  </a:lnTo>
                  <a:lnTo>
                    <a:pt x="866" y="0"/>
                  </a:lnTo>
                  <a:lnTo>
                    <a:pt x="866" y="0"/>
                  </a:lnTo>
                  <a:lnTo>
                    <a:pt x="867" y="0"/>
                  </a:lnTo>
                  <a:lnTo>
                    <a:pt x="867" y="0"/>
                  </a:lnTo>
                  <a:lnTo>
                    <a:pt x="868" y="0"/>
                  </a:lnTo>
                  <a:lnTo>
                    <a:pt x="868" y="0"/>
                  </a:lnTo>
                  <a:lnTo>
                    <a:pt x="868" y="0"/>
                  </a:lnTo>
                  <a:lnTo>
                    <a:pt x="869" y="0"/>
                  </a:lnTo>
                  <a:lnTo>
                    <a:pt x="869" y="15"/>
                  </a:lnTo>
                  <a:lnTo>
                    <a:pt x="870" y="15"/>
                  </a:lnTo>
                  <a:lnTo>
                    <a:pt x="870" y="15"/>
                  </a:lnTo>
                  <a:lnTo>
                    <a:pt x="871" y="30"/>
                  </a:lnTo>
                  <a:lnTo>
                    <a:pt x="871" y="30"/>
                  </a:lnTo>
                  <a:lnTo>
                    <a:pt x="872" y="30"/>
                  </a:lnTo>
                  <a:lnTo>
                    <a:pt x="872" y="45"/>
                  </a:lnTo>
                  <a:lnTo>
                    <a:pt x="872" y="45"/>
                  </a:lnTo>
                  <a:lnTo>
                    <a:pt x="873" y="45"/>
                  </a:lnTo>
                  <a:lnTo>
                    <a:pt x="874" y="45"/>
                  </a:lnTo>
                  <a:lnTo>
                    <a:pt x="874" y="45"/>
                  </a:lnTo>
                  <a:lnTo>
                    <a:pt x="874" y="45"/>
                  </a:lnTo>
                  <a:lnTo>
                    <a:pt x="875" y="45"/>
                  </a:lnTo>
                  <a:lnTo>
                    <a:pt x="875" y="45"/>
                  </a:lnTo>
                  <a:lnTo>
                    <a:pt x="876" y="45"/>
                  </a:lnTo>
                  <a:lnTo>
                    <a:pt x="876" y="45"/>
                  </a:lnTo>
                  <a:lnTo>
                    <a:pt x="877" y="45"/>
                  </a:lnTo>
                  <a:lnTo>
                    <a:pt x="877" y="30"/>
                  </a:lnTo>
                  <a:lnTo>
                    <a:pt x="878" y="30"/>
                  </a:lnTo>
                  <a:lnTo>
                    <a:pt x="878" y="30"/>
                  </a:lnTo>
                  <a:lnTo>
                    <a:pt x="878" y="15"/>
                  </a:lnTo>
                  <a:lnTo>
                    <a:pt x="879" y="15"/>
                  </a:lnTo>
                  <a:lnTo>
                    <a:pt x="880" y="15"/>
                  </a:lnTo>
                  <a:lnTo>
                    <a:pt x="880" y="15"/>
                  </a:lnTo>
                  <a:lnTo>
                    <a:pt x="880" y="0"/>
                  </a:lnTo>
                  <a:lnTo>
                    <a:pt x="881" y="0"/>
                  </a:lnTo>
                  <a:lnTo>
                    <a:pt x="881" y="15"/>
                  </a:lnTo>
                  <a:lnTo>
                    <a:pt x="882" y="15"/>
                  </a:lnTo>
                  <a:lnTo>
                    <a:pt x="882" y="30"/>
                  </a:lnTo>
                  <a:lnTo>
                    <a:pt x="883" y="45"/>
                  </a:lnTo>
                  <a:lnTo>
                    <a:pt x="883" y="60"/>
                  </a:lnTo>
                  <a:lnTo>
                    <a:pt x="883" y="75"/>
                  </a:lnTo>
                  <a:lnTo>
                    <a:pt x="884" y="105"/>
                  </a:lnTo>
                  <a:lnTo>
                    <a:pt x="884" y="135"/>
                  </a:lnTo>
                  <a:lnTo>
                    <a:pt x="885" y="165"/>
                  </a:lnTo>
                  <a:lnTo>
                    <a:pt x="885" y="195"/>
                  </a:lnTo>
                  <a:lnTo>
                    <a:pt x="886" y="239"/>
                  </a:lnTo>
                  <a:lnTo>
                    <a:pt x="886" y="284"/>
                  </a:lnTo>
                  <a:lnTo>
                    <a:pt x="887" y="329"/>
                  </a:lnTo>
                  <a:lnTo>
                    <a:pt x="887" y="374"/>
                  </a:lnTo>
                  <a:lnTo>
                    <a:pt x="887" y="434"/>
                  </a:lnTo>
                  <a:lnTo>
                    <a:pt x="888" y="479"/>
                  </a:lnTo>
                  <a:lnTo>
                    <a:pt x="889" y="538"/>
                  </a:lnTo>
                  <a:lnTo>
                    <a:pt x="889" y="583"/>
                  </a:lnTo>
                  <a:lnTo>
                    <a:pt x="889" y="643"/>
                  </a:lnTo>
                  <a:lnTo>
                    <a:pt x="890" y="688"/>
                  </a:lnTo>
                  <a:lnTo>
                    <a:pt x="890" y="748"/>
                  </a:lnTo>
                  <a:lnTo>
                    <a:pt x="891" y="793"/>
                  </a:lnTo>
                  <a:lnTo>
                    <a:pt x="891" y="852"/>
                  </a:lnTo>
                  <a:lnTo>
                    <a:pt x="892" y="897"/>
                  </a:lnTo>
                  <a:lnTo>
                    <a:pt x="892" y="942"/>
                  </a:lnTo>
                  <a:lnTo>
                    <a:pt x="893" y="1002"/>
                  </a:lnTo>
                  <a:lnTo>
                    <a:pt x="893" y="1046"/>
                  </a:lnTo>
                  <a:lnTo>
                    <a:pt x="893" y="1092"/>
                  </a:lnTo>
                  <a:lnTo>
                    <a:pt x="894" y="1121"/>
                  </a:lnTo>
                  <a:lnTo>
                    <a:pt x="894" y="1166"/>
                  </a:lnTo>
                  <a:lnTo>
                    <a:pt x="895" y="1196"/>
                  </a:lnTo>
                  <a:lnTo>
                    <a:pt x="895" y="1226"/>
                  </a:lnTo>
                  <a:lnTo>
                    <a:pt x="896" y="1256"/>
                  </a:lnTo>
                  <a:lnTo>
                    <a:pt x="896" y="1286"/>
                  </a:lnTo>
                  <a:lnTo>
                    <a:pt x="897" y="1301"/>
                  </a:lnTo>
                  <a:lnTo>
                    <a:pt x="897" y="1316"/>
                  </a:lnTo>
                  <a:lnTo>
                    <a:pt x="898" y="1331"/>
                  </a:lnTo>
                  <a:lnTo>
                    <a:pt x="898" y="1345"/>
                  </a:lnTo>
                  <a:lnTo>
                    <a:pt x="898" y="1345"/>
                  </a:lnTo>
                  <a:lnTo>
                    <a:pt x="899" y="1331"/>
                  </a:lnTo>
                  <a:lnTo>
                    <a:pt x="899" y="1316"/>
                  </a:lnTo>
                  <a:lnTo>
                    <a:pt x="900" y="1301"/>
                  </a:lnTo>
                  <a:lnTo>
                    <a:pt x="900" y="1271"/>
                  </a:lnTo>
                  <a:lnTo>
                    <a:pt x="901" y="1241"/>
                  </a:lnTo>
                  <a:lnTo>
                    <a:pt x="901" y="1211"/>
                  </a:lnTo>
                  <a:lnTo>
                    <a:pt x="902" y="1181"/>
                  </a:lnTo>
                  <a:lnTo>
                    <a:pt x="902" y="1136"/>
                  </a:lnTo>
                  <a:lnTo>
                    <a:pt x="902" y="1077"/>
                  </a:lnTo>
                  <a:lnTo>
                    <a:pt x="903" y="1032"/>
                  </a:lnTo>
                  <a:lnTo>
                    <a:pt x="904" y="972"/>
                  </a:lnTo>
                  <a:lnTo>
                    <a:pt x="904" y="912"/>
                  </a:lnTo>
                  <a:lnTo>
                    <a:pt x="904" y="837"/>
                  </a:lnTo>
                  <a:lnTo>
                    <a:pt x="905" y="763"/>
                  </a:lnTo>
                  <a:lnTo>
                    <a:pt x="905" y="673"/>
                  </a:lnTo>
                  <a:lnTo>
                    <a:pt x="906" y="583"/>
                  </a:lnTo>
                  <a:lnTo>
                    <a:pt x="906" y="494"/>
                  </a:lnTo>
                  <a:lnTo>
                    <a:pt x="907" y="374"/>
                  </a:lnTo>
                  <a:lnTo>
                    <a:pt x="907" y="269"/>
                  </a:lnTo>
                  <a:lnTo>
                    <a:pt x="908" y="1256"/>
                  </a:lnTo>
                  <a:lnTo>
                    <a:pt x="908" y="1256"/>
                  </a:lnTo>
                  <a:lnTo>
                    <a:pt x="908" y="1256"/>
                  </a:lnTo>
                  <a:lnTo>
                    <a:pt x="909" y="1256"/>
                  </a:lnTo>
                  <a:lnTo>
                    <a:pt x="909" y="1241"/>
                  </a:lnTo>
                  <a:lnTo>
                    <a:pt x="910" y="1241"/>
                  </a:lnTo>
                  <a:lnTo>
                    <a:pt x="910" y="1241"/>
                  </a:lnTo>
                  <a:lnTo>
                    <a:pt x="911" y="1241"/>
                  </a:lnTo>
                  <a:lnTo>
                    <a:pt x="911" y="1241"/>
                  </a:lnTo>
                  <a:lnTo>
                    <a:pt x="911" y="1241"/>
                  </a:lnTo>
                  <a:lnTo>
                    <a:pt x="912" y="1241"/>
                  </a:lnTo>
                  <a:lnTo>
                    <a:pt x="913" y="1241"/>
                  </a:lnTo>
                  <a:lnTo>
                    <a:pt x="913" y="1241"/>
                  </a:lnTo>
                  <a:lnTo>
                    <a:pt x="913" y="1241"/>
                  </a:lnTo>
                  <a:lnTo>
                    <a:pt x="914" y="1241"/>
                  </a:lnTo>
                  <a:lnTo>
                    <a:pt x="914" y="1241"/>
                  </a:lnTo>
                  <a:lnTo>
                    <a:pt x="915" y="1241"/>
                  </a:lnTo>
                  <a:lnTo>
                    <a:pt x="915" y="1241"/>
                  </a:lnTo>
                  <a:lnTo>
                    <a:pt x="916" y="1241"/>
                  </a:lnTo>
                  <a:lnTo>
                    <a:pt x="916" y="1241"/>
                  </a:lnTo>
                  <a:lnTo>
                    <a:pt x="917" y="1241"/>
                  </a:lnTo>
                  <a:lnTo>
                    <a:pt x="917" y="1241"/>
                  </a:lnTo>
                  <a:lnTo>
                    <a:pt x="917" y="1241"/>
                  </a:lnTo>
                  <a:lnTo>
                    <a:pt x="918" y="1241"/>
                  </a:lnTo>
                  <a:lnTo>
                    <a:pt x="919" y="1241"/>
                  </a:lnTo>
                  <a:lnTo>
                    <a:pt x="919" y="1241"/>
                  </a:lnTo>
                  <a:lnTo>
                    <a:pt x="919" y="1241"/>
                  </a:lnTo>
                  <a:lnTo>
                    <a:pt x="920" y="1241"/>
                  </a:lnTo>
                  <a:lnTo>
                    <a:pt x="920" y="1241"/>
                  </a:lnTo>
                  <a:lnTo>
                    <a:pt x="921" y="1241"/>
                  </a:lnTo>
                  <a:lnTo>
                    <a:pt x="921" y="1241"/>
                  </a:lnTo>
                  <a:lnTo>
                    <a:pt x="922" y="1241"/>
                  </a:lnTo>
                  <a:lnTo>
                    <a:pt x="922" y="1226"/>
                  </a:lnTo>
                  <a:lnTo>
                    <a:pt x="923" y="1226"/>
                  </a:lnTo>
                  <a:lnTo>
                    <a:pt x="923" y="1226"/>
                  </a:lnTo>
                  <a:lnTo>
                    <a:pt x="923" y="1226"/>
                  </a:lnTo>
                  <a:lnTo>
                    <a:pt x="924" y="1226"/>
                  </a:lnTo>
                  <a:lnTo>
                    <a:pt x="924" y="1211"/>
                  </a:lnTo>
                  <a:lnTo>
                    <a:pt x="925" y="1211"/>
                  </a:lnTo>
                  <a:lnTo>
                    <a:pt x="925" y="1211"/>
                  </a:lnTo>
                  <a:lnTo>
                    <a:pt x="926" y="1196"/>
                  </a:lnTo>
                  <a:lnTo>
                    <a:pt x="926" y="1196"/>
                  </a:lnTo>
                  <a:lnTo>
                    <a:pt x="926" y="1196"/>
                  </a:lnTo>
                  <a:lnTo>
                    <a:pt x="927" y="1196"/>
                  </a:lnTo>
                  <a:lnTo>
                    <a:pt x="928" y="1181"/>
                  </a:lnTo>
                  <a:lnTo>
                    <a:pt x="928" y="1181"/>
                  </a:lnTo>
                  <a:lnTo>
                    <a:pt x="928" y="1181"/>
                  </a:lnTo>
                  <a:lnTo>
                    <a:pt x="929" y="1181"/>
                  </a:lnTo>
                  <a:lnTo>
                    <a:pt x="929" y="1181"/>
                  </a:lnTo>
                  <a:lnTo>
                    <a:pt x="930" y="1181"/>
                  </a:lnTo>
                  <a:lnTo>
                    <a:pt x="930" y="1166"/>
                  </a:lnTo>
                  <a:lnTo>
                    <a:pt x="931" y="1166"/>
                  </a:lnTo>
                  <a:lnTo>
                    <a:pt x="931" y="1166"/>
                  </a:lnTo>
                  <a:lnTo>
                    <a:pt x="932" y="1166"/>
                  </a:lnTo>
                  <a:lnTo>
                    <a:pt x="932" y="1151"/>
                  </a:lnTo>
                  <a:lnTo>
                    <a:pt x="932" y="1151"/>
                  </a:lnTo>
                  <a:lnTo>
                    <a:pt x="933" y="1151"/>
                  </a:lnTo>
                  <a:lnTo>
                    <a:pt x="934" y="1151"/>
                  </a:lnTo>
                  <a:lnTo>
                    <a:pt x="934" y="1136"/>
                  </a:lnTo>
                  <a:lnTo>
                    <a:pt x="934" y="1136"/>
                  </a:lnTo>
                  <a:lnTo>
                    <a:pt x="935" y="1136"/>
                  </a:lnTo>
                  <a:lnTo>
                    <a:pt x="935" y="1136"/>
                  </a:lnTo>
                  <a:lnTo>
                    <a:pt x="936" y="1136"/>
                  </a:lnTo>
                  <a:lnTo>
                    <a:pt x="936" y="1136"/>
                  </a:lnTo>
                  <a:lnTo>
                    <a:pt x="937" y="1121"/>
                  </a:lnTo>
                  <a:lnTo>
                    <a:pt x="937" y="1121"/>
                  </a:lnTo>
                  <a:lnTo>
                    <a:pt x="937" y="1121"/>
                  </a:lnTo>
                  <a:lnTo>
                    <a:pt x="938" y="1121"/>
                  </a:lnTo>
                  <a:lnTo>
                    <a:pt x="938" y="1107"/>
                  </a:lnTo>
                  <a:lnTo>
                    <a:pt x="939" y="1107"/>
                  </a:lnTo>
                  <a:lnTo>
                    <a:pt x="939" y="1107"/>
                  </a:lnTo>
                  <a:lnTo>
                    <a:pt x="940" y="1107"/>
                  </a:lnTo>
                  <a:lnTo>
                    <a:pt x="940" y="1107"/>
                  </a:lnTo>
                  <a:lnTo>
                    <a:pt x="941" y="1107"/>
                  </a:lnTo>
                  <a:lnTo>
                    <a:pt x="941" y="1092"/>
                  </a:lnTo>
                  <a:lnTo>
                    <a:pt x="941" y="1092"/>
                  </a:lnTo>
                  <a:lnTo>
                    <a:pt x="942" y="1092"/>
                  </a:lnTo>
                  <a:lnTo>
                    <a:pt x="943" y="1092"/>
                  </a:lnTo>
                  <a:lnTo>
                    <a:pt x="943" y="1092"/>
                  </a:lnTo>
                  <a:lnTo>
                    <a:pt x="943" y="1092"/>
                  </a:lnTo>
                  <a:lnTo>
                    <a:pt x="944" y="1092"/>
                  </a:lnTo>
                  <a:lnTo>
                    <a:pt x="944" y="1092"/>
                  </a:lnTo>
                  <a:lnTo>
                    <a:pt x="945" y="1092"/>
                  </a:lnTo>
                  <a:lnTo>
                    <a:pt x="945" y="1092"/>
                  </a:lnTo>
                  <a:lnTo>
                    <a:pt x="946" y="1092"/>
                  </a:lnTo>
                  <a:lnTo>
                    <a:pt x="946" y="1092"/>
                  </a:lnTo>
                  <a:lnTo>
                    <a:pt x="947" y="1092"/>
                  </a:lnTo>
                  <a:lnTo>
                    <a:pt x="947" y="1092"/>
                  </a:lnTo>
                  <a:lnTo>
                    <a:pt x="947" y="1092"/>
                  </a:lnTo>
                  <a:lnTo>
                    <a:pt x="948" y="1092"/>
                  </a:lnTo>
                  <a:lnTo>
                    <a:pt x="949" y="1107"/>
                  </a:lnTo>
                  <a:lnTo>
                    <a:pt x="949" y="1092"/>
                  </a:lnTo>
                  <a:lnTo>
                    <a:pt x="949" y="1092"/>
                  </a:lnTo>
                  <a:lnTo>
                    <a:pt x="950" y="1092"/>
                  </a:lnTo>
                  <a:lnTo>
                    <a:pt x="950" y="1092"/>
                  </a:lnTo>
                  <a:lnTo>
                    <a:pt x="951" y="1092"/>
                  </a:lnTo>
                  <a:lnTo>
                    <a:pt x="951" y="1092"/>
                  </a:lnTo>
                  <a:lnTo>
                    <a:pt x="952" y="1092"/>
                  </a:lnTo>
                  <a:lnTo>
                    <a:pt x="952" y="1092"/>
                  </a:lnTo>
                  <a:lnTo>
                    <a:pt x="952" y="1077"/>
                  </a:lnTo>
                  <a:lnTo>
                    <a:pt x="953" y="1077"/>
                  </a:lnTo>
                  <a:lnTo>
                    <a:pt x="953" y="1077"/>
                  </a:lnTo>
                  <a:lnTo>
                    <a:pt x="954" y="1077"/>
                  </a:lnTo>
                  <a:lnTo>
                    <a:pt x="954" y="1061"/>
                  </a:lnTo>
                  <a:lnTo>
                    <a:pt x="955" y="1061"/>
                  </a:lnTo>
                  <a:lnTo>
                    <a:pt x="955" y="1061"/>
                  </a:lnTo>
                  <a:lnTo>
                    <a:pt x="956" y="1061"/>
                  </a:lnTo>
                  <a:lnTo>
                    <a:pt x="956" y="1046"/>
                  </a:lnTo>
                  <a:lnTo>
                    <a:pt x="956" y="1046"/>
                  </a:lnTo>
                  <a:lnTo>
                    <a:pt x="957" y="1046"/>
                  </a:lnTo>
                  <a:lnTo>
                    <a:pt x="958" y="1046"/>
                  </a:lnTo>
                  <a:lnTo>
                    <a:pt x="958" y="1032"/>
                  </a:lnTo>
                  <a:lnTo>
                    <a:pt x="958" y="1032"/>
                  </a:lnTo>
                  <a:lnTo>
                    <a:pt x="959" y="1032"/>
                  </a:lnTo>
                  <a:lnTo>
                    <a:pt x="959" y="1032"/>
                  </a:lnTo>
                  <a:lnTo>
                    <a:pt x="960" y="1032"/>
                  </a:lnTo>
                  <a:lnTo>
                    <a:pt x="960" y="1032"/>
                  </a:lnTo>
                  <a:lnTo>
                    <a:pt x="961" y="1032"/>
                  </a:lnTo>
                  <a:lnTo>
                    <a:pt x="961" y="1032"/>
                  </a:lnTo>
                  <a:lnTo>
                    <a:pt x="962" y="1032"/>
                  </a:lnTo>
                  <a:lnTo>
                    <a:pt x="962" y="1032"/>
                  </a:lnTo>
                  <a:lnTo>
                    <a:pt x="962" y="1032"/>
                  </a:lnTo>
                  <a:lnTo>
                    <a:pt x="963" y="1032"/>
                  </a:lnTo>
                  <a:lnTo>
                    <a:pt x="964" y="1032"/>
                  </a:lnTo>
                  <a:lnTo>
                    <a:pt x="964" y="1032"/>
                  </a:lnTo>
                  <a:lnTo>
                    <a:pt x="964" y="1032"/>
                  </a:lnTo>
                  <a:lnTo>
                    <a:pt x="965" y="1032"/>
                  </a:lnTo>
                  <a:lnTo>
                    <a:pt x="965" y="1032"/>
                  </a:lnTo>
                  <a:lnTo>
                    <a:pt x="966" y="1032"/>
                  </a:lnTo>
                  <a:lnTo>
                    <a:pt x="966" y="1032"/>
                  </a:lnTo>
                  <a:lnTo>
                    <a:pt x="967" y="1032"/>
                  </a:lnTo>
                  <a:lnTo>
                    <a:pt x="967" y="1032"/>
                  </a:lnTo>
                  <a:lnTo>
                    <a:pt x="967" y="1032"/>
                  </a:lnTo>
                  <a:lnTo>
                    <a:pt x="968" y="1046"/>
                  </a:lnTo>
                  <a:lnTo>
                    <a:pt x="968" y="1046"/>
                  </a:lnTo>
                  <a:lnTo>
                    <a:pt x="969" y="1046"/>
                  </a:lnTo>
                  <a:lnTo>
                    <a:pt x="969" y="1046"/>
                  </a:lnTo>
                  <a:lnTo>
                    <a:pt x="970" y="1046"/>
                  </a:lnTo>
                  <a:lnTo>
                    <a:pt x="970" y="1046"/>
                  </a:lnTo>
                  <a:lnTo>
                    <a:pt x="971" y="1046"/>
                  </a:lnTo>
                  <a:lnTo>
                    <a:pt x="971" y="1046"/>
                  </a:lnTo>
                  <a:lnTo>
                    <a:pt x="972" y="1046"/>
                  </a:lnTo>
                  <a:lnTo>
                    <a:pt x="972" y="1046"/>
                  </a:lnTo>
                  <a:lnTo>
                    <a:pt x="973" y="1046"/>
                  </a:lnTo>
                  <a:lnTo>
                    <a:pt x="973" y="1046"/>
                  </a:lnTo>
                  <a:lnTo>
                    <a:pt x="973" y="1046"/>
                  </a:lnTo>
                  <a:lnTo>
                    <a:pt x="974" y="1061"/>
                  </a:lnTo>
                  <a:lnTo>
                    <a:pt x="975" y="1061"/>
                  </a:lnTo>
                  <a:lnTo>
                    <a:pt x="975" y="1061"/>
                  </a:lnTo>
                  <a:lnTo>
                    <a:pt x="975" y="1061"/>
                  </a:lnTo>
                  <a:lnTo>
                    <a:pt x="976" y="1061"/>
                  </a:lnTo>
                  <a:lnTo>
                    <a:pt x="976" y="1061"/>
                  </a:lnTo>
                  <a:lnTo>
                    <a:pt x="977" y="1061"/>
                  </a:lnTo>
                  <a:lnTo>
                    <a:pt x="977" y="1061"/>
                  </a:lnTo>
                  <a:lnTo>
                    <a:pt x="978" y="1046"/>
                  </a:lnTo>
                  <a:lnTo>
                    <a:pt x="978" y="1046"/>
                  </a:lnTo>
                  <a:lnTo>
                    <a:pt x="978" y="1046"/>
                  </a:lnTo>
                  <a:lnTo>
                    <a:pt x="979" y="1046"/>
                  </a:lnTo>
                  <a:lnTo>
                    <a:pt x="979" y="1046"/>
                  </a:lnTo>
                  <a:lnTo>
                    <a:pt x="980" y="1046"/>
                  </a:lnTo>
                  <a:lnTo>
                    <a:pt x="980" y="1032"/>
                  </a:lnTo>
                  <a:lnTo>
                    <a:pt x="981" y="1032"/>
                  </a:lnTo>
                  <a:lnTo>
                    <a:pt x="981" y="1032"/>
                  </a:lnTo>
                  <a:lnTo>
                    <a:pt x="982" y="1032"/>
                  </a:lnTo>
                  <a:lnTo>
                    <a:pt x="982" y="1032"/>
                  </a:lnTo>
                  <a:lnTo>
                    <a:pt x="982" y="1032"/>
                  </a:lnTo>
                  <a:lnTo>
                    <a:pt x="983" y="1032"/>
                  </a:lnTo>
                  <a:lnTo>
                    <a:pt x="984" y="1032"/>
                  </a:lnTo>
                  <a:lnTo>
                    <a:pt x="984" y="1032"/>
                  </a:lnTo>
                  <a:lnTo>
                    <a:pt x="984" y="1032"/>
                  </a:lnTo>
                  <a:lnTo>
                    <a:pt x="985" y="1032"/>
                  </a:lnTo>
                  <a:lnTo>
                    <a:pt x="985" y="1032"/>
                  </a:lnTo>
                  <a:lnTo>
                    <a:pt x="986" y="1032"/>
                  </a:lnTo>
                  <a:lnTo>
                    <a:pt x="986" y="1032"/>
                  </a:lnTo>
                  <a:lnTo>
                    <a:pt x="987" y="1032"/>
                  </a:lnTo>
                  <a:lnTo>
                    <a:pt x="987" y="1017"/>
                  </a:lnTo>
                  <a:lnTo>
                    <a:pt x="988" y="1017"/>
                  </a:lnTo>
                  <a:lnTo>
                    <a:pt x="988" y="1017"/>
                  </a:lnTo>
                  <a:lnTo>
                    <a:pt x="988" y="1017"/>
                  </a:lnTo>
                  <a:lnTo>
                    <a:pt x="989" y="1002"/>
                  </a:lnTo>
                  <a:lnTo>
                    <a:pt x="990" y="1002"/>
                  </a:lnTo>
                  <a:lnTo>
                    <a:pt x="990" y="1002"/>
                  </a:lnTo>
                  <a:lnTo>
                    <a:pt x="990" y="987"/>
                  </a:lnTo>
                  <a:lnTo>
                    <a:pt x="991" y="987"/>
                  </a:lnTo>
                  <a:lnTo>
                    <a:pt x="991" y="987"/>
                  </a:lnTo>
                  <a:lnTo>
                    <a:pt x="992" y="987"/>
                  </a:lnTo>
                  <a:lnTo>
                    <a:pt x="992" y="987"/>
                  </a:lnTo>
                  <a:lnTo>
                    <a:pt x="993" y="972"/>
                  </a:lnTo>
                  <a:lnTo>
                    <a:pt x="993" y="972"/>
                  </a:lnTo>
                  <a:lnTo>
                    <a:pt x="993" y="972"/>
                  </a:lnTo>
                  <a:lnTo>
                    <a:pt x="994" y="972"/>
                  </a:lnTo>
                  <a:lnTo>
                    <a:pt x="994" y="957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6" y="957"/>
                  </a:lnTo>
                  <a:lnTo>
                    <a:pt x="996" y="942"/>
                  </a:lnTo>
                  <a:lnTo>
                    <a:pt x="997" y="942"/>
                  </a:lnTo>
                  <a:lnTo>
                    <a:pt x="997" y="942"/>
                  </a:lnTo>
                  <a:lnTo>
                    <a:pt x="997" y="927"/>
                  </a:lnTo>
                  <a:lnTo>
                    <a:pt x="998" y="927"/>
                  </a:lnTo>
                  <a:lnTo>
                    <a:pt x="999" y="927"/>
                  </a:lnTo>
                  <a:lnTo>
                    <a:pt x="999" y="912"/>
                  </a:lnTo>
                  <a:lnTo>
                    <a:pt x="999" y="912"/>
                  </a:lnTo>
                  <a:lnTo>
                    <a:pt x="1000" y="912"/>
                  </a:lnTo>
                  <a:lnTo>
                    <a:pt x="1000" y="912"/>
                  </a:lnTo>
                  <a:lnTo>
                    <a:pt x="1001" y="897"/>
                  </a:lnTo>
                  <a:lnTo>
                    <a:pt x="1001" y="897"/>
                  </a:lnTo>
                  <a:lnTo>
                    <a:pt x="1002" y="897"/>
                  </a:lnTo>
                  <a:lnTo>
                    <a:pt x="1002" y="897"/>
                  </a:lnTo>
                  <a:lnTo>
                    <a:pt x="1003" y="882"/>
                  </a:lnTo>
                  <a:lnTo>
                    <a:pt x="1003" y="882"/>
                  </a:lnTo>
                  <a:lnTo>
                    <a:pt x="1003" y="882"/>
                  </a:lnTo>
                  <a:lnTo>
                    <a:pt x="1004" y="882"/>
                  </a:lnTo>
                  <a:lnTo>
                    <a:pt x="1004" y="882"/>
                  </a:lnTo>
                  <a:lnTo>
                    <a:pt x="1005" y="867"/>
                  </a:lnTo>
                  <a:lnTo>
                    <a:pt x="1005" y="867"/>
                  </a:lnTo>
                  <a:lnTo>
                    <a:pt x="1006" y="867"/>
                  </a:lnTo>
                  <a:lnTo>
                    <a:pt x="1006" y="867"/>
                  </a:lnTo>
                  <a:lnTo>
                    <a:pt x="1007" y="867"/>
                  </a:lnTo>
                  <a:lnTo>
                    <a:pt x="1007" y="867"/>
                  </a:lnTo>
                  <a:lnTo>
                    <a:pt x="1008" y="852"/>
                  </a:lnTo>
                  <a:lnTo>
                    <a:pt x="1008" y="852"/>
                  </a:lnTo>
                  <a:lnTo>
                    <a:pt x="1008" y="852"/>
                  </a:lnTo>
                  <a:lnTo>
                    <a:pt x="1009" y="852"/>
                  </a:lnTo>
                  <a:lnTo>
                    <a:pt x="1009" y="837"/>
                  </a:lnTo>
                  <a:lnTo>
                    <a:pt x="1010" y="837"/>
                  </a:lnTo>
                  <a:lnTo>
                    <a:pt x="1010" y="837"/>
                  </a:lnTo>
                  <a:lnTo>
                    <a:pt x="1011" y="822"/>
                  </a:lnTo>
                  <a:lnTo>
                    <a:pt x="1011" y="822"/>
                  </a:lnTo>
                  <a:lnTo>
                    <a:pt x="1012" y="808"/>
                  </a:lnTo>
                  <a:lnTo>
                    <a:pt x="1012" y="808"/>
                  </a:lnTo>
                  <a:lnTo>
                    <a:pt x="1012" y="808"/>
                  </a:lnTo>
                  <a:lnTo>
                    <a:pt x="1013" y="793"/>
                  </a:lnTo>
                  <a:lnTo>
                    <a:pt x="1014" y="793"/>
                  </a:lnTo>
                  <a:lnTo>
                    <a:pt x="1014" y="778"/>
                  </a:lnTo>
                  <a:lnTo>
                    <a:pt x="1014" y="778"/>
                  </a:lnTo>
                  <a:lnTo>
                    <a:pt x="1015" y="763"/>
                  </a:lnTo>
                  <a:lnTo>
                    <a:pt x="1015" y="763"/>
                  </a:lnTo>
                  <a:lnTo>
                    <a:pt x="1016" y="763"/>
                  </a:lnTo>
                  <a:lnTo>
                    <a:pt x="1016" y="748"/>
                  </a:lnTo>
                  <a:lnTo>
                    <a:pt x="1017" y="748"/>
                  </a:lnTo>
                  <a:lnTo>
                    <a:pt x="1017" y="748"/>
                  </a:lnTo>
                  <a:lnTo>
                    <a:pt x="1018" y="733"/>
                  </a:lnTo>
                  <a:lnTo>
                    <a:pt x="1018" y="733"/>
                  </a:lnTo>
                  <a:lnTo>
                    <a:pt x="1018" y="733"/>
                  </a:lnTo>
                  <a:lnTo>
                    <a:pt x="1019" y="733"/>
                  </a:lnTo>
                  <a:lnTo>
                    <a:pt x="1019" y="733"/>
                  </a:lnTo>
                  <a:lnTo>
                    <a:pt x="1020" y="733"/>
                  </a:lnTo>
                  <a:lnTo>
                    <a:pt x="1020" y="733"/>
                  </a:lnTo>
                  <a:lnTo>
                    <a:pt x="1021" y="733"/>
                  </a:lnTo>
                  <a:lnTo>
                    <a:pt x="1021" y="733"/>
                  </a:lnTo>
                  <a:lnTo>
                    <a:pt x="1021" y="718"/>
                  </a:lnTo>
                  <a:lnTo>
                    <a:pt x="1022" y="718"/>
                  </a:lnTo>
                  <a:lnTo>
                    <a:pt x="1023" y="718"/>
                  </a:lnTo>
                  <a:lnTo>
                    <a:pt x="1023" y="718"/>
                  </a:lnTo>
                  <a:lnTo>
                    <a:pt x="1023" y="718"/>
                  </a:lnTo>
                  <a:lnTo>
                    <a:pt x="1024" y="718"/>
                  </a:lnTo>
                  <a:lnTo>
                    <a:pt x="1024" y="718"/>
                  </a:lnTo>
                  <a:lnTo>
                    <a:pt x="1025" y="703"/>
                  </a:lnTo>
                  <a:lnTo>
                    <a:pt x="1025" y="703"/>
                  </a:lnTo>
                  <a:lnTo>
                    <a:pt x="1026" y="703"/>
                  </a:lnTo>
                  <a:lnTo>
                    <a:pt x="1026" y="703"/>
                  </a:lnTo>
                  <a:lnTo>
                    <a:pt x="1027" y="703"/>
                  </a:lnTo>
                  <a:lnTo>
                    <a:pt x="1027" y="703"/>
                  </a:lnTo>
                  <a:lnTo>
                    <a:pt x="1027" y="703"/>
                  </a:lnTo>
                  <a:lnTo>
                    <a:pt x="1028" y="703"/>
                  </a:lnTo>
                  <a:lnTo>
                    <a:pt x="1029" y="703"/>
                  </a:lnTo>
                  <a:lnTo>
                    <a:pt x="1029" y="688"/>
                  </a:lnTo>
                  <a:lnTo>
                    <a:pt x="1029" y="688"/>
                  </a:lnTo>
                  <a:lnTo>
                    <a:pt x="1030" y="688"/>
                  </a:lnTo>
                  <a:lnTo>
                    <a:pt x="1030" y="688"/>
                  </a:lnTo>
                  <a:lnTo>
                    <a:pt x="1031" y="688"/>
                  </a:lnTo>
                  <a:lnTo>
                    <a:pt x="1031" y="688"/>
                  </a:lnTo>
                  <a:lnTo>
                    <a:pt x="1032" y="673"/>
                  </a:lnTo>
                  <a:lnTo>
                    <a:pt x="1032" y="673"/>
                  </a:lnTo>
                  <a:lnTo>
                    <a:pt x="1033" y="673"/>
                  </a:lnTo>
                  <a:lnTo>
                    <a:pt x="1033" y="673"/>
                  </a:lnTo>
                  <a:lnTo>
                    <a:pt x="1033" y="673"/>
                  </a:lnTo>
                  <a:lnTo>
                    <a:pt x="1034" y="673"/>
                  </a:lnTo>
                  <a:lnTo>
                    <a:pt x="1034" y="673"/>
                  </a:lnTo>
                  <a:lnTo>
                    <a:pt x="1035" y="673"/>
                  </a:lnTo>
                  <a:lnTo>
                    <a:pt x="1035" y="673"/>
                  </a:lnTo>
                  <a:lnTo>
                    <a:pt x="1036" y="688"/>
                  </a:lnTo>
                  <a:lnTo>
                    <a:pt x="1036" y="688"/>
                  </a:lnTo>
                  <a:lnTo>
                    <a:pt x="1036" y="688"/>
                  </a:lnTo>
                  <a:lnTo>
                    <a:pt x="1037" y="688"/>
                  </a:lnTo>
                  <a:lnTo>
                    <a:pt x="1038" y="688"/>
                  </a:lnTo>
                  <a:lnTo>
                    <a:pt x="1038" y="688"/>
                  </a:lnTo>
                  <a:lnTo>
                    <a:pt x="1038" y="673"/>
                  </a:lnTo>
                  <a:lnTo>
                    <a:pt x="1039" y="673"/>
                  </a:lnTo>
                  <a:lnTo>
                    <a:pt x="1039" y="673"/>
                  </a:lnTo>
                  <a:lnTo>
                    <a:pt x="1040" y="673"/>
                  </a:lnTo>
                  <a:lnTo>
                    <a:pt x="1040" y="673"/>
                  </a:lnTo>
                  <a:lnTo>
                    <a:pt x="1041" y="688"/>
                  </a:lnTo>
                  <a:lnTo>
                    <a:pt x="1041" y="688"/>
                  </a:lnTo>
                  <a:lnTo>
                    <a:pt x="1042" y="688"/>
                  </a:lnTo>
                  <a:lnTo>
                    <a:pt x="1042" y="688"/>
                  </a:lnTo>
                  <a:lnTo>
                    <a:pt x="1042" y="688"/>
                  </a:lnTo>
                  <a:lnTo>
                    <a:pt x="1043" y="688"/>
                  </a:lnTo>
                  <a:lnTo>
                    <a:pt x="1044" y="688"/>
                  </a:lnTo>
                  <a:lnTo>
                    <a:pt x="1044" y="688"/>
                  </a:lnTo>
                  <a:lnTo>
                    <a:pt x="1044" y="688"/>
                  </a:lnTo>
                  <a:lnTo>
                    <a:pt x="1045" y="688"/>
                  </a:lnTo>
                  <a:lnTo>
                    <a:pt x="1045" y="688"/>
                  </a:lnTo>
                  <a:lnTo>
                    <a:pt x="1046" y="688"/>
                  </a:lnTo>
                  <a:lnTo>
                    <a:pt x="1046" y="703"/>
                  </a:lnTo>
                  <a:lnTo>
                    <a:pt x="1047" y="703"/>
                  </a:lnTo>
                  <a:lnTo>
                    <a:pt x="1047" y="703"/>
                  </a:lnTo>
                  <a:lnTo>
                    <a:pt x="1047" y="703"/>
                  </a:lnTo>
                  <a:lnTo>
                    <a:pt x="1048" y="703"/>
                  </a:lnTo>
                  <a:lnTo>
                    <a:pt x="1048" y="703"/>
                  </a:lnTo>
                  <a:lnTo>
                    <a:pt x="1049" y="703"/>
                  </a:lnTo>
                  <a:lnTo>
                    <a:pt x="1049" y="718"/>
                  </a:lnTo>
                  <a:lnTo>
                    <a:pt x="1050" y="718"/>
                  </a:lnTo>
                  <a:lnTo>
                    <a:pt x="1050" y="718"/>
                  </a:lnTo>
                  <a:lnTo>
                    <a:pt x="1051" y="718"/>
                  </a:lnTo>
                  <a:lnTo>
                    <a:pt x="1051" y="718"/>
                  </a:lnTo>
                  <a:lnTo>
                    <a:pt x="1051" y="718"/>
                  </a:lnTo>
                  <a:lnTo>
                    <a:pt x="1052" y="718"/>
                  </a:lnTo>
                  <a:lnTo>
                    <a:pt x="1053" y="718"/>
                  </a:lnTo>
                  <a:lnTo>
                    <a:pt x="1053" y="718"/>
                  </a:lnTo>
                  <a:lnTo>
                    <a:pt x="1053" y="718"/>
                  </a:lnTo>
                  <a:lnTo>
                    <a:pt x="1054" y="718"/>
                  </a:lnTo>
                  <a:lnTo>
                    <a:pt x="1054" y="718"/>
                  </a:lnTo>
                  <a:lnTo>
                    <a:pt x="1055" y="718"/>
                  </a:lnTo>
                  <a:lnTo>
                    <a:pt x="1055" y="718"/>
                  </a:lnTo>
                  <a:lnTo>
                    <a:pt x="1056" y="718"/>
                  </a:lnTo>
                  <a:lnTo>
                    <a:pt x="1056" y="718"/>
                  </a:lnTo>
                  <a:lnTo>
                    <a:pt x="1057" y="718"/>
                  </a:lnTo>
                  <a:lnTo>
                    <a:pt x="1057" y="718"/>
                  </a:lnTo>
                  <a:lnTo>
                    <a:pt x="1057" y="703"/>
                  </a:lnTo>
                  <a:lnTo>
                    <a:pt x="1058" y="703"/>
                  </a:lnTo>
                  <a:lnTo>
                    <a:pt x="1059" y="703"/>
                  </a:lnTo>
                  <a:lnTo>
                    <a:pt x="1059" y="703"/>
                  </a:lnTo>
                  <a:lnTo>
                    <a:pt x="1059" y="703"/>
                  </a:lnTo>
                  <a:lnTo>
                    <a:pt x="1060" y="703"/>
                  </a:lnTo>
                  <a:lnTo>
                    <a:pt x="1060" y="688"/>
                  </a:lnTo>
                  <a:lnTo>
                    <a:pt x="1061" y="688"/>
                  </a:lnTo>
                  <a:lnTo>
                    <a:pt x="1061" y="688"/>
                  </a:lnTo>
                  <a:lnTo>
                    <a:pt x="1062" y="688"/>
                  </a:lnTo>
                  <a:lnTo>
                    <a:pt x="1062" y="688"/>
                  </a:lnTo>
                  <a:lnTo>
                    <a:pt x="1062" y="688"/>
                  </a:lnTo>
                  <a:lnTo>
                    <a:pt x="1063" y="688"/>
                  </a:lnTo>
                  <a:lnTo>
                    <a:pt x="1063" y="673"/>
                  </a:lnTo>
                  <a:lnTo>
                    <a:pt x="1064" y="673"/>
                  </a:lnTo>
                  <a:lnTo>
                    <a:pt x="1064" y="673"/>
                  </a:lnTo>
                  <a:lnTo>
                    <a:pt x="1065" y="673"/>
                  </a:lnTo>
                  <a:lnTo>
                    <a:pt x="1065" y="673"/>
                  </a:lnTo>
                  <a:lnTo>
                    <a:pt x="1066" y="673"/>
                  </a:lnTo>
                  <a:lnTo>
                    <a:pt x="1066" y="673"/>
                  </a:lnTo>
                  <a:lnTo>
                    <a:pt x="1066" y="658"/>
                  </a:lnTo>
                  <a:lnTo>
                    <a:pt x="1067" y="658"/>
                  </a:lnTo>
                  <a:lnTo>
                    <a:pt x="1068" y="658"/>
                  </a:lnTo>
                  <a:lnTo>
                    <a:pt x="1068" y="658"/>
                  </a:lnTo>
                  <a:lnTo>
                    <a:pt x="1068" y="643"/>
                  </a:lnTo>
                  <a:lnTo>
                    <a:pt x="1069" y="643"/>
                  </a:lnTo>
                  <a:lnTo>
                    <a:pt x="1069" y="643"/>
                  </a:lnTo>
                  <a:lnTo>
                    <a:pt x="1070" y="643"/>
                  </a:lnTo>
                  <a:lnTo>
                    <a:pt x="1070" y="643"/>
                  </a:lnTo>
                  <a:lnTo>
                    <a:pt x="1071" y="643"/>
                  </a:lnTo>
                  <a:lnTo>
                    <a:pt x="1071" y="643"/>
                  </a:lnTo>
                  <a:lnTo>
                    <a:pt x="1072" y="628"/>
                  </a:lnTo>
                  <a:lnTo>
                    <a:pt x="1072" y="628"/>
                  </a:lnTo>
                  <a:lnTo>
                    <a:pt x="1072" y="628"/>
                  </a:lnTo>
                  <a:lnTo>
                    <a:pt x="1073" y="628"/>
                  </a:lnTo>
                  <a:lnTo>
                    <a:pt x="1073" y="628"/>
                  </a:lnTo>
                  <a:lnTo>
                    <a:pt x="1074" y="613"/>
                  </a:lnTo>
                  <a:lnTo>
                    <a:pt x="1074" y="613"/>
                  </a:lnTo>
                  <a:lnTo>
                    <a:pt x="1075" y="613"/>
                  </a:lnTo>
                  <a:lnTo>
                    <a:pt x="1075" y="613"/>
                  </a:lnTo>
                  <a:lnTo>
                    <a:pt x="1076" y="613"/>
                  </a:lnTo>
                  <a:lnTo>
                    <a:pt x="1076" y="598"/>
                  </a:lnTo>
                  <a:lnTo>
                    <a:pt x="1077" y="598"/>
                  </a:lnTo>
                  <a:lnTo>
                    <a:pt x="1077" y="598"/>
                  </a:lnTo>
                  <a:lnTo>
                    <a:pt x="1077" y="598"/>
                  </a:lnTo>
                  <a:lnTo>
                    <a:pt x="1078" y="598"/>
                  </a:lnTo>
                  <a:lnTo>
                    <a:pt x="1078" y="598"/>
                  </a:lnTo>
                  <a:lnTo>
                    <a:pt x="1079" y="583"/>
                  </a:lnTo>
                  <a:lnTo>
                    <a:pt x="1079" y="583"/>
                  </a:lnTo>
                  <a:lnTo>
                    <a:pt x="1080" y="583"/>
                  </a:lnTo>
                  <a:lnTo>
                    <a:pt x="1080" y="583"/>
                  </a:lnTo>
                  <a:lnTo>
                    <a:pt x="1081" y="583"/>
                  </a:lnTo>
                  <a:lnTo>
                    <a:pt x="1081" y="583"/>
                  </a:lnTo>
                  <a:lnTo>
                    <a:pt x="1082" y="568"/>
                  </a:lnTo>
                  <a:lnTo>
                    <a:pt x="1082" y="568"/>
                  </a:lnTo>
                  <a:lnTo>
                    <a:pt x="1083" y="568"/>
                  </a:lnTo>
                  <a:lnTo>
                    <a:pt x="1083" y="568"/>
                  </a:lnTo>
                  <a:lnTo>
                    <a:pt x="1083" y="553"/>
                  </a:lnTo>
                  <a:lnTo>
                    <a:pt x="1084" y="553"/>
                  </a:lnTo>
                  <a:lnTo>
                    <a:pt x="1085" y="553"/>
                  </a:lnTo>
                  <a:lnTo>
                    <a:pt x="1085" y="553"/>
                  </a:lnTo>
                  <a:lnTo>
                    <a:pt x="1085" y="553"/>
                  </a:lnTo>
                  <a:lnTo>
                    <a:pt x="1086" y="538"/>
                  </a:lnTo>
                  <a:lnTo>
                    <a:pt x="1086" y="538"/>
                  </a:lnTo>
                  <a:lnTo>
                    <a:pt x="1087" y="538"/>
                  </a:lnTo>
                  <a:lnTo>
                    <a:pt x="1087" y="538"/>
                  </a:lnTo>
                  <a:lnTo>
                    <a:pt x="1088" y="538"/>
                  </a:lnTo>
                  <a:lnTo>
                    <a:pt x="1088" y="538"/>
                  </a:lnTo>
                  <a:lnTo>
                    <a:pt x="1088" y="538"/>
                  </a:lnTo>
                  <a:lnTo>
                    <a:pt x="1089" y="553"/>
                  </a:lnTo>
                  <a:lnTo>
                    <a:pt x="1089" y="553"/>
                  </a:lnTo>
                  <a:lnTo>
                    <a:pt x="1090" y="553"/>
                  </a:lnTo>
                  <a:lnTo>
                    <a:pt x="1090" y="553"/>
                  </a:lnTo>
                  <a:lnTo>
                    <a:pt x="1091" y="553"/>
                  </a:lnTo>
                  <a:lnTo>
                    <a:pt x="1091" y="553"/>
                  </a:lnTo>
                  <a:lnTo>
                    <a:pt x="1092" y="553"/>
                  </a:lnTo>
                  <a:lnTo>
                    <a:pt x="1092" y="553"/>
                  </a:lnTo>
                  <a:lnTo>
                    <a:pt x="1092" y="553"/>
                  </a:lnTo>
                  <a:lnTo>
                    <a:pt x="1093" y="553"/>
                  </a:lnTo>
                  <a:lnTo>
                    <a:pt x="1094" y="553"/>
                  </a:lnTo>
                  <a:lnTo>
                    <a:pt x="1094" y="568"/>
                  </a:lnTo>
                  <a:lnTo>
                    <a:pt x="1094" y="568"/>
                  </a:lnTo>
                  <a:lnTo>
                    <a:pt x="1095" y="568"/>
                  </a:lnTo>
                  <a:lnTo>
                    <a:pt x="1095" y="568"/>
                  </a:lnTo>
                  <a:lnTo>
                    <a:pt x="1096" y="568"/>
                  </a:lnTo>
                  <a:lnTo>
                    <a:pt x="1096" y="568"/>
                  </a:lnTo>
                  <a:lnTo>
                    <a:pt x="1097" y="568"/>
                  </a:lnTo>
                  <a:lnTo>
                    <a:pt x="1097" y="583"/>
                  </a:lnTo>
                  <a:lnTo>
                    <a:pt x="1098" y="583"/>
                  </a:lnTo>
                  <a:lnTo>
                    <a:pt x="1098" y="583"/>
                  </a:lnTo>
                  <a:lnTo>
                    <a:pt x="1098" y="598"/>
                  </a:lnTo>
                  <a:lnTo>
                    <a:pt x="1099" y="598"/>
                  </a:lnTo>
                  <a:lnTo>
                    <a:pt x="1099" y="598"/>
                  </a:lnTo>
                  <a:lnTo>
                    <a:pt x="1100" y="613"/>
                  </a:lnTo>
                  <a:lnTo>
                    <a:pt x="1100" y="613"/>
                  </a:lnTo>
                  <a:lnTo>
                    <a:pt x="1101" y="613"/>
                  </a:lnTo>
                  <a:lnTo>
                    <a:pt x="1101" y="628"/>
                  </a:lnTo>
                  <a:lnTo>
                    <a:pt x="1102" y="628"/>
                  </a:lnTo>
                  <a:lnTo>
                    <a:pt x="1102" y="628"/>
                  </a:lnTo>
                  <a:lnTo>
                    <a:pt x="1103" y="628"/>
                  </a:lnTo>
                  <a:lnTo>
                    <a:pt x="1103" y="628"/>
                  </a:lnTo>
                  <a:lnTo>
                    <a:pt x="1103" y="643"/>
                  </a:lnTo>
                  <a:lnTo>
                    <a:pt x="1104" y="643"/>
                  </a:lnTo>
                  <a:lnTo>
                    <a:pt x="1104" y="643"/>
                  </a:lnTo>
                  <a:lnTo>
                    <a:pt x="1105" y="643"/>
                  </a:lnTo>
                  <a:lnTo>
                    <a:pt x="1105" y="658"/>
                  </a:lnTo>
                  <a:lnTo>
                    <a:pt x="1106" y="658"/>
                  </a:lnTo>
                  <a:lnTo>
                    <a:pt x="1106" y="658"/>
                  </a:lnTo>
                  <a:lnTo>
                    <a:pt x="1107" y="673"/>
                  </a:lnTo>
                  <a:lnTo>
                    <a:pt x="1107" y="673"/>
                  </a:lnTo>
                  <a:lnTo>
                    <a:pt x="1107" y="673"/>
                  </a:lnTo>
                  <a:lnTo>
                    <a:pt x="1108" y="673"/>
                  </a:lnTo>
                  <a:lnTo>
                    <a:pt x="1109" y="673"/>
                  </a:lnTo>
                  <a:lnTo>
                    <a:pt x="1109" y="673"/>
                  </a:lnTo>
                  <a:lnTo>
                    <a:pt x="1109" y="673"/>
                  </a:lnTo>
                  <a:lnTo>
                    <a:pt x="1110" y="673"/>
                  </a:lnTo>
                  <a:lnTo>
                    <a:pt x="1110" y="673"/>
                  </a:lnTo>
                  <a:lnTo>
                    <a:pt x="1111" y="688"/>
                  </a:lnTo>
                  <a:lnTo>
                    <a:pt x="1111" y="688"/>
                  </a:lnTo>
                  <a:lnTo>
                    <a:pt x="1112" y="688"/>
                  </a:lnTo>
                  <a:lnTo>
                    <a:pt x="1112" y="688"/>
                  </a:lnTo>
                  <a:lnTo>
                    <a:pt x="1113" y="688"/>
                  </a:lnTo>
                  <a:lnTo>
                    <a:pt x="1113" y="703"/>
                  </a:lnTo>
                  <a:lnTo>
                    <a:pt x="1113" y="703"/>
                  </a:lnTo>
                  <a:lnTo>
                    <a:pt x="1114" y="703"/>
                  </a:lnTo>
                  <a:lnTo>
                    <a:pt x="1114" y="703"/>
                  </a:lnTo>
                  <a:lnTo>
                    <a:pt x="1115" y="703"/>
                  </a:lnTo>
                  <a:lnTo>
                    <a:pt x="1115" y="718"/>
                  </a:lnTo>
                  <a:lnTo>
                    <a:pt x="1116" y="718"/>
                  </a:lnTo>
                  <a:lnTo>
                    <a:pt x="1116" y="718"/>
                  </a:lnTo>
                  <a:lnTo>
                    <a:pt x="1116" y="718"/>
                  </a:lnTo>
                  <a:lnTo>
                    <a:pt x="1117" y="718"/>
                  </a:lnTo>
                  <a:lnTo>
                    <a:pt x="1118" y="718"/>
                  </a:lnTo>
                  <a:lnTo>
                    <a:pt x="1118" y="718"/>
                  </a:lnTo>
                  <a:lnTo>
                    <a:pt x="1118" y="718"/>
                  </a:lnTo>
                  <a:lnTo>
                    <a:pt x="1119" y="718"/>
                  </a:lnTo>
                  <a:lnTo>
                    <a:pt x="1119" y="718"/>
                  </a:lnTo>
                  <a:lnTo>
                    <a:pt x="1120" y="718"/>
                  </a:lnTo>
                  <a:lnTo>
                    <a:pt x="1120" y="718"/>
                  </a:lnTo>
                  <a:lnTo>
                    <a:pt x="1121" y="718"/>
                  </a:lnTo>
                  <a:lnTo>
                    <a:pt x="1121" y="718"/>
                  </a:lnTo>
                  <a:lnTo>
                    <a:pt x="1122" y="718"/>
                  </a:lnTo>
                  <a:lnTo>
                    <a:pt x="1122" y="718"/>
                  </a:lnTo>
                  <a:lnTo>
                    <a:pt x="1122" y="718"/>
                  </a:lnTo>
                  <a:lnTo>
                    <a:pt x="1123" y="718"/>
                  </a:lnTo>
                  <a:lnTo>
                    <a:pt x="1124" y="718"/>
                  </a:lnTo>
                  <a:lnTo>
                    <a:pt x="1124" y="733"/>
                  </a:lnTo>
                  <a:lnTo>
                    <a:pt x="1124" y="733"/>
                  </a:lnTo>
                  <a:lnTo>
                    <a:pt x="1125" y="733"/>
                  </a:lnTo>
                  <a:lnTo>
                    <a:pt x="1125" y="733"/>
                  </a:lnTo>
                  <a:lnTo>
                    <a:pt x="1126" y="748"/>
                  </a:lnTo>
                  <a:lnTo>
                    <a:pt x="1126" y="748"/>
                  </a:lnTo>
                  <a:lnTo>
                    <a:pt x="1127" y="748"/>
                  </a:lnTo>
                  <a:lnTo>
                    <a:pt x="1127" y="748"/>
                  </a:lnTo>
                  <a:lnTo>
                    <a:pt x="1128" y="748"/>
                  </a:lnTo>
                  <a:lnTo>
                    <a:pt x="1128" y="763"/>
                  </a:lnTo>
                  <a:lnTo>
                    <a:pt x="1128" y="763"/>
                  </a:lnTo>
                  <a:lnTo>
                    <a:pt x="1129" y="763"/>
                  </a:lnTo>
                  <a:lnTo>
                    <a:pt x="1129" y="763"/>
                  </a:lnTo>
                  <a:lnTo>
                    <a:pt x="1130" y="763"/>
                  </a:lnTo>
                  <a:lnTo>
                    <a:pt x="1130" y="778"/>
                  </a:lnTo>
                  <a:lnTo>
                    <a:pt x="1131" y="778"/>
                  </a:lnTo>
                  <a:lnTo>
                    <a:pt x="1131" y="778"/>
                  </a:lnTo>
                  <a:lnTo>
                    <a:pt x="1131" y="778"/>
                  </a:lnTo>
                  <a:lnTo>
                    <a:pt x="1132" y="778"/>
                  </a:lnTo>
                  <a:lnTo>
                    <a:pt x="1133" y="778"/>
                  </a:lnTo>
                  <a:lnTo>
                    <a:pt x="1133" y="778"/>
                  </a:lnTo>
                  <a:lnTo>
                    <a:pt x="1133" y="778"/>
                  </a:lnTo>
                  <a:lnTo>
                    <a:pt x="1134" y="778"/>
                  </a:lnTo>
                  <a:lnTo>
                    <a:pt x="1134" y="778"/>
                  </a:lnTo>
                  <a:lnTo>
                    <a:pt x="1135" y="778"/>
                  </a:lnTo>
                  <a:lnTo>
                    <a:pt x="1135" y="778"/>
                  </a:lnTo>
                  <a:lnTo>
                    <a:pt x="1136" y="778"/>
                  </a:lnTo>
                  <a:lnTo>
                    <a:pt x="1136" y="778"/>
                  </a:lnTo>
                  <a:lnTo>
                    <a:pt x="1137" y="778"/>
                  </a:lnTo>
                  <a:lnTo>
                    <a:pt x="1137" y="778"/>
                  </a:lnTo>
                  <a:lnTo>
                    <a:pt x="1137" y="778"/>
                  </a:lnTo>
                  <a:lnTo>
                    <a:pt x="1138" y="763"/>
                  </a:lnTo>
                  <a:lnTo>
                    <a:pt x="1139" y="763"/>
                  </a:lnTo>
                  <a:lnTo>
                    <a:pt x="1139" y="763"/>
                  </a:lnTo>
                  <a:lnTo>
                    <a:pt x="1139" y="763"/>
                  </a:lnTo>
                  <a:lnTo>
                    <a:pt x="1140" y="763"/>
                  </a:lnTo>
                  <a:lnTo>
                    <a:pt x="1140" y="763"/>
                  </a:lnTo>
                  <a:lnTo>
                    <a:pt x="1141" y="763"/>
                  </a:lnTo>
                  <a:lnTo>
                    <a:pt x="1141" y="763"/>
                  </a:lnTo>
                  <a:lnTo>
                    <a:pt x="1142" y="763"/>
                  </a:lnTo>
                  <a:lnTo>
                    <a:pt x="1142" y="763"/>
                  </a:lnTo>
                  <a:lnTo>
                    <a:pt x="1143" y="763"/>
                  </a:lnTo>
                  <a:lnTo>
                    <a:pt x="1143" y="763"/>
                  </a:lnTo>
                  <a:lnTo>
                    <a:pt x="1143" y="763"/>
                  </a:lnTo>
                  <a:lnTo>
                    <a:pt x="1144" y="763"/>
                  </a:lnTo>
                  <a:lnTo>
                    <a:pt x="1144" y="763"/>
                  </a:lnTo>
                  <a:lnTo>
                    <a:pt x="1145" y="763"/>
                  </a:lnTo>
                  <a:lnTo>
                    <a:pt x="1145" y="763"/>
                  </a:lnTo>
                  <a:lnTo>
                    <a:pt x="1146" y="763"/>
                  </a:lnTo>
                  <a:lnTo>
                    <a:pt x="1146" y="763"/>
                  </a:lnTo>
                  <a:lnTo>
                    <a:pt x="1146" y="763"/>
                  </a:lnTo>
                  <a:lnTo>
                    <a:pt x="1147" y="763"/>
                  </a:lnTo>
                  <a:lnTo>
                    <a:pt x="1148" y="763"/>
                  </a:lnTo>
                  <a:lnTo>
                    <a:pt x="1148" y="763"/>
                  </a:lnTo>
                  <a:lnTo>
                    <a:pt x="1148" y="763"/>
                  </a:lnTo>
                  <a:lnTo>
                    <a:pt x="1149" y="763"/>
                  </a:lnTo>
                  <a:lnTo>
                    <a:pt x="1149" y="763"/>
                  </a:lnTo>
                  <a:lnTo>
                    <a:pt x="1150" y="748"/>
                  </a:lnTo>
                  <a:lnTo>
                    <a:pt x="1150" y="748"/>
                  </a:lnTo>
                  <a:lnTo>
                    <a:pt x="1151" y="748"/>
                  </a:lnTo>
                  <a:lnTo>
                    <a:pt x="1151" y="748"/>
                  </a:lnTo>
                  <a:lnTo>
                    <a:pt x="1152" y="748"/>
                  </a:lnTo>
                  <a:lnTo>
                    <a:pt x="1152" y="748"/>
                  </a:lnTo>
                  <a:lnTo>
                    <a:pt x="1152" y="733"/>
                  </a:lnTo>
                  <a:lnTo>
                    <a:pt x="1153" y="733"/>
                  </a:lnTo>
                  <a:lnTo>
                    <a:pt x="1154" y="733"/>
                  </a:lnTo>
                  <a:lnTo>
                    <a:pt x="1154" y="733"/>
                  </a:lnTo>
                  <a:lnTo>
                    <a:pt x="1154" y="733"/>
                  </a:lnTo>
                  <a:lnTo>
                    <a:pt x="1155" y="718"/>
                  </a:lnTo>
                  <a:lnTo>
                    <a:pt x="1155" y="718"/>
                  </a:lnTo>
                  <a:lnTo>
                    <a:pt x="1156" y="718"/>
                  </a:lnTo>
                  <a:lnTo>
                    <a:pt x="1156" y="718"/>
                  </a:lnTo>
                  <a:lnTo>
                    <a:pt x="1157" y="718"/>
                  </a:lnTo>
                  <a:lnTo>
                    <a:pt x="1157" y="718"/>
                  </a:lnTo>
                  <a:lnTo>
                    <a:pt x="1157" y="718"/>
                  </a:lnTo>
                  <a:lnTo>
                    <a:pt x="1158" y="718"/>
                  </a:lnTo>
                  <a:lnTo>
                    <a:pt x="1158" y="718"/>
                  </a:lnTo>
                  <a:lnTo>
                    <a:pt x="1159" y="733"/>
                  </a:lnTo>
                  <a:lnTo>
                    <a:pt x="1159" y="733"/>
                  </a:lnTo>
                  <a:lnTo>
                    <a:pt x="1160" y="733"/>
                  </a:lnTo>
                  <a:lnTo>
                    <a:pt x="1160" y="733"/>
                  </a:lnTo>
                  <a:lnTo>
                    <a:pt x="1161" y="733"/>
                  </a:lnTo>
                  <a:lnTo>
                    <a:pt x="1161" y="733"/>
                  </a:lnTo>
                  <a:lnTo>
                    <a:pt x="1161" y="733"/>
                  </a:lnTo>
                  <a:lnTo>
                    <a:pt x="1162" y="733"/>
                  </a:lnTo>
                  <a:lnTo>
                    <a:pt x="1163" y="733"/>
                  </a:lnTo>
                  <a:lnTo>
                    <a:pt x="1163" y="733"/>
                  </a:lnTo>
                  <a:lnTo>
                    <a:pt x="1163" y="733"/>
                  </a:lnTo>
                  <a:lnTo>
                    <a:pt x="1164" y="718"/>
                  </a:lnTo>
                  <a:lnTo>
                    <a:pt x="1164" y="718"/>
                  </a:lnTo>
                  <a:lnTo>
                    <a:pt x="1165" y="718"/>
                  </a:lnTo>
                  <a:lnTo>
                    <a:pt x="1165" y="718"/>
                  </a:lnTo>
                  <a:lnTo>
                    <a:pt x="1166" y="718"/>
                  </a:lnTo>
                  <a:lnTo>
                    <a:pt x="1166" y="703"/>
                  </a:lnTo>
                  <a:lnTo>
                    <a:pt x="1167" y="703"/>
                  </a:lnTo>
                  <a:lnTo>
                    <a:pt x="1167" y="703"/>
                  </a:lnTo>
                  <a:lnTo>
                    <a:pt x="1167" y="688"/>
                  </a:lnTo>
                  <a:lnTo>
                    <a:pt x="1168" y="688"/>
                  </a:lnTo>
                  <a:lnTo>
                    <a:pt x="1169" y="688"/>
                  </a:lnTo>
                  <a:lnTo>
                    <a:pt x="1169" y="688"/>
                  </a:lnTo>
                  <a:lnTo>
                    <a:pt x="1169" y="688"/>
                  </a:lnTo>
                  <a:lnTo>
                    <a:pt x="1170" y="673"/>
                  </a:lnTo>
                  <a:lnTo>
                    <a:pt x="1170" y="673"/>
                  </a:lnTo>
                  <a:lnTo>
                    <a:pt x="1171" y="673"/>
                  </a:lnTo>
                  <a:lnTo>
                    <a:pt x="1171" y="673"/>
                  </a:lnTo>
                  <a:lnTo>
                    <a:pt x="1172" y="673"/>
                  </a:lnTo>
                  <a:lnTo>
                    <a:pt x="1172" y="673"/>
                  </a:lnTo>
                  <a:lnTo>
                    <a:pt x="1172" y="673"/>
                  </a:lnTo>
                  <a:lnTo>
                    <a:pt x="1173" y="673"/>
                  </a:lnTo>
                  <a:lnTo>
                    <a:pt x="1173" y="673"/>
                  </a:lnTo>
                  <a:lnTo>
                    <a:pt x="1174" y="673"/>
                  </a:lnTo>
                  <a:lnTo>
                    <a:pt x="1174" y="673"/>
                  </a:lnTo>
                  <a:lnTo>
                    <a:pt x="1175" y="673"/>
                  </a:lnTo>
                  <a:lnTo>
                    <a:pt x="1175" y="673"/>
                  </a:lnTo>
                  <a:lnTo>
                    <a:pt x="1176" y="673"/>
                  </a:lnTo>
                  <a:lnTo>
                    <a:pt x="1176" y="673"/>
                  </a:lnTo>
                  <a:lnTo>
                    <a:pt x="1176" y="673"/>
                  </a:lnTo>
                  <a:lnTo>
                    <a:pt x="1177" y="673"/>
                  </a:lnTo>
                  <a:lnTo>
                    <a:pt x="1178" y="673"/>
                  </a:lnTo>
                  <a:lnTo>
                    <a:pt x="1178" y="673"/>
                  </a:lnTo>
                  <a:lnTo>
                    <a:pt x="1178" y="673"/>
                  </a:lnTo>
                  <a:lnTo>
                    <a:pt x="1179" y="673"/>
                  </a:lnTo>
                  <a:lnTo>
                    <a:pt x="1179" y="658"/>
                  </a:lnTo>
                  <a:lnTo>
                    <a:pt x="1180" y="658"/>
                  </a:lnTo>
                  <a:lnTo>
                    <a:pt x="1180" y="658"/>
                  </a:lnTo>
                  <a:lnTo>
                    <a:pt x="1181" y="658"/>
                  </a:lnTo>
                  <a:lnTo>
                    <a:pt x="1181" y="658"/>
                  </a:lnTo>
                  <a:lnTo>
                    <a:pt x="1182" y="658"/>
                  </a:lnTo>
                  <a:lnTo>
                    <a:pt x="1182" y="658"/>
                  </a:lnTo>
                  <a:lnTo>
                    <a:pt x="1182" y="643"/>
                  </a:lnTo>
                  <a:lnTo>
                    <a:pt x="1183" y="643"/>
                  </a:lnTo>
                  <a:lnTo>
                    <a:pt x="1183" y="643"/>
                  </a:lnTo>
                  <a:lnTo>
                    <a:pt x="1184" y="643"/>
                  </a:lnTo>
                  <a:lnTo>
                    <a:pt x="1184" y="628"/>
                  </a:lnTo>
                  <a:lnTo>
                    <a:pt x="1185" y="628"/>
                  </a:lnTo>
                  <a:lnTo>
                    <a:pt x="1185" y="628"/>
                  </a:lnTo>
                  <a:lnTo>
                    <a:pt x="1186" y="613"/>
                  </a:lnTo>
                  <a:lnTo>
                    <a:pt x="1186" y="613"/>
                  </a:lnTo>
                  <a:lnTo>
                    <a:pt x="1187" y="613"/>
                  </a:lnTo>
                  <a:lnTo>
                    <a:pt x="1187" y="598"/>
                  </a:lnTo>
                  <a:lnTo>
                    <a:pt x="1187" y="598"/>
                  </a:lnTo>
                  <a:lnTo>
                    <a:pt x="1188" y="598"/>
                  </a:lnTo>
                  <a:lnTo>
                    <a:pt x="1188" y="583"/>
                  </a:lnTo>
                  <a:lnTo>
                    <a:pt x="1189" y="583"/>
                  </a:lnTo>
                  <a:lnTo>
                    <a:pt x="1189" y="583"/>
                  </a:lnTo>
                  <a:lnTo>
                    <a:pt x="1190" y="568"/>
                  </a:lnTo>
                  <a:lnTo>
                    <a:pt x="1190" y="568"/>
                  </a:lnTo>
                  <a:lnTo>
                    <a:pt x="1191" y="568"/>
                  </a:lnTo>
                  <a:lnTo>
                    <a:pt x="1191" y="568"/>
                  </a:lnTo>
                  <a:lnTo>
                    <a:pt x="1192" y="568"/>
                  </a:lnTo>
                  <a:lnTo>
                    <a:pt x="1192" y="568"/>
                  </a:lnTo>
                  <a:lnTo>
                    <a:pt x="1193" y="568"/>
                  </a:lnTo>
                  <a:lnTo>
                    <a:pt x="1193" y="568"/>
                  </a:lnTo>
                  <a:lnTo>
                    <a:pt x="1193" y="568"/>
                  </a:lnTo>
                  <a:lnTo>
                    <a:pt x="1194" y="568"/>
                  </a:lnTo>
                  <a:lnTo>
                    <a:pt x="1195" y="568"/>
                  </a:lnTo>
                  <a:lnTo>
                    <a:pt x="1195" y="553"/>
                  </a:lnTo>
                  <a:lnTo>
                    <a:pt x="1195" y="553"/>
                  </a:lnTo>
                  <a:lnTo>
                    <a:pt x="1196" y="553"/>
                  </a:lnTo>
                  <a:lnTo>
                    <a:pt x="1196" y="553"/>
                  </a:lnTo>
                  <a:lnTo>
                    <a:pt x="1197" y="553"/>
                  </a:lnTo>
                  <a:lnTo>
                    <a:pt x="1197" y="553"/>
                  </a:lnTo>
                  <a:lnTo>
                    <a:pt x="1198" y="553"/>
                  </a:lnTo>
                  <a:lnTo>
                    <a:pt x="1198" y="553"/>
                  </a:lnTo>
                  <a:lnTo>
                    <a:pt x="1198" y="553"/>
                  </a:lnTo>
                  <a:lnTo>
                    <a:pt x="1199" y="538"/>
                  </a:lnTo>
                  <a:lnTo>
                    <a:pt x="1199" y="538"/>
                  </a:lnTo>
                  <a:lnTo>
                    <a:pt x="1200" y="538"/>
                  </a:lnTo>
                  <a:lnTo>
                    <a:pt x="1200" y="538"/>
                  </a:lnTo>
                  <a:lnTo>
                    <a:pt x="1201" y="538"/>
                  </a:lnTo>
                  <a:lnTo>
                    <a:pt x="1201" y="523"/>
                  </a:lnTo>
                  <a:lnTo>
                    <a:pt x="1202" y="523"/>
                  </a:lnTo>
                  <a:lnTo>
                    <a:pt x="1202" y="523"/>
                  </a:lnTo>
                  <a:lnTo>
                    <a:pt x="1202" y="523"/>
                  </a:lnTo>
                  <a:lnTo>
                    <a:pt x="1203" y="509"/>
                  </a:lnTo>
                  <a:lnTo>
                    <a:pt x="1204" y="509"/>
                  </a:lnTo>
                  <a:lnTo>
                    <a:pt x="1204" y="509"/>
                  </a:lnTo>
                  <a:lnTo>
                    <a:pt x="1204" y="494"/>
                  </a:lnTo>
                  <a:lnTo>
                    <a:pt x="1205" y="494"/>
                  </a:lnTo>
                  <a:lnTo>
                    <a:pt x="1205" y="494"/>
                  </a:lnTo>
                  <a:lnTo>
                    <a:pt x="1206" y="479"/>
                  </a:lnTo>
                  <a:lnTo>
                    <a:pt x="1206" y="479"/>
                  </a:lnTo>
                  <a:lnTo>
                    <a:pt x="1207" y="464"/>
                  </a:lnTo>
                  <a:lnTo>
                    <a:pt x="1207" y="464"/>
                  </a:lnTo>
                  <a:lnTo>
                    <a:pt x="1208" y="464"/>
                  </a:lnTo>
                  <a:lnTo>
                    <a:pt x="1208" y="449"/>
                  </a:lnTo>
                  <a:lnTo>
                    <a:pt x="1208" y="449"/>
                  </a:lnTo>
                  <a:lnTo>
                    <a:pt x="1209" y="449"/>
                  </a:lnTo>
                  <a:lnTo>
                    <a:pt x="1209" y="449"/>
                  </a:lnTo>
                  <a:lnTo>
                    <a:pt x="1210" y="449"/>
                  </a:lnTo>
                  <a:lnTo>
                    <a:pt x="1210" y="434"/>
                  </a:lnTo>
                  <a:lnTo>
                    <a:pt x="1211" y="434"/>
                  </a:lnTo>
                  <a:lnTo>
                    <a:pt x="1211" y="434"/>
                  </a:lnTo>
                  <a:lnTo>
                    <a:pt x="1212" y="434"/>
                  </a:lnTo>
                  <a:lnTo>
                    <a:pt x="1212" y="434"/>
                  </a:lnTo>
                  <a:lnTo>
                    <a:pt x="1213" y="434"/>
                  </a:lnTo>
                  <a:lnTo>
                    <a:pt x="1213" y="419"/>
                  </a:lnTo>
                  <a:lnTo>
                    <a:pt x="1213" y="419"/>
                  </a:lnTo>
                  <a:lnTo>
                    <a:pt x="1214" y="419"/>
                  </a:lnTo>
                  <a:lnTo>
                    <a:pt x="1214" y="419"/>
                  </a:lnTo>
                  <a:lnTo>
                    <a:pt x="1215" y="419"/>
                  </a:lnTo>
                  <a:lnTo>
                    <a:pt x="1215" y="419"/>
                  </a:lnTo>
                  <a:lnTo>
                    <a:pt x="1216" y="419"/>
                  </a:lnTo>
                  <a:lnTo>
                    <a:pt x="1216" y="419"/>
                  </a:lnTo>
                  <a:lnTo>
                    <a:pt x="1217" y="434"/>
                  </a:lnTo>
                  <a:lnTo>
                    <a:pt x="1217" y="434"/>
                  </a:lnTo>
                  <a:lnTo>
                    <a:pt x="1217" y="434"/>
                  </a:lnTo>
                  <a:lnTo>
                    <a:pt x="1218" y="434"/>
                  </a:lnTo>
                  <a:lnTo>
                    <a:pt x="1219" y="419"/>
                  </a:lnTo>
                  <a:lnTo>
                    <a:pt x="1219" y="419"/>
                  </a:lnTo>
                  <a:lnTo>
                    <a:pt x="1219" y="419"/>
                  </a:lnTo>
                  <a:lnTo>
                    <a:pt x="1220" y="419"/>
                  </a:lnTo>
                  <a:lnTo>
                    <a:pt x="1220" y="419"/>
                  </a:lnTo>
                  <a:lnTo>
                    <a:pt x="1221" y="419"/>
                  </a:lnTo>
                  <a:lnTo>
                    <a:pt x="1221" y="419"/>
                  </a:lnTo>
                  <a:lnTo>
                    <a:pt x="1222" y="419"/>
                  </a:lnTo>
                  <a:lnTo>
                    <a:pt x="1222" y="419"/>
                  </a:lnTo>
                  <a:lnTo>
                    <a:pt x="1223" y="419"/>
                  </a:lnTo>
                  <a:lnTo>
                    <a:pt x="1223" y="419"/>
                  </a:lnTo>
                  <a:lnTo>
                    <a:pt x="1223" y="419"/>
                  </a:lnTo>
                  <a:lnTo>
                    <a:pt x="1224" y="419"/>
                  </a:lnTo>
                  <a:lnTo>
                    <a:pt x="1224" y="434"/>
                  </a:lnTo>
                  <a:lnTo>
                    <a:pt x="1225" y="434"/>
                  </a:lnTo>
                  <a:lnTo>
                    <a:pt x="1225" y="434"/>
                  </a:lnTo>
                  <a:lnTo>
                    <a:pt x="1226" y="434"/>
                  </a:lnTo>
                  <a:lnTo>
                    <a:pt x="1226" y="434"/>
                  </a:lnTo>
                  <a:lnTo>
                    <a:pt x="1226" y="434"/>
                  </a:lnTo>
                  <a:lnTo>
                    <a:pt x="1227" y="434"/>
                  </a:lnTo>
                  <a:lnTo>
                    <a:pt x="1228" y="449"/>
                  </a:lnTo>
                  <a:lnTo>
                    <a:pt x="1228" y="449"/>
                  </a:lnTo>
                  <a:lnTo>
                    <a:pt x="1228" y="449"/>
                  </a:lnTo>
                  <a:lnTo>
                    <a:pt x="1229" y="449"/>
                  </a:lnTo>
                  <a:lnTo>
                    <a:pt x="1229" y="464"/>
                  </a:lnTo>
                  <a:lnTo>
                    <a:pt x="1230" y="464"/>
                  </a:lnTo>
                  <a:lnTo>
                    <a:pt x="1230" y="464"/>
                  </a:lnTo>
                  <a:lnTo>
                    <a:pt x="1231" y="464"/>
                  </a:lnTo>
                  <a:lnTo>
                    <a:pt x="1231" y="464"/>
                  </a:lnTo>
                  <a:lnTo>
                    <a:pt x="1232" y="464"/>
                  </a:lnTo>
                  <a:lnTo>
                    <a:pt x="1232" y="464"/>
                  </a:lnTo>
                  <a:lnTo>
                    <a:pt x="1232" y="464"/>
                  </a:lnTo>
                  <a:lnTo>
                    <a:pt x="1233" y="464"/>
                  </a:lnTo>
                  <a:lnTo>
                    <a:pt x="1234" y="464"/>
                  </a:lnTo>
                  <a:lnTo>
                    <a:pt x="1234" y="464"/>
                  </a:lnTo>
                  <a:lnTo>
                    <a:pt x="1234" y="464"/>
                  </a:lnTo>
                  <a:lnTo>
                    <a:pt x="1235" y="464"/>
                  </a:lnTo>
                  <a:lnTo>
                    <a:pt x="1235" y="464"/>
                  </a:lnTo>
                  <a:lnTo>
                    <a:pt x="1236" y="464"/>
                  </a:lnTo>
                  <a:lnTo>
                    <a:pt x="1236" y="464"/>
                  </a:lnTo>
                  <a:lnTo>
                    <a:pt x="1237" y="464"/>
                  </a:lnTo>
                  <a:lnTo>
                    <a:pt x="1237" y="464"/>
                  </a:lnTo>
                  <a:lnTo>
                    <a:pt x="1238" y="464"/>
                  </a:lnTo>
                  <a:lnTo>
                    <a:pt x="1238" y="464"/>
                  </a:lnTo>
                  <a:lnTo>
                    <a:pt x="1238" y="464"/>
                  </a:lnTo>
                  <a:lnTo>
                    <a:pt x="1239" y="464"/>
                  </a:lnTo>
                  <a:lnTo>
                    <a:pt x="1239" y="464"/>
                  </a:lnTo>
                  <a:lnTo>
                    <a:pt x="1240" y="464"/>
                  </a:lnTo>
                  <a:lnTo>
                    <a:pt x="1240" y="464"/>
                  </a:lnTo>
                  <a:lnTo>
                    <a:pt x="1241" y="464"/>
                  </a:lnTo>
                  <a:lnTo>
                    <a:pt x="1241" y="464"/>
                  </a:lnTo>
                  <a:lnTo>
                    <a:pt x="1241" y="464"/>
                  </a:lnTo>
                  <a:lnTo>
                    <a:pt x="1242" y="449"/>
                  </a:lnTo>
                  <a:lnTo>
                    <a:pt x="1243" y="449"/>
                  </a:lnTo>
                  <a:lnTo>
                    <a:pt x="1243" y="449"/>
                  </a:lnTo>
                  <a:lnTo>
                    <a:pt x="1243" y="449"/>
                  </a:lnTo>
                  <a:lnTo>
                    <a:pt x="1244" y="449"/>
                  </a:lnTo>
                  <a:lnTo>
                    <a:pt x="1244" y="449"/>
                  </a:lnTo>
                  <a:lnTo>
                    <a:pt x="1245" y="434"/>
                  </a:lnTo>
                  <a:lnTo>
                    <a:pt x="1245" y="434"/>
                  </a:lnTo>
                  <a:lnTo>
                    <a:pt x="1246" y="434"/>
                  </a:lnTo>
                  <a:lnTo>
                    <a:pt x="1246" y="434"/>
                  </a:lnTo>
                  <a:lnTo>
                    <a:pt x="1247" y="434"/>
                  </a:lnTo>
                  <a:lnTo>
                    <a:pt x="1247" y="434"/>
                  </a:lnTo>
                  <a:lnTo>
                    <a:pt x="1247" y="419"/>
                  </a:lnTo>
                  <a:lnTo>
                    <a:pt x="1248" y="419"/>
                  </a:lnTo>
                  <a:lnTo>
                    <a:pt x="1249" y="419"/>
                  </a:lnTo>
                  <a:lnTo>
                    <a:pt x="1249" y="419"/>
                  </a:lnTo>
                  <a:lnTo>
                    <a:pt x="1249" y="419"/>
                  </a:lnTo>
                  <a:lnTo>
                    <a:pt x="1250" y="419"/>
                  </a:lnTo>
                  <a:lnTo>
                    <a:pt x="1250" y="404"/>
                  </a:lnTo>
                  <a:lnTo>
                    <a:pt x="1251" y="404"/>
                  </a:lnTo>
                  <a:lnTo>
                    <a:pt x="1251" y="404"/>
                  </a:lnTo>
                  <a:lnTo>
                    <a:pt x="1252" y="389"/>
                  </a:lnTo>
                  <a:lnTo>
                    <a:pt x="1252" y="389"/>
                  </a:lnTo>
                  <a:lnTo>
                    <a:pt x="1252" y="374"/>
                  </a:lnTo>
                  <a:lnTo>
                    <a:pt x="1253" y="374"/>
                  </a:lnTo>
                  <a:lnTo>
                    <a:pt x="1253" y="359"/>
                  </a:lnTo>
                  <a:lnTo>
                    <a:pt x="1254" y="359"/>
                  </a:lnTo>
                  <a:lnTo>
                    <a:pt x="1254" y="344"/>
                  </a:lnTo>
                  <a:lnTo>
                    <a:pt x="1255" y="329"/>
                  </a:lnTo>
                  <a:lnTo>
                    <a:pt x="1255" y="329"/>
                  </a:lnTo>
                  <a:lnTo>
                    <a:pt x="1256" y="314"/>
                  </a:lnTo>
                  <a:lnTo>
                    <a:pt x="1256" y="299"/>
                  </a:lnTo>
                  <a:lnTo>
                    <a:pt x="1256" y="284"/>
                  </a:lnTo>
                  <a:lnTo>
                    <a:pt x="1257" y="284"/>
                  </a:lnTo>
                  <a:lnTo>
                    <a:pt x="1258" y="269"/>
                  </a:lnTo>
                  <a:lnTo>
                    <a:pt x="1258" y="254"/>
                  </a:lnTo>
                  <a:lnTo>
                    <a:pt x="1258" y="254"/>
                  </a:lnTo>
                  <a:lnTo>
                    <a:pt x="1259" y="239"/>
                  </a:lnTo>
                  <a:lnTo>
                    <a:pt x="1259" y="224"/>
                  </a:lnTo>
                  <a:lnTo>
                    <a:pt x="1260" y="224"/>
                  </a:lnTo>
                  <a:lnTo>
                    <a:pt x="1260" y="210"/>
                  </a:lnTo>
                  <a:lnTo>
                    <a:pt x="1261" y="210"/>
                  </a:lnTo>
                  <a:lnTo>
                    <a:pt x="1261" y="195"/>
                  </a:lnTo>
                  <a:lnTo>
                    <a:pt x="1262" y="195"/>
                  </a:lnTo>
                  <a:lnTo>
                    <a:pt x="1262" y="195"/>
                  </a:lnTo>
                  <a:lnTo>
                    <a:pt x="1262" y="180"/>
                  </a:lnTo>
                  <a:lnTo>
                    <a:pt x="1263" y="180"/>
                  </a:lnTo>
                  <a:lnTo>
                    <a:pt x="1264" y="165"/>
                  </a:lnTo>
                  <a:lnTo>
                    <a:pt x="1264" y="165"/>
                  </a:lnTo>
                  <a:lnTo>
                    <a:pt x="1264" y="150"/>
                  </a:lnTo>
                  <a:lnTo>
                    <a:pt x="1265" y="150"/>
                  </a:lnTo>
                  <a:lnTo>
                    <a:pt x="1265" y="150"/>
                  </a:lnTo>
                  <a:lnTo>
                    <a:pt x="1266" y="135"/>
                  </a:lnTo>
                  <a:lnTo>
                    <a:pt x="1266" y="135"/>
                  </a:lnTo>
                  <a:lnTo>
                    <a:pt x="1267" y="135"/>
                  </a:lnTo>
                  <a:lnTo>
                    <a:pt x="1267" y="135"/>
                  </a:lnTo>
                  <a:lnTo>
                    <a:pt x="1267" y="135"/>
                  </a:lnTo>
                  <a:lnTo>
                    <a:pt x="1268" y="135"/>
                  </a:lnTo>
                  <a:lnTo>
                    <a:pt x="1268" y="135"/>
                  </a:lnTo>
                  <a:lnTo>
                    <a:pt x="1269" y="120"/>
                  </a:lnTo>
                  <a:lnTo>
                    <a:pt x="1269" y="120"/>
                  </a:lnTo>
                  <a:lnTo>
                    <a:pt x="1270" y="120"/>
                  </a:lnTo>
                  <a:lnTo>
                    <a:pt x="1270" y="120"/>
                  </a:lnTo>
                  <a:lnTo>
                    <a:pt x="1271" y="120"/>
                  </a:lnTo>
                  <a:lnTo>
                    <a:pt x="1271" y="120"/>
                  </a:lnTo>
                  <a:lnTo>
                    <a:pt x="1271" y="120"/>
                  </a:lnTo>
                  <a:lnTo>
                    <a:pt x="1272" y="120"/>
                  </a:lnTo>
                  <a:lnTo>
                    <a:pt x="1273" y="105"/>
                  </a:lnTo>
                  <a:lnTo>
                    <a:pt x="1273" y="105"/>
                  </a:lnTo>
                  <a:lnTo>
                    <a:pt x="1273" y="105"/>
                  </a:lnTo>
                  <a:lnTo>
                    <a:pt x="1274" y="105"/>
                  </a:lnTo>
                  <a:lnTo>
                    <a:pt x="1274" y="105"/>
                  </a:lnTo>
                  <a:lnTo>
                    <a:pt x="1275" y="105"/>
                  </a:lnTo>
                  <a:lnTo>
                    <a:pt x="1275" y="90"/>
                  </a:lnTo>
                  <a:lnTo>
                    <a:pt x="1276" y="90"/>
                  </a:lnTo>
                  <a:lnTo>
                    <a:pt x="1276" y="90"/>
                  </a:lnTo>
                  <a:lnTo>
                    <a:pt x="1277" y="105"/>
                  </a:lnTo>
                  <a:lnTo>
                    <a:pt x="1277" y="105"/>
                  </a:lnTo>
                  <a:lnTo>
                    <a:pt x="1277" y="105"/>
                  </a:lnTo>
                  <a:lnTo>
                    <a:pt x="1278" y="105"/>
                  </a:lnTo>
                  <a:lnTo>
                    <a:pt x="1278" y="105"/>
                  </a:lnTo>
                  <a:lnTo>
                    <a:pt x="1279" y="105"/>
                  </a:lnTo>
                  <a:lnTo>
                    <a:pt x="1279" y="105"/>
                  </a:lnTo>
                  <a:lnTo>
                    <a:pt x="1280" y="105"/>
                  </a:lnTo>
                  <a:lnTo>
                    <a:pt x="1280" y="105"/>
                  </a:lnTo>
                  <a:lnTo>
                    <a:pt x="1281" y="105"/>
                  </a:lnTo>
                  <a:lnTo>
                    <a:pt x="1281" y="105"/>
                  </a:lnTo>
                  <a:lnTo>
                    <a:pt x="1282" y="105"/>
                  </a:lnTo>
                  <a:lnTo>
                    <a:pt x="1282" y="105"/>
                  </a:lnTo>
                  <a:lnTo>
                    <a:pt x="1282" y="105"/>
                  </a:lnTo>
                  <a:lnTo>
                    <a:pt x="1283" y="105"/>
                  </a:lnTo>
                  <a:lnTo>
                    <a:pt x="1283" y="105"/>
                  </a:lnTo>
                  <a:lnTo>
                    <a:pt x="1284" y="105"/>
                  </a:lnTo>
                  <a:lnTo>
                    <a:pt x="1284" y="105"/>
                  </a:lnTo>
                  <a:lnTo>
                    <a:pt x="1285" y="105"/>
                  </a:lnTo>
                  <a:lnTo>
                    <a:pt x="1285" y="105"/>
                  </a:lnTo>
                  <a:lnTo>
                    <a:pt x="1286" y="105"/>
                  </a:lnTo>
                  <a:lnTo>
                    <a:pt x="1286" y="105"/>
                  </a:lnTo>
                  <a:lnTo>
                    <a:pt x="1286" y="120"/>
                  </a:lnTo>
                  <a:lnTo>
                    <a:pt x="1287" y="120"/>
                  </a:lnTo>
                  <a:lnTo>
                    <a:pt x="1288" y="120"/>
                  </a:lnTo>
                  <a:lnTo>
                    <a:pt x="1288" y="120"/>
                  </a:lnTo>
                  <a:lnTo>
                    <a:pt x="1288" y="120"/>
                  </a:lnTo>
                  <a:lnTo>
                    <a:pt x="1289" y="120"/>
                  </a:lnTo>
                  <a:lnTo>
                    <a:pt x="1289" y="120"/>
                  </a:lnTo>
                  <a:lnTo>
                    <a:pt x="1290" y="120"/>
                  </a:lnTo>
                  <a:lnTo>
                    <a:pt x="1290" y="120"/>
                  </a:lnTo>
                  <a:lnTo>
                    <a:pt x="1291" y="120"/>
                  </a:lnTo>
                  <a:lnTo>
                    <a:pt x="1291" y="120"/>
                  </a:lnTo>
                  <a:lnTo>
                    <a:pt x="1292" y="120"/>
                  </a:lnTo>
                  <a:lnTo>
                    <a:pt x="1292" y="120"/>
                  </a:lnTo>
                  <a:lnTo>
                    <a:pt x="1292" y="120"/>
                  </a:lnTo>
                  <a:lnTo>
                    <a:pt x="1293" y="120"/>
                  </a:lnTo>
                  <a:lnTo>
                    <a:pt x="1293" y="120"/>
                  </a:lnTo>
                  <a:lnTo>
                    <a:pt x="1294" y="120"/>
                  </a:lnTo>
                  <a:lnTo>
                    <a:pt x="1294" y="120"/>
                  </a:lnTo>
                  <a:lnTo>
                    <a:pt x="1295" y="120"/>
                  </a:lnTo>
                  <a:lnTo>
                    <a:pt x="1295" y="120"/>
                  </a:lnTo>
                  <a:lnTo>
                    <a:pt x="1296" y="120"/>
                  </a:lnTo>
                  <a:lnTo>
                    <a:pt x="1296" y="120"/>
                  </a:lnTo>
                  <a:lnTo>
                    <a:pt x="1297" y="120"/>
                  </a:lnTo>
                  <a:lnTo>
                    <a:pt x="1297" y="120"/>
                  </a:lnTo>
                  <a:lnTo>
                    <a:pt x="1297" y="120"/>
                  </a:lnTo>
                  <a:lnTo>
                    <a:pt x="1298" y="135"/>
                  </a:lnTo>
                  <a:lnTo>
                    <a:pt x="1298" y="135"/>
                  </a:lnTo>
                  <a:lnTo>
                    <a:pt x="1299" y="135"/>
                  </a:lnTo>
                  <a:lnTo>
                    <a:pt x="1299" y="135"/>
                  </a:lnTo>
                  <a:lnTo>
                    <a:pt x="1300" y="150"/>
                  </a:lnTo>
                  <a:lnTo>
                    <a:pt x="1300" y="150"/>
                  </a:lnTo>
                  <a:lnTo>
                    <a:pt x="1301" y="150"/>
                  </a:lnTo>
                  <a:lnTo>
                    <a:pt x="1301" y="150"/>
                  </a:lnTo>
                  <a:lnTo>
                    <a:pt x="1302" y="150"/>
                  </a:lnTo>
                  <a:lnTo>
                    <a:pt x="1302" y="150"/>
                  </a:lnTo>
                  <a:lnTo>
                    <a:pt x="1303" y="150"/>
                  </a:lnTo>
                  <a:lnTo>
                    <a:pt x="1303" y="150"/>
                  </a:lnTo>
                  <a:lnTo>
                    <a:pt x="1303" y="150"/>
                  </a:lnTo>
                  <a:lnTo>
                    <a:pt x="1304" y="150"/>
                  </a:lnTo>
                  <a:lnTo>
                    <a:pt x="1305" y="150"/>
                  </a:lnTo>
                  <a:lnTo>
                    <a:pt x="1305" y="135"/>
                  </a:lnTo>
                  <a:lnTo>
                    <a:pt x="1305" y="135"/>
                  </a:lnTo>
                  <a:lnTo>
                    <a:pt x="1306" y="135"/>
                  </a:lnTo>
                  <a:lnTo>
                    <a:pt x="1306" y="120"/>
                  </a:lnTo>
                  <a:lnTo>
                    <a:pt x="1307" y="120"/>
                  </a:lnTo>
                  <a:lnTo>
                    <a:pt x="1307" y="120"/>
                  </a:lnTo>
                  <a:lnTo>
                    <a:pt x="1308" y="105"/>
                  </a:lnTo>
                  <a:lnTo>
                    <a:pt x="1308" y="105"/>
                  </a:lnTo>
                  <a:lnTo>
                    <a:pt x="1308" y="90"/>
                  </a:lnTo>
                  <a:lnTo>
                    <a:pt x="1309" y="90"/>
                  </a:lnTo>
                  <a:lnTo>
                    <a:pt x="1309" y="90"/>
                  </a:lnTo>
                  <a:lnTo>
                    <a:pt x="1310" y="75"/>
                  </a:lnTo>
                  <a:lnTo>
                    <a:pt x="1310" y="75"/>
                  </a:lnTo>
                  <a:lnTo>
                    <a:pt x="1311" y="75"/>
                  </a:lnTo>
                  <a:lnTo>
                    <a:pt x="1311" y="60"/>
                  </a:lnTo>
                  <a:lnTo>
                    <a:pt x="1312" y="60"/>
                  </a:lnTo>
                  <a:lnTo>
                    <a:pt x="1312" y="60"/>
                  </a:lnTo>
                  <a:lnTo>
                    <a:pt x="1312" y="45"/>
                  </a:lnTo>
                  <a:lnTo>
                    <a:pt x="1313" y="45"/>
                  </a:lnTo>
                  <a:lnTo>
                    <a:pt x="1314" y="45"/>
                  </a:lnTo>
                  <a:lnTo>
                    <a:pt x="1314" y="45"/>
                  </a:lnTo>
                  <a:lnTo>
                    <a:pt x="1314" y="30"/>
                  </a:lnTo>
                  <a:lnTo>
                    <a:pt x="1315" y="30"/>
                  </a:lnTo>
                  <a:lnTo>
                    <a:pt x="1315" y="30"/>
                  </a:lnTo>
                  <a:lnTo>
                    <a:pt x="1316" y="30"/>
                  </a:lnTo>
                  <a:lnTo>
                    <a:pt x="1316" y="30"/>
                  </a:lnTo>
                  <a:lnTo>
                    <a:pt x="1317" y="15"/>
                  </a:lnTo>
                  <a:lnTo>
                    <a:pt x="1317" y="15"/>
                  </a:lnTo>
                  <a:lnTo>
                    <a:pt x="1318" y="15"/>
                  </a:lnTo>
                  <a:lnTo>
                    <a:pt x="1318" y="15"/>
                  </a:lnTo>
                  <a:lnTo>
                    <a:pt x="1318" y="0"/>
                  </a:lnTo>
                  <a:lnTo>
                    <a:pt x="1319" y="0"/>
                  </a:lnTo>
                  <a:lnTo>
                    <a:pt x="1319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1" y="0"/>
                  </a:lnTo>
                  <a:lnTo>
                    <a:pt x="1321" y="0"/>
                  </a:lnTo>
                  <a:lnTo>
                    <a:pt x="1322" y="0"/>
                  </a:lnTo>
                  <a:lnTo>
                    <a:pt x="1322" y="0"/>
                  </a:lnTo>
                  <a:lnTo>
                    <a:pt x="1323" y="0"/>
                  </a:lnTo>
                  <a:lnTo>
                    <a:pt x="1323" y="0"/>
                  </a:lnTo>
                  <a:lnTo>
                    <a:pt x="1323" y="0"/>
                  </a:lnTo>
                  <a:lnTo>
                    <a:pt x="1324" y="15"/>
                  </a:lnTo>
                  <a:lnTo>
                    <a:pt x="1324" y="15"/>
                  </a:lnTo>
                  <a:lnTo>
                    <a:pt x="1325" y="15"/>
                  </a:lnTo>
                  <a:lnTo>
                    <a:pt x="1325" y="30"/>
                  </a:lnTo>
                  <a:lnTo>
                    <a:pt x="1326" y="30"/>
                  </a:lnTo>
                  <a:lnTo>
                    <a:pt x="1326" y="30"/>
                  </a:lnTo>
                  <a:lnTo>
                    <a:pt x="1327" y="45"/>
                  </a:lnTo>
                  <a:lnTo>
                    <a:pt x="1327" y="45"/>
                  </a:lnTo>
                  <a:lnTo>
                    <a:pt x="1327" y="45"/>
                  </a:lnTo>
                  <a:lnTo>
                    <a:pt x="1328" y="45"/>
                  </a:lnTo>
                  <a:lnTo>
                    <a:pt x="1329" y="45"/>
                  </a:lnTo>
                  <a:lnTo>
                    <a:pt x="1329" y="45"/>
                  </a:lnTo>
                  <a:lnTo>
                    <a:pt x="1329" y="45"/>
                  </a:lnTo>
                  <a:lnTo>
                    <a:pt x="1330" y="45"/>
                  </a:lnTo>
                  <a:lnTo>
                    <a:pt x="1330" y="45"/>
                  </a:lnTo>
                  <a:lnTo>
                    <a:pt x="1331" y="45"/>
                  </a:lnTo>
                  <a:lnTo>
                    <a:pt x="1331" y="45"/>
                  </a:lnTo>
                  <a:lnTo>
                    <a:pt x="1332" y="30"/>
                  </a:lnTo>
                  <a:lnTo>
                    <a:pt x="1332" y="30"/>
                  </a:lnTo>
                  <a:lnTo>
                    <a:pt x="1333" y="30"/>
                  </a:lnTo>
                  <a:lnTo>
                    <a:pt x="1333" y="15"/>
                  </a:lnTo>
                  <a:lnTo>
                    <a:pt x="1333" y="15"/>
                  </a:lnTo>
                  <a:lnTo>
                    <a:pt x="1334" y="15"/>
                  </a:lnTo>
                  <a:lnTo>
                    <a:pt x="1334" y="15"/>
                  </a:lnTo>
                  <a:lnTo>
                    <a:pt x="1335" y="0"/>
                  </a:lnTo>
                  <a:lnTo>
                    <a:pt x="1335" y="0"/>
                  </a:lnTo>
                  <a:lnTo>
                    <a:pt x="1336" y="15"/>
                  </a:lnTo>
                  <a:lnTo>
                    <a:pt x="1336" y="15"/>
                  </a:lnTo>
                  <a:lnTo>
                    <a:pt x="1336" y="30"/>
                  </a:lnTo>
                  <a:lnTo>
                    <a:pt x="1337" y="45"/>
                  </a:lnTo>
                  <a:lnTo>
                    <a:pt x="1338" y="60"/>
                  </a:lnTo>
                  <a:lnTo>
                    <a:pt x="1338" y="75"/>
                  </a:lnTo>
                  <a:lnTo>
                    <a:pt x="1338" y="105"/>
                  </a:lnTo>
                  <a:lnTo>
                    <a:pt x="1339" y="135"/>
                  </a:lnTo>
                  <a:lnTo>
                    <a:pt x="1339" y="165"/>
                  </a:lnTo>
                  <a:lnTo>
                    <a:pt x="1340" y="195"/>
                  </a:lnTo>
                  <a:lnTo>
                    <a:pt x="1340" y="239"/>
                  </a:lnTo>
                  <a:lnTo>
                    <a:pt x="1341" y="284"/>
                  </a:lnTo>
                  <a:lnTo>
                    <a:pt x="1341" y="329"/>
                  </a:lnTo>
                  <a:lnTo>
                    <a:pt x="1342" y="374"/>
                  </a:lnTo>
                  <a:lnTo>
                    <a:pt x="1342" y="434"/>
                  </a:lnTo>
                  <a:lnTo>
                    <a:pt x="1342" y="479"/>
                  </a:lnTo>
                  <a:lnTo>
                    <a:pt x="1343" y="538"/>
                  </a:lnTo>
                  <a:lnTo>
                    <a:pt x="1344" y="583"/>
                  </a:lnTo>
                  <a:lnTo>
                    <a:pt x="1344" y="643"/>
                  </a:lnTo>
                  <a:lnTo>
                    <a:pt x="1344" y="688"/>
                  </a:lnTo>
                  <a:lnTo>
                    <a:pt x="1345" y="748"/>
                  </a:lnTo>
                  <a:lnTo>
                    <a:pt x="1345" y="793"/>
                  </a:lnTo>
                  <a:lnTo>
                    <a:pt x="1346" y="852"/>
                  </a:lnTo>
                  <a:lnTo>
                    <a:pt x="1346" y="897"/>
                  </a:lnTo>
                  <a:lnTo>
                    <a:pt x="1347" y="942"/>
                  </a:lnTo>
                  <a:lnTo>
                    <a:pt x="1347" y="1002"/>
                  </a:lnTo>
                  <a:lnTo>
                    <a:pt x="1348" y="1046"/>
                  </a:lnTo>
                  <a:lnTo>
                    <a:pt x="1348" y="1092"/>
                  </a:lnTo>
                  <a:lnTo>
                    <a:pt x="1348" y="1121"/>
                  </a:lnTo>
                  <a:lnTo>
                    <a:pt x="1349" y="1166"/>
                  </a:lnTo>
                  <a:lnTo>
                    <a:pt x="1349" y="1196"/>
                  </a:lnTo>
                  <a:lnTo>
                    <a:pt x="1350" y="1226"/>
                  </a:lnTo>
                  <a:lnTo>
                    <a:pt x="1350" y="1256"/>
                  </a:lnTo>
                  <a:lnTo>
                    <a:pt x="1351" y="1286"/>
                  </a:lnTo>
                  <a:lnTo>
                    <a:pt x="1351" y="1301"/>
                  </a:lnTo>
                  <a:lnTo>
                    <a:pt x="1351" y="1316"/>
                  </a:lnTo>
                  <a:lnTo>
                    <a:pt x="1352" y="1331"/>
                  </a:lnTo>
                  <a:lnTo>
                    <a:pt x="1353" y="1345"/>
                  </a:lnTo>
                  <a:lnTo>
                    <a:pt x="1353" y="1345"/>
                  </a:lnTo>
                  <a:lnTo>
                    <a:pt x="1353" y="1331"/>
                  </a:lnTo>
                  <a:lnTo>
                    <a:pt x="1354" y="1316"/>
                  </a:lnTo>
                  <a:lnTo>
                    <a:pt x="1354" y="1301"/>
                  </a:lnTo>
                  <a:lnTo>
                    <a:pt x="1355" y="1271"/>
                  </a:lnTo>
                  <a:lnTo>
                    <a:pt x="1355" y="1241"/>
                  </a:lnTo>
                  <a:lnTo>
                    <a:pt x="1356" y="1211"/>
                  </a:lnTo>
                  <a:lnTo>
                    <a:pt x="1356" y="1181"/>
                  </a:lnTo>
                  <a:lnTo>
                    <a:pt x="1357" y="1136"/>
                  </a:lnTo>
                  <a:lnTo>
                    <a:pt x="1357" y="1077"/>
                  </a:lnTo>
                  <a:lnTo>
                    <a:pt x="1357" y="1032"/>
                  </a:lnTo>
                  <a:lnTo>
                    <a:pt x="1358" y="972"/>
                  </a:lnTo>
                  <a:lnTo>
                    <a:pt x="1359" y="912"/>
                  </a:lnTo>
                  <a:lnTo>
                    <a:pt x="1359" y="837"/>
                  </a:lnTo>
                  <a:lnTo>
                    <a:pt x="1359" y="763"/>
                  </a:lnTo>
                  <a:lnTo>
                    <a:pt x="1360" y="673"/>
                  </a:lnTo>
                  <a:lnTo>
                    <a:pt x="1360" y="583"/>
                  </a:lnTo>
                  <a:lnTo>
                    <a:pt x="1361" y="494"/>
                  </a:lnTo>
                  <a:lnTo>
                    <a:pt x="1361" y="374"/>
                  </a:lnTo>
                  <a:lnTo>
                    <a:pt x="1362" y="269"/>
                  </a:lnTo>
                  <a:lnTo>
                    <a:pt x="1362" y="1256"/>
                  </a:lnTo>
                  <a:lnTo>
                    <a:pt x="1362" y="1256"/>
                  </a:lnTo>
                  <a:lnTo>
                    <a:pt x="1363" y="1256"/>
                  </a:lnTo>
                  <a:lnTo>
                    <a:pt x="1363" y="1256"/>
                  </a:lnTo>
                  <a:lnTo>
                    <a:pt x="1364" y="1241"/>
                  </a:lnTo>
                  <a:lnTo>
                    <a:pt x="1364" y="1241"/>
                  </a:lnTo>
                  <a:lnTo>
                    <a:pt x="1365" y="1241"/>
                  </a:lnTo>
                  <a:lnTo>
                    <a:pt x="1365" y="1241"/>
                  </a:lnTo>
                  <a:lnTo>
                    <a:pt x="1366" y="1241"/>
                  </a:lnTo>
                  <a:lnTo>
                    <a:pt x="1366" y="1241"/>
                  </a:lnTo>
                  <a:lnTo>
                    <a:pt x="1366" y="1241"/>
                  </a:lnTo>
                  <a:lnTo>
                    <a:pt x="1367" y="1241"/>
                  </a:lnTo>
                  <a:lnTo>
                    <a:pt x="1368" y="1241"/>
                  </a:lnTo>
                  <a:lnTo>
                    <a:pt x="1368" y="1241"/>
                  </a:lnTo>
                  <a:lnTo>
                    <a:pt x="1368" y="1241"/>
                  </a:lnTo>
                  <a:lnTo>
                    <a:pt x="1369" y="1241"/>
                  </a:lnTo>
                  <a:lnTo>
                    <a:pt x="1369" y="1241"/>
                  </a:lnTo>
                  <a:lnTo>
                    <a:pt x="1370" y="1241"/>
                  </a:lnTo>
                  <a:lnTo>
                    <a:pt x="1370" y="1241"/>
                  </a:lnTo>
                  <a:lnTo>
                    <a:pt x="1371" y="1241"/>
                  </a:lnTo>
                  <a:lnTo>
                    <a:pt x="1371" y="1241"/>
                  </a:lnTo>
                  <a:lnTo>
                    <a:pt x="1372" y="1241"/>
                  </a:lnTo>
                  <a:lnTo>
                    <a:pt x="1372" y="1241"/>
                  </a:lnTo>
                  <a:lnTo>
                    <a:pt x="1372" y="1241"/>
                  </a:lnTo>
                  <a:lnTo>
                    <a:pt x="1373" y="1241"/>
                  </a:lnTo>
                  <a:lnTo>
                    <a:pt x="1374" y="1241"/>
                  </a:lnTo>
                  <a:lnTo>
                    <a:pt x="1374" y="1241"/>
                  </a:lnTo>
                  <a:lnTo>
                    <a:pt x="1374" y="1241"/>
                  </a:lnTo>
                  <a:lnTo>
                    <a:pt x="1375" y="1241"/>
                  </a:lnTo>
                  <a:lnTo>
                    <a:pt x="1375" y="1241"/>
                  </a:lnTo>
                  <a:lnTo>
                    <a:pt x="1376" y="1241"/>
                  </a:lnTo>
                  <a:lnTo>
                    <a:pt x="1376" y="1241"/>
                  </a:lnTo>
                  <a:lnTo>
                    <a:pt x="1377" y="1226"/>
                  </a:lnTo>
                  <a:lnTo>
                    <a:pt x="1377" y="1226"/>
                  </a:lnTo>
                  <a:lnTo>
                    <a:pt x="1377" y="1226"/>
                  </a:lnTo>
                  <a:lnTo>
                    <a:pt x="1378" y="1226"/>
                  </a:lnTo>
                  <a:lnTo>
                    <a:pt x="1378" y="1226"/>
                  </a:lnTo>
                  <a:lnTo>
                    <a:pt x="1379" y="1211"/>
                  </a:lnTo>
                  <a:lnTo>
                    <a:pt x="1379" y="1211"/>
                  </a:lnTo>
                  <a:lnTo>
                    <a:pt x="1380" y="1211"/>
                  </a:lnTo>
                  <a:lnTo>
                    <a:pt x="1380" y="1196"/>
                  </a:lnTo>
                  <a:lnTo>
                    <a:pt x="1381" y="1196"/>
                  </a:lnTo>
                  <a:lnTo>
                    <a:pt x="1381" y="1196"/>
                  </a:lnTo>
                  <a:lnTo>
                    <a:pt x="1381" y="1196"/>
                  </a:lnTo>
                  <a:lnTo>
                    <a:pt x="1382" y="1181"/>
                  </a:lnTo>
                  <a:lnTo>
                    <a:pt x="1383" y="1181"/>
                  </a:lnTo>
                  <a:lnTo>
                    <a:pt x="1383" y="1181"/>
                  </a:lnTo>
                  <a:lnTo>
                    <a:pt x="1383" y="1181"/>
                  </a:lnTo>
                  <a:lnTo>
                    <a:pt x="1384" y="1181"/>
                  </a:lnTo>
                  <a:lnTo>
                    <a:pt x="1384" y="1181"/>
                  </a:lnTo>
                  <a:lnTo>
                    <a:pt x="1385" y="1166"/>
                  </a:lnTo>
                  <a:lnTo>
                    <a:pt x="1385" y="1166"/>
                  </a:lnTo>
                  <a:lnTo>
                    <a:pt x="1386" y="1166"/>
                  </a:lnTo>
                  <a:lnTo>
                    <a:pt x="1386" y="1166"/>
                  </a:lnTo>
                  <a:lnTo>
                    <a:pt x="1387" y="1151"/>
                  </a:lnTo>
                  <a:lnTo>
                    <a:pt x="1387" y="1151"/>
                  </a:lnTo>
                  <a:lnTo>
                    <a:pt x="1387" y="1151"/>
                  </a:lnTo>
                  <a:lnTo>
                    <a:pt x="1388" y="1151"/>
                  </a:lnTo>
                  <a:lnTo>
                    <a:pt x="1388" y="1136"/>
                  </a:lnTo>
                  <a:lnTo>
                    <a:pt x="1389" y="1136"/>
                  </a:lnTo>
                  <a:lnTo>
                    <a:pt x="1389" y="1136"/>
                  </a:lnTo>
                  <a:lnTo>
                    <a:pt x="1390" y="1136"/>
                  </a:lnTo>
                  <a:lnTo>
                    <a:pt x="1390" y="1136"/>
                  </a:lnTo>
                  <a:lnTo>
                    <a:pt x="1391" y="1136"/>
                  </a:lnTo>
                  <a:lnTo>
                    <a:pt x="1391" y="1121"/>
                  </a:lnTo>
                  <a:lnTo>
                    <a:pt x="1392" y="1121"/>
                  </a:lnTo>
                  <a:lnTo>
                    <a:pt x="1392" y="1121"/>
                  </a:lnTo>
                  <a:lnTo>
                    <a:pt x="1392" y="1121"/>
                  </a:lnTo>
                  <a:lnTo>
                    <a:pt x="1393" y="1107"/>
                  </a:lnTo>
                  <a:lnTo>
                    <a:pt x="1393" y="1107"/>
                  </a:lnTo>
                  <a:lnTo>
                    <a:pt x="1394" y="1107"/>
                  </a:lnTo>
                  <a:lnTo>
                    <a:pt x="1394" y="1107"/>
                  </a:lnTo>
                  <a:lnTo>
                    <a:pt x="1395" y="1107"/>
                  </a:lnTo>
                  <a:lnTo>
                    <a:pt x="1395" y="1107"/>
                  </a:lnTo>
                  <a:lnTo>
                    <a:pt x="1396" y="1092"/>
                  </a:lnTo>
                  <a:lnTo>
                    <a:pt x="1396" y="1092"/>
                  </a:lnTo>
                  <a:lnTo>
                    <a:pt x="1396" y="1092"/>
                  </a:lnTo>
                  <a:lnTo>
                    <a:pt x="1397" y="1092"/>
                  </a:lnTo>
                  <a:lnTo>
                    <a:pt x="1398" y="1092"/>
                  </a:lnTo>
                  <a:lnTo>
                    <a:pt x="1398" y="1092"/>
                  </a:lnTo>
                  <a:lnTo>
                    <a:pt x="1398" y="1092"/>
                  </a:lnTo>
                  <a:lnTo>
                    <a:pt x="1399" y="1092"/>
                  </a:lnTo>
                  <a:lnTo>
                    <a:pt x="1399" y="1092"/>
                  </a:lnTo>
                  <a:lnTo>
                    <a:pt x="1400" y="1092"/>
                  </a:lnTo>
                  <a:lnTo>
                    <a:pt x="1400" y="1092"/>
                  </a:lnTo>
                  <a:lnTo>
                    <a:pt x="1401" y="1092"/>
                  </a:lnTo>
                  <a:lnTo>
                    <a:pt x="1401" y="1092"/>
                  </a:lnTo>
                  <a:lnTo>
                    <a:pt x="1402" y="1092"/>
                  </a:lnTo>
                  <a:lnTo>
                    <a:pt x="1402" y="1092"/>
                  </a:lnTo>
                  <a:lnTo>
                    <a:pt x="1402" y="1092"/>
                  </a:lnTo>
                  <a:lnTo>
                    <a:pt x="1403" y="1107"/>
                  </a:lnTo>
                  <a:lnTo>
                    <a:pt x="1403" y="1092"/>
                  </a:lnTo>
                  <a:lnTo>
                    <a:pt x="1404" y="1092"/>
                  </a:lnTo>
                  <a:lnTo>
                    <a:pt x="1404" y="1092"/>
                  </a:lnTo>
                  <a:lnTo>
                    <a:pt x="1405" y="1092"/>
                  </a:lnTo>
                  <a:lnTo>
                    <a:pt x="1405" y="1092"/>
                  </a:lnTo>
                  <a:lnTo>
                    <a:pt x="1405" y="1092"/>
                  </a:lnTo>
                  <a:lnTo>
                    <a:pt x="1406" y="1092"/>
                  </a:lnTo>
                  <a:lnTo>
                    <a:pt x="1407" y="1092"/>
                  </a:lnTo>
                  <a:lnTo>
                    <a:pt x="1407" y="1077"/>
                  </a:lnTo>
                  <a:lnTo>
                    <a:pt x="1407" y="1077"/>
                  </a:lnTo>
                  <a:lnTo>
                    <a:pt x="1408" y="1077"/>
                  </a:lnTo>
                  <a:lnTo>
                    <a:pt x="1408" y="1077"/>
                  </a:lnTo>
                  <a:lnTo>
                    <a:pt x="1409" y="1061"/>
                  </a:lnTo>
                  <a:lnTo>
                    <a:pt x="1409" y="1061"/>
                  </a:lnTo>
                  <a:lnTo>
                    <a:pt x="1410" y="1061"/>
                  </a:lnTo>
                  <a:lnTo>
                    <a:pt x="1410" y="1061"/>
                  </a:lnTo>
                  <a:lnTo>
                    <a:pt x="1411" y="1046"/>
                  </a:lnTo>
                  <a:lnTo>
                    <a:pt x="1411" y="1046"/>
                  </a:lnTo>
                  <a:lnTo>
                    <a:pt x="1412" y="1046"/>
                  </a:lnTo>
                  <a:lnTo>
                    <a:pt x="1412" y="1046"/>
                  </a:lnTo>
                  <a:lnTo>
                    <a:pt x="1413" y="1032"/>
                  </a:lnTo>
                  <a:lnTo>
                    <a:pt x="1413" y="1032"/>
                  </a:lnTo>
                  <a:lnTo>
                    <a:pt x="1413" y="1032"/>
                  </a:lnTo>
                  <a:lnTo>
                    <a:pt x="1414" y="1032"/>
                  </a:lnTo>
                  <a:lnTo>
                    <a:pt x="1414" y="1032"/>
                  </a:lnTo>
                  <a:lnTo>
                    <a:pt x="1415" y="1032"/>
                  </a:lnTo>
                  <a:lnTo>
                    <a:pt x="1415" y="1032"/>
                  </a:lnTo>
                  <a:lnTo>
                    <a:pt x="1416" y="1032"/>
                  </a:lnTo>
                  <a:lnTo>
                    <a:pt x="1416" y="1032"/>
                  </a:lnTo>
                  <a:lnTo>
                    <a:pt x="1417" y="1032"/>
                  </a:lnTo>
                  <a:lnTo>
                    <a:pt x="1417" y="1032"/>
                  </a:lnTo>
                  <a:lnTo>
                    <a:pt x="1418" y="1032"/>
                  </a:lnTo>
                  <a:lnTo>
                    <a:pt x="1418" y="1032"/>
                  </a:lnTo>
                  <a:lnTo>
                    <a:pt x="1418" y="1032"/>
                  </a:lnTo>
                  <a:lnTo>
                    <a:pt x="1419" y="1032"/>
                  </a:lnTo>
                  <a:lnTo>
                    <a:pt x="1419" y="1032"/>
                  </a:lnTo>
                  <a:lnTo>
                    <a:pt x="1420" y="1032"/>
                  </a:lnTo>
                  <a:lnTo>
                    <a:pt x="1420" y="1032"/>
                  </a:lnTo>
                  <a:lnTo>
                    <a:pt x="1421" y="1032"/>
                  </a:lnTo>
                  <a:lnTo>
                    <a:pt x="1421" y="1032"/>
                  </a:lnTo>
                  <a:lnTo>
                    <a:pt x="1422" y="1032"/>
                  </a:lnTo>
                  <a:lnTo>
                    <a:pt x="1422" y="1032"/>
                  </a:lnTo>
                  <a:lnTo>
                    <a:pt x="1422" y="1046"/>
                  </a:lnTo>
                  <a:lnTo>
                    <a:pt x="1423" y="1046"/>
                  </a:lnTo>
                  <a:lnTo>
                    <a:pt x="1424" y="1046"/>
                  </a:lnTo>
                  <a:lnTo>
                    <a:pt x="1424" y="1046"/>
                  </a:lnTo>
                  <a:lnTo>
                    <a:pt x="1424" y="1046"/>
                  </a:lnTo>
                  <a:lnTo>
                    <a:pt x="1425" y="1046"/>
                  </a:lnTo>
                  <a:lnTo>
                    <a:pt x="1425" y="1046"/>
                  </a:lnTo>
                  <a:lnTo>
                    <a:pt x="1426" y="1046"/>
                  </a:lnTo>
                  <a:lnTo>
                    <a:pt x="1426" y="1046"/>
                  </a:lnTo>
                  <a:lnTo>
                    <a:pt x="1427" y="1046"/>
                  </a:lnTo>
                  <a:lnTo>
                    <a:pt x="1427" y="1046"/>
                  </a:lnTo>
                  <a:lnTo>
                    <a:pt x="1428" y="1046"/>
                  </a:lnTo>
                  <a:lnTo>
                    <a:pt x="1428" y="1046"/>
                  </a:lnTo>
                  <a:lnTo>
                    <a:pt x="1428" y="1061"/>
                  </a:lnTo>
                  <a:lnTo>
                    <a:pt x="1429" y="1061"/>
                  </a:lnTo>
                  <a:lnTo>
                    <a:pt x="1429" y="1061"/>
                  </a:lnTo>
                  <a:lnTo>
                    <a:pt x="1430" y="1061"/>
                  </a:lnTo>
                  <a:lnTo>
                    <a:pt x="1430" y="1061"/>
                  </a:lnTo>
                  <a:lnTo>
                    <a:pt x="1431" y="1061"/>
                  </a:lnTo>
                  <a:lnTo>
                    <a:pt x="1431" y="1061"/>
                  </a:lnTo>
                  <a:lnTo>
                    <a:pt x="1431" y="1061"/>
                  </a:lnTo>
                  <a:lnTo>
                    <a:pt x="1432" y="1046"/>
                  </a:lnTo>
                  <a:lnTo>
                    <a:pt x="1433" y="1046"/>
                  </a:lnTo>
                  <a:lnTo>
                    <a:pt x="1433" y="1046"/>
                  </a:lnTo>
                  <a:lnTo>
                    <a:pt x="1433" y="1046"/>
                  </a:lnTo>
                  <a:lnTo>
                    <a:pt x="1434" y="1046"/>
                  </a:lnTo>
                  <a:lnTo>
                    <a:pt x="1434" y="1046"/>
                  </a:lnTo>
                  <a:lnTo>
                    <a:pt x="1435" y="1032"/>
                  </a:lnTo>
                  <a:lnTo>
                    <a:pt x="1435" y="1032"/>
                  </a:lnTo>
                  <a:lnTo>
                    <a:pt x="1436" y="1032"/>
                  </a:lnTo>
                  <a:lnTo>
                    <a:pt x="1436" y="1032"/>
                  </a:lnTo>
                  <a:lnTo>
                    <a:pt x="1437" y="1032"/>
                  </a:lnTo>
                  <a:lnTo>
                    <a:pt x="1437" y="1032"/>
                  </a:lnTo>
                  <a:lnTo>
                    <a:pt x="1437" y="1032"/>
                  </a:lnTo>
                  <a:lnTo>
                    <a:pt x="1438" y="1032"/>
                  </a:lnTo>
                  <a:lnTo>
                    <a:pt x="1439" y="1032"/>
                  </a:lnTo>
                  <a:lnTo>
                    <a:pt x="1439" y="1032"/>
                  </a:lnTo>
                  <a:lnTo>
                    <a:pt x="1439" y="1032"/>
                  </a:lnTo>
                  <a:lnTo>
                    <a:pt x="1440" y="1032"/>
                  </a:lnTo>
                  <a:lnTo>
                    <a:pt x="1440" y="1032"/>
                  </a:lnTo>
                  <a:lnTo>
                    <a:pt x="1441" y="1032"/>
                  </a:lnTo>
                  <a:lnTo>
                    <a:pt x="1441" y="1032"/>
                  </a:lnTo>
                  <a:lnTo>
                    <a:pt x="1442" y="1017"/>
                  </a:lnTo>
                  <a:lnTo>
                    <a:pt x="1442" y="1017"/>
                  </a:lnTo>
                  <a:lnTo>
                    <a:pt x="1443" y="1017"/>
                  </a:lnTo>
                  <a:lnTo>
                    <a:pt x="1443" y="1017"/>
                  </a:lnTo>
                  <a:lnTo>
                    <a:pt x="1443" y="1002"/>
                  </a:lnTo>
                  <a:lnTo>
                    <a:pt x="1444" y="1002"/>
                  </a:lnTo>
                  <a:lnTo>
                    <a:pt x="1444" y="1002"/>
                  </a:lnTo>
                  <a:lnTo>
                    <a:pt x="1445" y="987"/>
                  </a:lnTo>
                  <a:lnTo>
                    <a:pt x="1445" y="987"/>
                  </a:lnTo>
                  <a:lnTo>
                    <a:pt x="1446" y="987"/>
                  </a:lnTo>
                  <a:lnTo>
                    <a:pt x="1446" y="987"/>
                  </a:lnTo>
                  <a:lnTo>
                    <a:pt x="1446" y="987"/>
                  </a:lnTo>
                  <a:lnTo>
                    <a:pt x="1447" y="972"/>
                  </a:lnTo>
                  <a:lnTo>
                    <a:pt x="1448" y="972"/>
                  </a:lnTo>
                  <a:lnTo>
                    <a:pt x="1448" y="972"/>
                  </a:lnTo>
                  <a:lnTo>
                    <a:pt x="1448" y="972"/>
                  </a:lnTo>
                  <a:lnTo>
                    <a:pt x="1449" y="957"/>
                  </a:lnTo>
                  <a:lnTo>
                    <a:pt x="1449" y="957"/>
                  </a:lnTo>
                  <a:lnTo>
                    <a:pt x="1450" y="957"/>
                  </a:lnTo>
                  <a:lnTo>
                    <a:pt x="1450" y="957"/>
                  </a:lnTo>
                  <a:lnTo>
                    <a:pt x="1451" y="942"/>
                  </a:lnTo>
                  <a:lnTo>
                    <a:pt x="1451" y="942"/>
                  </a:lnTo>
                  <a:lnTo>
                    <a:pt x="1452" y="942"/>
                  </a:lnTo>
                  <a:lnTo>
                    <a:pt x="1452" y="927"/>
                  </a:lnTo>
                  <a:lnTo>
                    <a:pt x="1452" y="927"/>
                  </a:lnTo>
                  <a:lnTo>
                    <a:pt x="1453" y="927"/>
                  </a:lnTo>
                  <a:lnTo>
                    <a:pt x="1454" y="912"/>
                  </a:lnTo>
                  <a:lnTo>
                    <a:pt x="1454" y="912"/>
                  </a:lnTo>
                  <a:lnTo>
                    <a:pt x="1454" y="912"/>
                  </a:lnTo>
                  <a:lnTo>
                    <a:pt x="1455" y="912"/>
                  </a:lnTo>
                  <a:lnTo>
                    <a:pt x="1455" y="897"/>
                  </a:lnTo>
                  <a:lnTo>
                    <a:pt x="1456" y="897"/>
                  </a:lnTo>
                  <a:lnTo>
                    <a:pt x="1456" y="897"/>
                  </a:lnTo>
                  <a:lnTo>
                    <a:pt x="1457" y="897"/>
                  </a:lnTo>
                  <a:lnTo>
                    <a:pt x="1457" y="882"/>
                  </a:lnTo>
                  <a:lnTo>
                    <a:pt x="1457" y="882"/>
                  </a:lnTo>
                  <a:lnTo>
                    <a:pt x="1458" y="882"/>
                  </a:lnTo>
                  <a:lnTo>
                    <a:pt x="1458" y="882"/>
                  </a:lnTo>
                  <a:lnTo>
                    <a:pt x="1459" y="882"/>
                  </a:lnTo>
                  <a:lnTo>
                    <a:pt x="1459" y="867"/>
                  </a:lnTo>
                  <a:lnTo>
                    <a:pt x="1460" y="867"/>
                  </a:lnTo>
                  <a:lnTo>
                    <a:pt x="1460" y="867"/>
                  </a:lnTo>
                  <a:lnTo>
                    <a:pt x="1461" y="867"/>
                  </a:lnTo>
                  <a:lnTo>
                    <a:pt x="1461" y="867"/>
                  </a:lnTo>
                  <a:lnTo>
                    <a:pt x="1461" y="867"/>
                  </a:lnTo>
                  <a:lnTo>
                    <a:pt x="1462" y="852"/>
                  </a:lnTo>
                  <a:lnTo>
                    <a:pt x="1463" y="852"/>
                  </a:lnTo>
                  <a:lnTo>
                    <a:pt x="1463" y="852"/>
                  </a:lnTo>
                  <a:lnTo>
                    <a:pt x="1463" y="852"/>
                  </a:lnTo>
                  <a:lnTo>
                    <a:pt x="1464" y="837"/>
                  </a:lnTo>
                  <a:lnTo>
                    <a:pt x="1464" y="837"/>
                  </a:lnTo>
                  <a:lnTo>
                    <a:pt x="1465" y="837"/>
                  </a:lnTo>
                  <a:lnTo>
                    <a:pt x="1465" y="822"/>
                  </a:lnTo>
                  <a:lnTo>
                    <a:pt x="1466" y="822"/>
                  </a:lnTo>
                  <a:lnTo>
                    <a:pt x="1466" y="808"/>
                  </a:lnTo>
                  <a:lnTo>
                    <a:pt x="1467" y="808"/>
                  </a:lnTo>
                  <a:lnTo>
                    <a:pt x="1467" y="808"/>
                  </a:lnTo>
                  <a:lnTo>
                    <a:pt x="1467" y="793"/>
                  </a:lnTo>
                  <a:lnTo>
                    <a:pt x="1468" y="793"/>
                  </a:lnTo>
                  <a:lnTo>
                    <a:pt x="1469" y="778"/>
                  </a:lnTo>
                  <a:lnTo>
                    <a:pt x="1469" y="778"/>
                  </a:lnTo>
                  <a:lnTo>
                    <a:pt x="1469" y="763"/>
                  </a:lnTo>
                  <a:lnTo>
                    <a:pt x="1470" y="763"/>
                  </a:lnTo>
                  <a:lnTo>
                    <a:pt x="1470" y="763"/>
                  </a:lnTo>
                  <a:lnTo>
                    <a:pt x="1471" y="748"/>
                  </a:lnTo>
                  <a:lnTo>
                    <a:pt x="1471" y="748"/>
                  </a:lnTo>
                  <a:lnTo>
                    <a:pt x="1472" y="748"/>
                  </a:lnTo>
                  <a:lnTo>
                    <a:pt x="1472" y="733"/>
                  </a:lnTo>
                  <a:lnTo>
                    <a:pt x="1472" y="733"/>
                  </a:lnTo>
                  <a:lnTo>
                    <a:pt x="1473" y="733"/>
                  </a:lnTo>
                  <a:lnTo>
                    <a:pt x="1473" y="733"/>
                  </a:lnTo>
                  <a:lnTo>
                    <a:pt x="1474" y="733"/>
                  </a:lnTo>
                  <a:lnTo>
                    <a:pt x="1474" y="733"/>
                  </a:lnTo>
                  <a:lnTo>
                    <a:pt x="1475" y="733"/>
                  </a:lnTo>
                  <a:lnTo>
                    <a:pt x="1475" y="733"/>
                  </a:lnTo>
                  <a:lnTo>
                    <a:pt x="1476" y="733"/>
                  </a:lnTo>
                  <a:lnTo>
                    <a:pt x="1476" y="718"/>
                  </a:lnTo>
                  <a:lnTo>
                    <a:pt x="1476" y="718"/>
                  </a:lnTo>
                  <a:lnTo>
                    <a:pt x="1477" y="718"/>
                  </a:lnTo>
                  <a:lnTo>
                    <a:pt x="1478" y="718"/>
                  </a:lnTo>
                  <a:lnTo>
                    <a:pt x="1478" y="718"/>
                  </a:lnTo>
                  <a:lnTo>
                    <a:pt x="1478" y="718"/>
                  </a:lnTo>
                  <a:lnTo>
                    <a:pt x="1479" y="718"/>
                  </a:lnTo>
                  <a:lnTo>
                    <a:pt x="1479" y="703"/>
                  </a:lnTo>
                  <a:lnTo>
                    <a:pt x="1480" y="703"/>
                  </a:lnTo>
                  <a:lnTo>
                    <a:pt x="1480" y="703"/>
                  </a:lnTo>
                  <a:lnTo>
                    <a:pt x="1481" y="703"/>
                  </a:lnTo>
                  <a:lnTo>
                    <a:pt x="1481" y="703"/>
                  </a:lnTo>
                  <a:lnTo>
                    <a:pt x="1482" y="703"/>
                  </a:lnTo>
                  <a:lnTo>
                    <a:pt x="1482" y="703"/>
                  </a:lnTo>
                  <a:lnTo>
                    <a:pt x="1482" y="703"/>
                  </a:lnTo>
                  <a:lnTo>
                    <a:pt x="1483" y="703"/>
                  </a:lnTo>
                  <a:lnTo>
                    <a:pt x="1484" y="688"/>
                  </a:lnTo>
                  <a:lnTo>
                    <a:pt x="1484" y="688"/>
                  </a:lnTo>
                  <a:lnTo>
                    <a:pt x="1484" y="688"/>
                  </a:lnTo>
                  <a:lnTo>
                    <a:pt x="1485" y="688"/>
                  </a:lnTo>
                  <a:lnTo>
                    <a:pt x="1485" y="688"/>
                  </a:lnTo>
                  <a:lnTo>
                    <a:pt x="1486" y="688"/>
                  </a:lnTo>
                  <a:lnTo>
                    <a:pt x="1486" y="673"/>
                  </a:lnTo>
                  <a:lnTo>
                    <a:pt x="1487" y="673"/>
                  </a:lnTo>
                  <a:lnTo>
                    <a:pt x="1487" y="673"/>
                  </a:lnTo>
                  <a:lnTo>
                    <a:pt x="1487" y="673"/>
                  </a:lnTo>
                  <a:lnTo>
                    <a:pt x="1488" y="673"/>
                  </a:lnTo>
                  <a:lnTo>
                    <a:pt x="1488" y="673"/>
                  </a:lnTo>
                  <a:lnTo>
                    <a:pt x="1489" y="673"/>
                  </a:lnTo>
                  <a:lnTo>
                    <a:pt x="1489" y="673"/>
                  </a:lnTo>
                  <a:lnTo>
                    <a:pt x="1490" y="673"/>
                  </a:lnTo>
                  <a:lnTo>
                    <a:pt x="1490" y="688"/>
                  </a:lnTo>
                  <a:lnTo>
                    <a:pt x="1491" y="688"/>
                  </a:lnTo>
                  <a:lnTo>
                    <a:pt x="1491" y="688"/>
                  </a:lnTo>
                  <a:lnTo>
                    <a:pt x="1491" y="688"/>
                  </a:lnTo>
                  <a:lnTo>
                    <a:pt x="1492" y="688"/>
                  </a:lnTo>
                  <a:lnTo>
                    <a:pt x="1493" y="688"/>
                  </a:lnTo>
                  <a:lnTo>
                    <a:pt x="1493" y="673"/>
                  </a:lnTo>
                  <a:lnTo>
                    <a:pt x="1493" y="673"/>
                  </a:lnTo>
                  <a:lnTo>
                    <a:pt x="1494" y="673"/>
                  </a:lnTo>
                  <a:lnTo>
                    <a:pt x="1494" y="673"/>
                  </a:lnTo>
                  <a:lnTo>
                    <a:pt x="1495" y="673"/>
                  </a:lnTo>
                  <a:lnTo>
                    <a:pt x="1495" y="688"/>
                  </a:lnTo>
                  <a:lnTo>
                    <a:pt x="1496" y="688"/>
                  </a:lnTo>
                  <a:lnTo>
                    <a:pt x="1496" y="688"/>
                  </a:lnTo>
                  <a:lnTo>
                    <a:pt x="1497" y="688"/>
                  </a:lnTo>
                  <a:lnTo>
                    <a:pt x="1497" y="688"/>
                  </a:lnTo>
                  <a:lnTo>
                    <a:pt x="1497" y="688"/>
                  </a:lnTo>
                  <a:lnTo>
                    <a:pt x="1498" y="688"/>
                  </a:lnTo>
                  <a:lnTo>
                    <a:pt x="1498" y="688"/>
                  </a:lnTo>
                  <a:lnTo>
                    <a:pt x="1499" y="688"/>
                  </a:lnTo>
                  <a:lnTo>
                    <a:pt x="1499" y="688"/>
                  </a:lnTo>
                  <a:lnTo>
                    <a:pt x="1500" y="688"/>
                  </a:lnTo>
                  <a:lnTo>
                    <a:pt x="1500" y="688"/>
                  </a:lnTo>
                  <a:lnTo>
                    <a:pt x="1501" y="703"/>
                  </a:lnTo>
                  <a:lnTo>
                    <a:pt x="1501" y="703"/>
                  </a:lnTo>
                  <a:lnTo>
                    <a:pt x="1502" y="703"/>
                  </a:lnTo>
                  <a:lnTo>
                    <a:pt x="1502" y="703"/>
                  </a:lnTo>
                  <a:lnTo>
                    <a:pt x="1502" y="703"/>
                  </a:lnTo>
                  <a:lnTo>
                    <a:pt x="1503" y="703"/>
                  </a:lnTo>
                  <a:lnTo>
                    <a:pt x="1503" y="703"/>
                  </a:lnTo>
                  <a:lnTo>
                    <a:pt x="1504" y="718"/>
                  </a:lnTo>
                  <a:lnTo>
                    <a:pt x="1504" y="718"/>
                  </a:lnTo>
                  <a:lnTo>
                    <a:pt x="1505" y="718"/>
                  </a:lnTo>
                  <a:lnTo>
                    <a:pt x="1505" y="718"/>
                  </a:lnTo>
                  <a:lnTo>
                    <a:pt x="1506" y="718"/>
                  </a:lnTo>
                  <a:lnTo>
                    <a:pt x="1506" y="718"/>
                  </a:lnTo>
                  <a:lnTo>
                    <a:pt x="1506" y="718"/>
                  </a:lnTo>
                  <a:lnTo>
                    <a:pt x="1507" y="718"/>
                  </a:lnTo>
                  <a:lnTo>
                    <a:pt x="1508" y="718"/>
                  </a:lnTo>
                  <a:lnTo>
                    <a:pt x="1508" y="718"/>
                  </a:lnTo>
                  <a:lnTo>
                    <a:pt x="1508" y="718"/>
                  </a:lnTo>
                  <a:lnTo>
                    <a:pt x="1509" y="718"/>
                  </a:lnTo>
                  <a:lnTo>
                    <a:pt x="1509" y="718"/>
                  </a:lnTo>
                  <a:lnTo>
                    <a:pt x="1510" y="718"/>
                  </a:lnTo>
                  <a:lnTo>
                    <a:pt x="1510" y="718"/>
                  </a:lnTo>
                  <a:lnTo>
                    <a:pt x="1511" y="718"/>
                  </a:lnTo>
                  <a:lnTo>
                    <a:pt x="1511" y="718"/>
                  </a:lnTo>
                  <a:lnTo>
                    <a:pt x="1512" y="718"/>
                  </a:lnTo>
                  <a:lnTo>
                    <a:pt x="1512" y="703"/>
                  </a:lnTo>
                  <a:lnTo>
                    <a:pt x="1512" y="703"/>
                  </a:lnTo>
                  <a:lnTo>
                    <a:pt x="1513" y="703"/>
                  </a:lnTo>
                  <a:lnTo>
                    <a:pt x="1513" y="703"/>
                  </a:lnTo>
                  <a:lnTo>
                    <a:pt x="1514" y="703"/>
                  </a:lnTo>
                  <a:lnTo>
                    <a:pt x="1514" y="703"/>
                  </a:lnTo>
                  <a:lnTo>
                    <a:pt x="1515" y="688"/>
                  </a:lnTo>
                  <a:lnTo>
                    <a:pt x="1515" y="688"/>
                  </a:lnTo>
                  <a:lnTo>
                    <a:pt x="1515" y="688"/>
                  </a:lnTo>
                  <a:lnTo>
                    <a:pt x="1516" y="688"/>
                  </a:lnTo>
                  <a:lnTo>
                    <a:pt x="1517" y="688"/>
                  </a:lnTo>
                  <a:lnTo>
                    <a:pt x="1517" y="688"/>
                  </a:lnTo>
                  <a:lnTo>
                    <a:pt x="1517" y="688"/>
                  </a:lnTo>
                  <a:lnTo>
                    <a:pt x="1518" y="673"/>
                  </a:lnTo>
                  <a:lnTo>
                    <a:pt x="1518" y="673"/>
                  </a:lnTo>
                  <a:lnTo>
                    <a:pt x="1519" y="673"/>
                  </a:lnTo>
                  <a:lnTo>
                    <a:pt x="1519" y="673"/>
                  </a:lnTo>
                  <a:lnTo>
                    <a:pt x="1520" y="673"/>
                  </a:lnTo>
                  <a:lnTo>
                    <a:pt x="1520" y="673"/>
                  </a:lnTo>
                  <a:lnTo>
                    <a:pt x="1521" y="673"/>
                  </a:lnTo>
                  <a:lnTo>
                    <a:pt x="1521" y="658"/>
                  </a:lnTo>
                  <a:lnTo>
                    <a:pt x="1521" y="658"/>
                  </a:lnTo>
                  <a:lnTo>
                    <a:pt x="1522" y="658"/>
                  </a:lnTo>
                  <a:lnTo>
                    <a:pt x="1523" y="658"/>
                  </a:lnTo>
                  <a:lnTo>
                    <a:pt x="1523" y="643"/>
                  </a:lnTo>
                  <a:lnTo>
                    <a:pt x="1523" y="643"/>
                  </a:lnTo>
                  <a:lnTo>
                    <a:pt x="1524" y="643"/>
                  </a:lnTo>
                  <a:lnTo>
                    <a:pt x="1524" y="643"/>
                  </a:lnTo>
                  <a:lnTo>
                    <a:pt x="1525" y="643"/>
                  </a:lnTo>
                  <a:lnTo>
                    <a:pt x="1525" y="643"/>
                  </a:lnTo>
                  <a:lnTo>
                    <a:pt x="1526" y="643"/>
                  </a:lnTo>
                  <a:lnTo>
                    <a:pt x="1526" y="628"/>
                  </a:lnTo>
                  <a:lnTo>
                    <a:pt x="1527" y="628"/>
                  </a:lnTo>
                  <a:lnTo>
                    <a:pt x="1527" y="628"/>
                  </a:lnTo>
                  <a:lnTo>
                    <a:pt x="1528" y="628"/>
                  </a:lnTo>
                  <a:lnTo>
                    <a:pt x="1528" y="628"/>
                  </a:lnTo>
                  <a:lnTo>
                    <a:pt x="1528" y="613"/>
                  </a:lnTo>
                  <a:lnTo>
                    <a:pt x="1529" y="613"/>
                  </a:lnTo>
                  <a:lnTo>
                    <a:pt x="1529" y="613"/>
                  </a:lnTo>
                  <a:lnTo>
                    <a:pt x="1530" y="613"/>
                  </a:lnTo>
                  <a:lnTo>
                    <a:pt x="1530" y="613"/>
                  </a:lnTo>
                  <a:lnTo>
                    <a:pt x="1531" y="598"/>
                  </a:lnTo>
                  <a:lnTo>
                    <a:pt x="1531" y="598"/>
                  </a:lnTo>
                  <a:lnTo>
                    <a:pt x="1532" y="598"/>
                  </a:lnTo>
                  <a:lnTo>
                    <a:pt x="1532" y="598"/>
                  </a:lnTo>
                  <a:lnTo>
                    <a:pt x="1532" y="598"/>
                  </a:lnTo>
                  <a:lnTo>
                    <a:pt x="1533" y="598"/>
                  </a:lnTo>
                  <a:lnTo>
                    <a:pt x="1534" y="583"/>
                  </a:lnTo>
                  <a:lnTo>
                    <a:pt x="1534" y="583"/>
                  </a:lnTo>
                  <a:lnTo>
                    <a:pt x="1534" y="583"/>
                  </a:lnTo>
                  <a:lnTo>
                    <a:pt x="1535" y="583"/>
                  </a:lnTo>
                  <a:lnTo>
                    <a:pt x="1535" y="583"/>
                  </a:lnTo>
                  <a:lnTo>
                    <a:pt x="1536" y="583"/>
                  </a:lnTo>
                  <a:lnTo>
                    <a:pt x="1536" y="568"/>
                  </a:lnTo>
                  <a:lnTo>
                    <a:pt x="1537" y="568"/>
                  </a:lnTo>
                  <a:lnTo>
                    <a:pt x="1537" y="568"/>
                  </a:lnTo>
                  <a:lnTo>
                    <a:pt x="1538" y="568"/>
                  </a:lnTo>
                  <a:lnTo>
                    <a:pt x="1538" y="553"/>
                  </a:lnTo>
                  <a:lnTo>
                    <a:pt x="1538" y="553"/>
                  </a:lnTo>
                  <a:lnTo>
                    <a:pt x="1539" y="553"/>
                  </a:lnTo>
                  <a:lnTo>
                    <a:pt x="1539" y="553"/>
                  </a:lnTo>
                  <a:lnTo>
                    <a:pt x="1540" y="553"/>
                  </a:lnTo>
                  <a:lnTo>
                    <a:pt x="1540" y="538"/>
                  </a:lnTo>
                  <a:lnTo>
                    <a:pt x="1541" y="538"/>
                  </a:lnTo>
                  <a:lnTo>
                    <a:pt x="1541" y="538"/>
                  </a:lnTo>
                  <a:lnTo>
                    <a:pt x="1541" y="538"/>
                  </a:lnTo>
                  <a:lnTo>
                    <a:pt x="1542" y="538"/>
                  </a:lnTo>
                  <a:lnTo>
                    <a:pt x="1543" y="538"/>
                  </a:lnTo>
                  <a:lnTo>
                    <a:pt x="1543" y="538"/>
                  </a:lnTo>
                  <a:lnTo>
                    <a:pt x="1543" y="553"/>
                  </a:lnTo>
                  <a:lnTo>
                    <a:pt x="1544" y="553"/>
                  </a:lnTo>
                  <a:lnTo>
                    <a:pt x="1544" y="553"/>
                  </a:lnTo>
                  <a:lnTo>
                    <a:pt x="1545" y="553"/>
                  </a:lnTo>
                  <a:lnTo>
                    <a:pt x="1545" y="553"/>
                  </a:lnTo>
                  <a:lnTo>
                    <a:pt x="1546" y="553"/>
                  </a:lnTo>
                  <a:lnTo>
                    <a:pt x="1546" y="553"/>
                  </a:lnTo>
                  <a:lnTo>
                    <a:pt x="1547" y="553"/>
                  </a:lnTo>
                  <a:lnTo>
                    <a:pt x="1547" y="553"/>
                  </a:lnTo>
                  <a:lnTo>
                    <a:pt x="1547" y="553"/>
                  </a:lnTo>
                  <a:lnTo>
                    <a:pt x="1548" y="553"/>
                  </a:lnTo>
                  <a:lnTo>
                    <a:pt x="1549" y="568"/>
                  </a:lnTo>
                  <a:lnTo>
                    <a:pt x="1549" y="568"/>
                  </a:lnTo>
                  <a:lnTo>
                    <a:pt x="1549" y="568"/>
                  </a:lnTo>
                  <a:lnTo>
                    <a:pt x="1550" y="568"/>
                  </a:lnTo>
                  <a:lnTo>
                    <a:pt x="1550" y="568"/>
                  </a:lnTo>
                  <a:lnTo>
                    <a:pt x="1551" y="568"/>
                  </a:lnTo>
                  <a:lnTo>
                    <a:pt x="1551" y="568"/>
                  </a:lnTo>
                  <a:lnTo>
                    <a:pt x="1552" y="583"/>
                  </a:lnTo>
                  <a:lnTo>
                    <a:pt x="1552" y="583"/>
                  </a:lnTo>
                  <a:lnTo>
                    <a:pt x="1553" y="583"/>
                  </a:lnTo>
                  <a:lnTo>
                    <a:pt x="1553" y="598"/>
                  </a:lnTo>
                  <a:lnTo>
                    <a:pt x="1553" y="598"/>
                  </a:lnTo>
                  <a:lnTo>
                    <a:pt x="1554" y="598"/>
                  </a:lnTo>
                  <a:lnTo>
                    <a:pt x="1554" y="613"/>
                  </a:lnTo>
                  <a:lnTo>
                    <a:pt x="1555" y="613"/>
                  </a:lnTo>
                  <a:lnTo>
                    <a:pt x="1555" y="613"/>
                  </a:lnTo>
                  <a:lnTo>
                    <a:pt x="1556" y="628"/>
                  </a:lnTo>
                  <a:lnTo>
                    <a:pt x="1556" y="628"/>
                  </a:lnTo>
                  <a:lnTo>
                    <a:pt x="1556" y="628"/>
                  </a:lnTo>
                  <a:lnTo>
                    <a:pt x="1557" y="628"/>
                  </a:lnTo>
                  <a:lnTo>
                    <a:pt x="1558" y="628"/>
                  </a:lnTo>
                  <a:lnTo>
                    <a:pt x="1558" y="643"/>
                  </a:lnTo>
                  <a:lnTo>
                    <a:pt x="1558" y="643"/>
                  </a:lnTo>
                  <a:lnTo>
                    <a:pt x="1559" y="643"/>
                  </a:lnTo>
                  <a:lnTo>
                    <a:pt x="1559" y="643"/>
                  </a:lnTo>
                  <a:lnTo>
                    <a:pt x="1560" y="658"/>
                  </a:lnTo>
                  <a:lnTo>
                    <a:pt x="1560" y="658"/>
                  </a:lnTo>
                  <a:lnTo>
                    <a:pt x="1561" y="658"/>
                  </a:lnTo>
                  <a:lnTo>
                    <a:pt x="1561" y="673"/>
                  </a:lnTo>
                  <a:lnTo>
                    <a:pt x="1562" y="673"/>
                  </a:lnTo>
                  <a:lnTo>
                    <a:pt x="1562" y="673"/>
                  </a:lnTo>
                  <a:lnTo>
                    <a:pt x="1562" y="673"/>
                  </a:lnTo>
                  <a:lnTo>
                    <a:pt x="1563" y="673"/>
                  </a:lnTo>
                  <a:lnTo>
                    <a:pt x="1564" y="673"/>
                  </a:lnTo>
                  <a:lnTo>
                    <a:pt x="1564" y="673"/>
                  </a:lnTo>
                  <a:lnTo>
                    <a:pt x="1564" y="673"/>
                  </a:lnTo>
                  <a:lnTo>
                    <a:pt x="1565" y="673"/>
                  </a:lnTo>
                  <a:lnTo>
                    <a:pt x="1565" y="688"/>
                  </a:lnTo>
                  <a:lnTo>
                    <a:pt x="1566" y="688"/>
                  </a:lnTo>
                  <a:lnTo>
                    <a:pt x="1566" y="688"/>
                  </a:lnTo>
                  <a:lnTo>
                    <a:pt x="1567" y="688"/>
                  </a:lnTo>
                  <a:lnTo>
                    <a:pt x="1567" y="688"/>
                  </a:lnTo>
                  <a:lnTo>
                    <a:pt x="1567" y="703"/>
                  </a:lnTo>
                  <a:lnTo>
                    <a:pt x="1568" y="703"/>
                  </a:lnTo>
                  <a:lnTo>
                    <a:pt x="1568" y="703"/>
                  </a:lnTo>
                  <a:lnTo>
                    <a:pt x="1569" y="703"/>
                  </a:lnTo>
                  <a:lnTo>
                    <a:pt x="1569" y="703"/>
                  </a:lnTo>
                  <a:lnTo>
                    <a:pt x="1570" y="718"/>
                  </a:lnTo>
                  <a:lnTo>
                    <a:pt x="1570" y="718"/>
                  </a:lnTo>
                  <a:lnTo>
                    <a:pt x="1571" y="718"/>
                  </a:lnTo>
                  <a:lnTo>
                    <a:pt x="1571" y="718"/>
                  </a:lnTo>
                  <a:lnTo>
                    <a:pt x="1571" y="718"/>
                  </a:lnTo>
                  <a:lnTo>
                    <a:pt x="1572" y="718"/>
                  </a:lnTo>
                  <a:lnTo>
                    <a:pt x="1573" y="718"/>
                  </a:lnTo>
                  <a:lnTo>
                    <a:pt x="1573" y="718"/>
                  </a:lnTo>
                  <a:lnTo>
                    <a:pt x="1573" y="718"/>
                  </a:lnTo>
                  <a:lnTo>
                    <a:pt x="1574" y="718"/>
                  </a:lnTo>
                  <a:lnTo>
                    <a:pt x="1574" y="718"/>
                  </a:lnTo>
                  <a:lnTo>
                    <a:pt x="1575" y="718"/>
                  </a:lnTo>
                  <a:lnTo>
                    <a:pt x="1575" y="718"/>
                  </a:lnTo>
                  <a:lnTo>
                    <a:pt x="1576" y="718"/>
                  </a:lnTo>
                  <a:lnTo>
                    <a:pt x="1576" y="718"/>
                  </a:lnTo>
                  <a:lnTo>
                    <a:pt x="1577" y="718"/>
                  </a:lnTo>
                  <a:lnTo>
                    <a:pt x="1577" y="718"/>
                  </a:lnTo>
                  <a:lnTo>
                    <a:pt x="1577" y="718"/>
                  </a:lnTo>
                  <a:lnTo>
                    <a:pt x="1578" y="718"/>
                  </a:lnTo>
                  <a:lnTo>
                    <a:pt x="1579" y="733"/>
                  </a:lnTo>
                  <a:lnTo>
                    <a:pt x="1579" y="733"/>
                  </a:lnTo>
                  <a:lnTo>
                    <a:pt x="1579" y="733"/>
                  </a:lnTo>
                  <a:lnTo>
                    <a:pt x="1580" y="733"/>
                  </a:lnTo>
                  <a:lnTo>
                    <a:pt x="1580" y="748"/>
                  </a:lnTo>
                  <a:lnTo>
                    <a:pt x="1581" y="748"/>
                  </a:lnTo>
                  <a:lnTo>
                    <a:pt x="1581" y="748"/>
                  </a:lnTo>
                  <a:lnTo>
                    <a:pt x="1582" y="748"/>
                  </a:lnTo>
                  <a:lnTo>
                    <a:pt x="1582" y="748"/>
                  </a:lnTo>
                  <a:lnTo>
                    <a:pt x="1582" y="763"/>
                  </a:lnTo>
                  <a:lnTo>
                    <a:pt x="1583" y="763"/>
                  </a:lnTo>
                  <a:lnTo>
                    <a:pt x="1583" y="763"/>
                  </a:lnTo>
                  <a:lnTo>
                    <a:pt x="1584" y="763"/>
                  </a:lnTo>
                  <a:lnTo>
                    <a:pt x="1584" y="763"/>
                  </a:lnTo>
                  <a:lnTo>
                    <a:pt x="1585" y="778"/>
                  </a:lnTo>
                  <a:lnTo>
                    <a:pt x="1585" y="778"/>
                  </a:lnTo>
                  <a:lnTo>
                    <a:pt x="1586" y="778"/>
                  </a:lnTo>
                  <a:lnTo>
                    <a:pt x="1586" y="778"/>
                  </a:lnTo>
                  <a:lnTo>
                    <a:pt x="1586" y="778"/>
                  </a:lnTo>
                  <a:lnTo>
                    <a:pt x="1587" y="778"/>
                  </a:lnTo>
                  <a:lnTo>
                    <a:pt x="1588" y="778"/>
                  </a:lnTo>
                  <a:lnTo>
                    <a:pt x="1588" y="778"/>
                  </a:lnTo>
                  <a:lnTo>
                    <a:pt x="1588" y="778"/>
                  </a:lnTo>
                  <a:lnTo>
                    <a:pt x="1589" y="778"/>
                  </a:lnTo>
                  <a:lnTo>
                    <a:pt x="1589" y="778"/>
                  </a:lnTo>
                  <a:lnTo>
                    <a:pt x="1590" y="778"/>
                  </a:lnTo>
                  <a:lnTo>
                    <a:pt x="1590" y="778"/>
                  </a:lnTo>
                  <a:lnTo>
                    <a:pt x="1591" y="778"/>
                  </a:lnTo>
                  <a:lnTo>
                    <a:pt x="1591" y="778"/>
                  </a:lnTo>
                  <a:lnTo>
                    <a:pt x="1592" y="778"/>
                  </a:lnTo>
                  <a:lnTo>
                    <a:pt x="1592" y="778"/>
                  </a:lnTo>
                  <a:lnTo>
                    <a:pt x="1592" y="763"/>
                  </a:lnTo>
                  <a:lnTo>
                    <a:pt x="1593" y="763"/>
                  </a:lnTo>
                  <a:lnTo>
                    <a:pt x="1593" y="763"/>
                  </a:lnTo>
                  <a:lnTo>
                    <a:pt x="1594" y="763"/>
                  </a:lnTo>
                  <a:lnTo>
                    <a:pt x="1594" y="763"/>
                  </a:lnTo>
                  <a:lnTo>
                    <a:pt x="1595" y="763"/>
                  </a:lnTo>
                  <a:lnTo>
                    <a:pt x="1595" y="763"/>
                  </a:lnTo>
                  <a:lnTo>
                    <a:pt x="1596" y="763"/>
                  </a:lnTo>
                  <a:lnTo>
                    <a:pt x="1596" y="763"/>
                  </a:lnTo>
                  <a:lnTo>
                    <a:pt x="1597" y="763"/>
                  </a:lnTo>
                  <a:lnTo>
                    <a:pt x="1597" y="763"/>
                  </a:lnTo>
                  <a:lnTo>
                    <a:pt x="1597" y="763"/>
                  </a:lnTo>
                  <a:lnTo>
                    <a:pt x="1598" y="763"/>
                  </a:lnTo>
                  <a:lnTo>
                    <a:pt x="1598" y="763"/>
                  </a:lnTo>
                  <a:lnTo>
                    <a:pt x="1599" y="763"/>
                  </a:lnTo>
                  <a:lnTo>
                    <a:pt x="1599" y="763"/>
                  </a:lnTo>
                  <a:lnTo>
                    <a:pt x="1600" y="763"/>
                  </a:lnTo>
                  <a:lnTo>
                    <a:pt x="1600" y="763"/>
                  </a:lnTo>
                  <a:lnTo>
                    <a:pt x="1601" y="763"/>
                  </a:lnTo>
                  <a:lnTo>
                    <a:pt x="1601" y="763"/>
                  </a:lnTo>
                  <a:lnTo>
                    <a:pt x="1601" y="763"/>
                  </a:lnTo>
                  <a:lnTo>
                    <a:pt x="1602" y="763"/>
                  </a:lnTo>
                  <a:lnTo>
                    <a:pt x="1603" y="763"/>
                  </a:lnTo>
                  <a:lnTo>
                    <a:pt x="1603" y="763"/>
                  </a:lnTo>
                  <a:lnTo>
                    <a:pt x="1603" y="763"/>
                  </a:lnTo>
                  <a:lnTo>
                    <a:pt x="1604" y="763"/>
                  </a:lnTo>
                  <a:lnTo>
                    <a:pt x="1604" y="748"/>
                  </a:lnTo>
                  <a:lnTo>
                    <a:pt x="1605" y="748"/>
                  </a:lnTo>
                  <a:lnTo>
                    <a:pt x="1605" y="748"/>
                  </a:lnTo>
                  <a:lnTo>
                    <a:pt x="1606" y="748"/>
                  </a:lnTo>
                  <a:lnTo>
                    <a:pt x="1606" y="748"/>
                  </a:lnTo>
                  <a:lnTo>
                    <a:pt x="1607" y="748"/>
                  </a:lnTo>
                  <a:lnTo>
                    <a:pt x="1607" y="733"/>
                  </a:lnTo>
                  <a:lnTo>
                    <a:pt x="1607" y="733"/>
                  </a:lnTo>
                  <a:lnTo>
                    <a:pt x="1608" y="733"/>
                  </a:lnTo>
                  <a:lnTo>
                    <a:pt x="1608" y="733"/>
                  </a:lnTo>
                  <a:lnTo>
                    <a:pt x="1609" y="733"/>
                  </a:lnTo>
                  <a:lnTo>
                    <a:pt x="1609" y="718"/>
                  </a:lnTo>
                  <a:lnTo>
                    <a:pt x="1610" y="718"/>
                  </a:lnTo>
                  <a:lnTo>
                    <a:pt x="1610" y="718"/>
                  </a:lnTo>
                  <a:lnTo>
                    <a:pt x="1610" y="718"/>
                  </a:lnTo>
                  <a:lnTo>
                    <a:pt x="1611" y="718"/>
                  </a:lnTo>
                  <a:lnTo>
                    <a:pt x="1612" y="718"/>
                  </a:lnTo>
                  <a:lnTo>
                    <a:pt x="1612" y="718"/>
                  </a:lnTo>
                  <a:lnTo>
                    <a:pt x="1612" y="718"/>
                  </a:lnTo>
                  <a:lnTo>
                    <a:pt x="1613" y="718"/>
                  </a:lnTo>
                  <a:lnTo>
                    <a:pt x="1613" y="733"/>
                  </a:lnTo>
                  <a:lnTo>
                    <a:pt x="1614" y="733"/>
                  </a:lnTo>
                  <a:lnTo>
                    <a:pt x="1614" y="733"/>
                  </a:lnTo>
                  <a:lnTo>
                    <a:pt x="1615" y="733"/>
                  </a:lnTo>
                  <a:lnTo>
                    <a:pt x="1615" y="733"/>
                  </a:lnTo>
                  <a:lnTo>
                    <a:pt x="1616" y="733"/>
                  </a:lnTo>
                  <a:lnTo>
                    <a:pt x="1616" y="733"/>
                  </a:lnTo>
                  <a:lnTo>
                    <a:pt x="1616" y="733"/>
                  </a:lnTo>
                  <a:lnTo>
                    <a:pt x="1617" y="733"/>
                  </a:lnTo>
                  <a:lnTo>
                    <a:pt x="1618" y="733"/>
                  </a:lnTo>
                  <a:lnTo>
                    <a:pt x="1618" y="733"/>
                  </a:lnTo>
                  <a:lnTo>
                    <a:pt x="1618" y="718"/>
                  </a:lnTo>
                  <a:lnTo>
                    <a:pt x="1619" y="718"/>
                  </a:lnTo>
                  <a:lnTo>
                    <a:pt x="1619" y="718"/>
                  </a:lnTo>
                  <a:lnTo>
                    <a:pt x="1620" y="718"/>
                  </a:lnTo>
                  <a:lnTo>
                    <a:pt x="1620" y="718"/>
                  </a:lnTo>
                  <a:lnTo>
                    <a:pt x="1621" y="703"/>
                  </a:lnTo>
                  <a:lnTo>
                    <a:pt x="1621" y="703"/>
                  </a:lnTo>
                  <a:lnTo>
                    <a:pt x="1622" y="703"/>
                  </a:lnTo>
                  <a:lnTo>
                    <a:pt x="1622" y="688"/>
                  </a:lnTo>
                  <a:lnTo>
                    <a:pt x="1622" y="688"/>
                  </a:lnTo>
                  <a:lnTo>
                    <a:pt x="1623" y="688"/>
                  </a:lnTo>
                  <a:lnTo>
                    <a:pt x="1623" y="688"/>
                  </a:lnTo>
                  <a:lnTo>
                    <a:pt x="1624" y="688"/>
                  </a:lnTo>
                  <a:lnTo>
                    <a:pt x="1624" y="673"/>
                  </a:lnTo>
                  <a:lnTo>
                    <a:pt x="1625" y="673"/>
                  </a:lnTo>
                  <a:lnTo>
                    <a:pt x="1625" y="673"/>
                  </a:lnTo>
                  <a:lnTo>
                    <a:pt x="1625" y="673"/>
                  </a:lnTo>
                  <a:lnTo>
                    <a:pt x="1626" y="673"/>
                  </a:lnTo>
                  <a:lnTo>
                    <a:pt x="1627" y="673"/>
                  </a:lnTo>
                  <a:lnTo>
                    <a:pt x="1627" y="673"/>
                  </a:lnTo>
                  <a:lnTo>
                    <a:pt x="1627" y="673"/>
                  </a:lnTo>
                  <a:lnTo>
                    <a:pt x="1628" y="673"/>
                  </a:lnTo>
                  <a:lnTo>
                    <a:pt x="1628" y="673"/>
                  </a:lnTo>
                  <a:lnTo>
                    <a:pt x="1629" y="673"/>
                  </a:lnTo>
                  <a:lnTo>
                    <a:pt x="1629" y="673"/>
                  </a:lnTo>
                  <a:lnTo>
                    <a:pt x="1630" y="673"/>
                  </a:lnTo>
                  <a:lnTo>
                    <a:pt x="1630" y="673"/>
                  </a:lnTo>
                  <a:lnTo>
                    <a:pt x="1631" y="673"/>
                  </a:lnTo>
                  <a:lnTo>
                    <a:pt x="1631" y="673"/>
                  </a:lnTo>
                  <a:lnTo>
                    <a:pt x="1631" y="673"/>
                  </a:lnTo>
                  <a:lnTo>
                    <a:pt x="1632" y="673"/>
                  </a:lnTo>
                  <a:lnTo>
                    <a:pt x="1633" y="673"/>
                  </a:lnTo>
                  <a:lnTo>
                    <a:pt x="1633" y="673"/>
                  </a:lnTo>
                  <a:lnTo>
                    <a:pt x="1633" y="673"/>
                  </a:lnTo>
                  <a:lnTo>
                    <a:pt x="1634" y="658"/>
                  </a:lnTo>
                  <a:lnTo>
                    <a:pt x="1634" y="658"/>
                  </a:lnTo>
                  <a:lnTo>
                    <a:pt x="1635" y="658"/>
                  </a:lnTo>
                  <a:lnTo>
                    <a:pt x="1635" y="658"/>
                  </a:lnTo>
                  <a:lnTo>
                    <a:pt x="1636" y="658"/>
                  </a:lnTo>
                  <a:lnTo>
                    <a:pt x="1636" y="658"/>
                  </a:lnTo>
                  <a:lnTo>
                    <a:pt x="1637" y="658"/>
                  </a:lnTo>
                  <a:lnTo>
                    <a:pt x="1637" y="643"/>
                  </a:lnTo>
                  <a:lnTo>
                    <a:pt x="1638" y="643"/>
                  </a:lnTo>
                  <a:lnTo>
                    <a:pt x="1638" y="643"/>
                  </a:lnTo>
                  <a:lnTo>
                    <a:pt x="1638" y="643"/>
                  </a:lnTo>
                  <a:lnTo>
                    <a:pt x="1639" y="628"/>
                  </a:lnTo>
                  <a:lnTo>
                    <a:pt x="1639" y="628"/>
                  </a:lnTo>
                  <a:lnTo>
                    <a:pt x="1640" y="628"/>
                  </a:lnTo>
                  <a:lnTo>
                    <a:pt x="1640" y="613"/>
                  </a:lnTo>
                  <a:lnTo>
                    <a:pt x="1641" y="613"/>
                  </a:lnTo>
                  <a:lnTo>
                    <a:pt x="1641" y="613"/>
                  </a:lnTo>
                  <a:lnTo>
                    <a:pt x="1642" y="598"/>
                  </a:lnTo>
                  <a:lnTo>
                    <a:pt x="1642" y="598"/>
                  </a:lnTo>
                  <a:lnTo>
                    <a:pt x="1642" y="598"/>
                  </a:lnTo>
                  <a:lnTo>
                    <a:pt x="1643" y="583"/>
                  </a:lnTo>
                  <a:lnTo>
                    <a:pt x="1644" y="583"/>
                  </a:lnTo>
                  <a:lnTo>
                    <a:pt x="1644" y="583"/>
                  </a:lnTo>
                  <a:lnTo>
                    <a:pt x="1644" y="568"/>
                  </a:lnTo>
                  <a:lnTo>
                    <a:pt x="1645" y="568"/>
                  </a:lnTo>
                  <a:lnTo>
                    <a:pt x="1645" y="568"/>
                  </a:lnTo>
                  <a:lnTo>
                    <a:pt x="1646" y="568"/>
                  </a:lnTo>
                  <a:lnTo>
                    <a:pt x="1646" y="568"/>
                  </a:lnTo>
                  <a:lnTo>
                    <a:pt x="1647" y="568"/>
                  </a:lnTo>
                  <a:lnTo>
                    <a:pt x="1647" y="568"/>
                  </a:lnTo>
                  <a:lnTo>
                    <a:pt x="1648" y="568"/>
                  </a:lnTo>
                  <a:lnTo>
                    <a:pt x="1648" y="568"/>
                  </a:lnTo>
                  <a:lnTo>
                    <a:pt x="1648" y="568"/>
                  </a:lnTo>
                  <a:lnTo>
                    <a:pt x="1649" y="568"/>
                  </a:lnTo>
                  <a:lnTo>
                    <a:pt x="1649" y="553"/>
                  </a:lnTo>
                  <a:lnTo>
                    <a:pt x="1650" y="553"/>
                  </a:lnTo>
                  <a:lnTo>
                    <a:pt x="1650" y="553"/>
                  </a:lnTo>
                  <a:lnTo>
                    <a:pt x="1651" y="553"/>
                  </a:lnTo>
                  <a:lnTo>
                    <a:pt x="1651" y="553"/>
                  </a:lnTo>
                  <a:lnTo>
                    <a:pt x="1651" y="553"/>
                  </a:lnTo>
                  <a:lnTo>
                    <a:pt x="1652" y="553"/>
                  </a:lnTo>
                  <a:lnTo>
                    <a:pt x="1653" y="553"/>
                  </a:lnTo>
                  <a:lnTo>
                    <a:pt x="1653" y="553"/>
                  </a:lnTo>
                  <a:lnTo>
                    <a:pt x="1653" y="538"/>
                  </a:lnTo>
                  <a:lnTo>
                    <a:pt x="1654" y="538"/>
                  </a:lnTo>
                  <a:lnTo>
                    <a:pt x="1654" y="538"/>
                  </a:lnTo>
                  <a:lnTo>
                    <a:pt x="1655" y="538"/>
                  </a:lnTo>
                  <a:lnTo>
                    <a:pt x="1655" y="538"/>
                  </a:lnTo>
                  <a:lnTo>
                    <a:pt x="1656" y="523"/>
                  </a:lnTo>
                  <a:lnTo>
                    <a:pt x="1656" y="523"/>
                  </a:lnTo>
                  <a:lnTo>
                    <a:pt x="1657" y="523"/>
                  </a:lnTo>
                  <a:lnTo>
                    <a:pt x="1657" y="523"/>
                  </a:lnTo>
                  <a:lnTo>
                    <a:pt x="1657" y="509"/>
                  </a:lnTo>
                  <a:lnTo>
                    <a:pt x="1658" y="509"/>
                  </a:lnTo>
                  <a:lnTo>
                    <a:pt x="1659" y="509"/>
                  </a:lnTo>
                  <a:lnTo>
                    <a:pt x="1659" y="494"/>
                  </a:lnTo>
                  <a:lnTo>
                    <a:pt x="1659" y="494"/>
                  </a:lnTo>
                  <a:lnTo>
                    <a:pt x="1660" y="494"/>
                  </a:lnTo>
                  <a:lnTo>
                    <a:pt x="1660" y="479"/>
                  </a:lnTo>
                  <a:lnTo>
                    <a:pt x="1661" y="479"/>
                  </a:lnTo>
                  <a:lnTo>
                    <a:pt x="1661" y="464"/>
                  </a:lnTo>
                  <a:lnTo>
                    <a:pt x="1662" y="464"/>
                  </a:lnTo>
                  <a:lnTo>
                    <a:pt x="1662" y="464"/>
                  </a:lnTo>
                  <a:lnTo>
                    <a:pt x="1663" y="449"/>
                  </a:lnTo>
                  <a:lnTo>
                    <a:pt x="1663" y="449"/>
                  </a:lnTo>
                  <a:lnTo>
                    <a:pt x="1663" y="449"/>
                  </a:lnTo>
                  <a:lnTo>
                    <a:pt x="1664" y="449"/>
                  </a:lnTo>
                  <a:lnTo>
                    <a:pt x="1664" y="449"/>
                  </a:lnTo>
                  <a:lnTo>
                    <a:pt x="1665" y="434"/>
                  </a:lnTo>
                  <a:lnTo>
                    <a:pt x="1665" y="434"/>
                  </a:lnTo>
                  <a:lnTo>
                    <a:pt x="1666" y="434"/>
                  </a:lnTo>
                  <a:lnTo>
                    <a:pt x="1666" y="434"/>
                  </a:lnTo>
                  <a:lnTo>
                    <a:pt x="1666" y="434"/>
                  </a:lnTo>
                  <a:lnTo>
                    <a:pt x="1667" y="434"/>
                  </a:lnTo>
                  <a:lnTo>
                    <a:pt x="1668" y="419"/>
                  </a:lnTo>
                  <a:lnTo>
                    <a:pt x="1668" y="419"/>
                  </a:lnTo>
                  <a:lnTo>
                    <a:pt x="1668" y="419"/>
                  </a:lnTo>
                  <a:lnTo>
                    <a:pt x="1669" y="419"/>
                  </a:lnTo>
                  <a:lnTo>
                    <a:pt x="1669" y="419"/>
                  </a:lnTo>
                  <a:lnTo>
                    <a:pt x="1670" y="419"/>
                  </a:lnTo>
                  <a:lnTo>
                    <a:pt x="1670" y="419"/>
                  </a:lnTo>
                  <a:lnTo>
                    <a:pt x="1671" y="419"/>
                  </a:lnTo>
                  <a:lnTo>
                    <a:pt x="1671" y="434"/>
                  </a:lnTo>
                  <a:lnTo>
                    <a:pt x="1672" y="434"/>
                  </a:lnTo>
                  <a:lnTo>
                    <a:pt x="1672" y="434"/>
                  </a:lnTo>
                  <a:lnTo>
                    <a:pt x="1672" y="434"/>
                  </a:lnTo>
                  <a:lnTo>
                    <a:pt x="1673" y="419"/>
                  </a:lnTo>
                  <a:lnTo>
                    <a:pt x="1674" y="419"/>
                  </a:lnTo>
                  <a:lnTo>
                    <a:pt x="1674" y="419"/>
                  </a:lnTo>
                  <a:lnTo>
                    <a:pt x="1674" y="419"/>
                  </a:lnTo>
                  <a:lnTo>
                    <a:pt x="1675" y="419"/>
                  </a:lnTo>
                  <a:lnTo>
                    <a:pt x="1675" y="419"/>
                  </a:lnTo>
                  <a:lnTo>
                    <a:pt x="1676" y="419"/>
                  </a:lnTo>
                  <a:lnTo>
                    <a:pt x="1676" y="419"/>
                  </a:lnTo>
                  <a:lnTo>
                    <a:pt x="1677" y="419"/>
                  </a:lnTo>
                  <a:lnTo>
                    <a:pt x="1677" y="419"/>
                  </a:lnTo>
                  <a:lnTo>
                    <a:pt x="1677" y="419"/>
                  </a:lnTo>
                  <a:lnTo>
                    <a:pt x="1678" y="419"/>
                  </a:lnTo>
                  <a:lnTo>
                    <a:pt x="1678" y="419"/>
                  </a:lnTo>
                  <a:lnTo>
                    <a:pt x="1679" y="434"/>
                  </a:lnTo>
                  <a:lnTo>
                    <a:pt x="1679" y="434"/>
                  </a:lnTo>
                  <a:lnTo>
                    <a:pt x="1680" y="434"/>
                  </a:lnTo>
                  <a:lnTo>
                    <a:pt x="1680" y="434"/>
                  </a:lnTo>
                  <a:lnTo>
                    <a:pt x="1681" y="434"/>
                  </a:lnTo>
                  <a:lnTo>
                    <a:pt x="1681" y="434"/>
                  </a:lnTo>
                  <a:lnTo>
                    <a:pt x="1681" y="434"/>
                  </a:lnTo>
                  <a:lnTo>
                    <a:pt x="1682" y="449"/>
                  </a:lnTo>
                  <a:lnTo>
                    <a:pt x="1683" y="449"/>
                  </a:lnTo>
                  <a:lnTo>
                    <a:pt x="1683" y="449"/>
                  </a:lnTo>
                  <a:lnTo>
                    <a:pt x="1683" y="449"/>
                  </a:lnTo>
                  <a:lnTo>
                    <a:pt x="1684" y="464"/>
                  </a:lnTo>
                  <a:lnTo>
                    <a:pt x="1684" y="464"/>
                  </a:lnTo>
                  <a:lnTo>
                    <a:pt x="1685" y="464"/>
                  </a:lnTo>
                  <a:lnTo>
                    <a:pt x="1685" y="464"/>
                  </a:lnTo>
                  <a:lnTo>
                    <a:pt x="1686" y="464"/>
                  </a:lnTo>
                  <a:lnTo>
                    <a:pt x="1686" y="464"/>
                  </a:lnTo>
                  <a:lnTo>
                    <a:pt x="1687" y="464"/>
                  </a:lnTo>
                  <a:lnTo>
                    <a:pt x="1687" y="464"/>
                  </a:lnTo>
                  <a:lnTo>
                    <a:pt x="1687" y="464"/>
                  </a:lnTo>
                  <a:lnTo>
                    <a:pt x="1688" y="464"/>
                  </a:lnTo>
                  <a:lnTo>
                    <a:pt x="1689" y="464"/>
                  </a:lnTo>
                  <a:lnTo>
                    <a:pt x="1689" y="464"/>
                  </a:lnTo>
                  <a:lnTo>
                    <a:pt x="1689" y="464"/>
                  </a:lnTo>
                  <a:lnTo>
                    <a:pt x="1690" y="464"/>
                  </a:lnTo>
                  <a:lnTo>
                    <a:pt x="1690" y="464"/>
                  </a:lnTo>
                  <a:lnTo>
                    <a:pt x="1691" y="464"/>
                  </a:lnTo>
                  <a:lnTo>
                    <a:pt x="1691" y="464"/>
                  </a:lnTo>
                  <a:lnTo>
                    <a:pt x="1692" y="464"/>
                  </a:lnTo>
                  <a:lnTo>
                    <a:pt x="1692" y="464"/>
                  </a:lnTo>
                  <a:lnTo>
                    <a:pt x="1692" y="464"/>
                  </a:lnTo>
                  <a:lnTo>
                    <a:pt x="1693" y="464"/>
                  </a:lnTo>
                  <a:lnTo>
                    <a:pt x="1693" y="464"/>
                  </a:lnTo>
                  <a:lnTo>
                    <a:pt x="1694" y="464"/>
                  </a:lnTo>
                  <a:lnTo>
                    <a:pt x="1694" y="464"/>
                  </a:lnTo>
                  <a:lnTo>
                    <a:pt x="1695" y="464"/>
                  </a:lnTo>
                  <a:lnTo>
                    <a:pt x="1695" y="464"/>
                  </a:lnTo>
                  <a:lnTo>
                    <a:pt x="1696" y="464"/>
                  </a:lnTo>
                  <a:lnTo>
                    <a:pt x="1696" y="464"/>
                  </a:lnTo>
                  <a:lnTo>
                    <a:pt x="1696" y="449"/>
                  </a:lnTo>
                  <a:lnTo>
                    <a:pt x="1697" y="449"/>
                  </a:lnTo>
                  <a:lnTo>
                    <a:pt x="1698" y="449"/>
                  </a:lnTo>
                  <a:lnTo>
                    <a:pt x="1698" y="449"/>
                  </a:lnTo>
                  <a:lnTo>
                    <a:pt x="1698" y="449"/>
                  </a:lnTo>
                  <a:lnTo>
                    <a:pt x="1699" y="449"/>
                  </a:lnTo>
                  <a:lnTo>
                    <a:pt x="1699" y="434"/>
                  </a:lnTo>
                  <a:lnTo>
                    <a:pt x="1700" y="434"/>
                  </a:lnTo>
                  <a:lnTo>
                    <a:pt x="1700" y="434"/>
                  </a:lnTo>
                  <a:lnTo>
                    <a:pt x="1701" y="434"/>
                  </a:lnTo>
                  <a:lnTo>
                    <a:pt x="1701" y="434"/>
                  </a:lnTo>
                  <a:lnTo>
                    <a:pt x="1702" y="434"/>
                  </a:lnTo>
                  <a:lnTo>
                    <a:pt x="1702" y="419"/>
                  </a:lnTo>
                  <a:lnTo>
                    <a:pt x="1702" y="419"/>
                  </a:lnTo>
                  <a:lnTo>
                    <a:pt x="1703" y="419"/>
                  </a:lnTo>
                  <a:lnTo>
                    <a:pt x="1703" y="419"/>
                  </a:lnTo>
                  <a:lnTo>
                    <a:pt x="1704" y="419"/>
                  </a:lnTo>
                  <a:lnTo>
                    <a:pt x="1704" y="419"/>
                  </a:lnTo>
                  <a:lnTo>
                    <a:pt x="1705" y="404"/>
                  </a:lnTo>
                  <a:lnTo>
                    <a:pt x="1705" y="404"/>
                  </a:lnTo>
                  <a:lnTo>
                    <a:pt x="1706" y="404"/>
                  </a:lnTo>
                  <a:lnTo>
                    <a:pt x="1706" y="389"/>
                  </a:lnTo>
                  <a:lnTo>
                    <a:pt x="1707" y="389"/>
                  </a:lnTo>
                  <a:lnTo>
                    <a:pt x="1707" y="374"/>
                  </a:lnTo>
                  <a:lnTo>
                    <a:pt x="1707" y="374"/>
                  </a:lnTo>
                  <a:lnTo>
                    <a:pt x="1708" y="359"/>
                  </a:lnTo>
                  <a:lnTo>
                    <a:pt x="1708" y="359"/>
                  </a:lnTo>
                  <a:lnTo>
                    <a:pt x="1709" y="344"/>
                  </a:lnTo>
                  <a:lnTo>
                    <a:pt x="1709" y="329"/>
                  </a:lnTo>
                  <a:lnTo>
                    <a:pt x="1710" y="329"/>
                  </a:lnTo>
                  <a:lnTo>
                    <a:pt x="1710" y="314"/>
                  </a:lnTo>
                  <a:lnTo>
                    <a:pt x="1711" y="299"/>
                  </a:lnTo>
                  <a:lnTo>
                    <a:pt x="1711" y="284"/>
                  </a:lnTo>
                  <a:lnTo>
                    <a:pt x="1711" y="284"/>
                  </a:lnTo>
                  <a:lnTo>
                    <a:pt x="1712" y="269"/>
                  </a:lnTo>
                  <a:lnTo>
                    <a:pt x="1713" y="254"/>
                  </a:lnTo>
                  <a:lnTo>
                    <a:pt x="1713" y="254"/>
                  </a:lnTo>
                  <a:lnTo>
                    <a:pt x="1713" y="239"/>
                  </a:lnTo>
                  <a:lnTo>
                    <a:pt x="1714" y="224"/>
                  </a:lnTo>
                  <a:lnTo>
                    <a:pt x="1714" y="224"/>
                  </a:lnTo>
                  <a:lnTo>
                    <a:pt x="1715" y="210"/>
                  </a:lnTo>
                  <a:lnTo>
                    <a:pt x="1715" y="210"/>
                  </a:lnTo>
                  <a:lnTo>
                    <a:pt x="1716" y="195"/>
                  </a:lnTo>
                  <a:lnTo>
                    <a:pt x="1716" y="195"/>
                  </a:lnTo>
                  <a:lnTo>
                    <a:pt x="1717" y="195"/>
                  </a:lnTo>
                  <a:lnTo>
                    <a:pt x="1717" y="180"/>
                  </a:lnTo>
                  <a:lnTo>
                    <a:pt x="1717" y="180"/>
                  </a:lnTo>
                  <a:lnTo>
                    <a:pt x="1718" y="165"/>
                  </a:lnTo>
                  <a:lnTo>
                    <a:pt x="1718" y="165"/>
                  </a:lnTo>
                  <a:lnTo>
                    <a:pt x="1719" y="150"/>
                  </a:lnTo>
                  <a:lnTo>
                    <a:pt x="1719" y="150"/>
                  </a:lnTo>
                  <a:lnTo>
                    <a:pt x="1720" y="150"/>
                  </a:lnTo>
                  <a:lnTo>
                    <a:pt x="1720" y="135"/>
                  </a:lnTo>
                  <a:lnTo>
                    <a:pt x="1720" y="135"/>
                  </a:lnTo>
                  <a:lnTo>
                    <a:pt x="1721" y="135"/>
                  </a:lnTo>
                  <a:lnTo>
                    <a:pt x="1722" y="135"/>
                  </a:lnTo>
                  <a:lnTo>
                    <a:pt x="1722" y="135"/>
                  </a:lnTo>
                  <a:lnTo>
                    <a:pt x="1722" y="135"/>
                  </a:lnTo>
                  <a:lnTo>
                    <a:pt x="1723" y="135"/>
                  </a:lnTo>
                  <a:lnTo>
                    <a:pt x="1723" y="120"/>
                  </a:lnTo>
                  <a:lnTo>
                    <a:pt x="1724" y="120"/>
                  </a:lnTo>
                  <a:lnTo>
                    <a:pt x="1724" y="120"/>
                  </a:lnTo>
                  <a:lnTo>
                    <a:pt x="1725" y="120"/>
                  </a:lnTo>
                  <a:lnTo>
                    <a:pt x="1725" y="120"/>
                  </a:lnTo>
                  <a:lnTo>
                    <a:pt x="1726" y="120"/>
                  </a:lnTo>
                  <a:lnTo>
                    <a:pt x="1726" y="120"/>
                  </a:lnTo>
                  <a:lnTo>
                    <a:pt x="1726" y="120"/>
                  </a:lnTo>
                  <a:lnTo>
                    <a:pt x="1727" y="105"/>
                  </a:lnTo>
                  <a:lnTo>
                    <a:pt x="1728" y="105"/>
                  </a:lnTo>
                  <a:lnTo>
                    <a:pt x="1728" y="105"/>
                  </a:lnTo>
                  <a:lnTo>
                    <a:pt x="1728" y="105"/>
                  </a:lnTo>
                  <a:lnTo>
                    <a:pt x="1729" y="105"/>
                  </a:lnTo>
                  <a:lnTo>
                    <a:pt x="1729" y="105"/>
                  </a:lnTo>
                  <a:lnTo>
                    <a:pt x="1730" y="90"/>
                  </a:lnTo>
                  <a:lnTo>
                    <a:pt x="1730" y="90"/>
                  </a:lnTo>
                  <a:lnTo>
                    <a:pt x="1731" y="90"/>
                  </a:lnTo>
                  <a:lnTo>
                    <a:pt x="1731" y="105"/>
                  </a:lnTo>
                  <a:lnTo>
                    <a:pt x="1732" y="105"/>
                  </a:lnTo>
                  <a:lnTo>
                    <a:pt x="1732" y="105"/>
                  </a:lnTo>
                  <a:lnTo>
                    <a:pt x="1732" y="105"/>
                  </a:lnTo>
                  <a:lnTo>
                    <a:pt x="1733" y="105"/>
                  </a:lnTo>
                  <a:lnTo>
                    <a:pt x="1733" y="105"/>
                  </a:lnTo>
                  <a:lnTo>
                    <a:pt x="1734" y="105"/>
                  </a:lnTo>
                  <a:lnTo>
                    <a:pt x="1734" y="105"/>
                  </a:lnTo>
                  <a:lnTo>
                    <a:pt x="1735" y="105"/>
                  </a:lnTo>
                  <a:lnTo>
                    <a:pt x="1735" y="105"/>
                  </a:lnTo>
                  <a:lnTo>
                    <a:pt x="1735" y="105"/>
                  </a:lnTo>
                  <a:lnTo>
                    <a:pt x="1736" y="105"/>
                  </a:lnTo>
                  <a:lnTo>
                    <a:pt x="1737" y="105"/>
                  </a:lnTo>
                  <a:lnTo>
                    <a:pt x="1737" y="105"/>
                  </a:lnTo>
                  <a:lnTo>
                    <a:pt x="1737" y="105"/>
                  </a:lnTo>
                  <a:lnTo>
                    <a:pt x="1738" y="105"/>
                  </a:lnTo>
                  <a:lnTo>
                    <a:pt x="1738" y="105"/>
                  </a:lnTo>
                  <a:lnTo>
                    <a:pt x="1739" y="105"/>
                  </a:lnTo>
                  <a:lnTo>
                    <a:pt x="1739" y="105"/>
                  </a:lnTo>
                  <a:lnTo>
                    <a:pt x="1740" y="105"/>
                  </a:lnTo>
                  <a:lnTo>
                    <a:pt x="1740" y="105"/>
                  </a:lnTo>
                  <a:lnTo>
                    <a:pt x="1741" y="105"/>
                  </a:lnTo>
                  <a:lnTo>
                    <a:pt x="1741" y="120"/>
                  </a:lnTo>
                  <a:lnTo>
                    <a:pt x="1741" y="120"/>
                  </a:lnTo>
                  <a:lnTo>
                    <a:pt x="1742" y="120"/>
                  </a:lnTo>
                  <a:lnTo>
                    <a:pt x="1743" y="120"/>
                  </a:lnTo>
                  <a:lnTo>
                    <a:pt x="1743" y="120"/>
                  </a:lnTo>
                  <a:lnTo>
                    <a:pt x="1743" y="120"/>
                  </a:lnTo>
                  <a:lnTo>
                    <a:pt x="1744" y="120"/>
                  </a:lnTo>
                  <a:lnTo>
                    <a:pt x="1744" y="120"/>
                  </a:lnTo>
                  <a:lnTo>
                    <a:pt x="1745" y="120"/>
                  </a:lnTo>
                  <a:lnTo>
                    <a:pt x="1745" y="120"/>
                  </a:lnTo>
                  <a:lnTo>
                    <a:pt x="1746" y="120"/>
                  </a:lnTo>
                  <a:lnTo>
                    <a:pt x="1746" y="120"/>
                  </a:lnTo>
                  <a:lnTo>
                    <a:pt x="1746" y="120"/>
                  </a:lnTo>
                  <a:lnTo>
                    <a:pt x="1747" y="120"/>
                  </a:lnTo>
                  <a:lnTo>
                    <a:pt x="1748" y="120"/>
                  </a:lnTo>
                  <a:lnTo>
                    <a:pt x="1748" y="120"/>
                  </a:lnTo>
                  <a:lnTo>
                    <a:pt x="1748" y="120"/>
                  </a:lnTo>
                  <a:lnTo>
                    <a:pt x="1749" y="120"/>
                  </a:lnTo>
                  <a:lnTo>
                    <a:pt x="1749" y="120"/>
                  </a:lnTo>
                  <a:lnTo>
                    <a:pt x="1750" y="120"/>
                  </a:lnTo>
                  <a:lnTo>
                    <a:pt x="1750" y="120"/>
                  </a:lnTo>
                  <a:lnTo>
                    <a:pt x="1751" y="120"/>
                  </a:lnTo>
                  <a:lnTo>
                    <a:pt x="1751" y="120"/>
                  </a:lnTo>
                  <a:lnTo>
                    <a:pt x="1752" y="120"/>
                  </a:lnTo>
                  <a:lnTo>
                    <a:pt x="1752" y="120"/>
                  </a:lnTo>
                  <a:lnTo>
                    <a:pt x="1752" y="135"/>
                  </a:lnTo>
                  <a:lnTo>
                    <a:pt x="1753" y="135"/>
                  </a:lnTo>
                  <a:lnTo>
                    <a:pt x="1754" y="135"/>
                  </a:lnTo>
                  <a:lnTo>
                    <a:pt x="1754" y="135"/>
                  </a:lnTo>
                  <a:lnTo>
                    <a:pt x="1754" y="150"/>
                  </a:lnTo>
                  <a:lnTo>
                    <a:pt x="1755" y="150"/>
                  </a:lnTo>
                  <a:lnTo>
                    <a:pt x="1755" y="150"/>
                  </a:lnTo>
                  <a:lnTo>
                    <a:pt x="1756" y="150"/>
                  </a:lnTo>
                  <a:lnTo>
                    <a:pt x="1756" y="150"/>
                  </a:lnTo>
                  <a:lnTo>
                    <a:pt x="1757" y="150"/>
                  </a:lnTo>
                  <a:lnTo>
                    <a:pt x="1757" y="150"/>
                  </a:lnTo>
                  <a:lnTo>
                    <a:pt x="1758" y="150"/>
                  </a:lnTo>
                  <a:lnTo>
                    <a:pt x="1758" y="150"/>
                  </a:lnTo>
                  <a:lnTo>
                    <a:pt x="1758" y="150"/>
                  </a:lnTo>
                  <a:lnTo>
                    <a:pt x="1759" y="150"/>
                  </a:lnTo>
                  <a:lnTo>
                    <a:pt x="1759" y="135"/>
                  </a:lnTo>
                  <a:lnTo>
                    <a:pt x="1760" y="135"/>
                  </a:lnTo>
                  <a:lnTo>
                    <a:pt x="1760" y="135"/>
                  </a:lnTo>
                  <a:lnTo>
                    <a:pt x="1761" y="120"/>
                  </a:lnTo>
                  <a:lnTo>
                    <a:pt x="1761" y="120"/>
                  </a:lnTo>
                  <a:lnTo>
                    <a:pt x="1761" y="120"/>
                  </a:lnTo>
                  <a:lnTo>
                    <a:pt x="1762" y="105"/>
                  </a:lnTo>
                  <a:lnTo>
                    <a:pt x="1763" y="105"/>
                  </a:lnTo>
                  <a:lnTo>
                    <a:pt x="1763" y="90"/>
                  </a:lnTo>
                  <a:lnTo>
                    <a:pt x="1763" y="90"/>
                  </a:lnTo>
                  <a:lnTo>
                    <a:pt x="1764" y="90"/>
                  </a:lnTo>
                  <a:lnTo>
                    <a:pt x="1764" y="75"/>
                  </a:lnTo>
                  <a:lnTo>
                    <a:pt x="1765" y="75"/>
                  </a:lnTo>
                  <a:lnTo>
                    <a:pt x="1765" y="75"/>
                  </a:lnTo>
                  <a:lnTo>
                    <a:pt x="1766" y="60"/>
                  </a:lnTo>
                  <a:lnTo>
                    <a:pt x="1766" y="60"/>
                  </a:lnTo>
                  <a:lnTo>
                    <a:pt x="1767" y="60"/>
                  </a:lnTo>
                  <a:lnTo>
                    <a:pt x="1767" y="45"/>
                  </a:lnTo>
                  <a:lnTo>
                    <a:pt x="1767" y="45"/>
                  </a:lnTo>
                  <a:lnTo>
                    <a:pt x="1768" y="45"/>
                  </a:lnTo>
                  <a:lnTo>
                    <a:pt x="1769" y="45"/>
                  </a:lnTo>
                  <a:lnTo>
                    <a:pt x="1769" y="30"/>
                  </a:lnTo>
                  <a:lnTo>
                    <a:pt x="1769" y="30"/>
                  </a:lnTo>
                  <a:lnTo>
                    <a:pt x="1770" y="30"/>
                  </a:lnTo>
                  <a:lnTo>
                    <a:pt x="1770" y="30"/>
                  </a:lnTo>
                  <a:lnTo>
                    <a:pt x="1771" y="30"/>
                  </a:lnTo>
                  <a:lnTo>
                    <a:pt x="1771" y="15"/>
                  </a:lnTo>
                  <a:lnTo>
                    <a:pt x="1772" y="15"/>
                  </a:lnTo>
                  <a:lnTo>
                    <a:pt x="1772" y="15"/>
                  </a:lnTo>
                  <a:lnTo>
                    <a:pt x="1772" y="15"/>
                  </a:lnTo>
                  <a:lnTo>
                    <a:pt x="1773" y="0"/>
                  </a:lnTo>
                  <a:lnTo>
                    <a:pt x="1773" y="0"/>
                  </a:lnTo>
                  <a:lnTo>
                    <a:pt x="1774" y="0"/>
                  </a:lnTo>
                  <a:lnTo>
                    <a:pt x="1774" y="0"/>
                  </a:lnTo>
                  <a:lnTo>
                    <a:pt x="1775" y="0"/>
                  </a:lnTo>
                  <a:lnTo>
                    <a:pt x="1775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7" y="0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778" y="15"/>
                  </a:lnTo>
                  <a:lnTo>
                    <a:pt x="1779" y="15"/>
                  </a:lnTo>
                  <a:lnTo>
                    <a:pt x="1779" y="15"/>
                  </a:lnTo>
                  <a:lnTo>
                    <a:pt x="1780" y="30"/>
                  </a:lnTo>
                  <a:lnTo>
                    <a:pt x="1780" y="30"/>
                  </a:lnTo>
                  <a:lnTo>
                    <a:pt x="1781" y="30"/>
                  </a:lnTo>
                  <a:lnTo>
                    <a:pt x="1781" y="45"/>
                  </a:lnTo>
                  <a:lnTo>
                    <a:pt x="1782" y="45"/>
                  </a:lnTo>
                  <a:lnTo>
                    <a:pt x="1782" y="45"/>
                  </a:lnTo>
                  <a:lnTo>
                    <a:pt x="1782" y="45"/>
                  </a:lnTo>
                  <a:lnTo>
                    <a:pt x="1783" y="45"/>
                  </a:lnTo>
                  <a:lnTo>
                    <a:pt x="1784" y="45"/>
                  </a:lnTo>
                  <a:lnTo>
                    <a:pt x="1784" y="45"/>
                  </a:lnTo>
                  <a:lnTo>
                    <a:pt x="1784" y="45"/>
                  </a:lnTo>
                  <a:lnTo>
                    <a:pt x="1785" y="45"/>
                  </a:lnTo>
                  <a:lnTo>
                    <a:pt x="1785" y="45"/>
                  </a:lnTo>
                  <a:lnTo>
                    <a:pt x="1786" y="45"/>
                  </a:lnTo>
                  <a:lnTo>
                    <a:pt x="1786" y="30"/>
                  </a:lnTo>
                  <a:lnTo>
                    <a:pt x="1787" y="30"/>
                  </a:lnTo>
                  <a:lnTo>
                    <a:pt x="1787" y="30"/>
                  </a:lnTo>
                  <a:lnTo>
                    <a:pt x="1787" y="15"/>
                  </a:lnTo>
                  <a:lnTo>
                    <a:pt x="1788" y="15"/>
                  </a:lnTo>
                  <a:lnTo>
                    <a:pt x="1788" y="15"/>
                  </a:lnTo>
                  <a:lnTo>
                    <a:pt x="1789" y="15"/>
                  </a:lnTo>
                  <a:lnTo>
                    <a:pt x="1789" y="0"/>
                  </a:lnTo>
                  <a:lnTo>
                    <a:pt x="1790" y="0"/>
                  </a:lnTo>
                  <a:lnTo>
                    <a:pt x="1790" y="15"/>
                  </a:lnTo>
                  <a:lnTo>
                    <a:pt x="1791" y="15"/>
                  </a:lnTo>
                  <a:lnTo>
                    <a:pt x="1791" y="30"/>
                  </a:lnTo>
                  <a:lnTo>
                    <a:pt x="1791" y="45"/>
                  </a:lnTo>
                  <a:lnTo>
                    <a:pt x="1792" y="60"/>
                  </a:lnTo>
                  <a:lnTo>
                    <a:pt x="1793" y="75"/>
                  </a:lnTo>
                  <a:lnTo>
                    <a:pt x="1793" y="105"/>
                  </a:lnTo>
                  <a:lnTo>
                    <a:pt x="1793" y="135"/>
                  </a:lnTo>
                  <a:lnTo>
                    <a:pt x="1794" y="165"/>
                  </a:lnTo>
                  <a:lnTo>
                    <a:pt x="1794" y="195"/>
                  </a:lnTo>
                  <a:lnTo>
                    <a:pt x="1795" y="239"/>
                  </a:lnTo>
                  <a:lnTo>
                    <a:pt x="1795" y="284"/>
                  </a:lnTo>
                  <a:lnTo>
                    <a:pt x="1796" y="329"/>
                  </a:lnTo>
                  <a:lnTo>
                    <a:pt x="1796" y="374"/>
                  </a:lnTo>
                  <a:lnTo>
                    <a:pt x="1797" y="434"/>
                  </a:lnTo>
                  <a:lnTo>
                    <a:pt x="1797" y="479"/>
                  </a:lnTo>
                  <a:lnTo>
                    <a:pt x="1797" y="538"/>
                  </a:lnTo>
                  <a:lnTo>
                    <a:pt x="1798" y="583"/>
                  </a:lnTo>
                  <a:lnTo>
                    <a:pt x="1798" y="643"/>
                  </a:lnTo>
                  <a:lnTo>
                    <a:pt x="1799" y="688"/>
                  </a:lnTo>
                  <a:lnTo>
                    <a:pt x="1799" y="748"/>
                  </a:lnTo>
                  <a:lnTo>
                    <a:pt x="1800" y="793"/>
                  </a:lnTo>
                  <a:lnTo>
                    <a:pt x="1800" y="852"/>
                  </a:lnTo>
                  <a:lnTo>
                    <a:pt x="1801" y="897"/>
                  </a:lnTo>
                  <a:lnTo>
                    <a:pt x="1801" y="942"/>
                  </a:lnTo>
                  <a:lnTo>
                    <a:pt x="1802" y="1002"/>
                  </a:lnTo>
                  <a:lnTo>
                    <a:pt x="1802" y="1046"/>
                  </a:lnTo>
                  <a:lnTo>
                    <a:pt x="1802" y="1092"/>
                  </a:lnTo>
                  <a:lnTo>
                    <a:pt x="1803" y="1121"/>
                  </a:lnTo>
                  <a:lnTo>
                    <a:pt x="1803" y="1166"/>
                  </a:lnTo>
                  <a:lnTo>
                    <a:pt x="1804" y="1196"/>
                  </a:lnTo>
                  <a:lnTo>
                    <a:pt x="1804" y="1226"/>
                  </a:lnTo>
                  <a:lnTo>
                    <a:pt x="1805" y="1256"/>
                  </a:lnTo>
                  <a:lnTo>
                    <a:pt x="1805" y="1286"/>
                  </a:lnTo>
                  <a:lnTo>
                    <a:pt x="1806" y="1301"/>
                  </a:lnTo>
                  <a:lnTo>
                    <a:pt x="1806" y="1316"/>
                  </a:lnTo>
                  <a:lnTo>
                    <a:pt x="1806" y="1331"/>
                  </a:lnTo>
                  <a:lnTo>
                    <a:pt x="1807" y="1345"/>
                  </a:lnTo>
                  <a:lnTo>
                    <a:pt x="1808" y="1345"/>
                  </a:lnTo>
                  <a:lnTo>
                    <a:pt x="1808" y="1331"/>
                  </a:lnTo>
                  <a:lnTo>
                    <a:pt x="1808" y="1316"/>
                  </a:lnTo>
                  <a:lnTo>
                    <a:pt x="1809" y="1301"/>
                  </a:lnTo>
                  <a:lnTo>
                    <a:pt x="1809" y="1271"/>
                  </a:lnTo>
                  <a:lnTo>
                    <a:pt x="1810" y="1241"/>
                  </a:lnTo>
                  <a:lnTo>
                    <a:pt x="1810" y="1211"/>
                  </a:lnTo>
                  <a:lnTo>
                    <a:pt x="1811" y="1181"/>
                  </a:lnTo>
                  <a:lnTo>
                    <a:pt x="1811" y="1136"/>
                  </a:lnTo>
                  <a:lnTo>
                    <a:pt x="1812" y="1077"/>
                  </a:lnTo>
                  <a:lnTo>
                    <a:pt x="1812" y="1032"/>
                  </a:lnTo>
                  <a:lnTo>
                    <a:pt x="1812" y="972"/>
                  </a:lnTo>
                  <a:lnTo>
                    <a:pt x="1813" y="912"/>
                  </a:lnTo>
                  <a:lnTo>
                    <a:pt x="1813" y="837"/>
                  </a:lnTo>
                  <a:lnTo>
                    <a:pt x="1814" y="763"/>
                  </a:lnTo>
                  <a:lnTo>
                    <a:pt x="1814" y="673"/>
                  </a:lnTo>
                  <a:lnTo>
                    <a:pt x="1815" y="583"/>
                  </a:lnTo>
                  <a:lnTo>
                    <a:pt x="1815" y="494"/>
                  </a:lnTo>
                  <a:lnTo>
                    <a:pt x="1816" y="374"/>
                  </a:lnTo>
                  <a:lnTo>
                    <a:pt x="1816" y="269"/>
                  </a:lnTo>
                  <a:lnTo>
                    <a:pt x="1817" y="1256"/>
                  </a:lnTo>
                  <a:lnTo>
                    <a:pt x="1817" y="1256"/>
                  </a:lnTo>
                  <a:lnTo>
                    <a:pt x="1817" y="1256"/>
                  </a:lnTo>
                  <a:lnTo>
                    <a:pt x="1818" y="1256"/>
                  </a:lnTo>
                  <a:lnTo>
                    <a:pt x="1818" y="1241"/>
                  </a:lnTo>
                  <a:lnTo>
                    <a:pt x="1819" y="1241"/>
                  </a:lnTo>
                  <a:lnTo>
                    <a:pt x="1819" y="1241"/>
                  </a:lnTo>
                  <a:lnTo>
                    <a:pt x="1820" y="1241"/>
                  </a:lnTo>
                  <a:lnTo>
                    <a:pt x="1820" y="1241"/>
                  </a:lnTo>
                  <a:lnTo>
                    <a:pt x="1821" y="1241"/>
                  </a:lnTo>
                  <a:lnTo>
                    <a:pt x="1821" y="1241"/>
                  </a:lnTo>
                  <a:lnTo>
                    <a:pt x="1821" y="1241"/>
                  </a:lnTo>
                  <a:lnTo>
                    <a:pt x="1822" y="1241"/>
                  </a:lnTo>
                  <a:lnTo>
                    <a:pt x="1823" y="1241"/>
                  </a:lnTo>
                  <a:lnTo>
                    <a:pt x="1823" y="1241"/>
                  </a:lnTo>
                  <a:lnTo>
                    <a:pt x="1823" y="1241"/>
                  </a:lnTo>
                  <a:lnTo>
                    <a:pt x="1824" y="1241"/>
                  </a:lnTo>
                  <a:lnTo>
                    <a:pt x="1824" y="1241"/>
                  </a:lnTo>
                  <a:lnTo>
                    <a:pt x="1825" y="1241"/>
                  </a:lnTo>
                  <a:lnTo>
                    <a:pt x="1825" y="1241"/>
                  </a:lnTo>
                  <a:lnTo>
                    <a:pt x="1826" y="1241"/>
                  </a:lnTo>
                  <a:lnTo>
                    <a:pt x="1826" y="1241"/>
                  </a:lnTo>
                  <a:lnTo>
                    <a:pt x="1827" y="1241"/>
                  </a:lnTo>
                  <a:lnTo>
                    <a:pt x="1827" y="1241"/>
                  </a:lnTo>
                  <a:lnTo>
                    <a:pt x="1827" y="1241"/>
                  </a:lnTo>
                  <a:lnTo>
                    <a:pt x="1828" y="1241"/>
                  </a:lnTo>
                  <a:lnTo>
                    <a:pt x="1828" y="1241"/>
                  </a:lnTo>
                  <a:lnTo>
                    <a:pt x="1829" y="1241"/>
                  </a:lnTo>
                  <a:lnTo>
                    <a:pt x="1829" y="1241"/>
                  </a:lnTo>
                  <a:lnTo>
                    <a:pt x="1830" y="1241"/>
                  </a:lnTo>
                  <a:lnTo>
                    <a:pt x="1830" y="1241"/>
                  </a:lnTo>
                  <a:lnTo>
                    <a:pt x="1830" y="1241"/>
                  </a:lnTo>
                  <a:lnTo>
                    <a:pt x="1831" y="1226"/>
                  </a:lnTo>
                  <a:lnTo>
                    <a:pt x="1832" y="1226"/>
                  </a:lnTo>
                  <a:lnTo>
                    <a:pt x="1832" y="1226"/>
                  </a:lnTo>
                  <a:lnTo>
                    <a:pt x="1832" y="1226"/>
                  </a:lnTo>
                  <a:lnTo>
                    <a:pt x="1833" y="1226"/>
                  </a:lnTo>
                  <a:lnTo>
                    <a:pt x="1833" y="1211"/>
                  </a:lnTo>
                  <a:lnTo>
                    <a:pt x="1834" y="1211"/>
                  </a:lnTo>
                  <a:lnTo>
                    <a:pt x="1834" y="1211"/>
                  </a:lnTo>
                  <a:lnTo>
                    <a:pt x="1835" y="1196"/>
                  </a:lnTo>
                  <a:lnTo>
                    <a:pt x="1835" y="1196"/>
                  </a:lnTo>
                  <a:lnTo>
                    <a:pt x="1836" y="1196"/>
                  </a:lnTo>
                  <a:lnTo>
                    <a:pt x="1836" y="1196"/>
                  </a:lnTo>
                  <a:lnTo>
                    <a:pt x="1836" y="1181"/>
                  </a:lnTo>
                  <a:lnTo>
                    <a:pt x="1837" y="1181"/>
                  </a:lnTo>
                  <a:lnTo>
                    <a:pt x="1838" y="1181"/>
                  </a:lnTo>
                  <a:lnTo>
                    <a:pt x="1838" y="1181"/>
                  </a:lnTo>
                  <a:lnTo>
                    <a:pt x="1838" y="1181"/>
                  </a:lnTo>
                  <a:lnTo>
                    <a:pt x="1839" y="1181"/>
                  </a:lnTo>
                  <a:lnTo>
                    <a:pt x="1839" y="1166"/>
                  </a:lnTo>
                  <a:lnTo>
                    <a:pt x="1840" y="1166"/>
                  </a:lnTo>
                  <a:lnTo>
                    <a:pt x="1840" y="1166"/>
                  </a:lnTo>
                  <a:lnTo>
                    <a:pt x="1841" y="1166"/>
                  </a:lnTo>
                  <a:lnTo>
                    <a:pt x="1841" y="1151"/>
                  </a:lnTo>
                  <a:lnTo>
                    <a:pt x="1842" y="1151"/>
                  </a:lnTo>
                  <a:lnTo>
                    <a:pt x="1842" y="1151"/>
                  </a:lnTo>
                  <a:lnTo>
                    <a:pt x="1842" y="1151"/>
                  </a:lnTo>
                  <a:lnTo>
                    <a:pt x="1843" y="1136"/>
                  </a:lnTo>
                  <a:lnTo>
                    <a:pt x="1843" y="1136"/>
                  </a:lnTo>
                  <a:lnTo>
                    <a:pt x="1844" y="1136"/>
                  </a:lnTo>
                  <a:lnTo>
                    <a:pt x="1844" y="1136"/>
                  </a:lnTo>
                  <a:lnTo>
                    <a:pt x="1845" y="1136"/>
                  </a:lnTo>
                  <a:lnTo>
                    <a:pt x="1845" y="1136"/>
                  </a:lnTo>
                  <a:lnTo>
                    <a:pt x="1845" y="1121"/>
                  </a:lnTo>
                  <a:lnTo>
                    <a:pt x="1846" y="1121"/>
                  </a:lnTo>
                  <a:lnTo>
                    <a:pt x="1847" y="1121"/>
                  </a:lnTo>
                  <a:lnTo>
                    <a:pt x="1847" y="1121"/>
                  </a:lnTo>
                  <a:lnTo>
                    <a:pt x="1847" y="1107"/>
                  </a:lnTo>
                  <a:lnTo>
                    <a:pt x="1848" y="1107"/>
                  </a:lnTo>
                  <a:lnTo>
                    <a:pt x="1848" y="1107"/>
                  </a:lnTo>
                  <a:lnTo>
                    <a:pt x="1849" y="1107"/>
                  </a:lnTo>
                  <a:lnTo>
                    <a:pt x="1849" y="1107"/>
                  </a:lnTo>
                  <a:lnTo>
                    <a:pt x="1850" y="1107"/>
                  </a:lnTo>
                  <a:lnTo>
                    <a:pt x="1850" y="1092"/>
                  </a:lnTo>
                  <a:lnTo>
                    <a:pt x="1851" y="1092"/>
                  </a:lnTo>
                  <a:lnTo>
                    <a:pt x="1851" y="1092"/>
                  </a:lnTo>
                  <a:lnTo>
                    <a:pt x="1851" y="1092"/>
                  </a:lnTo>
                  <a:lnTo>
                    <a:pt x="1852" y="1092"/>
                  </a:lnTo>
                  <a:lnTo>
                    <a:pt x="1853" y="1092"/>
                  </a:lnTo>
                  <a:lnTo>
                    <a:pt x="1853" y="1092"/>
                  </a:lnTo>
                  <a:lnTo>
                    <a:pt x="1853" y="1092"/>
                  </a:lnTo>
                  <a:lnTo>
                    <a:pt x="1854" y="1092"/>
                  </a:lnTo>
                  <a:lnTo>
                    <a:pt x="1854" y="1092"/>
                  </a:lnTo>
                  <a:lnTo>
                    <a:pt x="1855" y="1092"/>
                  </a:lnTo>
                  <a:lnTo>
                    <a:pt x="1855" y="1092"/>
                  </a:lnTo>
                  <a:lnTo>
                    <a:pt x="1856" y="1092"/>
                  </a:lnTo>
                  <a:lnTo>
                    <a:pt x="1856" y="1092"/>
                  </a:lnTo>
                  <a:lnTo>
                    <a:pt x="1856" y="1092"/>
                  </a:lnTo>
                  <a:lnTo>
                    <a:pt x="1857" y="1092"/>
                  </a:lnTo>
                  <a:lnTo>
                    <a:pt x="1858" y="1107"/>
                  </a:lnTo>
                  <a:lnTo>
                    <a:pt x="1858" y="1092"/>
                  </a:lnTo>
                  <a:lnTo>
                    <a:pt x="1858" y="1092"/>
                  </a:lnTo>
                  <a:lnTo>
                    <a:pt x="1859" y="1092"/>
                  </a:lnTo>
                  <a:lnTo>
                    <a:pt x="1859" y="1092"/>
                  </a:lnTo>
                  <a:lnTo>
                    <a:pt x="1860" y="1092"/>
                  </a:lnTo>
                  <a:lnTo>
                    <a:pt x="1860" y="1092"/>
                  </a:lnTo>
                  <a:lnTo>
                    <a:pt x="1861" y="1092"/>
                  </a:lnTo>
                  <a:lnTo>
                    <a:pt x="1861" y="1092"/>
                  </a:lnTo>
                  <a:lnTo>
                    <a:pt x="1862" y="1077"/>
                  </a:lnTo>
                  <a:lnTo>
                    <a:pt x="1862" y="1077"/>
                  </a:lnTo>
                  <a:lnTo>
                    <a:pt x="1862" y="1077"/>
                  </a:lnTo>
                  <a:lnTo>
                    <a:pt x="1863" y="1077"/>
                  </a:lnTo>
                  <a:lnTo>
                    <a:pt x="1864" y="1061"/>
                  </a:lnTo>
                  <a:lnTo>
                    <a:pt x="1864" y="1061"/>
                  </a:lnTo>
                  <a:lnTo>
                    <a:pt x="1864" y="1061"/>
                  </a:lnTo>
                  <a:lnTo>
                    <a:pt x="1865" y="1061"/>
                  </a:lnTo>
                  <a:lnTo>
                    <a:pt x="1865" y="1046"/>
                  </a:lnTo>
                  <a:lnTo>
                    <a:pt x="1866" y="1046"/>
                  </a:lnTo>
                  <a:lnTo>
                    <a:pt x="1866" y="1046"/>
                  </a:lnTo>
                  <a:lnTo>
                    <a:pt x="1867" y="1046"/>
                  </a:lnTo>
                  <a:lnTo>
                    <a:pt x="1867" y="1032"/>
                  </a:lnTo>
                  <a:lnTo>
                    <a:pt x="1868" y="1032"/>
                  </a:lnTo>
                  <a:lnTo>
                    <a:pt x="1868" y="1032"/>
                  </a:lnTo>
                  <a:lnTo>
                    <a:pt x="1868" y="1032"/>
                  </a:lnTo>
                  <a:lnTo>
                    <a:pt x="1869" y="1032"/>
                  </a:lnTo>
                  <a:lnTo>
                    <a:pt x="1869" y="1032"/>
                  </a:lnTo>
                  <a:lnTo>
                    <a:pt x="1870" y="1032"/>
                  </a:lnTo>
                  <a:lnTo>
                    <a:pt x="1870" y="1032"/>
                  </a:lnTo>
                  <a:lnTo>
                    <a:pt x="1871" y="1032"/>
                  </a:lnTo>
                  <a:lnTo>
                    <a:pt x="1871" y="1032"/>
                  </a:lnTo>
                  <a:lnTo>
                    <a:pt x="1871" y="1032"/>
                  </a:lnTo>
                  <a:lnTo>
                    <a:pt x="1872" y="1032"/>
                  </a:lnTo>
                  <a:lnTo>
                    <a:pt x="1873" y="1032"/>
                  </a:lnTo>
                  <a:lnTo>
                    <a:pt x="1873" y="1032"/>
                  </a:lnTo>
                  <a:lnTo>
                    <a:pt x="1873" y="1032"/>
                  </a:lnTo>
                  <a:lnTo>
                    <a:pt x="1874" y="1032"/>
                  </a:lnTo>
                  <a:lnTo>
                    <a:pt x="1874" y="1032"/>
                  </a:lnTo>
                  <a:lnTo>
                    <a:pt x="1875" y="1032"/>
                  </a:lnTo>
                  <a:lnTo>
                    <a:pt x="1875" y="1032"/>
                  </a:lnTo>
                  <a:lnTo>
                    <a:pt x="1876" y="1032"/>
                  </a:lnTo>
                  <a:lnTo>
                    <a:pt x="1876" y="1032"/>
                  </a:lnTo>
                  <a:lnTo>
                    <a:pt x="1877" y="1032"/>
                  </a:lnTo>
                  <a:lnTo>
                    <a:pt x="1877" y="1046"/>
                  </a:lnTo>
                  <a:lnTo>
                    <a:pt x="1877" y="1046"/>
                  </a:lnTo>
                  <a:lnTo>
                    <a:pt x="1878" y="1046"/>
                  </a:lnTo>
                  <a:lnTo>
                    <a:pt x="1879" y="1046"/>
                  </a:lnTo>
                  <a:lnTo>
                    <a:pt x="1879" y="1046"/>
                  </a:lnTo>
                  <a:lnTo>
                    <a:pt x="1879" y="1046"/>
                  </a:lnTo>
                  <a:lnTo>
                    <a:pt x="1880" y="1046"/>
                  </a:lnTo>
                  <a:lnTo>
                    <a:pt x="1880" y="1046"/>
                  </a:lnTo>
                  <a:lnTo>
                    <a:pt x="1881" y="1046"/>
                  </a:lnTo>
                  <a:lnTo>
                    <a:pt x="1881" y="1046"/>
                  </a:lnTo>
                  <a:lnTo>
                    <a:pt x="1882" y="1046"/>
                  </a:lnTo>
                  <a:lnTo>
                    <a:pt x="1882" y="1046"/>
                  </a:lnTo>
                  <a:lnTo>
                    <a:pt x="1882" y="1046"/>
                  </a:lnTo>
                  <a:lnTo>
                    <a:pt x="1883" y="1061"/>
                  </a:lnTo>
                  <a:lnTo>
                    <a:pt x="1883" y="1061"/>
                  </a:lnTo>
                  <a:lnTo>
                    <a:pt x="1884" y="1061"/>
                  </a:lnTo>
                  <a:lnTo>
                    <a:pt x="1884" y="1061"/>
                  </a:lnTo>
                  <a:lnTo>
                    <a:pt x="1885" y="1061"/>
                  </a:lnTo>
                  <a:lnTo>
                    <a:pt x="1885" y="1061"/>
                  </a:lnTo>
                  <a:lnTo>
                    <a:pt x="1886" y="1061"/>
                  </a:lnTo>
                  <a:lnTo>
                    <a:pt x="1886" y="1061"/>
                  </a:lnTo>
                  <a:lnTo>
                    <a:pt x="1886" y="1046"/>
                  </a:lnTo>
                  <a:lnTo>
                    <a:pt x="1887" y="1046"/>
                  </a:lnTo>
                  <a:lnTo>
                    <a:pt x="1888" y="1046"/>
                  </a:lnTo>
                  <a:lnTo>
                    <a:pt x="1888" y="1046"/>
                  </a:lnTo>
                  <a:lnTo>
                    <a:pt x="1888" y="1046"/>
                  </a:lnTo>
                  <a:lnTo>
                    <a:pt x="1889" y="1046"/>
                  </a:lnTo>
                  <a:lnTo>
                    <a:pt x="1889" y="1032"/>
                  </a:lnTo>
                  <a:lnTo>
                    <a:pt x="1890" y="1032"/>
                  </a:lnTo>
                  <a:lnTo>
                    <a:pt x="1890" y="1032"/>
                  </a:lnTo>
                  <a:lnTo>
                    <a:pt x="1891" y="1032"/>
                  </a:lnTo>
                  <a:lnTo>
                    <a:pt x="1891" y="1032"/>
                  </a:lnTo>
                  <a:lnTo>
                    <a:pt x="1892" y="1032"/>
                  </a:lnTo>
                  <a:lnTo>
                    <a:pt x="1892" y="1032"/>
                  </a:lnTo>
                  <a:lnTo>
                    <a:pt x="1892" y="1032"/>
                  </a:lnTo>
                  <a:lnTo>
                    <a:pt x="1893" y="1032"/>
                  </a:lnTo>
                  <a:lnTo>
                    <a:pt x="1894" y="1032"/>
                  </a:lnTo>
                  <a:lnTo>
                    <a:pt x="1894" y="1032"/>
                  </a:lnTo>
                  <a:lnTo>
                    <a:pt x="1894" y="1032"/>
                  </a:lnTo>
                  <a:lnTo>
                    <a:pt x="1895" y="1032"/>
                  </a:lnTo>
                  <a:lnTo>
                    <a:pt x="1895" y="1032"/>
                  </a:lnTo>
                  <a:lnTo>
                    <a:pt x="1896" y="1032"/>
                  </a:lnTo>
                  <a:lnTo>
                    <a:pt x="1896" y="1017"/>
                  </a:lnTo>
                  <a:lnTo>
                    <a:pt x="1897" y="1017"/>
                  </a:lnTo>
                  <a:lnTo>
                    <a:pt x="1897" y="1017"/>
                  </a:lnTo>
                  <a:lnTo>
                    <a:pt x="1897" y="1017"/>
                  </a:lnTo>
                  <a:lnTo>
                    <a:pt x="1898" y="1002"/>
                  </a:lnTo>
                  <a:lnTo>
                    <a:pt x="1898" y="1002"/>
                  </a:lnTo>
                  <a:lnTo>
                    <a:pt x="1899" y="1002"/>
                  </a:lnTo>
                  <a:lnTo>
                    <a:pt x="1899" y="987"/>
                  </a:lnTo>
                  <a:lnTo>
                    <a:pt x="1900" y="987"/>
                  </a:lnTo>
                  <a:lnTo>
                    <a:pt x="1900" y="987"/>
                  </a:lnTo>
                  <a:lnTo>
                    <a:pt x="1901" y="987"/>
                  </a:lnTo>
                  <a:lnTo>
                    <a:pt x="1901" y="987"/>
                  </a:lnTo>
                  <a:lnTo>
                    <a:pt x="1901" y="972"/>
                  </a:lnTo>
                  <a:lnTo>
                    <a:pt x="1902" y="972"/>
                  </a:lnTo>
                  <a:lnTo>
                    <a:pt x="1903" y="972"/>
                  </a:lnTo>
                  <a:lnTo>
                    <a:pt x="1903" y="972"/>
                  </a:lnTo>
                  <a:lnTo>
                    <a:pt x="1903" y="957"/>
                  </a:lnTo>
                  <a:lnTo>
                    <a:pt x="1904" y="957"/>
                  </a:lnTo>
                  <a:lnTo>
                    <a:pt x="1904" y="957"/>
                  </a:lnTo>
                  <a:lnTo>
                    <a:pt x="1905" y="957"/>
                  </a:lnTo>
                  <a:lnTo>
                    <a:pt x="1905" y="942"/>
                  </a:lnTo>
                  <a:lnTo>
                    <a:pt x="1906" y="942"/>
                  </a:lnTo>
                  <a:lnTo>
                    <a:pt x="1906" y="942"/>
                  </a:lnTo>
                  <a:lnTo>
                    <a:pt x="1907" y="927"/>
                  </a:lnTo>
                  <a:lnTo>
                    <a:pt x="1907" y="927"/>
                  </a:lnTo>
                  <a:lnTo>
                    <a:pt x="1907" y="927"/>
                  </a:lnTo>
                  <a:lnTo>
                    <a:pt x="1908" y="912"/>
                  </a:lnTo>
                  <a:lnTo>
                    <a:pt x="1908" y="912"/>
                  </a:lnTo>
                  <a:lnTo>
                    <a:pt x="1909" y="912"/>
                  </a:lnTo>
                  <a:lnTo>
                    <a:pt x="1909" y="912"/>
                  </a:lnTo>
                  <a:lnTo>
                    <a:pt x="1910" y="897"/>
                  </a:lnTo>
                  <a:lnTo>
                    <a:pt x="1910" y="897"/>
                  </a:lnTo>
                  <a:lnTo>
                    <a:pt x="1911" y="897"/>
                  </a:lnTo>
                  <a:lnTo>
                    <a:pt x="1911" y="897"/>
                  </a:lnTo>
                  <a:lnTo>
                    <a:pt x="1912" y="882"/>
                  </a:lnTo>
                  <a:lnTo>
                    <a:pt x="1912" y="882"/>
                  </a:lnTo>
                  <a:lnTo>
                    <a:pt x="1912" y="882"/>
                  </a:lnTo>
                  <a:lnTo>
                    <a:pt x="1913" y="882"/>
                  </a:lnTo>
                  <a:lnTo>
                    <a:pt x="1913" y="882"/>
                  </a:lnTo>
                  <a:lnTo>
                    <a:pt x="1914" y="867"/>
                  </a:lnTo>
                  <a:lnTo>
                    <a:pt x="1914" y="867"/>
                  </a:lnTo>
                  <a:lnTo>
                    <a:pt x="1915" y="867"/>
                  </a:lnTo>
                  <a:lnTo>
                    <a:pt x="1915" y="867"/>
                  </a:lnTo>
                  <a:lnTo>
                    <a:pt x="1916" y="867"/>
                  </a:lnTo>
                  <a:lnTo>
                    <a:pt x="1916" y="867"/>
                  </a:lnTo>
                  <a:lnTo>
                    <a:pt x="1916" y="852"/>
                  </a:lnTo>
                  <a:lnTo>
                    <a:pt x="1917" y="852"/>
                  </a:lnTo>
                  <a:lnTo>
                    <a:pt x="1918" y="852"/>
                  </a:lnTo>
                  <a:lnTo>
                    <a:pt x="1918" y="852"/>
                  </a:lnTo>
                  <a:lnTo>
                    <a:pt x="1918" y="837"/>
                  </a:lnTo>
                  <a:lnTo>
                    <a:pt x="1919" y="837"/>
                  </a:lnTo>
                  <a:lnTo>
                    <a:pt x="1919" y="837"/>
                  </a:lnTo>
                  <a:lnTo>
                    <a:pt x="1920" y="822"/>
                  </a:lnTo>
                  <a:lnTo>
                    <a:pt x="1920" y="822"/>
                  </a:lnTo>
                  <a:lnTo>
                    <a:pt x="1921" y="808"/>
                  </a:lnTo>
                  <a:lnTo>
                    <a:pt x="1921" y="808"/>
                  </a:lnTo>
                  <a:lnTo>
                    <a:pt x="1922" y="808"/>
                  </a:lnTo>
                  <a:lnTo>
                    <a:pt x="1922" y="793"/>
                  </a:lnTo>
                  <a:lnTo>
                    <a:pt x="1922" y="793"/>
                  </a:lnTo>
                  <a:lnTo>
                    <a:pt x="1923" y="778"/>
                  </a:lnTo>
                  <a:lnTo>
                    <a:pt x="1923" y="778"/>
                  </a:lnTo>
                  <a:lnTo>
                    <a:pt x="1924" y="763"/>
                  </a:lnTo>
                  <a:lnTo>
                    <a:pt x="1924" y="763"/>
                  </a:lnTo>
                  <a:lnTo>
                    <a:pt x="1925" y="763"/>
                  </a:lnTo>
                  <a:lnTo>
                    <a:pt x="1925" y="748"/>
                  </a:lnTo>
                  <a:lnTo>
                    <a:pt x="1925" y="748"/>
                  </a:lnTo>
                  <a:lnTo>
                    <a:pt x="1926" y="748"/>
                  </a:lnTo>
                  <a:lnTo>
                    <a:pt x="1927" y="733"/>
                  </a:lnTo>
                  <a:lnTo>
                    <a:pt x="1927" y="733"/>
                  </a:lnTo>
                  <a:lnTo>
                    <a:pt x="1927" y="733"/>
                  </a:lnTo>
                  <a:lnTo>
                    <a:pt x="1928" y="733"/>
                  </a:lnTo>
                  <a:lnTo>
                    <a:pt x="1928" y="733"/>
                  </a:lnTo>
                  <a:lnTo>
                    <a:pt x="1929" y="733"/>
                  </a:lnTo>
                  <a:lnTo>
                    <a:pt x="1929" y="733"/>
                  </a:lnTo>
                  <a:lnTo>
                    <a:pt x="1930" y="733"/>
                  </a:lnTo>
                  <a:lnTo>
                    <a:pt x="1930" y="733"/>
                  </a:lnTo>
                  <a:lnTo>
                    <a:pt x="1931" y="718"/>
                  </a:lnTo>
                  <a:lnTo>
                    <a:pt x="1931" y="718"/>
                  </a:lnTo>
                  <a:lnTo>
                    <a:pt x="1931" y="718"/>
                  </a:lnTo>
                  <a:lnTo>
                    <a:pt x="1932" y="718"/>
                  </a:lnTo>
                  <a:lnTo>
                    <a:pt x="1933" y="718"/>
                  </a:lnTo>
                  <a:lnTo>
                    <a:pt x="1933" y="718"/>
                  </a:lnTo>
                  <a:lnTo>
                    <a:pt x="1933" y="718"/>
                  </a:lnTo>
                  <a:lnTo>
                    <a:pt x="1934" y="703"/>
                  </a:lnTo>
                  <a:lnTo>
                    <a:pt x="1934" y="703"/>
                  </a:lnTo>
                  <a:lnTo>
                    <a:pt x="1935" y="703"/>
                  </a:lnTo>
                  <a:lnTo>
                    <a:pt x="1935" y="703"/>
                  </a:lnTo>
                  <a:lnTo>
                    <a:pt x="1936" y="703"/>
                  </a:lnTo>
                  <a:lnTo>
                    <a:pt x="1936" y="703"/>
                  </a:lnTo>
                  <a:lnTo>
                    <a:pt x="1937" y="703"/>
                  </a:lnTo>
                  <a:lnTo>
                    <a:pt x="1937" y="703"/>
                  </a:lnTo>
                  <a:lnTo>
                    <a:pt x="1937" y="703"/>
                  </a:lnTo>
                  <a:lnTo>
                    <a:pt x="1938" y="688"/>
                  </a:lnTo>
                  <a:lnTo>
                    <a:pt x="1938" y="688"/>
                  </a:lnTo>
                  <a:lnTo>
                    <a:pt x="1939" y="688"/>
                  </a:lnTo>
                  <a:lnTo>
                    <a:pt x="1939" y="688"/>
                  </a:lnTo>
                  <a:lnTo>
                    <a:pt x="1940" y="688"/>
                  </a:lnTo>
                  <a:lnTo>
                    <a:pt x="1940" y="688"/>
                  </a:lnTo>
                  <a:lnTo>
                    <a:pt x="1940" y="673"/>
                  </a:lnTo>
                  <a:lnTo>
                    <a:pt x="1941" y="673"/>
                  </a:lnTo>
                  <a:lnTo>
                    <a:pt x="1942" y="673"/>
                  </a:lnTo>
                  <a:lnTo>
                    <a:pt x="1942" y="673"/>
                  </a:lnTo>
                  <a:lnTo>
                    <a:pt x="1942" y="673"/>
                  </a:lnTo>
                  <a:lnTo>
                    <a:pt x="1943" y="673"/>
                  </a:lnTo>
                  <a:lnTo>
                    <a:pt x="1943" y="673"/>
                  </a:lnTo>
                  <a:lnTo>
                    <a:pt x="1944" y="673"/>
                  </a:lnTo>
                  <a:lnTo>
                    <a:pt x="1944" y="673"/>
                  </a:lnTo>
                  <a:lnTo>
                    <a:pt x="1945" y="688"/>
                  </a:lnTo>
                  <a:lnTo>
                    <a:pt x="1945" y="688"/>
                  </a:lnTo>
                  <a:lnTo>
                    <a:pt x="1946" y="688"/>
                  </a:lnTo>
                  <a:lnTo>
                    <a:pt x="1946" y="688"/>
                  </a:lnTo>
                  <a:lnTo>
                    <a:pt x="1946" y="688"/>
                  </a:lnTo>
                  <a:lnTo>
                    <a:pt x="1947" y="688"/>
                  </a:lnTo>
                  <a:lnTo>
                    <a:pt x="1948" y="673"/>
                  </a:lnTo>
                  <a:lnTo>
                    <a:pt x="1948" y="673"/>
                  </a:lnTo>
                  <a:lnTo>
                    <a:pt x="1948" y="673"/>
                  </a:lnTo>
                  <a:lnTo>
                    <a:pt x="1949" y="673"/>
                  </a:lnTo>
                  <a:lnTo>
                    <a:pt x="1949" y="673"/>
                  </a:lnTo>
                  <a:lnTo>
                    <a:pt x="1950" y="688"/>
                  </a:lnTo>
                  <a:lnTo>
                    <a:pt x="1950" y="688"/>
                  </a:lnTo>
                  <a:lnTo>
                    <a:pt x="1951" y="688"/>
                  </a:lnTo>
                  <a:lnTo>
                    <a:pt x="1951" y="688"/>
                  </a:lnTo>
                  <a:lnTo>
                    <a:pt x="1951" y="688"/>
                  </a:lnTo>
                  <a:lnTo>
                    <a:pt x="1952" y="688"/>
                  </a:lnTo>
                  <a:lnTo>
                    <a:pt x="1952" y="688"/>
                  </a:lnTo>
                  <a:lnTo>
                    <a:pt x="1953" y="688"/>
                  </a:lnTo>
                  <a:lnTo>
                    <a:pt x="1953" y="688"/>
                  </a:lnTo>
                  <a:lnTo>
                    <a:pt x="1954" y="688"/>
                  </a:lnTo>
                  <a:lnTo>
                    <a:pt x="1954" y="688"/>
                  </a:lnTo>
                  <a:lnTo>
                    <a:pt x="1955" y="688"/>
                  </a:lnTo>
                  <a:lnTo>
                    <a:pt x="1955" y="703"/>
                  </a:lnTo>
                  <a:lnTo>
                    <a:pt x="1955" y="703"/>
                  </a:lnTo>
                  <a:lnTo>
                    <a:pt x="1956" y="703"/>
                  </a:lnTo>
                  <a:lnTo>
                    <a:pt x="1957" y="703"/>
                  </a:lnTo>
                  <a:lnTo>
                    <a:pt x="1957" y="703"/>
                  </a:lnTo>
                  <a:lnTo>
                    <a:pt x="1957" y="703"/>
                  </a:lnTo>
                  <a:lnTo>
                    <a:pt x="1958" y="703"/>
                  </a:lnTo>
                  <a:lnTo>
                    <a:pt x="1958" y="718"/>
                  </a:lnTo>
                  <a:lnTo>
                    <a:pt x="1959" y="718"/>
                  </a:lnTo>
                  <a:lnTo>
                    <a:pt x="1959" y="718"/>
                  </a:lnTo>
                  <a:lnTo>
                    <a:pt x="1960" y="718"/>
                  </a:lnTo>
                  <a:lnTo>
                    <a:pt x="1960" y="718"/>
                  </a:lnTo>
                  <a:lnTo>
                    <a:pt x="1961" y="718"/>
                  </a:lnTo>
                  <a:lnTo>
                    <a:pt x="1961" y="718"/>
                  </a:lnTo>
                  <a:lnTo>
                    <a:pt x="1961" y="718"/>
                  </a:lnTo>
                  <a:lnTo>
                    <a:pt x="1962" y="718"/>
                  </a:lnTo>
                  <a:lnTo>
                    <a:pt x="1963" y="718"/>
                  </a:lnTo>
                  <a:lnTo>
                    <a:pt x="1963" y="718"/>
                  </a:lnTo>
                  <a:lnTo>
                    <a:pt x="1963" y="718"/>
                  </a:lnTo>
                  <a:lnTo>
                    <a:pt x="1964" y="718"/>
                  </a:lnTo>
                  <a:lnTo>
                    <a:pt x="1964" y="718"/>
                  </a:lnTo>
                  <a:lnTo>
                    <a:pt x="1965" y="718"/>
                  </a:lnTo>
                  <a:lnTo>
                    <a:pt x="1965" y="718"/>
                  </a:lnTo>
                  <a:lnTo>
                    <a:pt x="1966" y="718"/>
                  </a:lnTo>
                  <a:lnTo>
                    <a:pt x="1966" y="718"/>
                  </a:lnTo>
                  <a:lnTo>
                    <a:pt x="1966" y="703"/>
                  </a:lnTo>
                  <a:lnTo>
                    <a:pt x="1967" y="703"/>
                  </a:lnTo>
                  <a:lnTo>
                    <a:pt x="1968" y="703"/>
                  </a:lnTo>
                  <a:lnTo>
                    <a:pt x="1968" y="703"/>
                  </a:lnTo>
                  <a:lnTo>
                    <a:pt x="1968" y="703"/>
                  </a:lnTo>
                  <a:lnTo>
                    <a:pt x="1969" y="703"/>
                  </a:lnTo>
                  <a:lnTo>
                    <a:pt x="1969" y="688"/>
                  </a:lnTo>
                  <a:lnTo>
                    <a:pt x="1970" y="688"/>
                  </a:lnTo>
                  <a:lnTo>
                    <a:pt x="1970" y="688"/>
                  </a:lnTo>
                  <a:lnTo>
                    <a:pt x="1971" y="688"/>
                  </a:lnTo>
                  <a:lnTo>
                    <a:pt x="1971" y="688"/>
                  </a:lnTo>
                  <a:lnTo>
                    <a:pt x="1972" y="688"/>
                  </a:lnTo>
                  <a:lnTo>
                    <a:pt x="1972" y="688"/>
                  </a:lnTo>
                  <a:lnTo>
                    <a:pt x="1972" y="673"/>
                  </a:lnTo>
                  <a:lnTo>
                    <a:pt x="1973" y="673"/>
                  </a:lnTo>
                  <a:lnTo>
                    <a:pt x="1974" y="673"/>
                  </a:lnTo>
                  <a:lnTo>
                    <a:pt x="1974" y="673"/>
                  </a:lnTo>
                  <a:lnTo>
                    <a:pt x="1974" y="673"/>
                  </a:lnTo>
                  <a:lnTo>
                    <a:pt x="1975" y="673"/>
                  </a:lnTo>
                  <a:lnTo>
                    <a:pt x="1975" y="673"/>
                  </a:lnTo>
                  <a:lnTo>
                    <a:pt x="1976" y="658"/>
                  </a:lnTo>
                  <a:lnTo>
                    <a:pt x="1976" y="658"/>
                  </a:lnTo>
                  <a:lnTo>
                    <a:pt x="1977" y="658"/>
                  </a:lnTo>
                  <a:lnTo>
                    <a:pt x="1977" y="658"/>
                  </a:lnTo>
                  <a:lnTo>
                    <a:pt x="1978" y="643"/>
                  </a:lnTo>
                  <a:lnTo>
                    <a:pt x="1978" y="643"/>
                  </a:lnTo>
                  <a:lnTo>
                    <a:pt x="1978" y="643"/>
                  </a:lnTo>
                  <a:lnTo>
                    <a:pt x="1979" y="643"/>
                  </a:lnTo>
                  <a:lnTo>
                    <a:pt x="1979" y="643"/>
                  </a:lnTo>
                  <a:lnTo>
                    <a:pt x="1980" y="643"/>
                  </a:lnTo>
                  <a:lnTo>
                    <a:pt x="1980" y="643"/>
                  </a:lnTo>
                  <a:lnTo>
                    <a:pt x="1981" y="628"/>
                  </a:lnTo>
                  <a:lnTo>
                    <a:pt x="1981" y="628"/>
                  </a:lnTo>
                  <a:lnTo>
                    <a:pt x="1981" y="628"/>
                  </a:lnTo>
                  <a:lnTo>
                    <a:pt x="1982" y="628"/>
                  </a:lnTo>
                  <a:lnTo>
                    <a:pt x="1983" y="628"/>
                  </a:lnTo>
                  <a:lnTo>
                    <a:pt x="1983" y="613"/>
                  </a:lnTo>
                  <a:lnTo>
                    <a:pt x="1983" y="613"/>
                  </a:lnTo>
                  <a:lnTo>
                    <a:pt x="1984" y="613"/>
                  </a:lnTo>
                  <a:lnTo>
                    <a:pt x="1984" y="613"/>
                  </a:lnTo>
                  <a:lnTo>
                    <a:pt x="1985" y="613"/>
                  </a:lnTo>
                  <a:lnTo>
                    <a:pt x="1985" y="598"/>
                  </a:lnTo>
                  <a:lnTo>
                    <a:pt x="1986" y="598"/>
                  </a:lnTo>
                  <a:lnTo>
                    <a:pt x="1986" y="598"/>
                  </a:lnTo>
                  <a:lnTo>
                    <a:pt x="1987" y="598"/>
                  </a:lnTo>
                  <a:lnTo>
                    <a:pt x="1987" y="598"/>
                  </a:lnTo>
                  <a:lnTo>
                    <a:pt x="1987" y="598"/>
                  </a:lnTo>
                  <a:lnTo>
                    <a:pt x="1988" y="583"/>
                  </a:lnTo>
                  <a:lnTo>
                    <a:pt x="1989" y="583"/>
                  </a:lnTo>
                  <a:lnTo>
                    <a:pt x="1989" y="583"/>
                  </a:lnTo>
                  <a:lnTo>
                    <a:pt x="1989" y="583"/>
                  </a:lnTo>
                  <a:lnTo>
                    <a:pt x="1990" y="583"/>
                  </a:lnTo>
                  <a:lnTo>
                    <a:pt x="1990" y="583"/>
                  </a:lnTo>
                  <a:lnTo>
                    <a:pt x="1991" y="568"/>
                  </a:lnTo>
                  <a:lnTo>
                    <a:pt x="1991" y="568"/>
                  </a:lnTo>
                  <a:lnTo>
                    <a:pt x="1992" y="568"/>
                  </a:lnTo>
                  <a:lnTo>
                    <a:pt x="1992" y="568"/>
                  </a:lnTo>
                  <a:lnTo>
                    <a:pt x="1992" y="553"/>
                  </a:lnTo>
                  <a:lnTo>
                    <a:pt x="1993" y="553"/>
                  </a:lnTo>
                  <a:lnTo>
                    <a:pt x="1993" y="553"/>
                  </a:lnTo>
                  <a:lnTo>
                    <a:pt x="1994" y="553"/>
                  </a:lnTo>
                  <a:lnTo>
                    <a:pt x="1994" y="553"/>
                  </a:lnTo>
                  <a:lnTo>
                    <a:pt x="1995" y="538"/>
                  </a:lnTo>
                  <a:lnTo>
                    <a:pt x="1995" y="538"/>
                  </a:lnTo>
                  <a:lnTo>
                    <a:pt x="1996" y="538"/>
                  </a:lnTo>
                  <a:lnTo>
                    <a:pt x="1996" y="538"/>
                  </a:lnTo>
                  <a:lnTo>
                    <a:pt x="1996" y="538"/>
                  </a:lnTo>
                  <a:lnTo>
                    <a:pt x="1997" y="538"/>
                  </a:lnTo>
                  <a:lnTo>
                    <a:pt x="1998" y="538"/>
                  </a:lnTo>
                  <a:lnTo>
                    <a:pt x="1998" y="553"/>
                  </a:lnTo>
                  <a:lnTo>
                    <a:pt x="1998" y="553"/>
                  </a:lnTo>
                  <a:lnTo>
                    <a:pt x="1999" y="553"/>
                  </a:lnTo>
                  <a:lnTo>
                    <a:pt x="1999" y="553"/>
                  </a:lnTo>
                  <a:lnTo>
                    <a:pt x="2000" y="553"/>
                  </a:lnTo>
                  <a:lnTo>
                    <a:pt x="2000" y="553"/>
                  </a:lnTo>
                  <a:lnTo>
                    <a:pt x="2001" y="553"/>
                  </a:lnTo>
                  <a:lnTo>
                    <a:pt x="2001" y="553"/>
                  </a:lnTo>
                  <a:lnTo>
                    <a:pt x="2002" y="553"/>
                  </a:lnTo>
                  <a:lnTo>
                    <a:pt x="2002" y="553"/>
                  </a:lnTo>
                  <a:lnTo>
                    <a:pt x="2002" y="553"/>
                  </a:lnTo>
                  <a:lnTo>
                    <a:pt x="2003" y="568"/>
                  </a:lnTo>
                  <a:lnTo>
                    <a:pt x="2004" y="568"/>
                  </a:lnTo>
                  <a:lnTo>
                    <a:pt x="2004" y="568"/>
                  </a:lnTo>
                  <a:lnTo>
                    <a:pt x="2004" y="568"/>
                  </a:lnTo>
                  <a:lnTo>
                    <a:pt x="2005" y="568"/>
                  </a:lnTo>
                  <a:lnTo>
                    <a:pt x="2005" y="568"/>
                  </a:lnTo>
                  <a:lnTo>
                    <a:pt x="2006" y="568"/>
                  </a:lnTo>
                  <a:lnTo>
                    <a:pt x="2006" y="583"/>
                  </a:lnTo>
                  <a:lnTo>
                    <a:pt x="2007" y="583"/>
                  </a:lnTo>
                  <a:lnTo>
                    <a:pt x="2007" y="583"/>
                  </a:lnTo>
                  <a:lnTo>
                    <a:pt x="2007" y="598"/>
                  </a:lnTo>
                  <a:lnTo>
                    <a:pt x="2008" y="598"/>
                  </a:lnTo>
                  <a:lnTo>
                    <a:pt x="2008" y="598"/>
                  </a:lnTo>
                  <a:lnTo>
                    <a:pt x="2009" y="613"/>
                  </a:lnTo>
                  <a:lnTo>
                    <a:pt x="2009" y="613"/>
                  </a:lnTo>
                  <a:lnTo>
                    <a:pt x="2010" y="613"/>
                  </a:lnTo>
                  <a:lnTo>
                    <a:pt x="2010" y="628"/>
                  </a:lnTo>
                  <a:lnTo>
                    <a:pt x="2011" y="628"/>
                  </a:lnTo>
                  <a:lnTo>
                    <a:pt x="2011" y="628"/>
                  </a:lnTo>
                  <a:lnTo>
                    <a:pt x="2011" y="628"/>
                  </a:lnTo>
                  <a:lnTo>
                    <a:pt x="2012" y="628"/>
                  </a:lnTo>
                  <a:lnTo>
                    <a:pt x="2013" y="643"/>
                  </a:lnTo>
                  <a:lnTo>
                    <a:pt x="2013" y="643"/>
                  </a:lnTo>
                  <a:lnTo>
                    <a:pt x="2013" y="643"/>
                  </a:lnTo>
                  <a:lnTo>
                    <a:pt x="2014" y="643"/>
                  </a:lnTo>
                  <a:lnTo>
                    <a:pt x="2014" y="658"/>
                  </a:lnTo>
                  <a:lnTo>
                    <a:pt x="2015" y="658"/>
                  </a:lnTo>
                  <a:lnTo>
                    <a:pt x="2015" y="658"/>
                  </a:lnTo>
                  <a:lnTo>
                    <a:pt x="2016" y="673"/>
                  </a:lnTo>
                  <a:lnTo>
                    <a:pt x="2016" y="673"/>
                  </a:lnTo>
                  <a:lnTo>
                    <a:pt x="2017" y="673"/>
                  </a:lnTo>
                  <a:lnTo>
                    <a:pt x="2017" y="673"/>
                  </a:lnTo>
                  <a:lnTo>
                    <a:pt x="2017" y="673"/>
                  </a:lnTo>
                  <a:lnTo>
                    <a:pt x="2018" y="673"/>
                  </a:lnTo>
                  <a:lnTo>
                    <a:pt x="2018" y="673"/>
                  </a:lnTo>
                  <a:lnTo>
                    <a:pt x="2019" y="673"/>
                  </a:lnTo>
                  <a:lnTo>
                    <a:pt x="2019" y="673"/>
                  </a:lnTo>
                  <a:lnTo>
                    <a:pt x="2020" y="688"/>
                  </a:lnTo>
                  <a:lnTo>
                    <a:pt x="2020" y="688"/>
                  </a:lnTo>
                  <a:lnTo>
                    <a:pt x="2021" y="688"/>
                  </a:lnTo>
                  <a:lnTo>
                    <a:pt x="2021" y="688"/>
                  </a:lnTo>
                  <a:lnTo>
                    <a:pt x="2022" y="688"/>
                  </a:lnTo>
                  <a:lnTo>
                    <a:pt x="2022" y="703"/>
                  </a:lnTo>
                  <a:lnTo>
                    <a:pt x="2022" y="703"/>
                  </a:lnTo>
                  <a:lnTo>
                    <a:pt x="2023" y="703"/>
                  </a:lnTo>
                  <a:lnTo>
                    <a:pt x="2023" y="703"/>
                  </a:lnTo>
                  <a:lnTo>
                    <a:pt x="2024" y="703"/>
                  </a:lnTo>
                  <a:lnTo>
                    <a:pt x="2024" y="718"/>
                  </a:lnTo>
                  <a:lnTo>
                    <a:pt x="2025" y="718"/>
                  </a:lnTo>
                  <a:lnTo>
                    <a:pt x="2025" y="718"/>
                  </a:lnTo>
                  <a:lnTo>
                    <a:pt x="2026" y="718"/>
                  </a:lnTo>
                  <a:lnTo>
                    <a:pt x="2026" y="718"/>
                  </a:lnTo>
                  <a:lnTo>
                    <a:pt x="2026" y="718"/>
                  </a:lnTo>
                  <a:lnTo>
                    <a:pt x="2027" y="718"/>
                  </a:lnTo>
                  <a:lnTo>
                    <a:pt x="2028" y="718"/>
                  </a:lnTo>
                  <a:lnTo>
                    <a:pt x="2028" y="718"/>
                  </a:lnTo>
                  <a:lnTo>
                    <a:pt x="2028" y="718"/>
                  </a:lnTo>
                  <a:lnTo>
                    <a:pt x="2029" y="718"/>
                  </a:lnTo>
                  <a:lnTo>
                    <a:pt x="2029" y="718"/>
                  </a:lnTo>
                  <a:lnTo>
                    <a:pt x="2030" y="718"/>
                  </a:lnTo>
                  <a:lnTo>
                    <a:pt x="2030" y="718"/>
                  </a:lnTo>
                  <a:lnTo>
                    <a:pt x="2031" y="718"/>
                  </a:lnTo>
                  <a:lnTo>
                    <a:pt x="2031" y="718"/>
                  </a:lnTo>
                  <a:lnTo>
                    <a:pt x="2032" y="718"/>
                  </a:lnTo>
                  <a:lnTo>
                    <a:pt x="2032" y="718"/>
                  </a:lnTo>
                  <a:lnTo>
                    <a:pt x="2032" y="718"/>
                  </a:lnTo>
                  <a:lnTo>
                    <a:pt x="2033" y="733"/>
                  </a:lnTo>
                  <a:lnTo>
                    <a:pt x="2033" y="733"/>
                  </a:lnTo>
                  <a:lnTo>
                    <a:pt x="2034" y="733"/>
                  </a:lnTo>
                  <a:lnTo>
                    <a:pt x="2034" y="733"/>
                  </a:lnTo>
                  <a:lnTo>
                    <a:pt x="2035" y="748"/>
                  </a:lnTo>
                  <a:lnTo>
                    <a:pt x="2035" y="748"/>
                  </a:lnTo>
                  <a:lnTo>
                    <a:pt x="2035" y="748"/>
                  </a:lnTo>
                  <a:lnTo>
                    <a:pt x="2036" y="748"/>
                  </a:lnTo>
                  <a:lnTo>
                    <a:pt x="2037" y="748"/>
                  </a:lnTo>
                  <a:lnTo>
                    <a:pt x="2037" y="763"/>
                  </a:lnTo>
                  <a:lnTo>
                    <a:pt x="2037" y="763"/>
                  </a:lnTo>
                  <a:lnTo>
                    <a:pt x="2038" y="763"/>
                  </a:lnTo>
                  <a:lnTo>
                    <a:pt x="2038" y="763"/>
                  </a:lnTo>
                  <a:lnTo>
                    <a:pt x="2039" y="763"/>
                  </a:lnTo>
                  <a:lnTo>
                    <a:pt x="2039" y="778"/>
                  </a:lnTo>
                  <a:lnTo>
                    <a:pt x="2040" y="778"/>
                  </a:lnTo>
                  <a:lnTo>
                    <a:pt x="2040" y="778"/>
                  </a:lnTo>
                  <a:lnTo>
                    <a:pt x="2041" y="778"/>
                  </a:lnTo>
                  <a:lnTo>
                    <a:pt x="2041" y="778"/>
                  </a:lnTo>
                  <a:lnTo>
                    <a:pt x="2041" y="778"/>
                  </a:lnTo>
                  <a:lnTo>
                    <a:pt x="2042" y="778"/>
                  </a:lnTo>
                  <a:lnTo>
                    <a:pt x="2043" y="778"/>
                  </a:lnTo>
                  <a:lnTo>
                    <a:pt x="2043" y="778"/>
                  </a:lnTo>
                  <a:lnTo>
                    <a:pt x="2043" y="778"/>
                  </a:lnTo>
                  <a:lnTo>
                    <a:pt x="2044" y="778"/>
                  </a:lnTo>
                  <a:lnTo>
                    <a:pt x="2044" y="778"/>
                  </a:lnTo>
                  <a:lnTo>
                    <a:pt x="2045" y="778"/>
                  </a:lnTo>
                  <a:lnTo>
                    <a:pt x="2045" y="778"/>
                  </a:lnTo>
                  <a:lnTo>
                    <a:pt x="2046" y="778"/>
                  </a:lnTo>
                  <a:lnTo>
                    <a:pt x="2046" y="778"/>
                  </a:lnTo>
                  <a:lnTo>
                    <a:pt x="2047" y="778"/>
                  </a:lnTo>
                  <a:lnTo>
                    <a:pt x="2047" y="763"/>
                  </a:lnTo>
                  <a:lnTo>
                    <a:pt x="2047" y="763"/>
                  </a:lnTo>
                  <a:lnTo>
                    <a:pt x="2048" y="763"/>
                  </a:lnTo>
                  <a:lnTo>
                    <a:pt x="2048" y="763"/>
                  </a:lnTo>
                  <a:lnTo>
                    <a:pt x="2049" y="763"/>
                  </a:lnTo>
                  <a:lnTo>
                    <a:pt x="2049" y="763"/>
                  </a:lnTo>
                  <a:lnTo>
                    <a:pt x="2050" y="763"/>
                  </a:lnTo>
                  <a:lnTo>
                    <a:pt x="2050" y="763"/>
                  </a:lnTo>
                  <a:lnTo>
                    <a:pt x="2050" y="763"/>
                  </a:lnTo>
                  <a:lnTo>
                    <a:pt x="2051" y="763"/>
                  </a:lnTo>
                  <a:lnTo>
                    <a:pt x="2052" y="763"/>
                  </a:lnTo>
                  <a:lnTo>
                    <a:pt x="2052" y="763"/>
                  </a:lnTo>
                  <a:lnTo>
                    <a:pt x="2052" y="763"/>
                  </a:lnTo>
                  <a:lnTo>
                    <a:pt x="2053" y="763"/>
                  </a:lnTo>
                  <a:lnTo>
                    <a:pt x="2053" y="763"/>
                  </a:lnTo>
                  <a:lnTo>
                    <a:pt x="2054" y="763"/>
                  </a:lnTo>
                  <a:lnTo>
                    <a:pt x="2054" y="763"/>
                  </a:lnTo>
                  <a:lnTo>
                    <a:pt x="2055" y="763"/>
                  </a:lnTo>
                  <a:lnTo>
                    <a:pt x="2055" y="763"/>
                  </a:lnTo>
                  <a:lnTo>
                    <a:pt x="2056" y="763"/>
                  </a:lnTo>
                  <a:lnTo>
                    <a:pt x="2056" y="763"/>
                  </a:lnTo>
                  <a:lnTo>
                    <a:pt x="2056" y="763"/>
                  </a:lnTo>
                  <a:lnTo>
                    <a:pt x="2057" y="763"/>
                  </a:lnTo>
                  <a:lnTo>
                    <a:pt x="2058" y="763"/>
                  </a:lnTo>
                  <a:lnTo>
                    <a:pt x="2058" y="763"/>
                  </a:lnTo>
                  <a:lnTo>
                    <a:pt x="2058" y="763"/>
                  </a:lnTo>
                  <a:lnTo>
                    <a:pt x="2059" y="748"/>
                  </a:lnTo>
                  <a:lnTo>
                    <a:pt x="2059" y="748"/>
                  </a:lnTo>
                  <a:lnTo>
                    <a:pt x="2060" y="748"/>
                  </a:lnTo>
                  <a:lnTo>
                    <a:pt x="2060" y="748"/>
                  </a:lnTo>
                  <a:lnTo>
                    <a:pt x="2061" y="748"/>
                  </a:lnTo>
                  <a:lnTo>
                    <a:pt x="2061" y="748"/>
                  </a:lnTo>
                  <a:lnTo>
                    <a:pt x="2061" y="733"/>
                  </a:lnTo>
                  <a:lnTo>
                    <a:pt x="2062" y="733"/>
                  </a:lnTo>
                  <a:lnTo>
                    <a:pt x="2062" y="733"/>
                  </a:lnTo>
                  <a:lnTo>
                    <a:pt x="2063" y="733"/>
                  </a:lnTo>
                  <a:lnTo>
                    <a:pt x="2063" y="733"/>
                  </a:lnTo>
                  <a:lnTo>
                    <a:pt x="2064" y="718"/>
                  </a:lnTo>
                  <a:lnTo>
                    <a:pt x="2064" y="718"/>
                  </a:lnTo>
                  <a:lnTo>
                    <a:pt x="2065" y="718"/>
                  </a:lnTo>
                  <a:lnTo>
                    <a:pt x="2065" y="718"/>
                  </a:lnTo>
                  <a:lnTo>
                    <a:pt x="2065" y="718"/>
                  </a:lnTo>
                  <a:lnTo>
                    <a:pt x="2066" y="718"/>
                  </a:lnTo>
                  <a:lnTo>
                    <a:pt x="2067" y="718"/>
                  </a:lnTo>
                  <a:lnTo>
                    <a:pt x="2067" y="718"/>
                  </a:lnTo>
                  <a:lnTo>
                    <a:pt x="2067" y="718"/>
                  </a:lnTo>
                  <a:lnTo>
                    <a:pt x="2068" y="733"/>
                  </a:lnTo>
                  <a:lnTo>
                    <a:pt x="2068" y="733"/>
                  </a:lnTo>
                  <a:lnTo>
                    <a:pt x="2069" y="733"/>
                  </a:lnTo>
                  <a:lnTo>
                    <a:pt x="2069" y="733"/>
                  </a:lnTo>
                  <a:lnTo>
                    <a:pt x="2070" y="733"/>
                  </a:lnTo>
                  <a:lnTo>
                    <a:pt x="2070" y="733"/>
                  </a:lnTo>
                  <a:lnTo>
                    <a:pt x="2071" y="733"/>
                  </a:lnTo>
                  <a:lnTo>
                    <a:pt x="2071" y="733"/>
                  </a:lnTo>
                  <a:lnTo>
                    <a:pt x="2071" y="733"/>
                  </a:lnTo>
                  <a:lnTo>
                    <a:pt x="2072" y="733"/>
                  </a:lnTo>
                  <a:lnTo>
                    <a:pt x="2073" y="733"/>
                  </a:lnTo>
                  <a:lnTo>
                    <a:pt x="2073" y="718"/>
                  </a:lnTo>
                  <a:lnTo>
                    <a:pt x="2073" y="718"/>
                  </a:lnTo>
                  <a:lnTo>
                    <a:pt x="2074" y="718"/>
                  </a:lnTo>
                  <a:lnTo>
                    <a:pt x="2074" y="718"/>
                  </a:lnTo>
                  <a:lnTo>
                    <a:pt x="2075" y="718"/>
                  </a:lnTo>
                  <a:lnTo>
                    <a:pt x="2075" y="703"/>
                  </a:lnTo>
                  <a:lnTo>
                    <a:pt x="2076" y="703"/>
                  </a:lnTo>
                  <a:lnTo>
                    <a:pt x="2076" y="703"/>
                  </a:lnTo>
                  <a:lnTo>
                    <a:pt x="2076" y="688"/>
                  </a:lnTo>
                  <a:lnTo>
                    <a:pt x="2077" y="688"/>
                  </a:lnTo>
                  <a:lnTo>
                    <a:pt x="2078" y="688"/>
                  </a:lnTo>
                  <a:lnTo>
                    <a:pt x="2078" y="688"/>
                  </a:lnTo>
                  <a:lnTo>
                    <a:pt x="2078" y="688"/>
                  </a:lnTo>
                  <a:lnTo>
                    <a:pt x="2079" y="673"/>
                  </a:lnTo>
                  <a:lnTo>
                    <a:pt x="2079" y="673"/>
                  </a:lnTo>
                  <a:lnTo>
                    <a:pt x="2080" y="673"/>
                  </a:lnTo>
                  <a:lnTo>
                    <a:pt x="2080" y="673"/>
                  </a:lnTo>
                  <a:lnTo>
                    <a:pt x="2081" y="673"/>
                  </a:lnTo>
                  <a:lnTo>
                    <a:pt x="2081" y="673"/>
                  </a:lnTo>
                  <a:lnTo>
                    <a:pt x="2082" y="673"/>
                  </a:lnTo>
                  <a:lnTo>
                    <a:pt x="2082" y="673"/>
                  </a:lnTo>
                  <a:lnTo>
                    <a:pt x="2082" y="673"/>
                  </a:lnTo>
                  <a:lnTo>
                    <a:pt x="2083" y="673"/>
                  </a:lnTo>
                  <a:lnTo>
                    <a:pt x="2084" y="673"/>
                  </a:lnTo>
                  <a:lnTo>
                    <a:pt x="2084" y="673"/>
                  </a:lnTo>
                  <a:lnTo>
                    <a:pt x="2084" y="673"/>
                  </a:lnTo>
                  <a:lnTo>
                    <a:pt x="2085" y="673"/>
                  </a:lnTo>
                  <a:lnTo>
                    <a:pt x="2085" y="673"/>
                  </a:lnTo>
                  <a:lnTo>
                    <a:pt x="2086" y="673"/>
                  </a:lnTo>
                  <a:lnTo>
                    <a:pt x="2086" y="673"/>
                  </a:lnTo>
                  <a:lnTo>
                    <a:pt x="2087" y="673"/>
                  </a:lnTo>
                  <a:lnTo>
                    <a:pt x="2087" y="673"/>
                  </a:lnTo>
                  <a:lnTo>
                    <a:pt x="2087" y="673"/>
                  </a:lnTo>
                  <a:lnTo>
                    <a:pt x="2088" y="673"/>
                  </a:lnTo>
                  <a:lnTo>
                    <a:pt x="2088" y="658"/>
                  </a:lnTo>
                  <a:lnTo>
                    <a:pt x="2089" y="658"/>
                  </a:lnTo>
                  <a:lnTo>
                    <a:pt x="2089" y="658"/>
                  </a:lnTo>
                  <a:lnTo>
                    <a:pt x="2090" y="658"/>
                  </a:lnTo>
                  <a:lnTo>
                    <a:pt x="2090" y="658"/>
                  </a:lnTo>
                  <a:lnTo>
                    <a:pt x="2091" y="658"/>
                  </a:lnTo>
                  <a:lnTo>
                    <a:pt x="2091" y="658"/>
                  </a:lnTo>
                  <a:lnTo>
                    <a:pt x="2091" y="643"/>
                  </a:lnTo>
                  <a:lnTo>
                    <a:pt x="2092" y="643"/>
                  </a:lnTo>
                  <a:lnTo>
                    <a:pt x="2093" y="643"/>
                  </a:lnTo>
                  <a:lnTo>
                    <a:pt x="2093" y="643"/>
                  </a:lnTo>
                  <a:lnTo>
                    <a:pt x="2093" y="628"/>
                  </a:lnTo>
                  <a:lnTo>
                    <a:pt x="2094" y="628"/>
                  </a:lnTo>
                  <a:lnTo>
                    <a:pt x="2094" y="628"/>
                  </a:lnTo>
                  <a:lnTo>
                    <a:pt x="2095" y="613"/>
                  </a:lnTo>
                  <a:lnTo>
                    <a:pt x="2095" y="613"/>
                  </a:lnTo>
                  <a:lnTo>
                    <a:pt x="2096" y="613"/>
                  </a:lnTo>
                  <a:lnTo>
                    <a:pt x="2096" y="598"/>
                  </a:lnTo>
                  <a:lnTo>
                    <a:pt x="2097" y="598"/>
                  </a:lnTo>
                  <a:lnTo>
                    <a:pt x="2097" y="598"/>
                  </a:lnTo>
                  <a:lnTo>
                    <a:pt x="2097" y="583"/>
                  </a:lnTo>
                  <a:lnTo>
                    <a:pt x="2098" y="583"/>
                  </a:lnTo>
                  <a:lnTo>
                    <a:pt x="2099" y="583"/>
                  </a:lnTo>
                  <a:lnTo>
                    <a:pt x="2099" y="568"/>
                  </a:lnTo>
                  <a:lnTo>
                    <a:pt x="2099" y="568"/>
                  </a:lnTo>
                  <a:lnTo>
                    <a:pt x="2100" y="568"/>
                  </a:lnTo>
                  <a:lnTo>
                    <a:pt x="2100" y="568"/>
                  </a:lnTo>
                  <a:lnTo>
                    <a:pt x="2101" y="568"/>
                  </a:lnTo>
                  <a:lnTo>
                    <a:pt x="2101" y="568"/>
                  </a:lnTo>
                  <a:lnTo>
                    <a:pt x="2102" y="568"/>
                  </a:lnTo>
                  <a:lnTo>
                    <a:pt x="2102" y="568"/>
                  </a:lnTo>
                  <a:lnTo>
                    <a:pt x="2102" y="568"/>
                  </a:lnTo>
                  <a:lnTo>
                    <a:pt x="2103" y="568"/>
                  </a:lnTo>
                  <a:lnTo>
                    <a:pt x="2103" y="568"/>
                  </a:lnTo>
                  <a:lnTo>
                    <a:pt x="2104" y="553"/>
                  </a:lnTo>
                  <a:lnTo>
                    <a:pt x="2104" y="553"/>
                  </a:lnTo>
                  <a:lnTo>
                    <a:pt x="2105" y="553"/>
                  </a:lnTo>
                  <a:lnTo>
                    <a:pt x="2105" y="553"/>
                  </a:lnTo>
                  <a:lnTo>
                    <a:pt x="2106" y="553"/>
                  </a:lnTo>
                  <a:lnTo>
                    <a:pt x="2106" y="553"/>
                  </a:lnTo>
                  <a:lnTo>
                    <a:pt x="2106" y="553"/>
                  </a:lnTo>
                  <a:lnTo>
                    <a:pt x="2107" y="553"/>
                  </a:lnTo>
                  <a:lnTo>
                    <a:pt x="2108" y="553"/>
                  </a:lnTo>
                  <a:lnTo>
                    <a:pt x="2108" y="538"/>
                  </a:lnTo>
                  <a:lnTo>
                    <a:pt x="2108" y="538"/>
                  </a:lnTo>
                  <a:lnTo>
                    <a:pt x="2109" y="538"/>
                  </a:lnTo>
                  <a:lnTo>
                    <a:pt x="2109" y="538"/>
                  </a:lnTo>
                  <a:lnTo>
                    <a:pt x="2110" y="538"/>
                  </a:lnTo>
                  <a:lnTo>
                    <a:pt x="2110" y="523"/>
                  </a:lnTo>
                  <a:lnTo>
                    <a:pt x="2111" y="523"/>
                  </a:lnTo>
                  <a:lnTo>
                    <a:pt x="2111" y="523"/>
                  </a:lnTo>
                  <a:lnTo>
                    <a:pt x="2112" y="523"/>
                  </a:lnTo>
                  <a:lnTo>
                    <a:pt x="2112" y="509"/>
                  </a:lnTo>
                  <a:lnTo>
                    <a:pt x="2112" y="509"/>
                  </a:lnTo>
                  <a:lnTo>
                    <a:pt x="2113" y="509"/>
                  </a:lnTo>
                  <a:lnTo>
                    <a:pt x="2113" y="494"/>
                  </a:lnTo>
                  <a:lnTo>
                    <a:pt x="2114" y="494"/>
                  </a:lnTo>
                  <a:lnTo>
                    <a:pt x="2114" y="494"/>
                  </a:lnTo>
                  <a:lnTo>
                    <a:pt x="2115" y="479"/>
                  </a:lnTo>
                  <a:lnTo>
                    <a:pt x="2115" y="479"/>
                  </a:lnTo>
                  <a:lnTo>
                    <a:pt x="2116" y="464"/>
                  </a:lnTo>
                  <a:lnTo>
                    <a:pt x="2116" y="464"/>
                  </a:lnTo>
                  <a:lnTo>
                    <a:pt x="2117" y="464"/>
                  </a:lnTo>
                  <a:lnTo>
                    <a:pt x="2117" y="449"/>
                  </a:lnTo>
                  <a:lnTo>
                    <a:pt x="2117" y="449"/>
                  </a:lnTo>
                  <a:lnTo>
                    <a:pt x="2118" y="449"/>
                  </a:lnTo>
                  <a:lnTo>
                    <a:pt x="2118" y="449"/>
                  </a:lnTo>
                  <a:lnTo>
                    <a:pt x="2119" y="449"/>
                  </a:lnTo>
                  <a:lnTo>
                    <a:pt x="2119" y="434"/>
                  </a:lnTo>
                  <a:lnTo>
                    <a:pt x="2120" y="434"/>
                  </a:lnTo>
                  <a:lnTo>
                    <a:pt x="2120" y="434"/>
                  </a:lnTo>
                  <a:lnTo>
                    <a:pt x="2121" y="434"/>
                  </a:lnTo>
                  <a:lnTo>
                    <a:pt x="2121" y="434"/>
                  </a:lnTo>
                  <a:lnTo>
                    <a:pt x="2121" y="434"/>
                  </a:lnTo>
                  <a:lnTo>
                    <a:pt x="2122" y="419"/>
                  </a:lnTo>
                  <a:lnTo>
                    <a:pt x="2123" y="419"/>
                  </a:lnTo>
                  <a:lnTo>
                    <a:pt x="2123" y="419"/>
                  </a:lnTo>
                  <a:lnTo>
                    <a:pt x="2123" y="419"/>
                  </a:lnTo>
                  <a:lnTo>
                    <a:pt x="2124" y="419"/>
                  </a:lnTo>
                  <a:lnTo>
                    <a:pt x="2124" y="419"/>
                  </a:lnTo>
                  <a:lnTo>
                    <a:pt x="2125" y="419"/>
                  </a:lnTo>
                  <a:lnTo>
                    <a:pt x="2125" y="419"/>
                  </a:lnTo>
                  <a:lnTo>
                    <a:pt x="2126" y="434"/>
                  </a:lnTo>
                  <a:lnTo>
                    <a:pt x="2126" y="434"/>
                  </a:lnTo>
                  <a:lnTo>
                    <a:pt x="2127" y="434"/>
                  </a:lnTo>
                  <a:lnTo>
                    <a:pt x="2127" y="434"/>
                  </a:lnTo>
                  <a:lnTo>
                    <a:pt x="2127" y="419"/>
                  </a:lnTo>
                  <a:lnTo>
                    <a:pt x="2128" y="419"/>
                  </a:lnTo>
                  <a:lnTo>
                    <a:pt x="2128" y="419"/>
                  </a:lnTo>
                  <a:lnTo>
                    <a:pt x="2129" y="419"/>
                  </a:lnTo>
                  <a:lnTo>
                    <a:pt x="2129" y="419"/>
                  </a:lnTo>
                  <a:lnTo>
                    <a:pt x="2130" y="419"/>
                  </a:lnTo>
                  <a:lnTo>
                    <a:pt x="2130" y="419"/>
                  </a:lnTo>
                  <a:lnTo>
                    <a:pt x="2130" y="419"/>
                  </a:lnTo>
                  <a:lnTo>
                    <a:pt x="2131" y="419"/>
                  </a:lnTo>
                  <a:lnTo>
                    <a:pt x="2132" y="419"/>
                  </a:lnTo>
                  <a:lnTo>
                    <a:pt x="2132" y="419"/>
                  </a:lnTo>
                  <a:lnTo>
                    <a:pt x="2132" y="419"/>
                  </a:lnTo>
                  <a:lnTo>
                    <a:pt x="2133" y="419"/>
                  </a:lnTo>
                  <a:lnTo>
                    <a:pt x="2133" y="434"/>
                  </a:lnTo>
                  <a:lnTo>
                    <a:pt x="2134" y="434"/>
                  </a:lnTo>
                  <a:lnTo>
                    <a:pt x="2134" y="434"/>
                  </a:lnTo>
                  <a:lnTo>
                    <a:pt x="2135" y="434"/>
                  </a:lnTo>
                  <a:lnTo>
                    <a:pt x="2135" y="434"/>
                  </a:lnTo>
                  <a:lnTo>
                    <a:pt x="2136" y="434"/>
                  </a:lnTo>
                  <a:lnTo>
                    <a:pt x="2136" y="434"/>
                  </a:lnTo>
                  <a:lnTo>
                    <a:pt x="2136" y="449"/>
                  </a:lnTo>
                  <a:lnTo>
                    <a:pt x="2137" y="449"/>
                  </a:lnTo>
                  <a:lnTo>
                    <a:pt x="2138" y="449"/>
                  </a:lnTo>
                  <a:lnTo>
                    <a:pt x="2138" y="449"/>
                  </a:lnTo>
                  <a:lnTo>
                    <a:pt x="2138" y="464"/>
                  </a:lnTo>
                  <a:lnTo>
                    <a:pt x="2139" y="464"/>
                  </a:lnTo>
                  <a:lnTo>
                    <a:pt x="2139" y="464"/>
                  </a:lnTo>
                  <a:lnTo>
                    <a:pt x="2140" y="464"/>
                  </a:lnTo>
                  <a:lnTo>
                    <a:pt x="2140" y="464"/>
                  </a:lnTo>
                  <a:lnTo>
                    <a:pt x="2141" y="464"/>
                  </a:lnTo>
                  <a:lnTo>
                    <a:pt x="2141" y="464"/>
                  </a:lnTo>
                  <a:lnTo>
                    <a:pt x="2142" y="464"/>
                  </a:lnTo>
                  <a:lnTo>
                    <a:pt x="2142" y="464"/>
                  </a:lnTo>
                  <a:lnTo>
                    <a:pt x="2142" y="464"/>
                  </a:lnTo>
                  <a:lnTo>
                    <a:pt x="2143" y="464"/>
                  </a:lnTo>
                  <a:lnTo>
                    <a:pt x="2143" y="464"/>
                  </a:lnTo>
                  <a:lnTo>
                    <a:pt x="2144" y="464"/>
                  </a:lnTo>
                  <a:lnTo>
                    <a:pt x="2144" y="464"/>
                  </a:lnTo>
                  <a:lnTo>
                    <a:pt x="2145" y="464"/>
                  </a:lnTo>
                  <a:lnTo>
                    <a:pt x="2145" y="464"/>
                  </a:lnTo>
                  <a:lnTo>
                    <a:pt x="2145" y="464"/>
                  </a:lnTo>
                  <a:lnTo>
                    <a:pt x="2146" y="464"/>
                  </a:lnTo>
                  <a:lnTo>
                    <a:pt x="2147" y="464"/>
                  </a:lnTo>
                  <a:lnTo>
                    <a:pt x="2147" y="464"/>
                  </a:lnTo>
                  <a:lnTo>
                    <a:pt x="2147" y="464"/>
                  </a:lnTo>
                  <a:lnTo>
                    <a:pt x="2148" y="464"/>
                  </a:lnTo>
                  <a:lnTo>
                    <a:pt x="2148" y="464"/>
                  </a:lnTo>
                  <a:lnTo>
                    <a:pt x="2149" y="464"/>
                  </a:lnTo>
                  <a:lnTo>
                    <a:pt x="2149" y="464"/>
                  </a:lnTo>
                  <a:lnTo>
                    <a:pt x="2150" y="464"/>
                  </a:lnTo>
                  <a:lnTo>
                    <a:pt x="2150" y="464"/>
                  </a:lnTo>
                  <a:lnTo>
                    <a:pt x="2151" y="464"/>
                  </a:lnTo>
                  <a:lnTo>
                    <a:pt x="2151" y="449"/>
                  </a:lnTo>
                  <a:lnTo>
                    <a:pt x="2151" y="449"/>
                  </a:lnTo>
                  <a:lnTo>
                    <a:pt x="2152" y="449"/>
                  </a:lnTo>
                  <a:lnTo>
                    <a:pt x="2153" y="449"/>
                  </a:lnTo>
                  <a:lnTo>
                    <a:pt x="2153" y="449"/>
                  </a:lnTo>
                  <a:lnTo>
                    <a:pt x="2153" y="449"/>
                  </a:lnTo>
                  <a:lnTo>
                    <a:pt x="2154" y="434"/>
                  </a:lnTo>
                  <a:lnTo>
                    <a:pt x="2154" y="434"/>
                  </a:lnTo>
                  <a:lnTo>
                    <a:pt x="2155" y="434"/>
                  </a:lnTo>
                  <a:lnTo>
                    <a:pt x="2155" y="434"/>
                  </a:lnTo>
                  <a:lnTo>
                    <a:pt x="2156" y="434"/>
                  </a:lnTo>
                  <a:lnTo>
                    <a:pt x="2156" y="434"/>
                  </a:lnTo>
                  <a:lnTo>
                    <a:pt x="2157" y="419"/>
                  </a:lnTo>
                  <a:lnTo>
                    <a:pt x="2157" y="419"/>
                  </a:lnTo>
                  <a:lnTo>
                    <a:pt x="2157" y="419"/>
                  </a:lnTo>
                  <a:lnTo>
                    <a:pt x="2158" y="419"/>
                  </a:lnTo>
                  <a:lnTo>
                    <a:pt x="2158" y="419"/>
                  </a:lnTo>
                  <a:lnTo>
                    <a:pt x="2159" y="419"/>
                  </a:lnTo>
                  <a:lnTo>
                    <a:pt x="2159" y="404"/>
                  </a:lnTo>
                  <a:lnTo>
                    <a:pt x="2160" y="404"/>
                  </a:lnTo>
                  <a:lnTo>
                    <a:pt x="2160" y="404"/>
                  </a:lnTo>
                  <a:lnTo>
                    <a:pt x="2160" y="389"/>
                  </a:lnTo>
                  <a:lnTo>
                    <a:pt x="2161" y="389"/>
                  </a:lnTo>
                  <a:lnTo>
                    <a:pt x="2162" y="374"/>
                  </a:lnTo>
                  <a:lnTo>
                    <a:pt x="2162" y="374"/>
                  </a:lnTo>
                  <a:lnTo>
                    <a:pt x="2162" y="359"/>
                  </a:lnTo>
                  <a:lnTo>
                    <a:pt x="2163" y="359"/>
                  </a:lnTo>
                  <a:lnTo>
                    <a:pt x="2163" y="344"/>
                  </a:lnTo>
                  <a:lnTo>
                    <a:pt x="2164" y="329"/>
                  </a:lnTo>
                  <a:lnTo>
                    <a:pt x="2164" y="329"/>
                  </a:lnTo>
                  <a:lnTo>
                    <a:pt x="2165" y="314"/>
                  </a:lnTo>
                  <a:lnTo>
                    <a:pt x="2165" y="299"/>
                  </a:lnTo>
                  <a:lnTo>
                    <a:pt x="2166" y="284"/>
                  </a:lnTo>
                  <a:lnTo>
                    <a:pt x="2166" y="284"/>
                  </a:lnTo>
                  <a:lnTo>
                    <a:pt x="2166" y="269"/>
                  </a:lnTo>
                  <a:lnTo>
                    <a:pt x="2167" y="254"/>
                  </a:lnTo>
                  <a:lnTo>
                    <a:pt x="2168" y="254"/>
                  </a:lnTo>
                  <a:lnTo>
                    <a:pt x="2168" y="239"/>
                  </a:lnTo>
                  <a:lnTo>
                    <a:pt x="2168" y="224"/>
                  </a:lnTo>
                  <a:lnTo>
                    <a:pt x="2169" y="224"/>
                  </a:lnTo>
                  <a:lnTo>
                    <a:pt x="2169" y="210"/>
                  </a:lnTo>
                  <a:lnTo>
                    <a:pt x="2170" y="210"/>
                  </a:lnTo>
                  <a:lnTo>
                    <a:pt x="2170" y="195"/>
                  </a:lnTo>
                  <a:lnTo>
                    <a:pt x="2171" y="195"/>
                  </a:lnTo>
                  <a:lnTo>
                    <a:pt x="2171" y="195"/>
                  </a:lnTo>
                  <a:lnTo>
                    <a:pt x="2171" y="180"/>
                  </a:lnTo>
                  <a:lnTo>
                    <a:pt x="2172" y="180"/>
                  </a:lnTo>
                  <a:lnTo>
                    <a:pt x="2172" y="165"/>
                  </a:lnTo>
                  <a:lnTo>
                    <a:pt x="2173" y="165"/>
                  </a:lnTo>
                  <a:lnTo>
                    <a:pt x="2173" y="150"/>
                  </a:lnTo>
                  <a:lnTo>
                    <a:pt x="2174" y="150"/>
                  </a:lnTo>
                  <a:lnTo>
                    <a:pt x="2174" y="150"/>
                  </a:lnTo>
                  <a:lnTo>
                    <a:pt x="2175" y="135"/>
                  </a:lnTo>
                  <a:lnTo>
                    <a:pt x="2175" y="135"/>
                  </a:lnTo>
                  <a:lnTo>
                    <a:pt x="2175" y="135"/>
                  </a:lnTo>
                  <a:lnTo>
                    <a:pt x="2176" y="135"/>
                  </a:lnTo>
                  <a:lnTo>
                    <a:pt x="2177" y="135"/>
                  </a:lnTo>
                  <a:lnTo>
                    <a:pt x="2177" y="135"/>
                  </a:lnTo>
                  <a:lnTo>
                    <a:pt x="2177" y="135"/>
                  </a:lnTo>
                  <a:lnTo>
                    <a:pt x="2178" y="120"/>
                  </a:lnTo>
                  <a:lnTo>
                    <a:pt x="2178" y="120"/>
                  </a:lnTo>
                  <a:lnTo>
                    <a:pt x="2179" y="120"/>
                  </a:lnTo>
                  <a:lnTo>
                    <a:pt x="2179" y="120"/>
                  </a:lnTo>
                  <a:lnTo>
                    <a:pt x="2180" y="120"/>
                  </a:lnTo>
                  <a:lnTo>
                    <a:pt x="2180" y="120"/>
                  </a:lnTo>
                  <a:lnTo>
                    <a:pt x="2181" y="120"/>
                  </a:lnTo>
                  <a:lnTo>
                    <a:pt x="2181" y="120"/>
                  </a:lnTo>
                  <a:lnTo>
                    <a:pt x="2181" y="105"/>
                  </a:lnTo>
                  <a:lnTo>
                    <a:pt x="2182" y="105"/>
                  </a:lnTo>
                  <a:lnTo>
                    <a:pt x="2183" y="105"/>
                  </a:lnTo>
                  <a:lnTo>
                    <a:pt x="2183" y="105"/>
                  </a:lnTo>
                  <a:lnTo>
                    <a:pt x="2183" y="105"/>
                  </a:lnTo>
                  <a:lnTo>
                    <a:pt x="2184" y="105"/>
                  </a:lnTo>
                  <a:lnTo>
                    <a:pt x="2184" y="90"/>
                  </a:lnTo>
                  <a:lnTo>
                    <a:pt x="2185" y="90"/>
                  </a:lnTo>
                  <a:lnTo>
                    <a:pt x="2185" y="90"/>
                  </a:lnTo>
                  <a:lnTo>
                    <a:pt x="2186" y="105"/>
                  </a:lnTo>
                  <a:lnTo>
                    <a:pt x="2186" y="105"/>
                  </a:lnTo>
                  <a:lnTo>
                    <a:pt x="2186" y="105"/>
                  </a:lnTo>
                  <a:lnTo>
                    <a:pt x="2187" y="105"/>
                  </a:lnTo>
                  <a:lnTo>
                    <a:pt x="2188" y="105"/>
                  </a:lnTo>
                  <a:lnTo>
                    <a:pt x="2188" y="105"/>
                  </a:lnTo>
                  <a:lnTo>
                    <a:pt x="2188" y="105"/>
                  </a:lnTo>
                  <a:lnTo>
                    <a:pt x="2189" y="105"/>
                  </a:lnTo>
                  <a:lnTo>
                    <a:pt x="2189" y="105"/>
                  </a:lnTo>
                  <a:lnTo>
                    <a:pt x="2190" y="105"/>
                  </a:lnTo>
                  <a:lnTo>
                    <a:pt x="2190" y="105"/>
                  </a:lnTo>
                  <a:lnTo>
                    <a:pt x="2191" y="105"/>
                  </a:lnTo>
                  <a:lnTo>
                    <a:pt x="2191" y="105"/>
                  </a:lnTo>
                  <a:lnTo>
                    <a:pt x="2192" y="105"/>
                  </a:lnTo>
                  <a:lnTo>
                    <a:pt x="2192" y="105"/>
                  </a:lnTo>
                  <a:lnTo>
                    <a:pt x="2192" y="105"/>
                  </a:lnTo>
                  <a:lnTo>
                    <a:pt x="2193" y="105"/>
                  </a:lnTo>
                  <a:lnTo>
                    <a:pt x="2194" y="105"/>
                  </a:lnTo>
                  <a:lnTo>
                    <a:pt x="2194" y="105"/>
                  </a:lnTo>
                  <a:lnTo>
                    <a:pt x="2194" y="105"/>
                  </a:lnTo>
                  <a:lnTo>
                    <a:pt x="2195" y="105"/>
                  </a:lnTo>
                  <a:lnTo>
                    <a:pt x="2195" y="105"/>
                  </a:lnTo>
                  <a:lnTo>
                    <a:pt x="2196" y="120"/>
                  </a:lnTo>
                  <a:lnTo>
                    <a:pt x="2196" y="120"/>
                  </a:lnTo>
                  <a:lnTo>
                    <a:pt x="2197" y="120"/>
                  </a:lnTo>
                  <a:lnTo>
                    <a:pt x="2197" y="120"/>
                  </a:lnTo>
                  <a:lnTo>
                    <a:pt x="2197" y="120"/>
                  </a:lnTo>
                  <a:lnTo>
                    <a:pt x="2198" y="120"/>
                  </a:lnTo>
                  <a:lnTo>
                    <a:pt x="2198" y="120"/>
                  </a:lnTo>
                  <a:lnTo>
                    <a:pt x="2199" y="120"/>
                  </a:lnTo>
                  <a:lnTo>
                    <a:pt x="2199" y="120"/>
                  </a:lnTo>
                  <a:lnTo>
                    <a:pt x="2200" y="120"/>
                  </a:lnTo>
                  <a:lnTo>
                    <a:pt x="2200" y="120"/>
                  </a:lnTo>
                  <a:lnTo>
                    <a:pt x="2201" y="120"/>
                  </a:lnTo>
                  <a:lnTo>
                    <a:pt x="2201" y="120"/>
                  </a:lnTo>
                  <a:lnTo>
                    <a:pt x="2201" y="120"/>
                  </a:lnTo>
                  <a:lnTo>
                    <a:pt x="2202" y="120"/>
                  </a:lnTo>
                  <a:lnTo>
                    <a:pt x="2203" y="120"/>
                  </a:lnTo>
                  <a:lnTo>
                    <a:pt x="2203" y="120"/>
                  </a:lnTo>
                  <a:lnTo>
                    <a:pt x="2203" y="120"/>
                  </a:lnTo>
                  <a:lnTo>
                    <a:pt x="2204" y="120"/>
                  </a:lnTo>
                  <a:lnTo>
                    <a:pt x="2204" y="120"/>
                  </a:lnTo>
                  <a:lnTo>
                    <a:pt x="2205" y="120"/>
                  </a:lnTo>
                  <a:lnTo>
                    <a:pt x="2205" y="120"/>
                  </a:lnTo>
                  <a:lnTo>
                    <a:pt x="2206" y="120"/>
                  </a:lnTo>
                  <a:lnTo>
                    <a:pt x="2206" y="120"/>
                  </a:lnTo>
                  <a:lnTo>
                    <a:pt x="2207" y="120"/>
                  </a:lnTo>
                  <a:lnTo>
                    <a:pt x="2207" y="135"/>
                  </a:lnTo>
                  <a:lnTo>
                    <a:pt x="2207" y="135"/>
                  </a:lnTo>
                  <a:lnTo>
                    <a:pt x="2208" y="135"/>
                  </a:lnTo>
                  <a:lnTo>
                    <a:pt x="2209" y="135"/>
                  </a:lnTo>
                  <a:lnTo>
                    <a:pt x="2209" y="150"/>
                  </a:lnTo>
                  <a:lnTo>
                    <a:pt x="2209" y="150"/>
                  </a:lnTo>
                  <a:lnTo>
                    <a:pt x="2210" y="150"/>
                  </a:lnTo>
                  <a:lnTo>
                    <a:pt x="2210" y="150"/>
                  </a:lnTo>
                  <a:lnTo>
                    <a:pt x="2211" y="150"/>
                  </a:lnTo>
                  <a:lnTo>
                    <a:pt x="2211" y="150"/>
                  </a:lnTo>
                  <a:lnTo>
                    <a:pt x="2212" y="150"/>
                  </a:lnTo>
                  <a:lnTo>
                    <a:pt x="2212" y="150"/>
                  </a:lnTo>
                  <a:lnTo>
                    <a:pt x="2212" y="150"/>
                  </a:lnTo>
                  <a:lnTo>
                    <a:pt x="2213" y="150"/>
                  </a:lnTo>
                  <a:lnTo>
                    <a:pt x="2213" y="150"/>
                  </a:lnTo>
                  <a:lnTo>
                    <a:pt x="2214" y="135"/>
                  </a:lnTo>
                  <a:lnTo>
                    <a:pt x="2214" y="135"/>
                  </a:lnTo>
                  <a:lnTo>
                    <a:pt x="2215" y="135"/>
                  </a:lnTo>
                  <a:lnTo>
                    <a:pt x="2215" y="120"/>
                  </a:lnTo>
                  <a:lnTo>
                    <a:pt x="2216" y="120"/>
                  </a:lnTo>
                  <a:lnTo>
                    <a:pt x="2216" y="120"/>
                  </a:lnTo>
                  <a:lnTo>
                    <a:pt x="2216" y="105"/>
                  </a:lnTo>
                  <a:lnTo>
                    <a:pt x="2217" y="105"/>
                  </a:lnTo>
                  <a:lnTo>
                    <a:pt x="2218" y="90"/>
                  </a:lnTo>
                  <a:lnTo>
                    <a:pt x="2218" y="90"/>
                  </a:lnTo>
                  <a:lnTo>
                    <a:pt x="2218" y="90"/>
                  </a:lnTo>
                  <a:lnTo>
                    <a:pt x="2219" y="75"/>
                  </a:lnTo>
                  <a:lnTo>
                    <a:pt x="2219" y="75"/>
                  </a:lnTo>
                  <a:lnTo>
                    <a:pt x="2220" y="75"/>
                  </a:lnTo>
                  <a:lnTo>
                    <a:pt x="2220" y="60"/>
                  </a:lnTo>
                  <a:lnTo>
                    <a:pt x="2221" y="60"/>
                  </a:lnTo>
                  <a:lnTo>
                    <a:pt x="2221" y="60"/>
                  </a:lnTo>
                  <a:lnTo>
                    <a:pt x="2222" y="45"/>
                  </a:lnTo>
                  <a:lnTo>
                    <a:pt x="2222" y="45"/>
                  </a:lnTo>
                  <a:lnTo>
                    <a:pt x="2222" y="45"/>
                  </a:lnTo>
                  <a:lnTo>
                    <a:pt x="2223" y="45"/>
                  </a:lnTo>
                  <a:lnTo>
                    <a:pt x="2223" y="30"/>
                  </a:lnTo>
                  <a:lnTo>
                    <a:pt x="2224" y="30"/>
                  </a:lnTo>
                  <a:lnTo>
                    <a:pt x="2224" y="30"/>
                  </a:lnTo>
                  <a:lnTo>
                    <a:pt x="2225" y="30"/>
                  </a:lnTo>
                  <a:lnTo>
                    <a:pt x="2225" y="30"/>
                  </a:lnTo>
                  <a:lnTo>
                    <a:pt x="2226" y="15"/>
                  </a:lnTo>
                  <a:lnTo>
                    <a:pt x="2226" y="15"/>
                  </a:lnTo>
                  <a:lnTo>
                    <a:pt x="2227" y="15"/>
                  </a:lnTo>
                  <a:lnTo>
                    <a:pt x="2227" y="15"/>
                  </a:lnTo>
                  <a:lnTo>
                    <a:pt x="2227" y="0"/>
                  </a:lnTo>
                  <a:lnTo>
                    <a:pt x="2228" y="0"/>
                  </a:lnTo>
                  <a:lnTo>
                    <a:pt x="2228" y="0"/>
                  </a:lnTo>
                  <a:lnTo>
                    <a:pt x="2229" y="0"/>
                  </a:lnTo>
                  <a:lnTo>
                    <a:pt x="2229" y="0"/>
                  </a:lnTo>
                  <a:lnTo>
                    <a:pt x="2230" y="0"/>
                  </a:lnTo>
                  <a:lnTo>
                    <a:pt x="2230" y="0"/>
                  </a:lnTo>
                  <a:lnTo>
                    <a:pt x="2231" y="0"/>
                  </a:lnTo>
                  <a:lnTo>
                    <a:pt x="2231" y="0"/>
                  </a:lnTo>
                  <a:lnTo>
                    <a:pt x="2231" y="0"/>
                  </a:lnTo>
                  <a:lnTo>
                    <a:pt x="2232" y="0"/>
                  </a:lnTo>
                  <a:lnTo>
                    <a:pt x="2233" y="0"/>
                  </a:lnTo>
                  <a:lnTo>
                    <a:pt x="2233" y="15"/>
                  </a:lnTo>
                  <a:lnTo>
                    <a:pt x="2233" y="15"/>
                  </a:lnTo>
                  <a:lnTo>
                    <a:pt x="2234" y="15"/>
                  </a:lnTo>
                  <a:lnTo>
                    <a:pt x="2234" y="30"/>
                  </a:lnTo>
                  <a:lnTo>
                    <a:pt x="2235" y="30"/>
                  </a:lnTo>
                  <a:lnTo>
                    <a:pt x="2235" y="30"/>
                  </a:lnTo>
                  <a:lnTo>
                    <a:pt x="2236" y="45"/>
                  </a:lnTo>
                  <a:lnTo>
                    <a:pt x="2236" y="45"/>
                  </a:lnTo>
                  <a:lnTo>
                    <a:pt x="2237" y="45"/>
                  </a:lnTo>
                  <a:lnTo>
                    <a:pt x="2237" y="45"/>
                  </a:lnTo>
                  <a:lnTo>
                    <a:pt x="2237" y="45"/>
                  </a:lnTo>
                  <a:lnTo>
                    <a:pt x="2238" y="45"/>
                  </a:lnTo>
                  <a:lnTo>
                    <a:pt x="2238" y="45"/>
                  </a:lnTo>
                  <a:lnTo>
                    <a:pt x="2239" y="45"/>
                  </a:lnTo>
                  <a:lnTo>
                    <a:pt x="2239" y="45"/>
                  </a:lnTo>
                  <a:lnTo>
                    <a:pt x="2240" y="45"/>
                  </a:lnTo>
                  <a:lnTo>
                    <a:pt x="2240" y="45"/>
                  </a:lnTo>
                  <a:lnTo>
                    <a:pt x="2240" y="30"/>
                  </a:lnTo>
                  <a:lnTo>
                    <a:pt x="2241" y="30"/>
                  </a:lnTo>
                  <a:lnTo>
                    <a:pt x="2242" y="30"/>
                  </a:lnTo>
                  <a:lnTo>
                    <a:pt x="2242" y="15"/>
                  </a:lnTo>
                  <a:lnTo>
                    <a:pt x="2242" y="15"/>
                  </a:lnTo>
                  <a:lnTo>
                    <a:pt x="2243" y="15"/>
                  </a:lnTo>
                  <a:lnTo>
                    <a:pt x="2243" y="15"/>
                  </a:lnTo>
                  <a:lnTo>
                    <a:pt x="2244" y="0"/>
                  </a:lnTo>
                  <a:lnTo>
                    <a:pt x="2244" y="0"/>
                  </a:lnTo>
                  <a:lnTo>
                    <a:pt x="2245" y="15"/>
                  </a:lnTo>
                  <a:lnTo>
                    <a:pt x="2245" y="15"/>
                  </a:lnTo>
                  <a:lnTo>
                    <a:pt x="2246" y="30"/>
                  </a:lnTo>
                  <a:lnTo>
                    <a:pt x="2246" y="45"/>
                  </a:lnTo>
                  <a:lnTo>
                    <a:pt x="2246" y="60"/>
                  </a:lnTo>
                  <a:lnTo>
                    <a:pt x="2247" y="75"/>
                  </a:lnTo>
                  <a:lnTo>
                    <a:pt x="2248" y="105"/>
                  </a:lnTo>
                  <a:lnTo>
                    <a:pt x="2248" y="135"/>
                  </a:lnTo>
                  <a:lnTo>
                    <a:pt x="2248" y="165"/>
                  </a:lnTo>
                  <a:lnTo>
                    <a:pt x="2249" y="195"/>
                  </a:lnTo>
                  <a:lnTo>
                    <a:pt x="2249" y="239"/>
                  </a:lnTo>
                  <a:lnTo>
                    <a:pt x="2250" y="284"/>
                  </a:lnTo>
                  <a:lnTo>
                    <a:pt x="2250" y="329"/>
                  </a:lnTo>
                  <a:lnTo>
                    <a:pt x="2251" y="374"/>
                  </a:lnTo>
                  <a:lnTo>
                    <a:pt x="2251" y="434"/>
                  </a:lnTo>
                  <a:lnTo>
                    <a:pt x="2252" y="479"/>
                  </a:lnTo>
                  <a:lnTo>
                    <a:pt x="2252" y="538"/>
                  </a:lnTo>
                  <a:lnTo>
                    <a:pt x="2252" y="583"/>
                  </a:lnTo>
                  <a:lnTo>
                    <a:pt x="2253" y="643"/>
                  </a:lnTo>
                  <a:lnTo>
                    <a:pt x="2253" y="688"/>
                  </a:lnTo>
                  <a:lnTo>
                    <a:pt x="2254" y="748"/>
                  </a:lnTo>
                  <a:lnTo>
                    <a:pt x="2254" y="793"/>
                  </a:lnTo>
                  <a:lnTo>
                    <a:pt x="2255" y="852"/>
                  </a:lnTo>
                  <a:lnTo>
                    <a:pt x="2255" y="897"/>
                  </a:lnTo>
                  <a:lnTo>
                    <a:pt x="2255" y="942"/>
                  </a:lnTo>
                  <a:lnTo>
                    <a:pt x="2256" y="1002"/>
                  </a:lnTo>
                  <a:lnTo>
                    <a:pt x="2257" y="1046"/>
                  </a:lnTo>
                  <a:lnTo>
                    <a:pt x="2257" y="1092"/>
                  </a:lnTo>
                  <a:lnTo>
                    <a:pt x="2257" y="1121"/>
                  </a:lnTo>
                  <a:lnTo>
                    <a:pt x="2258" y="1166"/>
                  </a:lnTo>
                  <a:lnTo>
                    <a:pt x="2258" y="1196"/>
                  </a:lnTo>
                  <a:lnTo>
                    <a:pt x="2259" y="1226"/>
                  </a:lnTo>
                  <a:lnTo>
                    <a:pt x="2259" y="1256"/>
                  </a:lnTo>
                  <a:lnTo>
                    <a:pt x="2260" y="1286"/>
                  </a:lnTo>
                  <a:lnTo>
                    <a:pt x="2260" y="1301"/>
                  </a:lnTo>
                  <a:lnTo>
                    <a:pt x="2261" y="1316"/>
                  </a:lnTo>
                  <a:lnTo>
                    <a:pt x="2261" y="1331"/>
                  </a:lnTo>
                  <a:lnTo>
                    <a:pt x="2261" y="1345"/>
                  </a:lnTo>
                  <a:lnTo>
                    <a:pt x="2262" y="1345"/>
                  </a:lnTo>
                  <a:lnTo>
                    <a:pt x="2263" y="1331"/>
                  </a:lnTo>
                  <a:lnTo>
                    <a:pt x="2263" y="1316"/>
                  </a:lnTo>
                  <a:lnTo>
                    <a:pt x="2263" y="1301"/>
                  </a:lnTo>
                  <a:lnTo>
                    <a:pt x="2264" y="1271"/>
                  </a:lnTo>
                  <a:lnTo>
                    <a:pt x="2264" y="1241"/>
                  </a:lnTo>
                  <a:lnTo>
                    <a:pt x="2265" y="1211"/>
                  </a:lnTo>
                  <a:lnTo>
                    <a:pt x="2265" y="1181"/>
                  </a:lnTo>
                  <a:lnTo>
                    <a:pt x="2266" y="1136"/>
                  </a:lnTo>
                  <a:lnTo>
                    <a:pt x="2266" y="1077"/>
                  </a:lnTo>
                  <a:lnTo>
                    <a:pt x="2266" y="1032"/>
                  </a:lnTo>
                  <a:lnTo>
                    <a:pt x="2267" y="972"/>
                  </a:lnTo>
                  <a:lnTo>
                    <a:pt x="2267" y="912"/>
                  </a:lnTo>
                  <a:lnTo>
                    <a:pt x="2268" y="837"/>
                  </a:lnTo>
                  <a:lnTo>
                    <a:pt x="2268" y="763"/>
                  </a:lnTo>
                  <a:lnTo>
                    <a:pt x="2269" y="673"/>
                  </a:lnTo>
                  <a:lnTo>
                    <a:pt x="2269" y="583"/>
                  </a:lnTo>
                  <a:lnTo>
                    <a:pt x="2270" y="494"/>
                  </a:lnTo>
                  <a:lnTo>
                    <a:pt x="2270" y="374"/>
                  </a:lnTo>
                  <a:lnTo>
                    <a:pt x="2270" y="269"/>
                  </a:lnTo>
                  <a:lnTo>
                    <a:pt x="2271" y="1256"/>
                  </a:lnTo>
                  <a:lnTo>
                    <a:pt x="2272" y="1256"/>
                  </a:lnTo>
                  <a:lnTo>
                    <a:pt x="2272" y="1256"/>
                  </a:lnTo>
                  <a:lnTo>
                    <a:pt x="2272" y="1256"/>
                  </a:lnTo>
                  <a:lnTo>
                    <a:pt x="2273" y="1241"/>
                  </a:lnTo>
                  <a:lnTo>
                    <a:pt x="2273" y="1241"/>
                  </a:lnTo>
                  <a:lnTo>
                    <a:pt x="2274" y="1241"/>
                  </a:lnTo>
                  <a:lnTo>
                    <a:pt x="2274" y="1241"/>
                  </a:lnTo>
                  <a:lnTo>
                    <a:pt x="2275" y="1241"/>
                  </a:lnTo>
                  <a:lnTo>
                    <a:pt x="2275" y="1241"/>
                  </a:lnTo>
                  <a:lnTo>
                    <a:pt x="2276" y="1241"/>
                  </a:lnTo>
                  <a:lnTo>
                    <a:pt x="2276" y="1241"/>
                  </a:lnTo>
                  <a:lnTo>
                    <a:pt x="2276" y="1241"/>
                  </a:lnTo>
                  <a:lnTo>
                    <a:pt x="2277" y="1241"/>
                  </a:lnTo>
                  <a:lnTo>
                    <a:pt x="2278" y="1241"/>
                  </a:lnTo>
                  <a:lnTo>
                    <a:pt x="2278" y="1241"/>
                  </a:lnTo>
                  <a:lnTo>
                    <a:pt x="2278" y="1241"/>
                  </a:lnTo>
                  <a:lnTo>
                    <a:pt x="2279" y="1241"/>
                  </a:lnTo>
                  <a:lnTo>
                    <a:pt x="2279" y="1241"/>
                  </a:lnTo>
                  <a:lnTo>
                    <a:pt x="2280" y="1241"/>
                  </a:lnTo>
                  <a:lnTo>
                    <a:pt x="2280" y="1241"/>
                  </a:lnTo>
                  <a:lnTo>
                    <a:pt x="2281" y="1241"/>
                  </a:lnTo>
                  <a:lnTo>
                    <a:pt x="2281" y="1241"/>
                  </a:lnTo>
                  <a:lnTo>
                    <a:pt x="2281" y="1241"/>
                  </a:lnTo>
                  <a:lnTo>
                    <a:pt x="2282" y="1241"/>
                  </a:lnTo>
                  <a:lnTo>
                    <a:pt x="2282" y="1241"/>
                  </a:lnTo>
                  <a:lnTo>
                    <a:pt x="2283" y="1241"/>
                  </a:lnTo>
                  <a:lnTo>
                    <a:pt x="2283" y="1241"/>
                  </a:lnTo>
                  <a:lnTo>
                    <a:pt x="2284" y="1241"/>
                  </a:lnTo>
                  <a:lnTo>
                    <a:pt x="2284" y="1241"/>
                  </a:lnTo>
                  <a:lnTo>
                    <a:pt x="2285" y="1241"/>
                  </a:lnTo>
                  <a:lnTo>
                    <a:pt x="2285" y="1241"/>
                  </a:lnTo>
                  <a:lnTo>
                    <a:pt x="2285" y="1226"/>
                  </a:lnTo>
                  <a:lnTo>
                    <a:pt x="2286" y="1226"/>
                  </a:lnTo>
                  <a:lnTo>
                    <a:pt x="2287" y="1226"/>
                  </a:lnTo>
                  <a:lnTo>
                    <a:pt x="2287" y="1226"/>
                  </a:lnTo>
                  <a:lnTo>
                    <a:pt x="2287" y="1226"/>
                  </a:lnTo>
                  <a:lnTo>
                    <a:pt x="2288" y="1211"/>
                  </a:lnTo>
                  <a:lnTo>
                    <a:pt x="2288" y="1211"/>
                  </a:lnTo>
                  <a:lnTo>
                    <a:pt x="2289" y="1211"/>
                  </a:lnTo>
                  <a:lnTo>
                    <a:pt x="2289" y="1196"/>
                  </a:lnTo>
                  <a:lnTo>
                    <a:pt x="2290" y="1196"/>
                  </a:lnTo>
                  <a:lnTo>
                    <a:pt x="2290" y="1196"/>
                  </a:lnTo>
                  <a:lnTo>
                    <a:pt x="2291" y="1196"/>
                  </a:lnTo>
                  <a:lnTo>
                    <a:pt x="2291" y="1181"/>
                  </a:lnTo>
                  <a:lnTo>
                    <a:pt x="2291" y="1181"/>
                  </a:lnTo>
                  <a:lnTo>
                    <a:pt x="2292" y="1181"/>
                  </a:lnTo>
                  <a:lnTo>
                    <a:pt x="2292" y="1181"/>
                  </a:lnTo>
                  <a:lnTo>
                    <a:pt x="2293" y="1181"/>
                  </a:lnTo>
                  <a:lnTo>
                    <a:pt x="2293" y="1181"/>
                  </a:lnTo>
                  <a:lnTo>
                    <a:pt x="2294" y="1166"/>
                  </a:lnTo>
                  <a:lnTo>
                    <a:pt x="2294" y="1166"/>
                  </a:lnTo>
                  <a:lnTo>
                    <a:pt x="2295" y="1166"/>
                  </a:lnTo>
                  <a:lnTo>
                    <a:pt x="2295" y="1166"/>
                  </a:lnTo>
                  <a:lnTo>
                    <a:pt x="2296" y="1151"/>
                  </a:lnTo>
                  <a:lnTo>
                    <a:pt x="2296" y="1151"/>
                  </a:lnTo>
                  <a:lnTo>
                    <a:pt x="2296" y="1151"/>
                  </a:lnTo>
                  <a:lnTo>
                    <a:pt x="2297" y="1151"/>
                  </a:lnTo>
                  <a:lnTo>
                    <a:pt x="2298" y="1136"/>
                  </a:lnTo>
                  <a:lnTo>
                    <a:pt x="2298" y="1136"/>
                  </a:lnTo>
                  <a:lnTo>
                    <a:pt x="2298" y="1136"/>
                  </a:lnTo>
                  <a:lnTo>
                    <a:pt x="2299" y="1136"/>
                  </a:lnTo>
                  <a:lnTo>
                    <a:pt x="2299" y="1136"/>
                  </a:lnTo>
                  <a:lnTo>
                    <a:pt x="2300" y="1136"/>
                  </a:lnTo>
                  <a:lnTo>
                    <a:pt x="2300" y="1121"/>
                  </a:lnTo>
                  <a:lnTo>
                    <a:pt x="2301" y="1121"/>
                  </a:lnTo>
                  <a:lnTo>
                    <a:pt x="2301" y="1121"/>
                  </a:lnTo>
                  <a:lnTo>
                    <a:pt x="2302" y="1121"/>
                  </a:lnTo>
                  <a:lnTo>
                    <a:pt x="2302" y="1107"/>
                  </a:lnTo>
                  <a:lnTo>
                    <a:pt x="2302" y="1107"/>
                  </a:lnTo>
                  <a:lnTo>
                    <a:pt x="2303" y="1107"/>
                  </a:lnTo>
                  <a:lnTo>
                    <a:pt x="2304" y="1107"/>
                  </a:lnTo>
                  <a:lnTo>
                    <a:pt x="2304" y="1107"/>
                  </a:lnTo>
                  <a:lnTo>
                    <a:pt x="2304" y="1107"/>
                  </a:lnTo>
                  <a:lnTo>
                    <a:pt x="2305" y="1092"/>
                  </a:lnTo>
                  <a:lnTo>
                    <a:pt x="2305" y="1092"/>
                  </a:lnTo>
                  <a:lnTo>
                    <a:pt x="2306" y="1092"/>
                  </a:lnTo>
                  <a:lnTo>
                    <a:pt x="2306" y="1092"/>
                  </a:lnTo>
                  <a:lnTo>
                    <a:pt x="2307" y="1092"/>
                  </a:lnTo>
                  <a:lnTo>
                    <a:pt x="2307" y="1092"/>
                  </a:lnTo>
                  <a:lnTo>
                    <a:pt x="2307" y="1092"/>
                  </a:lnTo>
                  <a:lnTo>
                    <a:pt x="2308" y="1092"/>
                  </a:lnTo>
                  <a:lnTo>
                    <a:pt x="2308" y="1092"/>
                  </a:lnTo>
                  <a:lnTo>
                    <a:pt x="2309" y="1092"/>
                  </a:lnTo>
                  <a:lnTo>
                    <a:pt x="2309" y="1092"/>
                  </a:lnTo>
                  <a:lnTo>
                    <a:pt x="2310" y="1092"/>
                  </a:lnTo>
                  <a:lnTo>
                    <a:pt x="2310" y="1092"/>
                  </a:lnTo>
                  <a:lnTo>
                    <a:pt x="2311" y="1092"/>
                  </a:lnTo>
                  <a:lnTo>
                    <a:pt x="2311" y="1092"/>
                  </a:lnTo>
                  <a:lnTo>
                    <a:pt x="2311" y="1092"/>
                  </a:lnTo>
                  <a:lnTo>
                    <a:pt x="2312" y="1107"/>
                  </a:lnTo>
                  <a:lnTo>
                    <a:pt x="2313" y="1092"/>
                  </a:lnTo>
                  <a:lnTo>
                    <a:pt x="2313" y="1092"/>
                  </a:lnTo>
                  <a:lnTo>
                    <a:pt x="2313" y="1092"/>
                  </a:lnTo>
                  <a:lnTo>
                    <a:pt x="2314" y="1092"/>
                  </a:lnTo>
                  <a:lnTo>
                    <a:pt x="2314" y="1092"/>
                  </a:lnTo>
                  <a:lnTo>
                    <a:pt x="2315" y="1092"/>
                  </a:lnTo>
                  <a:lnTo>
                    <a:pt x="2315" y="1092"/>
                  </a:lnTo>
                  <a:lnTo>
                    <a:pt x="2316" y="1092"/>
                  </a:lnTo>
                  <a:lnTo>
                    <a:pt x="2316" y="1077"/>
                  </a:lnTo>
                  <a:lnTo>
                    <a:pt x="2317" y="1077"/>
                  </a:lnTo>
                  <a:lnTo>
                    <a:pt x="2317" y="1077"/>
                  </a:lnTo>
                  <a:lnTo>
                    <a:pt x="2317" y="1077"/>
                  </a:lnTo>
                  <a:lnTo>
                    <a:pt x="2318" y="1061"/>
                  </a:lnTo>
                  <a:lnTo>
                    <a:pt x="2319" y="1061"/>
                  </a:lnTo>
                  <a:lnTo>
                    <a:pt x="2319" y="1061"/>
                  </a:lnTo>
                  <a:lnTo>
                    <a:pt x="2319" y="1061"/>
                  </a:lnTo>
                  <a:lnTo>
                    <a:pt x="2320" y="1046"/>
                  </a:lnTo>
                  <a:lnTo>
                    <a:pt x="2320" y="1046"/>
                  </a:lnTo>
                  <a:lnTo>
                    <a:pt x="2321" y="1046"/>
                  </a:lnTo>
                  <a:lnTo>
                    <a:pt x="2321" y="1046"/>
                  </a:lnTo>
                  <a:lnTo>
                    <a:pt x="2322" y="1032"/>
                  </a:lnTo>
                  <a:lnTo>
                    <a:pt x="2322" y="1032"/>
                  </a:lnTo>
                  <a:lnTo>
                    <a:pt x="2322" y="1032"/>
                  </a:lnTo>
                  <a:lnTo>
                    <a:pt x="2323" y="1032"/>
                  </a:lnTo>
                  <a:lnTo>
                    <a:pt x="2323" y="1032"/>
                  </a:lnTo>
                  <a:lnTo>
                    <a:pt x="2324" y="1032"/>
                  </a:lnTo>
                  <a:lnTo>
                    <a:pt x="2324" y="1032"/>
                  </a:lnTo>
                  <a:lnTo>
                    <a:pt x="2325" y="1032"/>
                  </a:lnTo>
                  <a:lnTo>
                    <a:pt x="2325" y="1032"/>
                  </a:lnTo>
                  <a:lnTo>
                    <a:pt x="2326" y="1032"/>
                  </a:lnTo>
                  <a:lnTo>
                    <a:pt x="2326" y="1032"/>
                  </a:lnTo>
                  <a:lnTo>
                    <a:pt x="2326" y="1032"/>
                  </a:lnTo>
                  <a:lnTo>
                    <a:pt x="2327" y="1032"/>
                  </a:lnTo>
                  <a:lnTo>
                    <a:pt x="2328" y="1032"/>
                  </a:lnTo>
                  <a:lnTo>
                    <a:pt x="2328" y="1032"/>
                  </a:lnTo>
                  <a:lnTo>
                    <a:pt x="2328" y="1032"/>
                  </a:lnTo>
                  <a:lnTo>
                    <a:pt x="2329" y="1032"/>
                  </a:lnTo>
                  <a:lnTo>
                    <a:pt x="2329" y="1032"/>
                  </a:lnTo>
                  <a:lnTo>
                    <a:pt x="2330" y="1032"/>
                  </a:lnTo>
                  <a:lnTo>
                    <a:pt x="2330" y="1032"/>
                  </a:lnTo>
                  <a:lnTo>
                    <a:pt x="2331" y="1032"/>
                  </a:lnTo>
                  <a:lnTo>
                    <a:pt x="2331" y="1032"/>
                  </a:lnTo>
                  <a:lnTo>
                    <a:pt x="2332" y="1046"/>
                  </a:lnTo>
                  <a:lnTo>
                    <a:pt x="2332" y="1046"/>
                  </a:lnTo>
                  <a:lnTo>
                    <a:pt x="2332" y="1046"/>
                  </a:lnTo>
                  <a:lnTo>
                    <a:pt x="2333" y="1046"/>
                  </a:lnTo>
                  <a:lnTo>
                    <a:pt x="2333" y="1046"/>
                  </a:lnTo>
                  <a:lnTo>
                    <a:pt x="2334" y="1046"/>
                  </a:lnTo>
                  <a:lnTo>
                    <a:pt x="2334" y="1046"/>
                  </a:lnTo>
                  <a:lnTo>
                    <a:pt x="2335" y="1046"/>
                  </a:lnTo>
                  <a:lnTo>
                    <a:pt x="2335" y="1046"/>
                  </a:lnTo>
                  <a:lnTo>
                    <a:pt x="2336" y="1046"/>
                  </a:lnTo>
                  <a:lnTo>
                    <a:pt x="2336" y="1046"/>
                  </a:lnTo>
                  <a:lnTo>
                    <a:pt x="2337" y="1046"/>
                  </a:lnTo>
                  <a:lnTo>
                    <a:pt x="2337" y="1046"/>
                  </a:lnTo>
                  <a:lnTo>
                    <a:pt x="2337" y="1061"/>
                  </a:lnTo>
                  <a:lnTo>
                    <a:pt x="2338" y="1061"/>
                  </a:lnTo>
                  <a:lnTo>
                    <a:pt x="2338" y="1061"/>
                  </a:lnTo>
                  <a:lnTo>
                    <a:pt x="2339" y="1061"/>
                  </a:lnTo>
                  <a:lnTo>
                    <a:pt x="2339" y="1061"/>
                  </a:lnTo>
                  <a:lnTo>
                    <a:pt x="2340" y="1061"/>
                  </a:lnTo>
                  <a:lnTo>
                    <a:pt x="2340" y="1061"/>
                  </a:lnTo>
                  <a:lnTo>
                    <a:pt x="2341" y="1061"/>
                  </a:lnTo>
                  <a:lnTo>
                    <a:pt x="2341" y="1046"/>
                  </a:lnTo>
                  <a:lnTo>
                    <a:pt x="2341" y="1046"/>
                  </a:lnTo>
                  <a:lnTo>
                    <a:pt x="2342" y="1046"/>
                  </a:lnTo>
                  <a:lnTo>
                    <a:pt x="2343" y="1046"/>
                  </a:lnTo>
                  <a:lnTo>
                    <a:pt x="2343" y="1046"/>
                  </a:lnTo>
                  <a:lnTo>
                    <a:pt x="2343" y="1046"/>
                  </a:lnTo>
                  <a:lnTo>
                    <a:pt x="2344" y="1032"/>
                  </a:lnTo>
                  <a:lnTo>
                    <a:pt x="2344" y="1032"/>
                  </a:lnTo>
                  <a:lnTo>
                    <a:pt x="2345" y="1032"/>
                  </a:lnTo>
                  <a:lnTo>
                    <a:pt x="2345" y="1032"/>
                  </a:lnTo>
                  <a:lnTo>
                    <a:pt x="2346" y="1032"/>
                  </a:lnTo>
                  <a:lnTo>
                    <a:pt x="2346" y="1032"/>
                  </a:lnTo>
                  <a:lnTo>
                    <a:pt x="2347" y="1032"/>
                  </a:lnTo>
                  <a:lnTo>
                    <a:pt x="2347" y="1032"/>
                  </a:lnTo>
                  <a:lnTo>
                    <a:pt x="2347" y="1032"/>
                  </a:lnTo>
                  <a:lnTo>
                    <a:pt x="2348" y="1032"/>
                  </a:lnTo>
                  <a:lnTo>
                    <a:pt x="2348" y="1032"/>
                  </a:lnTo>
                  <a:lnTo>
                    <a:pt x="2349" y="1032"/>
                  </a:lnTo>
                  <a:lnTo>
                    <a:pt x="2349" y="1032"/>
                  </a:lnTo>
                  <a:lnTo>
                    <a:pt x="2350" y="1032"/>
                  </a:lnTo>
                  <a:lnTo>
                    <a:pt x="2350" y="1032"/>
                  </a:lnTo>
                  <a:lnTo>
                    <a:pt x="2350" y="1017"/>
                  </a:lnTo>
                  <a:lnTo>
                    <a:pt x="2351" y="1017"/>
                  </a:lnTo>
                  <a:lnTo>
                    <a:pt x="2352" y="1017"/>
                  </a:lnTo>
                  <a:lnTo>
                    <a:pt x="2352" y="1017"/>
                  </a:lnTo>
                  <a:lnTo>
                    <a:pt x="2352" y="1002"/>
                  </a:lnTo>
                  <a:lnTo>
                    <a:pt x="2353" y="1002"/>
                  </a:lnTo>
                  <a:lnTo>
                    <a:pt x="2353" y="1002"/>
                  </a:lnTo>
                  <a:lnTo>
                    <a:pt x="2354" y="987"/>
                  </a:lnTo>
                  <a:lnTo>
                    <a:pt x="2354" y="987"/>
                  </a:lnTo>
                  <a:lnTo>
                    <a:pt x="2355" y="987"/>
                  </a:lnTo>
                  <a:lnTo>
                    <a:pt x="2355" y="987"/>
                  </a:lnTo>
                  <a:lnTo>
                    <a:pt x="2356" y="987"/>
                  </a:lnTo>
                  <a:lnTo>
                    <a:pt x="2356" y="972"/>
                  </a:lnTo>
                  <a:lnTo>
                    <a:pt x="2356" y="972"/>
                  </a:lnTo>
                  <a:lnTo>
                    <a:pt x="2357" y="972"/>
                  </a:lnTo>
                  <a:lnTo>
                    <a:pt x="2358" y="972"/>
                  </a:lnTo>
                  <a:lnTo>
                    <a:pt x="2358" y="957"/>
                  </a:lnTo>
                  <a:lnTo>
                    <a:pt x="2358" y="957"/>
                  </a:lnTo>
                  <a:lnTo>
                    <a:pt x="2359" y="957"/>
                  </a:lnTo>
                  <a:lnTo>
                    <a:pt x="2359" y="957"/>
                  </a:lnTo>
                  <a:lnTo>
                    <a:pt x="2360" y="942"/>
                  </a:lnTo>
                  <a:lnTo>
                    <a:pt x="2360" y="942"/>
                  </a:lnTo>
                  <a:lnTo>
                    <a:pt x="2361" y="942"/>
                  </a:lnTo>
                  <a:lnTo>
                    <a:pt x="2361" y="927"/>
                  </a:lnTo>
                  <a:lnTo>
                    <a:pt x="2362" y="927"/>
                  </a:lnTo>
                  <a:lnTo>
                    <a:pt x="2362" y="927"/>
                  </a:lnTo>
                  <a:lnTo>
                    <a:pt x="2362" y="912"/>
                  </a:lnTo>
                  <a:lnTo>
                    <a:pt x="2363" y="912"/>
                  </a:lnTo>
                  <a:lnTo>
                    <a:pt x="2363" y="912"/>
                  </a:lnTo>
                  <a:lnTo>
                    <a:pt x="2364" y="912"/>
                  </a:lnTo>
                  <a:lnTo>
                    <a:pt x="2364" y="897"/>
                  </a:lnTo>
                  <a:lnTo>
                    <a:pt x="2365" y="897"/>
                  </a:lnTo>
                  <a:lnTo>
                    <a:pt x="2365" y="897"/>
                  </a:lnTo>
                  <a:lnTo>
                    <a:pt x="2365" y="897"/>
                  </a:lnTo>
                  <a:lnTo>
                    <a:pt x="2366" y="882"/>
                  </a:lnTo>
                  <a:lnTo>
                    <a:pt x="2367" y="882"/>
                  </a:lnTo>
                  <a:lnTo>
                    <a:pt x="2367" y="882"/>
                  </a:lnTo>
                  <a:lnTo>
                    <a:pt x="2367" y="882"/>
                  </a:lnTo>
                  <a:lnTo>
                    <a:pt x="2368" y="882"/>
                  </a:lnTo>
                  <a:lnTo>
                    <a:pt x="2368" y="867"/>
                  </a:lnTo>
                  <a:lnTo>
                    <a:pt x="2369" y="867"/>
                  </a:lnTo>
                  <a:lnTo>
                    <a:pt x="2369" y="867"/>
                  </a:lnTo>
                  <a:lnTo>
                    <a:pt x="2370" y="867"/>
                  </a:lnTo>
                  <a:lnTo>
                    <a:pt x="2370" y="867"/>
                  </a:lnTo>
                  <a:lnTo>
                    <a:pt x="2371" y="867"/>
                  </a:lnTo>
                  <a:lnTo>
                    <a:pt x="2371" y="852"/>
                  </a:lnTo>
                  <a:lnTo>
                    <a:pt x="2371" y="852"/>
                  </a:lnTo>
                  <a:lnTo>
                    <a:pt x="2372" y="852"/>
                  </a:lnTo>
                  <a:lnTo>
                    <a:pt x="2373" y="852"/>
                  </a:lnTo>
                  <a:lnTo>
                    <a:pt x="2373" y="837"/>
                  </a:lnTo>
                  <a:lnTo>
                    <a:pt x="2373" y="837"/>
                  </a:lnTo>
                  <a:lnTo>
                    <a:pt x="2374" y="837"/>
                  </a:lnTo>
                  <a:lnTo>
                    <a:pt x="2374" y="822"/>
                  </a:lnTo>
                  <a:lnTo>
                    <a:pt x="2375" y="822"/>
                  </a:lnTo>
                  <a:lnTo>
                    <a:pt x="2375" y="808"/>
                  </a:lnTo>
                  <a:lnTo>
                    <a:pt x="2376" y="808"/>
                  </a:lnTo>
                  <a:lnTo>
                    <a:pt x="2376" y="808"/>
                  </a:lnTo>
                  <a:lnTo>
                    <a:pt x="2376" y="793"/>
                  </a:lnTo>
                  <a:lnTo>
                    <a:pt x="2377" y="793"/>
                  </a:lnTo>
                  <a:lnTo>
                    <a:pt x="2377" y="778"/>
                  </a:lnTo>
                  <a:lnTo>
                    <a:pt x="2378" y="778"/>
                  </a:lnTo>
                  <a:lnTo>
                    <a:pt x="2378" y="763"/>
                  </a:lnTo>
                  <a:lnTo>
                    <a:pt x="2379" y="763"/>
                  </a:lnTo>
                  <a:lnTo>
                    <a:pt x="2379" y="763"/>
                  </a:lnTo>
                  <a:lnTo>
                    <a:pt x="2380" y="748"/>
                  </a:lnTo>
                  <a:lnTo>
                    <a:pt x="2380" y="748"/>
                  </a:lnTo>
                  <a:lnTo>
                    <a:pt x="2380" y="748"/>
                  </a:lnTo>
                  <a:lnTo>
                    <a:pt x="2381" y="733"/>
                  </a:lnTo>
                  <a:lnTo>
                    <a:pt x="2382" y="733"/>
                  </a:lnTo>
                  <a:lnTo>
                    <a:pt x="2382" y="733"/>
                  </a:lnTo>
                  <a:lnTo>
                    <a:pt x="2382" y="733"/>
                  </a:lnTo>
                  <a:lnTo>
                    <a:pt x="2383" y="733"/>
                  </a:lnTo>
                  <a:lnTo>
                    <a:pt x="2383" y="733"/>
                  </a:lnTo>
                  <a:lnTo>
                    <a:pt x="2384" y="733"/>
                  </a:lnTo>
                  <a:lnTo>
                    <a:pt x="2384" y="733"/>
                  </a:lnTo>
                  <a:lnTo>
                    <a:pt x="2385" y="733"/>
                  </a:lnTo>
                  <a:lnTo>
                    <a:pt x="2385" y="718"/>
                  </a:lnTo>
                  <a:lnTo>
                    <a:pt x="2386" y="718"/>
                  </a:lnTo>
                  <a:lnTo>
                    <a:pt x="2386" y="718"/>
                  </a:lnTo>
                  <a:lnTo>
                    <a:pt x="2386" y="718"/>
                  </a:lnTo>
                  <a:lnTo>
                    <a:pt x="2387" y="718"/>
                  </a:lnTo>
                  <a:lnTo>
                    <a:pt x="2388" y="718"/>
                  </a:lnTo>
                  <a:lnTo>
                    <a:pt x="2388" y="718"/>
                  </a:lnTo>
                  <a:lnTo>
                    <a:pt x="2388" y="703"/>
                  </a:lnTo>
                  <a:lnTo>
                    <a:pt x="2389" y="703"/>
                  </a:lnTo>
                  <a:lnTo>
                    <a:pt x="2389" y="703"/>
                  </a:lnTo>
                  <a:lnTo>
                    <a:pt x="2390" y="703"/>
                  </a:lnTo>
                  <a:lnTo>
                    <a:pt x="2390" y="703"/>
                  </a:lnTo>
                  <a:lnTo>
                    <a:pt x="2391" y="703"/>
                  </a:lnTo>
                  <a:lnTo>
                    <a:pt x="2391" y="703"/>
                  </a:lnTo>
                  <a:lnTo>
                    <a:pt x="2391" y="703"/>
                  </a:lnTo>
                  <a:lnTo>
                    <a:pt x="2392" y="703"/>
                  </a:lnTo>
                  <a:lnTo>
                    <a:pt x="2392" y="688"/>
                  </a:lnTo>
                  <a:lnTo>
                    <a:pt x="2393" y="688"/>
                  </a:lnTo>
                  <a:lnTo>
                    <a:pt x="2393" y="688"/>
                  </a:lnTo>
                  <a:lnTo>
                    <a:pt x="2394" y="688"/>
                  </a:lnTo>
                  <a:lnTo>
                    <a:pt x="2394" y="688"/>
                  </a:lnTo>
                  <a:lnTo>
                    <a:pt x="2395" y="688"/>
                  </a:lnTo>
                  <a:lnTo>
                    <a:pt x="2395" y="673"/>
                  </a:lnTo>
                  <a:lnTo>
                    <a:pt x="2395" y="673"/>
                  </a:lnTo>
                  <a:lnTo>
                    <a:pt x="2396" y="673"/>
                  </a:lnTo>
                  <a:lnTo>
                    <a:pt x="2397" y="673"/>
                  </a:lnTo>
                  <a:lnTo>
                    <a:pt x="2397" y="673"/>
                  </a:lnTo>
                  <a:lnTo>
                    <a:pt x="2397" y="673"/>
                  </a:lnTo>
                  <a:lnTo>
                    <a:pt x="2398" y="673"/>
                  </a:lnTo>
                  <a:lnTo>
                    <a:pt x="2398" y="673"/>
                  </a:lnTo>
                  <a:lnTo>
                    <a:pt x="2399" y="673"/>
                  </a:lnTo>
                  <a:lnTo>
                    <a:pt x="2399" y="688"/>
                  </a:lnTo>
                  <a:lnTo>
                    <a:pt x="2400" y="688"/>
                  </a:lnTo>
                  <a:lnTo>
                    <a:pt x="2400" y="688"/>
                  </a:lnTo>
                  <a:lnTo>
                    <a:pt x="2401" y="688"/>
                  </a:lnTo>
                  <a:lnTo>
                    <a:pt x="2401" y="688"/>
                  </a:lnTo>
                  <a:lnTo>
                    <a:pt x="2401" y="688"/>
                  </a:lnTo>
                  <a:lnTo>
                    <a:pt x="2402" y="673"/>
                  </a:lnTo>
                  <a:lnTo>
                    <a:pt x="2402" y="673"/>
                  </a:lnTo>
                  <a:lnTo>
                    <a:pt x="2403" y="673"/>
                  </a:lnTo>
                  <a:lnTo>
                    <a:pt x="2403" y="673"/>
                  </a:lnTo>
                  <a:lnTo>
                    <a:pt x="2404" y="673"/>
                  </a:lnTo>
                  <a:lnTo>
                    <a:pt x="2404" y="688"/>
                  </a:lnTo>
                  <a:lnTo>
                    <a:pt x="2405" y="688"/>
                  </a:lnTo>
                  <a:lnTo>
                    <a:pt x="2405" y="688"/>
                  </a:lnTo>
                  <a:lnTo>
                    <a:pt x="2406" y="688"/>
                  </a:lnTo>
                  <a:lnTo>
                    <a:pt x="2406" y="688"/>
                  </a:lnTo>
                  <a:lnTo>
                    <a:pt x="2406" y="688"/>
                  </a:lnTo>
                  <a:lnTo>
                    <a:pt x="2407" y="688"/>
                  </a:lnTo>
                  <a:lnTo>
                    <a:pt x="2408" y="688"/>
                  </a:lnTo>
                  <a:lnTo>
                    <a:pt x="2408" y="688"/>
                  </a:lnTo>
                  <a:lnTo>
                    <a:pt x="2408" y="688"/>
                  </a:lnTo>
                  <a:lnTo>
                    <a:pt x="2409" y="688"/>
                  </a:lnTo>
                  <a:lnTo>
                    <a:pt x="2409" y="688"/>
                  </a:lnTo>
                  <a:lnTo>
                    <a:pt x="2410" y="703"/>
                  </a:lnTo>
                  <a:lnTo>
                    <a:pt x="2410" y="703"/>
                  </a:lnTo>
                  <a:lnTo>
                    <a:pt x="2411" y="703"/>
                  </a:lnTo>
                  <a:lnTo>
                    <a:pt x="2411" y="703"/>
                  </a:lnTo>
                  <a:lnTo>
                    <a:pt x="2412" y="703"/>
                  </a:lnTo>
                  <a:lnTo>
                    <a:pt x="2412" y="703"/>
                  </a:lnTo>
                  <a:lnTo>
                    <a:pt x="2412" y="703"/>
                  </a:lnTo>
                  <a:lnTo>
                    <a:pt x="2413" y="718"/>
                  </a:lnTo>
                  <a:lnTo>
                    <a:pt x="2414" y="718"/>
                  </a:lnTo>
                  <a:lnTo>
                    <a:pt x="2414" y="718"/>
                  </a:lnTo>
                  <a:lnTo>
                    <a:pt x="2414" y="718"/>
                  </a:lnTo>
                  <a:lnTo>
                    <a:pt x="2415" y="718"/>
                  </a:lnTo>
                  <a:lnTo>
                    <a:pt x="2415" y="718"/>
                  </a:lnTo>
                  <a:lnTo>
                    <a:pt x="2416" y="718"/>
                  </a:lnTo>
                  <a:lnTo>
                    <a:pt x="2416" y="718"/>
                  </a:lnTo>
                  <a:lnTo>
                    <a:pt x="2417" y="718"/>
                  </a:lnTo>
                  <a:lnTo>
                    <a:pt x="2417" y="718"/>
                  </a:lnTo>
                  <a:lnTo>
                    <a:pt x="2417" y="718"/>
                  </a:lnTo>
                  <a:lnTo>
                    <a:pt x="2418" y="718"/>
                  </a:lnTo>
                  <a:lnTo>
                    <a:pt x="2418" y="718"/>
                  </a:lnTo>
                  <a:lnTo>
                    <a:pt x="2419" y="718"/>
                  </a:lnTo>
                  <a:lnTo>
                    <a:pt x="2419" y="718"/>
                  </a:lnTo>
                  <a:lnTo>
                    <a:pt x="2420" y="718"/>
                  </a:lnTo>
                  <a:lnTo>
                    <a:pt x="2420" y="718"/>
                  </a:lnTo>
                  <a:lnTo>
                    <a:pt x="2421" y="718"/>
                  </a:lnTo>
                  <a:lnTo>
                    <a:pt x="2421" y="703"/>
                  </a:lnTo>
                  <a:lnTo>
                    <a:pt x="2421" y="703"/>
                  </a:lnTo>
                  <a:lnTo>
                    <a:pt x="2422" y="703"/>
                  </a:lnTo>
                  <a:lnTo>
                    <a:pt x="2423" y="703"/>
                  </a:lnTo>
                  <a:lnTo>
                    <a:pt x="2423" y="703"/>
                  </a:lnTo>
                  <a:lnTo>
                    <a:pt x="2423" y="703"/>
                  </a:lnTo>
                  <a:lnTo>
                    <a:pt x="2424" y="688"/>
                  </a:lnTo>
                  <a:lnTo>
                    <a:pt x="2424" y="688"/>
                  </a:lnTo>
                  <a:lnTo>
                    <a:pt x="2425" y="688"/>
                  </a:lnTo>
                  <a:lnTo>
                    <a:pt x="2425" y="688"/>
                  </a:lnTo>
                  <a:lnTo>
                    <a:pt x="2426" y="688"/>
                  </a:lnTo>
                  <a:lnTo>
                    <a:pt x="2426" y="688"/>
                  </a:lnTo>
                  <a:lnTo>
                    <a:pt x="2427" y="688"/>
                  </a:lnTo>
                  <a:lnTo>
                    <a:pt x="2427" y="673"/>
                  </a:lnTo>
                  <a:lnTo>
                    <a:pt x="2427" y="673"/>
                  </a:lnTo>
                  <a:lnTo>
                    <a:pt x="2428" y="673"/>
                  </a:lnTo>
                  <a:lnTo>
                    <a:pt x="2428" y="673"/>
                  </a:lnTo>
                  <a:lnTo>
                    <a:pt x="2429" y="673"/>
                  </a:lnTo>
                  <a:lnTo>
                    <a:pt x="2429" y="673"/>
                  </a:lnTo>
                  <a:lnTo>
                    <a:pt x="2430" y="673"/>
                  </a:lnTo>
                  <a:lnTo>
                    <a:pt x="2430" y="658"/>
                  </a:lnTo>
                  <a:lnTo>
                    <a:pt x="2431" y="658"/>
                  </a:lnTo>
                  <a:lnTo>
                    <a:pt x="2431" y="658"/>
                  </a:lnTo>
                  <a:lnTo>
                    <a:pt x="2432" y="658"/>
                  </a:lnTo>
                  <a:lnTo>
                    <a:pt x="2432" y="643"/>
                  </a:lnTo>
                  <a:lnTo>
                    <a:pt x="2432" y="643"/>
                  </a:lnTo>
                  <a:lnTo>
                    <a:pt x="2433" y="643"/>
                  </a:lnTo>
                  <a:lnTo>
                    <a:pt x="2433" y="643"/>
                  </a:lnTo>
                  <a:lnTo>
                    <a:pt x="2434" y="643"/>
                  </a:lnTo>
                  <a:lnTo>
                    <a:pt x="2434" y="643"/>
                  </a:lnTo>
                  <a:lnTo>
                    <a:pt x="2435" y="643"/>
                  </a:lnTo>
                  <a:lnTo>
                    <a:pt x="2435" y="628"/>
                  </a:lnTo>
                  <a:lnTo>
                    <a:pt x="2436" y="628"/>
                  </a:lnTo>
                  <a:lnTo>
                    <a:pt x="2436" y="628"/>
                  </a:lnTo>
                  <a:lnTo>
                    <a:pt x="2436" y="628"/>
                  </a:lnTo>
                  <a:lnTo>
                    <a:pt x="2437" y="628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9" y="613"/>
                  </a:lnTo>
                  <a:lnTo>
                    <a:pt x="2439" y="613"/>
                  </a:lnTo>
                  <a:lnTo>
                    <a:pt x="2440" y="598"/>
                  </a:lnTo>
                  <a:lnTo>
                    <a:pt x="2440" y="598"/>
                  </a:lnTo>
                  <a:lnTo>
                    <a:pt x="2441" y="598"/>
                  </a:lnTo>
                  <a:lnTo>
                    <a:pt x="2441" y="598"/>
                  </a:lnTo>
                  <a:lnTo>
                    <a:pt x="2442" y="598"/>
                  </a:lnTo>
                  <a:lnTo>
                    <a:pt x="2442" y="598"/>
                  </a:lnTo>
                  <a:lnTo>
                    <a:pt x="2442" y="583"/>
                  </a:lnTo>
                  <a:lnTo>
                    <a:pt x="2443" y="583"/>
                  </a:lnTo>
                  <a:lnTo>
                    <a:pt x="2443" y="583"/>
                  </a:lnTo>
                  <a:lnTo>
                    <a:pt x="2444" y="583"/>
                  </a:lnTo>
                  <a:lnTo>
                    <a:pt x="2444" y="583"/>
                  </a:lnTo>
                  <a:lnTo>
                    <a:pt x="2445" y="583"/>
                  </a:lnTo>
                  <a:lnTo>
                    <a:pt x="2445" y="568"/>
                  </a:lnTo>
                  <a:lnTo>
                    <a:pt x="2445" y="568"/>
                  </a:lnTo>
                  <a:lnTo>
                    <a:pt x="2446" y="568"/>
                  </a:lnTo>
                  <a:lnTo>
                    <a:pt x="2447" y="568"/>
                  </a:lnTo>
                  <a:lnTo>
                    <a:pt x="2447" y="553"/>
                  </a:lnTo>
                  <a:lnTo>
                    <a:pt x="2447" y="553"/>
                  </a:lnTo>
                  <a:lnTo>
                    <a:pt x="2448" y="553"/>
                  </a:lnTo>
                  <a:lnTo>
                    <a:pt x="2448" y="553"/>
                  </a:lnTo>
                  <a:lnTo>
                    <a:pt x="2449" y="553"/>
                  </a:lnTo>
                  <a:lnTo>
                    <a:pt x="2449" y="538"/>
                  </a:lnTo>
                  <a:lnTo>
                    <a:pt x="2450" y="538"/>
                  </a:lnTo>
                  <a:lnTo>
                    <a:pt x="2450" y="538"/>
                  </a:lnTo>
                  <a:lnTo>
                    <a:pt x="2451" y="538"/>
                  </a:lnTo>
                  <a:lnTo>
                    <a:pt x="2451" y="538"/>
                  </a:lnTo>
                  <a:lnTo>
                    <a:pt x="2451" y="538"/>
                  </a:lnTo>
                  <a:lnTo>
                    <a:pt x="2452" y="538"/>
                  </a:lnTo>
                  <a:lnTo>
                    <a:pt x="2453" y="553"/>
                  </a:lnTo>
                  <a:lnTo>
                    <a:pt x="2453" y="553"/>
                  </a:lnTo>
                  <a:lnTo>
                    <a:pt x="2453" y="553"/>
                  </a:lnTo>
                  <a:lnTo>
                    <a:pt x="2454" y="553"/>
                  </a:lnTo>
                  <a:lnTo>
                    <a:pt x="2454" y="553"/>
                  </a:lnTo>
                  <a:lnTo>
                    <a:pt x="2455" y="553"/>
                  </a:lnTo>
                  <a:lnTo>
                    <a:pt x="2455" y="553"/>
                  </a:lnTo>
                  <a:lnTo>
                    <a:pt x="2456" y="553"/>
                  </a:lnTo>
                  <a:lnTo>
                    <a:pt x="2456" y="553"/>
                  </a:lnTo>
                  <a:lnTo>
                    <a:pt x="2457" y="553"/>
                  </a:lnTo>
                  <a:lnTo>
                    <a:pt x="2457" y="553"/>
                  </a:lnTo>
                  <a:lnTo>
                    <a:pt x="2457" y="568"/>
                  </a:lnTo>
                  <a:lnTo>
                    <a:pt x="2458" y="568"/>
                  </a:lnTo>
                  <a:lnTo>
                    <a:pt x="2458" y="568"/>
                  </a:lnTo>
                  <a:lnTo>
                    <a:pt x="2459" y="568"/>
                  </a:lnTo>
                  <a:lnTo>
                    <a:pt x="2459" y="568"/>
                  </a:lnTo>
                  <a:lnTo>
                    <a:pt x="2460" y="568"/>
                  </a:lnTo>
                  <a:lnTo>
                    <a:pt x="2460" y="568"/>
                  </a:lnTo>
                  <a:lnTo>
                    <a:pt x="2460" y="583"/>
                  </a:lnTo>
                  <a:lnTo>
                    <a:pt x="2461" y="583"/>
                  </a:lnTo>
                  <a:lnTo>
                    <a:pt x="2462" y="583"/>
                  </a:lnTo>
                  <a:lnTo>
                    <a:pt x="2462" y="598"/>
                  </a:lnTo>
                  <a:lnTo>
                    <a:pt x="2462" y="598"/>
                  </a:lnTo>
                  <a:lnTo>
                    <a:pt x="2463" y="598"/>
                  </a:lnTo>
                  <a:lnTo>
                    <a:pt x="2463" y="613"/>
                  </a:lnTo>
                  <a:lnTo>
                    <a:pt x="2464" y="613"/>
                  </a:lnTo>
                  <a:lnTo>
                    <a:pt x="2464" y="613"/>
                  </a:lnTo>
                  <a:lnTo>
                    <a:pt x="2465" y="628"/>
                  </a:lnTo>
                  <a:lnTo>
                    <a:pt x="2465" y="628"/>
                  </a:lnTo>
                  <a:lnTo>
                    <a:pt x="2466" y="628"/>
                  </a:lnTo>
                  <a:lnTo>
                    <a:pt x="2466" y="628"/>
                  </a:lnTo>
                  <a:lnTo>
                    <a:pt x="2466" y="628"/>
                  </a:lnTo>
                  <a:lnTo>
                    <a:pt x="2467" y="643"/>
                  </a:lnTo>
                  <a:lnTo>
                    <a:pt x="2468" y="643"/>
                  </a:lnTo>
                  <a:lnTo>
                    <a:pt x="2468" y="643"/>
                  </a:lnTo>
                  <a:lnTo>
                    <a:pt x="2468" y="643"/>
                  </a:lnTo>
                  <a:lnTo>
                    <a:pt x="2469" y="658"/>
                  </a:lnTo>
                  <a:lnTo>
                    <a:pt x="2469" y="658"/>
                  </a:lnTo>
                  <a:lnTo>
                    <a:pt x="2470" y="658"/>
                  </a:lnTo>
                  <a:lnTo>
                    <a:pt x="2470" y="673"/>
                  </a:lnTo>
                  <a:lnTo>
                    <a:pt x="2471" y="673"/>
                  </a:lnTo>
                  <a:lnTo>
                    <a:pt x="2471" y="673"/>
                  </a:lnTo>
                  <a:lnTo>
                    <a:pt x="2471" y="673"/>
                  </a:lnTo>
                  <a:lnTo>
                    <a:pt x="2472" y="673"/>
                  </a:lnTo>
                  <a:lnTo>
                    <a:pt x="2472" y="673"/>
                  </a:lnTo>
                  <a:lnTo>
                    <a:pt x="2473" y="673"/>
                  </a:lnTo>
                  <a:lnTo>
                    <a:pt x="2473" y="673"/>
                  </a:lnTo>
                  <a:lnTo>
                    <a:pt x="2474" y="673"/>
                  </a:lnTo>
                  <a:lnTo>
                    <a:pt x="2474" y="688"/>
                  </a:lnTo>
                  <a:lnTo>
                    <a:pt x="2475" y="688"/>
                  </a:lnTo>
                  <a:lnTo>
                    <a:pt x="2475" y="688"/>
                  </a:lnTo>
                  <a:lnTo>
                    <a:pt x="2475" y="688"/>
                  </a:lnTo>
                  <a:lnTo>
                    <a:pt x="2476" y="688"/>
                  </a:lnTo>
                  <a:lnTo>
                    <a:pt x="2477" y="703"/>
                  </a:lnTo>
                  <a:lnTo>
                    <a:pt x="2477" y="703"/>
                  </a:lnTo>
                  <a:lnTo>
                    <a:pt x="2477" y="703"/>
                  </a:lnTo>
                  <a:lnTo>
                    <a:pt x="2478" y="703"/>
                  </a:lnTo>
                  <a:lnTo>
                    <a:pt x="2478" y="703"/>
                  </a:lnTo>
                  <a:lnTo>
                    <a:pt x="2479" y="718"/>
                  </a:lnTo>
                  <a:lnTo>
                    <a:pt x="2479" y="718"/>
                  </a:lnTo>
                  <a:lnTo>
                    <a:pt x="2480" y="718"/>
                  </a:lnTo>
                  <a:lnTo>
                    <a:pt x="2480" y="718"/>
                  </a:lnTo>
                  <a:lnTo>
                    <a:pt x="2481" y="718"/>
                  </a:lnTo>
                  <a:lnTo>
                    <a:pt x="2481" y="718"/>
                  </a:lnTo>
                  <a:lnTo>
                    <a:pt x="2481" y="718"/>
                  </a:lnTo>
                  <a:lnTo>
                    <a:pt x="2482" y="718"/>
                  </a:lnTo>
                  <a:lnTo>
                    <a:pt x="2483" y="718"/>
                  </a:lnTo>
                  <a:lnTo>
                    <a:pt x="2483" y="718"/>
                  </a:lnTo>
                  <a:lnTo>
                    <a:pt x="2483" y="718"/>
                  </a:lnTo>
                  <a:lnTo>
                    <a:pt x="2484" y="718"/>
                  </a:lnTo>
                  <a:lnTo>
                    <a:pt x="2484" y="718"/>
                  </a:lnTo>
                  <a:lnTo>
                    <a:pt x="2485" y="718"/>
                  </a:lnTo>
                  <a:lnTo>
                    <a:pt x="2485" y="718"/>
                  </a:lnTo>
                  <a:lnTo>
                    <a:pt x="2486" y="718"/>
                  </a:lnTo>
                  <a:lnTo>
                    <a:pt x="2486" y="718"/>
                  </a:lnTo>
                  <a:lnTo>
                    <a:pt x="2486" y="718"/>
                  </a:lnTo>
                  <a:lnTo>
                    <a:pt x="2487" y="718"/>
                  </a:lnTo>
                  <a:lnTo>
                    <a:pt x="2487" y="733"/>
                  </a:lnTo>
                  <a:lnTo>
                    <a:pt x="2488" y="733"/>
                  </a:lnTo>
                  <a:lnTo>
                    <a:pt x="2488" y="733"/>
                  </a:lnTo>
                  <a:lnTo>
                    <a:pt x="2489" y="733"/>
                  </a:lnTo>
                  <a:lnTo>
                    <a:pt x="2489" y="748"/>
                  </a:lnTo>
                  <a:lnTo>
                    <a:pt x="2490" y="748"/>
                  </a:lnTo>
                  <a:lnTo>
                    <a:pt x="2490" y="748"/>
                  </a:lnTo>
                  <a:lnTo>
                    <a:pt x="2490" y="748"/>
                  </a:lnTo>
                  <a:lnTo>
                    <a:pt x="2491" y="748"/>
                  </a:lnTo>
                  <a:lnTo>
                    <a:pt x="2492" y="763"/>
                  </a:lnTo>
                  <a:lnTo>
                    <a:pt x="2492" y="763"/>
                  </a:lnTo>
                  <a:lnTo>
                    <a:pt x="2492" y="763"/>
                  </a:lnTo>
                  <a:lnTo>
                    <a:pt x="2493" y="763"/>
                  </a:lnTo>
                  <a:lnTo>
                    <a:pt x="2493" y="763"/>
                  </a:lnTo>
                  <a:lnTo>
                    <a:pt x="2494" y="778"/>
                  </a:lnTo>
                  <a:lnTo>
                    <a:pt x="2494" y="778"/>
                  </a:lnTo>
                  <a:lnTo>
                    <a:pt x="2495" y="778"/>
                  </a:lnTo>
                  <a:lnTo>
                    <a:pt x="2495" y="778"/>
                  </a:lnTo>
                  <a:lnTo>
                    <a:pt x="2496" y="778"/>
                  </a:lnTo>
                  <a:lnTo>
                    <a:pt x="2496" y="778"/>
                  </a:lnTo>
                  <a:lnTo>
                    <a:pt x="2496" y="778"/>
                  </a:lnTo>
                  <a:lnTo>
                    <a:pt x="2497" y="778"/>
                  </a:lnTo>
                  <a:lnTo>
                    <a:pt x="2498" y="778"/>
                  </a:lnTo>
                  <a:lnTo>
                    <a:pt x="2498" y="778"/>
                  </a:lnTo>
                  <a:lnTo>
                    <a:pt x="2498" y="778"/>
                  </a:lnTo>
                  <a:lnTo>
                    <a:pt x="2499" y="778"/>
                  </a:lnTo>
                  <a:lnTo>
                    <a:pt x="2499" y="778"/>
                  </a:lnTo>
                  <a:lnTo>
                    <a:pt x="2500" y="778"/>
                  </a:lnTo>
                  <a:lnTo>
                    <a:pt x="2500" y="778"/>
                  </a:lnTo>
                  <a:lnTo>
                    <a:pt x="2501" y="778"/>
                  </a:lnTo>
                  <a:lnTo>
                    <a:pt x="2501" y="778"/>
                  </a:lnTo>
                  <a:lnTo>
                    <a:pt x="2501" y="763"/>
                  </a:lnTo>
                  <a:lnTo>
                    <a:pt x="2502" y="763"/>
                  </a:lnTo>
                  <a:lnTo>
                    <a:pt x="2502" y="763"/>
                  </a:lnTo>
                  <a:lnTo>
                    <a:pt x="2503" y="763"/>
                  </a:lnTo>
                  <a:lnTo>
                    <a:pt x="2503" y="763"/>
                  </a:lnTo>
                  <a:lnTo>
                    <a:pt x="2504" y="763"/>
                  </a:lnTo>
                  <a:lnTo>
                    <a:pt x="2504" y="763"/>
                  </a:lnTo>
                  <a:lnTo>
                    <a:pt x="2505" y="763"/>
                  </a:lnTo>
                  <a:lnTo>
                    <a:pt x="2505" y="763"/>
                  </a:lnTo>
                  <a:lnTo>
                    <a:pt x="2505" y="763"/>
                  </a:lnTo>
                  <a:lnTo>
                    <a:pt x="2506" y="763"/>
                  </a:lnTo>
                  <a:lnTo>
                    <a:pt x="2507" y="763"/>
                  </a:lnTo>
                  <a:lnTo>
                    <a:pt x="2507" y="763"/>
                  </a:lnTo>
                  <a:lnTo>
                    <a:pt x="2507" y="763"/>
                  </a:lnTo>
                  <a:lnTo>
                    <a:pt x="2508" y="763"/>
                  </a:lnTo>
                  <a:lnTo>
                    <a:pt x="2508" y="763"/>
                  </a:lnTo>
                  <a:lnTo>
                    <a:pt x="2509" y="763"/>
                  </a:lnTo>
                  <a:lnTo>
                    <a:pt x="2509" y="763"/>
                  </a:lnTo>
                  <a:lnTo>
                    <a:pt x="2510" y="763"/>
                  </a:lnTo>
                  <a:lnTo>
                    <a:pt x="2510" y="763"/>
                  </a:lnTo>
                  <a:lnTo>
                    <a:pt x="2511" y="763"/>
                  </a:lnTo>
                  <a:lnTo>
                    <a:pt x="2511" y="763"/>
                  </a:lnTo>
                  <a:lnTo>
                    <a:pt x="2511" y="763"/>
                  </a:lnTo>
                  <a:lnTo>
                    <a:pt x="2512" y="763"/>
                  </a:lnTo>
                  <a:lnTo>
                    <a:pt x="2512" y="763"/>
                  </a:lnTo>
                  <a:lnTo>
                    <a:pt x="2513" y="763"/>
                  </a:lnTo>
                  <a:lnTo>
                    <a:pt x="2513" y="748"/>
                  </a:lnTo>
                  <a:lnTo>
                    <a:pt x="2514" y="748"/>
                  </a:lnTo>
                  <a:lnTo>
                    <a:pt x="2514" y="748"/>
                  </a:lnTo>
                  <a:lnTo>
                    <a:pt x="2515" y="748"/>
                  </a:lnTo>
                  <a:lnTo>
                    <a:pt x="2515" y="748"/>
                  </a:lnTo>
                  <a:lnTo>
                    <a:pt x="2516" y="748"/>
                  </a:lnTo>
                  <a:lnTo>
                    <a:pt x="2516" y="733"/>
                  </a:lnTo>
                  <a:lnTo>
                    <a:pt x="2516" y="733"/>
                  </a:lnTo>
                  <a:lnTo>
                    <a:pt x="2517" y="733"/>
                  </a:lnTo>
                  <a:lnTo>
                    <a:pt x="2518" y="733"/>
                  </a:lnTo>
                  <a:lnTo>
                    <a:pt x="2518" y="733"/>
                  </a:lnTo>
                  <a:lnTo>
                    <a:pt x="2518" y="718"/>
                  </a:lnTo>
                  <a:lnTo>
                    <a:pt x="2519" y="718"/>
                  </a:lnTo>
                  <a:lnTo>
                    <a:pt x="2519" y="718"/>
                  </a:lnTo>
                  <a:lnTo>
                    <a:pt x="2520" y="718"/>
                  </a:lnTo>
                  <a:lnTo>
                    <a:pt x="2520" y="718"/>
                  </a:lnTo>
                  <a:lnTo>
                    <a:pt x="2521" y="718"/>
                  </a:lnTo>
                  <a:lnTo>
                    <a:pt x="2521" y="718"/>
                  </a:lnTo>
                  <a:lnTo>
                    <a:pt x="2522" y="718"/>
                  </a:lnTo>
                  <a:lnTo>
                    <a:pt x="2522" y="718"/>
                  </a:lnTo>
                  <a:lnTo>
                    <a:pt x="2522" y="733"/>
                  </a:lnTo>
                  <a:lnTo>
                    <a:pt x="2523" y="733"/>
                  </a:lnTo>
                  <a:lnTo>
                    <a:pt x="2524" y="733"/>
                  </a:lnTo>
                  <a:lnTo>
                    <a:pt x="2524" y="733"/>
                  </a:lnTo>
                  <a:lnTo>
                    <a:pt x="2524" y="733"/>
                  </a:lnTo>
                  <a:lnTo>
                    <a:pt x="2525" y="733"/>
                  </a:lnTo>
                  <a:lnTo>
                    <a:pt x="2525" y="733"/>
                  </a:lnTo>
                  <a:lnTo>
                    <a:pt x="2526" y="733"/>
                  </a:lnTo>
                  <a:lnTo>
                    <a:pt x="2526" y="733"/>
                  </a:lnTo>
                  <a:lnTo>
                    <a:pt x="2527" y="733"/>
                  </a:lnTo>
                  <a:lnTo>
                    <a:pt x="2527" y="733"/>
                  </a:lnTo>
                  <a:lnTo>
                    <a:pt x="2527" y="718"/>
                  </a:lnTo>
                  <a:lnTo>
                    <a:pt x="2528" y="718"/>
                  </a:lnTo>
                  <a:lnTo>
                    <a:pt x="2528" y="718"/>
                  </a:lnTo>
                  <a:lnTo>
                    <a:pt x="2529" y="718"/>
                  </a:lnTo>
                  <a:lnTo>
                    <a:pt x="2529" y="718"/>
                  </a:lnTo>
                  <a:lnTo>
                    <a:pt x="2530" y="703"/>
                  </a:lnTo>
                  <a:lnTo>
                    <a:pt x="2530" y="703"/>
                  </a:lnTo>
                  <a:lnTo>
                    <a:pt x="2531" y="703"/>
                  </a:lnTo>
                  <a:lnTo>
                    <a:pt x="2531" y="688"/>
                  </a:lnTo>
                  <a:lnTo>
                    <a:pt x="2531" y="688"/>
                  </a:lnTo>
                  <a:lnTo>
                    <a:pt x="2532" y="688"/>
                  </a:lnTo>
                  <a:lnTo>
                    <a:pt x="2533" y="688"/>
                  </a:lnTo>
                  <a:lnTo>
                    <a:pt x="2533" y="688"/>
                  </a:lnTo>
                  <a:lnTo>
                    <a:pt x="2533" y="673"/>
                  </a:lnTo>
                  <a:lnTo>
                    <a:pt x="2534" y="673"/>
                  </a:lnTo>
                  <a:lnTo>
                    <a:pt x="2534" y="673"/>
                  </a:lnTo>
                  <a:lnTo>
                    <a:pt x="2535" y="673"/>
                  </a:lnTo>
                  <a:lnTo>
                    <a:pt x="2535" y="673"/>
                  </a:lnTo>
                  <a:lnTo>
                    <a:pt x="2536" y="673"/>
                  </a:lnTo>
                  <a:lnTo>
                    <a:pt x="2536" y="673"/>
                  </a:lnTo>
                  <a:lnTo>
                    <a:pt x="2537" y="673"/>
                  </a:lnTo>
                  <a:lnTo>
                    <a:pt x="2537" y="673"/>
                  </a:lnTo>
                  <a:lnTo>
                    <a:pt x="2537" y="673"/>
                  </a:lnTo>
                  <a:lnTo>
                    <a:pt x="2538" y="673"/>
                  </a:lnTo>
                  <a:lnTo>
                    <a:pt x="2538" y="673"/>
                  </a:lnTo>
                  <a:lnTo>
                    <a:pt x="2539" y="673"/>
                  </a:lnTo>
                  <a:lnTo>
                    <a:pt x="2539" y="673"/>
                  </a:lnTo>
                  <a:lnTo>
                    <a:pt x="2540" y="673"/>
                  </a:lnTo>
                  <a:lnTo>
                    <a:pt x="2540" y="673"/>
                  </a:lnTo>
                  <a:lnTo>
                    <a:pt x="2541" y="673"/>
                  </a:lnTo>
                  <a:lnTo>
                    <a:pt x="2541" y="673"/>
                  </a:lnTo>
                  <a:lnTo>
                    <a:pt x="2542" y="673"/>
                  </a:lnTo>
                  <a:lnTo>
                    <a:pt x="2542" y="673"/>
                  </a:lnTo>
                  <a:lnTo>
                    <a:pt x="2542" y="673"/>
                  </a:lnTo>
                  <a:lnTo>
                    <a:pt x="2543" y="658"/>
                  </a:lnTo>
                  <a:lnTo>
                    <a:pt x="2543" y="658"/>
                  </a:lnTo>
                  <a:lnTo>
                    <a:pt x="2544" y="658"/>
                  </a:lnTo>
                  <a:lnTo>
                    <a:pt x="2544" y="658"/>
                  </a:lnTo>
                  <a:lnTo>
                    <a:pt x="2545" y="658"/>
                  </a:lnTo>
                  <a:lnTo>
                    <a:pt x="2545" y="658"/>
                  </a:lnTo>
                  <a:lnTo>
                    <a:pt x="2546" y="658"/>
                  </a:lnTo>
                  <a:lnTo>
                    <a:pt x="2546" y="643"/>
                  </a:lnTo>
                  <a:lnTo>
                    <a:pt x="2546" y="643"/>
                  </a:lnTo>
                  <a:lnTo>
                    <a:pt x="2547" y="643"/>
                  </a:lnTo>
                  <a:lnTo>
                    <a:pt x="2548" y="643"/>
                  </a:lnTo>
                  <a:lnTo>
                    <a:pt x="2548" y="628"/>
                  </a:lnTo>
                  <a:lnTo>
                    <a:pt x="2548" y="628"/>
                  </a:lnTo>
                  <a:lnTo>
                    <a:pt x="2549" y="628"/>
                  </a:lnTo>
                  <a:lnTo>
                    <a:pt x="2549" y="613"/>
                  </a:lnTo>
                  <a:lnTo>
                    <a:pt x="2550" y="613"/>
                  </a:lnTo>
                  <a:lnTo>
                    <a:pt x="2550" y="613"/>
                  </a:lnTo>
                  <a:lnTo>
                    <a:pt x="2551" y="598"/>
                  </a:lnTo>
                  <a:lnTo>
                    <a:pt x="2551" y="598"/>
                  </a:lnTo>
                  <a:lnTo>
                    <a:pt x="2552" y="598"/>
                  </a:lnTo>
                  <a:lnTo>
                    <a:pt x="2552" y="583"/>
                  </a:lnTo>
                  <a:lnTo>
                    <a:pt x="2552" y="583"/>
                  </a:lnTo>
                  <a:lnTo>
                    <a:pt x="2553" y="583"/>
                  </a:lnTo>
                  <a:lnTo>
                    <a:pt x="2553" y="568"/>
                  </a:lnTo>
                  <a:lnTo>
                    <a:pt x="2554" y="568"/>
                  </a:lnTo>
                  <a:lnTo>
                    <a:pt x="2554" y="568"/>
                  </a:lnTo>
                  <a:lnTo>
                    <a:pt x="2555" y="568"/>
                  </a:lnTo>
                  <a:lnTo>
                    <a:pt x="2555" y="568"/>
                  </a:lnTo>
                  <a:lnTo>
                    <a:pt x="2555" y="568"/>
                  </a:lnTo>
                  <a:lnTo>
                    <a:pt x="2556" y="568"/>
                  </a:lnTo>
                  <a:lnTo>
                    <a:pt x="2557" y="568"/>
                  </a:lnTo>
                  <a:lnTo>
                    <a:pt x="2557" y="568"/>
                  </a:lnTo>
                  <a:lnTo>
                    <a:pt x="2557" y="568"/>
                  </a:lnTo>
                  <a:lnTo>
                    <a:pt x="2558" y="568"/>
                  </a:lnTo>
                  <a:lnTo>
                    <a:pt x="2558" y="553"/>
                  </a:lnTo>
                  <a:lnTo>
                    <a:pt x="2559" y="553"/>
                  </a:lnTo>
                  <a:lnTo>
                    <a:pt x="2559" y="553"/>
                  </a:lnTo>
                  <a:lnTo>
                    <a:pt x="2560" y="553"/>
                  </a:lnTo>
                  <a:lnTo>
                    <a:pt x="2560" y="553"/>
                  </a:lnTo>
                  <a:lnTo>
                    <a:pt x="2561" y="553"/>
                  </a:lnTo>
                  <a:lnTo>
                    <a:pt x="2561" y="553"/>
                  </a:lnTo>
                  <a:lnTo>
                    <a:pt x="2561" y="553"/>
                  </a:lnTo>
                  <a:lnTo>
                    <a:pt x="2562" y="553"/>
                  </a:lnTo>
                  <a:lnTo>
                    <a:pt x="2563" y="538"/>
                  </a:lnTo>
                  <a:lnTo>
                    <a:pt x="2563" y="538"/>
                  </a:lnTo>
                  <a:lnTo>
                    <a:pt x="2563" y="538"/>
                  </a:lnTo>
                  <a:lnTo>
                    <a:pt x="2564" y="538"/>
                  </a:lnTo>
                  <a:lnTo>
                    <a:pt x="2564" y="538"/>
                  </a:lnTo>
                  <a:lnTo>
                    <a:pt x="2565" y="523"/>
                  </a:lnTo>
                  <a:lnTo>
                    <a:pt x="2565" y="523"/>
                  </a:lnTo>
                  <a:lnTo>
                    <a:pt x="2566" y="523"/>
                  </a:lnTo>
                  <a:lnTo>
                    <a:pt x="2566" y="523"/>
                  </a:lnTo>
                  <a:lnTo>
                    <a:pt x="2567" y="509"/>
                  </a:lnTo>
                  <a:lnTo>
                    <a:pt x="2567" y="509"/>
                  </a:lnTo>
                  <a:lnTo>
                    <a:pt x="2567" y="509"/>
                  </a:lnTo>
                  <a:lnTo>
                    <a:pt x="2568" y="494"/>
                  </a:lnTo>
                  <a:lnTo>
                    <a:pt x="2568" y="494"/>
                  </a:lnTo>
                  <a:lnTo>
                    <a:pt x="2569" y="494"/>
                  </a:lnTo>
                  <a:lnTo>
                    <a:pt x="2569" y="479"/>
                  </a:lnTo>
                  <a:lnTo>
                    <a:pt x="2570" y="479"/>
                  </a:lnTo>
                  <a:lnTo>
                    <a:pt x="2570" y="464"/>
                  </a:lnTo>
                  <a:lnTo>
                    <a:pt x="2570" y="464"/>
                  </a:lnTo>
                  <a:lnTo>
                    <a:pt x="2571" y="464"/>
                  </a:lnTo>
                  <a:lnTo>
                    <a:pt x="2572" y="449"/>
                  </a:lnTo>
                  <a:lnTo>
                    <a:pt x="2572" y="449"/>
                  </a:lnTo>
                  <a:lnTo>
                    <a:pt x="2572" y="449"/>
                  </a:lnTo>
                  <a:lnTo>
                    <a:pt x="2573" y="449"/>
                  </a:lnTo>
                  <a:lnTo>
                    <a:pt x="2573" y="449"/>
                  </a:lnTo>
                  <a:lnTo>
                    <a:pt x="2574" y="434"/>
                  </a:lnTo>
                  <a:lnTo>
                    <a:pt x="2574" y="434"/>
                  </a:lnTo>
                  <a:lnTo>
                    <a:pt x="2575" y="434"/>
                  </a:lnTo>
                  <a:lnTo>
                    <a:pt x="2575" y="434"/>
                  </a:lnTo>
                  <a:lnTo>
                    <a:pt x="2576" y="434"/>
                  </a:lnTo>
                  <a:lnTo>
                    <a:pt x="2576" y="434"/>
                  </a:lnTo>
                  <a:lnTo>
                    <a:pt x="2576" y="419"/>
                  </a:lnTo>
                  <a:lnTo>
                    <a:pt x="2577" y="419"/>
                  </a:lnTo>
                  <a:lnTo>
                    <a:pt x="2578" y="419"/>
                  </a:lnTo>
                  <a:lnTo>
                    <a:pt x="2578" y="419"/>
                  </a:lnTo>
                  <a:lnTo>
                    <a:pt x="2578" y="419"/>
                  </a:lnTo>
                  <a:lnTo>
                    <a:pt x="2579" y="419"/>
                  </a:lnTo>
                  <a:lnTo>
                    <a:pt x="2579" y="419"/>
                  </a:lnTo>
                  <a:lnTo>
                    <a:pt x="2580" y="419"/>
                  </a:lnTo>
                  <a:lnTo>
                    <a:pt x="2580" y="434"/>
                  </a:lnTo>
                  <a:lnTo>
                    <a:pt x="2581" y="434"/>
                  </a:lnTo>
                  <a:lnTo>
                    <a:pt x="2581" y="434"/>
                  </a:lnTo>
                  <a:lnTo>
                    <a:pt x="2581" y="434"/>
                  </a:lnTo>
                  <a:lnTo>
                    <a:pt x="2582" y="419"/>
                  </a:lnTo>
                  <a:lnTo>
                    <a:pt x="2582" y="419"/>
                  </a:lnTo>
                  <a:lnTo>
                    <a:pt x="2583" y="419"/>
                  </a:lnTo>
                  <a:lnTo>
                    <a:pt x="2583" y="419"/>
                  </a:lnTo>
                  <a:lnTo>
                    <a:pt x="2584" y="419"/>
                  </a:lnTo>
                  <a:lnTo>
                    <a:pt x="2584" y="419"/>
                  </a:lnTo>
                  <a:lnTo>
                    <a:pt x="2585" y="419"/>
                  </a:lnTo>
                  <a:lnTo>
                    <a:pt x="2585" y="419"/>
                  </a:lnTo>
                  <a:lnTo>
                    <a:pt x="2585" y="419"/>
                  </a:lnTo>
                  <a:lnTo>
                    <a:pt x="2586" y="419"/>
                  </a:lnTo>
                  <a:lnTo>
                    <a:pt x="2587" y="419"/>
                  </a:lnTo>
                  <a:lnTo>
                    <a:pt x="2587" y="419"/>
                  </a:lnTo>
                  <a:lnTo>
                    <a:pt x="2587" y="419"/>
                  </a:lnTo>
                  <a:lnTo>
                    <a:pt x="2588" y="434"/>
                  </a:lnTo>
                  <a:lnTo>
                    <a:pt x="2588" y="434"/>
                  </a:lnTo>
                  <a:lnTo>
                    <a:pt x="2589" y="434"/>
                  </a:lnTo>
                  <a:lnTo>
                    <a:pt x="2589" y="434"/>
                  </a:lnTo>
                  <a:lnTo>
                    <a:pt x="2590" y="434"/>
                  </a:lnTo>
                  <a:lnTo>
                    <a:pt x="2590" y="434"/>
                  </a:lnTo>
                  <a:lnTo>
                    <a:pt x="2591" y="434"/>
                  </a:lnTo>
                  <a:lnTo>
                    <a:pt x="2591" y="449"/>
                  </a:lnTo>
                  <a:lnTo>
                    <a:pt x="2591" y="449"/>
                  </a:lnTo>
                  <a:lnTo>
                    <a:pt x="2592" y="449"/>
                  </a:lnTo>
                  <a:lnTo>
                    <a:pt x="2593" y="449"/>
                  </a:lnTo>
                  <a:lnTo>
                    <a:pt x="2593" y="464"/>
                  </a:lnTo>
                  <a:lnTo>
                    <a:pt x="2593" y="464"/>
                  </a:lnTo>
                  <a:lnTo>
                    <a:pt x="2594" y="464"/>
                  </a:lnTo>
                  <a:lnTo>
                    <a:pt x="2594" y="464"/>
                  </a:lnTo>
                  <a:lnTo>
                    <a:pt x="2595" y="464"/>
                  </a:lnTo>
                  <a:lnTo>
                    <a:pt x="2595" y="464"/>
                  </a:lnTo>
                  <a:lnTo>
                    <a:pt x="2596" y="464"/>
                  </a:lnTo>
                  <a:lnTo>
                    <a:pt x="2596" y="464"/>
                  </a:lnTo>
                  <a:lnTo>
                    <a:pt x="2596" y="464"/>
                  </a:lnTo>
                  <a:lnTo>
                    <a:pt x="2597" y="464"/>
                  </a:lnTo>
                  <a:lnTo>
                    <a:pt x="2597" y="464"/>
                  </a:lnTo>
                  <a:lnTo>
                    <a:pt x="2598" y="464"/>
                  </a:lnTo>
                  <a:lnTo>
                    <a:pt x="2598" y="464"/>
                  </a:lnTo>
                  <a:lnTo>
                    <a:pt x="2599" y="464"/>
                  </a:lnTo>
                  <a:lnTo>
                    <a:pt x="2599" y="464"/>
                  </a:lnTo>
                  <a:lnTo>
                    <a:pt x="2600" y="464"/>
                  </a:lnTo>
                  <a:lnTo>
                    <a:pt x="2600" y="464"/>
                  </a:lnTo>
                  <a:lnTo>
                    <a:pt x="2600" y="464"/>
                  </a:lnTo>
                  <a:lnTo>
                    <a:pt x="2601" y="464"/>
                  </a:lnTo>
                  <a:lnTo>
                    <a:pt x="2602" y="464"/>
                  </a:lnTo>
                  <a:lnTo>
                    <a:pt x="2602" y="464"/>
                  </a:lnTo>
                  <a:lnTo>
                    <a:pt x="2602" y="464"/>
                  </a:lnTo>
                  <a:lnTo>
                    <a:pt x="2603" y="464"/>
                  </a:lnTo>
                  <a:lnTo>
                    <a:pt x="2603" y="464"/>
                  </a:lnTo>
                  <a:lnTo>
                    <a:pt x="2604" y="464"/>
                  </a:lnTo>
                  <a:lnTo>
                    <a:pt x="2604" y="464"/>
                  </a:lnTo>
                  <a:lnTo>
                    <a:pt x="2605" y="464"/>
                  </a:lnTo>
                  <a:lnTo>
                    <a:pt x="2605" y="464"/>
                  </a:lnTo>
                  <a:lnTo>
                    <a:pt x="2606" y="449"/>
                  </a:lnTo>
                  <a:lnTo>
                    <a:pt x="2606" y="449"/>
                  </a:lnTo>
                  <a:lnTo>
                    <a:pt x="2606" y="449"/>
                  </a:lnTo>
                  <a:lnTo>
                    <a:pt x="2607" y="449"/>
                  </a:lnTo>
                  <a:lnTo>
                    <a:pt x="2607" y="449"/>
                  </a:lnTo>
                  <a:lnTo>
                    <a:pt x="2608" y="449"/>
                  </a:lnTo>
                  <a:lnTo>
                    <a:pt x="2608" y="434"/>
                  </a:lnTo>
                  <a:lnTo>
                    <a:pt x="2609" y="434"/>
                  </a:lnTo>
                  <a:lnTo>
                    <a:pt x="2609" y="434"/>
                  </a:lnTo>
                  <a:lnTo>
                    <a:pt x="2610" y="434"/>
                  </a:lnTo>
                  <a:lnTo>
                    <a:pt x="2610" y="434"/>
                  </a:lnTo>
                  <a:lnTo>
                    <a:pt x="2611" y="434"/>
                  </a:lnTo>
                  <a:lnTo>
                    <a:pt x="2611" y="419"/>
                  </a:lnTo>
                  <a:lnTo>
                    <a:pt x="2611" y="419"/>
                  </a:lnTo>
                  <a:lnTo>
                    <a:pt x="2612" y="419"/>
                  </a:lnTo>
                  <a:lnTo>
                    <a:pt x="2612" y="419"/>
                  </a:lnTo>
                  <a:lnTo>
                    <a:pt x="2613" y="419"/>
                  </a:lnTo>
                  <a:lnTo>
                    <a:pt x="2613" y="419"/>
                  </a:lnTo>
                  <a:lnTo>
                    <a:pt x="2614" y="404"/>
                  </a:lnTo>
                  <a:lnTo>
                    <a:pt x="2614" y="404"/>
                  </a:lnTo>
                  <a:lnTo>
                    <a:pt x="2615" y="404"/>
                  </a:lnTo>
                  <a:lnTo>
                    <a:pt x="2615" y="389"/>
                  </a:lnTo>
                  <a:lnTo>
                    <a:pt x="2615" y="389"/>
                  </a:lnTo>
                  <a:lnTo>
                    <a:pt x="2616" y="374"/>
                  </a:lnTo>
                  <a:lnTo>
                    <a:pt x="2617" y="374"/>
                  </a:lnTo>
                  <a:lnTo>
                    <a:pt x="2617" y="359"/>
                  </a:lnTo>
                  <a:lnTo>
                    <a:pt x="2617" y="359"/>
                  </a:lnTo>
                  <a:lnTo>
                    <a:pt x="2618" y="344"/>
                  </a:lnTo>
                  <a:lnTo>
                    <a:pt x="2618" y="329"/>
                  </a:lnTo>
                  <a:lnTo>
                    <a:pt x="2619" y="329"/>
                  </a:lnTo>
                  <a:lnTo>
                    <a:pt x="2619" y="314"/>
                  </a:lnTo>
                  <a:lnTo>
                    <a:pt x="2620" y="299"/>
                  </a:lnTo>
                  <a:lnTo>
                    <a:pt x="2620" y="284"/>
                  </a:lnTo>
                  <a:lnTo>
                    <a:pt x="2621" y="284"/>
                  </a:lnTo>
                  <a:lnTo>
                    <a:pt x="2621" y="269"/>
                  </a:lnTo>
                  <a:lnTo>
                    <a:pt x="2621" y="254"/>
                  </a:lnTo>
                  <a:lnTo>
                    <a:pt x="2622" y="254"/>
                  </a:lnTo>
                  <a:lnTo>
                    <a:pt x="2622" y="239"/>
                  </a:lnTo>
                  <a:lnTo>
                    <a:pt x="2623" y="224"/>
                  </a:lnTo>
                  <a:lnTo>
                    <a:pt x="2623" y="224"/>
                  </a:lnTo>
                  <a:lnTo>
                    <a:pt x="2624" y="210"/>
                  </a:lnTo>
                  <a:lnTo>
                    <a:pt x="2624" y="210"/>
                  </a:lnTo>
                  <a:lnTo>
                    <a:pt x="2624" y="195"/>
                  </a:lnTo>
                  <a:lnTo>
                    <a:pt x="2625" y="195"/>
                  </a:lnTo>
                  <a:lnTo>
                    <a:pt x="2626" y="195"/>
                  </a:lnTo>
                  <a:lnTo>
                    <a:pt x="2626" y="180"/>
                  </a:lnTo>
                  <a:lnTo>
                    <a:pt x="2626" y="180"/>
                  </a:lnTo>
                  <a:lnTo>
                    <a:pt x="2627" y="165"/>
                  </a:lnTo>
                  <a:lnTo>
                    <a:pt x="2628" y="165"/>
                  </a:lnTo>
                  <a:lnTo>
                    <a:pt x="2628" y="150"/>
                  </a:lnTo>
                  <a:lnTo>
                    <a:pt x="2628" y="150"/>
                  </a:lnTo>
                  <a:lnTo>
                    <a:pt x="2629" y="150"/>
                  </a:lnTo>
                  <a:lnTo>
                    <a:pt x="2629" y="135"/>
                  </a:lnTo>
                  <a:lnTo>
                    <a:pt x="2630" y="135"/>
                  </a:lnTo>
                  <a:lnTo>
                    <a:pt x="2630" y="135"/>
                  </a:lnTo>
                  <a:lnTo>
                    <a:pt x="2631" y="135"/>
                  </a:lnTo>
                  <a:lnTo>
                    <a:pt x="2631" y="135"/>
                  </a:lnTo>
                  <a:lnTo>
                    <a:pt x="2632" y="135"/>
                  </a:lnTo>
                  <a:lnTo>
                    <a:pt x="2632" y="135"/>
                  </a:lnTo>
                  <a:lnTo>
                    <a:pt x="2632" y="120"/>
                  </a:lnTo>
                  <a:lnTo>
                    <a:pt x="2633" y="120"/>
                  </a:lnTo>
                  <a:lnTo>
                    <a:pt x="2633" y="120"/>
                  </a:lnTo>
                  <a:lnTo>
                    <a:pt x="2634" y="120"/>
                  </a:lnTo>
                  <a:lnTo>
                    <a:pt x="2634" y="120"/>
                  </a:lnTo>
                  <a:lnTo>
                    <a:pt x="2635" y="120"/>
                  </a:lnTo>
                  <a:lnTo>
                    <a:pt x="2635" y="120"/>
                  </a:lnTo>
                  <a:lnTo>
                    <a:pt x="2636" y="120"/>
                  </a:lnTo>
                  <a:lnTo>
                    <a:pt x="2636" y="105"/>
                  </a:lnTo>
                  <a:lnTo>
                    <a:pt x="2637" y="105"/>
                  </a:lnTo>
                  <a:lnTo>
                    <a:pt x="2637" y="105"/>
                  </a:lnTo>
                  <a:lnTo>
                    <a:pt x="2637" y="105"/>
                  </a:lnTo>
                  <a:lnTo>
                    <a:pt x="2638" y="105"/>
                  </a:lnTo>
                  <a:lnTo>
                    <a:pt x="2638" y="105"/>
                  </a:lnTo>
                  <a:lnTo>
                    <a:pt x="2639" y="90"/>
                  </a:lnTo>
                  <a:lnTo>
                    <a:pt x="2639" y="90"/>
                  </a:lnTo>
                  <a:lnTo>
                    <a:pt x="2640" y="90"/>
                  </a:lnTo>
                  <a:lnTo>
                    <a:pt x="2640" y="105"/>
                  </a:lnTo>
                  <a:lnTo>
                    <a:pt x="2641" y="105"/>
                  </a:lnTo>
                  <a:lnTo>
                    <a:pt x="2641" y="105"/>
                  </a:lnTo>
                  <a:lnTo>
                    <a:pt x="2641" y="105"/>
                  </a:lnTo>
                  <a:lnTo>
                    <a:pt x="2642" y="105"/>
                  </a:lnTo>
                  <a:lnTo>
                    <a:pt x="2643" y="105"/>
                  </a:lnTo>
                  <a:lnTo>
                    <a:pt x="2643" y="105"/>
                  </a:lnTo>
                  <a:lnTo>
                    <a:pt x="2643" y="105"/>
                  </a:lnTo>
                  <a:lnTo>
                    <a:pt x="2644" y="105"/>
                  </a:lnTo>
                  <a:lnTo>
                    <a:pt x="2644" y="105"/>
                  </a:lnTo>
                  <a:lnTo>
                    <a:pt x="2645" y="105"/>
                  </a:lnTo>
                  <a:lnTo>
                    <a:pt x="2645" y="105"/>
                  </a:lnTo>
                  <a:lnTo>
                    <a:pt x="2646" y="105"/>
                  </a:lnTo>
                  <a:lnTo>
                    <a:pt x="2646" y="105"/>
                  </a:lnTo>
                  <a:lnTo>
                    <a:pt x="2647" y="105"/>
                  </a:lnTo>
                  <a:lnTo>
                    <a:pt x="2647" y="105"/>
                  </a:lnTo>
                  <a:lnTo>
                    <a:pt x="2647" y="105"/>
                  </a:lnTo>
                  <a:lnTo>
                    <a:pt x="2648" y="105"/>
                  </a:lnTo>
                  <a:lnTo>
                    <a:pt x="2648" y="105"/>
                  </a:lnTo>
                  <a:lnTo>
                    <a:pt x="2649" y="105"/>
                  </a:lnTo>
                  <a:lnTo>
                    <a:pt x="2649" y="105"/>
                  </a:lnTo>
                  <a:lnTo>
                    <a:pt x="2650" y="105"/>
                  </a:lnTo>
                  <a:lnTo>
                    <a:pt x="2650" y="120"/>
                  </a:lnTo>
                  <a:lnTo>
                    <a:pt x="2650" y="120"/>
                  </a:lnTo>
                  <a:lnTo>
                    <a:pt x="2651" y="120"/>
                  </a:lnTo>
                  <a:lnTo>
                    <a:pt x="2652" y="120"/>
                  </a:lnTo>
                  <a:lnTo>
                    <a:pt x="2652" y="120"/>
                  </a:lnTo>
                  <a:lnTo>
                    <a:pt x="2652" y="120"/>
                  </a:lnTo>
                  <a:lnTo>
                    <a:pt x="2653" y="120"/>
                  </a:lnTo>
                  <a:lnTo>
                    <a:pt x="2653" y="120"/>
                  </a:lnTo>
                  <a:lnTo>
                    <a:pt x="2654" y="120"/>
                  </a:lnTo>
                  <a:lnTo>
                    <a:pt x="2654" y="120"/>
                  </a:lnTo>
                  <a:lnTo>
                    <a:pt x="2655" y="120"/>
                  </a:lnTo>
                  <a:lnTo>
                    <a:pt x="2655" y="120"/>
                  </a:lnTo>
                  <a:lnTo>
                    <a:pt x="2656" y="120"/>
                  </a:lnTo>
                  <a:lnTo>
                    <a:pt x="2656" y="120"/>
                  </a:lnTo>
                  <a:lnTo>
                    <a:pt x="2656" y="120"/>
                  </a:lnTo>
                  <a:lnTo>
                    <a:pt x="2657" y="120"/>
                  </a:lnTo>
                  <a:lnTo>
                    <a:pt x="2658" y="120"/>
                  </a:lnTo>
                  <a:lnTo>
                    <a:pt x="2658" y="120"/>
                  </a:lnTo>
                  <a:lnTo>
                    <a:pt x="2658" y="120"/>
                  </a:lnTo>
                  <a:lnTo>
                    <a:pt x="2659" y="120"/>
                  </a:lnTo>
                  <a:lnTo>
                    <a:pt x="2659" y="120"/>
                  </a:lnTo>
                  <a:lnTo>
                    <a:pt x="2660" y="120"/>
                  </a:lnTo>
                  <a:lnTo>
                    <a:pt x="2660" y="120"/>
                  </a:lnTo>
                  <a:lnTo>
                    <a:pt x="2661" y="120"/>
                  </a:lnTo>
                  <a:lnTo>
                    <a:pt x="2661" y="120"/>
                  </a:lnTo>
                  <a:lnTo>
                    <a:pt x="2662" y="135"/>
                  </a:lnTo>
                  <a:lnTo>
                    <a:pt x="2662" y="135"/>
                  </a:lnTo>
                  <a:lnTo>
                    <a:pt x="2662" y="135"/>
                  </a:lnTo>
                  <a:lnTo>
                    <a:pt x="2663" y="135"/>
                  </a:lnTo>
                  <a:lnTo>
                    <a:pt x="2663" y="150"/>
                  </a:lnTo>
                  <a:lnTo>
                    <a:pt x="2664" y="150"/>
                  </a:lnTo>
                  <a:lnTo>
                    <a:pt x="2664" y="150"/>
                  </a:lnTo>
                  <a:lnTo>
                    <a:pt x="2665" y="150"/>
                  </a:lnTo>
                  <a:lnTo>
                    <a:pt x="2665" y="150"/>
                  </a:lnTo>
                  <a:lnTo>
                    <a:pt x="2665" y="150"/>
                  </a:lnTo>
                  <a:lnTo>
                    <a:pt x="2666" y="150"/>
                  </a:lnTo>
                  <a:lnTo>
                    <a:pt x="2667" y="150"/>
                  </a:lnTo>
                  <a:lnTo>
                    <a:pt x="2667" y="150"/>
                  </a:lnTo>
                  <a:lnTo>
                    <a:pt x="2667" y="150"/>
                  </a:lnTo>
                  <a:lnTo>
                    <a:pt x="2668" y="150"/>
                  </a:lnTo>
                  <a:lnTo>
                    <a:pt x="2668" y="135"/>
                  </a:lnTo>
                  <a:lnTo>
                    <a:pt x="2669" y="135"/>
                  </a:lnTo>
                  <a:lnTo>
                    <a:pt x="2669" y="135"/>
                  </a:lnTo>
                  <a:lnTo>
                    <a:pt x="2670" y="120"/>
                  </a:lnTo>
                  <a:lnTo>
                    <a:pt x="2670" y="120"/>
                  </a:lnTo>
                  <a:lnTo>
                    <a:pt x="2671" y="120"/>
                  </a:lnTo>
                  <a:lnTo>
                    <a:pt x="2671" y="105"/>
                  </a:lnTo>
                  <a:lnTo>
                    <a:pt x="2671" y="105"/>
                  </a:lnTo>
                  <a:lnTo>
                    <a:pt x="2672" y="90"/>
                  </a:lnTo>
                  <a:lnTo>
                    <a:pt x="2673" y="90"/>
                  </a:lnTo>
                  <a:lnTo>
                    <a:pt x="2673" y="90"/>
                  </a:lnTo>
                  <a:lnTo>
                    <a:pt x="2673" y="75"/>
                  </a:lnTo>
                  <a:lnTo>
                    <a:pt x="2674" y="75"/>
                  </a:lnTo>
                  <a:lnTo>
                    <a:pt x="2674" y="75"/>
                  </a:lnTo>
                  <a:lnTo>
                    <a:pt x="2675" y="60"/>
                  </a:lnTo>
                  <a:lnTo>
                    <a:pt x="2675" y="60"/>
                  </a:lnTo>
                  <a:lnTo>
                    <a:pt x="2676" y="60"/>
                  </a:lnTo>
                  <a:lnTo>
                    <a:pt x="2676" y="45"/>
                  </a:lnTo>
                  <a:lnTo>
                    <a:pt x="2677" y="45"/>
                  </a:lnTo>
                  <a:lnTo>
                    <a:pt x="2677" y="45"/>
                  </a:lnTo>
                  <a:lnTo>
                    <a:pt x="2677" y="45"/>
                  </a:lnTo>
                  <a:lnTo>
                    <a:pt x="2678" y="30"/>
                  </a:lnTo>
                  <a:lnTo>
                    <a:pt x="2678" y="30"/>
                  </a:lnTo>
                  <a:lnTo>
                    <a:pt x="2679" y="30"/>
                  </a:lnTo>
                  <a:lnTo>
                    <a:pt x="2679" y="30"/>
                  </a:lnTo>
                  <a:lnTo>
                    <a:pt x="2680" y="30"/>
                  </a:lnTo>
                  <a:lnTo>
                    <a:pt x="2680" y="15"/>
                  </a:lnTo>
                  <a:lnTo>
                    <a:pt x="2680" y="15"/>
                  </a:lnTo>
                  <a:lnTo>
                    <a:pt x="2681" y="15"/>
                  </a:lnTo>
                  <a:lnTo>
                    <a:pt x="2682" y="15"/>
                  </a:lnTo>
                  <a:lnTo>
                    <a:pt x="2682" y="0"/>
                  </a:lnTo>
                  <a:lnTo>
                    <a:pt x="2682" y="0"/>
                  </a:lnTo>
                  <a:lnTo>
                    <a:pt x="2683" y="0"/>
                  </a:lnTo>
                  <a:lnTo>
                    <a:pt x="2683" y="0"/>
                  </a:lnTo>
                  <a:lnTo>
                    <a:pt x="2684" y="0"/>
                  </a:lnTo>
                  <a:lnTo>
                    <a:pt x="2684" y="0"/>
                  </a:lnTo>
                  <a:lnTo>
                    <a:pt x="2685" y="0"/>
                  </a:lnTo>
                  <a:lnTo>
                    <a:pt x="2685" y="0"/>
                  </a:lnTo>
                  <a:lnTo>
                    <a:pt x="2686" y="0"/>
                  </a:lnTo>
                  <a:lnTo>
                    <a:pt x="2686" y="0"/>
                  </a:lnTo>
                  <a:lnTo>
                    <a:pt x="2686" y="0"/>
                  </a:lnTo>
                  <a:lnTo>
                    <a:pt x="2687" y="0"/>
                  </a:lnTo>
                  <a:lnTo>
                    <a:pt x="2688" y="15"/>
                  </a:lnTo>
                  <a:lnTo>
                    <a:pt x="2688" y="15"/>
                  </a:lnTo>
                  <a:lnTo>
                    <a:pt x="2688" y="15"/>
                  </a:lnTo>
                  <a:lnTo>
                    <a:pt x="2689" y="30"/>
                  </a:lnTo>
                  <a:lnTo>
                    <a:pt x="2689" y="30"/>
                  </a:lnTo>
                  <a:lnTo>
                    <a:pt x="2690" y="30"/>
                  </a:lnTo>
                  <a:lnTo>
                    <a:pt x="2690" y="45"/>
                  </a:lnTo>
                  <a:lnTo>
                    <a:pt x="2691" y="45"/>
                  </a:lnTo>
                  <a:lnTo>
                    <a:pt x="2691" y="45"/>
                  </a:lnTo>
                  <a:lnTo>
                    <a:pt x="2691" y="45"/>
                  </a:lnTo>
                  <a:lnTo>
                    <a:pt x="2692" y="45"/>
                  </a:lnTo>
                  <a:lnTo>
                    <a:pt x="2692" y="45"/>
                  </a:lnTo>
                  <a:lnTo>
                    <a:pt x="2693" y="45"/>
                  </a:lnTo>
                  <a:lnTo>
                    <a:pt x="2693" y="45"/>
                  </a:lnTo>
                  <a:lnTo>
                    <a:pt x="2694" y="45"/>
                  </a:lnTo>
                  <a:lnTo>
                    <a:pt x="2694" y="45"/>
                  </a:lnTo>
                  <a:lnTo>
                    <a:pt x="2695" y="45"/>
                  </a:lnTo>
                  <a:lnTo>
                    <a:pt x="2695" y="30"/>
                  </a:lnTo>
                  <a:lnTo>
                    <a:pt x="2695" y="30"/>
                  </a:lnTo>
                  <a:lnTo>
                    <a:pt x="2696" y="30"/>
                  </a:lnTo>
                  <a:lnTo>
                    <a:pt x="2697" y="15"/>
                  </a:lnTo>
                  <a:lnTo>
                    <a:pt x="2697" y="15"/>
                  </a:lnTo>
                  <a:lnTo>
                    <a:pt x="2697" y="15"/>
                  </a:lnTo>
                  <a:lnTo>
                    <a:pt x="2698" y="15"/>
                  </a:lnTo>
                  <a:lnTo>
                    <a:pt x="2698" y="0"/>
                  </a:lnTo>
                  <a:lnTo>
                    <a:pt x="2699" y="0"/>
                  </a:lnTo>
                  <a:lnTo>
                    <a:pt x="2699" y="15"/>
                  </a:lnTo>
                  <a:lnTo>
                    <a:pt x="2700" y="15"/>
                  </a:lnTo>
                  <a:lnTo>
                    <a:pt x="2700" y="30"/>
                  </a:lnTo>
                  <a:lnTo>
                    <a:pt x="2701" y="45"/>
                  </a:lnTo>
                  <a:lnTo>
                    <a:pt x="2701" y="60"/>
                  </a:lnTo>
                  <a:lnTo>
                    <a:pt x="2701" y="75"/>
                  </a:lnTo>
                  <a:lnTo>
                    <a:pt x="2702" y="105"/>
                  </a:lnTo>
                  <a:lnTo>
                    <a:pt x="2703" y="135"/>
                  </a:lnTo>
                  <a:lnTo>
                    <a:pt x="2703" y="165"/>
                  </a:lnTo>
                  <a:lnTo>
                    <a:pt x="2703" y="195"/>
                  </a:lnTo>
                  <a:lnTo>
                    <a:pt x="2704" y="239"/>
                  </a:lnTo>
                  <a:lnTo>
                    <a:pt x="2704" y="284"/>
                  </a:lnTo>
                  <a:lnTo>
                    <a:pt x="2705" y="329"/>
                  </a:lnTo>
                  <a:lnTo>
                    <a:pt x="2705" y="374"/>
                  </a:lnTo>
                  <a:lnTo>
                    <a:pt x="2706" y="434"/>
                  </a:lnTo>
                  <a:lnTo>
                    <a:pt x="2706" y="479"/>
                  </a:lnTo>
                  <a:lnTo>
                    <a:pt x="2706" y="538"/>
                  </a:lnTo>
                  <a:lnTo>
                    <a:pt x="2707" y="583"/>
                  </a:lnTo>
                  <a:lnTo>
                    <a:pt x="2707" y="643"/>
                  </a:lnTo>
                  <a:lnTo>
                    <a:pt x="2708" y="688"/>
                  </a:lnTo>
                  <a:lnTo>
                    <a:pt x="2708" y="748"/>
                  </a:lnTo>
                  <a:lnTo>
                    <a:pt x="2709" y="793"/>
                  </a:lnTo>
                  <a:lnTo>
                    <a:pt x="2709" y="852"/>
                  </a:lnTo>
                  <a:lnTo>
                    <a:pt x="2710" y="897"/>
                  </a:lnTo>
                  <a:lnTo>
                    <a:pt x="2710" y="942"/>
                  </a:lnTo>
                  <a:lnTo>
                    <a:pt x="2710" y="1002"/>
                  </a:lnTo>
                  <a:lnTo>
                    <a:pt x="2711" y="1046"/>
                  </a:lnTo>
                  <a:lnTo>
                    <a:pt x="2712" y="1092"/>
                  </a:lnTo>
                  <a:lnTo>
                    <a:pt x="2712" y="1121"/>
                  </a:lnTo>
                  <a:lnTo>
                    <a:pt x="2712" y="1166"/>
                  </a:lnTo>
                  <a:lnTo>
                    <a:pt x="2713" y="1196"/>
                  </a:lnTo>
                  <a:lnTo>
                    <a:pt x="2713" y="1226"/>
                  </a:lnTo>
                  <a:lnTo>
                    <a:pt x="2714" y="1256"/>
                  </a:lnTo>
                  <a:lnTo>
                    <a:pt x="2714" y="1286"/>
                  </a:lnTo>
                  <a:lnTo>
                    <a:pt x="2715" y="1301"/>
                  </a:lnTo>
                  <a:lnTo>
                    <a:pt x="2715" y="1316"/>
                  </a:lnTo>
                  <a:lnTo>
                    <a:pt x="2716" y="1331"/>
                  </a:lnTo>
                  <a:lnTo>
                    <a:pt x="2716" y="1345"/>
                  </a:lnTo>
                  <a:lnTo>
                    <a:pt x="2716" y="1345"/>
                  </a:lnTo>
                  <a:lnTo>
                    <a:pt x="2717" y="1331"/>
                  </a:lnTo>
                  <a:lnTo>
                    <a:pt x="2717" y="1316"/>
                  </a:lnTo>
                  <a:lnTo>
                    <a:pt x="2718" y="1301"/>
                  </a:lnTo>
                  <a:lnTo>
                    <a:pt x="2718" y="1271"/>
                  </a:lnTo>
                  <a:lnTo>
                    <a:pt x="2719" y="1241"/>
                  </a:lnTo>
                  <a:lnTo>
                    <a:pt x="2719" y="1211"/>
                  </a:lnTo>
                  <a:lnTo>
                    <a:pt x="2720" y="1181"/>
                  </a:lnTo>
                  <a:lnTo>
                    <a:pt x="2720" y="1136"/>
                  </a:lnTo>
                  <a:lnTo>
                    <a:pt x="2721" y="1077"/>
                  </a:lnTo>
                  <a:lnTo>
                    <a:pt x="2721" y="1032"/>
                  </a:lnTo>
                  <a:lnTo>
                    <a:pt x="2721" y="972"/>
                  </a:lnTo>
                  <a:lnTo>
                    <a:pt x="2722" y="912"/>
                  </a:lnTo>
                  <a:lnTo>
                    <a:pt x="2722" y="837"/>
                  </a:lnTo>
                  <a:lnTo>
                    <a:pt x="2723" y="763"/>
                  </a:lnTo>
                  <a:lnTo>
                    <a:pt x="2723" y="673"/>
                  </a:lnTo>
                  <a:lnTo>
                    <a:pt x="2724" y="583"/>
                  </a:lnTo>
                  <a:lnTo>
                    <a:pt x="2724" y="494"/>
                  </a:lnTo>
                  <a:lnTo>
                    <a:pt x="2725" y="374"/>
                  </a:lnTo>
                  <a:lnTo>
                    <a:pt x="2725" y="269"/>
                  </a:lnTo>
                  <a:lnTo>
                    <a:pt x="2725" y="1256"/>
                  </a:lnTo>
                  <a:lnTo>
                    <a:pt x="2726" y="1256"/>
                  </a:lnTo>
                  <a:lnTo>
                    <a:pt x="2727" y="1256"/>
                  </a:lnTo>
                  <a:lnTo>
                    <a:pt x="2727" y="1256"/>
                  </a:lnTo>
                  <a:lnTo>
                    <a:pt x="2727" y="1241"/>
                  </a:lnTo>
                  <a:lnTo>
                    <a:pt x="2728" y="1241"/>
                  </a:lnTo>
                  <a:lnTo>
                    <a:pt x="2728" y="1241"/>
                  </a:lnTo>
                  <a:lnTo>
                    <a:pt x="2729" y="1241"/>
                  </a:lnTo>
                  <a:lnTo>
                    <a:pt x="2729" y="1241"/>
                  </a:lnTo>
                  <a:lnTo>
                    <a:pt x="2730" y="1241"/>
                  </a:lnTo>
                  <a:lnTo>
                    <a:pt x="2730" y="1241"/>
                  </a:lnTo>
                  <a:lnTo>
                    <a:pt x="2731" y="1241"/>
                  </a:lnTo>
                  <a:lnTo>
                    <a:pt x="2731" y="1241"/>
                  </a:lnTo>
                  <a:lnTo>
                    <a:pt x="2731" y="1241"/>
                  </a:lnTo>
                  <a:lnTo>
                    <a:pt x="2732" y="1241"/>
                  </a:lnTo>
                  <a:lnTo>
                    <a:pt x="2732" y="1241"/>
                  </a:lnTo>
                  <a:lnTo>
                    <a:pt x="2733" y="1241"/>
                  </a:lnTo>
                  <a:lnTo>
                    <a:pt x="2733" y="1241"/>
                  </a:lnTo>
                  <a:lnTo>
                    <a:pt x="2734" y="1241"/>
                  </a:lnTo>
                  <a:lnTo>
                    <a:pt x="2734" y="1241"/>
                  </a:lnTo>
                  <a:lnTo>
                    <a:pt x="2734" y="1241"/>
                  </a:lnTo>
                  <a:lnTo>
                    <a:pt x="2735" y="1241"/>
                  </a:lnTo>
                  <a:lnTo>
                    <a:pt x="2736" y="1241"/>
                  </a:lnTo>
                  <a:lnTo>
                    <a:pt x="2736" y="1241"/>
                  </a:lnTo>
                  <a:lnTo>
                    <a:pt x="2736" y="1241"/>
                  </a:lnTo>
                  <a:lnTo>
                    <a:pt x="2737" y="1241"/>
                  </a:lnTo>
                  <a:lnTo>
                    <a:pt x="2738" y="1241"/>
                  </a:lnTo>
                  <a:lnTo>
                    <a:pt x="2738" y="1241"/>
                  </a:lnTo>
                  <a:lnTo>
                    <a:pt x="2738" y="1241"/>
                  </a:lnTo>
                  <a:lnTo>
                    <a:pt x="2739" y="1241"/>
                  </a:lnTo>
                  <a:lnTo>
                    <a:pt x="2739" y="1241"/>
                  </a:lnTo>
                  <a:lnTo>
                    <a:pt x="2740" y="1241"/>
                  </a:lnTo>
                  <a:lnTo>
                    <a:pt x="2740" y="1226"/>
                  </a:lnTo>
                  <a:lnTo>
                    <a:pt x="2741" y="1226"/>
                  </a:lnTo>
                  <a:lnTo>
                    <a:pt x="2741" y="1226"/>
                  </a:lnTo>
                  <a:lnTo>
                    <a:pt x="2742" y="1226"/>
                  </a:lnTo>
                  <a:lnTo>
                    <a:pt x="2742" y="1226"/>
                  </a:lnTo>
                  <a:lnTo>
                    <a:pt x="2742" y="1211"/>
                  </a:lnTo>
                  <a:lnTo>
                    <a:pt x="2743" y="1211"/>
                  </a:lnTo>
                  <a:lnTo>
                    <a:pt x="2743" y="1211"/>
                  </a:lnTo>
                  <a:lnTo>
                    <a:pt x="2744" y="1196"/>
                  </a:lnTo>
                  <a:lnTo>
                    <a:pt x="2744" y="1196"/>
                  </a:lnTo>
                  <a:lnTo>
                    <a:pt x="2745" y="1196"/>
                  </a:lnTo>
                  <a:lnTo>
                    <a:pt x="2745" y="1196"/>
                  </a:lnTo>
                  <a:lnTo>
                    <a:pt x="2746" y="1181"/>
                  </a:lnTo>
                  <a:lnTo>
                    <a:pt x="2746" y="1181"/>
                  </a:lnTo>
                  <a:lnTo>
                    <a:pt x="2747" y="1181"/>
                  </a:lnTo>
                  <a:lnTo>
                    <a:pt x="2747" y="1181"/>
                  </a:lnTo>
                  <a:lnTo>
                    <a:pt x="2747" y="1181"/>
                  </a:lnTo>
                  <a:lnTo>
                    <a:pt x="2748" y="1181"/>
                  </a:lnTo>
                  <a:lnTo>
                    <a:pt x="2748" y="1166"/>
                  </a:lnTo>
                  <a:lnTo>
                    <a:pt x="2749" y="1166"/>
                  </a:lnTo>
                  <a:lnTo>
                    <a:pt x="2749" y="1166"/>
                  </a:lnTo>
                  <a:lnTo>
                    <a:pt x="2750" y="1166"/>
                  </a:lnTo>
                  <a:lnTo>
                    <a:pt x="2750" y="1151"/>
                  </a:lnTo>
                  <a:lnTo>
                    <a:pt x="2751" y="1151"/>
                  </a:lnTo>
                  <a:lnTo>
                    <a:pt x="2751" y="1151"/>
                  </a:lnTo>
                  <a:lnTo>
                    <a:pt x="2751" y="1151"/>
                  </a:lnTo>
                  <a:lnTo>
                    <a:pt x="2752" y="1136"/>
                  </a:lnTo>
                  <a:lnTo>
                    <a:pt x="2753" y="1136"/>
                  </a:lnTo>
                  <a:lnTo>
                    <a:pt x="2753" y="1136"/>
                  </a:lnTo>
                  <a:lnTo>
                    <a:pt x="2753" y="1136"/>
                  </a:lnTo>
                  <a:lnTo>
                    <a:pt x="2754" y="1136"/>
                  </a:lnTo>
                  <a:lnTo>
                    <a:pt x="2754" y="1136"/>
                  </a:lnTo>
                  <a:lnTo>
                    <a:pt x="2755" y="1121"/>
                  </a:lnTo>
                  <a:lnTo>
                    <a:pt x="2755" y="1121"/>
                  </a:lnTo>
                  <a:lnTo>
                    <a:pt x="2756" y="1121"/>
                  </a:lnTo>
                  <a:lnTo>
                    <a:pt x="2756" y="1121"/>
                  </a:lnTo>
                  <a:lnTo>
                    <a:pt x="2757" y="1107"/>
                  </a:lnTo>
                  <a:lnTo>
                    <a:pt x="2757" y="1107"/>
                  </a:lnTo>
                  <a:lnTo>
                    <a:pt x="2757" y="1107"/>
                  </a:lnTo>
                  <a:lnTo>
                    <a:pt x="2758" y="1107"/>
                  </a:lnTo>
                  <a:lnTo>
                    <a:pt x="2758" y="1107"/>
                  </a:lnTo>
                  <a:lnTo>
                    <a:pt x="2759" y="1107"/>
                  </a:lnTo>
                  <a:lnTo>
                    <a:pt x="2759" y="1092"/>
                  </a:lnTo>
                  <a:lnTo>
                    <a:pt x="2760" y="1092"/>
                  </a:lnTo>
                  <a:lnTo>
                    <a:pt x="2760" y="1092"/>
                  </a:lnTo>
                  <a:lnTo>
                    <a:pt x="2760" y="1092"/>
                  </a:lnTo>
                  <a:lnTo>
                    <a:pt x="2761" y="1092"/>
                  </a:lnTo>
                  <a:lnTo>
                    <a:pt x="2762" y="1092"/>
                  </a:lnTo>
                  <a:lnTo>
                    <a:pt x="2762" y="1092"/>
                  </a:lnTo>
                  <a:lnTo>
                    <a:pt x="2762" y="1092"/>
                  </a:lnTo>
                  <a:lnTo>
                    <a:pt x="2763" y="1092"/>
                  </a:lnTo>
                  <a:lnTo>
                    <a:pt x="2763" y="1092"/>
                  </a:lnTo>
                  <a:lnTo>
                    <a:pt x="2764" y="1092"/>
                  </a:lnTo>
                  <a:lnTo>
                    <a:pt x="2764" y="1092"/>
                  </a:lnTo>
                  <a:lnTo>
                    <a:pt x="2765" y="1092"/>
                  </a:lnTo>
                  <a:lnTo>
                    <a:pt x="2765" y="1092"/>
                  </a:lnTo>
                  <a:lnTo>
                    <a:pt x="2766" y="1092"/>
                  </a:lnTo>
                  <a:lnTo>
                    <a:pt x="2766" y="1092"/>
                  </a:lnTo>
                  <a:lnTo>
                    <a:pt x="2766" y="1107"/>
                  </a:lnTo>
                  <a:lnTo>
                    <a:pt x="2767" y="1092"/>
                  </a:lnTo>
                  <a:lnTo>
                    <a:pt x="2768" y="1092"/>
                  </a:lnTo>
                  <a:lnTo>
                    <a:pt x="2768" y="1092"/>
                  </a:lnTo>
                  <a:lnTo>
                    <a:pt x="2768" y="1092"/>
                  </a:lnTo>
                  <a:lnTo>
                    <a:pt x="2769" y="1092"/>
                  </a:lnTo>
                  <a:lnTo>
                    <a:pt x="2769" y="1092"/>
                  </a:lnTo>
                  <a:lnTo>
                    <a:pt x="2770" y="1092"/>
                  </a:lnTo>
                  <a:lnTo>
                    <a:pt x="2770" y="1092"/>
                  </a:lnTo>
                  <a:lnTo>
                    <a:pt x="2771" y="1077"/>
                  </a:lnTo>
                  <a:lnTo>
                    <a:pt x="2771" y="1077"/>
                  </a:lnTo>
                  <a:lnTo>
                    <a:pt x="2772" y="1077"/>
                  </a:lnTo>
                  <a:lnTo>
                    <a:pt x="2772" y="1077"/>
                  </a:lnTo>
                  <a:lnTo>
                    <a:pt x="2772" y="1061"/>
                  </a:lnTo>
                  <a:lnTo>
                    <a:pt x="2773" y="1061"/>
                  </a:lnTo>
                  <a:lnTo>
                    <a:pt x="2773" y="1061"/>
                  </a:lnTo>
                  <a:lnTo>
                    <a:pt x="2774" y="1061"/>
                  </a:lnTo>
                  <a:lnTo>
                    <a:pt x="2774" y="1046"/>
                  </a:lnTo>
                  <a:lnTo>
                    <a:pt x="2775" y="1046"/>
                  </a:lnTo>
                  <a:lnTo>
                    <a:pt x="2775" y="1046"/>
                  </a:lnTo>
                  <a:lnTo>
                    <a:pt x="2775" y="1046"/>
                  </a:lnTo>
                  <a:lnTo>
                    <a:pt x="2776" y="1032"/>
                  </a:lnTo>
                  <a:lnTo>
                    <a:pt x="2777" y="1032"/>
                  </a:lnTo>
                  <a:lnTo>
                    <a:pt x="2777" y="1032"/>
                  </a:lnTo>
                  <a:lnTo>
                    <a:pt x="2777" y="1032"/>
                  </a:lnTo>
                  <a:lnTo>
                    <a:pt x="2778" y="1032"/>
                  </a:lnTo>
                  <a:lnTo>
                    <a:pt x="2778" y="1032"/>
                  </a:lnTo>
                  <a:lnTo>
                    <a:pt x="2779" y="1032"/>
                  </a:lnTo>
                  <a:lnTo>
                    <a:pt x="2779" y="1032"/>
                  </a:lnTo>
                  <a:lnTo>
                    <a:pt x="2780" y="1032"/>
                  </a:lnTo>
                  <a:lnTo>
                    <a:pt x="2780" y="1032"/>
                  </a:lnTo>
                  <a:lnTo>
                    <a:pt x="2781" y="1032"/>
                  </a:lnTo>
                  <a:lnTo>
                    <a:pt x="2781" y="1032"/>
                  </a:lnTo>
                  <a:lnTo>
                    <a:pt x="2781" y="1032"/>
                  </a:lnTo>
                  <a:lnTo>
                    <a:pt x="2782" y="1032"/>
                  </a:lnTo>
                  <a:lnTo>
                    <a:pt x="2783" y="1032"/>
                  </a:lnTo>
                  <a:lnTo>
                    <a:pt x="2783" y="1032"/>
                  </a:lnTo>
                  <a:lnTo>
                    <a:pt x="2783" y="1032"/>
                  </a:lnTo>
                  <a:lnTo>
                    <a:pt x="2784" y="1032"/>
                  </a:lnTo>
                  <a:lnTo>
                    <a:pt x="2784" y="1032"/>
                  </a:lnTo>
                  <a:lnTo>
                    <a:pt x="2785" y="1032"/>
                  </a:lnTo>
                  <a:lnTo>
                    <a:pt x="2785" y="1032"/>
                  </a:lnTo>
                  <a:lnTo>
                    <a:pt x="2786" y="1032"/>
                  </a:lnTo>
                  <a:lnTo>
                    <a:pt x="2786" y="1046"/>
                  </a:lnTo>
                  <a:lnTo>
                    <a:pt x="2786" y="1046"/>
                  </a:lnTo>
                  <a:lnTo>
                    <a:pt x="2787" y="1046"/>
                  </a:lnTo>
                  <a:lnTo>
                    <a:pt x="2787" y="1046"/>
                  </a:lnTo>
                  <a:lnTo>
                    <a:pt x="2788" y="1046"/>
                  </a:lnTo>
                  <a:lnTo>
                    <a:pt x="2788" y="1046"/>
                  </a:lnTo>
                  <a:lnTo>
                    <a:pt x="2789" y="1046"/>
                  </a:lnTo>
                  <a:lnTo>
                    <a:pt x="2789" y="1046"/>
                  </a:lnTo>
                  <a:lnTo>
                    <a:pt x="2790" y="1046"/>
                  </a:lnTo>
                  <a:lnTo>
                    <a:pt x="2790" y="1046"/>
                  </a:lnTo>
                  <a:lnTo>
                    <a:pt x="2790" y="1046"/>
                  </a:lnTo>
                  <a:lnTo>
                    <a:pt x="2791" y="1046"/>
                  </a:lnTo>
                  <a:lnTo>
                    <a:pt x="2792" y="1046"/>
                  </a:lnTo>
                  <a:lnTo>
                    <a:pt x="2792" y="1061"/>
                  </a:lnTo>
                  <a:lnTo>
                    <a:pt x="2792" y="1061"/>
                  </a:lnTo>
                  <a:lnTo>
                    <a:pt x="2793" y="1061"/>
                  </a:lnTo>
                  <a:lnTo>
                    <a:pt x="2793" y="1061"/>
                  </a:lnTo>
                  <a:lnTo>
                    <a:pt x="2794" y="1061"/>
                  </a:lnTo>
                  <a:lnTo>
                    <a:pt x="2794" y="1061"/>
                  </a:lnTo>
                  <a:lnTo>
                    <a:pt x="2795" y="1061"/>
                  </a:lnTo>
                  <a:lnTo>
                    <a:pt x="2795" y="1061"/>
                  </a:lnTo>
                  <a:lnTo>
                    <a:pt x="2796" y="1046"/>
                  </a:lnTo>
                  <a:lnTo>
                    <a:pt x="2796" y="1046"/>
                  </a:lnTo>
                  <a:lnTo>
                    <a:pt x="2796" y="1046"/>
                  </a:lnTo>
                  <a:lnTo>
                    <a:pt x="2797" y="1046"/>
                  </a:lnTo>
                  <a:lnTo>
                    <a:pt x="2798" y="1046"/>
                  </a:lnTo>
                  <a:lnTo>
                    <a:pt x="2798" y="1046"/>
                  </a:lnTo>
                  <a:lnTo>
                    <a:pt x="2798" y="1032"/>
                  </a:lnTo>
                  <a:lnTo>
                    <a:pt x="2799" y="1032"/>
                  </a:lnTo>
                  <a:lnTo>
                    <a:pt x="2799" y="1032"/>
                  </a:lnTo>
                  <a:lnTo>
                    <a:pt x="2800" y="1032"/>
                  </a:lnTo>
                  <a:lnTo>
                    <a:pt x="2800" y="1032"/>
                  </a:lnTo>
                  <a:lnTo>
                    <a:pt x="2801" y="1032"/>
                  </a:lnTo>
                  <a:lnTo>
                    <a:pt x="2801" y="1032"/>
                  </a:lnTo>
                  <a:lnTo>
                    <a:pt x="2801" y="1032"/>
                  </a:lnTo>
                  <a:lnTo>
                    <a:pt x="2802" y="1032"/>
                  </a:lnTo>
                  <a:lnTo>
                    <a:pt x="2802" y="1032"/>
                  </a:lnTo>
                  <a:lnTo>
                    <a:pt x="2803" y="1032"/>
                  </a:lnTo>
                  <a:lnTo>
                    <a:pt x="2803" y="1032"/>
                  </a:lnTo>
                  <a:lnTo>
                    <a:pt x="2804" y="1032"/>
                  </a:lnTo>
                  <a:lnTo>
                    <a:pt x="2804" y="1032"/>
                  </a:lnTo>
                  <a:lnTo>
                    <a:pt x="2805" y="1032"/>
                  </a:lnTo>
                  <a:lnTo>
                    <a:pt x="2805" y="1017"/>
                  </a:lnTo>
                  <a:lnTo>
                    <a:pt x="2805" y="1017"/>
                  </a:lnTo>
                  <a:lnTo>
                    <a:pt x="2806" y="1017"/>
                  </a:lnTo>
                  <a:lnTo>
                    <a:pt x="2807" y="1017"/>
                  </a:lnTo>
                  <a:lnTo>
                    <a:pt x="2807" y="1002"/>
                  </a:lnTo>
                  <a:lnTo>
                    <a:pt x="2807" y="1002"/>
                  </a:lnTo>
                  <a:lnTo>
                    <a:pt x="2808" y="1002"/>
                  </a:lnTo>
                  <a:lnTo>
                    <a:pt x="2808" y="987"/>
                  </a:lnTo>
                  <a:lnTo>
                    <a:pt x="2809" y="987"/>
                  </a:lnTo>
                  <a:lnTo>
                    <a:pt x="2809" y="987"/>
                  </a:lnTo>
                  <a:lnTo>
                    <a:pt x="2810" y="987"/>
                  </a:lnTo>
                  <a:lnTo>
                    <a:pt x="2810" y="987"/>
                  </a:lnTo>
                  <a:lnTo>
                    <a:pt x="2811" y="972"/>
                  </a:lnTo>
                  <a:lnTo>
                    <a:pt x="2811" y="972"/>
                  </a:lnTo>
                  <a:lnTo>
                    <a:pt x="2811" y="972"/>
                  </a:lnTo>
                  <a:lnTo>
                    <a:pt x="2812" y="972"/>
                  </a:lnTo>
                  <a:lnTo>
                    <a:pt x="2812" y="957"/>
                  </a:lnTo>
                  <a:lnTo>
                    <a:pt x="2813" y="957"/>
                  </a:lnTo>
                  <a:lnTo>
                    <a:pt x="2813" y="957"/>
                  </a:lnTo>
                  <a:lnTo>
                    <a:pt x="2814" y="957"/>
                  </a:lnTo>
                  <a:lnTo>
                    <a:pt x="2814" y="942"/>
                  </a:lnTo>
                  <a:lnTo>
                    <a:pt x="2815" y="942"/>
                  </a:lnTo>
                  <a:lnTo>
                    <a:pt x="2815" y="942"/>
                  </a:lnTo>
                  <a:lnTo>
                    <a:pt x="2816" y="927"/>
                  </a:lnTo>
                  <a:lnTo>
                    <a:pt x="2816" y="927"/>
                  </a:lnTo>
                  <a:lnTo>
                    <a:pt x="2816" y="927"/>
                  </a:lnTo>
                  <a:lnTo>
                    <a:pt x="2817" y="912"/>
                  </a:lnTo>
                  <a:lnTo>
                    <a:pt x="2817" y="912"/>
                  </a:lnTo>
                  <a:lnTo>
                    <a:pt x="2818" y="912"/>
                  </a:lnTo>
                  <a:lnTo>
                    <a:pt x="2818" y="912"/>
                  </a:lnTo>
                  <a:lnTo>
                    <a:pt x="2819" y="897"/>
                  </a:lnTo>
                  <a:lnTo>
                    <a:pt x="2819" y="897"/>
                  </a:lnTo>
                  <a:lnTo>
                    <a:pt x="2820" y="897"/>
                  </a:lnTo>
                  <a:lnTo>
                    <a:pt x="2820" y="897"/>
                  </a:lnTo>
                  <a:lnTo>
                    <a:pt x="2820" y="882"/>
                  </a:lnTo>
                  <a:lnTo>
                    <a:pt x="2821" y="882"/>
                  </a:lnTo>
                  <a:lnTo>
                    <a:pt x="2822" y="882"/>
                  </a:lnTo>
                  <a:lnTo>
                    <a:pt x="2822" y="882"/>
                  </a:lnTo>
                  <a:lnTo>
                    <a:pt x="2822" y="882"/>
                  </a:lnTo>
                  <a:lnTo>
                    <a:pt x="2823" y="867"/>
                  </a:lnTo>
                  <a:lnTo>
                    <a:pt x="2823" y="867"/>
                  </a:lnTo>
                  <a:lnTo>
                    <a:pt x="2824" y="867"/>
                  </a:lnTo>
                  <a:lnTo>
                    <a:pt x="2824" y="867"/>
                  </a:lnTo>
                  <a:lnTo>
                    <a:pt x="2825" y="867"/>
                  </a:lnTo>
                  <a:lnTo>
                    <a:pt x="2825" y="867"/>
                  </a:lnTo>
                  <a:lnTo>
                    <a:pt x="2826" y="852"/>
                  </a:lnTo>
                  <a:lnTo>
                    <a:pt x="2826" y="852"/>
                  </a:lnTo>
                  <a:lnTo>
                    <a:pt x="2826" y="852"/>
                  </a:lnTo>
                  <a:lnTo>
                    <a:pt x="2827" y="852"/>
                  </a:lnTo>
                  <a:lnTo>
                    <a:pt x="2827" y="837"/>
                  </a:lnTo>
                  <a:lnTo>
                    <a:pt x="2828" y="837"/>
                  </a:lnTo>
                  <a:lnTo>
                    <a:pt x="2828" y="837"/>
                  </a:lnTo>
                  <a:lnTo>
                    <a:pt x="2829" y="822"/>
                  </a:lnTo>
                  <a:lnTo>
                    <a:pt x="2829" y="822"/>
                  </a:lnTo>
                  <a:lnTo>
                    <a:pt x="2830" y="808"/>
                  </a:lnTo>
                  <a:lnTo>
                    <a:pt x="2830" y="808"/>
                  </a:lnTo>
                  <a:lnTo>
                    <a:pt x="2831" y="808"/>
                  </a:lnTo>
                  <a:lnTo>
                    <a:pt x="2831" y="793"/>
                  </a:lnTo>
                  <a:lnTo>
                    <a:pt x="2831" y="793"/>
                  </a:lnTo>
                  <a:lnTo>
                    <a:pt x="2832" y="778"/>
                  </a:lnTo>
                  <a:lnTo>
                    <a:pt x="2832" y="778"/>
                  </a:lnTo>
                  <a:lnTo>
                    <a:pt x="2833" y="763"/>
                  </a:lnTo>
                  <a:lnTo>
                    <a:pt x="2833" y="763"/>
                  </a:lnTo>
                  <a:lnTo>
                    <a:pt x="2834" y="763"/>
                  </a:lnTo>
                  <a:lnTo>
                    <a:pt x="2834" y="748"/>
                  </a:lnTo>
                  <a:lnTo>
                    <a:pt x="2835" y="748"/>
                  </a:lnTo>
                  <a:lnTo>
                    <a:pt x="2835" y="748"/>
                  </a:lnTo>
                  <a:lnTo>
                    <a:pt x="2835" y="733"/>
                  </a:lnTo>
                  <a:lnTo>
                    <a:pt x="2836" y="733"/>
                  </a:lnTo>
                  <a:lnTo>
                    <a:pt x="2837" y="733"/>
                  </a:lnTo>
                  <a:lnTo>
                    <a:pt x="2837" y="733"/>
                  </a:lnTo>
                  <a:lnTo>
                    <a:pt x="2837" y="733"/>
                  </a:lnTo>
                  <a:lnTo>
                    <a:pt x="2838" y="733"/>
                  </a:lnTo>
                  <a:lnTo>
                    <a:pt x="2838" y="733"/>
                  </a:lnTo>
                  <a:lnTo>
                    <a:pt x="2839" y="733"/>
                  </a:lnTo>
                  <a:lnTo>
                    <a:pt x="2839" y="733"/>
                  </a:lnTo>
                  <a:lnTo>
                    <a:pt x="2840" y="718"/>
                  </a:lnTo>
                  <a:lnTo>
                    <a:pt x="2840" y="718"/>
                  </a:lnTo>
                  <a:lnTo>
                    <a:pt x="2841" y="718"/>
                  </a:lnTo>
                  <a:lnTo>
                    <a:pt x="2841" y="718"/>
                  </a:lnTo>
                  <a:lnTo>
                    <a:pt x="2841" y="718"/>
                  </a:lnTo>
                  <a:lnTo>
                    <a:pt x="2842" y="718"/>
                  </a:lnTo>
                  <a:lnTo>
                    <a:pt x="2842" y="718"/>
                  </a:lnTo>
                  <a:lnTo>
                    <a:pt x="2843" y="703"/>
                  </a:lnTo>
                  <a:lnTo>
                    <a:pt x="2843" y="703"/>
                  </a:lnTo>
                  <a:lnTo>
                    <a:pt x="2844" y="703"/>
                  </a:lnTo>
                  <a:lnTo>
                    <a:pt x="2844" y="703"/>
                  </a:lnTo>
                  <a:lnTo>
                    <a:pt x="2844" y="703"/>
                  </a:lnTo>
                  <a:lnTo>
                    <a:pt x="2845" y="703"/>
                  </a:lnTo>
                  <a:lnTo>
                    <a:pt x="2846" y="703"/>
                  </a:lnTo>
                  <a:lnTo>
                    <a:pt x="2846" y="703"/>
                  </a:lnTo>
                  <a:lnTo>
                    <a:pt x="2846" y="703"/>
                  </a:lnTo>
                  <a:lnTo>
                    <a:pt x="2847" y="688"/>
                  </a:lnTo>
                  <a:lnTo>
                    <a:pt x="2848" y="688"/>
                  </a:lnTo>
                  <a:lnTo>
                    <a:pt x="2848" y="688"/>
                  </a:lnTo>
                  <a:lnTo>
                    <a:pt x="2848" y="688"/>
                  </a:lnTo>
                  <a:lnTo>
                    <a:pt x="2849" y="688"/>
                  </a:lnTo>
                  <a:lnTo>
                    <a:pt x="2849" y="688"/>
                  </a:lnTo>
                  <a:lnTo>
                    <a:pt x="2850" y="673"/>
                  </a:lnTo>
                  <a:lnTo>
                    <a:pt x="2850" y="673"/>
                  </a:lnTo>
                  <a:lnTo>
                    <a:pt x="2851" y="673"/>
                  </a:lnTo>
                  <a:lnTo>
                    <a:pt x="2851" y="673"/>
                  </a:lnTo>
                  <a:lnTo>
                    <a:pt x="2852" y="673"/>
                  </a:lnTo>
                  <a:lnTo>
                    <a:pt x="2852" y="673"/>
                  </a:lnTo>
                  <a:lnTo>
                    <a:pt x="2852" y="673"/>
                  </a:lnTo>
                  <a:lnTo>
                    <a:pt x="2853" y="673"/>
                  </a:lnTo>
                  <a:lnTo>
                    <a:pt x="2853" y="673"/>
                  </a:lnTo>
                  <a:lnTo>
                    <a:pt x="2854" y="688"/>
                  </a:lnTo>
                  <a:lnTo>
                    <a:pt x="2854" y="688"/>
                  </a:lnTo>
                  <a:lnTo>
                    <a:pt x="2855" y="688"/>
                  </a:lnTo>
                  <a:lnTo>
                    <a:pt x="2855" y="688"/>
                  </a:lnTo>
                  <a:lnTo>
                    <a:pt x="2856" y="688"/>
                  </a:lnTo>
                  <a:lnTo>
                    <a:pt x="2856" y="688"/>
                  </a:lnTo>
                  <a:lnTo>
                    <a:pt x="2857" y="673"/>
                  </a:lnTo>
                  <a:lnTo>
                    <a:pt x="2857" y="673"/>
                  </a:lnTo>
                  <a:lnTo>
                    <a:pt x="2857" y="673"/>
                  </a:lnTo>
                  <a:lnTo>
                    <a:pt x="2858" y="673"/>
                  </a:lnTo>
                  <a:lnTo>
                    <a:pt x="2858" y="673"/>
                  </a:lnTo>
                  <a:lnTo>
                    <a:pt x="2859" y="688"/>
                  </a:lnTo>
                  <a:lnTo>
                    <a:pt x="2859" y="688"/>
                  </a:lnTo>
                  <a:lnTo>
                    <a:pt x="2860" y="688"/>
                  </a:lnTo>
                  <a:lnTo>
                    <a:pt x="2860" y="688"/>
                  </a:lnTo>
                  <a:lnTo>
                    <a:pt x="2861" y="688"/>
                  </a:lnTo>
                  <a:lnTo>
                    <a:pt x="2861" y="688"/>
                  </a:lnTo>
                  <a:lnTo>
                    <a:pt x="2861" y="688"/>
                  </a:lnTo>
                  <a:lnTo>
                    <a:pt x="2862" y="688"/>
                  </a:lnTo>
                  <a:lnTo>
                    <a:pt x="2863" y="688"/>
                  </a:lnTo>
                  <a:lnTo>
                    <a:pt x="2863" y="688"/>
                  </a:lnTo>
                  <a:lnTo>
                    <a:pt x="2863" y="688"/>
                  </a:lnTo>
                  <a:lnTo>
                    <a:pt x="2864" y="688"/>
                  </a:lnTo>
                  <a:lnTo>
                    <a:pt x="2864" y="703"/>
                  </a:lnTo>
                  <a:lnTo>
                    <a:pt x="2865" y="703"/>
                  </a:lnTo>
                  <a:lnTo>
                    <a:pt x="2865" y="703"/>
                  </a:lnTo>
                  <a:lnTo>
                    <a:pt x="2866" y="703"/>
                  </a:lnTo>
                  <a:lnTo>
                    <a:pt x="2866" y="703"/>
                  </a:lnTo>
                  <a:lnTo>
                    <a:pt x="2867" y="703"/>
                  </a:lnTo>
                  <a:lnTo>
                    <a:pt x="2867" y="703"/>
                  </a:lnTo>
                  <a:lnTo>
                    <a:pt x="2867" y="718"/>
                  </a:lnTo>
                  <a:lnTo>
                    <a:pt x="2868" y="718"/>
                  </a:lnTo>
                  <a:lnTo>
                    <a:pt x="2868" y="718"/>
                  </a:lnTo>
                  <a:lnTo>
                    <a:pt x="2869" y="718"/>
                  </a:lnTo>
                  <a:lnTo>
                    <a:pt x="2869" y="718"/>
                  </a:lnTo>
                  <a:lnTo>
                    <a:pt x="2870" y="718"/>
                  </a:lnTo>
                  <a:lnTo>
                    <a:pt x="2870" y="718"/>
                  </a:lnTo>
                  <a:lnTo>
                    <a:pt x="2870" y="718"/>
                  </a:lnTo>
                  <a:lnTo>
                    <a:pt x="2871" y="718"/>
                  </a:lnTo>
                  <a:lnTo>
                    <a:pt x="2872" y="718"/>
                  </a:lnTo>
                  <a:lnTo>
                    <a:pt x="2872" y="718"/>
                  </a:lnTo>
                  <a:lnTo>
                    <a:pt x="2872" y="718"/>
                  </a:lnTo>
                  <a:lnTo>
                    <a:pt x="2873" y="718"/>
                  </a:lnTo>
                  <a:lnTo>
                    <a:pt x="2873" y="718"/>
                  </a:lnTo>
                  <a:lnTo>
                    <a:pt x="2874" y="718"/>
                  </a:lnTo>
                  <a:lnTo>
                    <a:pt x="2874" y="718"/>
                  </a:lnTo>
                  <a:lnTo>
                    <a:pt x="2875" y="718"/>
                  </a:lnTo>
                  <a:lnTo>
                    <a:pt x="2875" y="718"/>
                  </a:lnTo>
                  <a:lnTo>
                    <a:pt x="2876" y="703"/>
                  </a:lnTo>
                  <a:lnTo>
                    <a:pt x="2876" y="703"/>
                  </a:lnTo>
                  <a:lnTo>
                    <a:pt x="2876" y="703"/>
                  </a:lnTo>
                  <a:lnTo>
                    <a:pt x="2877" y="703"/>
                  </a:lnTo>
                  <a:lnTo>
                    <a:pt x="2878" y="703"/>
                  </a:lnTo>
                  <a:lnTo>
                    <a:pt x="2878" y="703"/>
                  </a:lnTo>
                  <a:lnTo>
                    <a:pt x="2878" y="688"/>
                  </a:lnTo>
                  <a:lnTo>
                    <a:pt x="2879" y="688"/>
                  </a:lnTo>
                  <a:lnTo>
                    <a:pt x="2879" y="688"/>
                  </a:lnTo>
                  <a:lnTo>
                    <a:pt x="2880" y="688"/>
                  </a:lnTo>
                  <a:lnTo>
                    <a:pt x="2880" y="688"/>
                  </a:lnTo>
                  <a:lnTo>
                    <a:pt x="2881" y="688"/>
                  </a:lnTo>
                  <a:lnTo>
                    <a:pt x="2881" y="688"/>
                  </a:lnTo>
                  <a:lnTo>
                    <a:pt x="2882" y="673"/>
                  </a:lnTo>
                  <a:lnTo>
                    <a:pt x="2882" y="673"/>
                  </a:lnTo>
                  <a:lnTo>
                    <a:pt x="2882" y="673"/>
                  </a:lnTo>
                  <a:lnTo>
                    <a:pt x="2883" y="673"/>
                  </a:lnTo>
                  <a:lnTo>
                    <a:pt x="2883" y="673"/>
                  </a:lnTo>
                  <a:lnTo>
                    <a:pt x="2884" y="673"/>
                  </a:lnTo>
                  <a:lnTo>
                    <a:pt x="2884" y="673"/>
                  </a:lnTo>
                  <a:lnTo>
                    <a:pt x="2885" y="658"/>
                  </a:lnTo>
                  <a:lnTo>
                    <a:pt x="2885" y="658"/>
                  </a:lnTo>
                  <a:lnTo>
                    <a:pt x="2885" y="658"/>
                  </a:lnTo>
                  <a:lnTo>
                    <a:pt x="2886" y="658"/>
                  </a:lnTo>
                  <a:lnTo>
                    <a:pt x="2887" y="643"/>
                  </a:lnTo>
                  <a:lnTo>
                    <a:pt x="2887" y="643"/>
                  </a:lnTo>
                  <a:lnTo>
                    <a:pt x="2887" y="643"/>
                  </a:lnTo>
                  <a:lnTo>
                    <a:pt x="2888" y="643"/>
                  </a:lnTo>
                  <a:lnTo>
                    <a:pt x="2888" y="643"/>
                  </a:lnTo>
                  <a:lnTo>
                    <a:pt x="2889" y="643"/>
                  </a:lnTo>
                  <a:lnTo>
                    <a:pt x="2889" y="643"/>
                  </a:lnTo>
                  <a:lnTo>
                    <a:pt x="2890" y="628"/>
                  </a:lnTo>
                  <a:lnTo>
                    <a:pt x="2890" y="628"/>
                  </a:lnTo>
                  <a:lnTo>
                    <a:pt x="2891" y="628"/>
                  </a:lnTo>
                  <a:lnTo>
                    <a:pt x="2891" y="628"/>
                  </a:lnTo>
                  <a:lnTo>
                    <a:pt x="2891" y="628"/>
                  </a:lnTo>
                  <a:lnTo>
                    <a:pt x="2892" y="613"/>
                  </a:lnTo>
                  <a:lnTo>
                    <a:pt x="2893" y="613"/>
                  </a:lnTo>
                  <a:lnTo>
                    <a:pt x="2893" y="613"/>
                  </a:lnTo>
                  <a:lnTo>
                    <a:pt x="2893" y="613"/>
                  </a:lnTo>
                  <a:lnTo>
                    <a:pt x="2894" y="613"/>
                  </a:lnTo>
                  <a:lnTo>
                    <a:pt x="2894" y="598"/>
                  </a:lnTo>
                  <a:lnTo>
                    <a:pt x="2895" y="598"/>
                  </a:lnTo>
                  <a:lnTo>
                    <a:pt x="2895" y="598"/>
                  </a:lnTo>
                  <a:lnTo>
                    <a:pt x="2896" y="598"/>
                  </a:lnTo>
                  <a:lnTo>
                    <a:pt x="2896" y="598"/>
                  </a:lnTo>
                  <a:lnTo>
                    <a:pt x="2896" y="598"/>
                  </a:lnTo>
                  <a:lnTo>
                    <a:pt x="2897" y="583"/>
                  </a:lnTo>
                  <a:lnTo>
                    <a:pt x="2897" y="583"/>
                  </a:lnTo>
                  <a:lnTo>
                    <a:pt x="2898" y="583"/>
                  </a:lnTo>
                  <a:lnTo>
                    <a:pt x="2898" y="583"/>
                  </a:lnTo>
                  <a:lnTo>
                    <a:pt x="2899" y="583"/>
                  </a:lnTo>
                  <a:lnTo>
                    <a:pt x="2899" y="583"/>
                  </a:lnTo>
                  <a:lnTo>
                    <a:pt x="2900" y="568"/>
                  </a:lnTo>
                  <a:lnTo>
                    <a:pt x="2900" y="568"/>
                  </a:lnTo>
                  <a:lnTo>
                    <a:pt x="2900" y="568"/>
                  </a:lnTo>
                  <a:lnTo>
                    <a:pt x="2901" y="568"/>
                  </a:lnTo>
                  <a:lnTo>
                    <a:pt x="2902" y="553"/>
                  </a:lnTo>
                  <a:lnTo>
                    <a:pt x="2902" y="553"/>
                  </a:lnTo>
                  <a:lnTo>
                    <a:pt x="2902" y="553"/>
                  </a:lnTo>
                  <a:lnTo>
                    <a:pt x="2903" y="553"/>
                  </a:lnTo>
                  <a:lnTo>
                    <a:pt x="2903" y="553"/>
                  </a:lnTo>
                  <a:lnTo>
                    <a:pt x="2904" y="538"/>
                  </a:lnTo>
                  <a:lnTo>
                    <a:pt x="2904" y="538"/>
                  </a:lnTo>
                  <a:lnTo>
                    <a:pt x="2905" y="538"/>
                  </a:lnTo>
                  <a:lnTo>
                    <a:pt x="2905" y="538"/>
                  </a:lnTo>
                  <a:lnTo>
                    <a:pt x="2906" y="538"/>
                  </a:lnTo>
                  <a:lnTo>
                    <a:pt x="2906" y="538"/>
                  </a:lnTo>
                  <a:lnTo>
                    <a:pt x="2906" y="538"/>
                  </a:lnTo>
                  <a:lnTo>
                    <a:pt x="2907" y="553"/>
                  </a:lnTo>
                  <a:lnTo>
                    <a:pt x="2908" y="553"/>
                  </a:lnTo>
                  <a:lnTo>
                    <a:pt x="2908" y="553"/>
                  </a:lnTo>
                  <a:lnTo>
                    <a:pt x="2908" y="553"/>
                  </a:lnTo>
                  <a:lnTo>
                    <a:pt x="2909" y="553"/>
                  </a:lnTo>
                  <a:lnTo>
                    <a:pt x="2909" y="553"/>
                  </a:lnTo>
                  <a:lnTo>
                    <a:pt x="2910" y="553"/>
                  </a:lnTo>
                  <a:lnTo>
                    <a:pt x="2910" y="553"/>
                  </a:lnTo>
                  <a:lnTo>
                    <a:pt x="2911" y="553"/>
                  </a:lnTo>
                  <a:lnTo>
                    <a:pt x="2911" y="553"/>
                  </a:lnTo>
                  <a:lnTo>
                    <a:pt x="2911" y="553"/>
                  </a:lnTo>
                  <a:lnTo>
                    <a:pt x="2912" y="568"/>
                  </a:lnTo>
                  <a:lnTo>
                    <a:pt x="2912" y="568"/>
                  </a:lnTo>
                  <a:lnTo>
                    <a:pt x="2913" y="568"/>
                  </a:lnTo>
                  <a:lnTo>
                    <a:pt x="2913" y="568"/>
                  </a:lnTo>
                  <a:lnTo>
                    <a:pt x="2914" y="568"/>
                  </a:lnTo>
                  <a:lnTo>
                    <a:pt x="2914" y="568"/>
                  </a:lnTo>
                  <a:lnTo>
                    <a:pt x="2915" y="568"/>
                  </a:lnTo>
                  <a:lnTo>
                    <a:pt x="2915" y="583"/>
                  </a:lnTo>
                  <a:lnTo>
                    <a:pt x="2915" y="583"/>
                  </a:lnTo>
                  <a:lnTo>
                    <a:pt x="2916" y="583"/>
                  </a:lnTo>
                  <a:lnTo>
                    <a:pt x="2917" y="598"/>
                  </a:lnTo>
                  <a:lnTo>
                    <a:pt x="2917" y="598"/>
                  </a:lnTo>
                  <a:lnTo>
                    <a:pt x="2917" y="598"/>
                  </a:lnTo>
                  <a:lnTo>
                    <a:pt x="2918" y="613"/>
                  </a:lnTo>
                  <a:lnTo>
                    <a:pt x="2918" y="613"/>
                  </a:lnTo>
                  <a:lnTo>
                    <a:pt x="2919" y="613"/>
                  </a:lnTo>
                  <a:lnTo>
                    <a:pt x="2919" y="628"/>
                  </a:lnTo>
                  <a:lnTo>
                    <a:pt x="2920" y="628"/>
                  </a:lnTo>
                  <a:lnTo>
                    <a:pt x="2920" y="628"/>
                  </a:lnTo>
                  <a:lnTo>
                    <a:pt x="2921" y="628"/>
                  </a:lnTo>
                  <a:lnTo>
                    <a:pt x="2921" y="628"/>
                  </a:lnTo>
                  <a:lnTo>
                    <a:pt x="2921" y="643"/>
                  </a:lnTo>
                  <a:lnTo>
                    <a:pt x="2922" y="643"/>
                  </a:lnTo>
                  <a:lnTo>
                    <a:pt x="2922" y="643"/>
                  </a:lnTo>
                  <a:lnTo>
                    <a:pt x="2923" y="643"/>
                  </a:lnTo>
                  <a:lnTo>
                    <a:pt x="2923" y="658"/>
                  </a:lnTo>
                  <a:lnTo>
                    <a:pt x="2924" y="658"/>
                  </a:lnTo>
                  <a:lnTo>
                    <a:pt x="2924" y="658"/>
                  </a:lnTo>
                  <a:lnTo>
                    <a:pt x="2925" y="673"/>
                  </a:lnTo>
                  <a:lnTo>
                    <a:pt x="2925" y="673"/>
                  </a:lnTo>
                  <a:lnTo>
                    <a:pt x="2926" y="673"/>
                  </a:lnTo>
                  <a:lnTo>
                    <a:pt x="2926" y="673"/>
                  </a:lnTo>
                  <a:lnTo>
                    <a:pt x="2926" y="673"/>
                  </a:lnTo>
                  <a:lnTo>
                    <a:pt x="2927" y="673"/>
                  </a:lnTo>
                  <a:lnTo>
                    <a:pt x="2927" y="673"/>
                  </a:lnTo>
                  <a:lnTo>
                    <a:pt x="2928" y="673"/>
                  </a:lnTo>
                  <a:lnTo>
                    <a:pt x="2928" y="673"/>
                  </a:lnTo>
                  <a:lnTo>
                    <a:pt x="2929" y="688"/>
                  </a:lnTo>
                  <a:lnTo>
                    <a:pt x="2929" y="688"/>
                  </a:lnTo>
                  <a:lnTo>
                    <a:pt x="2930" y="688"/>
                  </a:lnTo>
                  <a:lnTo>
                    <a:pt x="2930" y="688"/>
                  </a:lnTo>
                  <a:lnTo>
                    <a:pt x="2930" y="688"/>
                  </a:lnTo>
                  <a:lnTo>
                    <a:pt x="2931" y="703"/>
                  </a:lnTo>
                  <a:lnTo>
                    <a:pt x="2932" y="703"/>
                  </a:lnTo>
                  <a:lnTo>
                    <a:pt x="2932" y="703"/>
                  </a:lnTo>
                  <a:lnTo>
                    <a:pt x="2932" y="703"/>
                  </a:lnTo>
                  <a:lnTo>
                    <a:pt x="2933" y="703"/>
                  </a:lnTo>
                  <a:lnTo>
                    <a:pt x="2933" y="718"/>
                  </a:lnTo>
                  <a:lnTo>
                    <a:pt x="2934" y="718"/>
                  </a:lnTo>
                  <a:lnTo>
                    <a:pt x="2934" y="718"/>
                  </a:lnTo>
                  <a:lnTo>
                    <a:pt x="2935" y="718"/>
                  </a:lnTo>
                  <a:lnTo>
                    <a:pt x="2935" y="718"/>
                  </a:lnTo>
                  <a:lnTo>
                    <a:pt x="2936" y="718"/>
                  </a:lnTo>
                  <a:lnTo>
                    <a:pt x="2936" y="718"/>
                  </a:lnTo>
                  <a:lnTo>
                    <a:pt x="2936" y="718"/>
                  </a:lnTo>
                  <a:lnTo>
                    <a:pt x="2937" y="718"/>
                  </a:lnTo>
                  <a:lnTo>
                    <a:pt x="2937" y="718"/>
                  </a:lnTo>
                  <a:lnTo>
                    <a:pt x="2938" y="718"/>
                  </a:lnTo>
                  <a:lnTo>
                    <a:pt x="2938" y="718"/>
                  </a:lnTo>
                  <a:lnTo>
                    <a:pt x="2939" y="718"/>
                  </a:lnTo>
                  <a:lnTo>
                    <a:pt x="2939" y="718"/>
                  </a:lnTo>
                  <a:lnTo>
                    <a:pt x="2939" y="718"/>
                  </a:lnTo>
                  <a:lnTo>
                    <a:pt x="2940" y="718"/>
                  </a:lnTo>
                  <a:lnTo>
                    <a:pt x="2941" y="718"/>
                  </a:lnTo>
                  <a:lnTo>
                    <a:pt x="2941" y="718"/>
                  </a:lnTo>
                  <a:lnTo>
                    <a:pt x="2941" y="718"/>
                  </a:lnTo>
                  <a:lnTo>
                    <a:pt x="2942" y="733"/>
                  </a:lnTo>
                  <a:lnTo>
                    <a:pt x="2942" y="733"/>
                  </a:lnTo>
                  <a:lnTo>
                    <a:pt x="2943" y="733"/>
                  </a:lnTo>
                  <a:lnTo>
                    <a:pt x="2943" y="733"/>
                  </a:lnTo>
                  <a:lnTo>
                    <a:pt x="2944" y="748"/>
                  </a:lnTo>
                  <a:lnTo>
                    <a:pt x="2944" y="748"/>
                  </a:lnTo>
                  <a:lnTo>
                    <a:pt x="2945" y="748"/>
                  </a:lnTo>
                  <a:lnTo>
                    <a:pt x="2945" y="748"/>
                  </a:lnTo>
                  <a:lnTo>
                    <a:pt x="2945" y="748"/>
                  </a:lnTo>
                  <a:lnTo>
                    <a:pt x="2946" y="763"/>
                  </a:lnTo>
                  <a:lnTo>
                    <a:pt x="2947" y="763"/>
                  </a:lnTo>
                  <a:lnTo>
                    <a:pt x="2947" y="763"/>
                  </a:lnTo>
                  <a:lnTo>
                    <a:pt x="2947" y="763"/>
                  </a:lnTo>
                  <a:lnTo>
                    <a:pt x="2948" y="763"/>
                  </a:lnTo>
                  <a:lnTo>
                    <a:pt x="2948" y="778"/>
                  </a:lnTo>
                  <a:lnTo>
                    <a:pt x="2949" y="778"/>
                  </a:lnTo>
                  <a:lnTo>
                    <a:pt x="2949" y="778"/>
                  </a:lnTo>
                  <a:lnTo>
                    <a:pt x="2950" y="778"/>
                  </a:lnTo>
                  <a:lnTo>
                    <a:pt x="2950" y="778"/>
                  </a:lnTo>
                  <a:lnTo>
                    <a:pt x="2951" y="778"/>
                  </a:lnTo>
                  <a:lnTo>
                    <a:pt x="2951" y="778"/>
                  </a:lnTo>
                  <a:lnTo>
                    <a:pt x="2951" y="778"/>
                  </a:lnTo>
                  <a:lnTo>
                    <a:pt x="2952" y="778"/>
                  </a:lnTo>
                  <a:lnTo>
                    <a:pt x="2952" y="778"/>
                  </a:lnTo>
                  <a:lnTo>
                    <a:pt x="2953" y="778"/>
                  </a:lnTo>
                  <a:lnTo>
                    <a:pt x="2953" y="778"/>
                  </a:lnTo>
                  <a:lnTo>
                    <a:pt x="2954" y="778"/>
                  </a:lnTo>
                  <a:lnTo>
                    <a:pt x="2954" y="778"/>
                  </a:lnTo>
                  <a:lnTo>
                    <a:pt x="2954" y="778"/>
                  </a:lnTo>
                  <a:lnTo>
                    <a:pt x="2955" y="778"/>
                  </a:lnTo>
                  <a:lnTo>
                    <a:pt x="2956" y="778"/>
                  </a:lnTo>
                  <a:lnTo>
                    <a:pt x="2956" y="763"/>
                  </a:lnTo>
                  <a:lnTo>
                    <a:pt x="2956" y="763"/>
                  </a:lnTo>
                  <a:lnTo>
                    <a:pt x="2957" y="763"/>
                  </a:lnTo>
                  <a:lnTo>
                    <a:pt x="2958" y="763"/>
                  </a:lnTo>
                  <a:lnTo>
                    <a:pt x="2958" y="763"/>
                  </a:lnTo>
                  <a:lnTo>
                    <a:pt x="2958" y="763"/>
                  </a:lnTo>
                  <a:lnTo>
                    <a:pt x="2959" y="763"/>
                  </a:lnTo>
                  <a:lnTo>
                    <a:pt x="2959" y="763"/>
                  </a:lnTo>
                  <a:lnTo>
                    <a:pt x="2960" y="763"/>
                  </a:lnTo>
                  <a:lnTo>
                    <a:pt x="2960" y="763"/>
                  </a:lnTo>
                  <a:lnTo>
                    <a:pt x="2961" y="763"/>
                  </a:lnTo>
                  <a:lnTo>
                    <a:pt x="2961" y="763"/>
                  </a:lnTo>
                  <a:lnTo>
                    <a:pt x="2962" y="763"/>
                  </a:lnTo>
                  <a:lnTo>
                    <a:pt x="2962" y="763"/>
                  </a:lnTo>
                  <a:lnTo>
                    <a:pt x="2962" y="763"/>
                  </a:lnTo>
                  <a:lnTo>
                    <a:pt x="2963" y="763"/>
                  </a:lnTo>
                  <a:lnTo>
                    <a:pt x="2963" y="763"/>
                  </a:lnTo>
                  <a:lnTo>
                    <a:pt x="2964" y="763"/>
                  </a:lnTo>
                  <a:lnTo>
                    <a:pt x="2964" y="763"/>
                  </a:lnTo>
                  <a:lnTo>
                    <a:pt x="2965" y="763"/>
                  </a:lnTo>
                  <a:lnTo>
                    <a:pt x="2965" y="763"/>
                  </a:lnTo>
                  <a:lnTo>
                    <a:pt x="2965" y="763"/>
                  </a:lnTo>
                  <a:lnTo>
                    <a:pt x="2966" y="763"/>
                  </a:lnTo>
                  <a:lnTo>
                    <a:pt x="2967" y="763"/>
                  </a:lnTo>
                  <a:lnTo>
                    <a:pt x="2967" y="763"/>
                  </a:lnTo>
                  <a:lnTo>
                    <a:pt x="2967" y="763"/>
                  </a:lnTo>
                  <a:lnTo>
                    <a:pt x="2968" y="748"/>
                  </a:lnTo>
                  <a:lnTo>
                    <a:pt x="2968" y="748"/>
                  </a:lnTo>
                  <a:lnTo>
                    <a:pt x="2969" y="748"/>
                  </a:lnTo>
                  <a:lnTo>
                    <a:pt x="2969" y="748"/>
                  </a:lnTo>
                  <a:lnTo>
                    <a:pt x="2970" y="748"/>
                  </a:lnTo>
                  <a:lnTo>
                    <a:pt x="2970" y="748"/>
                  </a:lnTo>
                  <a:lnTo>
                    <a:pt x="2971" y="733"/>
                  </a:lnTo>
                  <a:lnTo>
                    <a:pt x="2971" y="733"/>
                  </a:lnTo>
                  <a:lnTo>
                    <a:pt x="2971" y="733"/>
                  </a:lnTo>
                  <a:lnTo>
                    <a:pt x="2972" y="733"/>
                  </a:lnTo>
                  <a:lnTo>
                    <a:pt x="2973" y="733"/>
                  </a:lnTo>
                  <a:lnTo>
                    <a:pt x="2973" y="718"/>
                  </a:lnTo>
                  <a:lnTo>
                    <a:pt x="2973" y="718"/>
                  </a:lnTo>
                  <a:lnTo>
                    <a:pt x="2974" y="718"/>
                  </a:lnTo>
                  <a:lnTo>
                    <a:pt x="2974" y="718"/>
                  </a:lnTo>
                  <a:lnTo>
                    <a:pt x="2975" y="718"/>
                  </a:lnTo>
                  <a:lnTo>
                    <a:pt x="2975" y="718"/>
                  </a:lnTo>
                  <a:lnTo>
                    <a:pt x="2976" y="718"/>
                  </a:lnTo>
                  <a:lnTo>
                    <a:pt x="2976" y="718"/>
                  </a:lnTo>
                  <a:lnTo>
                    <a:pt x="2977" y="718"/>
                  </a:lnTo>
                  <a:lnTo>
                    <a:pt x="2977" y="733"/>
                  </a:lnTo>
                  <a:lnTo>
                    <a:pt x="2977" y="733"/>
                  </a:lnTo>
                  <a:lnTo>
                    <a:pt x="2978" y="733"/>
                  </a:lnTo>
                  <a:lnTo>
                    <a:pt x="2978" y="733"/>
                  </a:lnTo>
                  <a:lnTo>
                    <a:pt x="2979" y="733"/>
                  </a:lnTo>
                  <a:lnTo>
                    <a:pt x="2979" y="733"/>
                  </a:lnTo>
                  <a:lnTo>
                    <a:pt x="2980" y="733"/>
                  </a:lnTo>
                  <a:lnTo>
                    <a:pt x="2980" y="733"/>
                  </a:lnTo>
                  <a:lnTo>
                    <a:pt x="2980" y="733"/>
                  </a:lnTo>
                  <a:lnTo>
                    <a:pt x="2981" y="733"/>
                  </a:lnTo>
                  <a:lnTo>
                    <a:pt x="2982" y="733"/>
                  </a:lnTo>
                  <a:lnTo>
                    <a:pt x="2982" y="718"/>
                  </a:lnTo>
                  <a:lnTo>
                    <a:pt x="2982" y="718"/>
                  </a:lnTo>
                  <a:lnTo>
                    <a:pt x="2983" y="718"/>
                  </a:lnTo>
                  <a:lnTo>
                    <a:pt x="2983" y="718"/>
                  </a:lnTo>
                  <a:lnTo>
                    <a:pt x="2984" y="718"/>
                  </a:lnTo>
                  <a:lnTo>
                    <a:pt x="2984" y="703"/>
                  </a:lnTo>
                  <a:lnTo>
                    <a:pt x="2985" y="703"/>
                  </a:lnTo>
                  <a:lnTo>
                    <a:pt x="2985" y="703"/>
                  </a:lnTo>
                  <a:lnTo>
                    <a:pt x="2986" y="688"/>
                  </a:lnTo>
                  <a:lnTo>
                    <a:pt x="2986" y="688"/>
                  </a:lnTo>
                  <a:lnTo>
                    <a:pt x="2986" y="688"/>
                  </a:lnTo>
                  <a:lnTo>
                    <a:pt x="2987" y="688"/>
                  </a:lnTo>
                  <a:lnTo>
                    <a:pt x="2988" y="688"/>
                  </a:lnTo>
                  <a:lnTo>
                    <a:pt x="2988" y="673"/>
                  </a:lnTo>
                  <a:lnTo>
                    <a:pt x="2988" y="673"/>
                  </a:lnTo>
                  <a:lnTo>
                    <a:pt x="2989" y="673"/>
                  </a:lnTo>
                  <a:lnTo>
                    <a:pt x="2989" y="673"/>
                  </a:lnTo>
                  <a:lnTo>
                    <a:pt x="2990" y="673"/>
                  </a:lnTo>
                  <a:lnTo>
                    <a:pt x="2990" y="673"/>
                  </a:lnTo>
                  <a:lnTo>
                    <a:pt x="2991" y="673"/>
                  </a:lnTo>
                  <a:lnTo>
                    <a:pt x="2991" y="673"/>
                  </a:lnTo>
                  <a:lnTo>
                    <a:pt x="2991" y="673"/>
                  </a:lnTo>
                  <a:lnTo>
                    <a:pt x="2992" y="673"/>
                  </a:lnTo>
                  <a:lnTo>
                    <a:pt x="2992" y="673"/>
                  </a:lnTo>
                  <a:lnTo>
                    <a:pt x="2993" y="673"/>
                  </a:lnTo>
                  <a:lnTo>
                    <a:pt x="2993" y="673"/>
                  </a:lnTo>
                  <a:lnTo>
                    <a:pt x="2994" y="673"/>
                  </a:lnTo>
                  <a:lnTo>
                    <a:pt x="2994" y="673"/>
                  </a:lnTo>
                  <a:lnTo>
                    <a:pt x="2995" y="673"/>
                  </a:lnTo>
                  <a:lnTo>
                    <a:pt x="2995" y="673"/>
                  </a:lnTo>
                  <a:lnTo>
                    <a:pt x="2995" y="673"/>
                  </a:lnTo>
                  <a:lnTo>
                    <a:pt x="2996" y="673"/>
                  </a:lnTo>
                  <a:lnTo>
                    <a:pt x="2997" y="673"/>
                  </a:lnTo>
                  <a:lnTo>
                    <a:pt x="2997" y="673"/>
                  </a:lnTo>
                  <a:lnTo>
                    <a:pt x="2997" y="658"/>
                  </a:lnTo>
                  <a:lnTo>
                    <a:pt x="2998" y="658"/>
                  </a:lnTo>
                  <a:lnTo>
                    <a:pt x="2998" y="658"/>
                  </a:lnTo>
                  <a:lnTo>
                    <a:pt x="2999" y="658"/>
                  </a:lnTo>
                  <a:lnTo>
                    <a:pt x="2999" y="658"/>
                  </a:lnTo>
                  <a:lnTo>
                    <a:pt x="3000" y="658"/>
                  </a:lnTo>
                  <a:lnTo>
                    <a:pt x="3000" y="658"/>
                  </a:lnTo>
                  <a:lnTo>
                    <a:pt x="3001" y="643"/>
                  </a:lnTo>
                  <a:lnTo>
                    <a:pt x="3001" y="643"/>
                  </a:lnTo>
                  <a:lnTo>
                    <a:pt x="3001" y="643"/>
                  </a:lnTo>
                  <a:lnTo>
                    <a:pt x="3002" y="643"/>
                  </a:lnTo>
                  <a:lnTo>
                    <a:pt x="3003" y="628"/>
                  </a:lnTo>
                  <a:lnTo>
                    <a:pt x="3003" y="628"/>
                  </a:lnTo>
                  <a:lnTo>
                    <a:pt x="3003" y="628"/>
                  </a:lnTo>
                  <a:lnTo>
                    <a:pt x="3004" y="613"/>
                  </a:lnTo>
                  <a:lnTo>
                    <a:pt x="3004" y="613"/>
                  </a:lnTo>
                  <a:lnTo>
                    <a:pt x="3005" y="613"/>
                  </a:lnTo>
                  <a:lnTo>
                    <a:pt x="3005" y="598"/>
                  </a:lnTo>
                  <a:lnTo>
                    <a:pt x="3006" y="598"/>
                  </a:lnTo>
                  <a:lnTo>
                    <a:pt x="3006" y="598"/>
                  </a:lnTo>
                  <a:lnTo>
                    <a:pt x="3006" y="583"/>
                  </a:lnTo>
                  <a:lnTo>
                    <a:pt x="3007" y="583"/>
                  </a:lnTo>
                  <a:lnTo>
                    <a:pt x="3007" y="583"/>
                  </a:lnTo>
                  <a:lnTo>
                    <a:pt x="3008" y="568"/>
                  </a:lnTo>
                  <a:lnTo>
                    <a:pt x="3008" y="568"/>
                  </a:lnTo>
                  <a:lnTo>
                    <a:pt x="3009" y="568"/>
                  </a:lnTo>
                  <a:lnTo>
                    <a:pt x="3009" y="568"/>
                  </a:lnTo>
                  <a:lnTo>
                    <a:pt x="3010" y="568"/>
                  </a:lnTo>
                  <a:lnTo>
                    <a:pt x="3010" y="568"/>
                  </a:lnTo>
                  <a:lnTo>
                    <a:pt x="3010" y="568"/>
                  </a:lnTo>
                  <a:lnTo>
                    <a:pt x="3011" y="568"/>
                  </a:lnTo>
                  <a:lnTo>
                    <a:pt x="3012" y="568"/>
                  </a:lnTo>
                  <a:lnTo>
                    <a:pt x="3012" y="568"/>
                  </a:lnTo>
                  <a:lnTo>
                    <a:pt x="3012" y="568"/>
                  </a:lnTo>
                  <a:lnTo>
                    <a:pt x="3013" y="553"/>
                  </a:lnTo>
                  <a:lnTo>
                    <a:pt x="3013" y="553"/>
                  </a:lnTo>
                  <a:lnTo>
                    <a:pt x="3014" y="553"/>
                  </a:lnTo>
                  <a:lnTo>
                    <a:pt x="3014" y="553"/>
                  </a:lnTo>
                  <a:lnTo>
                    <a:pt x="3015" y="553"/>
                  </a:lnTo>
                  <a:lnTo>
                    <a:pt x="3015" y="553"/>
                  </a:lnTo>
                  <a:lnTo>
                    <a:pt x="3016" y="553"/>
                  </a:lnTo>
                  <a:lnTo>
                    <a:pt x="3016" y="553"/>
                  </a:lnTo>
                  <a:lnTo>
                    <a:pt x="3016" y="553"/>
                  </a:lnTo>
                  <a:lnTo>
                    <a:pt x="3017" y="538"/>
                  </a:lnTo>
                  <a:lnTo>
                    <a:pt x="3018" y="538"/>
                  </a:lnTo>
                  <a:lnTo>
                    <a:pt x="3018" y="538"/>
                  </a:lnTo>
                  <a:lnTo>
                    <a:pt x="3018" y="538"/>
                  </a:lnTo>
                  <a:lnTo>
                    <a:pt x="3019" y="538"/>
                  </a:lnTo>
                  <a:lnTo>
                    <a:pt x="3019" y="523"/>
                  </a:lnTo>
                  <a:lnTo>
                    <a:pt x="3020" y="523"/>
                  </a:lnTo>
                  <a:lnTo>
                    <a:pt x="3020" y="523"/>
                  </a:lnTo>
                  <a:lnTo>
                    <a:pt x="3021" y="523"/>
                  </a:lnTo>
                  <a:lnTo>
                    <a:pt x="3021" y="509"/>
                  </a:lnTo>
                  <a:lnTo>
                    <a:pt x="3021" y="509"/>
                  </a:lnTo>
                  <a:lnTo>
                    <a:pt x="3022" y="509"/>
                  </a:lnTo>
                  <a:lnTo>
                    <a:pt x="3022" y="494"/>
                  </a:lnTo>
                  <a:lnTo>
                    <a:pt x="3023" y="494"/>
                  </a:lnTo>
                  <a:lnTo>
                    <a:pt x="3023" y="494"/>
                  </a:lnTo>
                  <a:lnTo>
                    <a:pt x="3024" y="479"/>
                  </a:lnTo>
                  <a:lnTo>
                    <a:pt x="3024" y="479"/>
                  </a:lnTo>
                  <a:lnTo>
                    <a:pt x="3025" y="464"/>
                  </a:lnTo>
                  <a:lnTo>
                    <a:pt x="3025" y="464"/>
                  </a:lnTo>
                  <a:lnTo>
                    <a:pt x="3025" y="464"/>
                  </a:lnTo>
                  <a:lnTo>
                    <a:pt x="3026" y="449"/>
                  </a:lnTo>
                  <a:lnTo>
                    <a:pt x="3027" y="449"/>
                  </a:lnTo>
                  <a:lnTo>
                    <a:pt x="3027" y="449"/>
                  </a:lnTo>
                  <a:lnTo>
                    <a:pt x="3027" y="449"/>
                  </a:lnTo>
                  <a:lnTo>
                    <a:pt x="3028" y="449"/>
                  </a:lnTo>
                  <a:lnTo>
                    <a:pt x="3028" y="434"/>
                  </a:lnTo>
                  <a:lnTo>
                    <a:pt x="3029" y="434"/>
                  </a:lnTo>
                  <a:lnTo>
                    <a:pt x="3029" y="434"/>
                  </a:lnTo>
                  <a:lnTo>
                    <a:pt x="3030" y="434"/>
                  </a:lnTo>
                  <a:lnTo>
                    <a:pt x="3030" y="434"/>
                  </a:lnTo>
                  <a:lnTo>
                    <a:pt x="3031" y="434"/>
                  </a:lnTo>
                  <a:lnTo>
                    <a:pt x="3031" y="419"/>
                  </a:lnTo>
                  <a:lnTo>
                    <a:pt x="3031" y="419"/>
                  </a:lnTo>
                  <a:lnTo>
                    <a:pt x="3032" y="419"/>
                  </a:lnTo>
                  <a:lnTo>
                    <a:pt x="3032" y="419"/>
                  </a:lnTo>
                  <a:lnTo>
                    <a:pt x="3033" y="419"/>
                  </a:lnTo>
                  <a:lnTo>
                    <a:pt x="3033" y="419"/>
                  </a:lnTo>
                  <a:lnTo>
                    <a:pt x="3034" y="419"/>
                  </a:lnTo>
                  <a:lnTo>
                    <a:pt x="3034" y="419"/>
                  </a:lnTo>
                  <a:lnTo>
                    <a:pt x="3035" y="434"/>
                  </a:lnTo>
                  <a:lnTo>
                    <a:pt x="3035" y="434"/>
                  </a:lnTo>
                  <a:lnTo>
                    <a:pt x="3036" y="434"/>
                  </a:lnTo>
                  <a:lnTo>
                    <a:pt x="3036" y="434"/>
                  </a:lnTo>
                  <a:lnTo>
                    <a:pt x="3036" y="419"/>
                  </a:lnTo>
                  <a:lnTo>
                    <a:pt x="3037" y="419"/>
                  </a:lnTo>
                  <a:lnTo>
                    <a:pt x="3037" y="419"/>
                  </a:lnTo>
                  <a:lnTo>
                    <a:pt x="3038" y="419"/>
                  </a:lnTo>
                  <a:lnTo>
                    <a:pt x="3038" y="419"/>
                  </a:lnTo>
                  <a:lnTo>
                    <a:pt x="3039" y="419"/>
                  </a:lnTo>
                  <a:lnTo>
                    <a:pt x="3039" y="419"/>
                  </a:lnTo>
                  <a:lnTo>
                    <a:pt x="3040" y="419"/>
                  </a:lnTo>
                  <a:lnTo>
                    <a:pt x="3040" y="419"/>
                  </a:lnTo>
                  <a:lnTo>
                    <a:pt x="3040" y="419"/>
                  </a:lnTo>
                  <a:lnTo>
                    <a:pt x="3041" y="419"/>
                  </a:lnTo>
                  <a:lnTo>
                    <a:pt x="3042" y="419"/>
                  </a:lnTo>
                  <a:lnTo>
                    <a:pt x="3042" y="419"/>
                  </a:lnTo>
                  <a:lnTo>
                    <a:pt x="3042" y="434"/>
                  </a:lnTo>
                  <a:lnTo>
                    <a:pt x="3043" y="434"/>
                  </a:lnTo>
                  <a:lnTo>
                    <a:pt x="3043" y="434"/>
                  </a:lnTo>
                  <a:lnTo>
                    <a:pt x="3044" y="434"/>
                  </a:lnTo>
                  <a:lnTo>
                    <a:pt x="3044" y="434"/>
                  </a:lnTo>
                  <a:lnTo>
                    <a:pt x="3045" y="434"/>
                  </a:lnTo>
                  <a:lnTo>
                    <a:pt x="3045" y="434"/>
                  </a:lnTo>
                  <a:lnTo>
                    <a:pt x="3046" y="449"/>
                  </a:lnTo>
                  <a:lnTo>
                    <a:pt x="3046" y="449"/>
                  </a:lnTo>
                  <a:lnTo>
                    <a:pt x="3046" y="449"/>
                  </a:lnTo>
                  <a:lnTo>
                    <a:pt x="3047" y="449"/>
                  </a:lnTo>
                  <a:lnTo>
                    <a:pt x="3047" y="464"/>
                  </a:lnTo>
                  <a:lnTo>
                    <a:pt x="3048" y="464"/>
                  </a:lnTo>
                  <a:lnTo>
                    <a:pt x="3048" y="464"/>
                  </a:lnTo>
                  <a:lnTo>
                    <a:pt x="3049" y="464"/>
                  </a:lnTo>
                  <a:lnTo>
                    <a:pt x="3049" y="464"/>
                  </a:lnTo>
                  <a:lnTo>
                    <a:pt x="3049" y="464"/>
                  </a:lnTo>
                  <a:lnTo>
                    <a:pt x="3050" y="464"/>
                  </a:lnTo>
                  <a:lnTo>
                    <a:pt x="3051" y="464"/>
                  </a:lnTo>
                  <a:lnTo>
                    <a:pt x="3051" y="464"/>
                  </a:lnTo>
                  <a:lnTo>
                    <a:pt x="3051" y="464"/>
                  </a:lnTo>
                  <a:lnTo>
                    <a:pt x="3052" y="464"/>
                  </a:lnTo>
                  <a:lnTo>
                    <a:pt x="3052" y="464"/>
                  </a:lnTo>
                  <a:lnTo>
                    <a:pt x="3053" y="464"/>
                  </a:lnTo>
                  <a:lnTo>
                    <a:pt x="3053" y="464"/>
                  </a:lnTo>
                  <a:lnTo>
                    <a:pt x="3054" y="464"/>
                  </a:lnTo>
                  <a:lnTo>
                    <a:pt x="3054" y="464"/>
                  </a:lnTo>
                  <a:lnTo>
                    <a:pt x="3055" y="464"/>
                  </a:lnTo>
                  <a:lnTo>
                    <a:pt x="3055" y="464"/>
                  </a:lnTo>
                  <a:lnTo>
                    <a:pt x="3055" y="464"/>
                  </a:lnTo>
                  <a:lnTo>
                    <a:pt x="3056" y="464"/>
                  </a:lnTo>
                  <a:lnTo>
                    <a:pt x="3057" y="464"/>
                  </a:lnTo>
                  <a:lnTo>
                    <a:pt x="3057" y="464"/>
                  </a:lnTo>
                  <a:lnTo>
                    <a:pt x="3057" y="464"/>
                  </a:lnTo>
                  <a:lnTo>
                    <a:pt x="3058" y="464"/>
                  </a:lnTo>
                  <a:lnTo>
                    <a:pt x="3058" y="464"/>
                  </a:lnTo>
                  <a:lnTo>
                    <a:pt x="3059" y="464"/>
                  </a:lnTo>
                  <a:lnTo>
                    <a:pt x="3059" y="464"/>
                  </a:lnTo>
                  <a:lnTo>
                    <a:pt x="3060" y="464"/>
                  </a:lnTo>
                  <a:lnTo>
                    <a:pt x="3060" y="449"/>
                  </a:lnTo>
                  <a:lnTo>
                    <a:pt x="3061" y="449"/>
                  </a:lnTo>
                  <a:lnTo>
                    <a:pt x="3061" y="449"/>
                  </a:lnTo>
                  <a:lnTo>
                    <a:pt x="3061" y="449"/>
                  </a:lnTo>
                  <a:lnTo>
                    <a:pt x="3062" y="449"/>
                  </a:lnTo>
                  <a:lnTo>
                    <a:pt x="3062" y="449"/>
                  </a:lnTo>
                  <a:lnTo>
                    <a:pt x="3063" y="434"/>
                  </a:lnTo>
                  <a:lnTo>
                    <a:pt x="3063" y="434"/>
                  </a:lnTo>
                  <a:lnTo>
                    <a:pt x="3064" y="434"/>
                  </a:lnTo>
                  <a:lnTo>
                    <a:pt x="3064" y="434"/>
                  </a:lnTo>
                  <a:lnTo>
                    <a:pt x="3064" y="434"/>
                  </a:lnTo>
                  <a:lnTo>
                    <a:pt x="3065" y="434"/>
                  </a:lnTo>
                  <a:lnTo>
                    <a:pt x="3066" y="419"/>
                  </a:lnTo>
                  <a:lnTo>
                    <a:pt x="3066" y="419"/>
                  </a:lnTo>
                  <a:lnTo>
                    <a:pt x="3066" y="419"/>
                  </a:lnTo>
                  <a:lnTo>
                    <a:pt x="3067" y="419"/>
                  </a:lnTo>
                  <a:lnTo>
                    <a:pt x="3068" y="419"/>
                  </a:lnTo>
                  <a:lnTo>
                    <a:pt x="3068" y="419"/>
                  </a:lnTo>
                  <a:lnTo>
                    <a:pt x="3068" y="404"/>
                  </a:lnTo>
                  <a:lnTo>
                    <a:pt x="3069" y="404"/>
                  </a:lnTo>
                  <a:lnTo>
                    <a:pt x="3069" y="404"/>
                  </a:lnTo>
                  <a:lnTo>
                    <a:pt x="3070" y="389"/>
                  </a:lnTo>
                  <a:lnTo>
                    <a:pt x="3070" y="389"/>
                  </a:lnTo>
                  <a:lnTo>
                    <a:pt x="3071" y="374"/>
                  </a:lnTo>
                  <a:lnTo>
                    <a:pt x="3071" y="374"/>
                  </a:lnTo>
                  <a:lnTo>
                    <a:pt x="3072" y="359"/>
                  </a:lnTo>
                  <a:lnTo>
                    <a:pt x="3072" y="359"/>
                  </a:lnTo>
                  <a:lnTo>
                    <a:pt x="3072" y="344"/>
                  </a:lnTo>
                  <a:lnTo>
                    <a:pt x="3073" y="329"/>
                  </a:lnTo>
                  <a:lnTo>
                    <a:pt x="3073" y="329"/>
                  </a:lnTo>
                  <a:lnTo>
                    <a:pt x="3074" y="314"/>
                  </a:lnTo>
                  <a:lnTo>
                    <a:pt x="3074" y="299"/>
                  </a:lnTo>
                  <a:lnTo>
                    <a:pt x="3075" y="284"/>
                  </a:lnTo>
                  <a:lnTo>
                    <a:pt x="3075" y="284"/>
                  </a:lnTo>
                  <a:lnTo>
                    <a:pt x="3075" y="269"/>
                  </a:lnTo>
                  <a:lnTo>
                    <a:pt x="3076" y="254"/>
                  </a:lnTo>
                  <a:lnTo>
                    <a:pt x="3077" y="254"/>
                  </a:lnTo>
                  <a:lnTo>
                    <a:pt x="3077" y="239"/>
                  </a:lnTo>
                  <a:lnTo>
                    <a:pt x="3077" y="224"/>
                  </a:lnTo>
                  <a:lnTo>
                    <a:pt x="3078" y="224"/>
                  </a:lnTo>
                  <a:lnTo>
                    <a:pt x="3078" y="210"/>
                  </a:lnTo>
                  <a:lnTo>
                    <a:pt x="3079" y="210"/>
                  </a:lnTo>
                  <a:lnTo>
                    <a:pt x="3079" y="195"/>
                  </a:lnTo>
                  <a:lnTo>
                    <a:pt x="3080" y="195"/>
                  </a:lnTo>
                  <a:lnTo>
                    <a:pt x="3080" y="195"/>
                  </a:lnTo>
                  <a:lnTo>
                    <a:pt x="3081" y="180"/>
                  </a:lnTo>
                  <a:lnTo>
                    <a:pt x="3081" y="180"/>
                  </a:lnTo>
                  <a:lnTo>
                    <a:pt x="3081" y="165"/>
                  </a:lnTo>
                  <a:lnTo>
                    <a:pt x="3082" y="165"/>
                  </a:lnTo>
                  <a:lnTo>
                    <a:pt x="3083" y="150"/>
                  </a:lnTo>
                  <a:lnTo>
                    <a:pt x="3083" y="150"/>
                  </a:lnTo>
                  <a:lnTo>
                    <a:pt x="3083" y="150"/>
                  </a:lnTo>
                  <a:lnTo>
                    <a:pt x="3084" y="135"/>
                  </a:lnTo>
                  <a:lnTo>
                    <a:pt x="3084" y="135"/>
                  </a:lnTo>
                  <a:lnTo>
                    <a:pt x="3085" y="135"/>
                  </a:lnTo>
                  <a:lnTo>
                    <a:pt x="3085" y="135"/>
                  </a:lnTo>
                  <a:lnTo>
                    <a:pt x="3086" y="135"/>
                  </a:lnTo>
                  <a:lnTo>
                    <a:pt x="3086" y="135"/>
                  </a:lnTo>
                  <a:lnTo>
                    <a:pt x="3087" y="135"/>
                  </a:lnTo>
                  <a:lnTo>
                    <a:pt x="3087" y="120"/>
                  </a:lnTo>
                  <a:lnTo>
                    <a:pt x="3087" y="120"/>
                  </a:lnTo>
                  <a:lnTo>
                    <a:pt x="3088" y="120"/>
                  </a:lnTo>
                  <a:lnTo>
                    <a:pt x="3088" y="120"/>
                  </a:lnTo>
                  <a:lnTo>
                    <a:pt x="3089" y="120"/>
                  </a:lnTo>
                  <a:lnTo>
                    <a:pt x="3089" y="120"/>
                  </a:lnTo>
                  <a:lnTo>
                    <a:pt x="3090" y="120"/>
                  </a:lnTo>
                  <a:lnTo>
                    <a:pt x="3090" y="120"/>
                  </a:lnTo>
                  <a:lnTo>
                    <a:pt x="3090" y="105"/>
                  </a:lnTo>
                  <a:lnTo>
                    <a:pt x="3091" y="105"/>
                  </a:lnTo>
                  <a:lnTo>
                    <a:pt x="3092" y="105"/>
                  </a:lnTo>
                  <a:lnTo>
                    <a:pt x="3092" y="105"/>
                  </a:lnTo>
                  <a:lnTo>
                    <a:pt x="3092" y="105"/>
                  </a:lnTo>
                  <a:lnTo>
                    <a:pt x="3093" y="105"/>
                  </a:lnTo>
                  <a:lnTo>
                    <a:pt x="3093" y="90"/>
                  </a:lnTo>
                  <a:lnTo>
                    <a:pt x="3094" y="90"/>
                  </a:lnTo>
                  <a:lnTo>
                    <a:pt x="3094" y="90"/>
                  </a:lnTo>
                  <a:lnTo>
                    <a:pt x="3095" y="105"/>
                  </a:lnTo>
                  <a:lnTo>
                    <a:pt x="3095" y="105"/>
                  </a:lnTo>
                  <a:lnTo>
                    <a:pt x="3096" y="105"/>
                  </a:lnTo>
                  <a:lnTo>
                    <a:pt x="3096" y="105"/>
                  </a:lnTo>
                  <a:lnTo>
                    <a:pt x="3096" y="105"/>
                  </a:lnTo>
                  <a:lnTo>
                    <a:pt x="3097" y="105"/>
                  </a:lnTo>
                  <a:lnTo>
                    <a:pt x="3098" y="105"/>
                  </a:lnTo>
                  <a:lnTo>
                    <a:pt x="3098" y="105"/>
                  </a:lnTo>
                  <a:lnTo>
                    <a:pt x="3098" y="105"/>
                  </a:lnTo>
                  <a:lnTo>
                    <a:pt x="3099" y="105"/>
                  </a:lnTo>
                  <a:lnTo>
                    <a:pt x="3099" y="105"/>
                  </a:lnTo>
                  <a:lnTo>
                    <a:pt x="3100" y="105"/>
                  </a:lnTo>
                  <a:lnTo>
                    <a:pt x="3100" y="105"/>
                  </a:lnTo>
                  <a:lnTo>
                    <a:pt x="3101" y="105"/>
                  </a:lnTo>
                  <a:lnTo>
                    <a:pt x="3101" y="105"/>
                  </a:lnTo>
                  <a:lnTo>
                    <a:pt x="3101" y="105"/>
                  </a:lnTo>
                  <a:lnTo>
                    <a:pt x="3102" y="105"/>
                  </a:lnTo>
                  <a:lnTo>
                    <a:pt x="3102" y="105"/>
                  </a:lnTo>
                  <a:lnTo>
                    <a:pt x="3103" y="105"/>
                  </a:lnTo>
                  <a:lnTo>
                    <a:pt x="3103" y="105"/>
                  </a:lnTo>
                  <a:lnTo>
                    <a:pt x="3104" y="105"/>
                  </a:lnTo>
                  <a:lnTo>
                    <a:pt x="3104" y="105"/>
                  </a:lnTo>
                  <a:lnTo>
                    <a:pt x="3105" y="120"/>
                  </a:lnTo>
                  <a:lnTo>
                    <a:pt x="3105" y="120"/>
                  </a:lnTo>
                  <a:lnTo>
                    <a:pt x="3105" y="120"/>
                  </a:lnTo>
                  <a:lnTo>
                    <a:pt x="3106" y="120"/>
                  </a:lnTo>
                  <a:lnTo>
                    <a:pt x="3107" y="120"/>
                  </a:lnTo>
                  <a:lnTo>
                    <a:pt x="3107" y="120"/>
                  </a:lnTo>
                  <a:lnTo>
                    <a:pt x="3107" y="120"/>
                  </a:lnTo>
                  <a:lnTo>
                    <a:pt x="3108" y="120"/>
                  </a:lnTo>
                  <a:lnTo>
                    <a:pt x="3108" y="120"/>
                  </a:lnTo>
                  <a:lnTo>
                    <a:pt x="3109" y="120"/>
                  </a:lnTo>
                  <a:lnTo>
                    <a:pt x="3109" y="120"/>
                  </a:lnTo>
                  <a:lnTo>
                    <a:pt x="3110" y="120"/>
                  </a:lnTo>
                  <a:lnTo>
                    <a:pt x="3110" y="120"/>
                  </a:lnTo>
                  <a:lnTo>
                    <a:pt x="3111" y="120"/>
                  </a:lnTo>
                  <a:lnTo>
                    <a:pt x="3111" y="120"/>
                  </a:lnTo>
                  <a:lnTo>
                    <a:pt x="3111" y="120"/>
                  </a:lnTo>
                  <a:lnTo>
                    <a:pt x="3112" y="120"/>
                  </a:lnTo>
                  <a:lnTo>
                    <a:pt x="3113" y="120"/>
                  </a:lnTo>
                  <a:lnTo>
                    <a:pt x="3113" y="120"/>
                  </a:lnTo>
                  <a:lnTo>
                    <a:pt x="3113" y="120"/>
                  </a:lnTo>
                  <a:lnTo>
                    <a:pt x="3114" y="120"/>
                  </a:lnTo>
                  <a:lnTo>
                    <a:pt x="3114" y="120"/>
                  </a:lnTo>
                  <a:lnTo>
                    <a:pt x="3115" y="120"/>
                  </a:lnTo>
                  <a:lnTo>
                    <a:pt x="3115" y="120"/>
                  </a:lnTo>
                  <a:lnTo>
                    <a:pt x="3116" y="120"/>
                  </a:lnTo>
                  <a:lnTo>
                    <a:pt x="3116" y="135"/>
                  </a:lnTo>
                  <a:lnTo>
                    <a:pt x="3116" y="135"/>
                  </a:lnTo>
                  <a:lnTo>
                    <a:pt x="3117" y="135"/>
                  </a:lnTo>
                  <a:lnTo>
                    <a:pt x="3117" y="135"/>
                  </a:lnTo>
                  <a:lnTo>
                    <a:pt x="3118" y="150"/>
                  </a:lnTo>
                  <a:lnTo>
                    <a:pt x="3118" y="150"/>
                  </a:lnTo>
                  <a:lnTo>
                    <a:pt x="3119" y="150"/>
                  </a:lnTo>
                  <a:lnTo>
                    <a:pt x="3119" y="150"/>
                  </a:lnTo>
                  <a:lnTo>
                    <a:pt x="3120" y="150"/>
                  </a:lnTo>
                  <a:lnTo>
                    <a:pt x="3120" y="150"/>
                  </a:lnTo>
                  <a:lnTo>
                    <a:pt x="3120" y="150"/>
                  </a:lnTo>
                  <a:lnTo>
                    <a:pt x="3121" y="150"/>
                  </a:lnTo>
                  <a:lnTo>
                    <a:pt x="3122" y="150"/>
                  </a:lnTo>
                  <a:lnTo>
                    <a:pt x="3122" y="150"/>
                  </a:lnTo>
                  <a:lnTo>
                    <a:pt x="3122" y="150"/>
                  </a:lnTo>
                  <a:lnTo>
                    <a:pt x="3123" y="135"/>
                  </a:lnTo>
                  <a:lnTo>
                    <a:pt x="3123" y="135"/>
                  </a:lnTo>
                  <a:lnTo>
                    <a:pt x="3124" y="135"/>
                  </a:lnTo>
                  <a:lnTo>
                    <a:pt x="3124" y="120"/>
                  </a:lnTo>
                  <a:lnTo>
                    <a:pt x="3125" y="120"/>
                  </a:lnTo>
                  <a:lnTo>
                    <a:pt x="3125" y="120"/>
                  </a:lnTo>
                  <a:lnTo>
                    <a:pt x="3126" y="105"/>
                  </a:lnTo>
                  <a:lnTo>
                    <a:pt x="3126" y="105"/>
                  </a:lnTo>
                  <a:lnTo>
                    <a:pt x="3126" y="90"/>
                  </a:lnTo>
                  <a:lnTo>
                    <a:pt x="3127" y="90"/>
                  </a:lnTo>
                  <a:lnTo>
                    <a:pt x="3127" y="90"/>
                  </a:lnTo>
                  <a:lnTo>
                    <a:pt x="3128" y="75"/>
                  </a:lnTo>
                  <a:lnTo>
                    <a:pt x="3128" y="75"/>
                  </a:lnTo>
                  <a:lnTo>
                    <a:pt x="3129" y="75"/>
                  </a:lnTo>
                  <a:lnTo>
                    <a:pt x="3129" y="60"/>
                  </a:lnTo>
                  <a:lnTo>
                    <a:pt x="3130" y="60"/>
                  </a:lnTo>
                  <a:lnTo>
                    <a:pt x="3130" y="60"/>
                  </a:lnTo>
                  <a:lnTo>
                    <a:pt x="3131" y="45"/>
                  </a:lnTo>
                  <a:lnTo>
                    <a:pt x="3131" y="45"/>
                  </a:lnTo>
                  <a:lnTo>
                    <a:pt x="3131" y="45"/>
                  </a:lnTo>
                  <a:lnTo>
                    <a:pt x="3132" y="45"/>
                  </a:lnTo>
                  <a:lnTo>
                    <a:pt x="3132" y="30"/>
                  </a:lnTo>
                  <a:lnTo>
                    <a:pt x="3133" y="30"/>
                  </a:lnTo>
                  <a:lnTo>
                    <a:pt x="3133" y="30"/>
                  </a:lnTo>
                  <a:lnTo>
                    <a:pt x="3134" y="30"/>
                  </a:lnTo>
                  <a:lnTo>
                    <a:pt x="3134" y="30"/>
                  </a:lnTo>
                  <a:lnTo>
                    <a:pt x="3135" y="15"/>
                  </a:lnTo>
                  <a:lnTo>
                    <a:pt x="3135" y="15"/>
                  </a:lnTo>
                  <a:lnTo>
                    <a:pt x="3135" y="15"/>
                  </a:lnTo>
                  <a:lnTo>
                    <a:pt x="3136" y="15"/>
                  </a:lnTo>
                  <a:lnTo>
                    <a:pt x="3137" y="0"/>
                  </a:lnTo>
                  <a:lnTo>
                    <a:pt x="3137" y="0"/>
                  </a:lnTo>
                  <a:lnTo>
                    <a:pt x="3137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9" y="0"/>
                  </a:lnTo>
                  <a:lnTo>
                    <a:pt x="3139" y="0"/>
                  </a:lnTo>
                  <a:lnTo>
                    <a:pt x="3140" y="0"/>
                  </a:lnTo>
                  <a:lnTo>
                    <a:pt x="3140" y="0"/>
                  </a:lnTo>
                  <a:lnTo>
                    <a:pt x="3141" y="0"/>
                  </a:lnTo>
                  <a:lnTo>
                    <a:pt x="3141" y="0"/>
                  </a:lnTo>
                  <a:lnTo>
                    <a:pt x="3141" y="0"/>
                  </a:lnTo>
                  <a:lnTo>
                    <a:pt x="3142" y="15"/>
                  </a:lnTo>
                  <a:lnTo>
                    <a:pt x="3142" y="15"/>
                  </a:lnTo>
                  <a:lnTo>
                    <a:pt x="3143" y="15"/>
                  </a:lnTo>
                  <a:lnTo>
                    <a:pt x="3143" y="30"/>
                  </a:lnTo>
                  <a:lnTo>
                    <a:pt x="3144" y="30"/>
                  </a:lnTo>
                  <a:lnTo>
                    <a:pt x="3144" y="30"/>
                  </a:lnTo>
                  <a:lnTo>
                    <a:pt x="3144" y="45"/>
                  </a:lnTo>
                  <a:lnTo>
                    <a:pt x="3145" y="45"/>
                  </a:lnTo>
                  <a:lnTo>
                    <a:pt x="3146" y="45"/>
                  </a:lnTo>
                  <a:lnTo>
                    <a:pt x="3146" y="45"/>
                  </a:lnTo>
                  <a:lnTo>
                    <a:pt x="3146" y="45"/>
                  </a:lnTo>
                  <a:lnTo>
                    <a:pt x="3147" y="45"/>
                  </a:lnTo>
                  <a:lnTo>
                    <a:pt x="3147" y="45"/>
                  </a:lnTo>
                  <a:lnTo>
                    <a:pt x="3148" y="45"/>
                  </a:lnTo>
                  <a:lnTo>
                    <a:pt x="3148" y="45"/>
                  </a:lnTo>
                  <a:lnTo>
                    <a:pt x="3149" y="45"/>
                  </a:lnTo>
                  <a:lnTo>
                    <a:pt x="3149" y="45"/>
                  </a:lnTo>
                  <a:lnTo>
                    <a:pt x="3150" y="30"/>
                  </a:lnTo>
                  <a:lnTo>
                    <a:pt x="3150" y="30"/>
                  </a:lnTo>
                  <a:lnTo>
                    <a:pt x="3150" y="30"/>
                  </a:lnTo>
                  <a:lnTo>
                    <a:pt x="3151" y="15"/>
                  </a:lnTo>
                  <a:lnTo>
                    <a:pt x="3152" y="15"/>
                  </a:lnTo>
                  <a:lnTo>
                    <a:pt x="3152" y="15"/>
                  </a:lnTo>
                  <a:lnTo>
                    <a:pt x="3152" y="15"/>
                  </a:lnTo>
                  <a:lnTo>
                    <a:pt x="3153" y="0"/>
                  </a:lnTo>
                  <a:lnTo>
                    <a:pt x="3153" y="0"/>
                  </a:lnTo>
                  <a:lnTo>
                    <a:pt x="3154" y="15"/>
                  </a:lnTo>
                  <a:lnTo>
                    <a:pt x="3154" y="15"/>
                  </a:lnTo>
                  <a:lnTo>
                    <a:pt x="3155" y="30"/>
                  </a:lnTo>
                  <a:lnTo>
                    <a:pt x="3155" y="45"/>
                  </a:lnTo>
                  <a:lnTo>
                    <a:pt x="3156" y="60"/>
                  </a:lnTo>
                  <a:lnTo>
                    <a:pt x="3156" y="75"/>
                  </a:lnTo>
                  <a:lnTo>
                    <a:pt x="3156" y="105"/>
                  </a:lnTo>
                  <a:lnTo>
                    <a:pt x="3157" y="135"/>
                  </a:lnTo>
                  <a:lnTo>
                    <a:pt x="3157" y="165"/>
                  </a:lnTo>
                  <a:lnTo>
                    <a:pt x="3158" y="195"/>
                  </a:lnTo>
                  <a:lnTo>
                    <a:pt x="3158" y="239"/>
                  </a:lnTo>
                  <a:lnTo>
                    <a:pt x="3159" y="284"/>
                  </a:lnTo>
                  <a:lnTo>
                    <a:pt x="3159" y="329"/>
                  </a:lnTo>
                  <a:lnTo>
                    <a:pt x="3159" y="374"/>
                  </a:lnTo>
                  <a:lnTo>
                    <a:pt x="3160" y="434"/>
                  </a:lnTo>
                  <a:lnTo>
                    <a:pt x="3161" y="479"/>
                  </a:lnTo>
                  <a:lnTo>
                    <a:pt x="3161" y="538"/>
                  </a:lnTo>
                  <a:lnTo>
                    <a:pt x="3161" y="583"/>
                  </a:lnTo>
                  <a:lnTo>
                    <a:pt x="3162" y="643"/>
                  </a:lnTo>
                  <a:lnTo>
                    <a:pt x="3162" y="688"/>
                  </a:lnTo>
                  <a:lnTo>
                    <a:pt x="3163" y="748"/>
                  </a:lnTo>
                  <a:lnTo>
                    <a:pt x="3163" y="793"/>
                  </a:lnTo>
                  <a:lnTo>
                    <a:pt x="3164" y="852"/>
                  </a:lnTo>
                  <a:lnTo>
                    <a:pt x="3164" y="897"/>
                  </a:lnTo>
                  <a:lnTo>
                    <a:pt x="3165" y="942"/>
                  </a:lnTo>
                  <a:lnTo>
                    <a:pt x="3165" y="1002"/>
                  </a:lnTo>
                  <a:lnTo>
                    <a:pt x="3165" y="1046"/>
                  </a:lnTo>
                  <a:lnTo>
                    <a:pt x="3166" y="1092"/>
                  </a:lnTo>
                  <a:lnTo>
                    <a:pt x="3167" y="1121"/>
                  </a:lnTo>
                  <a:lnTo>
                    <a:pt x="3167" y="1166"/>
                  </a:lnTo>
                  <a:lnTo>
                    <a:pt x="3167" y="1196"/>
                  </a:lnTo>
                  <a:lnTo>
                    <a:pt x="3168" y="1226"/>
                  </a:lnTo>
                  <a:lnTo>
                    <a:pt x="3168" y="1256"/>
                  </a:lnTo>
                  <a:lnTo>
                    <a:pt x="3169" y="1286"/>
                  </a:lnTo>
                  <a:lnTo>
                    <a:pt x="3169" y="1301"/>
                  </a:lnTo>
                  <a:lnTo>
                    <a:pt x="3170" y="1316"/>
                  </a:lnTo>
                  <a:lnTo>
                    <a:pt x="3170" y="1331"/>
                  </a:lnTo>
                  <a:lnTo>
                    <a:pt x="3171" y="1345"/>
                  </a:lnTo>
                  <a:lnTo>
                    <a:pt x="3171" y="1345"/>
                  </a:lnTo>
                  <a:lnTo>
                    <a:pt x="3171" y="1331"/>
                  </a:lnTo>
                  <a:lnTo>
                    <a:pt x="3172" y="1316"/>
                  </a:lnTo>
                  <a:lnTo>
                    <a:pt x="3172" y="1301"/>
                  </a:lnTo>
                  <a:lnTo>
                    <a:pt x="3173" y="1271"/>
                  </a:lnTo>
                  <a:lnTo>
                    <a:pt x="3173" y="1241"/>
                  </a:lnTo>
                  <a:lnTo>
                    <a:pt x="3174" y="1211"/>
                  </a:lnTo>
                  <a:lnTo>
                    <a:pt x="3174" y="1181"/>
                  </a:lnTo>
                  <a:lnTo>
                    <a:pt x="3174" y="1136"/>
                  </a:lnTo>
                  <a:lnTo>
                    <a:pt x="3175" y="1077"/>
                  </a:lnTo>
                  <a:lnTo>
                    <a:pt x="3176" y="1032"/>
                  </a:lnTo>
                  <a:lnTo>
                    <a:pt x="3176" y="972"/>
                  </a:lnTo>
                  <a:lnTo>
                    <a:pt x="3176" y="912"/>
                  </a:lnTo>
                  <a:lnTo>
                    <a:pt x="3177" y="837"/>
                  </a:lnTo>
                  <a:lnTo>
                    <a:pt x="3177" y="763"/>
                  </a:lnTo>
                  <a:lnTo>
                    <a:pt x="3178" y="673"/>
                  </a:lnTo>
                  <a:lnTo>
                    <a:pt x="3178" y="583"/>
                  </a:lnTo>
                  <a:lnTo>
                    <a:pt x="3179" y="494"/>
                  </a:lnTo>
                  <a:lnTo>
                    <a:pt x="3179" y="374"/>
                  </a:lnTo>
                  <a:lnTo>
                    <a:pt x="3180" y="269"/>
                  </a:lnTo>
                  <a:lnTo>
                    <a:pt x="3180" y="1256"/>
                  </a:lnTo>
                  <a:lnTo>
                    <a:pt x="3181" y="1256"/>
                  </a:lnTo>
                  <a:lnTo>
                    <a:pt x="3181" y="1256"/>
                  </a:lnTo>
                  <a:lnTo>
                    <a:pt x="3182" y="1256"/>
                  </a:lnTo>
                  <a:lnTo>
                    <a:pt x="3182" y="1241"/>
                  </a:lnTo>
                  <a:lnTo>
                    <a:pt x="3182" y="1241"/>
                  </a:lnTo>
                  <a:lnTo>
                    <a:pt x="3183" y="1241"/>
                  </a:lnTo>
                  <a:lnTo>
                    <a:pt x="3183" y="1241"/>
                  </a:lnTo>
                  <a:lnTo>
                    <a:pt x="3184" y="1241"/>
                  </a:lnTo>
                  <a:lnTo>
                    <a:pt x="3184" y="1241"/>
                  </a:lnTo>
                  <a:lnTo>
                    <a:pt x="3185" y="1241"/>
                  </a:lnTo>
                  <a:lnTo>
                    <a:pt x="3185" y="1241"/>
                  </a:lnTo>
                  <a:lnTo>
                    <a:pt x="3185" y="1241"/>
                  </a:lnTo>
                  <a:lnTo>
                    <a:pt x="3186" y="1241"/>
                  </a:lnTo>
                  <a:lnTo>
                    <a:pt x="3187" y="1241"/>
                  </a:lnTo>
                  <a:lnTo>
                    <a:pt x="3187" y="1241"/>
                  </a:lnTo>
                  <a:lnTo>
                    <a:pt x="3187" y="1241"/>
                  </a:lnTo>
                  <a:lnTo>
                    <a:pt x="3188" y="1241"/>
                  </a:lnTo>
                  <a:lnTo>
                    <a:pt x="3188" y="1241"/>
                  </a:lnTo>
                  <a:lnTo>
                    <a:pt x="3189" y="1241"/>
                  </a:lnTo>
                  <a:lnTo>
                    <a:pt x="3189" y="1241"/>
                  </a:lnTo>
                  <a:lnTo>
                    <a:pt x="3190" y="1241"/>
                  </a:lnTo>
                  <a:lnTo>
                    <a:pt x="3190" y="1241"/>
                  </a:lnTo>
                  <a:lnTo>
                    <a:pt x="3191" y="1241"/>
                  </a:lnTo>
                  <a:lnTo>
                    <a:pt x="3191" y="1241"/>
                  </a:lnTo>
                  <a:lnTo>
                    <a:pt x="3191" y="1241"/>
                  </a:lnTo>
                  <a:lnTo>
                    <a:pt x="3192" y="1241"/>
                  </a:lnTo>
                  <a:lnTo>
                    <a:pt x="3193" y="1241"/>
                  </a:lnTo>
                  <a:lnTo>
                    <a:pt x="3193" y="1241"/>
                  </a:lnTo>
                  <a:lnTo>
                    <a:pt x="3193" y="1241"/>
                  </a:lnTo>
                  <a:lnTo>
                    <a:pt x="3194" y="1241"/>
                  </a:lnTo>
                  <a:lnTo>
                    <a:pt x="3194" y="1241"/>
                  </a:lnTo>
                  <a:lnTo>
                    <a:pt x="3195" y="1226"/>
                  </a:lnTo>
                  <a:lnTo>
                    <a:pt x="3195" y="1226"/>
                  </a:lnTo>
                  <a:lnTo>
                    <a:pt x="3196" y="1226"/>
                  </a:lnTo>
                  <a:lnTo>
                    <a:pt x="3196" y="1226"/>
                  </a:lnTo>
                  <a:lnTo>
                    <a:pt x="3197" y="1226"/>
                  </a:lnTo>
                  <a:lnTo>
                    <a:pt x="3197" y="1211"/>
                  </a:lnTo>
                  <a:lnTo>
                    <a:pt x="3197" y="1211"/>
                  </a:lnTo>
                  <a:lnTo>
                    <a:pt x="3198" y="1211"/>
                  </a:lnTo>
                  <a:lnTo>
                    <a:pt x="3198" y="1196"/>
                  </a:lnTo>
                  <a:lnTo>
                    <a:pt x="3199" y="1196"/>
                  </a:lnTo>
                  <a:lnTo>
                    <a:pt x="3199" y="1196"/>
                  </a:lnTo>
                  <a:lnTo>
                    <a:pt x="3200" y="1196"/>
                  </a:lnTo>
                  <a:lnTo>
                    <a:pt x="3200" y="1181"/>
                  </a:lnTo>
                  <a:lnTo>
                    <a:pt x="3200" y="1181"/>
                  </a:lnTo>
                  <a:lnTo>
                    <a:pt x="3201" y="1181"/>
                  </a:lnTo>
                  <a:lnTo>
                    <a:pt x="3202" y="1181"/>
                  </a:lnTo>
                  <a:lnTo>
                    <a:pt x="3202" y="1181"/>
                  </a:lnTo>
                  <a:lnTo>
                    <a:pt x="3202" y="1181"/>
                  </a:lnTo>
                  <a:lnTo>
                    <a:pt x="3203" y="1166"/>
                  </a:lnTo>
                  <a:lnTo>
                    <a:pt x="3203" y="1166"/>
                  </a:lnTo>
                  <a:lnTo>
                    <a:pt x="3204" y="1166"/>
                  </a:lnTo>
                  <a:lnTo>
                    <a:pt x="3204" y="1166"/>
                  </a:lnTo>
                  <a:lnTo>
                    <a:pt x="3205" y="1151"/>
                  </a:lnTo>
                  <a:lnTo>
                    <a:pt x="3205" y="1151"/>
                  </a:lnTo>
                  <a:lnTo>
                    <a:pt x="3206" y="1151"/>
                  </a:lnTo>
                  <a:lnTo>
                    <a:pt x="3206" y="1151"/>
                  </a:lnTo>
                  <a:lnTo>
                    <a:pt x="3206" y="1136"/>
                  </a:lnTo>
                  <a:lnTo>
                    <a:pt x="3207" y="1136"/>
                  </a:lnTo>
                  <a:lnTo>
                    <a:pt x="3208" y="1136"/>
                  </a:lnTo>
                  <a:lnTo>
                    <a:pt x="3208" y="1136"/>
                  </a:lnTo>
                  <a:lnTo>
                    <a:pt x="3208" y="1136"/>
                  </a:lnTo>
                  <a:lnTo>
                    <a:pt x="3209" y="1136"/>
                  </a:lnTo>
                  <a:lnTo>
                    <a:pt x="3209" y="1121"/>
                  </a:lnTo>
                  <a:lnTo>
                    <a:pt x="3210" y="1121"/>
                  </a:lnTo>
                  <a:lnTo>
                    <a:pt x="3210" y="1121"/>
                  </a:lnTo>
                  <a:lnTo>
                    <a:pt x="3211" y="1121"/>
                  </a:lnTo>
                  <a:lnTo>
                    <a:pt x="3211" y="1107"/>
                  </a:lnTo>
                  <a:lnTo>
                    <a:pt x="3211" y="1107"/>
                  </a:lnTo>
                  <a:lnTo>
                    <a:pt x="3212" y="1107"/>
                  </a:lnTo>
                  <a:lnTo>
                    <a:pt x="3212" y="1107"/>
                  </a:lnTo>
                  <a:lnTo>
                    <a:pt x="3213" y="1107"/>
                  </a:lnTo>
                  <a:lnTo>
                    <a:pt x="3213" y="1107"/>
                  </a:lnTo>
                  <a:lnTo>
                    <a:pt x="3214" y="1092"/>
                  </a:lnTo>
                  <a:lnTo>
                    <a:pt x="3214" y="1092"/>
                  </a:lnTo>
                  <a:lnTo>
                    <a:pt x="3215" y="1092"/>
                  </a:lnTo>
                  <a:lnTo>
                    <a:pt x="3215" y="1092"/>
                  </a:lnTo>
                  <a:lnTo>
                    <a:pt x="3215" y="1092"/>
                  </a:lnTo>
                  <a:lnTo>
                    <a:pt x="3216" y="1092"/>
                  </a:lnTo>
                  <a:lnTo>
                    <a:pt x="3217" y="1092"/>
                  </a:lnTo>
                  <a:lnTo>
                    <a:pt x="3217" y="1092"/>
                  </a:lnTo>
                  <a:lnTo>
                    <a:pt x="3217" y="1092"/>
                  </a:lnTo>
                  <a:lnTo>
                    <a:pt x="3218" y="1092"/>
                  </a:lnTo>
                  <a:lnTo>
                    <a:pt x="3218" y="1092"/>
                  </a:lnTo>
                  <a:lnTo>
                    <a:pt x="3219" y="1092"/>
                  </a:lnTo>
                  <a:lnTo>
                    <a:pt x="3219" y="1092"/>
                  </a:lnTo>
                  <a:lnTo>
                    <a:pt x="3220" y="1092"/>
                  </a:lnTo>
                  <a:lnTo>
                    <a:pt x="3220" y="1092"/>
                  </a:lnTo>
                  <a:lnTo>
                    <a:pt x="3221" y="1092"/>
                  </a:lnTo>
                  <a:lnTo>
                    <a:pt x="3221" y="1107"/>
                  </a:lnTo>
                  <a:lnTo>
                    <a:pt x="3221" y="1092"/>
                  </a:lnTo>
                  <a:lnTo>
                    <a:pt x="3222" y="1092"/>
                  </a:lnTo>
                  <a:lnTo>
                    <a:pt x="3223" y="1092"/>
                  </a:lnTo>
                  <a:lnTo>
                    <a:pt x="3223" y="1092"/>
                  </a:lnTo>
                  <a:lnTo>
                    <a:pt x="3223" y="1092"/>
                  </a:lnTo>
                  <a:lnTo>
                    <a:pt x="3224" y="1092"/>
                  </a:lnTo>
                  <a:lnTo>
                    <a:pt x="3224" y="1092"/>
                  </a:lnTo>
                  <a:lnTo>
                    <a:pt x="3225" y="1092"/>
                  </a:lnTo>
                  <a:lnTo>
                    <a:pt x="3225" y="1077"/>
                  </a:lnTo>
                  <a:lnTo>
                    <a:pt x="3226" y="1077"/>
                  </a:lnTo>
                  <a:lnTo>
                    <a:pt x="3226" y="1077"/>
                  </a:lnTo>
                  <a:lnTo>
                    <a:pt x="3226" y="1077"/>
                  </a:lnTo>
                  <a:lnTo>
                    <a:pt x="3227" y="1061"/>
                  </a:lnTo>
                  <a:lnTo>
                    <a:pt x="3227" y="1061"/>
                  </a:lnTo>
                  <a:lnTo>
                    <a:pt x="3228" y="1061"/>
                  </a:lnTo>
                  <a:lnTo>
                    <a:pt x="3228" y="1061"/>
                  </a:lnTo>
                  <a:lnTo>
                    <a:pt x="3229" y="1046"/>
                  </a:lnTo>
                  <a:lnTo>
                    <a:pt x="3229" y="1046"/>
                  </a:lnTo>
                  <a:lnTo>
                    <a:pt x="3230" y="1046"/>
                  </a:lnTo>
                  <a:lnTo>
                    <a:pt x="3230" y="1046"/>
                  </a:lnTo>
                  <a:lnTo>
                    <a:pt x="3230" y="1032"/>
                  </a:lnTo>
                  <a:lnTo>
                    <a:pt x="3231" y="1032"/>
                  </a:lnTo>
                  <a:lnTo>
                    <a:pt x="3232" y="1032"/>
                  </a:lnTo>
                  <a:lnTo>
                    <a:pt x="3232" y="1032"/>
                  </a:lnTo>
                  <a:lnTo>
                    <a:pt x="3232" y="1032"/>
                  </a:lnTo>
                  <a:lnTo>
                    <a:pt x="3233" y="1032"/>
                  </a:lnTo>
                  <a:lnTo>
                    <a:pt x="3233" y="1032"/>
                  </a:lnTo>
                  <a:lnTo>
                    <a:pt x="3234" y="1032"/>
                  </a:lnTo>
                  <a:lnTo>
                    <a:pt x="3234" y="1032"/>
                  </a:lnTo>
                  <a:lnTo>
                    <a:pt x="3235" y="1032"/>
                  </a:lnTo>
                  <a:lnTo>
                    <a:pt x="3235" y="1032"/>
                  </a:lnTo>
                  <a:lnTo>
                    <a:pt x="3236" y="1032"/>
                  </a:lnTo>
                  <a:lnTo>
                    <a:pt x="3236" y="1032"/>
                  </a:lnTo>
                  <a:lnTo>
                    <a:pt x="3236" y="1032"/>
                  </a:lnTo>
                  <a:lnTo>
                    <a:pt x="3237" y="1032"/>
                  </a:lnTo>
                  <a:lnTo>
                    <a:pt x="3237" y="1032"/>
                  </a:lnTo>
                  <a:lnTo>
                    <a:pt x="3238" y="1032"/>
                  </a:lnTo>
                  <a:lnTo>
                    <a:pt x="3238" y="1032"/>
                  </a:lnTo>
                  <a:lnTo>
                    <a:pt x="3239" y="1032"/>
                  </a:lnTo>
                  <a:lnTo>
                    <a:pt x="3239" y="1032"/>
                  </a:lnTo>
                  <a:lnTo>
                    <a:pt x="3240" y="1032"/>
                  </a:lnTo>
                  <a:lnTo>
                    <a:pt x="3240" y="1032"/>
                  </a:lnTo>
                  <a:lnTo>
                    <a:pt x="3241" y="1046"/>
                  </a:lnTo>
                  <a:lnTo>
                    <a:pt x="3241" y="1046"/>
                  </a:lnTo>
                  <a:lnTo>
                    <a:pt x="3241" y="1046"/>
                  </a:lnTo>
                  <a:lnTo>
                    <a:pt x="3242" y="1046"/>
                  </a:lnTo>
                  <a:lnTo>
                    <a:pt x="3242" y="1046"/>
                  </a:lnTo>
                  <a:lnTo>
                    <a:pt x="3243" y="1046"/>
                  </a:lnTo>
                  <a:lnTo>
                    <a:pt x="3243" y="1046"/>
                  </a:lnTo>
                  <a:lnTo>
                    <a:pt x="3244" y="1046"/>
                  </a:lnTo>
                  <a:lnTo>
                    <a:pt x="3244" y="1046"/>
                  </a:lnTo>
                  <a:lnTo>
                    <a:pt x="3245" y="1046"/>
                  </a:lnTo>
                  <a:lnTo>
                    <a:pt x="3245" y="1046"/>
                  </a:lnTo>
                  <a:lnTo>
                    <a:pt x="3245" y="1046"/>
                  </a:lnTo>
                  <a:lnTo>
                    <a:pt x="3246" y="1046"/>
                  </a:lnTo>
                  <a:lnTo>
                    <a:pt x="3247" y="1061"/>
                  </a:lnTo>
                  <a:lnTo>
                    <a:pt x="3247" y="1061"/>
                  </a:lnTo>
                  <a:lnTo>
                    <a:pt x="3247" y="1061"/>
                  </a:lnTo>
                  <a:lnTo>
                    <a:pt x="3248" y="1061"/>
                  </a:lnTo>
                  <a:lnTo>
                    <a:pt x="3248" y="1061"/>
                  </a:lnTo>
                  <a:lnTo>
                    <a:pt x="3249" y="1061"/>
                  </a:lnTo>
                  <a:lnTo>
                    <a:pt x="3249" y="1061"/>
                  </a:lnTo>
                  <a:lnTo>
                    <a:pt x="3250" y="1061"/>
                  </a:lnTo>
                  <a:lnTo>
                    <a:pt x="3250" y="1046"/>
                  </a:lnTo>
                  <a:lnTo>
                    <a:pt x="3251" y="1046"/>
                  </a:lnTo>
                  <a:lnTo>
                    <a:pt x="3251" y="1046"/>
                  </a:lnTo>
                  <a:lnTo>
                    <a:pt x="3251" y="1046"/>
                  </a:lnTo>
                  <a:lnTo>
                    <a:pt x="3252" y="1046"/>
                  </a:lnTo>
                  <a:lnTo>
                    <a:pt x="3252" y="1046"/>
                  </a:lnTo>
                  <a:lnTo>
                    <a:pt x="3253" y="1032"/>
                  </a:lnTo>
                  <a:lnTo>
                    <a:pt x="3253" y="1032"/>
                  </a:lnTo>
                  <a:lnTo>
                    <a:pt x="3254" y="1032"/>
                  </a:lnTo>
                  <a:lnTo>
                    <a:pt x="3254" y="1032"/>
                  </a:lnTo>
                  <a:lnTo>
                    <a:pt x="3254" y="1032"/>
                  </a:lnTo>
                  <a:lnTo>
                    <a:pt x="3255" y="1032"/>
                  </a:lnTo>
                  <a:lnTo>
                    <a:pt x="3256" y="1032"/>
                  </a:lnTo>
                  <a:lnTo>
                    <a:pt x="3256" y="1032"/>
                  </a:lnTo>
                  <a:lnTo>
                    <a:pt x="3256" y="1032"/>
                  </a:lnTo>
                  <a:lnTo>
                    <a:pt x="3257" y="1032"/>
                  </a:lnTo>
                  <a:lnTo>
                    <a:pt x="3257" y="1032"/>
                  </a:lnTo>
                  <a:lnTo>
                    <a:pt x="3258" y="1032"/>
                  </a:lnTo>
                  <a:lnTo>
                    <a:pt x="3258" y="1032"/>
                  </a:lnTo>
                  <a:lnTo>
                    <a:pt x="3259" y="1032"/>
                  </a:lnTo>
                  <a:lnTo>
                    <a:pt x="3259" y="1032"/>
                  </a:lnTo>
                  <a:lnTo>
                    <a:pt x="3260" y="1017"/>
                  </a:lnTo>
                  <a:lnTo>
                    <a:pt x="3260" y="1017"/>
                  </a:lnTo>
                  <a:lnTo>
                    <a:pt x="3260" y="1017"/>
                  </a:lnTo>
                  <a:lnTo>
                    <a:pt x="3261" y="1017"/>
                  </a:lnTo>
                  <a:lnTo>
                    <a:pt x="3262" y="1002"/>
                  </a:lnTo>
                  <a:lnTo>
                    <a:pt x="3262" y="1002"/>
                  </a:lnTo>
                  <a:lnTo>
                    <a:pt x="3262" y="1002"/>
                  </a:lnTo>
                  <a:lnTo>
                    <a:pt x="3263" y="987"/>
                  </a:lnTo>
                  <a:lnTo>
                    <a:pt x="3263" y="987"/>
                  </a:lnTo>
                  <a:lnTo>
                    <a:pt x="3264" y="987"/>
                  </a:lnTo>
                  <a:lnTo>
                    <a:pt x="3264" y="987"/>
                  </a:lnTo>
                  <a:lnTo>
                    <a:pt x="3265" y="987"/>
                  </a:lnTo>
                  <a:lnTo>
                    <a:pt x="3265" y="972"/>
                  </a:lnTo>
                  <a:lnTo>
                    <a:pt x="3266" y="972"/>
                  </a:lnTo>
                  <a:lnTo>
                    <a:pt x="3266" y="972"/>
                  </a:lnTo>
                  <a:lnTo>
                    <a:pt x="3266" y="972"/>
                  </a:lnTo>
                  <a:lnTo>
                    <a:pt x="3267" y="957"/>
                  </a:lnTo>
                  <a:lnTo>
                    <a:pt x="3267" y="957"/>
                  </a:lnTo>
                  <a:lnTo>
                    <a:pt x="3268" y="957"/>
                  </a:lnTo>
                  <a:lnTo>
                    <a:pt x="3268" y="957"/>
                  </a:lnTo>
                  <a:lnTo>
                    <a:pt x="3269" y="942"/>
                  </a:lnTo>
                  <a:lnTo>
                    <a:pt x="3269" y="942"/>
                  </a:lnTo>
                  <a:lnTo>
                    <a:pt x="3269" y="942"/>
                  </a:lnTo>
                  <a:lnTo>
                    <a:pt x="3270" y="927"/>
                  </a:lnTo>
                  <a:lnTo>
                    <a:pt x="3271" y="927"/>
                  </a:lnTo>
                  <a:lnTo>
                    <a:pt x="3271" y="927"/>
                  </a:lnTo>
                  <a:lnTo>
                    <a:pt x="3271" y="912"/>
                  </a:lnTo>
                  <a:lnTo>
                    <a:pt x="3272" y="912"/>
                  </a:lnTo>
                  <a:lnTo>
                    <a:pt x="3272" y="912"/>
                  </a:lnTo>
                  <a:lnTo>
                    <a:pt x="3273" y="912"/>
                  </a:lnTo>
                  <a:lnTo>
                    <a:pt x="3273" y="897"/>
                  </a:lnTo>
                  <a:lnTo>
                    <a:pt x="3274" y="897"/>
                  </a:lnTo>
                  <a:lnTo>
                    <a:pt x="3274" y="897"/>
                  </a:lnTo>
                  <a:lnTo>
                    <a:pt x="3275" y="897"/>
                  </a:lnTo>
                  <a:lnTo>
                    <a:pt x="3275" y="882"/>
                  </a:lnTo>
                  <a:lnTo>
                    <a:pt x="3275" y="882"/>
                  </a:lnTo>
                  <a:lnTo>
                    <a:pt x="3276" y="882"/>
                  </a:lnTo>
                  <a:lnTo>
                    <a:pt x="3277" y="882"/>
                  </a:lnTo>
                  <a:lnTo>
                    <a:pt x="3277" y="882"/>
                  </a:lnTo>
                  <a:lnTo>
                    <a:pt x="3277" y="867"/>
                  </a:lnTo>
                  <a:lnTo>
                    <a:pt x="3278" y="867"/>
                  </a:lnTo>
                  <a:lnTo>
                    <a:pt x="3278" y="867"/>
                  </a:lnTo>
                  <a:lnTo>
                    <a:pt x="3279" y="867"/>
                  </a:lnTo>
                  <a:lnTo>
                    <a:pt x="3279" y="867"/>
                  </a:lnTo>
                  <a:lnTo>
                    <a:pt x="3280" y="867"/>
                  </a:lnTo>
                  <a:lnTo>
                    <a:pt x="3280" y="852"/>
                  </a:lnTo>
                  <a:lnTo>
                    <a:pt x="3280" y="852"/>
                  </a:lnTo>
                  <a:lnTo>
                    <a:pt x="3281" y="852"/>
                  </a:lnTo>
                  <a:lnTo>
                    <a:pt x="3281" y="852"/>
                  </a:lnTo>
                  <a:lnTo>
                    <a:pt x="3282" y="837"/>
                  </a:lnTo>
                  <a:lnTo>
                    <a:pt x="3282" y="837"/>
                  </a:lnTo>
                  <a:lnTo>
                    <a:pt x="3283" y="837"/>
                  </a:lnTo>
                  <a:lnTo>
                    <a:pt x="3283" y="822"/>
                  </a:lnTo>
                  <a:lnTo>
                    <a:pt x="3284" y="822"/>
                  </a:lnTo>
                  <a:lnTo>
                    <a:pt x="3284" y="808"/>
                  </a:lnTo>
                  <a:lnTo>
                    <a:pt x="3284" y="808"/>
                  </a:lnTo>
                  <a:lnTo>
                    <a:pt x="3285" y="808"/>
                  </a:lnTo>
                  <a:lnTo>
                    <a:pt x="3286" y="793"/>
                  </a:lnTo>
                  <a:lnTo>
                    <a:pt x="3286" y="793"/>
                  </a:lnTo>
                  <a:lnTo>
                    <a:pt x="3286" y="778"/>
                  </a:lnTo>
                  <a:lnTo>
                    <a:pt x="3287" y="778"/>
                  </a:lnTo>
                  <a:lnTo>
                    <a:pt x="3287" y="763"/>
                  </a:lnTo>
                  <a:lnTo>
                    <a:pt x="3288" y="763"/>
                  </a:lnTo>
                  <a:lnTo>
                    <a:pt x="3288" y="763"/>
                  </a:lnTo>
                  <a:lnTo>
                    <a:pt x="3289" y="748"/>
                  </a:lnTo>
                  <a:lnTo>
                    <a:pt x="3289" y="748"/>
                  </a:lnTo>
                  <a:lnTo>
                    <a:pt x="3290" y="748"/>
                  </a:lnTo>
                  <a:lnTo>
                    <a:pt x="3290" y="733"/>
                  </a:lnTo>
                  <a:lnTo>
                    <a:pt x="3291" y="733"/>
                  </a:lnTo>
                  <a:lnTo>
                    <a:pt x="3291" y="733"/>
                  </a:lnTo>
                  <a:lnTo>
                    <a:pt x="3292" y="733"/>
                  </a:lnTo>
                  <a:lnTo>
                    <a:pt x="3292" y="733"/>
                  </a:lnTo>
                  <a:lnTo>
                    <a:pt x="3292" y="733"/>
                  </a:lnTo>
                  <a:lnTo>
                    <a:pt x="3293" y="733"/>
                  </a:lnTo>
                  <a:lnTo>
                    <a:pt x="3293" y="733"/>
                  </a:lnTo>
                  <a:lnTo>
                    <a:pt x="3294" y="733"/>
                  </a:lnTo>
                  <a:lnTo>
                    <a:pt x="3294" y="718"/>
                  </a:lnTo>
                  <a:lnTo>
                    <a:pt x="3295" y="718"/>
                  </a:lnTo>
                  <a:lnTo>
                    <a:pt x="3295" y="718"/>
                  </a:lnTo>
                  <a:lnTo>
                    <a:pt x="3295" y="718"/>
                  </a:lnTo>
                  <a:lnTo>
                    <a:pt x="3296" y="718"/>
                  </a:lnTo>
                  <a:lnTo>
                    <a:pt x="3297" y="718"/>
                  </a:lnTo>
                  <a:lnTo>
                    <a:pt x="3297" y="718"/>
                  </a:lnTo>
                  <a:lnTo>
                    <a:pt x="3297" y="703"/>
                  </a:lnTo>
                  <a:lnTo>
                    <a:pt x="3298" y="703"/>
                  </a:lnTo>
                  <a:lnTo>
                    <a:pt x="3298" y="703"/>
                  </a:lnTo>
                  <a:lnTo>
                    <a:pt x="3299" y="703"/>
                  </a:lnTo>
                  <a:lnTo>
                    <a:pt x="3299" y="703"/>
                  </a:lnTo>
                  <a:lnTo>
                    <a:pt x="3300" y="703"/>
                  </a:lnTo>
                  <a:lnTo>
                    <a:pt x="3300" y="703"/>
                  </a:lnTo>
                  <a:lnTo>
                    <a:pt x="3301" y="703"/>
                  </a:lnTo>
                  <a:lnTo>
                    <a:pt x="3301" y="703"/>
                  </a:lnTo>
                  <a:lnTo>
                    <a:pt x="3301" y="688"/>
                  </a:lnTo>
                  <a:lnTo>
                    <a:pt x="3302" y="688"/>
                  </a:lnTo>
                  <a:lnTo>
                    <a:pt x="3303" y="688"/>
                  </a:lnTo>
                  <a:lnTo>
                    <a:pt x="3303" y="688"/>
                  </a:lnTo>
                  <a:lnTo>
                    <a:pt x="3303" y="688"/>
                  </a:lnTo>
                  <a:lnTo>
                    <a:pt x="3304" y="688"/>
                  </a:lnTo>
                  <a:lnTo>
                    <a:pt x="3304" y="673"/>
                  </a:lnTo>
                  <a:lnTo>
                    <a:pt x="3305" y="673"/>
                  </a:lnTo>
                  <a:lnTo>
                    <a:pt x="3305" y="673"/>
                  </a:lnTo>
                  <a:lnTo>
                    <a:pt x="3306" y="673"/>
                  </a:lnTo>
                  <a:lnTo>
                    <a:pt x="3306" y="673"/>
                  </a:lnTo>
                  <a:lnTo>
                    <a:pt x="3306" y="673"/>
                  </a:lnTo>
                  <a:lnTo>
                    <a:pt x="3307" y="673"/>
                  </a:lnTo>
                  <a:lnTo>
                    <a:pt x="3307" y="673"/>
                  </a:lnTo>
                  <a:lnTo>
                    <a:pt x="3308" y="673"/>
                  </a:lnTo>
                  <a:lnTo>
                    <a:pt x="3308" y="688"/>
                  </a:lnTo>
                  <a:lnTo>
                    <a:pt x="3309" y="688"/>
                  </a:lnTo>
                  <a:lnTo>
                    <a:pt x="3309" y="688"/>
                  </a:lnTo>
                  <a:lnTo>
                    <a:pt x="3310" y="688"/>
                  </a:lnTo>
                  <a:lnTo>
                    <a:pt x="3310" y="688"/>
                  </a:lnTo>
                  <a:lnTo>
                    <a:pt x="3310" y="688"/>
                  </a:lnTo>
                  <a:lnTo>
                    <a:pt x="3311" y="673"/>
                  </a:lnTo>
                  <a:lnTo>
                    <a:pt x="3312" y="673"/>
                  </a:lnTo>
                  <a:lnTo>
                    <a:pt x="3312" y="673"/>
                  </a:lnTo>
                  <a:lnTo>
                    <a:pt x="3312" y="673"/>
                  </a:lnTo>
                  <a:lnTo>
                    <a:pt x="3313" y="673"/>
                  </a:lnTo>
                  <a:lnTo>
                    <a:pt x="3313" y="688"/>
                  </a:lnTo>
                  <a:lnTo>
                    <a:pt x="3314" y="688"/>
                  </a:lnTo>
                  <a:lnTo>
                    <a:pt x="3314" y="688"/>
                  </a:lnTo>
                  <a:lnTo>
                    <a:pt x="3315" y="688"/>
                  </a:lnTo>
                  <a:lnTo>
                    <a:pt x="3315" y="688"/>
                  </a:lnTo>
                  <a:lnTo>
                    <a:pt x="3316" y="688"/>
                  </a:lnTo>
                  <a:lnTo>
                    <a:pt x="3316" y="688"/>
                  </a:lnTo>
                  <a:lnTo>
                    <a:pt x="3316" y="688"/>
                  </a:lnTo>
                  <a:lnTo>
                    <a:pt x="3317" y="688"/>
                  </a:lnTo>
                  <a:lnTo>
                    <a:pt x="3318" y="688"/>
                  </a:lnTo>
                  <a:lnTo>
                    <a:pt x="3318" y="688"/>
                  </a:lnTo>
                  <a:lnTo>
                    <a:pt x="3318" y="688"/>
                  </a:lnTo>
                  <a:lnTo>
                    <a:pt x="3319" y="703"/>
                  </a:lnTo>
                  <a:lnTo>
                    <a:pt x="3319" y="703"/>
                  </a:lnTo>
                  <a:lnTo>
                    <a:pt x="3320" y="703"/>
                  </a:lnTo>
                  <a:lnTo>
                    <a:pt x="3320" y="703"/>
                  </a:lnTo>
                  <a:lnTo>
                    <a:pt x="3321" y="703"/>
                  </a:lnTo>
                  <a:lnTo>
                    <a:pt x="3321" y="703"/>
                  </a:lnTo>
                  <a:lnTo>
                    <a:pt x="3321" y="703"/>
                  </a:lnTo>
                  <a:lnTo>
                    <a:pt x="3322" y="718"/>
                  </a:lnTo>
                  <a:lnTo>
                    <a:pt x="3322" y="718"/>
                  </a:lnTo>
                  <a:lnTo>
                    <a:pt x="3323" y="718"/>
                  </a:lnTo>
                  <a:lnTo>
                    <a:pt x="3323" y="718"/>
                  </a:lnTo>
                  <a:lnTo>
                    <a:pt x="3324" y="718"/>
                  </a:lnTo>
                  <a:lnTo>
                    <a:pt x="3324" y="718"/>
                  </a:lnTo>
                  <a:lnTo>
                    <a:pt x="3325" y="718"/>
                  </a:lnTo>
                  <a:lnTo>
                    <a:pt x="3325" y="718"/>
                  </a:lnTo>
                  <a:lnTo>
                    <a:pt x="3325" y="718"/>
                  </a:lnTo>
                  <a:lnTo>
                    <a:pt x="3326" y="718"/>
                  </a:lnTo>
                  <a:lnTo>
                    <a:pt x="3327" y="718"/>
                  </a:lnTo>
                  <a:lnTo>
                    <a:pt x="3327" y="718"/>
                  </a:lnTo>
                  <a:lnTo>
                    <a:pt x="3327" y="718"/>
                  </a:lnTo>
                  <a:lnTo>
                    <a:pt x="3328" y="718"/>
                  </a:lnTo>
                  <a:lnTo>
                    <a:pt x="3328" y="718"/>
                  </a:lnTo>
                  <a:lnTo>
                    <a:pt x="3329" y="718"/>
                  </a:lnTo>
                  <a:lnTo>
                    <a:pt x="3329" y="718"/>
                  </a:lnTo>
                  <a:lnTo>
                    <a:pt x="3330" y="718"/>
                  </a:lnTo>
                  <a:lnTo>
                    <a:pt x="3330" y="703"/>
                  </a:lnTo>
                  <a:lnTo>
                    <a:pt x="3331" y="703"/>
                  </a:lnTo>
                  <a:lnTo>
                    <a:pt x="3331" y="703"/>
                  </a:lnTo>
                  <a:lnTo>
                    <a:pt x="3331" y="703"/>
                  </a:lnTo>
                  <a:lnTo>
                    <a:pt x="3332" y="703"/>
                  </a:lnTo>
                  <a:lnTo>
                    <a:pt x="3332" y="703"/>
                  </a:lnTo>
                  <a:lnTo>
                    <a:pt x="3333" y="688"/>
                  </a:lnTo>
                  <a:lnTo>
                    <a:pt x="3333" y="688"/>
                  </a:lnTo>
                  <a:lnTo>
                    <a:pt x="3334" y="688"/>
                  </a:lnTo>
                  <a:lnTo>
                    <a:pt x="3334" y="688"/>
                  </a:lnTo>
                  <a:lnTo>
                    <a:pt x="3335" y="688"/>
                  </a:lnTo>
                  <a:lnTo>
                    <a:pt x="3335" y="688"/>
                  </a:lnTo>
                  <a:lnTo>
                    <a:pt x="3336" y="688"/>
                  </a:lnTo>
                  <a:lnTo>
                    <a:pt x="3336" y="673"/>
                  </a:lnTo>
                  <a:lnTo>
                    <a:pt x="3336" y="673"/>
                  </a:lnTo>
                  <a:lnTo>
                    <a:pt x="3337" y="673"/>
                  </a:lnTo>
                  <a:lnTo>
                    <a:pt x="3337" y="673"/>
                  </a:lnTo>
                  <a:lnTo>
                    <a:pt x="3338" y="673"/>
                  </a:lnTo>
                  <a:lnTo>
                    <a:pt x="3338" y="673"/>
                  </a:lnTo>
                  <a:lnTo>
                    <a:pt x="3339" y="673"/>
                  </a:lnTo>
                  <a:lnTo>
                    <a:pt x="3339" y="658"/>
                  </a:lnTo>
                  <a:lnTo>
                    <a:pt x="3340" y="658"/>
                  </a:lnTo>
                  <a:lnTo>
                    <a:pt x="3340" y="658"/>
                  </a:lnTo>
                  <a:lnTo>
                    <a:pt x="3340" y="658"/>
                  </a:lnTo>
                  <a:lnTo>
                    <a:pt x="3341" y="643"/>
                  </a:lnTo>
                  <a:lnTo>
                    <a:pt x="3342" y="643"/>
                  </a:lnTo>
                  <a:lnTo>
                    <a:pt x="3342" y="643"/>
                  </a:lnTo>
                  <a:lnTo>
                    <a:pt x="3342" y="643"/>
                  </a:lnTo>
                  <a:lnTo>
                    <a:pt x="3343" y="643"/>
                  </a:lnTo>
                  <a:lnTo>
                    <a:pt x="3343" y="643"/>
                  </a:lnTo>
                  <a:lnTo>
                    <a:pt x="3344" y="643"/>
                  </a:lnTo>
                  <a:lnTo>
                    <a:pt x="3344" y="628"/>
                  </a:lnTo>
                  <a:lnTo>
                    <a:pt x="3345" y="628"/>
                  </a:lnTo>
                  <a:lnTo>
                    <a:pt x="3345" y="628"/>
                  </a:lnTo>
                  <a:lnTo>
                    <a:pt x="3346" y="628"/>
                  </a:lnTo>
                  <a:lnTo>
                    <a:pt x="3346" y="628"/>
                  </a:lnTo>
                  <a:lnTo>
                    <a:pt x="3346" y="613"/>
                  </a:lnTo>
                  <a:lnTo>
                    <a:pt x="3347" y="613"/>
                  </a:lnTo>
                  <a:lnTo>
                    <a:pt x="3347" y="613"/>
                  </a:lnTo>
                  <a:lnTo>
                    <a:pt x="3348" y="613"/>
                  </a:lnTo>
                  <a:lnTo>
                    <a:pt x="3348" y="613"/>
                  </a:lnTo>
                  <a:lnTo>
                    <a:pt x="3349" y="598"/>
                  </a:lnTo>
                  <a:lnTo>
                    <a:pt x="3349" y="598"/>
                  </a:lnTo>
                  <a:lnTo>
                    <a:pt x="3350" y="598"/>
                  </a:lnTo>
                  <a:lnTo>
                    <a:pt x="3350" y="598"/>
                  </a:lnTo>
                  <a:lnTo>
                    <a:pt x="3351" y="598"/>
                  </a:lnTo>
                  <a:lnTo>
                    <a:pt x="3351" y="598"/>
                  </a:lnTo>
                  <a:lnTo>
                    <a:pt x="3351" y="583"/>
                  </a:lnTo>
                  <a:lnTo>
                    <a:pt x="3352" y="583"/>
                  </a:lnTo>
                  <a:lnTo>
                    <a:pt x="3352" y="583"/>
                  </a:lnTo>
                  <a:lnTo>
                    <a:pt x="3353" y="583"/>
                  </a:lnTo>
                  <a:lnTo>
                    <a:pt x="3353" y="583"/>
                  </a:lnTo>
                  <a:lnTo>
                    <a:pt x="3354" y="583"/>
                  </a:lnTo>
                  <a:lnTo>
                    <a:pt x="3354" y="568"/>
                  </a:lnTo>
                  <a:lnTo>
                    <a:pt x="3355" y="568"/>
                  </a:lnTo>
                  <a:lnTo>
                    <a:pt x="3355" y="568"/>
                  </a:lnTo>
                  <a:lnTo>
                    <a:pt x="3355" y="568"/>
                  </a:lnTo>
                  <a:lnTo>
                    <a:pt x="3356" y="553"/>
                  </a:lnTo>
                  <a:lnTo>
                    <a:pt x="3357" y="553"/>
                  </a:lnTo>
                  <a:lnTo>
                    <a:pt x="3357" y="553"/>
                  </a:lnTo>
                  <a:lnTo>
                    <a:pt x="3357" y="553"/>
                  </a:lnTo>
                  <a:lnTo>
                    <a:pt x="3358" y="553"/>
                  </a:lnTo>
                  <a:lnTo>
                    <a:pt x="3358" y="538"/>
                  </a:lnTo>
                  <a:lnTo>
                    <a:pt x="3359" y="538"/>
                  </a:lnTo>
                  <a:lnTo>
                    <a:pt x="3359" y="538"/>
                  </a:lnTo>
                  <a:lnTo>
                    <a:pt x="3360" y="538"/>
                  </a:lnTo>
                  <a:lnTo>
                    <a:pt x="3360" y="538"/>
                  </a:lnTo>
                  <a:lnTo>
                    <a:pt x="3361" y="538"/>
                  </a:lnTo>
                  <a:lnTo>
                    <a:pt x="3361" y="538"/>
                  </a:lnTo>
                  <a:lnTo>
                    <a:pt x="3361" y="553"/>
                  </a:lnTo>
                  <a:lnTo>
                    <a:pt x="3362" y="553"/>
                  </a:lnTo>
                  <a:lnTo>
                    <a:pt x="3362" y="553"/>
                  </a:lnTo>
                  <a:lnTo>
                    <a:pt x="3363" y="553"/>
                  </a:lnTo>
                  <a:lnTo>
                    <a:pt x="3363" y="553"/>
                  </a:lnTo>
                  <a:lnTo>
                    <a:pt x="3364" y="553"/>
                  </a:lnTo>
                  <a:lnTo>
                    <a:pt x="3364" y="553"/>
                  </a:lnTo>
                  <a:lnTo>
                    <a:pt x="3364" y="553"/>
                  </a:lnTo>
                  <a:lnTo>
                    <a:pt x="3365" y="553"/>
                  </a:lnTo>
                  <a:lnTo>
                    <a:pt x="3366" y="553"/>
                  </a:lnTo>
                  <a:lnTo>
                    <a:pt x="3366" y="553"/>
                  </a:lnTo>
                  <a:lnTo>
                    <a:pt x="3366" y="568"/>
                  </a:lnTo>
                  <a:lnTo>
                    <a:pt x="3367" y="568"/>
                  </a:lnTo>
                  <a:lnTo>
                    <a:pt x="3367" y="568"/>
                  </a:lnTo>
                  <a:lnTo>
                    <a:pt x="3368" y="568"/>
                  </a:lnTo>
                  <a:lnTo>
                    <a:pt x="3368" y="568"/>
                  </a:lnTo>
                  <a:lnTo>
                    <a:pt x="3369" y="568"/>
                  </a:lnTo>
                  <a:lnTo>
                    <a:pt x="3369" y="568"/>
                  </a:lnTo>
                  <a:lnTo>
                    <a:pt x="3370" y="583"/>
                  </a:lnTo>
                  <a:lnTo>
                    <a:pt x="3370" y="583"/>
                  </a:lnTo>
                  <a:lnTo>
                    <a:pt x="3370" y="583"/>
                  </a:lnTo>
                  <a:lnTo>
                    <a:pt x="3371" y="598"/>
                  </a:lnTo>
                  <a:lnTo>
                    <a:pt x="3372" y="598"/>
                  </a:lnTo>
                  <a:lnTo>
                    <a:pt x="3372" y="598"/>
                  </a:lnTo>
                  <a:lnTo>
                    <a:pt x="3372" y="613"/>
                  </a:lnTo>
                  <a:lnTo>
                    <a:pt x="3373" y="613"/>
                  </a:lnTo>
                  <a:lnTo>
                    <a:pt x="3373" y="613"/>
                  </a:lnTo>
                  <a:lnTo>
                    <a:pt x="3374" y="628"/>
                  </a:lnTo>
                  <a:lnTo>
                    <a:pt x="3374" y="628"/>
                  </a:lnTo>
                  <a:lnTo>
                    <a:pt x="3375" y="628"/>
                  </a:lnTo>
                  <a:lnTo>
                    <a:pt x="3375" y="628"/>
                  </a:lnTo>
                  <a:lnTo>
                    <a:pt x="3376" y="628"/>
                  </a:lnTo>
                  <a:lnTo>
                    <a:pt x="3376" y="643"/>
                  </a:lnTo>
                  <a:lnTo>
                    <a:pt x="3376" y="643"/>
                  </a:lnTo>
                  <a:lnTo>
                    <a:pt x="3377" y="643"/>
                  </a:lnTo>
                  <a:lnTo>
                    <a:pt x="3377" y="643"/>
                  </a:lnTo>
                  <a:lnTo>
                    <a:pt x="3378" y="658"/>
                  </a:lnTo>
                  <a:lnTo>
                    <a:pt x="3378" y="658"/>
                  </a:lnTo>
                  <a:lnTo>
                    <a:pt x="3379" y="658"/>
                  </a:lnTo>
                  <a:lnTo>
                    <a:pt x="3379" y="673"/>
                  </a:lnTo>
                  <a:lnTo>
                    <a:pt x="3379" y="673"/>
                  </a:lnTo>
                  <a:lnTo>
                    <a:pt x="3380" y="673"/>
                  </a:lnTo>
                  <a:lnTo>
                    <a:pt x="3381" y="673"/>
                  </a:lnTo>
                  <a:lnTo>
                    <a:pt x="3381" y="673"/>
                  </a:lnTo>
                  <a:lnTo>
                    <a:pt x="3381" y="673"/>
                  </a:lnTo>
                  <a:lnTo>
                    <a:pt x="3382" y="673"/>
                  </a:lnTo>
                  <a:lnTo>
                    <a:pt x="3382" y="673"/>
                  </a:lnTo>
                  <a:lnTo>
                    <a:pt x="3383" y="673"/>
                  </a:lnTo>
                  <a:lnTo>
                    <a:pt x="3383" y="688"/>
                  </a:lnTo>
                  <a:lnTo>
                    <a:pt x="3384" y="688"/>
                  </a:lnTo>
                  <a:lnTo>
                    <a:pt x="3384" y="688"/>
                  </a:lnTo>
                  <a:lnTo>
                    <a:pt x="3385" y="688"/>
                  </a:lnTo>
                  <a:lnTo>
                    <a:pt x="3385" y="688"/>
                  </a:lnTo>
                  <a:lnTo>
                    <a:pt x="3385" y="703"/>
                  </a:lnTo>
                  <a:lnTo>
                    <a:pt x="3386" y="703"/>
                  </a:lnTo>
                  <a:lnTo>
                    <a:pt x="3387" y="703"/>
                  </a:lnTo>
                  <a:lnTo>
                    <a:pt x="3387" y="703"/>
                  </a:lnTo>
                  <a:lnTo>
                    <a:pt x="3387" y="703"/>
                  </a:lnTo>
                  <a:lnTo>
                    <a:pt x="3388" y="718"/>
                  </a:lnTo>
                  <a:lnTo>
                    <a:pt x="3388" y="718"/>
                  </a:lnTo>
                  <a:lnTo>
                    <a:pt x="3389" y="718"/>
                  </a:lnTo>
                  <a:lnTo>
                    <a:pt x="3389" y="718"/>
                  </a:lnTo>
                  <a:lnTo>
                    <a:pt x="3390" y="718"/>
                  </a:lnTo>
                  <a:lnTo>
                    <a:pt x="3390" y="718"/>
                  </a:lnTo>
                  <a:lnTo>
                    <a:pt x="3390" y="718"/>
                  </a:lnTo>
                  <a:lnTo>
                    <a:pt x="3391" y="718"/>
                  </a:lnTo>
                  <a:lnTo>
                    <a:pt x="3391" y="718"/>
                  </a:lnTo>
                  <a:lnTo>
                    <a:pt x="3392" y="718"/>
                  </a:lnTo>
                  <a:lnTo>
                    <a:pt x="3392" y="718"/>
                  </a:lnTo>
                  <a:lnTo>
                    <a:pt x="3393" y="718"/>
                  </a:lnTo>
                  <a:lnTo>
                    <a:pt x="3393" y="718"/>
                  </a:lnTo>
                  <a:lnTo>
                    <a:pt x="3394" y="718"/>
                  </a:lnTo>
                  <a:lnTo>
                    <a:pt x="3394" y="718"/>
                  </a:lnTo>
                  <a:lnTo>
                    <a:pt x="3394" y="718"/>
                  </a:lnTo>
                  <a:lnTo>
                    <a:pt x="3395" y="718"/>
                  </a:lnTo>
                  <a:lnTo>
                    <a:pt x="3396" y="718"/>
                  </a:lnTo>
                  <a:lnTo>
                    <a:pt x="3396" y="718"/>
                  </a:lnTo>
                  <a:lnTo>
                    <a:pt x="3396" y="733"/>
                  </a:lnTo>
                  <a:lnTo>
                    <a:pt x="3397" y="733"/>
                  </a:lnTo>
                  <a:lnTo>
                    <a:pt x="3397" y="733"/>
                  </a:lnTo>
                  <a:lnTo>
                    <a:pt x="3398" y="733"/>
                  </a:lnTo>
                  <a:lnTo>
                    <a:pt x="3398" y="748"/>
                  </a:lnTo>
                  <a:lnTo>
                    <a:pt x="3399" y="748"/>
                  </a:lnTo>
                  <a:lnTo>
                    <a:pt x="3399" y="748"/>
                  </a:lnTo>
                  <a:lnTo>
                    <a:pt x="3400" y="748"/>
                  </a:lnTo>
                  <a:lnTo>
                    <a:pt x="3400" y="748"/>
                  </a:lnTo>
                  <a:lnTo>
                    <a:pt x="3401" y="763"/>
                  </a:lnTo>
                  <a:lnTo>
                    <a:pt x="3401" y="763"/>
                  </a:lnTo>
                  <a:lnTo>
                    <a:pt x="3402" y="763"/>
                  </a:lnTo>
                  <a:lnTo>
                    <a:pt x="3402" y="763"/>
                  </a:lnTo>
                  <a:lnTo>
                    <a:pt x="3402" y="763"/>
                  </a:lnTo>
                  <a:lnTo>
                    <a:pt x="3403" y="778"/>
                  </a:lnTo>
                  <a:lnTo>
                    <a:pt x="3403" y="778"/>
                  </a:lnTo>
                  <a:lnTo>
                    <a:pt x="3404" y="778"/>
                  </a:lnTo>
                  <a:lnTo>
                    <a:pt x="3404" y="778"/>
                  </a:lnTo>
                  <a:lnTo>
                    <a:pt x="3405" y="778"/>
                  </a:lnTo>
                  <a:lnTo>
                    <a:pt x="3405" y="778"/>
                  </a:lnTo>
                  <a:lnTo>
                    <a:pt x="3405" y="778"/>
                  </a:lnTo>
                  <a:lnTo>
                    <a:pt x="3406" y="778"/>
                  </a:lnTo>
                  <a:lnTo>
                    <a:pt x="3407" y="778"/>
                  </a:lnTo>
                  <a:lnTo>
                    <a:pt x="3407" y="778"/>
                  </a:lnTo>
                  <a:lnTo>
                    <a:pt x="3407" y="778"/>
                  </a:lnTo>
                  <a:lnTo>
                    <a:pt x="3408" y="778"/>
                  </a:lnTo>
                  <a:lnTo>
                    <a:pt x="3408" y="778"/>
                  </a:lnTo>
                  <a:lnTo>
                    <a:pt x="3409" y="778"/>
                  </a:lnTo>
                  <a:lnTo>
                    <a:pt x="3409" y="778"/>
                  </a:lnTo>
                  <a:lnTo>
                    <a:pt x="3410" y="778"/>
                  </a:lnTo>
                  <a:lnTo>
                    <a:pt x="3410" y="778"/>
                  </a:lnTo>
                  <a:lnTo>
                    <a:pt x="3411" y="763"/>
                  </a:lnTo>
                  <a:lnTo>
                    <a:pt x="3411" y="763"/>
                  </a:lnTo>
                  <a:lnTo>
                    <a:pt x="3411" y="763"/>
                  </a:lnTo>
                  <a:lnTo>
                    <a:pt x="3412" y="763"/>
                  </a:lnTo>
                  <a:lnTo>
                    <a:pt x="3413" y="763"/>
                  </a:lnTo>
                  <a:lnTo>
                    <a:pt x="3413" y="763"/>
                  </a:lnTo>
                  <a:lnTo>
                    <a:pt x="3413" y="763"/>
                  </a:lnTo>
                  <a:lnTo>
                    <a:pt x="3414" y="763"/>
                  </a:lnTo>
                  <a:lnTo>
                    <a:pt x="3414" y="763"/>
                  </a:lnTo>
                  <a:lnTo>
                    <a:pt x="3415" y="763"/>
                  </a:lnTo>
                  <a:lnTo>
                    <a:pt x="3415" y="763"/>
                  </a:lnTo>
                  <a:lnTo>
                    <a:pt x="3416" y="763"/>
                  </a:lnTo>
                  <a:lnTo>
                    <a:pt x="3416" y="763"/>
                  </a:lnTo>
                  <a:lnTo>
                    <a:pt x="3416" y="763"/>
                  </a:lnTo>
                  <a:lnTo>
                    <a:pt x="3417" y="763"/>
                  </a:lnTo>
                  <a:lnTo>
                    <a:pt x="3417" y="763"/>
                  </a:lnTo>
                  <a:lnTo>
                    <a:pt x="3418" y="763"/>
                  </a:lnTo>
                  <a:lnTo>
                    <a:pt x="3418" y="763"/>
                  </a:lnTo>
                  <a:lnTo>
                    <a:pt x="3419" y="763"/>
                  </a:lnTo>
                  <a:lnTo>
                    <a:pt x="3419" y="763"/>
                  </a:lnTo>
                  <a:lnTo>
                    <a:pt x="3420" y="763"/>
                  </a:lnTo>
                  <a:lnTo>
                    <a:pt x="3420" y="763"/>
                  </a:lnTo>
                  <a:lnTo>
                    <a:pt x="3420" y="763"/>
                  </a:lnTo>
                  <a:lnTo>
                    <a:pt x="3421" y="763"/>
                  </a:lnTo>
                  <a:lnTo>
                    <a:pt x="3422" y="763"/>
                  </a:lnTo>
                  <a:lnTo>
                    <a:pt x="3422" y="763"/>
                  </a:lnTo>
                  <a:lnTo>
                    <a:pt x="3422" y="748"/>
                  </a:lnTo>
                  <a:lnTo>
                    <a:pt x="3423" y="748"/>
                  </a:lnTo>
                  <a:lnTo>
                    <a:pt x="3423" y="748"/>
                  </a:lnTo>
                  <a:lnTo>
                    <a:pt x="3424" y="748"/>
                  </a:lnTo>
                  <a:lnTo>
                    <a:pt x="3424" y="748"/>
                  </a:lnTo>
                  <a:lnTo>
                    <a:pt x="3425" y="748"/>
                  </a:lnTo>
                  <a:lnTo>
                    <a:pt x="3425" y="733"/>
                  </a:lnTo>
                  <a:lnTo>
                    <a:pt x="3426" y="733"/>
                  </a:lnTo>
                  <a:lnTo>
                    <a:pt x="3426" y="733"/>
                  </a:lnTo>
                  <a:lnTo>
                    <a:pt x="3426" y="733"/>
                  </a:lnTo>
                  <a:lnTo>
                    <a:pt x="3427" y="733"/>
                  </a:lnTo>
                  <a:lnTo>
                    <a:pt x="3428" y="718"/>
                  </a:lnTo>
                  <a:lnTo>
                    <a:pt x="3428" y="718"/>
                  </a:lnTo>
                  <a:lnTo>
                    <a:pt x="3428" y="718"/>
                  </a:lnTo>
                  <a:lnTo>
                    <a:pt x="3429" y="718"/>
                  </a:lnTo>
                  <a:lnTo>
                    <a:pt x="3429" y="718"/>
                  </a:lnTo>
                  <a:lnTo>
                    <a:pt x="3430" y="718"/>
                  </a:lnTo>
                  <a:lnTo>
                    <a:pt x="3430" y="718"/>
                  </a:lnTo>
                  <a:lnTo>
                    <a:pt x="3431" y="718"/>
                  </a:lnTo>
                  <a:lnTo>
                    <a:pt x="3431" y="718"/>
                  </a:lnTo>
                  <a:lnTo>
                    <a:pt x="3431" y="733"/>
                  </a:lnTo>
                  <a:lnTo>
                    <a:pt x="3432" y="733"/>
                  </a:lnTo>
                  <a:lnTo>
                    <a:pt x="3432" y="733"/>
                  </a:lnTo>
                  <a:lnTo>
                    <a:pt x="3433" y="733"/>
                  </a:lnTo>
                  <a:lnTo>
                    <a:pt x="3433" y="733"/>
                  </a:lnTo>
                  <a:lnTo>
                    <a:pt x="3434" y="733"/>
                  </a:lnTo>
                  <a:lnTo>
                    <a:pt x="3434" y="733"/>
                  </a:lnTo>
                  <a:lnTo>
                    <a:pt x="3435" y="733"/>
                  </a:lnTo>
                  <a:lnTo>
                    <a:pt x="3435" y="733"/>
                  </a:lnTo>
                  <a:lnTo>
                    <a:pt x="3435" y="733"/>
                  </a:lnTo>
                  <a:lnTo>
                    <a:pt x="3436" y="733"/>
                  </a:lnTo>
                  <a:lnTo>
                    <a:pt x="3437" y="718"/>
                  </a:lnTo>
                  <a:lnTo>
                    <a:pt x="3437" y="718"/>
                  </a:lnTo>
                  <a:lnTo>
                    <a:pt x="3437" y="718"/>
                  </a:lnTo>
                  <a:lnTo>
                    <a:pt x="3438" y="718"/>
                  </a:lnTo>
                  <a:lnTo>
                    <a:pt x="3438" y="718"/>
                  </a:lnTo>
                  <a:lnTo>
                    <a:pt x="3439" y="703"/>
                  </a:lnTo>
                  <a:lnTo>
                    <a:pt x="3439" y="703"/>
                  </a:lnTo>
                  <a:lnTo>
                    <a:pt x="3440" y="703"/>
                  </a:lnTo>
                  <a:lnTo>
                    <a:pt x="3440" y="688"/>
                  </a:lnTo>
                  <a:lnTo>
                    <a:pt x="3441" y="688"/>
                  </a:lnTo>
                  <a:lnTo>
                    <a:pt x="3441" y="688"/>
                  </a:lnTo>
                  <a:lnTo>
                    <a:pt x="3441" y="688"/>
                  </a:lnTo>
                  <a:lnTo>
                    <a:pt x="3442" y="688"/>
                  </a:lnTo>
                  <a:lnTo>
                    <a:pt x="3442" y="673"/>
                  </a:lnTo>
                  <a:lnTo>
                    <a:pt x="3443" y="673"/>
                  </a:lnTo>
                  <a:lnTo>
                    <a:pt x="3443" y="673"/>
                  </a:lnTo>
                  <a:lnTo>
                    <a:pt x="3444" y="673"/>
                  </a:lnTo>
                  <a:lnTo>
                    <a:pt x="3444" y="673"/>
                  </a:lnTo>
                  <a:lnTo>
                    <a:pt x="3445" y="673"/>
                  </a:lnTo>
                  <a:lnTo>
                    <a:pt x="3445" y="673"/>
                  </a:lnTo>
                  <a:lnTo>
                    <a:pt x="3446" y="673"/>
                  </a:lnTo>
                  <a:lnTo>
                    <a:pt x="3446" y="673"/>
                  </a:lnTo>
                  <a:lnTo>
                    <a:pt x="3446" y="673"/>
                  </a:lnTo>
                  <a:lnTo>
                    <a:pt x="3447" y="673"/>
                  </a:lnTo>
                  <a:lnTo>
                    <a:pt x="3447" y="673"/>
                  </a:lnTo>
                  <a:lnTo>
                    <a:pt x="3448" y="673"/>
                  </a:lnTo>
                  <a:lnTo>
                    <a:pt x="3448" y="673"/>
                  </a:lnTo>
                  <a:lnTo>
                    <a:pt x="3449" y="673"/>
                  </a:lnTo>
                  <a:lnTo>
                    <a:pt x="3449" y="673"/>
                  </a:lnTo>
                  <a:lnTo>
                    <a:pt x="3450" y="673"/>
                  </a:lnTo>
                  <a:lnTo>
                    <a:pt x="3450" y="673"/>
                  </a:lnTo>
                  <a:lnTo>
                    <a:pt x="3450" y="673"/>
                  </a:lnTo>
                  <a:lnTo>
                    <a:pt x="3451" y="673"/>
                  </a:lnTo>
                  <a:lnTo>
                    <a:pt x="3452" y="673"/>
                  </a:lnTo>
                  <a:lnTo>
                    <a:pt x="3452" y="658"/>
                  </a:lnTo>
                  <a:lnTo>
                    <a:pt x="3452" y="658"/>
                  </a:lnTo>
                  <a:lnTo>
                    <a:pt x="3453" y="658"/>
                  </a:lnTo>
                  <a:lnTo>
                    <a:pt x="3453" y="658"/>
                  </a:lnTo>
                  <a:lnTo>
                    <a:pt x="3454" y="658"/>
                  </a:lnTo>
                  <a:lnTo>
                    <a:pt x="3454" y="658"/>
                  </a:lnTo>
                  <a:lnTo>
                    <a:pt x="3455" y="658"/>
                  </a:lnTo>
                  <a:lnTo>
                    <a:pt x="3455" y="643"/>
                  </a:lnTo>
                  <a:lnTo>
                    <a:pt x="3456" y="643"/>
                  </a:lnTo>
                  <a:lnTo>
                    <a:pt x="3456" y="643"/>
                  </a:lnTo>
                  <a:lnTo>
                    <a:pt x="3456" y="643"/>
                  </a:lnTo>
                  <a:lnTo>
                    <a:pt x="3457" y="628"/>
                  </a:lnTo>
                  <a:lnTo>
                    <a:pt x="3457" y="628"/>
                  </a:lnTo>
                  <a:lnTo>
                    <a:pt x="3458" y="628"/>
                  </a:lnTo>
                  <a:lnTo>
                    <a:pt x="3458" y="613"/>
                  </a:lnTo>
                  <a:lnTo>
                    <a:pt x="3459" y="613"/>
                  </a:lnTo>
                  <a:lnTo>
                    <a:pt x="3459" y="613"/>
                  </a:lnTo>
                  <a:lnTo>
                    <a:pt x="3459" y="598"/>
                  </a:lnTo>
                  <a:lnTo>
                    <a:pt x="3460" y="598"/>
                  </a:lnTo>
                  <a:lnTo>
                    <a:pt x="3461" y="598"/>
                  </a:lnTo>
                  <a:lnTo>
                    <a:pt x="3461" y="583"/>
                  </a:lnTo>
                  <a:lnTo>
                    <a:pt x="3461" y="583"/>
                  </a:lnTo>
                  <a:lnTo>
                    <a:pt x="3462" y="583"/>
                  </a:lnTo>
                  <a:lnTo>
                    <a:pt x="3462" y="568"/>
                  </a:lnTo>
                  <a:lnTo>
                    <a:pt x="3463" y="568"/>
                  </a:lnTo>
                  <a:lnTo>
                    <a:pt x="3463" y="568"/>
                  </a:lnTo>
                  <a:lnTo>
                    <a:pt x="3464" y="568"/>
                  </a:lnTo>
                  <a:lnTo>
                    <a:pt x="3464" y="568"/>
                  </a:lnTo>
                  <a:lnTo>
                    <a:pt x="3465" y="568"/>
                  </a:lnTo>
                  <a:lnTo>
                    <a:pt x="3465" y="568"/>
                  </a:lnTo>
                  <a:lnTo>
                    <a:pt x="3465" y="568"/>
                  </a:lnTo>
                  <a:lnTo>
                    <a:pt x="3466" y="568"/>
                  </a:lnTo>
                  <a:lnTo>
                    <a:pt x="3467" y="568"/>
                  </a:lnTo>
                  <a:lnTo>
                    <a:pt x="3467" y="568"/>
                  </a:lnTo>
                  <a:lnTo>
                    <a:pt x="3467" y="553"/>
                  </a:lnTo>
                  <a:lnTo>
                    <a:pt x="3468" y="553"/>
                  </a:lnTo>
                  <a:lnTo>
                    <a:pt x="3468" y="553"/>
                  </a:lnTo>
                  <a:lnTo>
                    <a:pt x="3469" y="553"/>
                  </a:lnTo>
                  <a:lnTo>
                    <a:pt x="3469" y="553"/>
                  </a:lnTo>
                  <a:lnTo>
                    <a:pt x="3470" y="553"/>
                  </a:lnTo>
                  <a:lnTo>
                    <a:pt x="3470" y="553"/>
                  </a:lnTo>
                  <a:lnTo>
                    <a:pt x="3471" y="553"/>
                  </a:lnTo>
                  <a:lnTo>
                    <a:pt x="3471" y="553"/>
                  </a:lnTo>
                  <a:lnTo>
                    <a:pt x="3471" y="538"/>
                  </a:lnTo>
                  <a:lnTo>
                    <a:pt x="3472" y="538"/>
                  </a:lnTo>
                  <a:lnTo>
                    <a:pt x="3472" y="538"/>
                  </a:lnTo>
                  <a:lnTo>
                    <a:pt x="3473" y="538"/>
                  </a:lnTo>
                  <a:lnTo>
                    <a:pt x="3473" y="538"/>
                  </a:lnTo>
                  <a:lnTo>
                    <a:pt x="3474" y="523"/>
                  </a:lnTo>
                  <a:lnTo>
                    <a:pt x="3474" y="523"/>
                  </a:lnTo>
                  <a:lnTo>
                    <a:pt x="3474" y="523"/>
                  </a:lnTo>
                  <a:lnTo>
                    <a:pt x="3475" y="523"/>
                  </a:lnTo>
                  <a:lnTo>
                    <a:pt x="3476" y="509"/>
                  </a:lnTo>
                  <a:lnTo>
                    <a:pt x="3476" y="509"/>
                  </a:lnTo>
                  <a:lnTo>
                    <a:pt x="3476" y="509"/>
                  </a:lnTo>
                  <a:lnTo>
                    <a:pt x="3477" y="494"/>
                  </a:lnTo>
                  <a:lnTo>
                    <a:pt x="3477" y="494"/>
                  </a:lnTo>
                  <a:lnTo>
                    <a:pt x="3478" y="494"/>
                  </a:lnTo>
                  <a:lnTo>
                    <a:pt x="3478" y="479"/>
                  </a:lnTo>
                  <a:lnTo>
                    <a:pt x="3479" y="479"/>
                  </a:lnTo>
                  <a:lnTo>
                    <a:pt x="3479" y="464"/>
                  </a:lnTo>
                  <a:lnTo>
                    <a:pt x="3480" y="464"/>
                  </a:lnTo>
                  <a:lnTo>
                    <a:pt x="3480" y="464"/>
                  </a:lnTo>
                  <a:lnTo>
                    <a:pt x="3480" y="449"/>
                  </a:lnTo>
                  <a:lnTo>
                    <a:pt x="3481" y="449"/>
                  </a:lnTo>
                  <a:lnTo>
                    <a:pt x="3482" y="449"/>
                  </a:lnTo>
                  <a:lnTo>
                    <a:pt x="3482" y="449"/>
                  </a:lnTo>
                  <a:lnTo>
                    <a:pt x="3482" y="449"/>
                  </a:lnTo>
                  <a:lnTo>
                    <a:pt x="3483" y="434"/>
                  </a:lnTo>
                  <a:lnTo>
                    <a:pt x="3483" y="434"/>
                  </a:lnTo>
                  <a:lnTo>
                    <a:pt x="3484" y="434"/>
                  </a:lnTo>
                  <a:lnTo>
                    <a:pt x="3484" y="434"/>
                  </a:lnTo>
                  <a:lnTo>
                    <a:pt x="3485" y="434"/>
                  </a:lnTo>
                  <a:lnTo>
                    <a:pt x="3485" y="434"/>
                  </a:lnTo>
                  <a:lnTo>
                    <a:pt x="3485" y="419"/>
                  </a:lnTo>
                  <a:lnTo>
                    <a:pt x="3486" y="419"/>
                  </a:lnTo>
                  <a:lnTo>
                    <a:pt x="3486" y="419"/>
                  </a:lnTo>
                  <a:lnTo>
                    <a:pt x="3487" y="419"/>
                  </a:lnTo>
                  <a:lnTo>
                    <a:pt x="3487" y="419"/>
                  </a:lnTo>
                  <a:lnTo>
                    <a:pt x="3488" y="419"/>
                  </a:lnTo>
                  <a:lnTo>
                    <a:pt x="3488" y="419"/>
                  </a:lnTo>
                  <a:lnTo>
                    <a:pt x="3489" y="419"/>
                  </a:lnTo>
                  <a:lnTo>
                    <a:pt x="3489" y="434"/>
                  </a:lnTo>
                  <a:lnTo>
                    <a:pt x="3489" y="434"/>
                  </a:lnTo>
                  <a:lnTo>
                    <a:pt x="3490" y="434"/>
                  </a:lnTo>
                  <a:lnTo>
                    <a:pt x="3491" y="434"/>
                  </a:lnTo>
                  <a:lnTo>
                    <a:pt x="3491" y="419"/>
                  </a:lnTo>
                  <a:lnTo>
                    <a:pt x="3491" y="419"/>
                  </a:lnTo>
                  <a:lnTo>
                    <a:pt x="3492" y="419"/>
                  </a:lnTo>
                  <a:lnTo>
                    <a:pt x="3492" y="419"/>
                  </a:lnTo>
                  <a:lnTo>
                    <a:pt x="3493" y="419"/>
                  </a:lnTo>
                  <a:lnTo>
                    <a:pt x="3493" y="419"/>
                  </a:lnTo>
                  <a:lnTo>
                    <a:pt x="3494" y="419"/>
                  </a:lnTo>
                  <a:lnTo>
                    <a:pt x="3494" y="419"/>
                  </a:lnTo>
                  <a:lnTo>
                    <a:pt x="3495" y="419"/>
                  </a:lnTo>
                  <a:lnTo>
                    <a:pt x="3495" y="419"/>
                  </a:lnTo>
                  <a:lnTo>
                    <a:pt x="3495" y="419"/>
                  </a:lnTo>
                  <a:lnTo>
                    <a:pt x="3496" y="419"/>
                  </a:lnTo>
                  <a:lnTo>
                    <a:pt x="3497" y="419"/>
                  </a:lnTo>
                  <a:lnTo>
                    <a:pt x="3497" y="434"/>
                  </a:lnTo>
                  <a:lnTo>
                    <a:pt x="3497" y="434"/>
                  </a:lnTo>
                  <a:lnTo>
                    <a:pt x="3498" y="434"/>
                  </a:lnTo>
                  <a:lnTo>
                    <a:pt x="3498" y="434"/>
                  </a:lnTo>
                  <a:lnTo>
                    <a:pt x="3499" y="434"/>
                  </a:lnTo>
                  <a:lnTo>
                    <a:pt x="3499" y="434"/>
                  </a:lnTo>
                  <a:lnTo>
                    <a:pt x="3500" y="434"/>
                  </a:lnTo>
                  <a:lnTo>
                    <a:pt x="3500" y="449"/>
                  </a:lnTo>
                  <a:lnTo>
                    <a:pt x="3500" y="449"/>
                  </a:lnTo>
                  <a:lnTo>
                    <a:pt x="3501" y="449"/>
                  </a:lnTo>
                  <a:lnTo>
                    <a:pt x="3501" y="449"/>
                  </a:lnTo>
                  <a:lnTo>
                    <a:pt x="3502" y="464"/>
                  </a:lnTo>
                  <a:lnTo>
                    <a:pt x="3502" y="464"/>
                  </a:lnTo>
                  <a:lnTo>
                    <a:pt x="3503" y="464"/>
                  </a:lnTo>
                  <a:lnTo>
                    <a:pt x="3503" y="464"/>
                  </a:lnTo>
                  <a:lnTo>
                    <a:pt x="3504" y="464"/>
                  </a:lnTo>
                  <a:lnTo>
                    <a:pt x="3504" y="464"/>
                  </a:lnTo>
                  <a:lnTo>
                    <a:pt x="3504" y="464"/>
                  </a:lnTo>
                  <a:lnTo>
                    <a:pt x="3505" y="464"/>
                  </a:lnTo>
                  <a:lnTo>
                    <a:pt x="3506" y="464"/>
                  </a:lnTo>
                  <a:lnTo>
                    <a:pt x="3506" y="464"/>
                  </a:lnTo>
                  <a:lnTo>
                    <a:pt x="3506" y="464"/>
                  </a:lnTo>
                  <a:lnTo>
                    <a:pt x="3507" y="464"/>
                  </a:lnTo>
                  <a:lnTo>
                    <a:pt x="3507" y="464"/>
                  </a:lnTo>
                  <a:lnTo>
                    <a:pt x="3508" y="464"/>
                  </a:lnTo>
                  <a:lnTo>
                    <a:pt x="3508" y="464"/>
                  </a:lnTo>
                  <a:lnTo>
                    <a:pt x="3509" y="464"/>
                  </a:lnTo>
                  <a:lnTo>
                    <a:pt x="3509" y="464"/>
                  </a:lnTo>
                  <a:lnTo>
                    <a:pt x="3510" y="464"/>
                  </a:lnTo>
                  <a:lnTo>
                    <a:pt x="3510" y="464"/>
                  </a:lnTo>
                  <a:lnTo>
                    <a:pt x="3511" y="464"/>
                  </a:lnTo>
                  <a:lnTo>
                    <a:pt x="3511" y="464"/>
                  </a:lnTo>
                  <a:lnTo>
                    <a:pt x="3512" y="464"/>
                  </a:lnTo>
                  <a:lnTo>
                    <a:pt x="3512" y="464"/>
                  </a:lnTo>
                  <a:lnTo>
                    <a:pt x="3512" y="464"/>
                  </a:lnTo>
                  <a:lnTo>
                    <a:pt x="3513" y="464"/>
                  </a:lnTo>
                  <a:lnTo>
                    <a:pt x="3513" y="464"/>
                  </a:lnTo>
                  <a:lnTo>
                    <a:pt x="3514" y="464"/>
                  </a:lnTo>
                  <a:lnTo>
                    <a:pt x="3514" y="464"/>
                  </a:lnTo>
                  <a:lnTo>
                    <a:pt x="3515" y="449"/>
                  </a:lnTo>
                  <a:lnTo>
                    <a:pt x="3515" y="449"/>
                  </a:lnTo>
                  <a:lnTo>
                    <a:pt x="3515" y="449"/>
                  </a:lnTo>
                  <a:lnTo>
                    <a:pt x="3516" y="449"/>
                  </a:lnTo>
                  <a:lnTo>
                    <a:pt x="3517" y="449"/>
                  </a:lnTo>
                  <a:lnTo>
                    <a:pt x="3517" y="449"/>
                  </a:lnTo>
                  <a:lnTo>
                    <a:pt x="3517" y="434"/>
                  </a:lnTo>
                  <a:lnTo>
                    <a:pt x="3518" y="434"/>
                  </a:lnTo>
                  <a:lnTo>
                    <a:pt x="3518" y="434"/>
                  </a:lnTo>
                  <a:lnTo>
                    <a:pt x="3519" y="434"/>
                  </a:lnTo>
                  <a:lnTo>
                    <a:pt x="3519" y="434"/>
                  </a:lnTo>
                  <a:lnTo>
                    <a:pt x="3520" y="434"/>
                  </a:lnTo>
                  <a:lnTo>
                    <a:pt x="3520" y="419"/>
                  </a:lnTo>
                  <a:lnTo>
                    <a:pt x="3521" y="419"/>
                  </a:lnTo>
                  <a:lnTo>
                    <a:pt x="3521" y="419"/>
                  </a:lnTo>
                  <a:lnTo>
                    <a:pt x="3521" y="419"/>
                  </a:lnTo>
                  <a:lnTo>
                    <a:pt x="3522" y="419"/>
                  </a:lnTo>
                  <a:lnTo>
                    <a:pt x="3523" y="419"/>
                  </a:lnTo>
                  <a:lnTo>
                    <a:pt x="3523" y="404"/>
                  </a:lnTo>
                  <a:lnTo>
                    <a:pt x="3523" y="404"/>
                  </a:lnTo>
                  <a:lnTo>
                    <a:pt x="3524" y="404"/>
                  </a:lnTo>
                  <a:lnTo>
                    <a:pt x="3524" y="389"/>
                  </a:lnTo>
                  <a:lnTo>
                    <a:pt x="3525" y="389"/>
                  </a:lnTo>
                  <a:lnTo>
                    <a:pt x="3525" y="374"/>
                  </a:lnTo>
                  <a:lnTo>
                    <a:pt x="3526" y="374"/>
                  </a:lnTo>
                  <a:lnTo>
                    <a:pt x="3526" y="359"/>
                  </a:lnTo>
                  <a:lnTo>
                    <a:pt x="3526" y="359"/>
                  </a:lnTo>
                  <a:lnTo>
                    <a:pt x="3527" y="344"/>
                  </a:lnTo>
                  <a:lnTo>
                    <a:pt x="3527" y="329"/>
                  </a:lnTo>
                  <a:lnTo>
                    <a:pt x="3528" y="329"/>
                  </a:lnTo>
                  <a:lnTo>
                    <a:pt x="3528" y="314"/>
                  </a:lnTo>
                  <a:lnTo>
                    <a:pt x="3529" y="299"/>
                  </a:lnTo>
                  <a:lnTo>
                    <a:pt x="3529" y="284"/>
                  </a:lnTo>
                  <a:lnTo>
                    <a:pt x="3530" y="284"/>
                  </a:lnTo>
                  <a:lnTo>
                    <a:pt x="3530" y="269"/>
                  </a:lnTo>
                  <a:lnTo>
                    <a:pt x="3530" y="254"/>
                  </a:lnTo>
                  <a:lnTo>
                    <a:pt x="3531" y="254"/>
                  </a:lnTo>
                  <a:lnTo>
                    <a:pt x="3532" y="239"/>
                  </a:lnTo>
                  <a:lnTo>
                    <a:pt x="3532" y="224"/>
                  </a:lnTo>
                  <a:lnTo>
                    <a:pt x="3532" y="224"/>
                  </a:lnTo>
                  <a:lnTo>
                    <a:pt x="3533" y="210"/>
                  </a:lnTo>
                  <a:lnTo>
                    <a:pt x="3533" y="210"/>
                  </a:lnTo>
                  <a:lnTo>
                    <a:pt x="3534" y="195"/>
                  </a:lnTo>
                  <a:lnTo>
                    <a:pt x="3534" y="195"/>
                  </a:lnTo>
                  <a:lnTo>
                    <a:pt x="3535" y="195"/>
                  </a:lnTo>
                  <a:lnTo>
                    <a:pt x="3535" y="180"/>
                  </a:lnTo>
                  <a:lnTo>
                    <a:pt x="3536" y="180"/>
                  </a:lnTo>
                  <a:lnTo>
                    <a:pt x="3536" y="165"/>
                  </a:lnTo>
                  <a:lnTo>
                    <a:pt x="3536" y="165"/>
                  </a:lnTo>
                  <a:lnTo>
                    <a:pt x="3537" y="150"/>
                  </a:lnTo>
                  <a:lnTo>
                    <a:pt x="3538" y="150"/>
                  </a:lnTo>
                  <a:lnTo>
                    <a:pt x="3538" y="150"/>
                  </a:lnTo>
                  <a:lnTo>
                    <a:pt x="3538" y="135"/>
                  </a:lnTo>
                  <a:lnTo>
                    <a:pt x="3539" y="135"/>
                  </a:lnTo>
                  <a:lnTo>
                    <a:pt x="3539" y="135"/>
                  </a:lnTo>
                  <a:lnTo>
                    <a:pt x="3540" y="135"/>
                  </a:lnTo>
                  <a:lnTo>
                    <a:pt x="3540" y="135"/>
                  </a:lnTo>
                  <a:lnTo>
                    <a:pt x="3541" y="135"/>
                  </a:lnTo>
                  <a:lnTo>
                    <a:pt x="3541" y="135"/>
                  </a:lnTo>
                  <a:lnTo>
                    <a:pt x="3541" y="120"/>
                  </a:lnTo>
                  <a:lnTo>
                    <a:pt x="3542" y="120"/>
                  </a:lnTo>
                  <a:lnTo>
                    <a:pt x="3542" y="120"/>
                  </a:lnTo>
                  <a:lnTo>
                    <a:pt x="3543" y="120"/>
                  </a:lnTo>
                  <a:lnTo>
                    <a:pt x="3543" y="120"/>
                  </a:lnTo>
                  <a:lnTo>
                    <a:pt x="3544" y="120"/>
                  </a:lnTo>
                  <a:lnTo>
                    <a:pt x="3544" y="120"/>
                  </a:lnTo>
                  <a:lnTo>
                    <a:pt x="3545" y="120"/>
                  </a:lnTo>
                  <a:lnTo>
                    <a:pt x="3545" y="105"/>
                  </a:lnTo>
                  <a:lnTo>
                    <a:pt x="3545" y="105"/>
                  </a:lnTo>
                  <a:lnTo>
                    <a:pt x="3546" y="105"/>
                  </a:lnTo>
                  <a:lnTo>
                    <a:pt x="3547" y="105"/>
                  </a:lnTo>
                  <a:lnTo>
                    <a:pt x="3547" y="105"/>
                  </a:lnTo>
                  <a:lnTo>
                    <a:pt x="3547" y="105"/>
                  </a:lnTo>
                  <a:lnTo>
                    <a:pt x="3548" y="90"/>
                  </a:lnTo>
                  <a:lnTo>
                    <a:pt x="3548" y="90"/>
                  </a:lnTo>
                  <a:lnTo>
                    <a:pt x="3549" y="90"/>
                  </a:lnTo>
                  <a:lnTo>
                    <a:pt x="3549" y="105"/>
                  </a:lnTo>
                  <a:lnTo>
                    <a:pt x="3550" y="105"/>
                  </a:lnTo>
                  <a:lnTo>
                    <a:pt x="3550" y="105"/>
                  </a:lnTo>
                  <a:lnTo>
                    <a:pt x="3551" y="105"/>
                  </a:lnTo>
                  <a:lnTo>
                    <a:pt x="3551" y="105"/>
                  </a:lnTo>
                  <a:lnTo>
                    <a:pt x="3551" y="105"/>
                  </a:lnTo>
                  <a:lnTo>
                    <a:pt x="3552" y="105"/>
                  </a:lnTo>
                  <a:lnTo>
                    <a:pt x="3552" y="105"/>
                  </a:lnTo>
                  <a:lnTo>
                    <a:pt x="3553" y="105"/>
                  </a:lnTo>
                  <a:lnTo>
                    <a:pt x="3553" y="105"/>
                  </a:lnTo>
                  <a:lnTo>
                    <a:pt x="3554" y="105"/>
                  </a:lnTo>
                  <a:lnTo>
                    <a:pt x="3554" y="105"/>
                  </a:lnTo>
                  <a:lnTo>
                    <a:pt x="3555" y="105"/>
                  </a:lnTo>
                  <a:lnTo>
                    <a:pt x="3555" y="105"/>
                  </a:lnTo>
                  <a:lnTo>
                    <a:pt x="3556" y="105"/>
                  </a:lnTo>
                  <a:lnTo>
                    <a:pt x="3556" y="105"/>
                  </a:lnTo>
                  <a:lnTo>
                    <a:pt x="3556" y="105"/>
                  </a:lnTo>
                  <a:lnTo>
                    <a:pt x="3557" y="105"/>
                  </a:lnTo>
                  <a:lnTo>
                    <a:pt x="3557" y="105"/>
                  </a:lnTo>
                  <a:lnTo>
                    <a:pt x="3558" y="105"/>
                  </a:lnTo>
                  <a:lnTo>
                    <a:pt x="3558" y="105"/>
                  </a:lnTo>
                  <a:lnTo>
                    <a:pt x="3559" y="105"/>
                  </a:lnTo>
                  <a:lnTo>
                    <a:pt x="3559" y="120"/>
                  </a:lnTo>
                  <a:lnTo>
                    <a:pt x="3560" y="120"/>
                  </a:lnTo>
                  <a:lnTo>
                    <a:pt x="3560" y="120"/>
                  </a:lnTo>
                  <a:lnTo>
                    <a:pt x="3560" y="120"/>
                  </a:lnTo>
                  <a:lnTo>
                    <a:pt x="3561" y="120"/>
                  </a:lnTo>
                  <a:lnTo>
                    <a:pt x="3562" y="120"/>
                  </a:lnTo>
                  <a:lnTo>
                    <a:pt x="3562" y="120"/>
                  </a:lnTo>
                  <a:lnTo>
                    <a:pt x="3562" y="120"/>
                  </a:lnTo>
                  <a:lnTo>
                    <a:pt x="3563" y="120"/>
                  </a:lnTo>
                  <a:lnTo>
                    <a:pt x="3563" y="120"/>
                  </a:lnTo>
                  <a:lnTo>
                    <a:pt x="3564" y="120"/>
                  </a:lnTo>
                  <a:lnTo>
                    <a:pt x="3564" y="120"/>
                  </a:lnTo>
                  <a:lnTo>
                    <a:pt x="3565" y="120"/>
                  </a:lnTo>
                  <a:lnTo>
                    <a:pt x="3565" y="120"/>
                  </a:lnTo>
                  <a:lnTo>
                    <a:pt x="3566" y="120"/>
                  </a:lnTo>
                  <a:lnTo>
                    <a:pt x="3566" y="120"/>
                  </a:lnTo>
                  <a:lnTo>
                    <a:pt x="3566" y="120"/>
                  </a:lnTo>
                  <a:lnTo>
                    <a:pt x="3567" y="120"/>
                  </a:lnTo>
                  <a:lnTo>
                    <a:pt x="3567" y="120"/>
                  </a:lnTo>
                  <a:lnTo>
                    <a:pt x="3568" y="120"/>
                  </a:lnTo>
                  <a:lnTo>
                    <a:pt x="3568" y="120"/>
                  </a:lnTo>
                  <a:lnTo>
                    <a:pt x="3569" y="120"/>
                  </a:lnTo>
                  <a:lnTo>
                    <a:pt x="3569" y="120"/>
                  </a:lnTo>
                  <a:lnTo>
                    <a:pt x="3569" y="120"/>
                  </a:lnTo>
                  <a:lnTo>
                    <a:pt x="3570" y="120"/>
                  </a:lnTo>
                  <a:lnTo>
                    <a:pt x="3571" y="135"/>
                  </a:lnTo>
                  <a:lnTo>
                    <a:pt x="3571" y="135"/>
                  </a:lnTo>
                  <a:lnTo>
                    <a:pt x="3571" y="135"/>
                  </a:lnTo>
                  <a:lnTo>
                    <a:pt x="3572" y="135"/>
                  </a:lnTo>
                  <a:lnTo>
                    <a:pt x="3572" y="150"/>
                  </a:lnTo>
                  <a:lnTo>
                    <a:pt x="3573" y="150"/>
                  </a:lnTo>
                  <a:lnTo>
                    <a:pt x="3573" y="150"/>
                  </a:lnTo>
                  <a:lnTo>
                    <a:pt x="3574" y="150"/>
                  </a:lnTo>
                  <a:lnTo>
                    <a:pt x="3574" y="150"/>
                  </a:lnTo>
                  <a:lnTo>
                    <a:pt x="3575" y="150"/>
                  </a:lnTo>
                  <a:lnTo>
                    <a:pt x="3575" y="150"/>
                  </a:lnTo>
                  <a:lnTo>
                    <a:pt x="3575" y="150"/>
                  </a:lnTo>
                  <a:lnTo>
                    <a:pt x="3576" y="150"/>
                  </a:lnTo>
                  <a:lnTo>
                    <a:pt x="3577" y="150"/>
                  </a:lnTo>
                  <a:lnTo>
                    <a:pt x="3577" y="150"/>
                  </a:lnTo>
                  <a:lnTo>
                    <a:pt x="3577" y="135"/>
                  </a:lnTo>
                  <a:lnTo>
                    <a:pt x="3578" y="135"/>
                  </a:lnTo>
                  <a:lnTo>
                    <a:pt x="3578" y="135"/>
                  </a:lnTo>
                  <a:lnTo>
                    <a:pt x="3579" y="120"/>
                  </a:lnTo>
                  <a:lnTo>
                    <a:pt x="3579" y="120"/>
                  </a:lnTo>
                  <a:lnTo>
                    <a:pt x="3580" y="120"/>
                  </a:lnTo>
                  <a:lnTo>
                    <a:pt x="3580" y="105"/>
                  </a:lnTo>
                  <a:lnTo>
                    <a:pt x="3581" y="105"/>
                  </a:lnTo>
                  <a:lnTo>
                    <a:pt x="3581" y="90"/>
                  </a:lnTo>
                  <a:lnTo>
                    <a:pt x="3581" y="90"/>
                  </a:lnTo>
                  <a:lnTo>
                    <a:pt x="3582" y="90"/>
                  </a:lnTo>
                  <a:lnTo>
                    <a:pt x="3582" y="75"/>
                  </a:lnTo>
                  <a:lnTo>
                    <a:pt x="3583" y="75"/>
                  </a:lnTo>
                  <a:lnTo>
                    <a:pt x="3583" y="75"/>
                  </a:lnTo>
                  <a:lnTo>
                    <a:pt x="3584" y="60"/>
                  </a:lnTo>
                  <a:lnTo>
                    <a:pt x="3584" y="60"/>
                  </a:lnTo>
                  <a:lnTo>
                    <a:pt x="3584" y="60"/>
                  </a:lnTo>
                  <a:lnTo>
                    <a:pt x="3585" y="45"/>
                  </a:lnTo>
                  <a:lnTo>
                    <a:pt x="3586" y="45"/>
                  </a:lnTo>
                  <a:lnTo>
                    <a:pt x="3586" y="45"/>
                  </a:lnTo>
                  <a:lnTo>
                    <a:pt x="3586" y="45"/>
                  </a:lnTo>
                  <a:lnTo>
                    <a:pt x="3587" y="30"/>
                  </a:lnTo>
                  <a:lnTo>
                    <a:pt x="3587" y="30"/>
                  </a:lnTo>
                  <a:lnTo>
                    <a:pt x="3588" y="30"/>
                  </a:lnTo>
                  <a:lnTo>
                    <a:pt x="3588" y="30"/>
                  </a:lnTo>
                  <a:lnTo>
                    <a:pt x="3589" y="30"/>
                  </a:lnTo>
                  <a:lnTo>
                    <a:pt x="3589" y="15"/>
                  </a:lnTo>
                  <a:lnTo>
                    <a:pt x="3590" y="15"/>
                  </a:lnTo>
                  <a:lnTo>
                    <a:pt x="3590" y="15"/>
                  </a:lnTo>
                  <a:lnTo>
                    <a:pt x="3590" y="15"/>
                  </a:lnTo>
                  <a:lnTo>
                    <a:pt x="3591" y="0"/>
                  </a:lnTo>
                  <a:lnTo>
                    <a:pt x="3592" y="0"/>
                  </a:lnTo>
                  <a:lnTo>
                    <a:pt x="3592" y="0"/>
                  </a:lnTo>
                  <a:lnTo>
                    <a:pt x="3592" y="0"/>
                  </a:lnTo>
                  <a:lnTo>
                    <a:pt x="3593" y="0"/>
                  </a:lnTo>
                  <a:lnTo>
                    <a:pt x="3593" y="0"/>
                  </a:lnTo>
                  <a:lnTo>
                    <a:pt x="3594" y="0"/>
                  </a:lnTo>
                  <a:lnTo>
                    <a:pt x="3594" y="0"/>
                  </a:lnTo>
                  <a:lnTo>
                    <a:pt x="3595" y="0"/>
                  </a:lnTo>
                  <a:lnTo>
                    <a:pt x="3595" y="0"/>
                  </a:lnTo>
                  <a:lnTo>
                    <a:pt x="3595" y="0"/>
                  </a:lnTo>
                  <a:lnTo>
                    <a:pt x="3596" y="0"/>
                  </a:lnTo>
                  <a:lnTo>
                    <a:pt x="3596" y="15"/>
                  </a:lnTo>
                  <a:lnTo>
                    <a:pt x="3597" y="15"/>
                  </a:lnTo>
                  <a:lnTo>
                    <a:pt x="3597" y="15"/>
                  </a:lnTo>
                  <a:lnTo>
                    <a:pt x="3598" y="30"/>
                  </a:lnTo>
                  <a:lnTo>
                    <a:pt x="3598" y="30"/>
                  </a:lnTo>
                  <a:lnTo>
                    <a:pt x="3599" y="30"/>
                  </a:lnTo>
                  <a:lnTo>
                    <a:pt x="3599" y="45"/>
                  </a:lnTo>
                  <a:lnTo>
                    <a:pt x="3599" y="45"/>
                  </a:lnTo>
                  <a:lnTo>
                    <a:pt x="3600" y="45"/>
                  </a:lnTo>
                  <a:lnTo>
                    <a:pt x="3601" y="45"/>
                  </a:lnTo>
                  <a:lnTo>
                    <a:pt x="3601" y="45"/>
                  </a:lnTo>
                  <a:lnTo>
                    <a:pt x="3601" y="45"/>
                  </a:lnTo>
                  <a:lnTo>
                    <a:pt x="3602" y="45"/>
                  </a:lnTo>
                  <a:lnTo>
                    <a:pt x="3602" y="45"/>
                  </a:lnTo>
                  <a:lnTo>
                    <a:pt x="3603" y="45"/>
                  </a:lnTo>
                  <a:lnTo>
                    <a:pt x="3603" y="45"/>
                  </a:lnTo>
                  <a:lnTo>
                    <a:pt x="3604" y="45"/>
                  </a:lnTo>
                  <a:lnTo>
                    <a:pt x="3604" y="30"/>
                  </a:lnTo>
                  <a:lnTo>
                    <a:pt x="3605" y="30"/>
                  </a:lnTo>
                  <a:lnTo>
                    <a:pt x="3605" y="30"/>
                  </a:lnTo>
                  <a:lnTo>
                    <a:pt x="3605" y="15"/>
                  </a:lnTo>
                  <a:lnTo>
                    <a:pt x="3606" y="15"/>
                  </a:lnTo>
                  <a:lnTo>
                    <a:pt x="3607" y="15"/>
                  </a:lnTo>
                  <a:lnTo>
                    <a:pt x="3607" y="15"/>
                  </a:lnTo>
                  <a:lnTo>
                    <a:pt x="3607" y="0"/>
                  </a:lnTo>
                  <a:lnTo>
                    <a:pt x="3608" y="0"/>
                  </a:lnTo>
                  <a:lnTo>
                    <a:pt x="3608" y="15"/>
                  </a:lnTo>
                  <a:lnTo>
                    <a:pt x="3609" y="15"/>
                  </a:lnTo>
                  <a:lnTo>
                    <a:pt x="3609" y="30"/>
                  </a:lnTo>
                  <a:lnTo>
                    <a:pt x="3610" y="45"/>
                  </a:lnTo>
                  <a:lnTo>
                    <a:pt x="3610" y="60"/>
                  </a:lnTo>
                  <a:lnTo>
                    <a:pt x="3610" y="75"/>
                  </a:lnTo>
                  <a:lnTo>
                    <a:pt x="3611" y="105"/>
                  </a:lnTo>
                  <a:lnTo>
                    <a:pt x="3611" y="135"/>
                  </a:lnTo>
                  <a:lnTo>
                    <a:pt x="3612" y="165"/>
                  </a:lnTo>
                  <a:lnTo>
                    <a:pt x="3612" y="195"/>
                  </a:lnTo>
                  <a:lnTo>
                    <a:pt x="3613" y="239"/>
                  </a:lnTo>
                  <a:lnTo>
                    <a:pt x="3613" y="284"/>
                  </a:lnTo>
                  <a:lnTo>
                    <a:pt x="3614" y="329"/>
                  </a:lnTo>
                  <a:lnTo>
                    <a:pt x="3614" y="374"/>
                  </a:lnTo>
                  <a:lnTo>
                    <a:pt x="3614" y="434"/>
                  </a:lnTo>
                  <a:lnTo>
                    <a:pt x="3615" y="479"/>
                  </a:lnTo>
                  <a:lnTo>
                    <a:pt x="3616" y="538"/>
                  </a:lnTo>
                  <a:lnTo>
                    <a:pt x="3616" y="583"/>
                  </a:lnTo>
                  <a:lnTo>
                    <a:pt x="3616" y="643"/>
                  </a:lnTo>
                  <a:lnTo>
                    <a:pt x="3617" y="688"/>
                  </a:lnTo>
                  <a:lnTo>
                    <a:pt x="3617" y="748"/>
                  </a:lnTo>
                  <a:lnTo>
                    <a:pt x="3618" y="793"/>
                  </a:lnTo>
                  <a:lnTo>
                    <a:pt x="3618" y="852"/>
                  </a:lnTo>
                  <a:lnTo>
                    <a:pt x="3619" y="897"/>
                  </a:lnTo>
                  <a:lnTo>
                    <a:pt x="3619" y="942"/>
                  </a:lnTo>
                  <a:lnTo>
                    <a:pt x="3620" y="1002"/>
                  </a:lnTo>
                  <a:lnTo>
                    <a:pt x="3620" y="1046"/>
                  </a:lnTo>
                  <a:lnTo>
                    <a:pt x="3621" y="1092"/>
                  </a:lnTo>
                  <a:lnTo>
                    <a:pt x="3621" y="1121"/>
                  </a:lnTo>
                  <a:lnTo>
                    <a:pt x="3621" y="1166"/>
                  </a:lnTo>
                  <a:lnTo>
                    <a:pt x="3622" y="1196"/>
                  </a:lnTo>
                  <a:lnTo>
                    <a:pt x="3622" y="1226"/>
                  </a:lnTo>
                  <a:lnTo>
                    <a:pt x="3623" y="1256"/>
                  </a:lnTo>
                  <a:lnTo>
                    <a:pt x="3623" y="1286"/>
                  </a:lnTo>
                  <a:lnTo>
                    <a:pt x="3624" y="1301"/>
                  </a:lnTo>
                  <a:lnTo>
                    <a:pt x="3624" y="1316"/>
                  </a:lnTo>
                  <a:lnTo>
                    <a:pt x="3625" y="1331"/>
                  </a:lnTo>
                  <a:lnTo>
                    <a:pt x="3625" y="1345"/>
                  </a:lnTo>
                  <a:lnTo>
                    <a:pt x="3625" y="1345"/>
                  </a:lnTo>
                  <a:lnTo>
                    <a:pt x="3626" y="1331"/>
                  </a:lnTo>
                  <a:lnTo>
                    <a:pt x="3627" y="1316"/>
                  </a:lnTo>
                  <a:lnTo>
                    <a:pt x="3627" y="1301"/>
                  </a:lnTo>
                  <a:lnTo>
                    <a:pt x="3627" y="1271"/>
                  </a:lnTo>
                  <a:lnTo>
                    <a:pt x="3628" y="1241"/>
                  </a:lnTo>
                  <a:lnTo>
                    <a:pt x="3628" y="1211"/>
                  </a:lnTo>
                  <a:lnTo>
                    <a:pt x="3629" y="1181"/>
                  </a:lnTo>
                  <a:lnTo>
                    <a:pt x="3629" y="1136"/>
                  </a:lnTo>
                  <a:lnTo>
                    <a:pt x="3630" y="1077"/>
                  </a:lnTo>
                  <a:lnTo>
                    <a:pt x="3630" y="1032"/>
                  </a:lnTo>
                  <a:lnTo>
                    <a:pt x="3631" y="972"/>
                  </a:lnTo>
                  <a:lnTo>
                    <a:pt x="3631" y="912"/>
                  </a:lnTo>
                  <a:lnTo>
                    <a:pt x="3631" y="837"/>
                  </a:lnTo>
                  <a:lnTo>
                    <a:pt x="3632" y="763"/>
                  </a:lnTo>
                  <a:lnTo>
                    <a:pt x="3633" y="673"/>
                  </a:lnTo>
                  <a:lnTo>
                    <a:pt x="3633" y="583"/>
                  </a:lnTo>
                  <a:lnTo>
                    <a:pt x="3633" y="494"/>
                  </a:lnTo>
                  <a:lnTo>
                    <a:pt x="3634" y="374"/>
                  </a:lnTo>
                  <a:lnTo>
                    <a:pt x="3634" y="269"/>
                  </a:lnTo>
                  <a:lnTo>
                    <a:pt x="3635" y="1256"/>
                  </a:lnTo>
                  <a:lnTo>
                    <a:pt x="3635" y="1256"/>
                  </a:lnTo>
                  <a:lnTo>
                    <a:pt x="3636" y="1256"/>
                  </a:lnTo>
                  <a:lnTo>
                    <a:pt x="3636" y="1256"/>
                  </a:lnTo>
                  <a:lnTo>
                    <a:pt x="3636" y="1241"/>
                  </a:lnTo>
                  <a:lnTo>
                    <a:pt x="3637" y="1241"/>
                  </a:lnTo>
                  <a:lnTo>
                    <a:pt x="3637" y="1241"/>
                  </a:lnTo>
                  <a:lnTo>
                    <a:pt x="3638" y="1241"/>
                  </a:lnTo>
                  <a:lnTo>
                    <a:pt x="3638" y="1241"/>
                  </a:lnTo>
                  <a:lnTo>
                    <a:pt x="3639" y="1241"/>
                  </a:lnTo>
                  <a:lnTo>
                    <a:pt x="3639" y="1241"/>
                  </a:lnTo>
                  <a:lnTo>
                    <a:pt x="3640" y="1241"/>
                  </a:lnTo>
                  <a:lnTo>
                    <a:pt x="3640" y="1241"/>
                  </a:lnTo>
                  <a:lnTo>
                    <a:pt x="3640" y="1241"/>
                  </a:lnTo>
                  <a:lnTo>
                    <a:pt x="3641" y="1241"/>
                  </a:lnTo>
                  <a:lnTo>
                    <a:pt x="3642" y="1241"/>
                  </a:lnTo>
                  <a:lnTo>
                    <a:pt x="3642" y="1241"/>
                  </a:lnTo>
                  <a:lnTo>
                    <a:pt x="3642" y="1241"/>
                  </a:lnTo>
                  <a:lnTo>
                    <a:pt x="3643" y="1241"/>
                  </a:lnTo>
                  <a:lnTo>
                    <a:pt x="3643" y="1241"/>
                  </a:lnTo>
                  <a:lnTo>
                    <a:pt x="3644" y="1241"/>
                  </a:lnTo>
                  <a:lnTo>
                    <a:pt x="3644" y="1241"/>
                  </a:lnTo>
                  <a:lnTo>
                    <a:pt x="3645" y="1241"/>
                  </a:lnTo>
                  <a:lnTo>
                    <a:pt x="3645" y="1241"/>
                  </a:lnTo>
                  <a:lnTo>
                    <a:pt x="3646" y="1241"/>
                  </a:lnTo>
                  <a:lnTo>
                    <a:pt x="3646" y="1241"/>
                  </a:lnTo>
                  <a:lnTo>
                    <a:pt x="3646" y="1241"/>
                  </a:lnTo>
                  <a:lnTo>
                    <a:pt x="3647" y="1241"/>
                  </a:lnTo>
                  <a:lnTo>
                    <a:pt x="3647" y="1241"/>
                  </a:lnTo>
                  <a:lnTo>
                    <a:pt x="3648" y="1241"/>
                  </a:lnTo>
                  <a:lnTo>
                    <a:pt x="3648" y="1241"/>
                  </a:lnTo>
                  <a:lnTo>
                    <a:pt x="3649" y="1241"/>
                  </a:lnTo>
                  <a:lnTo>
                    <a:pt x="3649" y="1226"/>
                  </a:lnTo>
                  <a:lnTo>
                    <a:pt x="3650" y="1226"/>
                  </a:lnTo>
                  <a:lnTo>
                    <a:pt x="3650" y="1226"/>
                  </a:lnTo>
                  <a:lnTo>
                    <a:pt x="3651" y="1226"/>
                  </a:lnTo>
                  <a:lnTo>
                    <a:pt x="3651" y="1226"/>
                  </a:lnTo>
                  <a:lnTo>
                    <a:pt x="3651" y="1211"/>
                  </a:lnTo>
                  <a:lnTo>
                    <a:pt x="3652" y="1211"/>
                  </a:lnTo>
                  <a:lnTo>
                    <a:pt x="3652" y="1211"/>
                  </a:lnTo>
                  <a:lnTo>
                    <a:pt x="3653" y="1196"/>
                  </a:lnTo>
                  <a:lnTo>
                    <a:pt x="3653" y="1196"/>
                  </a:lnTo>
                  <a:lnTo>
                    <a:pt x="3654" y="1196"/>
                  </a:lnTo>
                  <a:lnTo>
                    <a:pt x="3654" y="1196"/>
                  </a:lnTo>
                  <a:lnTo>
                    <a:pt x="3655" y="1181"/>
                  </a:lnTo>
                  <a:lnTo>
                    <a:pt x="3655" y="1181"/>
                  </a:lnTo>
                  <a:lnTo>
                    <a:pt x="3655" y="1181"/>
                  </a:lnTo>
                  <a:lnTo>
                    <a:pt x="3656" y="1181"/>
                  </a:lnTo>
                  <a:lnTo>
                    <a:pt x="3657" y="1181"/>
                  </a:lnTo>
                  <a:lnTo>
                    <a:pt x="3657" y="1181"/>
                  </a:lnTo>
                  <a:lnTo>
                    <a:pt x="3657" y="1166"/>
                  </a:lnTo>
                  <a:lnTo>
                    <a:pt x="3658" y="1166"/>
                  </a:lnTo>
                  <a:lnTo>
                    <a:pt x="3658" y="1166"/>
                  </a:lnTo>
                  <a:lnTo>
                    <a:pt x="3659" y="1166"/>
                  </a:lnTo>
                  <a:lnTo>
                    <a:pt x="3659" y="1151"/>
                  </a:lnTo>
                  <a:lnTo>
                    <a:pt x="3660" y="1151"/>
                  </a:lnTo>
                  <a:lnTo>
                    <a:pt x="3660" y="1151"/>
                  </a:lnTo>
                  <a:lnTo>
                    <a:pt x="3661" y="1151"/>
                  </a:lnTo>
                  <a:lnTo>
                    <a:pt x="3661" y="1136"/>
                  </a:lnTo>
                  <a:lnTo>
                    <a:pt x="3661" y="1136"/>
                  </a:lnTo>
                  <a:lnTo>
                    <a:pt x="3662" y="1136"/>
                  </a:lnTo>
                  <a:lnTo>
                    <a:pt x="3662" y="1136"/>
                  </a:lnTo>
                  <a:lnTo>
                    <a:pt x="3663" y="1136"/>
                  </a:lnTo>
                  <a:lnTo>
                    <a:pt x="3663" y="1136"/>
                  </a:lnTo>
                  <a:lnTo>
                    <a:pt x="3664" y="1121"/>
                  </a:lnTo>
                  <a:lnTo>
                    <a:pt x="3664" y="1121"/>
                  </a:lnTo>
                  <a:lnTo>
                    <a:pt x="3664" y="1121"/>
                  </a:lnTo>
                  <a:lnTo>
                    <a:pt x="3665" y="1121"/>
                  </a:lnTo>
                  <a:lnTo>
                    <a:pt x="3666" y="1107"/>
                  </a:lnTo>
                  <a:lnTo>
                    <a:pt x="3666" y="1107"/>
                  </a:lnTo>
                  <a:lnTo>
                    <a:pt x="3666" y="1107"/>
                  </a:lnTo>
                  <a:lnTo>
                    <a:pt x="3667" y="1107"/>
                  </a:lnTo>
                  <a:lnTo>
                    <a:pt x="3667" y="1107"/>
                  </a:lnTo>
                  <a:lnTo>
                    <a:pt x="3668" y="1107"/>
                  </a:lnTo>
                  <a:lnTo>
                    <a:pt x="3668" y="1092"/>
                  </a:lnTo>
                  <a:lnTo>
                    <a:pt x="3669" y="1092"/>
                  </a:lnTo>
                  <a:lnTo>
                    <a:pt x="3669" y="1092"/>
                  </a:lnTo>
                  <a:lnTo>
                    <a:pt x="3670" y="1092"/>
                  </a:lnTo>
                  <a:lnTo>
                    <a:pt x="3670" y="1092"/>
                  </a:lnTo>
                  <a:lnTo>
                    <a:pt x="3670" y="1092"/>
                  </a:lnTo>
                  <a:lnTo>
                    <a:pt x="3671" y="1092"/>
                  </a:lnTo>
                  <a:lnTo>
                    <a:pt x="3672" y="1092"/>
                  </a:lnTo>
                  <a:lnTo>
                    <a:pt x="3672" y="1092"/>
                  </a:lnTo>
                  <a:lnTo>
                    <a:pt x="3672" y="1092"/>
                  </a:lnTo>
                  <a:lnTo>
                    <a:pt x="3673" y="1092"/>
                  </a:lnTo>
                  <a:lnTo>
                    <a:pt x="3673" y="1092"/>
                  </a:lnTo>
                  <a:lnTo>
                    <a:pt x="3674" y="1092"/>
                  </a:lnTo>
                  <a:lnTo>
                    <a:pt x="3674" y="1092"/>
                  </a:lnTo>
                  <a:lnTo>
                    <a:pt x="3675" y="1092"/>
                  </a:lnTo>
                  <a:lnTo>
                    <a:pt x="3675" y="1092"/>
                  </a:lnTo>
                  <a:lnTo>
                    <a:pt x="3676" y="1107"/>
                  </a:lnTo>
                  <a:lnTo>
                    <a:pt x="3676" y="1092"/>
                  </a:lnTo>
                  <a:lnTo>
                    <a:pt x="3676" y="1092"/>
                  </a:lnTo>
                  <a:lnTo>
                    <a:pt x="3677" y="1092"/>
                  </a:lnTo>
                  <a:lnTo>
                    <a:pt x="3677" y="1092"/>
                  </a:lnTo>
                  <a:lnTo>
                    <a:pt x="3678" y="1092"/>
                  </a:lnTo>
                  <a:lnTo>
                    <a:pt x="3678" y="1092"/>
                  </a:lnTo>
                  <a:lnTo>
                    <a:pt x="3679" y="1092"/>
                  </a:lnTo>
                  <a:lnTo>
                    <a:pt x="3679" y="1092"/>
                  </a:lnTo>
                  <a:lnTo>
                    <a:pt x="3679" y="1077"/>
                  </a:lnTo>
                  <a:lnTo>
                    <a:pt x="3680" y="1077"/>
                  </a:lnTo>
                  <a:lnTo>
                    <a:pt x="3681" y="1077"/>
                  </a:lnTo>
                  <a:lnTo>
                    <a:pt x="3681" y="1077"/>
                  </a:lnTo>
                  <a:lnTo>
                    <a:pt x="3681" y="1061"/>
                  </a:lnTo>
                  <a:lnTo>
                    <a:pt x="3682" y="1061"/>
                  </a:lnTo>
                  <a:lnTo>
                    <a:pt x="3682" y="1061"/>
                  </a:lnTo>
                  <a:lnTo>
                    <a:pt x="3683" y="1061"/>
                  </a:lnTo>
                  <a:lnTo>
                    <a:pt x="3683" y="1046"/>
                  </a:lnTo>
                  <a:lnTo>
                    <a:pt x="3684" y="1046"/>
                  </a:lnTo>
                  <a:lnTo>
                    <a:pt x="3684" y="1046"/>
                  </a:lnTo>
                  <a:lnTo>
                    <a:pt x="3685" y="1046"/>
                  </a:lnTo>
                  <a:lnTo>
                    <a:pt x="3685" y="1032"/>
                  </a:lnTo>
                  <a:lnTo>
                    <a:pt x="3685" y="1032"/>
                  </a:lnTo>
                  <a:lnTo>
                    <a:pt x="3686" y="1032"/>
                  </a:lnTo>
                  <a:lnTo>
                    <a:pt x="3687" y="1032"/>
                  </a:lnTo>
                  <a:lnTo>
                    <a:pt x="3687" y="1032"/>
                  </a:lnTo>
                  <a:lnTo>
                    <a:pt x="3687" y="1032"/>
                  </a:lnTo>
                  <a:lnTo>
                    <a:pt x="3688" y="1032"/>
                  </a:lnTo>
                  <a:lnTo>
                    <a:pt x="3688" y="1032"/>
                  </a:lnTo>
                  <a:lnTo>
                    <a:pt x="3689" y="1032"/>
                  </a:lnTo>
                  <a:lnTo>
                    <a:pt x="3689" y="1032"/>
                  </a:lnTo>
                  <a:lnTo>
                    <a:pt x="3690" y="1032"/>
                  </a:lnTo>
                  <a:lnTo>
                    <a:pt x="3690" y="1032"/>
                  </a:lnTo>
                  <a:lnTo>
                    <a:pt x="3691" y="1032"/>
                  </a:lnTo>
                  <a:lnTo>
                    <a:pt x="3691" y="1032"/>
                  </a:lnTo>
                  <a:lnTo>
                    <a:pt x="3691" y="1032"/>
                  </a:lnTo>
                  <a:lnTo>
                    <a:pt x="3692" y="1032"/>
                  </a:lnTo>
                  <a:lnTo>
                    <a:pt x="3692" y="1032"/>
                  </a:lnTo>
                  <a:lnTo>
                    <a:pt x="3693" y="1032"/>
                  </a:lnTo>
                  <a:lnTo>
                    <a:pt x="3693" y="1032"/>
                  </a:lnTo>
                  <a:lnTo>
                    <a:pt x="3694" y="1032"/>
                  </a:lnTo>
                  <a:lnTo>
                    <a:pt x="3694" y="1032"/>
                  </a:lnTo>
                  <a:lnTo>
                    <a:pt x="3694" y="1032"/>
                  </a:lnTo>
                  <a:lnTo>
                    <a:pt x="3695" y="1046"/>
                  </a:lnTo>
                  <a:lnTo>
                    <a:pt x="3696" y="1046"/>
                  </a:lnTo>
                  <a:lnTo>
                    <a:pt x="3696" y="1046"/>
                  </a:lnTo>
                  <a:lnTo>
                    <a:pt x="3696" y="1046"/>
                  </a:lnTo>
                  <a:lnTo>
                    <a:pt x="3697" y="1046"/>
                  </a:lnTo>
                  <a:lnTo>
                    <a:pt x="3697" y="1046"/>
                  </a:lnTo>
                  <a:lnTo>
                    <a:pt x="3698" y="1046"/>
                  </a:lnTo>
                  <a:lnTo>
                    <a:pt x="3698" y="1046"/>
                  </a:lnTo>
                  <a:lnTo>
                    <a:pt x="3699" y="1046"/>
                  </a:lnTo>
                  <a:lnTo>
                    <a:pt x="3699" y="1046"/>
                  </a:lnTo>
                  <a:lnTo>
                    <a:pt x="3700" y="1046"/>
                  </a:lnTo>
                  <a:lnTo>
                    <a:pt x="3700" y="1046"/>
                  </a:lnTo>
                  <a:lnTo>
                    <a:pt x="3700" y="1046"/>
                  </a:lnTo>
                  <a:lnTo>
                    <a:pt x="3701" y="1061"/>
                  </a:lnTo>
                  <a:lnTo>
                    <a:pt x="3702" y="1061"/>
                  </a:lnTo>
                  <a:lnTo>
                    <a:pt x="3702" y="1061"/>
                  </a:lnTo>
                  <a:lnTo>
                    <a:pt x="3702" y="1061"/>
                  </a:lnTo>
                  <a:lnTo>
                    <a:pt x="3703" y="1061"/>
                  </a:lnTo>
                  <a:lnTo>
                    <a:pt x="3703" y="1061"/>
                  </a:lnTo>
                  <a:lnTo>
                    <a:pt x="3704" y="1061"/>
                  </a:lnTo>
                  <a:lnTo>
                    <a:pt x="3704" y="1061"/>
                  </a:lnTo>
                  <a:lnTo>
                    <a:pt x="3705" y="1046"/>
                  </a:lnTo>
                  <a:lnTo>
                    <a:pt x="3705" y="1046"/>
                  </a:lnTo>
                  <a:lnTo>
                    <a:pt x="3705" y="1046"/>
                  </a:lnTo>
                  <a:lnTo>
                    <a:pt x="3706" y="1046"/>
                  </a:lnTo>
                  <a:lnTo>
                    <a:pt x="3706" y="1046"/>
                  </a:lnTo>
                  <a:lnTo>
                    <a:pt x="3707" y="1046"/>
                  </a:lnTo>
                  <a:lnTo>
                    <a:pt x="3707" y="1032"/>
                  </a:lnTo>
                  <a:lnTo>
                    <a:pt x="3708" y="1032"/>
                  </a:lnTo>
                  <a:lnTo>
                    <a:pt x="3708" y="1032"/>
                  </a:lnTo>
                  <a:lnTo>
                    <a:pt x="3709" y="1032"/>
                  </a:lnTo>
                  <a:lnTo>
                    <a:pt x="3709" y="1032"/>
                  </a:lnTo>
                  <a:lnTo>
                    <a:pt x="3709" y="1032"/>
                  </a:lnTo>
                  <a:lnTo>
                    <a:pt x="3710" y="1032"/>
                  </a:lnTo>
                  <a:lnTo>
                    <a:pt x="3711" y="1032"/>
                  </a:lnTo>
                  <a:lnTo>
                    <a:pt x="3711" y="1032"/>
                  </a:lnTo>
                  <a:lnTo>
                    <a:pt x="3711" y="1032"/>
                  </a:lnTo>
                  <a:lnTo>
                    <a:pt x="3712" y="1032"/>
                  </a:lnTo>
                  <a:lnTo>
                    <a:pt x="3712" y="1032"/>
                  </a:lnTo>
                  <a:lnTo>
                    <a:pt x="3713" y="1032"/>
                  </a:lnTo>
                  <a:lnTo>
                    <a:pt x="3713" y="1032"/>
                  </a:lnTo>
                  <a:lnTo>
                    <a:pt x="3714" y="1032"/>
                  </a:lnTo>
                  <a:lnTo>
                    <a:pt x="3714" y="1017"/>
                  </a:lnTo>
                  <a:lnTo>
                    <a:pt x="3715" y="1017"/>
                  </a:lnTo>
                  <a:lnTo>
                    <a:pt x="3715" y="1017"/>
                  </a:lnTo>
                  <a:lnTo>
                    <a:pt x="3715" y="1017"/>
                  </a:lnTo>
                  <a:lnTo>
                    <a:pt x="3716" y="1002"/>
                  </a:lnTo>
                  <a:lnTo>
                    <a:pt x="3717" y="1002"/>
                  </a:lnTo>
                  <a:lnTo>
                    <a:pt x="3717" y="1002"/>
                  </a:lnTo>
                  <a:lnTo>
                    <a:pt x="3717" y="987"/>
                  </a:lnTo>
                  <a:lnTo>
                    <a:pt x="3718" y="987"/>
                  </a:lnTo>
                  <a:lnTo>
                    <a:pt x="3718" y="987"/>
                  </a:lnTo>
                  <a:lnTo>
                    <a:pt x="3719" y="987"/>
                  </a:lnTo>
                  <a:lnTo>
                    <a:pt x="3719" y="987"/>
                  </a:lnTo>
                  <a:lnTo>
                    <a:pt x="3720" y="972"/>
                  </a:lnTo>
                  <a:lnTo>
                    <a:pt x="3720" y="972"/>
                  </a:lnTo>
                  <a:lnTo>
                    <a:pt x="3720" y="972"/>
                  </a:lnTo>
                  <a:lnTo>
                    <a:pt x="3721" y="972"/>
                  </a:lnTo>
                  <a:lnTo>
                    <a:pt x="3721" y="957"/>
                  </a:lnTo>
                  <a:lnTo>
                    <a:pt x="3722" y="957"/>
                  </a:lnTo>
                  <a:lnTo>
                    <a:pt x="3722" y="957"/>
                  </a:lnTo>
                  <a:lnTo>
                    <a:pt x="3723" y="957"/>
                  </a:lnTo>
                </a:path>
              </a:pathLst>
            </a:custGeom>
            <a:noFill/>
            <a:ln w="57150" cap="flat">
              <a:solidFill>
                <a:srgbClr val="FF0000">
                  <a:alpha val="40000"/>
                </a:srgb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48">
              <a:extLst>
                <a:ext uri="{FF2B5EF4-FFF2-40B4-BE49-F238E27FC236}">
                  <a16:creationId xmlns:a16="http://schemas.microsoft.com/office/drawing/2014/main" id="{68AE1C1E-E4FD-DFAB-497A-ECACC490E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5767" y="4336393"/>
              <a:ext cx="5911850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49">
              <a:extLst>
                <a:ext uri="{FF2B5EF4-FFF2-40B4-BE49-F238E27FC236}">
                  <a16:creationId xmlns:a16="http://schemas.microsoft.com/office/drawing/2014/main" id="{54EDD7E9-D7EB-B44F-091D-C6988FE06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5767" y="4334812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50">
              <a:extLst>
                <a:ext uri="{FF2B5EF4-FFF2-40B4-BE49-F238E27FC236}">
                  <a16:creationId xmlns:a16="http://schemas.microsoft.com/office/drawing/2014/main" id="{FC8FC0C9-BB50-1430-29A1-FE2CB2C798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6492" y="4334812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51">
              <a:extLst>
                <a:ext uri="{FF2B5EF4-FFF2-40B4-BE49-F238E27FC236}">
                  <a16:creationId xmlns:a16="http://schemas.microsoft.com/office/drawing/2014/main" id="{FF8390BA-DFCC-6703-1EC1-8474490014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8804" y="4334812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52">
              <a:extLst>
                <a:ext uri="{FF2B5EF4-FFF2-40B4-BE49-F238E27FC236}">
                  <a16:creationId xmlns:a16="http://schemas.microsoft.com/office/drawing/2014/main" id="{9425E729-4D0F-4F88-6DB4-2477CDF0B4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9529" y="4334812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53">
              <a:extLst>
                <a:ext uri="{FF2B5EF4-FFF2-40B4-BE49-F238E27FC236}">
                  <a16:creationId xmlns:a16="http://schemas.microsoft.com/office/drawing/2014/main" id="{D945535D-9007-500E-7D3C-CCADD9ABC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1842" y="4334812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54">
              <a:extLst>
                <a:ext uri="{FF2B5EF4-FFF2-40B4-BE49-F238E27FC236}">
                  <a16:creationId xmlns:a16="http://schemas.microsoft.com/office/drawing/2014/main" id="{73FFE040-677C-D9B2-8909-168AFC15C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14155" y="4334812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55">
              <a:extLst>
                <a:ext uri="{FF2B5EF4-FFF2-40B4-BE49-F238E27FC236}">
                  <a16:creationId xmlns:a16="http://schemas.microsoft.com/office/drawing/2014/main" id="{83FF227F-BF9C-83F1-419D-1423A51A4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34880" y="4334812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56">
              <a:extLst>
                <a:ext uri="{FF2B5EF4-FFF2-40B4-BE49-F238E27FC236}">
                  <a16:creationId xmlns:a16="http://schemas.microsoft.com/office/drawing/2014/main" id="{A049AA3F-3F1D-9872-93E7-6AEB90A239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57192" y="4334812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57">
              <a:extLst>
                <a:ext uri="{FF2B5EF4-FFF2-40B4-BE49-F238E27FC236}">
                  <a16:creationId xmlns:a16="http://schemas.microsoft.com/office/drawing/2014/main" id="{30D3A019-1967-826D-E790-B664590C0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7917" y="4334812"/>
              <a:ext cx="0" cy="6350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66">
              <a:extLst>
                <a:ext uri="{FF2B5EF4-FFF2-40B4-BE49-F238E27FC236}">
                  <a16:creationId xmlns:a16="http://schemas.microsoft.com/office/drawing/2014/main" id="{FC6717A1-D7A8-C3A4-201D-04BF259C5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397" y="3440985"/>
              <a:ext cx="5863544" cy="877888"/>
            </a:xfrm>
            <a:custGeom>
              <a:avLst/>
              <a:gdLst>
                <a:gd name="T0" fmla="*/ 37 w 2375"/>
                <a:gd name="T1" fmla="*/ 31 h 553"/>
                <a:gd name="T2" fmla="*/ 75 w 2375"/>
                <a:gd name="T3" fmla="*/ 30 h 553"/>
                <a:gd name="T4" fmla="*/ 112 w 2375"/>
                <a:gd name="T5" fmla="*/ 149 h 553"/>
                <a:gd name="T6" fmla="*/ 150 w 2375"/>
                <a:gd name="T7" fmla="*/ 280 h 553"/>
                <a:gd name="T8" fmla="*/ 187 w 2375"/>
                <a:gd name="T9" fmla="*/ 391 h 553"/>
                <a:gd name="T10" fmla="*/ 224 w 2375"/>
                <a:gd name="T11" fmla="*/ 468 h 553"/>
                <a:gd name="T12" fmla="*/ 262 w 2375"/>
                <a:gd name="T13" fmla="*/ 526 h 553"/>
                <a:gd name="T14" fmla="*/ 299 w 2375"/>
                <a:gd name="T15" fmla="*/ 552 h 553"/>
                <a:gd name="T16" fmla="*/ 336 w 2375"/>
                <a:gd name="T17" fmla="*/ 545 h 553"/>
                <a:gd name="T18" fmla="*/ 374 w 2375"/>
                <a:gd name="T19" fmla="*/ 533 h 553"/>
                <a:gd name="T20" fmla="*/ 411 w 2375"/>
                <a:gd name="T21" fmla="*/ 511 h 553"/>
                <a:gd name="T22" fmla="*/ 449 w 2375"/>
                <a:gd name="T23" fmla="*/ 498 h 553"/>
                <a:gd name="T24" fmla="*/ 486 w 2375"/>
                <a:gd name="T25" fmla="*/ 488 h 553"/>
                <a:gd name="T26" fmla="*/ 523 w 2375"/>
                <a:gd name="T27" fmla="*/ 474 h 553"/>
                <a:gd name="T28" fmla="*/ 561 w 2375"/>
                <a:gd name="T29" fmla="*/ 454 h 553"/>
                <a:gd name="T30" fmla="*/ 598 w 2375"/>
                <a:gd name="T31" fmla="*/ 455 h 553"/>
                <a:gd name="T32" fmla="*/ 635 w 2375"/>
                <a:gd name="T33" fmla="*/ 462 h 553"/>
                <a:gd name="T34" fmla="*/ 673 w 2375"/>
                <a:gd name="T35" fmla="*/ 465 h 553"/>
                <a:gd name="T36" fmla="*/ 711 w 2375"/>
                <a:gd name="T37" fmla="*/ 452 h 553"/>
                <a:gd name="T38" fmla="*/ 748 w 2375"/>
                <a:gd name="T39" fmla="*/ 446 h 553"/>
                <a:gd name="T40" fmla="*/ 785 w 2375"/>
                <a:gd name="T41" fmla="*/ 437 h 553"/>
                <a:gd name="T42" fmla="*/ 823 w 2375"/>
                <a:gd name="T43" fmla="*/ 439 h 553"/>
                <a:gd name="T44" fmla="*/ 860 w 2375"/>
                <a:gd name="T45" fmla="*/ 458 h 553"/>
                <a:gd name="T46" fmla="*/ 897 w 2375"/>
                <a:gd name="T47" fmla="*/ 458 h 553"/>
                <a:gd name="T48" fmla="*/ 935 w 2375"/>
                <a:gd name="T49" fmla="*/ 454 h 553"/>
                <a:gd name="T50" fmla="*/ 972 w 2375"/>
                <a:gd name="T51" fmla="*/ 449 h 553"/>
                <a:gd name="T52" fmla="*/ 1010 w 2375"/>
                <a:gd name="T53" fmla="*/ 452 h 553"/>
                <a:gd name="T54" fmla="*/ 1047 w 2375"/>
                <a:gd name="T55" fmla="*/ 455 h 553"/>
                <a:gd name="T56" fmla="*/ 1084 w 2375"/>
                <a:gd name="T57" fmla="*/ 446 h 553"/>
                <a:gd name="T58" fmla="*/ 1122 w 2375"/>
                <a:gd name="T59" fmla="*/ 450 h 553"/>
                <a:gd name="T60" fmla="*/ 1159 w 2375"/>
                <a:gd name="T61" fmla="*/ 444 h 553"/>
                <a:gd name="T62" fmla="*/ 1196 w 2375"/>
                <a:gd name="T63" fmla="*/ 457 h 553"/>
                <a:gd name="T64" fmla="*/ 1234 w 2375"/>
                <a:gd name="T65" fmla="*/ 467 h 553"/>
                <a:gd name="T66" fmla="*/ 1271 w 2375"/>
                <a:gd name="T67" fmla="*/ 462 h 553"/>
                <a:gd name="T68" fmla="*/ 1309 w 2375"/>
                <a:gd name="T69" fmla="*/ 456 h 553"/>
                <a:gd name="T70" fmla="*/ 1346 w 2375"/>
                <a:gd name="T71" fmla="*/ 452 h 553"/>
                <a:gd name="T72" fmla="*/ 1383 w 2375"/>
                <a:gd name="T73" fmla="*/ 449 h 553"/>
                <a:gd name="T74" fmla="*/ 1421 w 2375"/>
                <a:gd name="T75" fmla="*/ 440 h 553"/>
                <a:gd name="T76" fmla="*/ 1458 w 2375"/>
                <a:gd name="T77" fmla="*/ 447 h 553"/>
                <a:gd name="T78" fmla="*/ 1496 w 2375"/>
                <a:gd name="T79" fmla="*/ 467 h 553"/>
                <a:gd name="T80" fmla="*/ 1533 w 2375"/>
                <a:gd name="T81" fmla="*/ 465 h 553"/>
                <a:gd name="T82" fmla="*/ 1571 w 2375"/>
                <a:gd name="T83" fmla="*/ 459 h 553"/>
                <a:gd name="T84" fmla="*/ 1608 w 2375"/>
                <a:gd name="T85" fmla="*/ 443 h 553"/>
                <a:gd name="T86" fmla="*/ 1645 w 2375"/>
                <a:gd name="T87" fmla="*/ 448 h 553"/>
                <a:gd name="T88" fmla="*/ 1682 w 2375"/>
                <a:gd name="T89" fmla="*/ 450 h 553"/>
                <a:gd name="T90" fmla="*/ 1720 w 2375"/>
                <a:gd name="T91" fmla="*/ 457 h 553"/>
                <a:gd name="T92" fmla="*/ 1757 w 2375"/>
                <a:gd name="T93" fmla="*/ 463 h 553"/>
                <a:gd name="T94" fmla="*/ 1795 w 2375"/>
                <a:gd name="T95" fmla="*/ 458 h 553"/>
                <a:gd name="T96" fmla="*/ 1832 w 2375"/>
                <a:gd name="T97" fmla="*/ 448 h 553"/>
                <a:gd name="T98" fmla="*/ 1870 w 2375"/>
                <a:gd name="T99" fmla="*/ 445 h 553"/>
                <a:gd name="T100" fmla="*/ 1907 w 2375"/>
                <a:gd name="T101" fmla="*/ 452 h 553"/>
                <a:gd name="T102" fmla="*/ 1944 w 2375"/>
                <a:gd name="T103" fmla="*/ 456 h 553"/>
                <a:gd name="T104" fmla="*/ 1982 w 2375"/>
                <a:gd name="T105" fmla="*/ 452 h 553"/>
                <a:gd name="T106" fmla="*/ 2019 w 2375"/>
                <a:gd name="T107" fmla="*/ 458 h 553"/>
                <a:gd name="T108" fmla="*/ 2057 w 2375"/>
                <a:gd name="T109" fmla="*/ 452 h 553"/>
                <a:gd name="T110" fmla="*/ 2094 w 2375"/>
                <a:gd name="T111" fmla="*/ 447 h 553"/>
                <a:gd name="T112" fmla="*/ 2131 w 2375"/>
                <a:gd name="T113" fmla="*/ 456 h 553"/>
                <a:gd name="T114" fmla="*/ 2169 w 2375"/>
                <a:gd name="T115" fmla="*/ 456 h 553"/>
                <a:gd name="T116" fmla="*/ 2206 w 2375"/>
                <a:gd name="T117" fmla="*/ 465 h 553"/>
                <a:gd name="T118" fmla="*/ 2243 w 2375"/>
                <a:gd name="T119" fmla="*/ 463 h 553"/>
                <a:gd name="T120" fmla="*/ 2281 w 2375"/>
                <a:gd name="T121" fmla="*/ 450 h 553"/>
                <a:gd name="T122" fmla="*/ 2318 w 2375"/>
                <a:gd name="T123" fmla="*/ 451 h 553"/>
                <a:gd name="T124" fmla="*/ 2356 w 2375"/>
                <a:gd name="T125" fmla="*/ 450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5" h="553">
                  <a:moveTo>
                    <a:pt x="0" y="240"/>
                  </a:moveTo>
                  <a:lnTo>
                    <a:pt x="1" y="237"/>
                  </a:lnTo>
                  <a:lnTo>
                    <a:pt x="1" y="235"/>
                  </a:lnTo>
                  <a:lnTo>
                    <a:pt x="1" y="233"/>
                  </a:lnTo>
                  <a:lnTo>
                    <a:pt x="1" y="231"/>
                  </a:lnTo>
                  <a:lnTo>
                    <a:pt x="2" y="228"/>
                  </a:lnTo>
                  <a:lnTo>
                    <a:pt x="2" y="226"/>
                  </a:lnTo>
                  <a:lnTo>
                    <a:pt x="2" y="223"/>
                  </a:lnTo>
                  <a:lnTo>
                    <a:pt x="2" y="221"/>
                  </a:lnTo>
                  <a:lnTo>
                    <a:pt x="3" y="219"/>
                  </a:lnTo>
                  <a:lnTo>
                    <a:pt x="3" y="216"/>
                  </a:lnTo>
                  <a:lnTo>
                    <a:pt x="4" y="214"/>
                  </a:lnTo>
                  <a:lnTo>
                    <a:pt x="4" y="212"/>
                  </a:lnTo>
                  <a:lnTo>
                    <a:pt x="4" y="210"/>
                  </a:lnTo>
                  <a:lnTo>
                    <a:pt x="4" y="208"/>
                  </a:lnTo>
                  <a:lnTo>
                    <a:pt x="5" y="205"/>
                  </a:lnTo>
                  <a:lnTo>
                    <a:pt x="5" y="203"/>
                  </a:lnTo>
                  <a:lnTo>
                    <a:pt x="5" y="201"/>
                  </a:lnTo>
                  <a:lnTo>
                    <a:pt x="5" y="199"/>
                  </a:lnTo>
                  <a:lnTo>
                    <a:pt x="6" y="197"/>
                  </a:lnTo>
                  <a:lnTo>
                    <a:pt x="6" y="195"/>
                  </a:lnTo>
                  <a:lnTo>
                    <a:pt x="6" y="193"/>
                  </a:lnTo>
                  <a:lnTo>
                    <a:pt x="7" y="191"/>
                  </a:lnTo>
                  <a:lnTo>
                    <a:pt x="7" y="188"/>
                  </a:lnTo>
                  <a:lnTo>
                    <a:pt x="7" y="187"/>
                  </a:lnTo>
                  <a:lnTo>
                    <a:pt x="8" y="184"/>
                  </a:lnTo>
                  <a:lnTo>
                    <a:pt x="8" y="182"/>
                  </a:lnTo>
                  <a:lnTo>
                    <a:pt x="8" y="180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4"/>
                  </a:lnTo>
                  <a:lnTo>
                    <a:pt x="9" y="172"/>
                  </a:lnTo>
                  <a:lnTo>
                    <a:pt x="10" y="170"/>
                  </a:lnTo>
                  <a:lnTo>
                    <a:pt x="10" y="168"/>
                  </a:lnTo>
                  <a:lnTo>
                    <a:pt x="10" y="166"/>
                  </a:lnTo>
                  <a:lnTo>
                    <a:pt x="10" y="164"/>
                  </a:lnTo>
                  <a:lnTo>
                    <a:pt x="11" y="162"/>
                  </a:lnTo>
                  <a:lnTo>
                    <a:pt x="11" y="160"/>
                  </a:lnTo>
                  <a:lnTo>
                    <a:pt x="11" y="158"/>
                  </a:lnTo>
                  <a:lnTo>
                    <a:pt x="11" y="156"/>
                  </a:lnTo>
                  <a:lnTo>
                    <a:pt x="12" y="154"/>
                  </a:lnTo>
                  <a:lnTo>
                    <a:pt x="12" y="152"/>
                  </a:lnTo>
                  <a:lnTo>
                    <a:pt x="13" y="150"/>
                  </a:lnTo>
                  <a:lnTo>
                    <a:pt x="13" y="148"/>
                  </a:lnTo>
                  <a:lnTo>
                    <a:pt x="13" y="146"/>
                  </a:lnTo>
                  <a:lnTo>
                    <a:pt x="13" y="144"/>
                  </a:lnTo>
                  <a:lnTo>
                    <a:pt x="14" y="142"/>
                  </a:lnTo>
                  <a:lnTo>
                    <a:pt x="14" y="140"/>
                  </a:lnTo>
                  <a:lnTo>
                    <a:pt x="14" y="138"/>
                  </a:lnTo>
                  <a:lnTo>
                    <a:pt x="14" y="137"/>
                  </a:lnTo>
                  <a:lnTo>
                    <a:pt x="15" y="135"/>
                  </a:lnTo>
                  <a:lnTo>
                    <a:pt x="15" y="133"/>
                  </a:lnTo>
                  <a:lnTo>
                    <a:pt x="15" y="131"/>
                  </a:lnTo>
                  <a:lnTo>
                    <a:pt x="16" y="130"/>
                  </a:lnTo>
                  <a:lnTo>
                    <a:pt x="16" y="128"/>
                  </a:lnTo>
                  <a:lnTo>
                    <a:pt x="16" y="126"/>
                  </a:lnTo>
                  <a:lnTo>
                    <a:pt x="16" y="125"/>
                  </a:lnTo>
                  <a:lnTo>
                    <a:pt x="17" y="123"/>
                  </a:lnTo>
                  <a:lnTo>
                    <a:pt x="17" y="122"/>
                  </a:lnTo>
                  <a:lnTo>
                    <a:pt x="17" y="120"/>
                  </a:lnTo>
                  <a:lnTo>
                    <a:pt x="18" y="118"/>
                  </a:lnTo>
                  <a:lnTo>
                    <a:pt x="18" y="117"/>
                  </a:lnTo>
                  <a:lnTo>
                    <a:pt x="18" y="115"/>
                  </a:lnTo>
                  <a:lnTo>
                    <a:pt x="19" y="114"/>
                  </a:lnTo>
                  <a:lnTo>
                    <a:pt x="19" y="112"/>
                  </a:lnTo>
                  <a:lnTo>
                    <a:pt x="19" y="111"/>
                  </a:lnTo>
                  <a:lnTo>
                    <a:pt x="19" y="110"/>
                  </a:lnTo>
                  <a:lnTo>
                    <a:pt x="20" y="108"/>
                  </a:lnTo>
                  <a:lnTo>
                    <a:pt x="20" y="106"/>
                  </a:lnTo>
                  <a:lnTo>
                    <a:pt x="20" y="105"/>
                  </a:lnTo>
                  <a:lnTo>
                    <a:pt x="20" y="103"/>
                  </a:lnTo>
                  <a:lnTo>
                    <a:pt x="21" y="102"/>
                  </a:lnTo>
                  <a:lnTo>
                    <a:pt x="21" y="101"/>
                  </a:lnTo>
                  <a:lnTo>
                    <a:pt x="22" y="99"/>
                  </a:lnTo>
                  <a:lnTo>
                    <a:pt x="22" y="98"/>
                  </a:lnTo>
                  <a:lnTo>
                    <a:pt x="22" y="97"/>
                  </a:lnTo>
                  <a:lnTo>
                    <a:pt x="22" y="96"/>
                  </a:lnTo>
                  <a:lnTo>
                    <a:pt x="23" y="94"/>
                  </a:lnTo>
                  <a:lnTo>
                    <a:pt x="23" y="93"/>
                  </a:lnTo>
                  <a:lnTo>
                    <a:pt x="23" y="91"/>
                  </a:lnTo>
                  <a:lnTo>
                    <a:pt x="23" y="90"/>
                  </a:lnTo>
                  <a:lnTo>
                    <a:pt x="24" y="88"/>
                  </a:lnTo>
                  <a:lnTo>
                    <a:pt x="24" y="87"/>
                  </a:lnTo>
                  <a:lnTo>
                    <a:pt x="24" y="86"/>
                  </a:lnTo>
                  <a:lnTo>
                    <a:pt x="25" y="84"/>
                  </a:lnTo>
                  <a:lnTo>
                    <a:pt x="25" y="83"/>
                  </a:lnTo>
                  <a:lnTo>
                    <a:pt x="25" y="82"/>
                  </a:lnTo>
                  <a:lnTo>
                    <a:pt x="25" y="81"/>
                  </a:lnTo>
                  <a:lnTo>
                    <a:pt x="26" y="79"/>
                  </a:lnTo>
                  <a:lnTo>
                    <a:pt x="26" y="78"/>
                  </a:lnTo>
                  <a:lnTo>
                    <a:pt x="26" y="77"/>
                  </a:lnTo>
                  <a:lnTo>
                    <a:pt x="26" y="75"/>
                  </a:lnTo>
                  <a:lnTo>
                    <a:pt x="27" y="74"/>
                  </a:lnTo>
                  <a:lnTo>
                    <a:pt x="27" y="73"/>
                  </a:lnTo>
                  <a:lnTo>
                    <a:pt x="28" y="72"/>
                  </a:lnTo>
                  <a:lnTo>
                    <a:pt x="28" y="70"/>
                  </a:lnTo>
                  <a:lnTo>
                    <a:pt x="28" y="69"/>
                  </a:lnTo>
                  <a:lnTo>
                    <a:pt x="28" y="68"/>
                  </a:lnTo>
                  <a:lnTo>
                    <a:pt x="29" y="67"/>
                  </a:lnTo>
                  <a:lnTo>
                    <a:pt x="29" y="66"/>
                  </a:lnTo>
                  <a:lnTo>
                    <a:pt x="29" y="64"/>
                  </a:lnTo>
                  <a:lnTo>
                    <a:pt x="29" y="63"/>
                  </a:lnTo>
                  <a:lnTo>
                    <a:pt x="30" y="62"/>
                  </a:lnTo>
                  <a:lnTo>
                    <a:pt x="30" y="60"/>
                  </a:lnTo>
                  <a:lnTo>
                    <a:pt x="30" y="59"/>
                  </a:lnTo>
                  <a:lnTo>
                    <a:pt x="31" y="58"/>
                  </a:lnTo>
                  <a:lnTo>
                    <a:pt x="31" y="57"/>
                  </a:lnTo>
                  <a:lnTo>
                    <a:pt x="31" y="55"/>
                  </a:lnTo>
                  <a:lnTo>
                    <a:pt x="32" y="54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2" y="51"/>
                  </a:lnTo>
                  <a:lnTo>
                    <a:pt x="33" y="49"/>
                  </a:lnTo>
                  <a:lnTo>
                    <a:pt x="33" y="48"/>
                  </a:lnTo>
                  <a:lnTo>
                    <a:pt x="33" y="47"/>
                  </a:lnTo>
                  <a:lnTo>
                    <a:pt x="34" y="46"/>
                  </a:lnTo>
                  <a:lnTo>
                    <a:pt x="34" y="44"/>
                  </a:lnTo>
                  <a:lnTo>
                    <a:pt x="34" y="43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5" y="40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6" y="35"/>
                  </a:lnTo>
                  <a:lnTo>
                    <a:pt x="37" y="34"/>
                  </a:lnTo>
                  <a:lnTo>
                    <a:pt x="37" y="33"/>
                  </a:lnTo>
                  <a:lnTo>
                    <a:pt x="37" y="32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9" y="25"/>
                  </a:lnTo>
                  <a:lnTo>
                    <a:pt x="39" y="24"/>
                  </a:lnTo>
                  <a:lnTo>
                    <a:pt x="39" y="23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1" y="19"/>
                  </a:lnTo>
                  <a:lnTo>
                    <a:pt x="41" y="18"/>
                  </a:lnTo>
                  <a:lnTo>
                    <a:pt x="41" y="17"/>
                  </a:lnTo>
                  <a:lnTo>
                    <a:pt x="42" y="16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3" y="14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3" y="11"/>
                  </a:lnTo>
                  <a:lnTo>
                    <a:pt x="44" y="11"/>
                  </a:lnTo>
                  <a:lnTo>
                    <a:pt x="44" y="10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6" y="7"/>
                  </a:lnTo>
                  <a:lnTo>
                    <a:pt x="46" y="6"/>
                  </a:lnTo>
                  <a:lnTo>
                    <a:pt x="46" y="6"/>
                  </a:lnTo>
                  <a:lnTo>
                    <a:pt x="46" y="5"/>
                  </a:lnTo>
                  <a:lnTo>
                    <a:pt x="47" y="5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8" y="4"/>
                  </a:lnTo>
                  <a:lnTo>
                    <a:pt x="48" y="3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50" y="1"/>
                  </a:lnTo>
                  <a:lnTo>
                    <a:pt x="50" y="1"/>
                  </a:lnTo>
                  <a:lnTo>
                    <a:pt x="51" y="1"/>
                  </a:lnTo>
                  <a:lnTo>
                    <a:pt x="51" y="1"/>
                  </a:lnTo>
                  <a:lnTo>
                    <a:pt x="51" y="1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2" y="1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6" y="1"/>
                  </a:lnTo>
                  <a:lnTo>
                    <a:pt x="57" y="1"/>
                  </a:lnTo>
                  <a:lnTo>
                    <a:pt x="57" y="1"/>
                  </a:lnTo>
                  <a:lnTo>
                    <a:pt x="57" y="1"/>
                  </a:lnTo>
                  <a:lnTo>
                    <a:pt x="57" y="1"/>
                  </a:lnTo>
                  <a:lnTo>
                    <a:pt x="58" y="1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2" y="5"/>
                  </a:lnTo>
                  <a:lnTo>
                    <a:pt x="62" y="5"/>
                  </a:lnTo>
                  <a:lnTo>
                    <a:pt x="62" y="5"/>
                  </a:lnTo>
                  <a:lnTo>
                    <a:pt x="63" y="6"/>
                  </a:lnTo>
                  <a:lnTo>
                    <a:pt x="63" y="6"/>
                  </a:lnTo>
                  <a:lnTo>
                    <a:pt x="63" y="6"/>
                  </a:lnTo>
                  <a:lnTo>
                    <a:pt x="63" y="7"/>
                  </a:lnTo>
                  <a:lnTo>
                    <a:pt x="64" y="7"/>
                  </a:lnTo>
                  <a:lnTo>
                    <a:pt x="64" y="7"/>
                  </a:lnTo>
                  <a:lnTo>
                    <a:pt x="64" y="8"/>
                  </a:lnTo>
                  <a:lnTo>
                    <a:pt x="65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6" y="10"/>
                  </a:lnTo>
                  <a:lnTo>
                    <a:pt x="66" y="11"/>
                  </a:lnTo>
                  <a:lnTo>
                    <a:pt x="66" y="11"/>
                  </a:lnTo>
                  <a:lnTo>
                    <a:pt x="67" y="12"/>
                  </a:lnTo>
                  <a:lnTo>
                    <a:pt x="67" y="13"/>
                  </a:lnTo>
                  <a:lnTo>
                    <a:pt x="67" y="13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5"/>
                  </a:lnTo>
                  <a:lnTo>
                    <a:pt x="69" y="15"/>
                  </a:lnTo>
                  <a:lnTo>
                    <a:pt x="69" y="16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70" y="18"/>
                  </a:lnTo>
                  <a:lnTo>
                    <a:pt x="70" y="19"/>
                  </a:lnTo>
                  <a:lnTo>
                    <a:pt x="70" y="19"/>
                  </a:lnTo>
                  <a:lnTo>
                    <a:pt x="70" y="20"/>
                  </a:lnTo>
                  <a:lnTo>
                    <a:pt x="71" y="20"/>
                  </a:lnTo>
                  <a:lnTo>
                    <a:pt x="71" y="21"/>
                  </a:lnTo>
                  <a:lnTo>
                    <a:pt x="71" y="22"/>
                  </a:lnTo>
                  <a:lnTo>
                    <a:pt x="72" y="22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4"/>
                  </a:lnTo>
                  <a:lnTo>
                    <a:pt x="73" y="25"/>
                  </a:lnTo>
                  <a:lnTo>
                    <a:pt x="73" y="26"/>
                  </a:lnTo>
                  <a:lnTo>
                    <a:pt x="73" y="26"/>
                  </a:lnTo>
                  <a:lnTo>
                    <a:pt x="73" y="27"/>
                  </a:lnTo>
                  <a:lnTo>
                    <a:pt x="74" y="28"/>
                  </a:lnTo>
                  <a:lnTo>
                    <a:pt x="74" y="28"/>
                  </a:lnTo>
                  <a:lnTo>
                    <a:pt x="75" y="29"/>
                  </a:lnTo>
                  <a:lnTo>
                    <a:pt x="75" y="30"/>
                  </a:lnTo>
                  <a:lnTo>
                    <a:pt x="75" y="30"/>
                  </a:lnTo>
                  <a:lnTo>
                    <a:pt x="75" y="31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6" y="34"/>
                  </a:lnTo>
                  <a:lnTo>
                    <a:pt x="76" y="34"/>
                  </a:lnTo>
                  <a:lnTo>
                    <a:pt x="77" y="35"/>
                  </a:lnTo>
                  <a:lnTo>
                    <a:pt x="77" y="36"/>
                  </a:lnTo>
                  <a:lnTo>
                    <a:pt x="77" y="36"/>
                  </a:lnTo>
                  <a:lnTo>
                    <a:pt x="78" y="37"/>
                  </a:lnTo>
                  <a:lnTo>
                    <a:pt x="78" y="38"/>
                  </a:lnTo>
                  <a:lnTo>
                    <a:pt x="78" y="38"/>
                  </a:lnTo>
                  <a:lnTo>
                    <a:pt x="79" y="39"/>
                  </a:lnTo>
                  <a:lnTo>
                    <a:pt x="79" y="40"/>
                  </a:lnTo>
                  <a:lnTo>
                    <a:pt x="79" y="41"/>
                  </a:lnTo>
                  <a:lnTo>
                    <a:pt x="79" y="41"/>
                  </a:lnTo>
                  <a:lnTo>
                    <a:pt x="80" y="43"/>
                  </a:lnTo>
                  <a:lnTo>
                    <a:pt x="80" y="43"/>
                  </a:lnTo>
                  <a:lnTo>
                    <a:pt x="80" y="44"/>
                  </a:lnTo>
                  <a:lnTo>
                    <a:pt x="81" y="45"/>
                  </a:lnTo>
                  <a:lnTo>
                    <a:pt x="81" y="45"/>
                  </a:lnTo>
                  <a:lnTo>
                    <a:pt x="81" y="46"/>
                  </a:lnTo>
                  <a:lnTo>
                    <a:pt x="81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49"/>
                  </a:lnTo>
                  <a:lnTo>
                    <a:pt x="82" y="50"/>
                  </a:lnTo>
                  <a:lnTo>
                    <a:pt x="83" y="51"/>
                  </a:lnTo>
                  <a:lnTo>
                    <a:pt x="83" y="52"/>
                  </a:lnTo>
                  <a:lnTo>
                    <a:pt x="84" y="53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4" y="56"/>
                  </a:lnTo>
                  <a:lnTo>
                    <a:pt x="85" y="57"/>
                  </a:lnTo>
                  <a:lnTo>
                    <a:pt x="85" y="58"/>
                  </a:lnTo>
                  <a:lnTo>
                    <a:pt x="85" y="58"/>
                  </a:lnTo>
                  <a:lnTo>
                    <a:pt x="85" y="60"/>
                  </a:lnTo>
                  <a:lnTo>
                    <a:pt x="86" y="60"/>
                  </a:lnTo>
                  <a:lnTo>
                    <a:pt x="86" y="61"/>
                  </a:lnTo>
                  <a:lnTo>
                    <a:pt x="86" y="62"/>
                  </a:lnTo>
                  <a:lnTo>
                    <a:pt x="87" y="63"/>
                  </a:lnTo>
                  <a:lnTo>
                    <a:pt x="87" y="64"/>
                  </a:lnTo>
                  <a:lnTo>
                    <a:pt x="87" y="65"/>
                  </a:lnTo>
                  <a:lnTo>
                    <a:pt x="87" y="66"/>
                  </a:lnTo>
                  <a:lnTo>
                    <a:pt x="88" y="66"/>
                  </a:lnTo>
                  <a:lnTo>
                    <a:pt x="88" y="67"/>
                  </a:lnTo>
                  <a:lnTo>
                    <a:pt x="88" y="68"/>
                  </a:lnTo>
                  <a:lnTo>
                    <a:pt x="89" y="69"/>
                  </a:lnTo>
                  <a:lnTo>
                    <a:pt x="89" y="70"/>
                  </a:lnTo>
                  <a:lnTo>
                    <a:pt x="89" y="71"/>
                  </a:lnTo>
                  <a:lnTo>
                    <a:pt x="90" y="72"/>
                  </a:lnTo>
                  <a:lnTo>
                    <a:pt x="90" y="73"/>
                  </a:lnTo>
                  <a:lnTo>
                    <a:pt x="90" y="73"/>
                  </a:lnTo>
                  <a:lnTo>
                    <a:pt x="90" y="75"/>
                  </a:lnTo>
                  <a:lnTo>
                    <a:pt x="91" y="75"/>
                  </a:lnTo>
                  <a:lnTo>
                    <a:pt x="91" y="76"/>
                  </a:lnTo>
                  <a:lnTo>
                    <a:pt x="91" y="77"/>
                  </a:lnTo>
                  <a:lnTo>
                    <a:pt x="91" y="78"/>
                  </a:lnTo>
                  <a:lnTo>
                    <a:pt x="92" y="79"/>
                  </a:lnTo>
                  <a:lnTo>
                    <a:pt x="92" y="80"/>
                  </a:lnTo>
                  <a:lnTo>
                    <a:pt x="93" y="81"/>
                  </a:lnTo>
                  <a:lnTo>
                    <a:pt x="93" y="82"/>
                  </a:lnTo>
                  <a:lnTo>
                    <a:pt x="93" y="83"/>
                  </a:lnTo>
                  <a:lnTo>
                    <a:pt x="93" y="84"/>
                  </a:lnTo>
                  <a:lnTo>
                    <a:pt x="94" y="85"/>
                  </a:lnTo>
                  <a:lnTo>
                    <a:pt x="94" y="86"/>
                  </a:lnTo>
                  <a:lnTo>
                    <a:pt x="94" y="87"/>
                  </a:lnTo>
                  <a:lnTo>
                    <a:pt x="94" y="88"/>
                  </a:lnTo>
                  <a:lnTo>
                    <a:pt x="95" y="89"/>
                  </a:lnTo>
                  <a:lnTo>
                    <a:pt x="95" y="90"/>
                  </a:lnTo>
                  <a:lnTo>
                    <a:pt x="95" y="91"/>
                  </a:lnTo>
                  <a:lnTo>
                    <a:pt x="96" y="92"/>
                  </a:lnTo>
                  <a:lnTo>
                    <a:pt x="96" y="92"/>
                  </a:lnTo>
                  <a:lnTo>
                    <a:pt x="96" y="93"/>
                  </a:lnTo>
                  <a:lnTo>
                    <a:pt x="96" y="94"/>
                  </a:lnTo>
                  <a:lnTo>
                    <a:pt x="97" y="95"/>
                  </a:lnTo>
                  <a:lnTo>
                    <a:pt x="97" y="96"/>
                  </a:lnTo>
                  <a:lnTo>
                    <a:pt x="97" y="97"/>
                  </a:lnTo>
                  <a:lnTo>
                    <a:pt x="97" y="98"/>
                  </a:lnTo>
                  <a:lnTo>
                    <a:pt x="98" y="99"/>
                  </a:lnTo>
                  <a:lnTo>
                    <a:pt x="98" y="100"/>
                  </a:lnTo>
                  <a:lnTo>
                    <a:pt x="99" y="101"/>
                  </a:lnTo>
                  <a:lnTo>
                    <a:pt x="99" y="102"/>
                  </a:lnTo>
                  <a:lnTo>
                    <a:pt x="99" y="103"/>
                  </a:lnTo>
                  <a:lnTo>
                    <a:pt x="99" y="104"/>
                  </a:lnTo>
                  <a:lnTo>
                    <a:pt x="100" y="105"/>
                  </a:lnTo>
                  <a:lnTo>
                    <a:pt x="100" y="106"/>
                  </a:lnTo>
                  <a:lnTo>
                    <a:pt x="100" y="107"/>
                  </a:lnTo>
                  <a:lnTo>
                    <a:pt x="100" y="108"/>
                  </a:lnTo>
                  <a:lnTo>
                    <a:pt x="101" y="109"/>
                  </a:lnTo>
                  <a:lnTo>
                    <a:pt x="101" y="110"/>
                  </a:lnTo>
                  <a:lnTo>
                    <a:pt x="102" y="111"/>
                  </a:lnTo>
                  <a:lnTo>
                    <a:pt x="102" y="112"/>
                  </a:lnTo>
                  <a:lnTo>
                    <a:pt x="102" y="113"/>
                  </a:lnTo>
                  <a:lnTo>
                    <a:pt x="102" y="114"/>
                  </a:lnTo>
                  <a:lnTo>
                    <a:pt x="103" y="115"/>
                  </a:lnTo>
                  <a:lnTo>
                    <a:pt x="103" y="116"/>
                  </a:lnTo>
                  <a:lnTo>
                    <a:pt x="103" y="116"/>
                  </a:lnTo>
                  <a:lnTo>
                    <a:pt x="103" y="117"/>
                  </a:lnTo>
                  <a:lnTo>
                    <a:pt x="104" y="118"/>
                  </a:lnTo>
                  <a:lnTo>
                    <a:pt x="104" y="119"/>
                  </a:lnTo>
                  <a:lnTo>
                    <a:pt x="104" y="120"/>
                  </a:lnTo>
                  <a:lnTo>
                    <a:pt x="105" y="122"/>
                  </a:lnTo>
                  <a:lnTo>
                    <a:pt x="105" y="122"/>
                  </a:lnTo>
                  <a:lnTo>
                    <a:pt x="105" y="123"/>
                  </a:lnTo>
                  <a:lnTo>
                    <a:pt x="105" y="125"/>
                  </a:lnTo>
                  <a:lnTo>
                    <a:pt x="106" y="126"/>
                  </a:lnTo>
                  <a:lnTo>
                    <a:pt x="106" y="127"/>
                  </a:lnTo>
                  <a:lnTo>
                    <a:pt x="106" y="128"/>
                  </a:lnTo>
                  <a:lnTo>
                    <a:pt x="106" y="129"/>
                  </a:lnTo>
                  <a:lnTo>
                    <a:pt x="107" y="130"/>
                  </a:lnTo>
                  <a:lnTo>
                    <a:pt x="107" y="131"/>
                  </a:lnTo>
                  <a:lnTo>
                    <a:pt x="108" y="132"/>
                  </a:lnTo>
                  <a:lnTo>
                    <a:pt x="108" y="133"/>
                  </a:lnTo>
                  <a:lnTo>
                    <a:pt x="108" y="135"/>
                  </a:lnTo>
                  <a:lnTo>
                    <a:pt x="108" y="135"/>
                  </a:lnTo>
                  <a:lnTo>
                    <a:pt x="109" y="137"/>
                  </a:lnTo>
                  <a:lnTo>
                    <a:pt x="109" y="138"/>
                  </a:lnTo>
                  <a:lnTo>
                    <a:pt x="109" y="139"/>
                  </a:lnTo>
                  <a:lnTo>
                    <a:pt x="109" y="140"/>
                  </a:lnTo>
                  <a:lnTo>
                    <a:pt x="110" y="141"/>
                  </a:lnTo>
                  <a:lnTo>
                    <a:pt x="110" y="142"/>
                  </a:lnTo>
                  <a:lnTo>
                    <a:pt x="110" y="143"/>
                  </a:lnTo>
                  <a:lnTo>
                    <a:pt x="111" y="144"/>
                  </a:lnTo>
                  <a:lnTo>
                    <a:pt x="111" y="145"/>
                  </a:lnTo>
                  <a:lnTo>
                    <a:pt x="111" y="146"/>
                  </a:lnTo>
                  <a:lnTo>
                    <a:pt x="112" y="147"/>
                  </a:lnTo>
                  <a:lnTo>
                    <a:pt x="112" y="148"/>
                  </a:lnTo>
                  <a:lnTo>
                    <a:pt x="112" y="149"/>
                  </a:lnTo>
                  <a:lnTo>
                    <a:pt x="113" y="150"/>
                  </a:lnTo>
                  <a:lnTo>
                    <a:pt x="113" y="152"/>
                  </a:lnTo>
                  <a:lnTo>
                    <a:pt x="113" y="152"/>
                  </a:lnTo>
                  <a:lnTo>
                    <a:pt x="113" y="154"/>
                  </a:lnTo>
                  <a:lnTo>
                    <a:pt x="114" y="155"/>
                  </a:lnTo>
                  <a:lnTo>
                    <a:pt x="114" y="156"/>
                  </a:lnTo>
                  <a:lnTo>
                    <a:pt x="114" y="157"/>
                  </a:lnTo>
                  <a:lnTo>
                    <a:pt x="114" y="158"/>
                  </a:lnTo>
                  <a:lnTo>
                    <a:pt x="115" y="159"/>
                  </a:lnTo>
                  <a:lnTo>
                    <a:pt x="115" y="160"/>
                  </a:lnTo>
                  <a:lnTo>
                    <a:pt x="116" y="161"/>
                  </a:lnTo>
                  <a:lnTo>
                    <a:pt x="116" y="163"/>
                  </a:lnTo>
                  <a:lnTo>
                    <a:pt x="116" y="163"/>
                  </a:lnTo>
                  <a:lnTo>
                    <a:pt x="116" y="165"/>
                  </a:lnTo>
                  <a:lnTo>
                    <a:pt x="117" y="166"/>
                  </a:lnTo>
                  <a:lnTo>
                    <a:pt x="117" y="167"/>
                  </a:lnTo>
                  <a:lnTo>
                    <a:pt x="117" y="168"/>
                  </a:lnTo>
                  <a:lnTo>
                    <a:pt x="117" y="169"/>
                  </a:lnTo>
                  <a:lnTo>
                    <a:pt x="118" y="170"/>
                  </a:lnTo>
                  <a:lnTo>
                    <a:pt x="118" y="171"/>
                  </a:lnTo>
                  <a:lnTo>
                    <a:pt x="118" y="173"/>
                  </a:lnTo>
                  <a:lnTo>
                    <a:pt x="119" y="173"/>
                  </a:lnTo>
                  <a:lnTo>
                    <a:pt x="119" y="174"/>
                  </a:lnTo>
                  <a:lnTo>
                    <a:pt x="119" y="176"/>
                  </a:lnTo>
                  <a:lnTo>
                    <a:pt x="119" y="176"/>
                  </a:lnTo>
                  <a:lnTo>
                    <a:pt x="120" y="178"/>
                  </a:lnTo>
                  <a:lnTo>
                    <a:pt x="120" y="178"/>
                  </a:lnTo>
                  <a:lnTo>
                    <a:pt x="120" y="180"/>
                  </a:lnTo>
                  <a:lnTo>
                    <a:pt x="120" y="181"/>
                  </a:lnTo>
                  <a:lnTo>
                    <a:pt x="121" y="182"/>
                  </a:lnTo>
                  <a:lnTo>
                    <a:pt x="121" y="182"/>
                  </a:lnTo>
                  <a:lnTo>
                    <a:pt x="122" y="184"/>
                  </a:lnTo>
                  <a:lnTo>
                    <a:pt x="122" y="185"/>
                  </a:lnTo>
                  <a:lnTo>
                    <a:pt x="122" y="186"/>
                  </a:lnTo>
                  <a:lnTo>
                    <a:pt x="122" y="187"/>
                  </a:lnTo>
                  <a:lnTo>
                    <a:pt x="123" y="188"/>
                  </a:lnTo>
                  <a:lnTo>
                    <a:pt x="123" y="189"/>
                  </a:lnTo>
                  <a:lnTo>
                    <a:pt x="123" y="190"/>
                  </a:lnTo>
                  <a:lnTo>
                    <a:pt x="123" y="191"/>
                  </a:lnTo>
                  <a:lnTo>
                    <a:pt x="124" y="192"/>
                  </a:lnTo>
                  <a:lnTo>
                    <a:pt x="124" y="193"/>
                  </a:lnTo>
                  <a:lnTo>
                    <a:pt x="124" y="194"/>
                  </a:lnTo>
                  <a:lnTo>
                    <a:pt x="125" y="195"/>
                  </a:lnTo>
                  <a:lnTo>
                    <a:pt x="125" y="197"/>
                  </a:lnTo>
                  <a:lnTo>
                    <a:pt x="125" y="197"/>
                  </a:lnTo>
                  <a:lnTo>
                    <a:pt x="126" y="199"/>
                  </a:lnTo>
                  <a:lnTo>
                    <a:pt x="126" y="200"/>
                  </a:lnTo>
                  <a:lnTo>
                    <a:pt x="126" y="201"/>
                  </a:lnTo>
                  <a:lnTo>
                    <a:pt x="126" y="202"/>
                  </a:lnTo>
                  <a:lnTo>
                    <a:pt x="127" y="203"/>
                  </a:lnTo>
                  <a:lnTo>
                    <a:pt x="127" y="204"/>
                  </a:lnTo>
                  <a:lnTo>
                    <a:pt x="127" y="205"/>
                  </a:lnTo>
                  <a:lnTo>
                    <a:pt x="128" y="206"/>
                  </a:lnTo>
                  <a:lnTo>
                    <a:pt x="128" y="207"/>
                  </a:lnTo>
                  <a:lnTo>
                    <a:pt x="128" y="208"/>
                  </a:lnTo>
                  <a:lnTo>
                    <a:pt x="128" y="209"/>
                  </a:lnTo>
                  <a:lnTo>
                    <a:pt x="129" y="210"/>
                  </a:lnTo>
                  <a:lnTo>
                    <a:pt x="129" y="212"/>
                  </a:lnTo>
                  <a:lnTo>
                    <a:pt x="129" y="212"/>
                  </a:lnTo>
                  <a:lnTo>
                    <a:pt x="129" y="214"/>
                  </a:lnTo>
                  <a:lnTo>
                    <a:pt x="130" y="215"/>
                  </a:lnTo>
                  <a:lnTo>
                    <a:pt x="130" y="216"/>
                  </a:lnTo>
                  <a:lnTo>
                    <a:pt x="131" y="217"/>
                  </a:lnTo>
                  <a:lnTo>
                    <a:pt x="131" y="218"/>
                  </a:lnTo>
                  <a:lnTo>
                    <a:pt x="131" y="219"/>
                  </a:lnTo>
                  <a:lnTo>
                    <a:pt x="131" y="220"/>
                  </a:lnTo>
                  <a:lnTo>
                    <a:pt x="132" y="222"/>
                  </a:lnTo>
                  <a:lnTo>
                    <a:pt x="132" y="223"/>
                  </a:lnTo>
                  <a:lnTo>
                    <a:pt x="132" y="224"/>
                  </a:lnTo>
                  <a:lnTo>
                    <a:pt x="132" y="225"/>
                  </a:lnTo>
                  <a:lnTo>
                    <a:pt x="133" y="226"/>
                  </a:lnTo>
                  <a:lnTo>
                    <a:pt x="133" y="227"/>
                  </a:lnTo>
                  <a:lnTo>
                    <a:pt x="133" y="229"/>
                  </a:lnTo>
                  <a:lnTo>
                    <a:pt x="134" y="229"/>
                  </a:lnTo>
                  <a:lnTo>
                    <a:pt x="134" y="231"/>
                  </a:lnTo>
                  <a:lnTo>
                    <a:pt x="134" y="232"/>
                  </a:lnTo>
                  <a:lnTo>
                    <a:pt x="134" y="233"/>
                  </a:lnTo>
                  <a:lnTo>
                    <a:pt x="135" y="234"/>
                  </a:lnTo>
                  <a:lnTo>
                    <a:pt x="135" y="235"/>
                  </a:lnTo>
                  <a:lnTo>
                    <a:pt x="135" y="236"/>
                  </a:lnTo>
                  <a:lnTo>
                    <a:pt x="136" y="237"/>
                  </a:lnTo>
                  <a:lnTo>
                    <a:pt x="136" y="238"/>
                  </a:lnTo>
                  <a:lnTo>
                    <a:pt x="136" y="238"/>
                  </a:lnTo>
                  <a:lnTo>
                    <a:pt x="137" y="240"/>
                  </a:lnTo>
                  <a:lnTo>
                    <a:pt x="137" y="240"/>
                  </a:lnTo>
                  <a:lnTo>
                    <a:pt x="137" y="241"/>
                  </a:lnTo>
                  <a:lnTo>
                    <a:pt x="137" y="242"/>
                  </a:lnTo>
                  <a:lnTo>
                    <a:pt x="138" y="243"/>
                  </a:lnTo>
                  <a:lnTo>
                    <a:pt x="138" y="244"/>
                  </a:lnTo>
                  <a:lnTo>
                    <a:pt x="138" y="245"/>
                  </a:lnTo>
                  <a:lnTo>
                    <a:pt x="138" y="246"/>
                  </a:lnTo>
                  <a:lnTo>
                    <a:pt x="139" y="247"/>
                  </a:lnTo>
                  <a:lnTo>
                    <a:pt x="139" y="248"/>
                  </a:lnTo>
                  <a:lnTo>
                    <a:pt x="140" y="249"/>
                  </a:lnTo>
                  <a:lnTo>
                    <a:pt x="140" y="249"/>
                  </a:lnTo>
                  <a:lnTo>
                    <a:pt x="140" y="250"/>
                  </a:lnTo>
                  <a:lnTo>
                    <a:pt x="140" y="251"/>
                  </a:lnTo>
                  <a:lnTo>
                    <a:pt x="141" y="252"/>
                  </a:lnTo>
                  <a:lnTo>
                    <a:pt x="141" y="253"/>
                  </a:lnTo>
                  <a:lnTo>
                    <a:pt x="141" y="253"/>
                  </a:lnTo>
                  <a:lnTo>
                    <a:pt x="141" y="255"/>
                  </a:lnTo>
                  <a:lnTo>
                    <a:pt x="142" y="255"/>
                  </a:lnTo>
                  <a:lnTo>
                    <a:pt x="142" y="256"/>
                  </a:lnTo>
                  <a:lnTo>
                    <a:pt x="142" y="257"/>
                  </a:lnTo>
                  <a:lnTo>
                    <a:pt x="143" y="258"/>
                  </a:lnTo>
                  <a:lnTo>
                    <a:pt x="143" y="259"/>
                  </a:lnTo>
                  <a:lnTo>
                    <a:pt x="143" y="259"/>
                  </a:lnTo>
                  <a:lnTo>
                    <a:pt x="143" y="261"/>
                  </a:lnTo>
                  <a:lnTo>
                    <a:pt x="144" y="261"/>
                  </a:lnTo>
                  <a:lnTo>
                    <a:pt x="144" y="262"/>
                  </a:lnTo>
                  <a:lnTo>
                    <a:pt x="144" y="263"/>
                  </a:lnTo>
                  <a:lnTo>
                    <a:pt x="144" y="264"/>
                  </a:lnTo>
                  <a:lnTo>
                    <a:pt x="145" y="265"/>
                  </a:lnTo>
                  <a:lnTo>
                    <a:pt x="145" y="265"/>
                  </a:lnTo>
                  <a:lnTo>
                    <a:pt x="146" y="266"/>
                  </a:lnTo>
                  <a:lnTo>
                    <a:pt x="146" y="267"/>
                  </a:lnTo>
                  <a:lnTo>
                    <a:pt x="146" y="269"/>
                  </a:lnTo>
                  <a:lnTo>
                    <a:pt x="146" y="270"/>
                  </a:lnTo>
                  <a:lnTo>
                    <a:pt x="147" y="270"/>
                  </a:lnTo>
                  <a:lnTo>
                    <a:pt x="147" y="272"/>
                  </a:lnTo>
                  <a:lnTo>
                    <a:pt x="147" y="272"/>
                  </a:lnTo>
                  <a:lnTo>
                    <a:pt x="147" y="273"/>
                  </a:lnTo>
                  <a:lnTo>
                    <a:pt x="148" y="274"/>
                  </a:lnTo>
                  <a:lnTo>
                    <a:pt x="148" y="275"/>
                  </a:lnTo>
                  <a:lnTo>
                    <a:pt x="149" y="276"/>
                  </a:lnTo>
                  <a:lnTo>
                    <a:pt x="149" y="277"/>
                  </a:lnTo>
                  <a:lnTo>
                    <a:pt x="149" y="278"/>
                  </a:lnTo>
                  <a:lnTo>
                    <a:pt x="149" y="279"/>
                  </a:lnTo>
                  <a:lnTo>
                    <a:pt x="150" y="280"/>
                  </a:lnTo>
                  <a:lnTo>
                    <a:pt x="150" y="281"/>
                  </a:lnTo>
                  <a:lnTo>
                    <a:pt x="150" y="282"/>
                  </a:lnTo>
                  <a:lnTo>
                    <a:pt x="150" y="283"/>
                  </a:lnTo>
                  <a:lnTo>
                    <a:pt x="151" y="284"/>
                  </a:lnTo>
                  <a:lnTo>
                    <a:pt x="151" y="285"/>
                  </a:lnTo>
                  <a:lnTo>
                    <a:pt x="151" y="285"/>
                  </a:lnTo>
                  <a:lnTo>
                    <a:pt x="152" y="287"/>
                  </a:lnTo>
                  <a:lnTo>
                    <a:pt x="152" y="287"/>
                  </a:lnTo>
                  <a:lnTo>
                    <a:pt x="152" y="288"/>
                  </a:lnTo>
                  <a:lnTo>
                    <a:pt x="152" y="289"/>
                  </a:lnTo>
                  <a:lnTo>
                    <a:pt x="153" y="290"/>
                  </a:lnTo>
                  <a:lnTo>
                    <a:pt x="153" y="291"/>
                  </a:lnTo>
                  <a:lnTo>
                    <a:pt x="153" y="292"/>
                  </a:lnTo>
                  <a:lnTo>
                    <a:pt x="153" y="293"/>
                  </a:lnTo>
                  <a:lnTo>
                    <a:pt x="154" y="294"/>
                  </a:lnTo>
                  <a:lnTo>
                    <a:pt x="154" y="295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55" y="297"/>
                  </a:lnTo>
                  <a:lnTo>
                    <a:pt x="155" y="298"/>
                  </a:lnTo>
                  <a:lnTo>
                    <a:pt x="156" y="299"/>
                  </a:lnTo>
                  <a:lnTo>
                    <a:pt x="156" y="300"/>
                  </a:lnTo>
                  <a:lnTo>
                    <a:pt x="156" y="301"/>
                  </a:lnTo>
                  <a:lnTo>
                    <a:pt x="156" y="302"/>
                  </a:lnTo>
                  <a:lnTo>
                    <a:pt x="157" y="303"/>
                  </a:lnTo>
                  <a:lnTo>
                    <a:pt x="157" y="304"/>
                  </a:lnTo>
                  <a:lnTo>
                    <a:pt x="157" y="305"/>
                  </a:lnTo>
                  <a:lnTo>
                    <a:pt x="158" y="306"/>
                  </a:lnTo>
                  <a:lnTo>
                    <a:pt x="158" y="306"/>
                  </a:lnTo>
                  <a:lnTo>
                    <a:pt x="158" y="308"/>
                  </a:lnTo>
                  <a:lnTo>
                    <a:pt x="159" y="308"/>
                  </a:lnTo>
                  <a:lnTo>
                    <a:pt x="159" y="309"/>
                  </a:lnTo>
                  <a:lnTo>
                    <a:pt x="159" y="310"/>
                  </a:lnTo>
                  <a:lnTo>
                    <a:pt x="159" y="311"/>
                  </a:lnTo>
                  <a:lnTo>
                    <a:pt x="160" y="312"/>
                  </a:lnTo>
                  <a:lnTo>
                    <a:pt x="160" y="313"/>
                  </a:lnTo>
                  <a:lnTo>
                    <a:pt x="160" y="314"/>
                  </a:lnTo>
                  <a:lnTo>
                    <a:pt x="161" y="315"/>
                  </a:lnTo>
                  <a:lnTo>
                    <a:pt x="161" y="315"/>
                  </a:lnTo>
                  <a:lnTo>
                    <a:pt x="161" y="317"/>
                  </a:lnTo>
                  <a:lnTo>
                    <a:pt x="161" y="317"/>
                  </a:lnTo>
                  <a:lnTo>
                    <a:pt x="162" y="318"/>
                  </a:lnTo>
                  <a:lnTo>
                    <a:pt x="162" y="319"/>
                  </a:lnTo>
                  <a:lnTo>
                    <a:pt x="162" y="320"/>
                  </a:lnTo>
                  <a:lnTo>
                    <a:pt x="162" y="321"/>
                  </a:lnTo>
                  <a:lnTo>
                    <a:pt x="163" y="322"/>
                  </a:lnTo>
                  <a:lnTo>
                    <a:pt x="163" y="323"/>
                  </a:lnTo>
                  <a:lnTo>
                    <a:pt x="164" y="324"/>
                  </a:lnTo>
                  <a:lnTo>
                    <a:pt x="164" y="325"/>
                  </a:lnTo>
                  <a:lnTo>
                    <a:pt x="164" y="326"/>
                  </a:lnTo>
                  <a:lnTo>
                    <a:pt x="164" y="327"/>
                  </a:lnTo>
                  <a:lnTo>
                    <a:pt x="165" y="328"/>
                  </a:lnTo>
                  <a:lnTo>
                    <a:pt x="165" y="328"/>
                  </a:lnTo>
                  <a:lnTo>
                    <a:pt x="165" y="329"/>
                  </a:lnTo>
                  <a:lnTo>
                    <a:pt x="165" y="330"/>
                  </a:lnTo>
                  <a:lnTo>
                    <a:pt x="166" y="331"/>
                  </a:lnTo>
                  <a:lnTo>
                    <a:pt x="166" y="332"/>
                  </a:lnTo>
                  <a:lnTo>
                    <a:pt x="166" y="332"/>
                  </a:lnTo>
                  <a:lnTo>
                    <a:pt x="167" y="334"/>
                  </a:lnTo>
                  <a:lnTo>
                    <a:pt x="167" y="334"/>
                  </a:lnTo>
                  <a:lnTo>
                    <a:pt x="167" y="335"/>
                  </a:lnTo>
                  <a:lnTo>
                    <a:pt x="167" y="336"/>
                  </a:lnTo>
                  <a:lnTo>
                    <a:pt x="168" y="336"/>
                  </a:lnTo>
                  <a:lnTo>
                    <a:pt x="168" y="337"/>
                  </a:lnTo>
                  <a:lnTo>
                    <a:pt x="168" y="338"/>
                  </a:lnTo>
                  <a:lnTo>
                    <a:pt x="169" y="338"/>
                  </a:lnTo>
                  <a:lnTo>
                    <a:pt x="169" y="339"/>
                  </a:lnTo>
                  <a:lnTo>
                    <a:pt x="169" y="340"/>
                  </a:lnTo>
                  <a:lnTo>
                    <a:pt x="170" y="341"/>
                  </a:lnTo>
                  <a:lnTo>
                    <a:pt x="170" y="342"/>
                  </a:lnTo>
                  <a:lnTo>
                    <a:pt x="170" y="343"/>
                  </a:lnTo>
                  <a:lnTo>
                    <a:pt x="170" y="343"/>
                  </a:lnTo>
                  <a:lnTo>
                    <a:pt x="171" y="344"/>
                  </a:lnTo>
                  <a:lnTo>
                    <a:pt x="171" y="345"/>
                  </a:lnTo>
                  <a:lnTo>
                    <a:pt x="171" y="346"/>
                  </a:lnTo>
                  <a:lnTo>
                    <a:pt x="171" y="347"/>
                  </a:lnTo>
                  <a:lnTo>
                    <a:pt x="172" y="347"/>
                  </a:lnTo>
                  <a:lnTo>
                    <a:pt x="172" y="348"/>
                  </a:lnTo>
                  <a:lnTo>
                    <a:pt x="173" y="349"/>
                  </a:lnTo>
                  <a:lnTo>
                    <a:pt x="173" y="350"/>
                  </a:lnTo>
                  <a:lnTo>
                    <a:pt x="173" y="351"/>
                  </a:lnTo>
                  <a:lnTo>
                    <a:pt x="173" y="352"/>
                  </a:lnTo>
                  <a:lnTo>
                    <a:pt x="174" y="352"/>
                  </a:lnTo>
                  <a:lnTo>
                    <a:pt x="174" y="353"/>
                  </a:lnTo>
                  <a:lnTo>
                    <a:pt x="174" y="354"/>
                  </a:lnTo>
                  <a:lnTo>
                    <a:pt x="174" y="355"/>
                  </a:lnTo>
                  <a:lnTo>
                    <a:pt x="175" y="356"/>
                  </a:lnTo>
                  <a:lnTo>
                    <a:pt x="175" y="357"/>
                  </a:lnTo>
                  <a:lnTo>
                    <a:pt x="175" y="358"/>
                  </a:lnTo>
                  <a:lnTo>
                    <a:pt x="176" y="358"/>
                  </a:lnTo>
                  <a:lnTo>
                    <a:pt x="176" y="359"/>
                  </a:lnTo>
                  <a:lnTo>
                    <a:pt x="176" y="360"/>
                  </a:lnTo>
                  <a:lnTo>
                    <a:pt x="176" y="361"/>
                  </a:lnTo>
                  <a:lnTo>
                    <a:pt x="177" y="362"/>
                  </a:lnTo>
                  <a:lnTo>
                    <a:pt x="177" y="363"/>
                  </a:lnTo>
                  <a:lnTo>
                    <a:pt x="177" y="364"/>
                  </a:lnTo>
                  <a:lnTo>
                    <a:pt x="177" y="365"/>
                  </a:lnTo>
                  <a:lnTo>
                    <a:pt x="178" y="365"/>
                  </a:lnTo>
                  <a:lnTo>
                    <a:pt x="178" y="366"/>
                  </a:lnTo>
                  <a:lnTo>
                    <a:pt x="179" y="367"/>
                  </a:lnTo>
                  <a:lnTo>
                    <a:pt x="179" y="368"/>
                  </a:lnTo>
                  <a:lnTo>
                    <a:pt x="179" y="369"/>
                  </a:lnTo>
                  <a:lnTo>
                    <a:pt x="179" y="370"/>
                  </a:lnTo>
                  <a:lnTo>
                    <a:pt x="180" y="371"/>
                  </a:lnTo>
                  <a:lnTo>
                    <a:pt x="180" y="372"/>
                  </a:lnTo>
                  <a:lnTo>
                    <a:pt x="180" y="373"/>
                  </a:lnTo>
                  <a:lnTo>
                    <a:pt x="180" y="373"/>
                  </a:lnTo>
                  <a:lnTo>
                    <a:pt x="181" y="375"/>
                  </a:lnTo>
                  <a:lnTo>
                    <a:pt x="181" y="375"/>
                  </a:lnTo>
                  <a:lnTo>
                    <a:pt x="181" y="376"/>
                  </a:lnTo>
                  <a:lnTo>
                    <a:pt x="182" y="377"/>
                  </a:lnTo>
                  <a:lnTo>
                    <a:pt x="182" y="378"/>
                  </a:lnTo>
                  <a:lnTo>
                    <a:pt x="182" y="379"/>
                  </a:lnTo>
                  <a:lnTo>
                    <a:pt x="183" y="380"/>
                  </a:lnTo>
                  <a:lnTo>
                    <a:pt x="183" y="381"/>
                  </a:lnTo>
                  <a:lnTo>
                    <a:pt x="183" y="381"/>
                  </a:lnTo>
                  <a:lnTo>
                    <a:pt x="184" y="382"/>
                  </a:lnTo>
                  <a:lnTo>
                    <a:pt x="184" y="383"/>
                  </a:lnTo>
                  <a:lnTo>
                    <a:pt x="184" y="384"/>
                  </a:lnTo>
                  <a:lnTo>
                    <a:pt x="184" y="385"/>
                  </a:lnTo>
                  <a:lnTo>
                    <a:pt x="185" y="385"/>
                  </a:lnTo>
                  <a:lnTo>
                    <a:pt x="185" y="386"/>
                  </a:lnTo>
                  <a:lnTo>
                    <a:pt x="185" y="387"/>
                  </a:lnTo>
                  <a:lnTo>
                    <a:pt x="185" y="388"/>
                  </a:lnTo>
                  <a:lnTo>
                    <a:pt x="186" y="388"/>
                  </a:lnTo>
                  <a:lnTo>
                    <a:pt x="186" y="389"/>
                  </a:lnTo>
                  <a:lnTo>
                    <a:pt x="187" y="390"/>
                  </a:lnTo>
                  <a:lnTo>
                    <a:pt x="187" y="390"/>
                  </a:lnTo>
                  <a:lnTo>
                    <a:pt x="187" y="391"/>
                  </a:lnTo>
                  <a:lnTo>
                    <a:pt x="187" y="392"/>
                  </a:lnTo>
                  <a:lnTo>
                    <a:pt x="188" y="393"/>
                  </a:lnTo>
                  <a:lnTo>
                    <a:pt x="188" y="393"/>
                  </a:lnTo>
                  <a:lnTo>
                    <a:pt x="188" y="394"/>
                  </a:lnTo>
                  <a:lnTo>
                    <a:pt x="188" y="394"/>
                  </a:lnTo>
                  <a:lnTo>
                    <a:pt x="189" y="395"/>
                  </a:lnTo>
                  <a:lnTo>
                    <a:pt x="189" y="396"/>
                  </a:lnTo>
                  <a:lnTo>
                    <a:pt x="189" y="396"/>
                  </a:lnTo>
                  <a:lnTo>
                    <a:pt x="190" y="397"/>
                  </a:lnTo>
                  <a:lnTo>
                    <a:pt x="190" y="398"/>
                  </a:lnTo>
                  <a:lnTo>
                    <a:pt x="190" y="398"/>
                  </a:lnTo>
                  <a:lnTo>
                    <a:pt x="190" y="399"/>
                  </a:lnTo>
                  <a:lnTo>
                    <a:pt x="191" y="400"/>
                  </a:lnTo>
                  <a:lnTo>
                    <a:pt x="191" y="400"/>
                  </a:lnTo>
                  <a:lnTo>
                    <a:pt x="191" y="401"/>
                  </a:lnTo>
                  <a:lnTo>
                    <a:pt x="191" y="401"/>
                  </a:lnTo>
                  <a:lnTo>
                    <a:pt x="192" y="402"/>
                  </a:lnTo>
                  <a:lnTo>
                    <a:pt x="192" y="402"/>
                  </a:lnTo>
                  <a:lnTo>
                    <a:pt x="193" y="403"/>
                  </a:lnTo>
                  <a:lnTo>
                    <a:pt x="193" y="404"/>
                  </a:lnTo>
                  <a:lnTo>
                    <a:pt x="193" y="404"/>
                  </a:lnTo>
                  <a:lnTo>
                    <a:pt x="193" y="405"/>
                  </a:lnTo>
                  <a:lnTo>
                    <a:pt x="194" y="405"/>
                  </a:lnTo>
                  <a:lnTo>
                    <a:pt x="194" y="406"/>
                  </a:lnTo>
                  <a:lnTo>
                    <a:pt x="194" y="406"/>
                  </a:lnTo>
                  <a:lnTo>
                    <a:pt x="194" y="407"/>
                  </a:lnTo>
                  <a:lnTo>
                    <a:pt x="195" y="408"/>
                  </a:lnTo>
                  <a:lnTo>
                    <a:pt x="195" y="408"/>
                  </a:lnTo>
                  <a:lnTo>
                    <a:pt x="195" y="409"/>
                  </a:lnTo>
                  <a:lnTo>
                    <a:pt x="196" y="409"/>
                  </a:lnTo>
                  <a:lnTo>
                    <a:pt x="196" y="409"/>
                  </a:lnTo>
                  <a:lnTo>
                    <a:pt x="196" y="410"/>
                  </a:lnTo>
                  <a:lnTo>
                    <a:pt x="197" y="410"/>
                  </a:lnTo>
                  <a:lnTo>
                    <a:pt x="197" y="411"/>
                  </a:lnTo>
                  <a:lnTo>
                    <a:pt x="197" y="411"/>
                  </a:lnTo>
                  <a:lnTo>
                    <a:pt x="197" y="411"/>
                  </a:lnTo>
                  <a:lnTo>
                    <a:pt x="198" y="412"/>
                  </a:lnTo>
                  <a:lnTo>
                    <a:pt x="198" y="412"/>
                  </a:lnTo>
                  <a:lnTo>
                    <a:pt x="198" y="413"/>
                  </a:lnTo>
                  <a:lnTo>
                    <a:pt x="199" y="413"/>
                  </a:lnTo>
                  <a:lnTo>
                    <a:pt x="199" y="414"/>
                  </a:lnTo>
                  <a:lnTo>
                    <a:pt x="199" y="415"/>
                  </a:lnTo>
                  <a:lnTo>
                    <a:pt x="199" y="415"/>
                  </a:lnTo>
                  <a:lnTo>
                    <a:pt x="200" y="415"/>
                  </a:lnTo>
                  <a:lnTo>
                    <a:pt x="200" y="416"/>
                  </a:lnTo>
                  <a:lnTo>
                    <a:pt x="200" y="417"/>
                  </a:lnTo>
                  <a:lnTo>
                    <a:pt x="200" y="417"/>
                  </a:lnTo>
                  <a:lnTo>
                    <a:pt x="201" y="418"/>
                  </a:lnTo>
                  <a:lnTo>
                    <a:pt x="201" y="418"/>
                  </a:lnTo>
                  <a:lnTo>
                    <a:pt x="202" y="419"/>
                  </a:lnTo>
                  <a:lnTo>
                    <a:pt x="202" y="419"/>
                  </a:lnTo>
                  <a:lnTo>
                    <a:pt x="202" y="420"/>
                  </a:lnTo>
                  <a:lnTo>
                    <a:pt x="202" y="420"/>
                  </a:lnTo>
                  <a:lnTo>
                    <a:pt x="203" y="421"/>
                  </a:lnTo>
                  <a:lnTo>
                    <a:pt x="203" y="421"/>
                  </a:lnTo>
                  <a:lnTo>
                    <a:pt x="203" y="422"/>
                  </a:lnTo>
                  <a:lnTo>
                    <a:pt x="203" y="422"/>
                  </a:lnTo>
                  <a:lnTo>
                    <a:pt x="204" y="423"/>
                  </a:lnTo>
                  <a:lnTo>
                    <a:pt x="204" y="424"/>
                  </a:lnTo>
                  <a:lnTo>
                    <a:pt x="204" y="424"/>
                  </a:lnTo>
                  <a:lnTo>
                    <a:pt x="205" y="424"/>
                  </a:lnTo>
                  <a:lnTo>
                    <a:pt x="205" y="425"/>
                  </a:lnTo>
                  <a:lnTo>
                    <a:pt x="205" y="426"/>
                  </a:lnTo>
                  <a:lnTo>
                    <a:pt x="206" y="426"/>
                  </a:lnTo>
                  <a:lnTo>
                    <a:pt x="206" y="427"/>
                  </a:lnTo>
                  <a:lnTo>
                    <a:pt x="206" y="428"/>
                  </a:lnTo>
                  <a:lnTo>
                    <a:pt x="206" y="428"/>
                  </a:lnTo>
                  <a:lnTo>
                    <a:pt x="207" y="429"/>
                  </a:lnTo>
                  <a:lnTo>
                    <a:pt x="207" y="429"/>
                  </a:lnTo>
                  <a:lnTo>
                    <a:pt x="207" y="430"/>
                  </a:lnTo>
                  <a:lnTo>
                    <a:pt x="208" y="430"/>
                  </a:lnTo>
                  <a:lnTo>
                    <a:pt x="208" y="431"/>
                  </a:lnTo>
                  <a:lnTo>
                    <a:pt x="208" y="432"/>
                  </a:lnTo>
                  <a:lnTo>
                    <a:pt x="208" y="432"/>
                  </a:lnTo>
                  <a:lnTo>
                    <a:pt x="209" y="432"/>
                  </a:lnTo>
                  <a:lnTo>
                    <a:pt x="209" y="433"/>
                  </a:lnTo>
                  <a:lnTo>
                    <a:pt x="209" y="434"/>
                  </a:lnTo>
                  <a:lnTo>
                    <a:pt x="209" y="434"/>
                  </a:lnTo>
                  <a:lnTo>
                    <a:pt x="210" y="435"/>
                  </a:lnTo>
                  <a:lnTo>
                    <a:pt x="210" y="435"/>
                  </a:lnTo>
                  <a:lnTo>
                    <a:pt x="211" y="436"/>
                  </a:lnTo>
                  <a:lnTo>
                    <a:pt x="211" y="437"/>
                  </a:lnTo>
                  <a:lnTo>
                    <a:pt x="211" y="437"/>
                  </a:lnTo>
                  <a:lnTo>
                    <a:pt x="211" y="438"/>
                  </a:lnTo>
                  <a:lnTo>
                    <a:pt x="212" y="439"/>
                  </a:lnTo>
                  <a:lnTo>
                    <a:pt x="212" y="439"/>
                  </a:lnTo>
                  <a:lnTo>
                    <a:pt x="212" y="440"/>
                  </a:lnTo>
                  <a:lnTo>
                    <a:pt x="212" y="441"/>
                  </a:lnTo>
                  <a:lnTo>
                    <a:pt x="213" y="441"/>
                  </a:lnTo>
                  <a:lnTo>
                    <a:pt x="213" y="441"/>
                  </a:lnTo>
                  <a:lnTo>
                    <a:pt x="213" y="443"/>
                  </a:lnTo>
                  <a:lnTo>
                    <a:pt x="214" y="443"/>
                  </a:lnTo>
                  <a:lnTo>
                    <a:pt x="214" y="443"/>
                  </a:lnTo>
                  <a:lnTo>
                    <a:pt x="214" y="444"/>
                  </a:lnTo>
                  <a:lnTo>
                    <a:pt x="214" y="445"/>
                  </a:lnTo>
                  <a:lnTo>
                    <a:pt x="215" y="445"/>
                  </a:lnTo>
                  <a:lnTo>
                    <a:pt x="215" y="446"/>
                  </a:lnTo>
                  <a:lnTo>
                    <a:pt x="215" y="446"/>
                  </a:lnTo>
                  <a:lnTo>
                    <a:pt x="216" y="447"/>
                  </a:lnTo>
                  <a:lnTo>
                    <a:pt x="216" y="447"/>
                  </a:lnTo>
                  <a:lnTo>
                    <a:pt x="216" y="448"/>
                  </a:lnTo>
                  <a:lnTo>
                    <a:pt x="217" y="449"/>
                  </a:lnTo>
                  <a:lnTo>
                    <a:pt x="217" y="449"/>
                  </a:lnTo>
                  <a:lnTo>
                    <a:pt x="217" y="450"/>
                  </a:lnTo>
                  <a:lnTo>
                    <a:pt x="217" y="450"/>
                  </a:lnTo>
                  <a:lnTo>
                    <a:pt x="218" y="452"/>
                  </a:lnTo>
                  <a:lnTo>
                    <a:pt x="218" y="452"/>
                  </a:lnTo>
                  <a:lnTo>
                    <a:pt x="218" y="453"/>
                  </a:lnTo>
                  <a:lnTo>
                    <a:pt x="218" y="454"/>
                  </a:lnTo>
                  <a:lnTo>
                    <a:pt x="219" y="454"/>
                  </a:lnTo>
                  <a:lnTo>
                    <a:pt x="219" y="455"/>
                  </a:lnTo>
                  <a:lnTo>
                    <a:pt x="220" y="456"/>
                  </a:lnTo>
                  <a:lnTo>
                    <a:pt x="220" y="456"/>
                  </a:lnTo>
                  <a:lnTo>
                    <a:pt x="220" y="458"/>
                  </a:lnTo>
                  <a:lnTo>
                    <a:pt x="220" y="458"/>
                  </a:lnTo>
                  <a:lnTo>
                    <a:pt x="221" y="459"/>
                  </a:lnTo>
                  <a:lnTo>
                    <a:pt x="221" y="460"/>
                  </a:lnTo>
                  <a:lnTo>
                    <a:pt x="221" y="460"/>
                  </a:lnTo>
                  <a:lnTo>
                    <a:pt x="221" y="461"/>
                  </a:lnTo>
                  <a:lnTo>
                    <a:pt x="222" y="462"/>
                  </a:lnTo>
                  <a:lnTo>
                    <a:pt x="222" y="462"/>
                  </a:lnTo>
                  <a:lnTo>
                    <a:pt x="222" y="463"/>
                  </a:lnTo>
                  <a:lnTo>
                    <a:pt x="223" y="464"/>
                  </a:lnTo>
                  <a:lnTo>
                    <a:pt x="223" y="465"/>
                  </a:lnTo>
                  <a:lnTo>
                    <a:pt x="223" y="465"/>
                  </a:lnTo>
                  <a:lnTo>
                    <a:pt x="223" y="467"/>
                  </a:lnTo>
                  <a:lnTo>
                    <a:pt x="224" y="467"/>
                  </a:lnTo>
                  <a:lnTo>
                    <a:pt x="224" y="468"/>
                  </a:lnTo>
                  <a:lnTo>
                    <a:pt x="224" y="468"/>
                  </a:lnTo>
                  <a:lnTo>
                    <a:pt x="224" y="469"/>
                  </a:lnTo>
                  <a:lnTo>
                    <a:pt x="225" y="470"/>
                  </a:lnTo>
                  <a:lnTo>
                    <a:pt x="225" y="470"/>
                  </a:lnTo>
                  <a:lnTo>
                    <a:pt x="226" y="471"/>
                  </a:lnTo>
                  <a:lnTo>
                    <a:pt x="226" y="471"/>
                  </a:lnTo>
                  <a:lnTo>
                    <a:pt x="226" y="473"/>
                  </a:lnTo>
                  <a:lnTo>
                    <a:pt x="226" y="473"/>
                  </a:lnTo>
                  <a:lnTo>
                    <a:pt x="227" y="473"/>
                  </a:lnTo>
                  <a:lnTo>
                    <a:pt x="227" y="474"/>
                  </a:lnTo>
                  <a:lnTo>
                    <a:pt x="227" y="475"/>
                  </a:lnTo>
                  <a:lnTo>
                    <a:pt x="227" y="475"/>
                  </a:lnTo>
                  <a:lnTo>
                    <a:pt x="228" y="476"/>
                  </a:lnTo>
                  <a:lnTo>
                    <a:pt x="228" y="477"/>
                  </a:lnTo>
                  <a:lnTo>
                    <a:pt x="228" y="477"/>
                  </a:lnTo>
                  <a:lnTo>
                    <a:pt x="229" y="478"/>
                  </a:lnTo>
                  <a:lnTo>
                    <a:pt x="229" y="478"/>
                  </a:lnTo>
                  <a:lnTo>
                    <a:pt x="229" y="479"/>
                  </a:lnTo>
                  <a:lnTo>
                    <a:pt x="230" y="480"/>
                  </a:lnTo>
                  <a:lnTo>
                    <a:pt x="230" y="481"/>
                  </a:lnTo>
                  <a:lnTo>
                    <a:pt x="230" y="481"/>
                  </a:lnTo>
                  <a:lnTo>
                    <a:pt x="230" y="482"/>
                  </a:lnTo>
                  <a:lnTo>
                    <a:pt x="231" y="482"/>
                  </a:lnTo>
                  <a:lnTo>
                    <a:pt x="231" y="484"/>
                  </a:lnTo>
                  <a:lnTo>
                    <a:pt x="231" y="484"/>
                  </a:lnTo>
                  <a:lnTo>
                    <a:pt x="232" y="484"/>
                  </a:lnTo>
                  <a:lnTo>
                    <a:pt x="232" y="485"/>
                  </a:lnTo>
                  <a:lnTo>
                    <a:pt x="232" y="486"/>
                  </a:lnTo>
                  <a:lnTo>
                    <a:pt x="232" y="486"/>
                  </a:lnTo>
                  <a:lnTo>
                    <a:pt x="233" y="487"/>
                  </a:lnTo>
                  <a:lnTo>
                    <a:pt x="233" y="488"/>
                  </a:lnTo>
                  <a:lnTo>
                    <a:pt x="233" y="488"/>
                  </a:lnTo>
                  <a:lnTo>
                    <a:pt x="233" y="488"/>
                  </a:lnTo>
                  <a:lnTo>
                    <a:pt x="234" y="489"/>
                  </a:lnTo>
                  <a:lnTo>
                    <a:pt x="234" y="490"/>
                  </a:lnTo>
                  <a:lnTo>
                    <a:pt x="235" y="490"/>
                  </a:lnTo>
                  <a:lnTo>
                    <a:pt x="235" y="490"/>
                  </a:lnTo>
                  <a:lnTo>
                    <a:pt x="235" y="491"/>
                  </a:lnTo>
                  <a:lnTo>
                    <a:pt x="235" y="491"/>
                  </a:lnTo>
                  <a:lnTo>
                    <a:pt x="236" y="492"/>
                  </a:lnTo>
                  <a:lnTo>
                    <a:pt x="236" y="492"/>
                  </a:lnTo>
                  <a:lnTo>
                    <a:pt x="236" y="493"/>
                  </a:lnTo>
                  <a:lnTo>
                    <a:pt x="236" y="493"/>
                  </a:lnTo>
                  <a:lnTo>
                    <a:pt x="237" y="494"/>
                  </a:lnTo>
                  <a:lnTo>
                    <a:pt x="237" y="494"/>
                  </a:lnTo>
                  <a:lnTo>
                    <a:pt x="237" y="495"/>
                  </a:lnTo>
                  <a:lnTo>
                    <a:pt x="238" y="495"/>
                  </a:lnTo>
                  <a:lnTo>
                    <a:pt x="238" y="496"/>
                  </a:lnTo>
                  <a:lnTo>
                    <a:pt x="238" y="496"/>
                  </a:lnTo>
                  <a:lnTo>
                    <a:pt x="238" y="497"/>
                  </a:lnTo>
                  <a:lnTo>
                    <a:pt x="239" y="497"/>
                  </a:lnTo>
                  <a:lnTo>
                    <a:pt x="239" y="497"/>
                  </a:lnTo>
                  <a:lnTo>
                    <a:pt x="239" y="499"/>
                  </a:lnTo>
                  <a:lnTo>
                    <a:pt x="240" y="499"/>
                  </a:lnTo>
                  <a:lnTo>
                    <a:pt x="240" y="499"/>
                  </a:lnTo>
                  <a:lnTo>
                    <a:pt x="240" y="500"/>
                  </a:lnTo>
                  <a:lnTo>
                    <a:pt x="241" y="500"/>
                  </a:lnTo>
                  <a:lnTo>
                    <a:pt x="241" y="501"/>
                  </a:lnTo>
                  <a:lnTo>
                    <a:pt x="241" y="502"/>
                  </a:lnTo>
                  <a:lnTo>
                    <a:pt x="241" y="502"/>
                  </a:lnTo>
                  <a:lnTo>
                    <a:pt x="242" y="503"/>
                  </a:lnTo>
                  <a:lnTo>
                    <a:pt x="242" y="503"/>
                  </a:lnTo>
                  <a:lnTo>
                    <a:pt x="242" y="503"/>
                  </a:lnTo>
                  <a:lnTo>
                    <a:pt x="242" y="503"/>
                  </a:lnTo>
                  <a:lnTo>
                    <a:pt x="243" y="504"/>
                  </a:lnTo>
                  <a:lnTo>
                    <a:pt x="243" y="505"/>
                  </a:lnTo>
                  <a:lnTo>
                    <a:pt x="244" y="505"/>
                  </a:lnTo>
                  <a:lnTo>
                    <a:pt x="244" y="505"/>
                  </a:lnTo>
                  <a:lnTo>
                    <a:pt x="244" y="506"/>
                  </a:lnTo>
                  <a:lnTo>
                    <a:pt x="244" y="506"/>
                  </a:lnTo>
                  <a:lnTo>
                    <a:pt x="245" y="506"/>
                  </a:lnTo>
                  <a:lnTo>
                    <a:pt x="245" y="507"/>
                  </a:lnTo>
                  <a:lnTo>
                    <a:pt x="245" y="507"/>
                  </a:lnTo>
                  <a:lnTo>
                    <a:pt x="245" y="508"/>
                  </a:lnTo>
                  <a:lnTo>
                    <a:pt x="246" y="508"/>
                  </a:lnTo>
                  <a:lnTo>
                    <a:pt x="246" y="508"/>
                  </a:lnTo>
                  <a:lnTo>
                    <a:pt x="246" y="509"/>
                  </a:lnTo>
                  <a:lnTo>
                    <a:pt x="247" y="509"/>
                  </a:lnTo>
                  <a:lnTo>
                    <a:pt x="247" y="509"/>
                  </a:lnTo>
                  <a:lnTo>
                    <a:pt x="247" y="509"/>
                  </a:lnTo>
                  <a:lnTo>
                    <a:pt x="247" y="510"/>
                  </a:lnTo>
                  <a:lnTo>
                    <a:pt x="248" y="510"/>
                  </a:lnTo>
                  <a:lnTo>
                    <a:pt x="248" y="510"/>
                  </a:lnTo>
                  <a:lnTo>
                    <a:pt x="248" y="511"/>
                  </a:lnTo>
                  <a:lnTo>
                    <a:pt x="248" y="511"/>
                  </a:lnTo>
                  <a:lnTo>
                    <a:pt x="249" y="512"/>
                  </a:lnTo>
                  <a:lnTo>
                    <a:pt x="249" y="512"/>
                  </a:lnTo>
                  <a:lnTo>
                    <a:pt x="250" y="512"/>
                  </a:lnTo>
                  <a:lnTo>
                    <a:pt x="250" y="512"/>
                  </a:lnTo>
                  <a:lnTo>
                    <a:pt x="250" y="512"/>
                  </a:lnTo>
                  <a:lnTo>
                    <a:pt x="250" y="513"/>
                  </a:lnTo>
                  <a:lnTo>
                    <a:pt x="251" y="514"/>
                  </a:lnTo>
                  <a:lnTo>
                    <a:pt x="251" y="514"/>
                  </a:lnTo>
                  <a:lnTo>
                    <a:pt x="251" y="514"/>
                  </a:lnTo>
                  <a:lnTo>
                    <a:pt x="252" y="514"/>
                  </a:lnTo>
                  <a:lnTo>
                    <a:pt x="252" y="514"/>
                  </a:lnTo>
                  <a:lnTo>
                    <a:pt x="252" y="515"/>
                  </a:lnTo>
                  <a:lnTo>
                    <a:pt x="252" y="515"/>
                  </a:lnTo>
                  <a:lnTo>
                    <a:pt x="253" y="515"/>
                  </a:lnTo>
                  <a:lnTo>
                    <a:pt x="253" y="515"/>
                  </a:lnTo>
                  <a:lnTo>
                    <a:pt x="253" y="516"/>
                  </a:lnTo>
                  <a:lnTo>
                    <a:pt x="254" y="516"/>
                  </a:lnTo>
                  <a:lnTo>
                    <a:pt x="254" y="516"/>
                  </a:lnTo>
                  <a:lnTo>
                    <a:pt x="254" y="517"/>
                  </a:lnTo>
                  <a:lnTo>
                    <a:pt x="255" y="517"/>
                  </a:lnTo>
                  <a:lnTo>
                    <a:pt x="255" y="518"/>
                  </a:lnTo>
                  <a:lnTo>
                    <a:pt x="255" y="518"/>
                  </a:lnTo>
                  <a:lnTo>
                    <a:pt x="255" y="518"/>
                  </a:lnTo>
                  <a:lnTo>
                    <a:pt x="256" y="518"/>
                  </a:lnTo>
                  <a:lnTo>
                    <a:pt x="256" y="519"/>
                  </a:lnTo>
                  <a:lnTo>
                    <a:pt x="256" y="520"/>
                  </a:lnTo>
                  <a:lnTo>
                    <a:pt x="256" y="520"/>
                  </a:lnTo>
                  <a:lnTo>
                    <a:pt x="257" y="520"/>
                  </a:lnTo>
                  <a:lnTo>
                    <a:pt x="257" y="520"/>
                  </a:lnTo>
                  <a:lnTo>
                    <a:pt x="258" y="521"/>
                  </a:lnTo>
                  <a:lnTo>
                    <a:pt x="258" y="521"/>
                  </a:lnTo>
                  <a:lnTo>
                    <a:pt x="258" y="521"/>
                  </a:lnTo>
                  <a:lnTo>
                    <a:pt x="258" y="522"/>
                  </a:lnTo>
                  <a:lnTo>
                    <a:pt x="259" y="522"/>
                  </a:lnTo>
                  <a:lnTo>
                    <a:pt x="259" y="523"/>
                  </a:lnTo>
                  <a:lnTo>
                    <a:pt x="259" y="523"/>
                  </a:lnTo>
                  <a:lnTo>
                    <a:pt x="259" y="523"/>
                  </a:lnTo>
                  <a:lnTo>
                    <a:pt x="260" y="524"/>
                  </a:lnTo>
                  <a:lnTo>
                    <a:pt x="260" y="524"/>
                  </a:lnTo>
                  <a:lnTo>
                    <a:pt x="260" y="524"/>
                  </a:lnTo>
                  <a:lnTo>
                    <a:pt x="261" y="524"/>
                  </a:lnTo>
                  <a:lnTo>
                    <a:pt x="261" y="525"/>
                  </a:lnTo>
                  <a:lnTo>
                    <a:pt x="261" y="525"/>
                  </a:lnTo>
                  <a:lnTo>
                    <a:pt x="261" y="525"/>
                  </a:lnTo>
                  <a:lnTo>
                    <a:pt x="262" y="526"/>
                  </a:lnTo>
                  <a:lnTo>
                    <a:pt x="262" y="526"/>
                  </a:lnTo>
                  <a:lnTo>
                    <a:pt x="262" y="526"/>
                  </a:lnTo>
                  <a:lnTo>
                    <a:pt x="262" y="527"/>
                  </a:lnTo>
                  <a:lnTo>
                    <a:pt x="263" y="527"/>
                  </a:lnTo>
                  <a:lnTo>
                    <a:pt x="263" y="527"/>
                  </a:lnTo>
                  <a:lnTo>
                    <a:pt x="264" y="527"/>
                  </a:lnTo>
                  <a:lnTo>
                    <a:pt x="264" y="528"/>
                  </a:lnTo>
                  <a:lnTo>
                    <a:pt x="264" y="529"/>
                  </a:lnTo>
                  <a:lnTo>
                    <a:pt x="264" y="529"/>
                  </a:lnTo>
                  <a:lnTo>
                    <a:pt x="265" y="529"/>
                  </a:lnTo>
                  <a:lnTo>
                    <a:pt x="265" y="529"/>
                  </a:lnTo>
                  <a:lnTo>
                    <a:pt x="265" y="530"/>
                  </a:lnTo>
                  <a:lnTo>
                    <a:pt x="265" y="530"/>
                  </a:lnTo>
                  <a:lnTo>
                    <a:pt x="266" y="531"/>
                  </a:lnTo>
                  <a:lnTo>
                    <a:pt x="266" y="531"/>
                  </a:lnTo>
                  <a:lnTo>
                    <a:pt x="267" y="531"/>
                  </a:lnTo>
                  <a:lnTo>
                    <a:pt x="267" y="532"/>
                  </a:lnTo>
                  <a:lnTo>
                    <a:pt x="267" y="532"/>
                  </a:lnTo>
                  <a:lnTo>
                    <a:pt x="267" y="532"/>
                  </a:lnTo>
                  <a:lnTo>
                    <a:pt x="268" y="533"/>
                  </a:lnTo>
                  <a:lnTo>
                    <a:pt x="268" y="533"/>
                  </a:lnTo>
                  <a:lnTo>
                    <a:pt x="268" y="533"/>
                  </a:lnTo>
                  <a:lnTo>
                    <a:pt x="268" y="533"/>
                  </a:lnTo>
                  <a:lnTo>
                    <a:pt x="269" y="534"/>
                  </a:lnTo>
                  <a:lnTo>
                    <a:pt x="269" y="534"/>
                  </a:lnTo>
                  <a:lnTo>
                    <a:pt x="269" y="535"/>
                  </a:lnTo>
                  <a:lnTo>
                    <a:pt x="270" y="535"/>
                  </a:lnTo>
                  <a:lnTo>
                    <a:pt x="270" y="535"/>
                  </a:lnTo>
                  <a:lnTo>
                    <a:pt x="270" y="535"/>
                  </a:lnTo>
                  <a:lnTo>
                    <a:pt x="270" y="535"/>
                  </a:lnTo>
                  <a:lnTo>
                    <a:pt x="271" y="536"/>
                  </a:lnTo>
                  <a:lnTo>
                    <a:pt x="271" y="536"/>
                  </a:lnTo>
                  <a:lnTo>
                    <a:pt x="271" y="536"/>
                  </a:lnTo>
                  <a:lnTo>
                    <a:pt x="271" y="537"/>
                  </a:lnTo>
                  <a:lnTo>
                    <a:pt x="272" y="537"/>
                  </a:lnTo>
                  <a:lnTo>
                    <a:pt x="272" y="537"/>
                  </a:lnTo>
                  <a:lnTo>
                    <a:pt x="273" y="537"/>
                  </a:lnTo>
                  <a:lnTo>
                    <a:pt x="273" y="538"/>
                  </a:lnTo>
                  <a:lnTo>
                    <a:pt x="273" y="538"/>
                  </a:lnTo>
                  <a:lnTo>
                    <a:pt x="273" y="538"/>
                  </a:lnTo>
                  <a:lnTo>
                    <a:pt x="274" y="538"/>
                  </a:lnTo>
                  <a:lnTo>
                    <a:pt x="274" y="539"/>
                  </a:lnTo>
                  <a:lnTo>
                    <a:pt x="274" y="539"/>
                  </a:lnTo>
                  <a:lnTo>
                    <a:pt x="274" y="539"/>
                  </a:lnTo>
                  <a:lnTo>
                    <a:pt x="275" y="539"/>
                  </a:lnTo>
                  <a:lnTo>
                    <a:pt x="275" y="540"/>
                  </a:lnTo>
                  <a:lnTo>
                    <a:pt x="275" y="540"/>
                  </a:lnTo>
                  <a:lnTo>
                    <a:pt x="276" y="540"/>
                  </a:lnTo>
                  <a:lnTo>
                    <a:pt x="276" y="540"/>
                  </a:lnTo>
                  <a:lnTo>
                    <a:pt x="276" y="541"/>
                  </a:lnTo>
                  <a:lnTo>
                    <a:pt x="277" y="541"/>
                  </a:lnTo>
                  <a:lnTo>
                    <a:pt x="277" y="541"/>
                  </a:lnTo>
                  <a:lnTo>
                    <a:pt x="277" y="542"/>
                  </a:lnTo>
                  <a:lnTo>
                    <a:pt x="277" y="542"/>
                  </a:lnTo>
                  <a:lnTo>
                    <a:pt x="278" y="542"/>
                  </a:lnTo>
                  <a:lnTo>
                    <a:pt x="278" y="543"/>
                  </a:lnTo>
                  <a:lnTo>
                    <a:pt x="278" y="543"/>
                  </a:lnTo>
                  <a:lnTo>
                    <a:pt x="279" y="543"/>
                  </a:lnTo>
                  <a:lnTo>
                    <a:pt x="279" y="543"/>
                  </a:lnTo>
                  <a:lnTo>
                    <a:pt x="279" y="543"/>
                  </a:lnTo>
                  <a:lnTo>
                    <a:pt x="279" y="544"/>
                  </a:lnTo>
                  <a:lnTo>
                    <a:pt x="280" y="544"/>
                  </a:lnTo>
                  <a:lnTo>
                    <a:pt x="280" y="544"/>
                  </a:lnTo>
                  <a:lnTo>
                    <a:pt x="280" y="544"/>
                  </a:lnTo>
                  <a:lnTo>
                    <a:pt x="280" y="544"/>
                  </a:lnTo>
                  <a:lnTo>
                    <a:pt x="281" y="544"/>
                  </a:lnTo>
                  <a:lnTo>
                    <a:pt x="281" y="544"/>
                  </a:lnTo>
                  <a:lnTo>
                    <a:pt x="282" y="544"/>
                  </a:lnTo>
                  <a:lnTo>
                    <a:pt x="282" y="544"/>
                  </a:lnTo>
                  <a:lnTo>
                    <a:pt x="282" y="545"/>
                  </a:lnTo>
                  <a:lnTo>
                    <a:pt x="282" y="545"/>
                  </a:lnTo>
                  <a:lnTo>
                    <a:pt x="283" y="545"/>
                  </a:lnTo>
                  <a:lnTo>
                    <a:pt x="283" y="546"/>
                  </a:lnTo>
                  <a:lnTo>
                    <a:pt x="283" y="546"/>
                  </a:lnTo>
                  <a:lnTo>
                    <a:pt x="283" y="546"/>
                  </a:lnTo>
                  <a:lnTo>
                    <a:pt x="284" y="546"/>
                  </a:lnTo>
                  <a:lnTo>
                    <a:pt x="284" y="546"/>
                  </a:lnTo>
                  <a:lnTo>
                    <a:pt x="284" y="546"/>
                  </a:lnTo>
                  <a:lnTo>
                    <a:pt x="285" y="546"/>
                  </a:lnTo>
                  <a:lnTo>
                    <a:pt x="285" y="546"/>
                  </a:lnTo>
                  <a:lnTo>
                    <a:pt x="285" y="547"/>
                  </a:lnTo>
                  <a:lnTo>
                    <a:pt x="285" y="547"/>
                  </a:lnTo>
                  <a:lnTo>
                    <a:pt x="286" y="547"/>
                  </a:lnTo>
                  <a:lnTo>
                    <a:pt x="286" y="547"/>
                  </a:lnTo>
                  <a:lnTo>
                    <a:pt x="286" y="548"/>
                  </a:lnTo>
                  <a:lnTo>
                    <a:pt x="287" y="548"/>
                  </a:lnTo>
                  <a:lnTo>
                    <a:pt x="287" y="548"/>
                  </a:lnTo>
                  <a:lnTo>
                    <a:pt x="287" y="548"/>
                  </a:lnTo>
                  <a:lnTo>
                    <a:pt x="288" y="548"/>
                  </a:lnTo>
                  <a:lnTo>
                    <a:pt x="288" y="549"/>
                  </a:lnTo>
                  <a:lnTo>
                    <a:pt x="288" y="549"/>
                  </a:lnTo>
                  <a:lnTo>
                    <a:pt x="288" y="549"/>
                  </a:lnTo>
                  <a:lnTo>
                    <a:pt x="289" y="549"/>
                  </a:lnTo>
                  <a:lnTo>
                    <a:pt x="289" y="549"/>
                  </a:lnTo>
                  <a:lnTo>
                    <a:pt x="289" y="550"/>
                  </a:lnTo>
                  <a:lnTo>
                    <a:pt x="289" y="550"/>
                  </a:lnTo>
                  <a:lnTo>
                    <a:pt x="290" y="550"/>
                  </a:lnTo>
                  <a:lnTo>
                    <a:pt x="290" y="550"/>
                  </a:lnTo>
                  <a:lnTo>
                    <a:pt x="291" y="550"/>
                  </a:lnTo>
                  <a:lnTo>
                    <a:pt x="291" y="550"/>
                  </a:lnTo>
                  <a:lnTo>
                    <a:pt x="291" y="550"/>
                  </a:lnTo>
                  <a:lnTo>
                    <a:pt x="291" y="550"/>
                  </a:lnTo>
                  <a:lnTo>
                    <a:pt x="292" y="550"/>
                  </a:lnTo>
                  <a:lnTo>
                    <a:pt x="292" y="550"/>
                  </a:lnTo>
                  <a:lnTo>
                    <a:pt x="292" y="550"/>
                  </a:lnTo>
                  <a:lnTo>
                    <a:pt x="292" y="550"/>
                  </a:lnTo>
                  <a:lnTo>
                    <a:pt x="293" y="550"/>
                  </a:lnTo>
                  <a:lnTo>
                    <a:pt x="293" y="550"/>
                  </a:lnTo>
                  <a:lnTo>
                    <a:pt x="293" y="551"/>
                  </a:lnTo>
                  <a:lnTo>
                    <a:pt x="294" y="551"/>
                  </a:lnTo>
                  <a:lnTo>
                    <a:pt x="294" y="551"/>
                  </a:lnTo>
                  <a:lnTo>
                    <a:pt x="294" y="551"/>
                  </a:lnTo>
                  <a:lnTo>
                    <a:pt x="294" y="552"/>
                  </a:lnTo>
                  <a:lnTo>
                    <a:pt x="295" y="552"/>
                  </a:lnTo>
                  <a:lnTo>
                    <a:pt x="295" y="552"/>
                  </a:lnTo>
                  <a:lnTo>
                    <a:pt x="295" y="552"/>
                  </a:lnTo>
                  <a:lnTo>
                    <a:pt x="295" y="552"/>
                  </a:lnTo>
                  <a:lnTo>
                    <a:pt x="296" y="552"/>
                  </a:lnTo>
                  <a:lnTo>
                    <a:pt x="296" y="552"/>
                  </a:lnTo>
                  <a:lnTo>
                    <a:pt x="297" y="552"/>
                  </a:lnTo>
                  <a:lnTo>
                    <a:pt x="297" y="552"/>
                  </a:lnTo>
                  <a:lnTo>
                    <a:pt x="297" y="552"/>
                  </a:lnTo>
                  <a:lnTo>
                    <a:pt x="297" y="552"/>
                  </a:lnTo>
                  <a:lnTo>
                    <a:pt x="298" y="552"/>
                  </a:lnTo>
                  <a:lnTo>
                    <a:pt x="298" y="552"/>
                  </a:lnTo>
                  <a:lnTo>
                    <a:pt x="298" y="552"/>
                  </a:lnTo>
                  <a:lnTo>
                    <a:pt x="298" y="552"/>
                  </a:lnTo>
                  <a:lnTo>
                    <a:pt x="299" y="552"/>
                  </a:lnTo>
                  <a:lnTo>
                    <a:pt x="299" y="552"/>
                  </a:lnTo>
                  <a:lnTo>
                    <a:pt x="299" y="552"/>
                  </a:lnTo>
                  <a:lnTo>
                    <a:pt x="300" y="552"/>
                  </a:lnTo>
                  <a:lnTo>
                    <a:pt x="300" y="552"/>
                  </a:lnTo>
                  <a:lnTo>
                    <a:pt x="300" y="552"/>
                  </a:lnTo>
                  <a:lnTo>
                    <a:pt x="301" y="553"/>
                  </a:lnTo>
                  <a:lnTo>
                    <a:pt x="301" y="553"/>
                  </a:lnTo>
                  <a:lnTo>
                    <a:pt x="301" y="553"/>
                  </a:lnTo>
                  <a:lnTo>
                    <a:pt x="301" y="553"/>
                  </a:lnTo>
                  <a:lnTo>
                    <a:pt x="302" y="553"/>
                  </a:lnTo>
                  <a:lnTo>
                    <a:pt x="302" y="553"/>
                  </a:lnTo>
                  <a:lnTo>
                    <a:pt x="302" y="553"/>
                  </a:lnTo>
                  <a:lnTo>
                    <a:pt x="303" y="553"/>
                  </a:lnTo>
                  <a:lnTo>
                    <a:pt x="303" y="553"/>
                  </a:lnTo>
                  <a:lnTo>
                    <a:pt x="303" y="553"/>
                  </a:lnTo>
                  <a:lnTo>
                    <a:pt x="303" y="553"/>
                  </a:lnTo>
                  <a:lnTo>
                    <a:pt x="304" y="553"/>
                  </a:lnTo>
                  <a:lnTo>
                    <a:pt x="304" y="553"/>
                  </a:lnTo>
                  <a:lnTo>
                    <a:pt x="304" y="553"/>
                  </a:lnTo>
                  <a:lnTo>
                    <a:pt x="304" y="553"/>
                  </a:lnTo>
                  <a:lnTo>
                    <a:pt x="305" y="553"/>
                  </a:lnTo>
                  <a:lnTo>
                    <a:pt x="305" y="553"/>
                  </a:lnTo>
                  <a:lnTo>
                    <a:pt x="306" y="553"/>
                  </a:lnTo>
                  <a:lnTo>
                    <a:pt x="306" y="553"/>
                  </a:lnTo>
                  <a:lnTo>
                    <a:pt x="306" y="553"/>
                  </a:lnTo>
                  <a:lnTo>
                    <a:pt x="306" y="553"/>
                  </a:lnTo>
                  <a:lnTo>
                    <a:pt x="307" y="553"/>
                  </a:lnTo>
                  <a:lnTo>
                    <a:pt x="307" y="553"/>
                  </a:lnTo>
                  <a:lnTo>
                    <a:pt x="307" y="553"/>
                  </a:lnTo>
                  <a:lnTo>
                    <a:pt x="307" y="553"/>
                  </a:lnTo>
                  <a:lnTo>
                    <a:pt x="308" y="553"/>
                  </a:lnTo>
                  <a:lnTo>
                    <a:pt x="308" y="553"/>
                  </a:lnTo>
                  <a:lnTo>
                    <a:pt x="308" y="553"/>
                  </a:lnTo>
                  <a:lnTo>
                    <a:pt x="309" y="553"/>
                  </a:lnTo>
                  <a:lnTo>
                    <a:pt x="309" y="553"/>
                  </a:lnTo>
                  <a:lnTo>
                    <a:pt x="309" y="553"/>
                  </a:lnTo>
                  <a:lnTo>
                    <a:pt x="309" y="553"/>
                  </a:lnTo>
                  <a:lnTo>
                    <a:pt x="310" y="553"/>
                  </a:lnTo>
                  <a:lnTo>
                    <a:pt x="310" y="553"/>
                  </a:lnTo>
                  <a:lnTo>
                    <a:pt x="310" y="553"/>
                  </a:lnTo>
                  <a:lnTo>
                    <a:pt x="311" y="553"/>
                  </a:lnTo>
                  <a:lnTo>
                    <a:pt x="311" y="553"/>
                  </a:lnTo>
                  <a:lnTo>
                    <a:pt x="311" y="553"/>
                  </a:lnTo>
                  <a:lnTo>
                    <a:pt x="312" y="553"/>
                  </a:lnTo>
                  <a:lnTo>
                    <a:pt x="312" y="553"/>
                  </a:lnTo>
                  <a:lnTo>
                    <a:pt x="312" y="553"/>
                  </a:lnTo>
                  <a:lnTo>
                    <a:pt x="312" y="553"/>
                  </a:lnTo>
                  <a:lnTo>
                    <a:pt x="313" y="553"/>
                  </a:lnTo>
                  <a:lnTo>
                    <a:pt x="313" y="553"/>
                  </a:lnTo>
                  <a:lnTo>
                    <a:pt x="313" y="553"/>
                  </a:lnTo>
                  <a:lnTo>
                    <a:pt x="313" y="553"/>
                  </a:lnTo>
                  <a:lnTo>
                    <a:pt x="314" y="553"/>
                  </a:lnTo>
                  <a:lnTo>
                    <a:pt x="314" y="553"/>
                  </a:lnTo>
                  <a:lnTo>
                    <a:pt x="315" y="553"/>
                  </a:lnTo>
                  <a:lnTo>
                    <a:pt x="315" y="553"/>
                  </a:lnTo>
                  <a:lnTo>
                    <a:pt x="315" y="553"/>
                  </a:lnTo>
                  <a:lnTo>
                    <a:pt x="315" y="553"/>
                  </a:lnTo>
                  <a:lnTo>
                    <a:pt x="316" y="553"/>
                  </a:lnTo>
                  <a:lnTo>
                    <a:pt x="316" y="553"/>
                  </a:lnTo>
                  <a:lnTo>
                    <a:pt x="316" y="553"/>
                  </a:lnTo>
                  <a:lnTo>
                    <a:pt x="316" y="553"/>
                  </a:lnTo>
                  <a:lnTo>
                    <a:pt x="317" y="553"/>
                  </a:lnTo>
                  <a:lnTo>
                    <a:pt x="317" y="553"/>
                  </a:lnTo>
                  <a:lnTo>
                    <a:pt x="317" y="552"/>
                  </a:lnTo>
                  <a:lnTo>
                    <a:pt x="318" y="552"/>
                  </a:lnTo>
                  <a:lnTo>
                    <a:pt x="318" y="552"/>
                  </a:lnTo>
                  <a:lnTo>
                    <a:pt x="318" y="552"/>
                  </a:lnTo>
                  <a:lnTo>
                    <a:pt x="318" y="552"/>
                  </a:lnTo>
                  <a:lnTo>
                    <a:pt x="319" y="552"/>
                  </a:lnTo>
                  <a:lnTo>
                    <a:pt x="319" y="552"/>
                  </a:lnTo>
                  <a:lnTo>
                    <a:pt x="320" y="552"/>
                  </a:lnTo>
                  <a:lnTo>
                    <a:pt x="320" y="552"/>
                  </a:lnTo>
                  <a:lnTo>
                    <a:pt x="320" y="552"/>
                  </a:lnTo>
                  <a:lnTo>
                    <a:pt x="320" y="552"/>
                  </a:lnTo>
                  <a:lnTo>
                    <a:pt x="321" y="552"/>
                  </a:lnTo>
                  <a:lnTo>
                    <a:pt x="321" y="552"/>
                  </a:lnTo>
                  <a:lnTo>
                    <a:pt x="321" y="552"/>
                  </a:lnTo>
                  <a:lnTo>
                    <a:pt x="321" y="552"/>
                  </a:lnTo>
                  <a:lnTo>
                    <a:pt x="322" y="552"/>
                  </a:lnTo>
                  <a:lnTo>
                    <a:pt x="322" y="552"/>
                  </a:lnTo>
                  <a:lnTo>
                    <a:pt x="322" y="552"/>
                  </a:lnTo>
                  <a:lnTo>
                    <a:pt x="323" y="552"/>
                  </a:lnTo>
                  <a:lnTo>
                    <a:pt x="323" y="553"/>
                  </a:lnTo>
                  <a:lnTo>
                    <a:pt x="323" y="552"/>
                  </a:lnTo>
                  <a:lnTo>
                    <a:pt x="324" y="552"/>
                  </a:lnTo>
                  <a:lnTo>
                    <a:pt x="324" y="552"/>
                  </a:lnTo>
                  <a:lnTo>
                    <a:pt x="324" y="552"/>
                  </a:lnTo>
                  <a:lnTo>
                    <a:pt x="324" y="552"/>
                  </a:lnTo>
                  <a:lnTo>
                    <a:pt x="325" y="552"/>
                  </a:lnTo>
                  <a:lnTo>
                    <a:pt x="325" y="552"/>
                  </a:lnTo>
                  <a:lnTo>
                    <a:pt x="325" y="552"/>
                  </a:lnTo>
                  <a:lnTo>
                    <a:pt x="326" y="552"/>
                  </a:lnTo>
                  <a:lnTo>
                    <a:pt x="326" y="552"/>
                  </a:lnTo>
                  <a:lnTo>
                    <a:pt x="326" y="552"/>
                  </a:lnTo>
                  <a:lnTo>
                    <a:pt x="326" y="552"/>
                  </a:lnTo>
                  <a:lnTo>
                    <a:pt x="327" y="552"/>
                  </a:lnTo>
                  <a:lnTo>
                    <a:pt x="327" y="552"/>
                  </a:lnTo>
                  <a:lnTo>
                    <a:pt x="327" y="552"/>
                  </a:lnTo>
                  <a:lnTo>
                    <a:pt x="327" y="552"/>
                  </a:lnTo>
                  <a:lnTo>
                    <a:pt x="328" y="552"/>
                  </a:lnTo>
                  <a:lnTo>
                    <a:pt x="328" y="552"/>
                  </a:lnTo>
                  <a:lnTo>
                    <a:pt x="329" y="552"/>
                  </a:lnTo>
                  <a:lnTo>
                    <a:pt x="329" y="552"/>
                  </a:lnTo>
                  <a:lnTo>
                    <a:pt x="329" y="552"/>
                  </a:lnTo>
                  <a:lnTo>
                    <a:pt x="329" y="552"/>
                  </a:lnTo>
                  <a:lnTo>
                    <a:pt x="330" y="552"/>
                  </a:lnTo>
                  <a:lnTo>
                    <a:pt x="330" y="552"/>
                  </a:lnTo>
                  <a:lnTo>
                    <a:pt x="330" y="551"/>
                  </a:lnTo>
                  <a:lnTo>
                    <a:pt x="330" y="551"/>
                  </a:lnTo>
                  <a:lnTo>
                    <a:pt x="331" y="550"/>
                  </a:lnTo>
                  <a:lnTo>
                    <a:pt x="331" y="550"/>
                  </a:lnTo>
                  <a:lnTo>
                    <a:pt x="331" y="550"/>
                  </a:lnTo>
                  <a:lnTo>
                    <a:pt x="332" y="550"/>
                  </a:lnTo>
                  <a:lnTo>
                    <a:pt x="332" y="550"/>
                  </a:lnTo>
                  <a:lnTo>
                    <a:pt x="332" y="549"/>
                  </a:lnTo>
                  <a:lnTo>
                    <a:pt x="332" y="549"/>
                  </a:lnTo>
                  <a:lnTo>
                    <a:pt x="333" y="549"/>
                  </a:lnTo>
                  <a:lnTo>
                    <a:pt x="333" y="548"/>
                  </a:lnTo>
                  <a:lnTo>
                    <a:pt x="333" y="548"/>
                  </a:lnTo>
                  <a:lnTo>
                    <a:pt x="334" y="548"/>
                  </a:lnTo>
                  <a:lnTo>
                    <a:pt x="334" y="547"/>
                  </a:lnTo>
                  <a:lnTo>
                    <a:pt x="334" y="547"/>
                  </a:lnTo>
                  <a:lnTo>
                    <a:pt x="335" y="547"/>
                  </a:lnTo>
                  <a:lnTo>
                    <a:pt x="335" y="547"/>
                  </a:lnTo>
                  <a:lnTo>
                    <a:pt x="335" y="546"/>
                  </a:lnTo>
                  <a:lnTo>
                    <a:pt x="335" y="546"/>
                  </a:lnTo>
                  <a:lnTo>
                    <a:pt x="336" y="546"/>
                  </a:lnTo>
                  <a:lnTo>
                    <a:pt x="336" y="546"/>
                  </a:lnTo>
                  <a:lnTo>
                    <a:pt x="336" y="546"/>
                  </a:lnTo>
                  <a:lnTo>
                    <a:pt x="336" y="545"/>
                  </a:lnTo>
                  <a:lnTo>
                    <a:pt x="337" y="544"/>
                  </a:lnTo>
                  <a:lnTo>
                    <a:pt x="337" y="544"/>
                  </a:lnTo>
                  <a:lnTo>
                    <a:pt x="338" y="544"/>
                  </a:lnTo>
                  <a:lnTo>
                    <a:pt x="338" y="544"/>
                  </a:lnTo>
                  <a:lnTo>
                    <a:pt x="338" y="544"/>
                  </a:lnTo>
                  <a:lnTo>
                    <a:pt x="338" y="544"/>
                  </a:lnTo>
                  <a:lnTo>
                    <a:pt x="339" y="543"/>
                  </a:lnTo>
                  <a:lnTo>
                    <a:pt x="339" y="543"/>
                  </a:lnTo>
                  <a:lnTo>
                    <a:pt x="339" y="543"/>
                  </a:lnTo>
                  <a:lnTo>
                    <a:pt x="339" y="543"/>
                  </a:lnTo>
                  <a:lnTo>
                    <a:pt x="340" y="542"/>
                  </a:lnTo>
                  <a:lnTo>
                    <a:pt x="340" y="542"/>
                  </a:lnTo>
                  <a:lnTo>
                    <a:pt x="340" y="542"/>
                  </a:lnTo>
                  <a:lnTo>
                    <a:pt x="341" y="541"/>
                  </a:lnTo>
                  <a:lnTo>
                    <a:pt x="341" y="541"/>
                  </a:lnTo>
                  <a:lnTo>
                    <a:pt x="341" y="541"/>
                  </a:lnTo>
                  <a:lnTo>
                    <a:pt x="341" y="541"/>
                  </a:lnTo>
                  <a:lnTo>
                    <a:pt x="342" y="540"/>
                  </a:lnTo>
                  <a:lnTo>
                    <a:pt x="342" y="540"/>
                  </a:lnTo>
                  <a:lnTo>
                    <a:pt x="342" y="540"/>
                  </a:lnTo>
                  <a:lnTo>
                    <a:pt x="342" y="540"/>
                  </a:lnTo>
                  <a:lnTo>
                    <a:pt x="343" y="540"/>
                  </a:lnTo>
                  <a:lnTo>
                    <a:pt x="343" y="540"/>
                  </a:lnTo>
                  <a:lnTo>
                    <a:pt x="344" y="540"/>
                  </a:lnTo>
                  <a:lnTo>
                    <a:pt x="344" y="539"/>
                  </a:lnTo>
                  <a:lnTo>
                    <a:pt x="344" y="539"/>
                  </a:lnTo>
                  <a:lnTo>
                    <a:pt x="344" y="539"/>
                  </a:lnTo>
                  <a:lnTo>
                    <a:pt x="345" y="539"/>
                  </a:lnTo>
                  <a:lnTo>
                    <a:pt x="345" y="538"/>
                  </a:lnTo>
                  <a:lnTo>
                    <a:pt x="345" y="538"/>
                  </a:lnTo>
                  <a:lnTo>
                    <a:pt x="345" y="538"/>
                  </a:lnTo>
                  <a:lnTo>
                    <a:pt x="346" y="538"/>
                  </a:lnTo>
                  <a:lnTo>
                    <a:pt x="346" y="538"/>
                  </a:lnTo>
                  <a:lnTo>
                    <a:pt x="346" y="537"/>
                  </a:lnTo>
                  <a:lnTo>
                    <a:pt x="347" y="537"/>
                  </a:lnTo>
                  <a:lnTo>
                    <a:pt x="347" y="537"/>
                  </a:lnTo>
                  <a:lnTo>
                    <a:pt x="347" y="537"/>
                  </a:lnTo>
                  <a:lnTo>
                    <a:pt x="348" y="537"/>
                  </a:lnTo>
                  <a:lnTo>
                    <a:pt x="348" y="537"/>
                  </a:lnTo>
                  <a:lnTo>
                    <a:pt x="348" y="537"/>
                  </a:lnTo>
                  <a:lnTo>
                    <a:pt x="348" y="536"/>
                  </a:lnTo>
                  <a:lnTo>
                    <a:pt x="349" y="536"/>
                  </a:lnTo>
                  <a:lnTo>
                    <a:pt x="349" y="536"/>
                  </a:lnTo>
                  <a:lnTo>
                    <a:pt x="349" y="536"/>
                  </a:lnTo>
                  <a:lnTo>
                    <a:pt x="350" y="536"/>
                  </a:lnTo>
                  <a:lnTo>
                    <a:pt x="350" y="536"/>
                  </a:lnTo>
                  <a:lnTo>
                    <a:pt x="350" y="536"/>
                  </a:lnTo>
                  <a:lnTo>
                    <a:pt x="350" y="536"/>
                  </a:lnTo>
                  <a:lnTo>
                    <a:pt x="351" y="536"/>
                  </a:lnTo>
                  <a:lnTo>
                    <a:pt x="351" y="536"/>
                  </a:lnTo>
                  <a:lnTo>
                    <a:pt x="351" y="536"/>
                  </a:lnTo>
                  <a:lnTo>
                    <a:pt x="351" y="536"/>
                  </a:lnTo>
                  <a:lnTo>
                    <a:pt x="352" y="536"/>
                  </a:lnTo>
                  <a:lnTo>
                    <a:pt x="352" y="536"/>
                  </a:lnTo>
                  <a:lnTo>
                    <a:pt x="353" y="536"/>
                  </a:lnTo>
                  <a:lnTo>
                    <a:pt x="353" y="536"/>
                  </a:lnTo>
                  <a:lnTo>
                    <a:pt x="353" y="536"/>
                  </a:lnTo>
                  <a:lnTo>
                    <a:pt x="353" y="536"/>
                  </a:lnTo>
                  <a:lnTo>
                    <a:pt x="354" y="536"/>
                  </a:lnTo>
                  <a:lnTo>
                    <a:pt x="354" y="536"/>
                  </a:lnTo>
                  <a:lnTo>
                    <a:pt x="354" y="536"/>
                  </a:lnTo>
                  <a:lnTo>
                    <a:pt x="354" y="535"/>
                  </a:lnTo>
                  <a:lnTo>
                    <a:pt x="355" y="535"/>
                  </a:lnTo>
                  <a:lnTo>
                    <a:pt x="355" y="535"/>
                  </a:lnTo>
                  <a:lnTo>
                    <a:pt x="355" y="535"/>
                  </a:lnTo>
                  <a:lnTo>
                    <a:pt x="356" y="535"/>
                  </a:lnTo>
                  <a:lnTo>
                    <a:pt x="356" y="535"/>
                  </a:lnTo>
                  <a:lnTo>
                    <a:pt x="356" y="535"/>
                  </a:lnTo>
                  <a:lnTo>
                    <a:pt x="356" y="535"/>
                  </a:lnTo>
                  <a:lnTo>
                    <a:pt x="357" y="535"/>
                  </a:lnTo>
                  <a:lnTo>
                    <a:pt x="357" y="535"/>
                  </a:lnTo>
                  <a:lnTo>
                    <a:pt x="357" y="535"/>
                  </a:lnTo>
                  <a:lnTo>
                    <a:pt x="358" y="535"/>
                  </a:lnTo>
                  <a:lnTo>
                    <a:pt x="358" y="535"/>
                  </a:lnTo>
                  <a:lnTo>
                    <a:pt x="358" y="535"/>
                  </a:lnTo>
                  <a:lnTo>
                    <a:pt x="359" y="535"/>
                  </a:lnTo>
                  <a:lnTo>
                    <a:pt x="359" y="535"/>
                  </a:lnTo>
                  <a:lnTo>
                    <a:pt x="359" y="535"/>
                  </a:lnTo>
                  <a:lnTo>
                    <a:pt x="359" y="535"/>
                  </a:lnTo>
                  <a:lnTo>
                    <a:pt x="360" y="535"/>
                  </a:lnTo>
                  <a:lnTo>
                    <a:pt x="360" y="535"/>
                  </a:lnTo>
                  <a:lnTo>
                    <a:pt x="360" y="535"/>
                  </a:lnTo>
                  <a:lnTo>
                    <a:pt x="360" y="535"/>
                  </a:lnTo>
                  <a:lnTo>
                    <a:pt x="361" y="535"/>
                  </a:lnTo>
                  <a:lnTo>
                    <a:pt x="361" y="535"/>
                  </a:lnTo>
                  <a:lnTo>
                    <a:pt x="362" y="535"/>
                  </a:lnTo>
                  <a:lnTo>
                    <a:pt x="362" y="535"/>
                  </a:lnTo>
                  <a:lnTo>
                    <a:pt x="362" y="535"/>
                  </a:lnTo>
                  <a:lnTo>
                    <a:pt x="362" y="535"/>
                  </a:lnTo>
                  <a:lnTo>
                    <a:pt x="363" y="535"/>
                  </a:lnTo>
                  <a:lnTo>
                    <a:pt x="363" y="535"/>
                  </a:lnTo>
                  <a:lnTo>
                    <a:pt x="363" y="535"/>
                  </a:lnTo>
                  <a:lnTo>
                    <a:pt x="363" y="535"/>
                  </a:lnTo>
                  <a:lnTo>
                    <a:pt x="364" y="535"/>
                  </a:lnTo>
                  <a:lnTo>
                    <a:pt x="364" y="535"/>
                  </a:lnTo>
                  <a:lnTo>
                    <a:pt x="364" y="534"/>
                  </a:lnTo>
                  <a:lnTo>
                    <a:pt x="365" y="534"/>
                  </a:lnTo>
                  <a:lnTo>
                    <a:pt x="365" y="534"/>
                  </a:lnTo>
                  <a:lnTo>
                    <a:pt x="365" y="534"/>
                  </a:lnTo>
                  <a:lnTo>
                    <a:pt x="365" y="534"/>
                  </a:lnTo>
                  <a:lnTo>
                    <a:pt x="366" y="534"/>
                  </a:lnTo>
                  <a:lnTo>
                    <a:pt x="366" y="533"/>
                  </a:lnTo>
                  <a:lnTo>
                    <a:pt x="366" y="533"/>
                  </a:lnTo>
                  <a:lnTo>
                    <a:pt x="366" y="533"/>
                  </a:lnTo>
                  <a:lnTo>
                    <a:pt x="367" y="533"/>
                  </a:lnTo>
                  <a:lnTo>
                    <a:pt x="367" y="533"/>
                  </a:lnTo>
                  <a:lnTo>
                    <a:pt x="368" y="533"/>
                  </a:lnTo>
                  <a:lnTo>
                    <a:pt x="368" y="533"/>
                  </a:lnTo>
                  <a:lnTo>
                    <a:pt x="368" y="533"/>
                  </a:lnTo>
                  <a:lnTo>
                    <a:pt x="368" y="533"/>
                  </a:lnTo>
                  <a:lnTo>
                    <a:pt x="369" y="533"/>
                  </a:lnTo>
                  <a:lnTo>
                    <a:pt x="369" y="533"/>
                  </a:lnTo>
                  <a:lnTo>
                    <a:pt x="369" y="533"/>
                  </a:lnTo>
                  <a:lnTo>
                    <a:pt x="369" y="533"/>
                  </a:lnTo>
                  <a:lnTo>
                    <a:pt x="370" y="533"/>
                  </a:lnTo>
                  <a:lnTo>
                    <a:pt x="370" y="533"/>
                  </a:lnTo>
                  <a:lnTo>
                    <a:pt x="371" y="533"/>
                  </a:lnTo>
                  <a:lnTo>
                    <a:pt x="371" y="533"/>
                  </a:lnTo>
                  <a:lnTo>
                    <a:pt x="371" y="533"/>
                  </a:lnTo>
                  <a:lnTo>
                    <a:pt x="371" y="533"/>
                  </a:lnTo>
                  <a:lnTo>
                    <a:pt x="372" y="533"/>
                  </a:lnTo>
                  <a:lnTo>
                    <a:pt x="372" y="533"/>
                  </a:lnTo>
                  <a:lnTo>
                    <a:pt x="372" y="533"/>
                  </a:lnTo>
                  <a:lnTo>
                    <a:pt x="372" y="533"/>
                  </a:lnTo>
                  <a:lnTo>
                    <a:pt x="373" y="533"/>
                  </a:lnTo>
                  <a:lnTo>
                    <a:pt x="373" y="533"/>
                  </a:lnTo>
                  <a:lnTo>
                    <a:pt x="373" y="533"/>
                  </a:lnTo>
                  <a:lnTo>
                    <a:pt x="374" y="533"/>
                  </a:lnTo>
                  <a:lnTo>
                    <a:pt x="374" y="533"/>
                  </a:lnTo>
                  <a:lnTo>
                    <a:pt x="374" y="533"/>
                  </a:lnTo>
                  <a:lnTo>
                    <a:pt x="374" y="533"/>
                  </a:lnTo>
                  <a:lnTo>
                    <a:pt x="375" y="533"/>
                  </a:lnTo>
                  <a:lnTo>
                    <a:pt x="375" y="533"/>
                  </a:lnTo>
                  <a:lnTo>
                    <a:pt x="375" y="533"/>
                  </a:lnTo>
                  <a:lnTo>
                    <a:pt x="375" y="533"/>
                  </a:lnTo>
                  <a:lnTo>
                    <a:pt x="376" y="533"/>
                  </a:lnTo>
                  <a:lnTo>
                    <a:pt x="376" y="533"/>
                  </a:lnTo>
                  <a:lnTo>
                    <a:pt x="377" y="532"/>
                  </a:lnTo>
                  <a:lnTo>
                    <a:pt x="377" y="532"/>
                  </a:lnTo>
                  <a:lnTo>
                    <a:pt x="377" y="532"/>
                  </a:lnTo>
                  <a:lnTo>
                    <a:pt x="377" y="532"/>
                  </a:lnTo>
                  <a:lnTo>
                    <a:pt x="378" y="532"/>
                  </a:lnTo>
                  <a:lnTo>
                    <a:pt x="378" y="532"/>
                  </a:lnTo>
                  <a:lnTo>
                    <a:pt x="378" y="532"/>
                  </a:lnTo>
                  <a:lnTo>
                    <a:pt x="378" y="531"/>
                  </a:lnTo>
                  <a:lnTo>
                    <a:pt x="379" y="531"/>
                  </a:lnTo>
                  <a:lnTo>
                    <a:pt x="379" y="531"/>
                  </a:lnTo>
                  <a:lnTo>
                    <a:pt x="379" y="531"/>
                  </a:lnTo>
                  <a:lnTo>
                    <a:pt x="380" y="531"/>
                  </a:lnTo>
                  <a:lnTo>
                    <a:pt x="380" y="530"/>
                  </a:lnTo>
                  <a:lnTo>
                    <a:pt x="380" y="530"/>
                  </a:lnTo>
                  <a:lnTo>
                    <a:pt x="381" y="530"/>
                  </a:lnTo>
                  <a:lnTo>
                    <a:pt x="381" y="530"/>
                  </a:lnTo>
                  <a:lnTo>
                    <a:pt x="381" y="530"/>
                  </a:lnTo>
                  <a:lnTo>
                    <a:pt x="381" y="529"/>
                  </a:lnTo>
                  <a:lnTo>
                    <a:pt x="382" y="529"/>
                  </a:lnTo>
                  <a:lnTo>
                    <a:pt x="382" y="529"/>
                  </a:lnTo>
                  <a:lnTo>
                    <a:pt x="382" y="529"/>
                  </a:lnTo>
                  <a:lnTo>
                    <a:pt x="383" y="529"/>
                  </a:lnTo>
                  <a:lnTo>
                    <a:pt x="383" y="529"/>
                  </a:lnTo>
                  <a:lnTo>
                    <a:pt x="383" y="529"/>
                  </a:lnTo>
                  <a:lnTo>
                    <a:pt x="383" y="529"/>
                  </a:lnTo>
                  <a:lnTo>
                    <a:pt x="384" y="529"/>
                  </a:lnTo>
                  <a:lnTo>
                    <a:pt x="384" y="528"/>
                  </a:lnTo>
                  <a:lnTo>
                    <a:pt x="384" y="528"/>
                  </a:lnTo>
                  <a:lnTo>
                    <a:pt x="384" y="528"/>
                  </a:lnTo>
                  <a:lnTo>
                    <a:pt x="385" y="527"/>
                  </a:lnTo>
                  <a:lnTo>
                    <a:pt x="385" y="527"/>
                  </a:lnTo>
                  <a:lnTo>
                    <a:pt x="386" y="527"/>
                  </a:lnTo>
                  <a:lnTo>
                    <a:pt x="386" y="527"/>
                  </a:lnTo>
                  <a:lnTo>
                    <a:pt x="386" y="527"/>
                  </a:lnTo>
                  <a:lnTo>
                    <a:pt x="386" y="527"/>
                  </a:lnTo>
                  <a:lnTo>
                    <a:pt x="387" y="527"/>
                  </a:lnTo>
                  <a:lnTo>
                    <a:pt x="387" y="526"/>
                  </a:lnTo>
                  <a:lnTo>
                    <a:pt x="387" y="526"/>
                  </a:lnTo>
                  <a:lnTo>
                    <a:pt x="388" y="526"/>
                  </a:lnTo>
                  <a:lnTo>
                    <a:pt x="388" y="526"/>
                  </a:lnTo>
                  <a:lnTo>
                    <a:pt x="388" y="525"/>
                  </a:lnTo>
                  <a:lnTo>
                    <a:pt x="388" y="525"/>
                  </a:lnTo>
                  <a:lnTo>
                    <a:pt x="389" y="525"/>
                  </a:lnTo>
                  <a:lnTo>
                    <a:pt x="389" y="525"/>
                  </a:lnTo>
                  <a:lnTo>
                    <a:pt x="389" y="525"/>
                  </a:lnTo>
                  <a:lnTo>
                    <a:pt x="389" y="525"/>
                  </a:lnTo>
                  <a:lnTo>
                    <a:pt x="390" y="525"/>
                  </a:lnTo>
                  <a:lnTo>
                    <a:pt x="390" y="525"/>
                  </a:lnTo>
                  <a:lnTo>
                    <a:pt x="391" y="524"/>
                  </a:lnTo>
                  <a:lnTo>
                    <a:pt x="391" y="524"/>
                  </a:lnTo>
                  <a:lnTo>
                    <a:pt x="391" y="524"/>
                  </a:lnTo>
                  <a:lnTo>
                    <a:pt x="391" y="524"/>
                  </a:lnTo>
                  <a:lnTo>
                    <a:pt x="392" y="524"/>
                  </a:lnTo>
                  <a:lnTo>
                    <a:pt x="392" y="524"/>
                  </a:lnTo>
                  <a:lnTo>
                    <a:pt x="392" y="524"/>
                  </a:lnTo>
                  <a:lnTo>
                    <a:pt x="392" y="524"/>
                  </a:lnTo>
                  <a:lnTo>
                    <a:pt x="393" y="523"/>
                  </a:lnTo>
                  <a:lnTo>
                    <a:pt x="393" y="523"/>
                  </a:lnTo>
                  <a:lnTo>
                    <a:pt x="393" y="523"/>
                  </a:lnTo>
                  <a:lnTo>
                    <a:pt x="394" y="523"/>
                  </a:lnTo>
                  <a:lnTo>
                    <a:pt x="394" y="522"/>
                  </a:lnTo>
                  <a:lnTo>
                    <a:pt x="394" y="522"/>
                  </a:lnTo>
                  <a:lnTo>
                    <a:pt x="395" y="522"/>
                  </a:lnTo>
                  <a:lnTo>
                    <a:pt x="395" y="522"/>
                  </a:lnTo>
                  <a:lnTo>
                    <a:pt x="395" y="521"/>
                  </a:lnTo>
                  <a:lnTo>
                    <a:pt x="395" y="521"/>
                  </a:lnTo>
                  <a:lnTo>
                    <a:pt x="396" y="521"/>
                  </a:lnTo>
                  <a:lnTo>
                    <a:pt x="396" y="521"/>
                  </a:lnTo>
                  <a:lnTo>
                    <a:pt x="396" y="520"/>
                  </a:lnTo>
                  <a:lnTo>
                    <a:pt x="397" y="520"/>
                  </a:lnTo>
                  <a:lnTo>
                    <a:pt x="397" y="520"/>
                  </a:lnTo>
                  <a:lnTo>
                    <a:pt x="397" y="520"/>
                  </a:lnTo>
                  <a:lnTo>
                    <a:pt x="397" y="520"/>
                  </a:lnTo>
                  <a:lnTo>
                    <a:pt x="398" y="520"/>
                  </a:lnTo>
                  <a:lnTo>
                    <a:pt x="398" y="519"/>
                  </a:lnTo>
                  <a:lnTo>
                    <a:pt x="398" y="519"/>
                  </a:lnTo>
                  <a:lnTo>
                    <a:pt x="398" y="518"/>
                  </a:lnTo>
                  <a:lnTo>
                    <a:pt x="399" y="518"/>
                  </a:lnTo>
                  <a:lnTo>
                    <a:pt x="399" y="518"/>
                  </a:lnTo>
                  <a:lnTo>
                    <a:pt x="400" y="518"/>
                  </a:lnTo>
                  <a:lnTo>
                    <a:pt x="400" y="518"/>
                  </a:lnTo>
                  <a:lnTo>
                    <a:pt x="400" y="518"/>
                  </a:lnTo>
                  <a:lnTo>
                    <a:pt x="400" y="518"/>
                  </a:lnTo>
                  <a:lnTo>
                    <a:pt x="401" y="517"/>
                  </a:lnTo>
                  <a:lnTo>
                    <a:pt x="401" y="517"/>
                  </a:lnTo>
                  <a:lnTo>
                    <a:pt x="401" y="517"/>
                  </a:lnTo>
                  <a:lnTo>
                    <a:pt x="401" y="517"/>
                  </a:lnTo>
                  <a:lnTo>
                    <a:pt x="402" y="517"/>
                  </a:lnTo>
                  <a:lnTo>
                    <a:pt x="402" y="517"/>
                  </a:lnTo>
                  <a:lnTo>
                    <a:pt x="402" y="516"/>
                  </a:lnTo>
                  <a:lnTo>
                    <a:pt x="403" y="516"/>
                  </a:lnTo>
                  <a:lnTo>
                    <a:pt x="403" y="516"/>
                  </a:lnTo>
                  <a:lnTo>
                    <a:pt x="403" y="516"/>
                  </a:lnTo>
                  <a:lnTo>
                    <a:pt x="403" y="516"/>
                  </a:lnTo>
                  <a:lnTo>
                    <a:pt x="404" y="516"/>
                  </a:lnTo>
                  <a:lnTo>
                    <a:pt x="404" y="516"/>
                  </a:lnTo>
                  <a:lnTo>
                    <a:pt x="404" y="516"/>
                  </a:lnTo>
                  <a:lnTo>
                    <a:pt x="405" y="515"/>
                  </a:lnTo>
                  <a:lnTo>
                    <a:pt x="405" y="515"/>
                  </a:lnTo>
                  <a:lnTo>
                    <a:pt x="405" y="515"/>
                  </a:lnTo>
                  <a:lnTo>
                    <a:pt x="406" y="515"/>
                  </a:lnTo>
                  <a:lnTo>
                    <a:pt x="406" y="515"/>
                  </a:lnTo>
                  <a:lnTo>
                    <a:pt x="406" y="514"/>
                  </a:lnTo>
                  <a:lnTo>
                    <a:pt x="406" y="514"/>
                  </a:lnTo>
                  <a:lnTo>
                    <a:pt x="407" y="514"/>
                  </a:lnTo>
                  <a:lnTo>
                    <a:pt x="407" y="514"/>
                  </a:lnTo>
                  <a:lnTo>
                    <a:pt x="407" y="514"/>
                  </a:lnTo>
                  <a:lnTo>
                    <a:pt x="407" y="514"/>
                  </a:lnTo>
                  <a:lnTo>
                    <a:pt x="408" y="514"/>
                  </a:lnTo>
                  <a:lnTo>
                    <a:pt x="408" y="514"/>
                  </a:lnTo>
                  <a:lnTo>
                    <a:pt x="409" y="514"/>
                  </a:lnTo>
                  <a:lnTo>
                    <a:pt x="409" y="513"/>
                  </a:lnTo>
                  <a:lnTo>
                    <a:pt x="409" y="513"/>
                  </a:lnTo>
                  <a:lnTo>
                    <a:pt x="409" y="512"/>
                  </a:lnTo>
                  <a:lnTo>
                    <a:pt x="410" y="512"/>
                  </a:lnTo>
                  <a:lnTo>
                    <a:pt x="410" y="512"/>
                  </a:lnTo>
                  <a:lnTo>
                    <a:pt x="410" y="512"/>
                  </a:lnTo>
                  <a:lnTo>
                    <a:pt x="410" y="512"/>
                  </a:lnTo>
                  <a:lnTo>
                    <a:pt x="411" y="512"/>
                  </a:lnTo>
                  <a:lnTo>
                    <a:pt x="411" y="512"/>
                  </a:lnTo>
                  <a:lnTo>
                    <a:pt x="411" y="511"/>
                  </a:lnTo>
                  <a:lnTo>
                    <a:pt x="412" y="511"/>
                  </a:lnTo>
                  <a:lnTo>
                    <a:pt x="412" y="511"/>
                  </a:lnTo>
                  <a:lnTo>
                    <a:pt x="412" y="511"/>
                  </a:lnTo>
                  <a:lnTo>
                    <a:pt x="412" y="511"/>
                  </a:lnTo>
                  <a:lnTo>
                    <a:pt x="413" y="511"/>
                  </a:lnTo>
                  <a:lnTo>
                    <a:pt x="413" y="511"/>
                  </a:lnTo>
                  <a:lnTo>
                    <a:pt x="413" y="510"/>
                  </a:lnTo>
                  <a:lnTo>
                    <a:pt x="413" y="510"/>
                  </a:lnTo>
                  <a:lnTo>
                    <a:pt x="414" y="510"/>
                  </a:lnTo>
                  <a:lnTo>
                    <a:pt x="414" y="510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5" y="509"/>
                  </a:lnTo>
                  <a:lnTo>
                    <a:pt x="416" y="509"/>
                  </a:lnTo>
                  <a:lnTo>
                    <a:pt x="416" y="509"/>
                  </a:lnTo>
                  <a:lnTo>
                    <a:pt x="416" y="509"/>
                  </a:lnTo>
                  <a:lnTo>
                    <a:pt x="416" y="509"/>
                  </a:lnTo>
                  <a:lnTo>
                    <a:pt x="417" y="509"/>
                  </a:lnTo>
                  <a:lnTo>
                    <a:pt x="417" y="509"/>
                  </a:lnTo>
                  <a:lnTo>
                    <a:pt x="418" y="509"/>
                  </a:lnTo>
                  <a:lnTo>
                    <a:pt x="418" y="509"/>
                  </a:lnTo>
                  <a:lnTo>
                    <a:pt x="418" y="509"/>
                  </a:lnTo>
                  <a:lnTo>
                    <a:pt x="418" y="509"/>
                  </a:lnTo>
                  <a:lnTo>
                    <a:pt x="419" y="509"/>
                  </a:lnTo>
                  <a:lnTo>
                    <a:pt x="419" y="509"/>
                  </a:lnTo>
                  <a:lnTo>
                    <a:pt x="419" y="508"/>
                  </a:lnTo>
                  <a:lnTo>
                    <a:pt x="419" y="508"/>
                  </a:lnTo>
                  <a:lnTo>
                    <a:pt x="420" y="508"/>
                  </a:lnTo>
                  <a:lnTo>
                    <a:pt x="420" y="508"/>
                  </a:lnTo>
                  <a:lnTo>
                    <a:pt x="420" y="508"/>
                  </a:lnTo>
                  <a:lnTo>
                    <a:pt x="421" y="509"/>
                  </a:lnTo>
                  <a:lnTo>
                    <a:pt x="421" y="509"/>
                  </a:lnTo>
                  <a:lnTo>
                    <a:pt x="421" y="509"/>
                  </a:lnTo>
                  <a:lnTo>
                    <a:pt x="421" y="509"/>
                  </a:lnTo>
                  <a:lnTo>
                    <a:pt x="422" y="509"/>
                  </a:lnTo>
                  <a:lnTo>
                    <a:pt x="422" y="509"/>
                  </a:lnTo>
                  <a:lnTo>
                    <a:pt x="422" y="509"/>
                  </a:lnTo>
                  <a:lnTo>
                    <a:pt x="422" y="509"/>
                  </a:lnTo>
                  <a:lnTo>
                    <a:pt x="423" y="509"/>
                  </a:lnTo>
                  <a:lnTo>
                    <a:pt x="423" y="509"/>
                  </a:lnTo>
                  <a:lnTo>
                    <a:pt x="424" y="509"/>
                  </a:lnTo>
                  <a:lnTo>
                    <a:pt x="424" y="509"/>
                  </a:lnTo>
                  <a:lnTo>
                    <a:pt x="424" y="509"/>
                  </a:lnTo>
                  <a:lnTo>
                    <a:pt x="424" y="509"/>
                  </a:lnTo>
                  <a:lnTo>
                    <a:pt x="425" y="509"/>
                  </a:lnTo>
                  <a:lnTo>
                    <a:pt x="425" y="508"/>
                  </a:lnTo>
                  <a:lnTo>
                    <a:pt x="425" y="508"/>
                  </a:lnTo>
                  <a:lnTo>
                    <a:pt x="425" y="508"/>
                  </a:lnTo>
                  <a:lnTo>
                    <a:pt x="426" y="508"/>
                  </a:lnTo>
                  <a:lnTo>
                    <a:pt x="426" y="508"/>
                  </a:lnTo>
                  <a:lnTo>
                    <a:pt x="426" y="508"/>
                  </a:lnTo>
                  <a:lnTo>
                    <a:pt x="427" y="508"/>
                  </a:lnTo>
                  <a:lnTo>
                    <a:pt x="427" y="508"/>
                  </a:lnTo>
                  <a:lnTo>
                    <a:pt x="427" y="508"/>
                  </a:lnTo>
                  <a:lnTo>
                    <a:pt x="428" y="508"/>
                  </a:lnTo>
                  <a:lnTo>
                    <a:pt x="428" y="507"/>
                  </a:lnTo>
                  <a:lnTo>
                    <a:pt x="428" y="507"/>
                  </a:lnTo>
                  <a:lnTo>
                    <a:pt x="428" y="507"/>
                  </a:lnTo>
                  <a:lnTo>
                    <a:pt x="429" y="507"/>
                  </a:lnTo>
                  <a:lnTo>
                    <a:pt x="429" y="507"/>
                  </a:lnTo>
                  <a:lnTo>
                    <a:pt x="429" y="507"/>
                  </a:lnTo>
                  <a:lnTo>
                    <a:pt x="430" y="507"/>
                  </a:lnTo>
                  <a:lnTo>
                    <a:pt x="430" y="507"/>
                  </a:lnTo>
                  <a:lnTo>
                    <a:pt x="430" y="506"/>
                  </a:lnTo>
                  <a:lnTo>
                    <a:pt x="430" y="506"/>
                  </a:lnTo>
                  <a:lnTo>
                    <a:pt x="431" y="506"/>
                  </a:lnTo>
                  <a:lnTo>
                    <a:pt x="431" y="506"/>
                  </a:lnTo>
                  <a:lnTo>
                    <a:pt x="431" y="506"/>
                  </a:lnTo>
                  <a:lnTo>
                    <a:pt x="431" y="506"/>
                  </a:lnTo>
                  <a:lnTo>
                    <a:pt x="432" y="505"/>
                  </a:lnTo>
                  <a:lnTo>
                    <a:pt x="432" y="505"/>
                  </a:lnTo>
                  <a:lnTo>
                    <a:pt x="433" y="505"/>
                  </a:lnTo>
                  <a:lnTo>
                    <a:pt x="433" y="505"/>
                  </a:lnTo>
                  <a:lnTo>
                    <a:pt x="433" y="505"/>
                  </a:lnTo>
                  <a:lnTo>
                    <a:pt x="433" y="505"/>
                  </a:lnTo>
                  <a:lnTo>
                    <a:pt x="434" y="505"/>
                  </a:lnTo>
                  <a:lnTo>
                    <a:pt x="434" y="504"/>
                  </a:lnTo>
                  <a:lnTo>
                    <a:pt x="434" y="504"/>
                  </a:lnTo>
                  <a:lnTo>
                    <a:pt x="434" y="503"/>
                  </a:lnTo>
                  <a:lnTo>
                    <a:pt x="435" y="503"/>
                  </a:lnTo>
                  <a:lnTo>
                    <a:pt x="435" y="503"/>
                  </a:lnTo>
                  <a:lnTo>
                    <a:pt x="435" y="503"/>
                  </a:lnTo>
                  <a:lnTo>
                    <a:pt x="436" y="502"/>
                  </a:lnTo>
                  <a:lnTo>
                    <a:pt x="436" y="502"/>
                  </a:lnTo>
                  <a:lnTo>
                    <a:pt x="436" y="502"/>
                  </a:lnTo>
                  <a:lnTo>
                    <a:pt x="436" y="501"/>
                  </a:lnTo>
                  <a:lnTo>
                    <a:pt x="437" y="501"/>
                  </a:lnTo>
                  <a:lnTo>
                    <a:pt x="437" y="501"/>
                  </a:lnTo>
                  <a:lnTo>
                    <a:pt x="437" y="501"/>
                  </a:lnTo>
                  <a:lnTo>
                    <a:pt x="438" y="500"/>
                  </a:lnTo>
                  <a:lnTo>
                    <a:pt x="438" y="500"/>
                  </a:lnTo>
                  <a:lnTo>
                    <a:pt x="438" y="500"/>
                  </a:lnTo>
                  <a:lnTo>
                    <a:pt x="439" y="500"/>
                  </a:lnTo>
                  <a:lnTo>
                    <a:pt x="439" y="500"/>
                  </a:lnTo>
                  <a:lnTo>
                    <a:pt x="439" y="500"/>
                  </a:lnTo>
                  <a:lnTo>
                    <a:pt x="439" y="500"/>
                  </a:lnTo>
                  <a:lnTo>
                    <a:pt x="440" y="500"/>
                  </a:lnTo>
                  <a:lnTo>
                    <a:pt x="440" y="500"/>
                  </a:lnTo>
                  <a:lnTo>
                    <a:pt x="440" y="499"/>
                  </a:lnTo>
                  <a:lnTo>
                    <a:pt x="440" y="499"/>
                  </a:lnTo>
                  <a:lnTo>
                    <a:pt x="441" y="499"/>
                  </a:lnTo>
                  <a:lnTo>
                    <a:pt x="441" y="499"/>
                  </a:lnTo>
                  <a:lnTo>
                    <a:pt x="442" y="499"/>
                  </a:lnTo>
                  <a:lnTo>
                    <a:pt x="442" y="499"/>
                  </a:lnTo>
                  <a:lnTo>
                    <a:pt x="442" y="499"/>
                  </a:lnTo>
                  <a:lnTo>
                    <a:pt x="442" y="499"/>
                  </a:lnTo>
                  <a:lnTo>
                    <a:pt x="443" y="499"/>
                  </a:lnTo>
                  <a:lnTo>
                    <a:pt x="443" y="499"/>
                  </a:lnTo>
                  <a:lnTo>
                    <a:pt x="443" y="499"/>
                  </a:lnTo>
                  <a:lnTo>
                    <a:pt x="443" y="499"/>
                  </a:lnTo>
                  <a:lnTo>
                    <a:pt x="444" y="499"/>
                  </a:lnTo>
                  <a:lnTo>
                    <a:pt x="444" y="499"/>
                  </a:lnTo>
                  <a:lnTo>
                    <a:pt x="444" y="499"/>
                  </a:lnTo>
                  <a:lnTo>
                    <a:pt x="445" y="499"/>
                  </a:lnTo>
                  <a:lnTo>
                    <a:pt x="445" y="499"/>
                  </a:lnTo>
                  <a:lnTo>
                    <a:pt x="445" y="499"/>
                  </a:lnTo>
                  <a:lnTo>
                    <a:pt x="445" y="499"/>
                  </a:lnTo>
                  <a:lnTo>
                    <a:pt x="446" y="499"/>
                  </a:lnTo>
                  <a:lnTo>
                    <a:pt x="446" y="498"/>
                  </a:lnTo>
                  <a:lnTo>
                    <a:pt x="446" y="498"/>
                  </a:lnTo>
                  <a:lnTo>
                    <a:pt x="446" y="498"/>
                  </a:lnTo>
                  <a:lnTo>
                    <a:pt x="447" y="498"/>
                  </a:lnTo>
                  <a:lnTo>
                    <a:pt x="447" y="498"/>
                  </a:lnTo>
                  <a:lnTo>
                    <a:pt x="448" y="498"/>
                  </a:lnTo>
                  <a:lnTo>
                    <a:pt x="448" y="498"/>
                  </a:lnTo>
                  <a:lnTo>
                    <a:pt x="448" y="498"/>
                  </a:lnTo>
                  <a:lnTo>
                    <a:pt x="448" y="498"/>
                  </a:lnTo>
                  <a:lnTo>
                    <a:pt x="449" y="498"/>
                  </a:lnTo>
                  <a:lnTo>
                    <a:pt x="449" y="498"/>
                  </a:lnTo>
                  <a:lnTo>
                    <a:pt x="449" y="498"/>
                  </a:lnTo>
                  <a:lnTo>
                    <a:pt x="449" y="498"/>
                  </a:lnTo>
                  <a:lnTo>
                    <a:pt x="450" y="498"/>
                  </a:lnTo>
                  <a:lnTo>
                    <a:pt x="450" y="498"/>
                  </a:lnTo>
                  <a:lnTo>
                    <a:pt x="450" y="498"/>
                  </a:lnTo>
                  <a:lnTo>
                    <a:pt x="451" y="498"/>
                  </a:lnTo>
                  <a:lnTo>
                    <a:pt x="451" y="498"/>
                  </a:lnTo>
                  <a:lnTo>
                    <a:pt x="451" y="498"/>
                  </a:lnTo>
                  <a:lnTo>
                    <a:pt x="452" y="498"/>
                  </a:lnTo>
                  <a:lnTo>
                    <a:pt x="452" y="498"/>
                  </a:lnTo>
                  <a:lnTo>
                    <a:pt x="452" y="498"/>
                  </a:lnTo>
                  <a:lnTo>
                    <a:pt x="452" y="498"/>
                  </a:lnTo>
                  <a:lnTo>
                    <a:pt x="453" y="498"/>
                  </a:lnTo>
                  <a:lnTo>
                    <a:pt x="453" y="497"/>
                  </a:lnTo>
                  <a:lnTo>
                    <a:pt x="453" y="497"/>
                  </a:lnTo>
                  <a:lnTo>
                    <a:pt x="454" y="497"/>
                  </a:lnTo>
                  <a:lnTo>
                    <a:pt x="454" y="497"/>
                  </a:lnTo>
                  <a:lnTo>
                    <a:pt x="454" y="497"/>
                  </a:lnTo>
                  <a:lnTo>
                    <a:pt x="454" y="497"/>
                  </a:lnTo>
                  <a:lnTo>
                    <a:pt x="455" y="497"/>
                  </a:lnTo>
                  <a:lnTo>
                    <a:pt x="455" y="497"/>
                  </a:lnTo>
                  <a:lnTo>
                    <a:pt x="455" y="497"/>
                  </a:lnTo>
                  <a:lnTo>
                    <a:pt x="455" y="497"/>
                  </a:lnTo>
                  <a:lnTo>
                    <a:pt x="456" y="497"/>
                  </a:lnTo>
                  <a:lnTo>
                    <a:pt x="456" y="497"/>
                  </a:lnTo>
                  <a:lnTo>
                    <a:pt x="457" y="497"/>
                  </a:lnTo>
                  <a:lnTo>
                    <a:pt x="457" y="497"/>
                  </a:lnTo>
                  <a:lnTo>
                    <a:pt x="457" y="497"/>
                  </a:lnTo>
                  <a:lnTo>
                    <a:pt x="457" y="497"/>
                  </a:lnTo>
                  <a:lnTo>
                    <a:pt x="458" y="497"/>
                  </a:lnTo>
                  <a:lnTo>
                    <a:pt x="458" y="497"/>
                  </a:lnTo>
                  <a:lnTo>
                    <a:pt x="458" y="497"/>
                  </a:lnTo>
                  <a:lnTo>
                    <a:pt x="459" y="497"/>
                  </a:lnTo>
                  <a:lnTo>
                    <a:pt x="459" y="497"/>
                  </a:lnTo>
                  <a:lnTo>
                    <a:pt x="459" y="497"/>
                  </a:lnTo>
                  <a:lnTo>
                    <a:pt x="459" y="497"/>
                  </a:lnTo>
                  <a:lnTo>
                    <a:pt x="460" y="497"/>
                  </a:lnTo>
                  <a:lnTo>
                    <a:pt x="460" y="497"/>
                  </a:lnTo>
                  <a:lnTo>
                    <a:pt x="460" y="496"/>
                  </a:lnTo>
                  <a:lnTo>
                    <a:pt x="460" y="496"/>
                  </a:lnTo>
                  <a:lnTo>
                    <a:pt x="461" y="496"/>
                  </a:lnTo>
                  <a:lnTo>
                    <a:pt x="461" y="496"/>
                  </a:lnTo>
                  <a:lnTo>
                    <a:pt x="462" y="496"/>
                  </a:lnTo>
                  <a:lnTo>
                    <a:pt x="462" y="496"/>
                  </a:lnTo>
                  <a:lnTo>
                    <a:pt x="462" y="495"/>
                  </a:lnTo>
                  <a:lnTo>
                    <a:pt x="462" y="495"/>
                  </a:lnTo>
                  <a:lnTo>
                    <a:pt x="463" y="495"/>
                  </a:lnTo>
                  <a:lnTo>
                    <a:pt x="463" y="495"/>
                  </a:lnTo>
                  <a:lnTo>
                    <a:pt x="463" y="495"/>
                  </a:lnTo>
                  <a:lnTo>
                    <a:pt x="463" y="495"/>
                  </a:lnTo>
                  <a:lnTo>
                    <a:pt x="464" y="494"/>
                  </a:lnTo>
                  <a:lnTo>
                    <a:pt x="464" y="494"/>
                  </a:lnTo>
                  <a:lnTo>
                    <a:pt x="465" y="494"/>
                  </a:lnTo>
                  <a:lnTo>
                    <a:pt x="465" y="494"/>
                  </a:lnTo>
                  <a:lnTo>
                    <a:pt x="465" y="494"/>
                  </a:lnTo>
                  <a:lnTo>
                    <a:pt x="465" y="493"/>
                  </a:lnTo>
                  <a:lnTo>
                    <a:pt x="466" y="493"/>
                  </a:lnTo>
                  <a:lnTo>
                    <a:pt x="466" y="493"/>
                  </a:lnTo>
                  <a:lnTo>
                    <a:pt x="466" y="493"/>
                  </a:lnTo>
                  <a:lnTo>
                    <a:pt x="466" y="493"/>
                  </a:lnTo>
                  <a:lnTo>
                    <a:pt x="467" y="493"/>
                  </a:lnTo>
                  <a:lnTo>
                    <a:pt x="467" y="493"/>
                  </a:lnTo>
                  <a:lnTo>
                    <a:pt x="467" y="493"/>
                  </a:lnTo>
                  <a:lnTo>
                    <a:pt x="468" y="492"/>
                  </a:lnTo>
                  <a:lnTo>
                    <a:pt x="468" y="492"/>
                  </a:lnTo>
                  <a:lnTo>
                    <a:pt x="468" y="492"/>
                  </a:lnTo>
                  <a:lnTo>
                    <a:pt x="468" y="492"/>
                  </a:lnTo>
                  <a:lnTo>
                    <a:pt x="469" y="492"/>
                  </a:lnTo>
                  <a:lnTo>
                    <a:pt x="469" y="492"/>
                  </a:lnTo>
                  <a:lnTo>
                    <a:pt x="469" y="492"/>
                  </a:lnTo>
                  <a:lnTo>
                    <a:pt x="469" y="492"/>
                  </a:lnTo>
                  <a:lnTo>
                    <a:pt x="470" y="492"/>
                  </a:lnTo>
                  <a:lnTo>
                    <a:pt x="470" y="492"/>
                  </a:lnTo>
                  <a:lnTo>
                    <a:pt x="471" y="492"/>
                  </a:lnTo>
                  <a:lnTo>
                    <a:pt x="471" y="492"/>
                  </a:lnTo>
                  <a:lnTo>
                    <a:pt x="471" y="491"/>
                  </a:lnTo>
                  <a:lnTo>
                    <a:pt x="471" y="491"/>
                  </a:lnTo>
                  <a:lnTo>
                    <a:pt x="472" y="491"/>
                  </a:lnTo>
                  <a:lnTo>
                    <a:pt x="472" y="491"/>
                  </a:lnTo>
                  <a:lnTo>
                    <a:pt x="472" y="491"/>
                  </a:lnTo>
                  <a:lnTo>
                    <a:pt x="472" y="491"/>
                  </a:lnTo>
                  <a:lnTo>
                    <a:pt x="473" y="491"/>
                  </a:lnTo>
                  <a:lnTo>
                    <a:pt x="473" y="491"/>
                  </a:lnTo>
                  <a:lnTo>
                    <a:pt x="473" y="491"/>
                  </a:lnTo>
                  <a:lnTo>
                    <a:pt x="474" y="491"/>
                  </a:lnTo>
                  <a:lnTo>
                    <a:pt x="474" y="491"/>
                  </a:lnTo>
                  <a:lnTo>
                    <a:pt x="474" y="490"/>
                  </a:lnTo>
                  <a:lnTo>
                    <a:pt x="475" y="490"/>
                  </a:lnTo>
                  <a:lnTo>
                    <a:pt x="475" y="490"/>
                  </a:lnTo>
                  <a:lnTo>
                    <a:pt x="475" y="490"/>
                  </a:lnTo>
                  <a:lnTo>
                    <a:pt x="475" y="490"/>
                  </a:lnTo>
                  <a:lnTo>
                    <a:pt x="476" y="490"/>
                  </a:lnTo>
                  <a:lnTo>
                    <a:pt x="476" y="490"/>
                  </a:lnTo>
                  <a:lnTo>
                    <a:pt x="476" y="490"/>
                  </a:lnTo>
                  <a:lnTo>
                    <a:pt x="477" y="490"/>
                  </a:lnTo>
                  <a:lnTo>
                    <a:pt x="477" y="490"/>
                  </a:lnTo>
                  <a:lnTo>
                    <a:pt x="477" y="490"/>
                  </a:lnTo>
                  <a:lnTo>
                    <a:pt x="477" y="490"/>
                  </a:lnTo>
                  <a:lnTo>
                    <a:pt x="478" y="490"/>
                  </a:lnTo>
                  <a:lnTo>
                    <a:pt x="478" y="490"/>
                  </a:lnTo>
                  <a:lnTo>
                    <a:pt x="478" y="490"/>
                  </a:lnTo>
                  <a:lnTo>
                    <a:pt x="478" y="490"/>
                  </a:lnTo>
                  <a:lnTo>
                    <a:pt x="479" y="490"/>
                  </a:lnTo>
                  <a:lnTo>
                    <a:pt x="479" y="490"/>
                  </a:lnTo>
                  <a:lnTo>
                    <a:pt x="480" y="489"/>
                  </a:lnTo>
                  <a:lnTo>
                    <a:pt x="480" y="489"/>
                  </a:lnTo>
                  <a:lnTo>
                    <a:pt x="480" y="489"/>
                  </a:lnTo>
                  <a:lnTo>
                    <a:pt x="480" y="489"/>
                  </a:lnTo>
                  <a:lnTo>
                    <a:pt x="481" y="489"/>
                  </a:lnTo>
                  <a:lnTo>
                    <a:pt x="481" y="489"/>
                  </a:lnTo>
                  <a:lnTo>
                    <a:pt x="481" y="489"/>
                  </a:lnTo>
                  <a:lnTo>
                    <a:pt x="481" y="489"/>
                  </a:lnTo>
                  <a:lnTo>
                    <a:pt x="482" y="489"/>
                  </a:lnTo>
                  <a:lnTo>
                    <a:pt x="482" y="488"/>
                  </a:lnTo>
                  <a:lnTo>
                    <a:pt x="482" y="488"/>
                  </a:lnTo>
                  <a:lnTo>
                    <a:pt x="483" y="488"/>
                  </a:lnTo>
                  <a:lnTo>
                    <a:pt x="483" y="488"/>
                  </a:lnTo>
                  <a:lnTo>
                    <a:pt x="483" y="488"/>
                  </a:lnTo>
                  <a:lnTo>
                    <a:pt x="483" y="488"/>
                  </a:lnTo>
                  <a:lnTo>
                    <a:pt x="484" y="488"/>
                  </a:lnTo>
                  <a:lnTo>
                    <a:pt x="484" y="488"/>
                  </a:lnTo>
                  <a:lnTo>
                    <a:pt x="484" y="488"/>
                  </a:lnTo>
                  <a:lnTo>
                    <a:pt x="485" y="488"/>
                  </a:lnTo>
                  <a:lnTo>
                    <a:pt x="485" y="488"/>
                  </a:lnTo>
                  <a:lnTo>
                    <a:pt x="485" y="488"/>
                  </a:lnTo>
                  <a:lnTo>
                    <a:pt x="486" y="488"/>
                  </a:lnTo>
                  <a:lnTo>
                    <a:pt x="486" y="488"/>
                  </a:lnTo>
                  <a:lnTo>
                    <a:pt x="486" y="488"/>
                  </a:lnTo>
                  <a:lnTo>
                    <a:pt x="486" y="488"/>
                  </a:lnTo>
                  <a:lnTo>
                    <a:pt x="487" y="488"/>
                  </a:lnTo>
                  <a:lnTo>
                    <a:pt x="487" y="488"/>
                  </a:lnTo>
                  <a:lnTo>
                    <a:pt x="487" y="487"/>
                  </a:lnTo>
                  <a:lnTo>
                    <a:pt x="487" y="487"/>
                  </a:lnTo>
                  <a:lnTo>
                    <a:pt x="488" y="487"/>
                  </a:lnTo>
                  <a:lnTo>
                    <a:pt x="488" y="487"/>
                  </a:lnTo>
                  <a:lnTo>
                    <a:pt x="489" y="487"/>
                  </a:lnTo>
                  <a:lnTo>
                    <a:pt x="489" y="487"/>
                  </a:lnTo>
                  <a:lnTo>
                    <a:pt x="489" y="487"/>
                  </a:lnTo>
                  <a:lnTo>
                    <a:pt x="489" y="487"/>
                  </a:lnTo>
                  <a:lnTo>
                    <a:pt x="490" y="486"/>
                  </a:lnTo>
                  <a:lnTo>
                    <a:pt x="490" y="486"/>
                  </a:lnTo>
                  <a:lnTo>
                    <a:pt x="490" y="486"/>
                  </a:lnTo>
                  <a:lnTo>
                    <a:pt x="490" y="486"/>
                  </a:lnTo>
                  <a:lnTo>
                    <a:pt x="491" y="486"/>
                  </a:lnTo>
                  <a:lnTo>
                    <a:pt x="491" y="486"/>
                  </a:lnTo>
                  <a:lnTo>
                    <a:pt x="491" y="486"/>
                  </a:lnTo>
                  <a:lnTo>
                    <a:pt x="492" y="486"/>
                  </a:lnTo>
                  <a:lnTo>
                    <a:pt x="492" y="485"/>
                  </a:lnTo>
                  <a:lnTo>
                    <a:pt x="492" y="485"/>
                  </a:lnTo>
                  <a:lnTo>
                    <a:pt x="492" y="485"/>
                  </a:lnTo>
                  <a:lnTo>
                    <a:pt x="493" y="485"/>
                  </a:lnTo>
                  <a:lnTo>
                    <a:pt x="493" y="485"/>
                  </a:lnTo>
                  <a:lnTo>
                    <a:pt x="493" y="485"/>
                  </a:lnTo>
                  <a:lnTo>
                    <a:pt x="493" y="485"/>
                  </a:lnTo>
                  <a:lnTo>
                    <a:pt x="494" y="485"/>
                  </a:lnTo>
                  <a:lnTo>
                    <a:pt x="494" y="485"/>
                  </a:lnTo>
                  <a:lnTo>
                    <a:pt x="495" y="485"/>
                  </a:lnTo>
                  <a:lnTo>
                    <a:pt x="495" y="484"/>
                  </a:lnTo>
                  <a:lnTo>
                    <a:pt x="495" y="484"/>
                  </a:lnTo>
                  <a:lnTo>
                    <a:pt x="495" y="484"/>
                  </a:lnTo>
                  <a:lnTo>
                    <a:pt x="496" y="484"/>
                  </a:lnTo>
                  <a:lnTo>
                    <a:pt x="496" y="484"/>
                  </a:lnTo>
                  <a:lnTo>
                    <a:pt x="496" y="484"/>
                  </a:lnTo>
                  <a:lnTo>
                    <a:pt x="496" y="484"/>
                  </a:lnTo>
                  <a:lnTo>
                    <a:pt x="497" y="484"/>
                  </a:lnTo>
                  <a:lnTo>
                    <a:pt x="497" y="484"/>
                  </a:lnTo>
                  <a:lnTo>
                    <a:pt x="497" y="483"/>
                  </a:lnTo>
                  <a:lnTo>
                    <a:pt x="498" y="483"/>
                  </a:lnTo>
                  <a:lnTo>
                    <a:pt x="498" y="482"/>
                  </a:lnTo>
                  <a:lnTo>
                    <a:pt x="498" y="482"/>
                  </a:lnTo>
                  <a:lnTo>
                    <a:pt x="499" y="482"/>
                  </a:lnTo>
                  <a:lnTo>
                    <a:pt x="499" y="482"/>
                  </a:lnTo>
                  <a:lnTo>
                    <a:pt x="499" y="482"/>
                  </a:lnTo>
                  <a:lnTo>
                    <a:pt x="499" y="481"/>
                  </a:lnTo>
                  <a:lnTo>
                    <a:pt x="500" y="481"/>
                  </a:lnTo>
                  <a:lnTo>
                    <a:pt x="500" y="481"/>
                  </a:lnTo>
                  <a:lnTo>
                    <a:pt x="500" y="481"/>
                  </a:lnTo>
                  <a:lnTo>
                    <a:pt x="501" y="480"/>
                  </a:lnTo>
                  <a:lnTo>
                    <a:pt x="501" y="480"/>
                  </a:lnTo>
                  <a:lnTo>
                    <a:pt x="501" y="480"/>
                  </a:lnTo>
                  <a:lnTo>
                    <a:pt x="501" y="479"/>
                  </a:lnTo>
                  <a:lnTo>
                    <a:pt x="502" y="479"/>
                  </a:lnTo>
                  <a:lnTo>
                    <a:pt x="502" y="479"/>
                  </a:lnTo>
                  <a:lnTo>
                    <a:pt x="502" y="479"/>
                  </a:lnTo>
                  <a:lnTo>
                    <a:pt x="502" y="478"/>
                  </a:lnTo>
                  <a:lnTo>
                    <a:pt x="503" y="478"/>
                  </a:lnTo>
                  <a:lnTo>
                    <a:pt x="503" y="478"/>
                  </a:lnTo>
                  <a:lnTo>
                    <a:pt x="504" y="478"/>
                  </a:lnTo>
                  <a:lnTo>
                    <a:pt x="504" y="478"/>
                  </a:lnTo>
                  <a:lnTo>
                    <a:pt x="504" y="477"/>
                  </a:lnTo>
                  <a:lnTo>
                    <a:pt x="504" y="477"/>
                  </a:lnTo>
                  <a:lnTo>
                    <a:pt x="505" y="477"/>
                  </a:lnTo>
                  <a:lnTo>
                    <a:pt x="505" y="477"/>
                  </a:lnTo>
                  <a:lnTo>
                    <a:pt x="505" y="477"/>
                  </a:lnTo>
                  <a:lnTo>
                    <a:pt x="505" y="477"/>
                  </a:lnTo>
                  <a:lnTo>
                    <a:pt x="506" y="476"/>
                  </a:lnTo>
                  <a:lnTo>
                    <a:pt x="506" y="476"/>
                  </a:lnTo>
                  <a:lnTo>
                    <a:pt x="506" y="476"/>
                  </a:lnTo>
                  <a:lnTo>
                    <a:pt x="507" y="476"/>
                  </a:lnTo>
                  <a:lnTo>
                    <a:pt x="507" y="475"/>
                  </a:lnTo>
                  <a:lnTo>
                    <a:pt x="507" y="475"/>
                  </a:lnTo>
                  <a:lnTo>
                    <a:pt x="507" y="475"/>
                  </a:lnTo>
                  <a:lnTo>
                    <a:pt x="508" y="475"/>
                  </a:lnTo>
                  <a:lnTo>
                    <a:pt x="508" y="475"/>
                  </a:lnTo>
                  <a:lnTo>
                    <a:pt x="508" y="474"/>
                  </a:lnTo>
                  <a:lnTo>
                    <a:pt x="509" y="474"/>
                  </a:lnTo>
                  <a:lnTo>
                    <a:pt x="509" y="474"/>
                  </a:lnTo>
                  <a:lnTo>
                    <a:pt x="509" y="474"/>
                  </a:lnTo>
                  <a:lnTo>
                    <a:pt x="510" y="474"/>
                  </a:lnTo>
                  <a:lnTo>
                    <a:pt x="510" y="474"/>
                  </a:lnTo>
                  <a:lnTo>
                    <a:pt x="510" y="474"/>
                  </a:lnTo>
                  <a:lnTo>
                    <a:pt x="510" y="474"/>
                  </a:lnTo>
                  <a:lnTo>
                    <a:pt x="511" y="473"/>
                  </a:lnTo>
                  <a:lnTo>
                    <a:pt x="511" y="473"/>
                  </a:lnTo>
                  <a:lnTo>
                    <a:pt x="511" y="473"/>
                  </a:lnTo>
                  <a:lnTo>
                    <a:pt x="511" y="473"/>
                  </a:lnTo>
                  <a:lnTo>
                    <a:pt x="512" y="473"/>
                  </a:lnTo>
                  <a:lnTo>
                    <a:pt x="512" y="473"/>
                  </a:lnTo>
                  <a:lnTo>
                    <a:pt x="513" y="473"/>
                  </a:lnTo>
                  <a:lnTo>
                    <a:pt x="513" y="473"/>
                  </a:lnTo>
                  <a:lnTo>
                    <a:pt x="513" y="473"/>
                  </a:lnTo>
                  <a:lnTo>
                    <a:pt x="513" y="473"/>
                  </a:lnTo>
                  <a:lnTo>
                    <a:pt x="514" y="473"/>
                  </a:lnTo>
                  <a:lnTo>
                    <a:pt x="514" y="473"/>
                  </a:lnTo>
                  <a:lnTo>
                    <a:pt x="514" y="473"/>
                  </a:lnTo>
                  <a:lnTo>
                    <a:pt x="514" y="473"/>
                  </a:lnTo>
                  <a:lnTo>
                    <a:pt x="515" y="473"/>
                  </a:lnTo>
                  <a:lnTo>
                    <a:pt x="515" y="473"/>
                  </a:lnTo>
                  <a:lnTo>
                    <a:pt x="515" y="473"/>
                  </a:lnTo>
                  <a:lnTo>
                    <a:pt x="516" y="473"/>
                  </a:lnTo>
                  <a:lnTo>
                    <a:pt x="516" y="473"/>
                  </a:lnTo>
                  <a:lnTo>
                    <a:pt x="516" y="473"/>
                  </a:lnTo>
                  <a:lnTo>
                    <a:pt x="516" y="473"/>
                  </a:lnTo>
                  <a:lnTo>
                    <a:pt x="517" y="473"/>
                  </a:lnTo>
                  <a:lnTo>
                    <a:pt x="517" y="473"/>
                  </a:lnTo>
                  <a:lnTo>
                    <a:pt x="517" y="474"/>
                  </a:lnTo>
                  <a:lnTo>
                    <a:pt x="517" y="474"/>
                  </a:lnTo>
                  <a:lnTo>
                    <a:pt x="518" y="474"/>
                  </a:lnTo>
                  <a:lnTo>
                    <a:pt x="518" y="474"/>
                  </a:lnTo>
                  <a:lnTo>
                    <a:pt x="519" y="474"/>
                  </a:lnTo>
                  <a:lnTo>
                    <a:pt x="519" y="474"/>
                  </a:lnTo>
                  <a:lnTo>
                    <a:pt x="519" y="474"/>
                  </a:lnTo>
                  <a:lnTo>
                    <a:pt x="519" y="474"/>
                  </a:lnTo>
                  <a:lnTo>
                    <a:pt x="520" y="474"/>
                  </a:lnTo>
                  <a:lnTo>
                    <a:pt x="520" y="474"/>
                  </a:lnTo>
                  <a:lnTo>
                    <a:pt x="520" y="474"/>
                  </a:lnTo>
                  <a:lnTo>
                    <a:pt x="520" y="474"/>
                  </a:lnTo>
                  <a:lnTo>
                    <a:pt x="521" y="474"/>
                  </a:lnTo>
                  <a:lnTo>
                    <a:pt x="521" y="474"/>
                  </a:lnTo>
                  <a:lnTo>
                    <a:pt x="521" y="474"/>
                  </a:lnTo>
                  <a:lnTo>
                    <a:pt x="522" y="474"/>
                  </a:lnTo>
                  <a:lnTo>
                    <a:pt x="522" y="474"/>
                  </a:lnTo>
                  <a:lnTo>
                    <a:pt x="522" y="474"/>
                  </a:lnTo>
                  <a:lnTo>
                    <a:pt x="523" y="474"/>
                  </a:lnTo>
                  <a:lnTo>
                    <a:pt x="523" y="474"/>
                  </a:lnTo>
                  <a:lnTo>
                    <a:pt x="523" y="474"/>
                  </a:lnTo>
                  <a:lnTo>
                    <a:pt x="523" y="474"/>
                  </a:lnTo>
                  <a:lnTo>
                    <a:pt x="524" y="474"/>
                  </a:lnTo>
                  <a:lnTo>
                    <a:pt x="524" y="474"/>
                  </a:lnTo>
                  <a:lnTo>
                    <a:pt x="524" y="474"/>
                  </a:lnTo>
                  <a:lnTo>
                    <a:pt x="525" y="474"/>
                  </a:lnTo>
                  <a:lnTo>
                    <a:pt x="525" y="474"/>
                  </a:lnTo>
                  <a:lnTo>
                    <a:pt x="525" y="474"/>
                  </a:lnTo>
                  <a:lnTo>
                    <a:pt x="525" y="474"/>
                  </a:lnTo>
                  <a:lnTo>
                    <a:pt x="526" y="474"/>
                  </a:lnTo>
                  <a:lnTo>
                    <a:pt x="526" y="474"/>
                  </a:lnTo>
                  <a:lnTo>
                    <a:pt x="527" y="474"/>
                  </a:lnTo>
                  <a:lnTo>
                    <a:pt x="527" y="474"/>
                  </a:lnTo>
                  <a:lnTo>
                    <a:pt x="527" y="474"/>
                  </a:lnTo>
                  <a:lnTo>
                    <a:pt x="527" y="474"/>
                  </a:lnTo>
                  <a:lnTo>
                    <a:pt x="528" y="474"/>
                  </a:lnTo>
                  <a:lnTo>
                    <a:pt x="528" y="474"/>
                  </a:lnTo>
                  <a:lnTo>
                    <a:pt x="528" y="474"/>
                  </a:lnTo>
                  <a:lnTo>
                    <a:pt x="528" y="474"/>
                  </a:lnTo>
                  <a:lnTo>
                    <a:pt x="529" y="474"/>
                  </a:lnTo>
                  <a:lnTo>
                    <a:pt x="529" y="474"/>
                  </a:lnTo>
                  <a:lnTo>
                    <a:pt x="529" y="474"/>
                  </a:lnTo>
                  <a:lnTo>
                    <a:pt x="530" y="474"/>
                  </a:lnTo>
                  <a:lnTo>
                    <a:pt x="530" y="474"/>
                  </a:lnTo>
                  <a:lnTo>
                    <a:pt x="530" y="474"/>
                  </a:lnTo>
                  <a:lnTo>
                    <a:pt x="530" y="474"/>
                  </a:lnTo>
                  <a:lnTo>
                    <a:pt x="531" y="474"/>
                  </a:lnTo>
                  <a:lnTo>
                    <a:pt x="531" y="474"/>
                  </a:lnTo>
                  <a:lnTo>
                    <a:pt x="531" y="474"/>
                  </a:lnTo>
                  <a:lnTo>
                    <a:pt x="532" y="474"/>
                  </a:lnTo>
                  <a:lnTo>
                    <a:pt x="532" y="474"/>
                  </a:lnTo>
                  <a:lnTo>
                    <a:pt x="532" y="474"/>
                  </a:lnTo>
                  <a:lnTo>
                    <a:pt x="533" y="474"/>
                  </a:lnTo>
                  <a:lnTo>
                    <a:pt x="533" y="474"/>
                  </a:lnTo>
                  <a:lnTo>
                    <a:pt x="533" y="474"/>
                  </a:lnTo>
                  <a:lnTo>
                    <a:pt x="533" y="474"/>
                  </a:lnTo>
                  <a:lnTo>
                    <a:pt x="534" y="474"/>
                  </a:lnTo>
                  <a:lnTo>
                    <a:pt x="534" y="474"/>
                  </a:lnTo>
                  <a:lnTo>
                    <a:pt x="534" y="474"/>
                  </a:lnTo>
                  <a:lnTo>
                    <a:pt x="534" y="474"/>
                  </a:lnTo>
                  <a:lnTo>
                    <a:pt x="535" y="473"/>
                  </a:lnTo>
                  <a:lnTo>
                    <a:pt x="535" y="473"/>
                  </a:lnTo>
                  <a:lnTo>
                    <a:pt x="536" y="473"/>
                  </a:lnTo>
                  <a:lnTo>
                    <a:pt x="536" y="473"/>
                  </a:lnTo>
                  <a:lnTo>
                    <a:pt x="536" y="473"/>
                  </a:lnTo>
                  <a:lnTo>
                    <a:pt x="536" y="473"/>
                  </a:lnTo>
                  <a:lnTo>
                    <a:pt x="537" y="473"/>
                  </a:lnTo>
                  <a:lnTo>
                    <a:pt x="537" y="473"/>
                  </a:lnTo>
                  <a:lnTo>
                    <a:pt x="537" y="473"/>
                  </a:lnTo>
                  <a:lnTo>
                    <a:pt x="537" y="473"/>
                  </a:lnTo>
                  <a:lnTo>
                    <a:pt x="538" y="473"/>
                  </a:lnTo>
                  <a:lnTo>
                    <a:pt x="538" y="473"/>
                  </a:lnTo>
                  <a:lnTo>
                    <a:pt x="538" y="473"/>
                  </a:lnTo>
                  <a:lnTo>
                    <a:pt x="539" y="473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540" y="472"/>
                  </a:lnTo>
                  <a:lnTo>
                    <a:pt x="540" y="472"/>
                  </a:lnTo>
                  <a:lnTo>
                    <a:pt x="540" y="472"/>
                  </a:lnTo>
                  <a:lnTo>
                    <a:pt x="540" y="472"/>
                  </a:lnTo>
                  <a:lnTo>
                    <a:pt x="541" y="472"/>
                  </a:lnTo>
                  <a:lnTo>
                    <a:pt x="541" y="472"/>
                  </a:lnTo>
                  <a:lnTo>
                    <a:pt x="542" y="472"/>
                  </a:lnTo>
                  <a:lnTo>
                    <a:pt x="542" y="472"/>
                  </a:lnTo>
                  <a:lnTo>
                    <a:pt x="542" y="471"/>
                  </a:lnTo>
                  <a:lnTo>
                    <a:pt x="542" y="471"/>
                  </a:lnTo>
                  <a:lnTo>
                    <a:pt x="543" y="471"/>
                  </a:lnTo>
                  <a:lnTo>
                    <a:pt x="543" y="471"/>
                  </a:lnTo>
                  <a:lnTo>
                    <a:pt x="543" y="471"/>
                  </a:lnTo>
                  <a:lnTo>
                    <a:pt x="543" y="471"/>
                  </a:lnTo>
                  <a:lnTo>
                    <a:pt x="544" y="471"/>
                  </a:lnTo>
                  <a:lnTo>
                    <a:pt x="544" y="471"/>
                  </a:lnTo>
                  <a:lnTo>
                    <a:pt x="544" y="471"/>
                  </a:lnTo>
                  <a:lnTo>
                    <a:pt x="545" y="470"/>
                  </a:lnTo>
                  <a:lnTo>
                    <a:pt x="545" y="470"/>
                  </a:lnTo>
                  <a:lnTo>
                    <a:pt x="545" y="470"/>
                  </a:lnTo>
                  <a:lnTo>
                    <a:pt x="546" y="470"/>
                  </a:lnTo>
                  <a:lnTo>
                    <a:pt x="546" y="469"/>
                  </a:lnTo>
                  <a:lnTo>
                    <a:pt x="546" y="469"/>
                  </a:lnTo>
                  <a:lnTo>
                    <a:pt x="546" y="469"/>
                  </a:lnTo>
                  <a:lnTo>
                    <a:pt x="547" y="469"/>
                  </a:lnTo>
                  <a:lnTo>
                    <a:pt x="547" y="468"/>
                  </a:lnTo>
                  <a:lnTo>
                    <a:pt x="547" y="468"/>
                  </a:lnTo>
                  <a:lnTo>
                    <a:pt x="548" y="468"/>
                  </a:lnTo>
                  <a:lnTo>
                    <a:pt x="548" y="468"/>
                  </a:lnTo>
                  <a:lnTo>
                    <a:pt x="548" y="467"/>
                  </a:lnTo>
                  <a:lnTo>
                    <a:pt x="548" y="467"/>
                  </a:lnTo>
                  <a:lnTo>
                    <a:pt x="549" y="467"/>
                  </a:lnTo>
                  <a:lnTo>
                    <a:pt x="549" y="467"/>
                  </a:lnTo>
                  <a:lnTo>
                    <a:pt x="549" y="466"/>
                  </a:lnTo>
                  <a:lnTo>
                    <a:pt x="549" y="466"/>
                  </a:lnTo>
                  <a:lnTo>
                    <a:pt x="550" y="465"/>
                  </a:lnTo>
                  <a:lnTo>
                    <a:pt x="550" y="465"/>
                  </a:lnTo>
                  <a:lnTo>
                    <a:pt x="551" y="465"/>
                  </a:lnTo>
                  <a:lnTo>
                    <a:pt x="551" y="464"/>
                  </a:lnTo>
                  <a:lnTo>
                    <a:pt x="551" y="464"/>
                  </a:lnTo>
                  <a:lnTo>
                    <a:pt x="551" y="464"/>
                  </a:lnTo>
                  <a:lnTo>
                    <a:pt x="552" y="463"/>
                  </a:lnTo>
                  <a:lnTo>
                    <a:pt x="552" y="463"/>
                  </a:lnTo>
                  <a:lnTo>
                    <a:pt x="552" y="462"/>
                  </a:lnTo>
                  <a:lnTo>
                    <a:pt x="552" y="462"/>
                  </a:lnTo>
                  <a:lnTo>
                    <a:pt x="553" y="462"/>
                  </a:lnTo>
                  <a:lnTo>
                    <a:pt x="553" y="462"/>
                  </a:lnTo>
                  <a:lnTo>
                    <a:pt x="553" y="461"/>
                  </a:lnTo>
                  <a:lnTo>
                    <a:pt x="554" y="461"/>
                  </a:lnTo>
                  <a:lnTo>
                    <a:pt x="554" y="460"/>
                  </a:lnTo>
                  <a:lnTo>
                    <a:pt x="554" y="460"/>
                  </a:lnTo>
                  <a:lnTo>
                    <a:pt x="554" y="460"/>
                  </a:lnTo>
                  <a:lnTo>
                    <a:pt x="555" y="459"/>
                  </a:lnTo>
                  <a:lnTo>
                    <a:pt x="555" y="459"/>
                  </a:lnTo>
                  <a:lnTo>
                    <a:pt x="555" y="459"/>
                  </a:lnTo>
                  <a:lnTo>
                    <a:pt x="556" y="458"/>
                  </a:lnTo>
                  <a:lnTo>
                    <a:pt x="556" y="458"/>
                  </a:lnTo>
                  <a:lnTo>
                    <a:pt x="556" y="458"/>
                  </a:lnTo>
                  <a:lnTo>
                    <a:pt x="557" y="458"/>
                  </a:lnTo>
                  <a:lnTo>
                    <a:pt x="557" y="457"/>
                  </a:lnTo>
                  <a:lnTo>
                    <a:pt x="557" y="457"/>
                  </a:lnTo>
                  <a:lnTo>
                    <a:pt x="557" y="456"/>
                  </a:lnTo>
                  <a:lnTo>
                    <a:pt x="558" y="456"/>
                  </a:lnTo>
                  <a:lnTo>
                    <a:pt x="558" y="456"/>
                  </a:lnTo>
                  <a:lnTo>
                    <a:pt x="558" y="456"/>
                  </a:lnTo>
                  <a:lnTo>
                    <a:pt x="558" y="455"/>
                  </a:lnTo>
                  <a:lnTo>
                    <a:pt x="559" y="455"/>
                  </a:lnTo>
                  <a:lnTo>
                    <a:pt x="559" y="455"/>
                  </a:lnTo>
                  <a:lnTo>
                    <a:pt x="560" y="455"/>
                  </a:lnTo>
                  <a:lnTo>
                    <a:pt x="560" y="455"/>
                  </a:lnTo>
                  <a:lnTo>
                    <a:pt x="560" y="454"/>
                  </a:lnTo>
                  <a:lnTo>
                    <a:pt x="560" y="454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62" y="453"/>
                  </a:lnTo>
                  <a:lnTo>
                    <a:pt x="562" y="453"/>
                  </a:lnTo>
                  <a:lnTo>
                    <a:pt x="562" y="453"/>
                  </a:lnTo>
                  <a:lnTo>
                    <a:pt x="563" y="453"/>
                  </a:lnTo>
                  <a:lnTo>
                    <a:pt x="563" y="453"/>
                  </a:lnTo>
                  <a:lnTo>
                    <a:pt x="563" y="452"/>
                  </a:lnTo>
                  <a:lnTo>
                    <a:pt x="563" y="452"/>
                  </a:lnTo>
                  <a:lnTo>
                    <a:pt x="564" y="452"/>
                  </a:lnTo>
                  <a:lnTo>
                    <a:pt x="564" y="452"/>
                  </a:lnTo>
                  <a:lnTo>
                    <a:pt x="564" y="452"/>
                  </a:lnTo>
                  <a:lnTo>
                    <a:pt x="564" y="452"/>
                  </a:lnTo>
                  <a:lnTo>
                    <a:pt x="565" y="452"/>
                  </a:lnTo>
                  <a:lnTo>
                    <a:pt x="565" y="452"/>
                  </a:lnTo>
                  <a:lnTo>
                    <a:pt x="566" y="452"/>
                  </a:lnTo>
                  <a:lnTo>
                    <a:pt x="566" y="451"/>
                  </a:lnTo>
                  <a:lnTo>
                    <a:pt x="566" y="451"/>
                  </a:lnTo>
                  <a:lnTo>
                    <a:pt x="566" y="451"/>
                  </a:lnTo>
                  <a:lnTo>
                    <a:pt x="567" y="450"/>
                  </a:lnTo>
                  <a:lnTo>
                    <a:pt x="567" y="450"/>
                  </a:lnTo>
                  <a:lnTo>
                    <a:pt x="567" y="450"/>
                  </a:lnTo>
                  <a:lnTo>
                    <a:pt x="567" y="450"/>
                  </a:lnTo>
                  <a:lnTo>
                    <a:pt x="568" y="450"/>
                  </a:lnTo>
                  <a:lnTo>
                    <a:pt x="568" y="450"/>
                  </a:lnTo>
                  <a:lnTo>
                    <a:pt x="568" y="450"/>
                  </a:lnTo>
                  <a:lnTo>
                    <a:pt x="569" y="450"/>
                  </a:lnTo>
                  <a:lnTo>
                    <a:pt x="569" y="450"/>
                  </a:lnTo>
                  <a:lnTo>
                    <a:pt x="569" y="450"/>
                  </a:lnTo>
                  <a:lnTo>
                    <a:pt x="570" y="450"/>
                  </a:lnTo>
                  <a:lnTo>
                    <a:pt x="570" y="450"/>
                  </a:lnTo>
                  <a:lnTo>
                    <a:pt x="570" y="450"/>
                  </a:lnTo>
                  <a:lnTo>
                    <a:pt x="570" y="449"/>
                  </a:lnTo>
                  <a:lnTo>
                    <a:pt x="571" y="449"/>
                  </a:lnTo>
                  <a:lnTo>
                    <a:pt x="571" y="449"/>
                  </a:lnTo>
                  <a:lnTo>
                    <a:pt x="571" y="449"/>
                  </a:lnTo>
                  <a:lnTo>
                    <a:pt x="572" y="449"/>
                  </a:lnTo>
                  <a:lnTo>
                    <a:pt x="572" y="449"/>
                  </a:lnTo>
                  <a:lnTo>
                    <a:pt x="572" y="449"/>
                  </a:lnTo>
                  <a:lnTo>
                    <a:pt x="572" y="449"/>
                  </a:lnTo>
                  <a:lnTo>
                    <a:pt x="573" y="449"/>
                  </a:lnTo>
                  <a:lnTo>
                    <a:pt x="573" y="449"/>
                  </a:lnTo>
                  <a:lnTo>
                    <a:pt x="573" y="449"/>
                  </a:lnTo>
                  <a:lnTo>
                    <a:pt x="573" y="449"/>
                  </a:lnTo>
                  <a:lnTo>
                    <a:pt x="574" y="449"/>
                  </a:lnTo>
                  <a:lnTo>
                    <a:pt x="574" y="449"/>
                  </a:lnTo>
                  <a:lnTo>
                    <a:pt x="575" y="449"/>
                  </a:lnTo>
                  <a:lnTo>
                    <a:pt x="575" y="449"/>
                  </a:lnTo>
                  <a:lnTo>
                    <a:pt x="575" y="449"/>
                  </a:lnTo>
                  <a:lnTo>
                    <a:pt x="575" y="449"/>
                  </a:lnTo>
                  <a:lnTo>
                    <a:pt x="576" y="449"/>
                  </a:lnTo>
                  <a:lnTo>
                    <a:pt x="576" y="449"/>
                  </a:lnTo>
                  <a:lnTo>
                    <a:pt x="576" y="450"/>
                  </a:lnTo>
                  <a:lnTo>
                    <a:pt x="576" y="450"/>
                  </a:lnTo>
                  <a:lnTo>
                    <a:pt x="577" y="450"/>
                  </a:lnTo>
                  <a:lnTo>
                    <a:pt x="577" y="450"/>
                  </a:lnTo>
                  <a:lnTo>
                    <a:pt x="577" y="450"/>
                  </a:lnTo>
                  <a:lnTo>
                    <a:pt x="578" y="450"/>
                  </a:lnTo>
                  <a:lnTo>
                    <a:pt x="578" y="450"/>
                  </a:lnTo>
                  <a:lnTo>
                    <a:pt x="578" y="450"/>
                  </a:lnTo>
                  <a:lnTo>
                    <a:pt x="578" y="450"/>
                  </a:lnTo>
                  <a:lnTo>
                    <a:pt x="579" y="450"/>
                  </a:lnTo>
                  <a:lnTo>
                    <a:pt x="579" y="450"/>
                  </a:lnTo>
                  <a:lnTo>
                    <a:pt x="579" y="450"/>
                  </a:lnTo>
                  <a:lnTo>
                    <a:pt x="580" y="450"/>
                  </a:lnTo>
                  <a:lnTo>
                    <a:pt x="580" y="450"/>
                  </a:lnTo>
                  <a:lnTo>
                    <a:pt x="580" y="450"/>
                  </a:lnTo>
                  <a:lnTo>
                    <a:pt x="581" y="450"/>
                  </a:lnTo>
                  <a:lnTo>
                    <a:pt x="581" y="450"/>
                  </a:lnTo>
                  <a:lnTo>
                    <a:pt x="581" y="450"/>
                  </a:lnTo>
                  <a:lnTo>
                    <a:pt x="581" y="450"/>
                  </a:lnTo>
                  <a:lnTo>
                    <a:pt x="582" y="450"/>
                  </a:lnTo>
                  <a:lnTo>
                    <a:pt x="582" y="450"/>
                  </a:lnTo>
                  <a:lnTo>
                    <a:pt x="582" y="450"/>
                  </a:lnTo>
                  <a:lnTo>
                    <a:pt x="582" y="450"/>
                  </a:lnTo>
                  <a:lnTo>
                    <a:pt x="583" y="451"/>
                  </a:lnTo>
                  <a:lnTo>
                    <a:pt x="583" y="451"/>
                  </a:lnTo>
                  <a:lnTo>
                    <a:pt x="584" y="451"/>
                  </a:lnTo>
                  <a:lnTo>
                    <a:pt x="584" y="451"/>
                  </a:lnTo>
                  <a:lnTo>
                    <a:pt x="584" y="452"/>
                  </a:lnTo>
                  <a:lnTo>
                    <a:pt x="584" y="452"/>
                  </a:lnTo>
                  <a:lnTo>
                    <a:pt x="585" y="452"/>
                  </a:lnTo>
                  <a:lnTo>
                    <a:pt x="585" y="452"/>
                  </a:lnTo>
                  <a:lnTo>
                    <a:pt x="585" y="452"/>
                  </a:lnTo>
                  <a:lnTo>
                    <a:pt x="585" y="452"/>
                  </a:lnTo>
                  <a:lnTo>
                    <a:pt x="586" y="452"/>
                  </a:lnTo>
                  <a:lnTo>
                    <a:pt x="586" y="452"/>
                  </a:lnTo>
                  <a:lnTo>
                    <a:pt x="586" y="452"/>
                  </a:lnTo>
                  <a:lnTo>
                    <a:pt x="587" y="452"/>
                  </a:lnTo>
                  <a:lnTo>
                    <a:pt x="587" y="453"/>
                  </a:lnTo>
                  <a:lnTo>
                    <a:pt x="587" y="453"/>
                  </a:lnTo>
                  <a:lnTo>
                    <a:pt x="587" y="453"/>
                  </a:lnTo>
                  <a:lnTo>
                    <a:pt x="588" y="453"/>
                  </a:lnTo>
                  <a:lnTo>
                    <a:pt x="588" y="453"/>
                  </a:lnTo>
                  <a:lnTo>
                    <a:pt x="588" y="453"/>
                  </a:lnTo>
                  <a:lnTo>
                    <a:pt x="588" y="454"/>
                  </a:lnTo>
                  <a:lnTo>
                    <a:pt x="589" y="454"/>
                  </a:lnTo>
                  <a:lnTo>
                    <a:pt x="589" y="454"/>
                  </a:lnTo>
                  <a:lnTo>
                    <a:pt x="590" y="454"/>
                  </a:lnTo>
                  <a:lnTo>
                    <a:pt x="590" y="454"/>
                  </a:lnTo>
                  <a:lnTo>
                    <a:pt x="590" y="454"/>
                  </a:lnTo>
                  <a:lnTo>
                    <a:pt x="590" y="454"/>
                  </a:lnTo>
                  <a:lnTo>
                    <a:pt x="591" y="454"/>
                  </a:lnTo>
                  <a:lnTo>
                    <a:pt x="591" y="454"/>
                  </a:lnTo>
                  <a:lnTo>
                    <a:pt x="591" y="454"/>
                  </a:lnTo>
                  <a:lnTo>
                    <a:pt x="591" y="454"/>
                  </a:lnTo>
                  <a:lnTo>
                    <a:pt x="592" y="454"/>
                  </a:lnTo>
                  <a:lnTo>
                    <a:pt x="592" y="454"/>
                  </a:lnTo>
                  <a:lnTo>
                    <a:pt x="593" y="454"/>
                  </a:lnTo>
                  <a:lnTo>
                    <a:pt x="593" y="455"/>
                  </a:lnTo>
                  <a:lnTo>
                    <a:pt x="593" y="455"/>
                  </a:lnTo>
                  <a:lnTo>
                    <a:pt x="593" y="455"/>
                  </a:lnTo>
                  <a:lnTo>
                    <a:pt x="594" y="455"/>
                  </a:lnTo>
                  <a:lnTo>
                    <a:pt x="594" y="455"/>
                  </a:lnTo>
                  <a:lnTo>
                    <a:pt x="594" y="455"/>
                  </a:lnTo>
                  <a:lnTo>
                    <a:pt x="595" y="455"/>
                  </a:lnTo>
                  <a:lnTo>
                    <a:pt x="595" y="455"/>
                  </a:lnTo>
                  <a:lnTo>
                    <a:pt x="595" y="455"/>
                  </a:lnTo>
                  <a:lnTo>
                    <a:pt x="595" y="455"/>
                  </a:lnTo>
                  <a:lnTo>
                    <a:pt x="596" y="455"/>
                  </a:lnTo>
                  <a:lnTo>
                    <a:pt x="596" y="455"/>
                  </a:lnTo>
                  <a:lnTo>
                    <a:pt x="596" y="455"/>
                  </a:lnTo>
                  <a:lnTo>
                    <a:pt x="596" y="455"/>
                  </a:lnTo>
                  <a:lnTo>
                    <a:pt x="597" y="455"/>
                  </a:lnTo>
                  <a:lnTo>
                    <a:pt x="597" y="455"/>
                  </a:lnTo>
                  <a:lnTo>
                    <a:pt x="598" y="455"/>
                  </a:lnTo>
                  <a:lnTo>
                    <a:pt x="598" y="455"/>
                  </a:lnTo>
                  <a:lnTo>
                    <a:pt x="598" y="455"/>
                  </a:lnTo>
                  <a:lnTo>
                    <a:pt x="598" y="455"/>
                  </a:lnTo>
                  <a:lnTo>
                    <a:pt x="599" y="455"/>
                  </a:lnTo>
                  <a:lnTo>
                    <a:pt x="599" y="455"/>
                  </a:lnTo>
                  <a:lnTo>
                    <a:pt x="599" y="455"/>
                  </a:lnTo>
                  <a:lnTo>
                    <a:pt x="599" y="455"/>
                  </a:lnTo>
                  <a:lnTo>
                    <a:pt x="600" y="455"/>
                  </a:lnTo>
                  <a:lnTo>
                    <a:pt x="600" y="455"/>
                  </a:lnTo>
                  <a:lnTo>
                    <a:pt x="600" y="455"/>
                  </a:lnTo>
                  <a:lnTo>
                    <a:pt x="601" y="455"/>
                  </a:lnTo>
                  <a:lnTo>
                    <a:pt x="601" y="455"/>
                  </a:lnTo>
                  <a:lnTo>
                    <a:pt x="601" y="455"/>
                  </a:lnTo>
                  <a:lnTo>
                    <a:pt x="601" y="455"/>
                  </a:lnTo>
                  <a:lnTo>
                    <a:pt x="602" y="455"/>
                  </a:lnTo>
                  <a:lnTo>
                    <a:pt x="602" y="455"/>
                  </a:lnTo>
                  <a:lnTo>
                    <a:pt x="602" y="455"/>
                  </a:lnTo>
                  <a:lnTo>
                    <a:pt x="603" y="455"/>
                  </a:lnTo>
                  <a:lnTo>
                    <a:pt x="603" y="454"/>
                  </a:lnTo>
                  <a:lnTo>
                    <a:pt x="603" y="454"/>
                  </a:lnTo>
                  <a:lnTo>
                    <a:pt x="604" y="454"/>
                  </a:lnTo>
                  <a:lnTo>
                    <a:pt x="604" y="454"/>
                  </a:lnTo>
                  <a:lnTo>
                    <a:pt x="604" y="454"/>
                  </a:lnTo>
                  <a:lnTo>
                    <a:pt x="604" y="454"/>
                  </a:lnTo>
                  <a:lnTo>
                    <a:pt x="605" y="454"/>
                  </a:lnTo>
                  <a:lnTo>
                    <a:pt x="605" y="454"/>
                  </a:lnTo>
                  <a:lnTo>
                    <a:pt x="605" y="454"/>
                  </a:lnTo>
                  <a:lnTo>
                    <a:pt x="605" y="454"/>
                  </a:lnTo>
                  <a:lnTo>
                    <a:pt x="606" y="454"/>
                  </a:lnTo>
                  <a:lnTo>
                    <a:pt x="606" y="454"/>
                  </a:lnTo>
                  <a:lnTo>
                    <a:pt x="607" y="454"/>
                  </a:lnTo>
                  <a:lnTo>
                    <a:pt x="607" y="454"/>
                  </a:lnTo>
                  <a:lnTo>
                    <a:pt x="607" y="454"/>
                  </a:lnTo>
                  <a:lnTo>
                    <a:pt x="607" y="454"/>
                  </a:lnTo>
                  <a:lnTo>
                    <a:pt x="608" y="454"/>
                  </a:lnTo>
                  <a:lnTo>
                    <a:pt x="608" y="454"/>
                  </a:lnTo>
                  <a:lnTo>
                    <a:pt x="608" y="454"/>
                  </a:lnTo>
                  <a:lnTo>
                    <a:pt x="608" y="454"/>
                  </a:lnTo>
                  <a:lnTo>
                    <a:pt x="609" y="453"/>
                  </a:lnTo>
                  <a:lnTo>
                    <a:pt x="609" y="453"/>
                  </a:lnTo>
                  <a:lnTo>
                    <a:pt x="609" y="453"/>
                  </a:lnTo>
                  <a:lnTo>
                    <a:pt x="610" y="453"/>
                  </a:lnTo>
                  <a:lnTo>
                    <a:pt x="610" y="453"/>
                  </a:lnTo>
                  <a:lnTo>
                    <a:pt x="610" y="453"/>
                  </a:lnTo>
                  <a:lnTo>
                    <a:pt x="610" y="453"/>
                  </a:lnTo>
                  <a:lnTo>
                    <a:pt x="611" y="453"/>
                  </a:lnTo>
                  <a:lnTo>
                    <a:pt x="611" y="453"/>
                  </a:lnTo>
                  <a:lnTo>
                    <a:pt x="611" y="453"/>
                  </a:lnTo>
                  <a:lnTo>
                    <a:pt x="611" y="453"/>
                  </a:lnTo>
                  <a:lnTo>
                    <a:pt x="612" y="453"/>
                  </a:lnTo>
                  <a:lnTo>
                    <a:pt x="612" y="453"/>
                  </a:lnTo>
                  <a:lnTo>
                    <a:pt x="613" y="452"/>
                  </a:lnTo>
                  <a:lnTo>
                    <a:pt x="613" y="452"/>
                  </a:lnTo>
                  <a:lnTo>
                    <a:pt x="613" y="452"/>
                  </a:lnTo>
                  <a:lnTo>
                    <a:pt x="613" y="452"/>
                  </a:lnTo>
                  <a:lnTo>
                    <a:pt x="614" y="452"/>
                  </a:lnTo>
                  <a:lnTo>
                    <a:pt x="614" y="452"/>
                  </a:lnTo>
                  <a:lnTo>
                    <a:pt x="614" y="452"/>
                  </a:lnTo>
                  <a:lnTo>
                    <a:pt x="614" y="452"/>
                  </a:lnTo>
                  <a:lnTo>
                    <a:pt x="615" y="452"/>
                  </a:lnTo>
                  <a:lnTo>
                    <a:pt x="615" y="452"/>
                  </a:lnTo>
                  <a:lnTo>
                    <a:pt x="615" y="452"/>
                  </a:lnTo>
                  <a:lnTo>
                    <a:pt x="616" y="452"/>
                  </a:lnTo>
                  <a:lnTo>
                    <a:pt x="616" y="452"/>
                  </a:lnTo>
                  <a:lnTo>
                    <a:pt x="616" y="452"/>
                  </a:lnTo>
                  <a:lnTo>
                    <a:pt x="617" y="452"/>
                  </a:lnTo>
                  <a:lnTo>
                    <a:pt x="617" y="452"/>
                  </a:lnTo>
                  <a:lnTo>
                    <a:pt x="617" y="452"/>
                  </a:lnTo>
                  <a:lnTo>
                    <a:pt x="617" y="452"/>
                  </a:lnTo>
                  <a:lnTo>
                    <a:pt x="618" y="452"/>
                  </a:lnTo>
                  <a:lnTo>
                    <a:pt x="618" y="452"/>
                  </a:lnTo>
                  <a:lnTo>
                    <a:pt x="618" y="452"/>
                  </a:lnTo>
                  <a:lnTo>
                    <a:pt x="619" y="452"/>
                  </a:lnTo>
                  <a:lnTo>
                    <a:pt x="619" y="452"/>
                  </a:lnTo>
                  <a:lnTo>
                    <a:pt x="619" y="452"/>
                  </a:lnTo>
                  <a:lnTo>
                    <a:pt x="619" y="452"/>
                  </a:lnTo>
                  <a:lnTo>
                    <a:pt x="620" y="452"/>
                  </a:lnTo>
                  <a:lnTo>
                    <a:pt x="620" y="452"/>
                  </a:lnTo>
                  <a:lnTo>
                    <a:pt x="620" y="453"/>
                  </a:lnTo>
                  <a:lnTo>
                    <a:pt x="620" y="453"/>
                  </a:lnTo>
                  <a:lnTo>
                    <a:pt x="621" y="453"/>
                  </a:lnTo>
                  <a:lnTo>
                    <a:pt x="621" y="453"/>
                  </a:lnTo>
                  <a:lnTo>
                    <a:pt x="622" y="453"/>
                  </a:lnTo>
                  <a:lnTo>
                    <a:pt x="622" y="453"/>
                  </a:lnTo>
                  <a:lnTo>
                    <a:pt x="622" y="453"/>
                  </a:lnTo>
                  <a:lnTo>
                    <a:pt x="622" y="453"/>
                  </a:lnTo>
                  <a:lnTo>
                    <a:pt x="623" y="453"/>
                  </a:lnTo>
                  <a:lnTo>
                    <a:pt x="623" y="453"/>
                  </a:lnTo>
                  <a:lnTo>
                    <a:pt x="623" y="454"/>
                  </a:lnTo>
                  <a:lnTo>
                    <a:pt x="623" y="454"/>
                  </a:lnTo>
                  <a:lnTo>
                    <a:pt x="624" y="454"/>
                  </a:lnTo>
                  <a:lnTo>
                    <a:pt x="624" y="454"/>
                  </a:lnTo>
                  <a:lnTo>
                    <a:pt x="624" y="454"/>
                  </a:lnTo>
                  <a:lnTo>
                    <a:pt x="625" y="454"/>
                  </a:lnTo>
                  <a:lnTo>
                    <a:pt x="625" y="455"/>
                  </a:lnTo>
                  <a:lnTo>
                    <a:pt x="625" y="455"/>
                  </a:lnTo>
                  <a:lnTo>
                    <a:pt x="625" y="455"/>
                  </a:lnTo>
                  <a:lnTo>
                    <a:pt x="626" y="455"/>
                  </a:lnTo>
                  <a:lnTo>
                    <a:pt x="626" y="455"/>
                  </a:lnTo>
                  <a:lnTo>
                    <a:pt x="626" y="456"/>
                  </a:lnTo>
                  <a:lnTo>
                    <a:pt x="627" y="456"/>
                  </a:lnTo>
                  <a:lnTo>
                    <a:pt x="627" y="456"/>
                  </a:lnTo>
                  <a:lnTo>
                    <a:pt x="627" y="456"/>
                  </a:lnTo>
                  <a:lnTo>
                    <a:pt x="628" y="456"/>
                  </a:lnTo>
                  <a:lnTo>
                    <a:pt x="628" y="456"/>
                  </a:lnTo>
                  <a:lnTo>
                    <a:pt x="628" y="456"/>
                  </a:lnTo>
                  <a:lnTo>
                    <a:pt x="628" y="457"/>
                  </a:lnTo>
                  <a:lnTo>
                    <a:pt x="629" y="457"/>
                  </a:lnTo>
                  <a:lnTo>
                    <a:pt x="629" y="457"/>
                  </a:lnTo>
                  <a:lnTo>
                    <a:pt x="629" y="457"/>
                  </a:lnTo>
                  <a:lnTo>
                    <a:pt x="629" y="458"/>
                  </a:lnTo>
                  <a:lnTo>
                    <a:pt x="630" y="458"/>
                  </a:lnTo>
                  <a:lnTo>
                    <a:pt x="630" y="458"/>
                  </a:lnTo>
                  <a:lnTo>
                    <a:pt x="631" y="458"/>
                  </a:lnTo>
                  <a:lnTo>
                    <a:pt x="631" y="458"/>
                  </a:lnTo>
                  <a:lnTo>
                    <a:pt x="631" y="458"/>
                  </a:lnTo>
                  <a:lnTo>
                    <a:pt x="631" y="458"/>
                  </a:lnTo>
                  <a:lnTo>
                    <a:pt x="632" y="459"/>
                  </a:lnTo>
                  <a:lnTo>
                    <a:pt x="632" y="459"/>
                  </a:lnTo>
                  <a:lnTo>
                    <a:pt x="632" y="459"/>
                  </a:lnTo>
                  <a:lnTo>
                    <a:pt x="632" y="459"/>
                  </a:lnTo>
                  <a:lnTo>
                    <a:pt x="633" y="460"/>
                  </a:lnTo>
                  <a:lnTo>
                    <a:pt x="633" y="460"/>
                  </a:lnTo>
                  <a:lnTo>
                    <a:pt x="633" y="460"/>
                  </a:lnTo>
                  <a:lnTo>
                    <a:pt x="634" y="461"/>
                  </a:lnTo>
                  <a:lnTo>
                    <a:pt x="634" y="461"/>
                  </a:lnTo>
                  <a:lnTo>
                    <a:pt x="634" y="461"/>
                  </a:lnTo>
                  <a:lnTo>
                    <a:pt x="634" y="462"/>
                  </a:lnTo>
                  <a:lnTo>
                    <a:pt x="635" y="462"/>
                  </a:lnTo>
                  <a:lnTo>
                    <a:pt x="635" y="462"/>
                  </a:lnTo>
                  <a:lnTo>
                    <a:pt x="635" y="462"/>
                  </a:lnTo>
                  <a:lnTo>
                    <a:pt x="635" y="462"/>
                  </a:lnTo>
                  <a:lnTo>
                    <a:pt x="636" y="463"/>
                  </a:lnTo>
                  <a:lnTo>
                    <a:pt x="636" y="463"/>
                  </a:lnTo>
                  <a:lnTo>
                    <a:pt x="637" y="463"/>
                  </a:lnTo>
                  <a:lnTo>
                    <a:pt x="637" y="463"/>
                  </a:lnTo>
                  <a:lnTo>
                    <a:pt x="637" y="463"/>
                  </a:lnTo>
                  <a:lnTo>
                    <a:pt x="637" y="464"/>
                  </a:lnTo>
                  <a:lnTo>
                    <a:pt x="638" y="464"/>
                  </a:lnTo>
                  <a:lnTo>
                    <a:pt x="638" y="464"/>
                  </a:lnTo>
                  <a:lnTo>
                    <a:pt x="638" y="464"/>
                  </a:lnTo>
                  <a:lnTo>
                    <a:pt x="638" y="465"/>
                  </a:lnTo>
                  <a:lnTo>
                    <a:pt x="639" y="465"/>
                  </a:lnTo>
                  <a:lnTo>
                    <a:pt x="639" y="465"/>
                  </a:lnTo>
                  <a:lnTo>
                    <a:pt x="640" y="465"/>
                  </a:lnTo>
                  <a:lnTo>
                    <a:pt x="640" y="465"/>
                  </a:lnTo>
                  <a:lnTo>
                    <a:pt x="640" y="465"/>
                  </a:lnTo>
                  <a:lnTo>
                    <a:pt x="640" y="465"/>
                  </a:lnTo>
                  <a:lnTo>
                    <a:pt x="641" y="465"/>
                  </a:lnTo>
                  <a:lnTo>
                    <a:pt x="641" y="465"/>
                  </a:lnTo>
                  <a:lnTo>
                    <a:pt x="641" y="466"/>
                  </a:lnTo>
                  <a:lnTo>
                    <a:pt x="641" y="466"/>
                  </a:lnTo>
                  <a:lnTo>
                    <a:pt x="642" y="466"/>
                  </a:lnTo>
                  <a:lnTo>
                    <a:pt x="642" y="467"/>
                  </a:lnTo>
                  <a:lnTo>
                    <a:pt x="642" y="467"/>
                  </a:lnTo>
                  <a:lnTo>
                    <a:pt x="643" y="467"/>
                  </a:lnTo>
                  <a:lnTo>
                    <a:pt x="643" y="467"/>
                  </a:lnTo>
                  <a:lnTo>
                    <a:pt x="643" y="467"/>
                  </a:lnTo>
                  <a:lnTo>
                    <a:pt x="643" y="467"/>
                  </a:lnTo>
                  <a:lnTo>
                    <a:pt x="644" y="467"/>
                  </a:lnTo>
                  <a:lnTo>
                    <a:pt x="644" y="467"/>
                  </a:lnTo>
                  <a:lnTo>
                    <a:pt x="644" y="467"/>
                  </a:lnTo>
                  <a:lnTo>
                    <a:pt x="644" y="467"/>
                  </a:lnTo>
                  <a:lnTo>
                    <a:pt x="645" y="468"/>
                  </a:lnTo>
                  <a:lnTo>
                    <a:pt x="645" y="468"/>
                  </a:lnTo>
                  <a:lnTo>
                    <a:pt x="646" y="468"/>
                  </a:lnTo>
                  <a:lnTo>
                    <a:pt x="646" y="468"/>
                  </a:lnTo>
                  <a:lnTo>
                    <a:pt x="646" y="468"/>
                  </a:lnTo>
                  <a:lnTo>
                    <a:pt x="646" y="468"/>
                  </a:lnTo>
                  <a:lnTo>
                    <a:pt x="647" y="468"/>
                  </a:lnTo>
                  <a:lnTo>
                    <a:pt x="647" y="468"/>
                  </a:lnTo>
                  <a:lnTo>
                    <a:pt x="647" y="468"/>
                  </a:lnTo>
                  <a:lnTo>
                    <a:pt x="647" y="468"/>
                  </a:lnTo>
                  <a:lnTo>
                    <a:pt x="648" y="468"/>
                  </a:lnTo>
                  <a:lnTo>
                    <a:pt x="648" y="468"/>
                  </a:lnTo>
                  <a:lnTo>
                    <a:pt x="648" y="468"/>
                  </a:lnTo>
                  <a:lnTo>
                    <a:pt x="649" y="468"/>
                  </a:lnTo>
                  <a:lnTo>
                    <a:pt x="649" y="468"/>
                  </a:lnTo>
                  <a:lnTo>
                    <a:pt x="649" y="467"/>
                  </a:lnTo>
                  <a:lnTo>
                    <a:pt x="650" y="467"/>
                  </a:lnTo>
                  <a:lnTo>
                    <a:pt x="650" y="467"/>
                  </a:lnTo>
                  <a:lnTo>
                    <a:pt x="650" y="467"/>
                  </a:lnTo>
                  <a:lnTo>
                    <a:pt x="650" y="467"/>
                  </a:lnTo>
                  <a:lnTo>
                    <a:pt x="651" y="467"/>
                  </a:lnTo>
                  <a:lnTo>
                    <a:pt x="651" y="467"/>
                  </a:lnTo>
                  <a:lnTo>
                    <a:pt x="651" y="467"/>
                  </a:lnTo>
                  <a:lnTo>
                    <a:pt x="652" y="467"/>
                  </a:lnTo>
                  <a:lnTo>
                    <a:pt x="652" y="467"/>
                  </a:lnTo>
                  <a:lnTo>
                    <a:pt x="652" y="467"/>
                  </a:lnTo>
                  <a:lnTo>
                    <a:pt x="652" y="466"/>
                  </a:lnTo>
                  <a:lnTo>
                    <a:pt x="653" y="466"/>
                  </a:lnTo>
                  <a:lnTo>
                    <a:pt x="653" y="466"/>
                  </a:lnTo>
                  <a:lnTo>
                    <a:pt x="653" y="466"/>
                  </a:lnTo>
                  <a:lnTo>
                    <a:pt x="653" y="466"/>
                  </a:lnTo>
                  <a:lnTo>
                    <a:pt x="654" y="466"/>
                  </a:lnTo>
                  <a:lnTo>
                    <a:pt x="654" y="466"/>
                  </a:lnTo>
                  <a:lnTo>
                    <a:pt x="655" y="466"/>
                  </a:lnTo>
                  <a:lnTo>
                    <a:pt x="655" y="466"/>
                  </a:lnTo>
                  <a:lnTo>
                    <a:pt x="655" y="465"/>
                  </a:lnTo>
                  <a:lnTo>
                    <a:pt x="655" y="465"/>
                  </a:lnTo>
                  <a:lnTo>
                    <a:pt x="656" y="465"/>
                  </a:lnTo>
                  <a:lnTo>
                    <a:pt x="656" y="465"/>
                  </a:lnTo>
                  <a:lnTo>
                    <a:pt x="656" y="465"/>
                  </a:lnTo>
                  <a:lnTo>
                    <a:pt x="656" y="465"/>
                  </a:lnTo>
                  <a:lnTo>
                    <a:pt x="657" y="465"/>
                  </a:lnTo>
                  <a:lnTo>
                    <a:pt x="657" y="465"/>
                  </a:lnTo>
                  <a:lnTo>
                    <a:pt x="657" y="465"/>
                  </a:lnTo>
                  <a:lnTo>
                    <a:pt x="658" y="465"/>
                  </a:lnTo>
                  <a:lnTo>
                    <a:pt x="658" y="465"/>
                  </a:lnTo>
                  <a:lnTo>
                    <a:pt x="658" y="465"/>
                  </a:lnTo>
                  <a:lnTo>
                    <a:pt x="658" y="465"/>
                  </a:lnTo>
                  <a:lnTo>
                    <a:pt x="659" y="465"/>
                  </a:lnTo>
                  <a:lnTo>
                    <a:pt x="659" y="465"/>
                  </a:lnTo>
                  <a:lnTo>
                    <a:pt x="659" y="465"/>
                  </a:lnTo>
                  <a:lnTo>
                    <a:pt x="660" y="465"/>
                  </a:lnTo>
                  <a:lnTo>
                    <a:pt x="660" y="465"/>
                  </a:lnTo>
                  <a:lnTo>
                    <a:pt x="660" y="465"/>
                  </a:lnTo>
                  <a:lnTo>
                    <a:pt x="661" y="465"/>
                  </a:lnTo>
                  <a:lnTo>
                    <a:pt x="661" y="465"/>
                  </a:lnTo>
                  <a:lnTo>
                    <a:pt x="661" y="465"/>
                  </a:lnTo>
                  <a:lnTo>
                    <a:pt x="661" y="465"/>
                  </a:lnTo>
                  <a:lnTo>
                    <a:pt x="662" y="465"/>
                  </a:lnTo>
                  <a:lnTo>
                    <a:pt x="662" y="465"/>
                  </a:lnTo>
                  <a:lnTo>
                    <a:pt x="662" y="465"/>
                  </a:lnTo>
                  <a:lnTo>
                    <a:pt x="662" y="465"/>
                  </a:lnTo>
                  <a:lnTo>
                    <a:pt x="663" y="465"/>
                  </a:lnTo>
                  <a:lnTo>
                    <a:pt x="663" y="465"/>
                  </a:lnTo>
                  <a:lnTo>
                    <a:pt x="664" y="465"/>
                  </a:lnTo>
                  <a:lnTo>
                    <a:pt x="664" y="465"/>
                  </a:lnTo>
                  <a:lnTo>
                    <a:pt x="664" y="465"/>
                  </a:lnTo>
                  <a:lnTo>
                    <a:pt x="664" y="465"/>
                  </a:lnTo>
                  <a:lnTo>
                    <a:pt x="665" y="465"/>
                  </a:lnTo>
                  <a:lnTo>
                    <a:pt x="665" y="465"/>
                  </a:lnTo>
                  <a:lnTo>
                    <a:pt x="665" y="465"/>
                  </a:lnTo>
                  <a:lnTo>
                    <a:pt x="666" y="465"/>
                  </a:lnTo>
                  <a:lnTo>
                    <a:pt x="666" y="465"/>
                  </a:lnTo>
                  <a:lnTo>
                    <a:pt x="666" y="465"/>
                  </a:lnTo>
                  <a:lnTo>
                    <a:pt x="666" y="465"/>
                  </a:lnTo>
                  <a:lnTo>
                    <a:pt x="667" y="465"/>
                  </a:lnTo>
                  <a:lnTo>
                    <a:pt x="667" y="465"/>
                  </a:lnTo>
                  <a:lnTo>
                    <a:pt x="667" y="465"/>
                  </a:lnTo>
                  <a:lnTo>
                    <a:pt x="667" y="465"/>
                  </a:lnTo>
                  <a:lnTo>
                    <a:pt x="668" y="465"/>
                  </a:lnTo>
                  <a:lnTo>
                    <a:pt x="668" y="466"/>
                  </a:lnTo>
                  <a:lnTo>
                    <a:pt x="669" y="466"/>
                  </a:lnTo>
                  <a:lnTo>
                    <a:pt x="669" y="466"/>
                  </a:lnTo>
                  <a:lnTo>
                    <a:pt x="669" y="466"/>
                  </a:lnTo>
                  <a:lnTo>
                    <a:pt x="669" y="466"/>
                  </a:lnTo>
                  <a:lnTo>
                    <a:pt x="670" y="466"/>
                  </a:lnTo>
                  <a:lnTo>
                    <a:pt x="670" y="466"/>
                  </a:lnTo>
                  <a:lnTo>
                    <a:pt x="670" y="466"/>
                  </a:lnTo>
                  <a:lnTo>
                    <a:pt x="670" y="466"/>
                  </a:lnTo>
                  <a:lnTo>
                    <a:pt x="671" y="466"/>
                  </a:lnTo>
                  <a:lnTo>
                    <a:pt x="671" y="466"/>
                  </a:lnTo>
                  <a:lnTo>
                    <a:pt x="671" y="466"/>
                  </a:lnTo>
                  <a:lnTo>
                    <a:pt x="672" y="466"/>
                  </a:lnTo>
                  <a:lnTo>
                    <a:pt x="672" y="466"/>
                  </a:lnTo>
                  <a:lnTo>
                    <a:pt x="672" y="465"/>
                  </a:lnTo>
                  <a:lnTo>
                    <a:pt x="672" y="465"/>
                  </a:lnTo>
                  <a:lnTo>
                    <a:pt x="673" y="465"/>
                  </a:lnTo>
                  <a:lnTo>
                    <a:pt x="673" y="465"/>
                  </a:lnTo>
                  <a:lnTo>
                    <a:pt x="673" y="465"/>
                  </a:lnTo>
                  <a:lnTo>
                    <a:pt x="674" y="465"/>
                  </a:lnTo>
                  <a:lnTo>
                    <a:pt x="674" y="465"/>
                  </a:lnTo>
                  <a:lnTo>
                    <a:pt x="674" y="465"/>
                  </a:lnTo>
                  <a:lnTo>
                    <a:pt x="675" y="465"/>
                  </a:lnTo>
                  <a:lnTo>
                    <a:pt x="675" y="465"/>
                  </a:lnTo>
                  <a:lnTo>
                    <a:pt x="675" y="464"/>
                  </a:lnTo>
                  <a:lnTo>
                    <a:pt x="675" y="464"/>
                  </a:lnTo>
                  <a:lnTo>
                    <a:pt x="676" y="464"/>
                  </a:lnTo>
                  <a:lnTo>
                    <a:pt x="676" y="464"/>
                  </a:lnTo>
                  <a:lnTo>
                    <a:pt x="676" y="463"/>
                  </a:lnTo>
                  <a:lnTo>
                    <a:pt x="676" y="463"/>
                  </a:lnTo>
                  <a:lnTo>
                    <a:pt x="677" y="463"/>
                  </a:lnTo>
                  <a:lnTo>
                    <a:pt x="677" y="463"/>
                  </a:lnTo>
                  <a:lnTo>
                    <a:pt x="678" y="462"/>
                  </a:lnTo>
                  <a:lnTo>
                    <a:pt x="678" y="462"/>
                  </a:lnTo>
                  <a:lnTo>
                    <a:pt x="678" y="462"/>
                  </a:lnTo>
                  <a:lnTo>
                    <a:pt x="678" y="462"/>
                  </a:lnTo>
                  <a:lnTo>
                    <a:pt x="679" y="462"/>
                  </a:lnTo>
                  <a:lnTo>
                    <a:pt x="679" y="462"/>
                  </a:lnTo>
                  <a:lnTo>
                    <a:pt x="679" y="462"/>
                  </a:lnTo>
                  <a:lnTo>
                    <a:pt x="679" y="462"/>
                  </a:lnTo>
                  <a:lnTo>
                    <a:pt x="680" y="462"/>
                  </a:lnTo>
                  <a:lnTo>
                    <a:pt x="680" y="462"/>
                  </a:lnTo>
                  <a:lnTo>
                    <a:pt x="680" y="461"/>
                  </a:lnTo>
                  <a:lnTo>
                    <a:pt x="681" y="461"/>
                  </a:lnTo>
                  <a:lnTo>
                    <a:pt x="681" y="461"/>
                  </a:lnTo>
                  <a:lnTo>
                    <a:pt x="681" y="461"/>
                  </a:lnTo>
                  <a:lnTo>
                    <a:pt x="681" y="461"/>
                  </a:lnTo>
                  <a:lnTo>
                    <a:pt x="682" y="461"/>
                  </a:lnTo>
                  <a:lnTo>
                    <a:pt x="682" y="461"/>
                  </a:lnTo>
                  <a:lnTo>
                    <a:pt x="682" y="460"/>
                  </a:lnTo>
                  <a:lnTo>
                    <a:pt x="682" y="460"/>
                  </a:lnTo>
                  <a:lnTo>
                    <a:pt x="683" y="460"/>
                  </a:lnTo>
                  <a:lnTo>
                    <a:pt x="683" y="460"/>
                  </a:lnTo>
                  <a:lnTo>
                    <a:pt x="684" y="460"/>
                  </a:lnTo>
                  <a:lnTo>
                    <a:pt x="684" y="460"/>
                  </a:lnTo>
                  <a:lnTo>
                    <a:pt x="684" y="460"/>
                  </a:lnTo>
                  <a:lnTo>
                    <a:pt x="684" y="460"/>
                  </a:lnTo>
                  <a:lnTo>
                    <a:pt x="685" y="460"/>
                  </a:lnTo>
                  <a:lnTo>
                    <a:pt x="685" y="460"/>
                  </a:lnTo>
                  <a:lnTo>
                    <a:pt x="685" y="460"/>
                  </a:lnTo>
                  <a:lnTo>
                    <a:pt x="685" y="460"/>
                  </a:lnTo>
                  <a:lnTo>
                    <a:pt x="686" y="460"/>
                  </a:lnTo>
                  <a:lnTo>
                    <a:pt x="686" y="460"/>
                  </a:lnTo>
                  <a:lnTo>
                    <a:pt x="687" y="460"/>
                  </a:lnTo>
                  <a:lnTo>
                    <a:pt x="687" y="460"/>
                  </a:lnTo>
                  <a:lnTo>
                    <a:pt x="687" y="460"/>
                  </a:lnTo>
                  <a:lnTo>
                    <a:pt x="687" y="460"/>
                  </a:lnTo>
                  <a:lnTo>
                    <a:pt x="688" y="460"/>
                  </a:lnTo>
                  <a:lnTo>
                    <a:pt x="688" y="460"/>
                  </a:lnTo>
                  <a:lnTo>
                    <a:pt x="688" y="460"/>
                  </a:lnTo>
                  <a:lnTo>
                    <a:pt x="688" y="460"/>
                  </a:lnTo>
                  <a:lnTo>
                    <a:pt x="689" y="460"/>
                  </a:lnTo>
                  <a:lnTo>
                    <a:pt x="689" y="460"/>
                  </a:lnTo>
                  <a:lnTo>
                    <a:pt x="689" y="460"/>
                  </a:lnTo>
                  <a:lnTo>
                    <a:pt x="690" y="460"/>
                  </a:lnTo>
                  <a:lnTo>
                    <a:pt x="690" y="460"/>
                  </a:lnTo>
                  <a:lnTo>
                    <a:pt x="690" y="460"/>
                  </a:lnTo>
                  <a:lnTo>
                    <a:pt x="690" y="460"/>
                  </a:lnTo>
                  <a:lnTo>
                    <a:pt x="691" y="460"/>
                  </a:lnTo>
                  <a:lnTo>
                    <a:pt x="691" y="460"/>
                  </a:lnTo>
                  <a:lnTo>
                    <a:pt x="691" y="460"/>
                  </a:lnTo>
                  <a:lnTo>
                    <a:pt x="691" y="459"/>
                  </a:lnTo>
                  <a:lnTo>
                    <a:pt x="692" y="459"/>
                  </a:lnTo>
                  <a:lnTo>
                    <a:pt x="692" y="459"/>
                  </a:lnTo>
                  <a:lnTo>
                    <a:pt x="693" y="459"/>
                  </a:lnTo>
                  <a:lnTo>
                    <a:pt x="693" y="459"/>
                  </a:lnTo>
                  <a:lnTo>
                    <a:pt x="693" y="459"/>
                  </a:lnTo>
                  <a:lnTo>
                    <a:pt x="693" y="459"/>
                  </a:lnTo>
                  <a:lnTo>
                    <a:pt x="694" y="459"/>
                  </a:lnTo>
                  <a:lnTo>
                    <a:pt x="694" y="459"/>
                  </a:lnTo>
                  <a:lnTo>
                    <a:pt x="694" y="459"/>
                  </a:lnTo>
                  <a:lnTo>
                    <a:pt x="694" y="458"/>
                  </a:lnTo>
                  <a:lnTo>
                    <a:pt x="695" y="458"/>
                  </a:lnTo>
                  <a:lnTo>
                    <a:pt x="695" y="458"/>
                  </a:lnTo>
                  <a:lnTo>
                    <a:pt x="695" y="458"/>
                  </a:lnTo>
                  <a:lnTo>
                    <a:pt x="696" y="458"/>
                  </a:lnTo>
                  <a:lnTo>
                    <a:pt x="696" y="458"/>
                  </a:lnTo>
                  <a:lnTo>
                    <a:pt x="696" y="458"/>
                  </a:lnTo>
                  <a:lnTo>
                    <a:pt x="697" y="458"/>
                  </a:lnTo>
                  <a:lnTo>
                    <a:pt x="697" y="458"/>
                  </a:lnTo>
                  <a:lnTo>
                    <a:pt x="697" y="458"/>
                  </a:lnTo>
                  <a:lnTo>
                    <a:pt x="697" y="458"/>
                  </a:lnTo>
                  <a:lnTo>
                    <a:pt x="698" y="458"/>
                  </a:lnTo>
                  <a:lnTo>
                    <a:pt x="698" y="458"/>
                  </a:lnTo>
                  <a:lnTo>
                    <a:pt x="698" y="457"/>
                  </a:lnTo>
                  <a:lnTo>
                    <a:pt x="699" y="457"/>
                  </a:lnTo>
                  <a:lnTo>
                    <a:pt x="699" y="457"/>
                  </a:lnTo>
                  <a:lnTo>
                    <a:pt x="699" y="457"/>
                  </a:lnTo>
                  <a:lnTo>
                    <a:pt x="699" y="456"/>
                  </a:lnTo>
                  <a:lnTo>
                    <a:pt x="700" y="456"/>
                  </a:lnTo>
                  <a:lnTo>
                    <a:pt x="700" y="456"/>
                  </a:lnTo>
                  <a:lnTo>
                    <a:pt x="700" y="456"/>
                  </a:lnTo>
                  <a:lnTo>
                    <a:pt x="700" y="456"/>
                  </a:lnTo>
                  <a:lnTo>
                    <a:pt x="701" y="456"/>
                  </a:lnTo>
                  <a:lnTo>
                    <a:pt x="701" y="456"/>
                  </a:lnTo>
                  <a:lnTo>
                    <a:pt x="702" y="456"/>
                  </a:lnTo>
                  <a:lnTo>
                    <a:pt x="702" y="456"/>
                  </a:lnTo>
                  <a:lnTo>
                    <a:pt x="702" y="456"/>
                  </a:lnTo>
                  <a:lnTo>
                    <a:pt x="702" y="456"/>
                  </a:lnTo>
                  <a:lnTo>
                    <a:pt x="703" y="456"/>
                  </a:lnTo>
                  <a:lnTo>
                    <a:pt x="703" y="455"/>
                  </a:lnTo>
                  <a:lnTo>
                    <a:pt x="703" y="455"/>
                  </a:lnTo>
                  <a:lnTo>
                    <a:pt x="703" y="455"/>
                  </a:lnTo>
                  <a:lnTo>
                    <a:pt x="704" y="455"/>
                  </a:lnTo>
                  <a:lnTo>
                    <a:pt x="704" y="455"/>
                  </a:lnTo>
                  <a:lnTo>
                    <a:pt x="704" y="455"/>
                  </a:lnTo>
                  <a:lnTo>
                    <a:pt x="705" y="455"/>
                  </a:lnTo>
                  <a:lnTo>
                    <a:pt x="705" y="454"/>
                  </a:lnTo>
                  <a:lnTo>
                    <a:pt x="705" y="454"/>
                  </a:lnTo>
                  <a:lnTo>
                    <a:pt x="705" y="454"/>
                  </a:lnTo>
                  <a:lnTo>
                    <a:pt x="706" y="454"/>
                  </a:lnTo>
                  <a:lnTo>
                    <a:pt x="706" y="454"/>
                  </a:lnTo>
                  <a:lnTo>
                    <a:pt x="706" y="454"/>
                  </a:lnTo>
                  <a:lnTo>
                    <a:pt x="707" y="454"/>
                  </a:lnTo>
                  <a:lnTo>
                    <a:pt x="707" y="453"/>
                  </a:lnTo>
                  <a:lnTo>
                    <a:pt x="707" y="453"/>
                  </a:lnTo>
                  <a:lnTo>
                    <a:pt x="708" y="453"/>
                  </a:lnTo>
                  <a:lnTo>
                    <a:pt x="708" y="453"/>
                  </a:lnTo>
                  <a:lnTo>
                    <a:pt x="708" y="453"/>
                  </a:lnTo>
                  <a:lnTo>
                    <a:pt x="708" y="452"/>
                  </a:lnTo>
                  <a:lnTo>
                    <a:pt x="709" y="452"/>
                  </a:lnTo>
                  <a:lnTo>
                    <a:pt x="709" y="452"/>
                  </a:lnTo>
                  <a:lnTo>
                    <a:pt x="709" y="452"/>
                  </a:lnTo>
                  <a:lnTo>
                    <a:pt x="709" y="452"/>
                  </a:lnTo>
                  <a:lnTo>
                    <a:pt x="710" y="452"/>
                  </a:lnTo>
                  <a:lnTo>
                    <a:pt x="710" y="452"/>
                  </a:lnTo>
                  <a:lnTo>
                    <a:pt x="711" y="452"/>
                  </a:lnTo>
                  <a:lnTo>
                    <a:pt x="711" y="451"/>
                  </a:lnTo>
                  <a:lnTo>
                    <a:pt x="711" y="451"/>
                  </a:lnTo>
                  <a:lnTo>
                    <a:pt x="711" y="451"/>
                  </a:lnTo>
                  <a:lnTo>
                    <a:pt x="712" y="450"/>
                  </a:lnTo>
                  <a:lnTo>
                    <a:pt x="712" y="450"/>
                  </a:lnTo>
                  <a:lnTo>
                    <a:pt x="712" y="450"/>
                  </a:lnTo>
                  <a:lnTo>
                    <a:pt x="712" y="450"/>
                  </a:lnTo>
                  <a:lnTo>
                    <a:pt x="713" y="450"/>
                  </a:lnTo>
                  <a:lnTo>
                    <a:pt x="713" y="450"/>
                  </a:lnTo>
                  <a:lnTo>
                    <a:pt x="713" y="450"/>
                  </a:lnTo>
                  <a:lnTo>
                    <a:pt x="714" y="450"/>
                  </a:lnTo>
                  <a:lnTo>
                    <a:pt x="714" y="450"/>
                  </a:lnTo>
                  <a:lnTo>
                    <a:pt x="714" y="450"/>
                  </a:lnTo>
                  <a:lnTo>
                    <a:pt x="714" y="449"/>
                  </a:lnTo>
                  <a:lnTo>
                    <a:pt x="715" y="449"/>
                  </a:lnTo>
                  <a:lnTo>
                    <a:pt x="715" y="449"/>
                  </a:lnTo>
                  <a:lnTo>
                    <a:pt x="715" y="449"/>
                  </a:lnTo>
                  <a:lnTo>
                    <a:pt x="715" y="449"/>
                  </a:lnTo>
                  <a:lnTo>
                    <a:pt x="716" y="449"/>
                  </a:lnTo>
                  <a:lnTo>
                    <a:pt x="716" y="449"/>
                  </a:lnTo>
                  <a:lnTo>
                    <a:pt x="717" y="449"/>
                  </a:lnTo>
                  <a:lnTo>
                    <a:pt x="717" y="449"/>
                  </a:lnTo>
                  <a:lnTo>
                    <a:pt x="717" y="448"/>
                  </a:lnTo>
                  <a:lnTo>
                    <a:pt x="717" y="448"/>
                  </a:lnTo>
                  <a:lnTo>
                    <a:pt x="718" y="448"/>
                  </a:lnTo>
                  <a:lnTo>
                    <a:pt x="718" y="448"/>
                  </a:lnTo>
                  <a:lnTo>
                    <a:pt x="718" y="448"/>
                  </a:lnTo>
                  <a:lnTo>
                    <a:pt x="718" y="448"/>
                  </a:lnTo>
                  <a:lnTo>
                    <a:pt x="719" y="448"/>
                  </a:lnTo>
                  <a:lnTo>
                    <a:pt x="719" y="448"/>
                  </a:lnTo>
                  <a:lnTo>
                    <a:pt x="719" y="448"/>
                  </a:lnTo>
                  <a:lnTo>
                    <a:pt x="720" y="448"/>
                  </a:lnTo>
                  <a:lnTo>
                    <a:pt x="720" y="448"/>
                  </a:lnTo>
                  <a:lnTo>
                    <a:pt x="720" y="448"/>
                  </a:lnTo>
                  <a:lnTo>
                    <a:pt x="721" y="448"/>
                  </a:lnTo>
                  <a:lnTo>
                    <a:pt x="721" y="448"/>
                  </a:lnTo>
                  <a:lnTo>
                    <a:pt x="721" y="448"/>
                  </a:lnTo>
                  <a:lnTo>
                    <a:pt x="721" y="448"/>
                  </a:lnTo>
                  <a:lnTo>
                    <a:pt x="722" y="448"/>
                  </a:lnTo>
                  <a:lnTo>
                    <a:pt x="722" y="448"/>
                  </a:lnTo>
                  <a:lnTo>
                    <a:pt x="722" y="448"/>
                  </a:lnTo>
                  <a:lnTo>
                    <a:pt x="723" y="448"/>
                  </a:lnTo>
                  <a:lnTo>
                    <a:pt x="723" y="448"/>
                  </a:lnTo>
                  <a:lnTo>
                    <a:pt x="723" y="448"/>
                  </a:lnTo>
                  <a:lnTo>
                    <a:pt x="723" y="448"/>
                  </a:lnTo>
                  <a:lnTo>
                    <a:pt x="724" y="449"/>
                  </a:lnTo>
                  <a:lnTo>
                    <a:pt x="724" y="449"/>
                  </a:lnTo>
                  <a:lnTo>
                    <a:pt x="724" y="449"/>
                  </a:lnTo>
                  <a:lnTo>
                    <a:pt x="724" y="449"/>
                  </a:lnTo>
                  <a:lnTo>
                    <a:pt x="725" y="449"/>
                  </a:lnTo>
                  <a:lnTo>
                    <a:pt x="725" y="449"/>
                  </a:lnTo>
                  <a:lnTo>
                    <a:pt x="726" y="449"/>
                  </a:lnTo>
                  <a:lnTo>
                    <a:pt x="726" y="449"/>
                  </a:lnTo>
                  <a:lnTo>
                    <a:pt x="726" y="449"/>
                  </a:lnTo>
                  <a:lnTo>
                    <a:pt x="726" y="449"/>
                  </a:lnTo>
                  <a:lnTo>
                    <a:pt x="727" y="450"/>
                  </a:lnTo>
                  <a:lnTo>
                    <a:pt x="727" y="450"/>
                  </a:lnTo>
                  <a:lnTo>
                    <a:pt x="727" y="450"/>
                  </a:lnTo>
                  <a:lnTo>
                    <a:pt x="727" y="450"/>
                  </a:lnTo>
                  <a:lnTo>
                    <a:pt x="728" y="450"/>
                  </a:lnTo>
                  <a:lnTo>
                    <a:pt x="728" y="450"/>
                  </a:lnTo>
                  <a:lnTo>
                    <a:pt x="728" y="450"/>
                  </a:lnTo>
                  <a:lnTo>
                    <a:pt x="729" y="450"/>
                  </a:lnTo>
                  <a:lnTo>
                    <a:pt x="729" y="450"/>
                  </a:lnTo>
                  <a:lnTo>
                    <a:pt x="729" y="450"/>
                  </a:lnTo>
                  <a:lnTo>
                    <a:pt x="729" y="450"/>
                  </a:lnTo>
                  <a:lnTo>
                    <a:pt x="730" y="450"/>
                  </a:lnTo>
                  <a:lnTo>
                    <a:pt x="730" y="450"/>
                  </a:lnTo>
                  <a:lnTo>
                    <a:pt x="730" y="450"/>
                  </a:lnTo>
                  <a:lnTo>
                    <a:pt x="731" y="450"/>
                  </a:lnTo>
                  <a:lnTo>
                    <a:pt x="731" y="450"/>
                  </a:lnTo>
                  <a:lnTo>
                    <a:pt x="731" y="450"/>
                  </a:lnTo>
                  <a:lnTo>
                    <a:pt x="732" y="450"/>
                  </a:lnTo>
                  <a:lnTo>
                    <a:pt x="732" y="450"/>
                  </a:lnTo>
                  <a:lnTo>
                    <a:pt x="732" y="450"/>
                  </a:lnTo>
                  <a:lnTo>
                    <a:pt x="732" y="450"/>
                  </a:lnTo>
                  <a:lnTo>
                    <a:pt x="733" y="450"/>
                  </a:lnTo>
                  <a:lnTo>
                    <a:pt x="733" y="450"/>
                  </a:lnTo>
                  <a:lnTo>
                    <a:pt x="734" y="450"/>
                  </a:lnTo>
                  <a:lnTo>
                    <a:pt x="734" y="450"/>
                  </a:lnTo>
                  <a:lnTo>
                    <a:pt x="734" y="450"/>
                  </a:lnTo>
                  <a:lnTo>
                    <a:pt x="734" y="450"/>
                  </a:lnTo>
                  <a:lnTo>
                    <a:pt x="735" y="450"/>
                  </a:lnTo>
                  <a:lnTo>
                    <a:pt x="735" y="450"/>
                  </a:lnTo>
                  <a:lnTo>
                    <a:pt x="735" y="450"/>
                  </a:lnTo>
                  <a:lnTo>
                    <a:pt x="735" y="449"/>
                  </a:lnTo>
                  <a:lnTo>
                    <a:pt x="736" y="449"/>
                  </a:lnTo>
                  <a:lnTo>
                    <a:pt x="736" y="449"/>
                  </a:lnTo>
                  <a:lnTo>
                    <a:pt x="736" y="449"/>
                  </a:lnTo>
                  <a:lnTo>
                    <a:pt x="737" y="449"/>
                  </a:lnTo>
                  <a:lnTo>
                    <a:pt x="737" y="449"/>
                  </a:lnTo>
                  <a:lnTo>
                    <a:pt x="737" y="449"/>
                  </a:lnTo>
                  <a:lnTo>
                    <a:pt x="737" y="449"/>
                  </a:lnTo>
                  <a:lnTo>
                    <a:pt x="738" y="449"/>
                  </a:lnTo>
                  <a:lnTo>
                    <a:pt x="738" y="449"/>
                  </a:lnTo>
                  <a:lnTo>
                    <a:pt x="738" y="449"/>
                  </a:lnTo>
                  <a:lnTo>
                    <a:pt x="738" y="449"/>
                  </a:lnTo>
                  <a:lnTo>
                    <a:pt x="739" y="448"/>
                  </a:lnTo>
                  <a:lnTo>
                    <a:pt x="739" y="448"/>
                  </a:lnTo>
                  <a:lnTo>
                    <a:pt x="740" y="448"/>
                  </a:lnTo>
                  <a:lnTo>
                    <a:pt x="740" y="448"/>
                  </a:lnTo>
                  <a:lnTo>
                    <a:pt x="740" y="448"/>
                  </a:lnTo>
                  <a:lnTo>
                    <a:pt x="740" y="448"/>
                  </a:lnTo>
                  <a:lnTo>
                    <a:pt x="741" y="448"/>
                  </a:lnTo>
                  <a:lnTo>
                    <a:pt x="741" y="448"/>
                  </a:lnTo>
                  <a:lnTo>
                    <a:pt x="741" y="448"/>
                  </a:lnTo>
                  <a:lnTo>
                    <a:pt x="741" y="448"/>
                  </a:lnTo>
                  <a:lnTo>
                    <a:pt x="742" y="448"/>
                  </a:lnTo>
                  <a:lnTo>
                    <a:pt x="742" y="448"/>
                  </a:lnTo>
                  <a:lnTo>
                    <a:pt x="742" y="448"/>
                  </a:lnTo>
                  <a:lnTo>
                    <a:pt x="743" y="448"/>
                  </a:lnTo>
                  <a:lnTo>
                    <a:pt x="743" y="448"/>
                  </a:lnTo>
                  <a:lnTo>
                    <a:pt x="743" y="448"/>
                  </a:lnTo>
                  <a:lnTo>
                    <a:pt x="744" y="448"/>
                  </a:lnTo>
                  <a:lnTo>
                    <a:pt x="744" y="448"/>
                  </a:lnTo>
                  <a:lnTo>
                    <a:pt x="744" y="448"/>
                  </a:lnTo>
                  <a:lnTo>
                    <a:pt x="744" y="447"/>
                  </a:lnTo>
                  <a:lnTo>
                    <a:pt x="745" y="447"/>
                  </a:lnTo>
                  <a:lnTo>
                    <a:pt x="745" y="447"/>
                  </a:lnTo>
                  <a:lnTo>
                    <a:pt x="745" y="447"/>
                  </a:lnTo>
                  <a:lnTo>
                    <a:pt x="746" y="447"/>
                  </a:lnTo>
                  <a:lnTo>
                    <a:pt x="746" y="447"/>
                  </a:lnTo>
                  <a:lnTo>
                    <a:pt x="746" y="447"/>
                  </a:lnTo>
                  <a:lnTo>
                    <a:pt x="746" y="447"/>
                  </a:lnTo>
                  <a:lnTo>
                    <a:pt x="747" y="447"/>
                  </a:lnTo>
                  <a:lnTo>
                    <a:pt x="747" y="447"/>
                  </a:lnTo>
                  <a:lnTo>
                    <a:pt x="747" y="447"/>
                  </a:lnTo>
                  <a:lnTo>
                    <a:pt x="747" y="446"/>
                  </a:lnTo>
                  <a:lnTo>
                    <a:pt x="748" y="446"/>
                  </a:lnTo>
                  <a:lnTo>
                    <a:pt x="748" y="446"/>
                  </a:lnTo>
                  <a:lnTo>
                    <a:pt x="749" y="446"/>
                  </a:lnTo>
                  <a:lnTo>
                    <a:pt x="749" y="446"/>
                  </a:lnTo>
                  <a:lnTo>
                    <a:pt x="749" y="446"/>
                  </a:lnTo>
                  <a:lnTo>
                    <a:pt x="749" y="446"/>
                  </a:lnTo>
                  <a:lnTo>
                    <a:pt x="750" y="446"/>
                  </a:lnTo>
                  <a:lnTo>
                    <a:pt x="750" y="446"/>
                  </a:lnTo>
                  <a:lnTo>
                    <a:pt x="750" y="446"/>
                  </a:lnTo>
                  <a:lnTo>
                    <a:pt x="750" y="446"/>
                  </a:lnTo>
                  <a:lnTo>
                    <a:pt x="751" y="446"/>
                  </a:lnTo>
                  <a:lnTo>
                    <a:pt x="751" y="446"/>
                  </a:lnTo>
                  <a:lnTo>
                    <a:pt x="751" y="446"/>
                  </a:lnTo>
                  <a:lnTo>
                    <a:pt x="752" y="446"/>
                  </a:lnTo>
                  <a:lnTo>
                    <a:pt x="752" y="446"/>
                  </a:lnTo>
                  <a:lnTo>
                    <a:pt x="752" y="446"/>
                  </a:lnTo>
                  <a:lnTo>
                    <a:pt x="752" y="446"/>
                  </a:lnTo>
                  <a:lnTo>
                    <a:pt x="753" y="446"/>
                  </a:lnTo>
                  <a:lnTo>
                    <a:pt x="753" y="447"/>
                  </a:lnTo>
                  <a:lnTo>
                    <a:pt x="753" y="447"/>
                  </a:lnTo>
                  <a:lnTo>
                    <a:pt x="754" y="446"/>
                  </a:lnTo>
                  <a:lnTo>
                    <a:pt x="754" y="446"/>
                  </a:lnTo>
                  <a:lnTo>
                    <a:pt x="754" y="446"/>
                  </a:lnTo>
                  <a:lnTo>
                    <a:pt x="755" y="446"/>
                  </a:lnTo>
                  <a:lnTo>
                    <a:pt x="755" y="446"/>
                  </a:lnTo>
                  <a:lnTo>
                    <a:pt x="755" y="446"/>
                  </a:lnTo>
                  <a:lnTo>
                    <a:pt x="755" y="446"/>
                  </a:lnTo>
                  <a:lnTo>
                    <a:pt x="756" y="446"/>
                  </a:lnTo>
                  <a:lnTo>
                    <a:pt x="756" y="446"/>
                  </a:lnTo>
                  <a:lnTo>
                    <a:pt x="756" y="445"/>
                  </a:lnTo>
                  <a:lnTo>
                    <a:pt x="756" y="445"/>
                  </a:lnTo>
                  <a:lnTo>
                    <a:pt x="757" y="445"/>
                  </a:lnTo>
                  <a:lnTo>
                    <a:pt x="757" y="445"/>
                  </a:lnTo>
                  <a:lnTo>
                    <a:pt x="758" y="445"/>
                  </a:lnTo>
                  <a:lnTo>
                    <a:pt x="758" y="445"/>
                  </a:lnTo>
                  <a:lnTo>
                    <a:pt x="758" y="445"/>
                  </a:lnTo>
                  <a:lnTo>
                    <a:pt x="758" y="445"/>
                  </a:lnTo>
                  <a:lnTo>
                    <a:pt x="759" y="444"/>
                  </a:lnTo>
                  <a:lnTo>
                    <a:pt x="759" y="444"/>
                  </a:lnTo>
                  <a:lnTo>
                    <a:pt x="759" y="444"/>
                  </a:lnTo>
                  <a:lnTo>
                    <a:pt x="759" y="444"/>
                  </a:lnTo>
                  <a:lnTo>
                    <a:pt x="760" y="444"/>
                  </a:lnTo>
                  <a:lnTo>
                    <a:pt x="760" y="444"/>
                  </a:lnTo>
                  <a:lnTo>
                    <a:pt x="760" y="444"/>
                  </a:lnTo>
                  <a:lnTo>
                    <a:pt x="761" y="444"/>
                  </a:lnTo>
                  <a:lnTo>
                    <a:pt x="761" y="444"/>
                  </a:lnTo>
                  <a:lnTo>
                    <a:pt x="761" y="444"/>
                  </a:lnTo>
                  <a:lnTo>
                    <a:pt x="761" y="443"/>
                  </a:lnTo>
                  <a:lnTo>
                    <a:pt x="762" y="443"/>
                  </a:lnTo>
                  <a:lnTo>
                    <a:pt x="762" y="443"/>
                  </a:lnTo>
                  <a:lnTo>
                    <a:pt x="762" y="443"/>
                  </a:lnTo>
                  <a:lnTo>
                    <a:pt x="762" y="443"/>
                  </a:lnTo>
                  <a:lnTo>
                    <a:pt x="763" y="443"/>
                  </a:lnTo>
                  <a:lnTo>
                    <a:pt x="763" y="443"/>
                  </a:lnTo>
                  <a:lnTo>
                    <a:pt x="764" y="443"/>
                  </a:lnTo>
                  <a:lnTo>
                    <a:pt x="764" y="443"/>
                  </a:lnTo>
                  <a:lnTo>
                    <a:pt x="764" y="443"/>
                  </a:lnTo>
                  <a:lnTo>
                    <a:pt x="764" y="443"/>
                  </a:lnTo>
                  <a:lnTo>
                    <a:pt x="765" y="443"/>
                  </a:lnTo>
                  <a:lnTo>
                    <a:pt x="765" y="443"/>
                  </a:lnTo>
                  <a:lnTo>
                    <a:pt x="765" y="443"/>
                  </a:lnTo>
                  <a:lnTo>
                    <a:pt x="765" y="443"/>
                  </a:lnTo>
                  <a:lnTo>
                    <a:pt x="766" y="443"/>
                  </a:lnTo>
                  <a:lnTo>
                    <a:pt x="766" y="443"/>
                  </a:lnTo>
                  <a:lnTo>
                    <a:pt x="766" y="443"/>
                  </a:lnTo>
                  <a:lnTo>
                    <a:pt x="767" y="443"/>
                  </a:lnTo>
                  <a:lnTo>
                    <a:pt x="767" y="443"/>
                  </a:lnTo>
                  <a:lnTo>
                    <a:pt x="767" y="443"/>
                  </a:lnTo>
                  <a:lnTo>
                    <a:pt x="768" y="443"/>
                  </a:lnTo>
                  <a:lnTo>
                    <a:pt x="768" y="443"/>
                  </a:lnTo>
                  <a:lnTo>
                    <a:pt x="768" y="443"/>
                  </a:lnTo>
                  <a:lnTo>
                    <a:pt x="768" y="443"/>
                  </a:lnTo>
                  <a:lnTo>
                    <a:pt x="769" y="443"/>
                  </a:lnTo>
                  <a:lnTo>
                    <a:pt x="769" y="443"/>
                  </a:lnTo>
                  <a:lnTo>
                    <a:pt x="769" y="443"/>
                  </a:lnTo>
                  <a:lnTo>
                    <a:pt x="770" y="443"/>
                  </a:lnTo>
                  <a:lnTo>
                    <a:pt x="770" y="443"/>
                  </a:lnTo>
                  <a:lnTo>
                    <a:pt x="770" y="443"/>
                  </a:lnTo>
                  <a:lnTo>
                    <a:pt x="770" y="443"/>
                  </a:lnTo>
                  <a:lnTo>
                    <a:pt x="771" y="443"/>
                  </a:lnTo>
                  <a:lnTo>
                    <a:pt x="771" y="443"/>
                  </a:lnTo>
                  <a:lnTo>
                    <a:pt x="771" y="443"/>
                  </a:lnTo>
                  <a:lnTo>
                    <a:pt x="771" y="443"/>
                  </a:lnTo>
                  <a:lnTo>
                    <a:pt x="772" y="443"/>
                  </a:lnTo>
                  <a:lnTo>
                    <a:pt x="772" y="443"/>
                  </a:lnTo>
                  <a:lnTo>
                    <a:pt x="773" y="442"/>
                  </a:lnTo>
                  <a:lnTo>
                    <a:pt x="773" y="442"/>
                  </a:lnTo>
                  <a:lnTo>
                    <a:pt x="773" y="442"/>
                  </a:lnTo>
                  <a:lnTo>
                    <a:pt x="773" y="442"/>
                  </a:lnTo>
                  <a:lnTo>
                    <a:pt x="774" y="442"/>
                  </a:lnTo>
                  <a:lnTo>
                    <a:pt x="774" y="442"/>
                  </a:lnTo>
                  <a:lnTo>
                    <a:pt x="774" y="442"/>
                  </a:lnTo>
                  <a:lnTo>
                    <a:pt x="774" y="442"/>
                  </a:lnTo>
                  <a:lnTo>
                    <a:pt x="775" y="441"/>
                  </a:lnTo>
                  <a:lnTo>
                    <a:pt x="775" y="441"/>
                  </a:lnTo>
                  <a:lnTo>
                    <a:pt x="775" y="441"/>
                  </a:lnTo>
                  <a:lnTo>
                    <a:pt x="776" y="441"/>
                  </a:lnTo>
                  <a:lnTo>
                    <a:pt x="776" y="441"/>
                  </a:lnTo>
                  <a:lnTo>
                    <a:pt x="776" y="441"/>
                  </a:lnTo>
                  <a:lnTo>
                    <a:pt x="776" y="441"/>
                  </a:lnTo>
                  <a:lnTo>
                    <a:pt x="777" y="441"/>
                  </a:lnTo>
                  <a:lnTo>
                    <a:pt x="777" y="441"/>
                  </a:lnTo>
                  <a:lnTo>
                    <a:pt x="777" y="441"/>
                  </a:lnTo>
                  <a:lnTo>
                    <a:pt x="778" y="440"/>
                  </a:lnTo>
                  <a:lnTo>
                    <a:pt x="778" y="440"/>
                  </a:lnTo>
                  <a:lnTo>
                    <a:pt x="778" y="440"/>
                  </a:lnTo>
                  <a:lnTo>
                    <a:pt x="779" y="440"/>
                  </a:lnTo>
                  <a:lnTo>
                    <a:pt x="779" y="440"/>
                  </a:lnTo>
                  <a:lnTo>
                    <a:pt x="779" y="440"/>
                  </a:lnTo>
                  <a:lnTo>
                    <a:pt x="779" y="440"/>
                  </a:lnTo>
                  <a:lnTo>
                    <a:pt x="780" y="440"/>
                  </a:lnTo>
                  <a:lnTo>
                    <a:pt x="780" y="440"/>
                  </a:lnTo>
                  <a:lnTo>
                    <a:pt x="780" y="439"/>
                  </a:lnTo>
                  <a:lnTo>
                    <a:pt x="780" y="439"/>
                  </a:lnTo>
                  <a:lnTo>
                    <a:pt x="781" y="439"/>
                  </a:lnTo>
                  <a:lnTo>
                    <a:pt x="781" y="439"/>
                  </a:lnTo>
                  <a:lnTo>
                    <a:pt x="782" y="439"/>
                  </a:lnTo>
                  <a:lnTo>
                    <a:pt x="782" y="439"/>
                  </a:lnTo>
                  <a:lnTo>
                    <a:pt x="782" y="439"/>
                  </a:lnTo>
                  <a:lnTo>
                    <a:pt x="782" y="439"/>
                  </a:lnTo>
                  <a:lnTo>
                    <a:pt x="783" y="438"/>
                  </a:lnTo>
                  <a:lnTo>
                    <a:pt x="783" y="438"/>
                  </a:lnTo>
                  <a:lnTo>
                    <a:pt x="783" y="438"/>
                  </a:lnTo>
                  <a:lnTo>
                    <a:pt x="783" y="438"/>
                  </a:lnTo>
                  <a:lnTo>
                    <a:pt x="784" y="438"/>
                  </a:lnTo>
                  <a:lnTo>
                    <a:pt x="784" y="437"/>
                  </a:lnTo>
                  <a:lnTo>
                    <a:pt x="784" y="437"/>
                  </a:lnTo>
                  <a:lnTo>
                    <a:pt x="785" y="437"/>
                  </a:lnTo>
                  <a:lnTo>
                    <a:pt x="785" y="437"/>
                  </a:lnTo>
                  <a:lnTo>
                    <a:pt x="785" y="437"/>
                  </a:lnTo>
                  <a:lnTo>
                    <a:pt x="785" y="437"/>
                  </a:lnTo>
                  <a:lnTo>
                    <a:pt x="786" y="437"/>
                  </a:lnTo>
                  <a:lnTo>
                    <a:pt x="786" y="437"/>
                  </a:lnTo>
                  <a:lnTo>
                    <a:pt x="786" y="437"/>
                  </a:lnTo>
                  <a:lnTo>
                    <a:pt x="786" y="437"/>
                  </a:lnTo>
                  <a:lnTo>
                    <a:pt x="787" y="437"/>
                  </a:lnTo>
                  <a:lnTo>
                    <a:pt x="787" y="437"/>
                  </a:lnTo>
                  <a:lnTo>
                    <a:pt x="788" y="437"/>
                  </a:lnTo>
                  <a:lnTo>
                    <a:pt x="788" y="437"/>
                  </a:lnTo>
                  <a:lnTo>
                    <a:pt x="788" y="437"/>
                  </a:lnTo>
                  <a:lnTo>
                    <a:pt x="788" y="437"/>
                  </a:lnTo>
                  <a:lnTo>
                    <a:pt x="789" y="437"/>
                  </a:lnTo>
                  <a:lnTo>
                    <a:pt x="789" y="436"/>
                  </a:lnTo>
                  <a:lnTo>
                    <a:pt x="789" y="436"/>
                  </a:lnTo>
                  <a:lnTo>
                    <a:pt x="789" y="436"/>
                  </a:lnTo>
                  <a:lnTo>
                    <a:pt x="790" y="436"/>
                  </a:lnTo>
                  <a:lnTo>
                    <a:pt x="790" y="436"/>
                  </a:lnTo>
                  <a:lnTo>
                    <a:pt x="791" y="436"/>
                  </a:lnTo>
                  <a:lnTo>
                    <a:pt x="791" y="436"/>
                  </a:lnTo>
                  <a:lnTo>
                    <a:pt x="791" y="436"/>
                  </a:lnTo>
                  <a:lnTo>
                    <a:pt x="791" y="436"/>
                  </a:lnTo>
                  <a:lnTo>
                    <a:pt x="792" y="436"/>
                  </a:lnTo>
                  <a:lnTo>
                    <a:pt x="792" y="436"/>
                  </a:lnTo>
                  <a:lnTo>
                    <a:pt x="792" y="436"/>
                  </a:lnTo>
                  <a:lnTo>
                    <a:pt x="792" y="436"/>
                  </a:lnTo>
                  <a:lnTo>
                    <a:pt x="793" y="436"/>
                  </a:lnTo>
                  <a:lnTo>
                    <a:pt x="793" y="436"/>
                  </a:lnTo>
                  <a:lnTo>
                    <a:pt x="793" y="436"/>
                  </a:lnTo>
                  <a:lnTo>
                    <a:pt x="794" y="436"/>
                  </a:lnTo>
                  <a:lnTo>
                    <a:pt x="794" y="436"/>
                  </a:lnTo>
                  <a:lnTo>
                    <a:pt x="794" y="436"/>
                  </a:lnTo>
                  <a:lnTo>
                    <a:pt x="794" y="436"/>
                  </a:lnTo>
                  <a:lnTo>
                    <a:pt x="795" y="436"/>
                  </a:lnTo>
                  <a:lnTo>
                    <a:pt x="795" y="436"/>
                  </a:lnTo>
                  <a:lnTo>
                    <a:pt x="795" y="436"/>
                  </a:lnTo>
                  <a:lnTo>
                    <a:pt x="795" y="436"/>
                  </a:lnTo>
                  <a:lnTo>
                    <a:pt x="796" y="436"/>
                  </a:lnTo>
                  <a:lnTo>
                    <a:pt x="796" y="436"/>
                  </a:lnTo>
                  <a:lnTo>
                    <a:pt x="797" y="436"/>
                  </a:lnTo>
                  <a:lnTo>
                    <a:pt x="797" y="436"/>
                  </a:lnTo>
                  <a:lnTo>
                    <a:pt x="797" y="436"/>
                  </a:lnTo>
                  <a:lnTo>
                    <a:pt x="797" y="436"/>
                  </a:lnTo>
                  <a:lnTo>
                    <a:pt x="798" y="436"/>
                  </a:lnTo>
                  <a:lnTo>
                    <a:pt x="798" y="435"/>
                  </a:lnTo>
                  <a:lnTo>
                    <a:pt x="798" y="435"/>
                  </a:lnTo>
                  <a:lnTo>
                    <a:pt x="798" y="435"/>
                  </a:lnTo>
                  <a:lnTo>
                    <a:pt x="799" y="435"/>
                  </a:lnTo>
                  <a:lnTo>
                    <a:pt x="799" y="435"/>
                  </a:lnTo>
                  <a:lnTo>
                    <a:pt x="799" y="435"/>
                  </a:lnTo>
                  <a:lnTo>
                    <a:pt x="800" y="435"/>
                  </a:lnTo>
                  <a:lnTo>
                    <a:pt x="800" y="435"/>
                  </a:lnTo>
                  <a:lnTo>
                    <a:pt x="800" y="435"/>
                  </a:lnTo>
                  <a:lnTo>
                    <a:pt x="801" y="435"/>
                  </a:lnTo>
                  <a:lnTo>
                    <a:pt x="801" y="435"/>
                  </a:lnTo>
                  <a:lnTo>
                    <a:pt x="801" y="435"/>
                  </a:lnTo>
                  <a:lnTo>
                    <a:pt x="802" y="434"/>
                  </a:lnTo>
                  <a:lnTo>
                    <a:pt x="802" y="434"/>
                  </a:lnTo>
                  <a:lnTo>
                    <a:pt x="802" y="434"/>
                  </a:lnTo>
                  <a:lnTo>
                    <a:pt x="802" y="434"/>
                  </a:lnTo>
                  <a:lnTo>
                    <a:pt x="803" y="434"/>
                  </a:lnTo>
                  <a:lnTo>
                    <a:pt x="803" y="434"/>
                  </a:lnTo>
                  <a:lnTo>
                    <a:pt x="803" y="434"/>
                  </a:lnTo>
                  <a:lnTo>
                    <a:pt x="803" y="434"/>
                  </a:lnTo>
                  <a:lnTo>
                    <a:pt x="804" y="434"/>
                  </a:lnTo>
                  <a:lnTo>
                    <a:pt x="804" y="434"/>
                  </a:lnTo>
                  <a:lnTo>
                    <a:pt x="805" y="434"/>
                  </a:lnTo>
                  <a:lnTo>
                    <a:pt x="805" y="434"/>
                  </a:lnTo>
                  <a:lnTo>
                    <a:pt x="805" y="434"/>
                  </a:lnTo>
                  <a:lnTo>
                    <a:pt x="805" y="434"/>
                  </a:lnTo>
                  <a:lnTo>
                    <a:pt x="806" y="434"/>
                  </a:lnTo>
                  <a:lnTo>
                    <a:pt x="806" y="434"/>
                  </a:lnTo>
                  <a:lnTo>
                    <a:pt x="806" y="434"/>
                  </a:lnTo>
                  <a:lnTo>
                    <a:pt x="806" y="434"/>
                  </a:lnTo>
                  <a:lnTo>
                    <a:pt x="807" y="434"/>
                  </a:lnTo>
                  <a:lnTo>
                    <a:pt x="807" y="434"/>
                  </a:lnTo>
                  <a:lnTo>
                    <a:pt x="807" y="435"/>
                  </a:lnTo>
                  <a:lnTo>
                    <a:pt x="808" y="435"/>
                  </a:lnTo>
                  <a:lnTo>
                    <a:pt x="808" y="435"/>
                  </a:lnTo>
                  <a:lnTo>
                    <a:pt x="808" y="435"/>
                  </a:lnTo>
                  <a:lnTo>
                    <a:pt x="808" y="435"/>
                  </a:lnTo>
                  <a:lnTo>
                    <a:pt x="809" y="435"/>
                  </a:lnTo>
                  <a:lnTo>
                    <a:pt x="809" y="435"/>
                  </a:lnTo>
                  <a:lnTo>
                    <a:pt x="809" y="435"/>
                  </a:lnTo>
                  <a:lnTo>
                    <a:pt x="809" y="436"/>
                  </a:lnTo>
                  <a:lnTo>
                    <a:pt x="810" y="436"/>
                  </a:lnTo>
                  <a:lnTo>
                    <a:pt x="810" y="437"/>
                  </a:lnTo>
                  <a:lnTo>
                    <a:pt x="811" y="437"/>
                  </a:lnTo>
                  <a:lnTo>
                    <a:pt x="811" y="437"/>
                  </a:lnTo>
                  <a:lnTo>
                    <a:pt x="811" y="437"/>
                  </a:lnTo>
                  <a:lnTo>
                    <a:pt x="811" y="437"/>
                  </a:lnTo>
                  <a:lnTo>
                    <a:pt x="812" y="437"/>
                  </a:lnTo>
                  <a:lnTo>
                    <a:pt x="812" y="437"/>
                  </a:lnTo>
                  <a:lnTo>
                    <a:pt x="812" y="437"/>
                  </a:lnTo>
                  <a:lnTo>
                    <a:pt x="812" y="438"/>
                  </a:lnTo>
                  <a:lnTo>
                    <a:pt x="813" y="438"/>
                  </a:lnTo>
                  <a:lnTo>
                    <a:pt x="813" y="438"/>
                  </a:lnTo>
                  <a:lnTo>
                    <a:pt x="813" y="438"/>
                  </a:lnTo>
                  <a:lnTo>
                    <a:pt x="814" y="438"/>
                  </a:lnTo>
                  <a:lnTo>
                    <a:pt x="814" y="438"/>
                  </a:lnTo>
                  <a:lnTo>
                    <a:pt x="814" y="439"/>
                  </a:lnTo>
                  <a:lnTo>
                    <a:pt x="815" y="439"/>
                  </a:lnTo>
                  <a:lnTo>
                    <a:pt x="815" y="439"/>
                  </a:lnTo>
                  <a:lnTo>
                    <a:pt x="815" y="439"/>
                  </a:lnTo>
                  <a:lnTo>
                    <a:pt x="815" y="439"/>
                  </a:lnTo>
                  <a:lnTo>
                    <a:pt x="816" y="439"/>
                  </a:lnTo>
                  <a:lnTo>
                    <a:pt x="816" y="439"/>
                  </a:lnTo>
                  <a:lnTo>
                    <a:pt x="816" y="439"/>
                  </a:lnTo>
                  <a:lnTo>
                    <a:pt x="817" y="439"/>
                  </a:lnTo>
                  <a:lnTo>
                    <a:pt x="817" y="439"/>
                  </a:lnTo>
                  <a:lnTo>
                    <a:pt x="817" y="439"/>
                  </a:lnTo>
                  <a:lnTo>
                    <a:pt x="817" y="439"/>
                  </a:lnTo>
                  <a:lnTo>
                    <a:pt x="818" y="439"/>
                  </a:lnTo>
                  <a:lnTo>
                    <a:pt x="818" y="440"/>
                  </a:lnTo>
                  <a:lnTo>
                    <a:pt x="818" y="439"/>
                  </a:lnTo>
                  <a:lnTo>
                    <a:pt x="818" y="439"/>
                  </a:lnTo>
                  <a:lnTo>
                    <a:pt x="819" y="439"/>
                  </a:lnTo>
                  <a:lnTo>
                    <a:pt x="819" y="439"/>
                  </a:lnTo>
                  <a:lnTo>
                    <a:pt x="820" y="439"/>
                  </a:lnTo>
                  <a:lnTo>
                    <a:pt x="820" y="439"/>
                  </a:lnTo>
                  <a:lnTo>
                    <a:pt x="820" y="439"/>
                  </a:lnTo>
                  <a:lnTo>
                    <a:pt x="820" y="439"/>
                  </a:lnTo>
                  <a:lnTo>
                    <a:pt x="821" y="439"/>
                  </a:lnTo>
                  <a:lnTo>
                    <a:pt x="821" y="439"/>
                  </a:lnTo>
                  <a:lnTo>
                    <a:pt x="821" y="439"/>
                  </a:lnTo>
                  <a:lnTo>
                    <a:pt x="821" y="439"/>
                  </a:lnTo>
                  <a:lnTo>
                    <a:pt x="822" y="439"/>
                  </a:lnTo>
                  <a:lnTo>
                    <a:pt x="822" y="439"/>
                  </a:lnTo>
                  <a:lnTo>
                    <a:pt x="822" y="439"/>
                  </a:lnTo>
                  <a:lnTo>
                    <a:pt x="823" y="439"/>
                  </a:lnTo>
                  <a:lnTo>
                    <a:pt x="823" y="439"/>
                  </a:lnTo>
                  <a:lnTo>
                    <a:pt x="823" y="439"/>
                  </a:lnTo>
                  <a:lnTo>
                    <a:pt x="823" y="439"/>
                  </a:lnTo>
                  <a:lnTo>
                    <a:pt x="824" y="439"/>
                  </a:lnTo>
                  <a:lnTo>
                    <a:pt x="824" y="440"/>
                  </a:lnTo>
                  <a:lnTo>
                    <a:pt x="824" y="440"/>
                  </a:lnTo>
                  <a:lnTo>
                    <a:pt x="825" y="440"/>
                  </a:lnTo>
                  <a:lnTo>
                    <a:pt x="825" y="440"/>
                  </a:lnTo>
                  <a:lnTo>
                    <a:pt x="825" y="440"/>
                  </a:lnTo>
                  <a:lnTo>
                    <a:pt x="826" y="440"/>
                  </a:lnTo>
                  <a:lnTo>
                    <a:pt x="826" y="440"/>
                  </a:lnTo>
                  <a:lnTo>
                    <a:pt x="826" y="441"/>
                  </a:lnTo>
                  <a:lnTo>
                    <a:pt x="826" y="441"/>
                  </a:lnTo>
                  <a:lnTo>
                    <a:pt x="827" y="441"/>
                  </a:lnTo>
                  <a:lnTo>
                    <a:pt x="827" y="441"/>
                  </a:lnTo>
                  <a:lnTo>
                    <a:pt x="827" y="441"/>
                  </a:lnTo>
                  <a:lnTo>
                    <a:pt x="827" y="441"/>
                  </a:lnTo>
                  <a:lnTo>
                    <a:pt x="828" y="441"/>
                  </a:lnTo>
                  <a:lnTo>
                    <a:pt x="828" y="441"/>
                  </a:lnTo>
                  <a:lnTo>
                    <a:pt x="829" y="441"/>
                  </a:lnTo>
                  <a:lnTo>
                    <a:pt x="829" y="441"/>
                  </a:lnTo>
                  <a:lnTo>
                    <a:pt x="829" y="441"/>
                  </a:lnTo>
                  <a:lnTo>
                    <a:pt x="829" y="442"/>
                  </a:lnTo>
                  <a:lnTo>
                    <a:pt x="830" y="442"/>
                  </a:lnTo>
                  <a:lnTo>
                    <a:pt x="830" y="443"/>
                  </a:lnTo>
                  <a:lnTo>
                    <a:pt x="830" y="443"/>
                  </a:lnTo>
                  <a:lnTo>
                    <a:pt x="830" y="443"/>
                  </a:lnTo>
                  <a:lnTo>
                    <a:pt x="831" y="443"/>
                  </a:lnTo>
                  <a:lnTo>
                    <a:pt x="831" y="443"/>
                  </a:lnTo>
                  <a:lnTo>
                    <a:pt x="831" y="443"/>
                  </a:lnTo>
                  <a:lnTo>
                    <a:pt x="832" y="443"/>
                  </a:lnTo>
                  <a:lnTo>
                    <a:pt x="832" y="444"/>
                  </a:lnTo>
                  <a:lnTo>
                    <a:pt x="832" y="444"/>
                  </a:lnTo>
                  <a:lnTo>
                    <a:pt x="832" y="444"/>
                  </a:lnTo>
                  <a:lnTo>
                    <a:pt x="833" y="444"/>
                  </a:lnTo>
                  <a:lnTo>
                    <a:pt x="833" y="445"/>
                  </a:lnTo>
                  <a:lnTo>
                    <a:pt x="833" y="445"/>
                  </a:lnTo>
                  <a:lnTo>
                    <a:pt x="833" y="445"/>
                  </a:lnTo>
                  <a:lnTo>
                    <a:pt x="834" y="445"/>
                  </a:lnTo>
                  <a:lnTo>
                    <a:pt x="834" y="446"/>
                  </a:lnTo>
                  <a:lnTo>
                    <a:pt x="835" y="446"/>
                  </a:lnTo>
                  <a:lnTo>
                    <a:pt x="835" y="446"/>
                  </a:lnTo>
                  <a:lnTo>
                    <a:pt x="835" y="446"/>
                  </a:lnTo>
                  <a:lnTo>
                    <a:pt x="835" y="447"/>
                  </a:lnTo>
                  <a:lnTo>
                    <a:pt x="836" y="447"/>
                  </a:lnTo>
                  <a:lnTo>
                    <a:pt x="836" y="447"/>
                  </a:lnTo>
                  <a:lnTo>
                    <a:pt x="836" y="447"/>
                  </a:lnTo>
                  <a:lnTo>
                    <a:pt x="836" y="447"/>
                  </a:lnTo>
                  <a:lnTo>
                    <a:pt x="837" y="448"/>
                  </a:lnTo>
                  <a:lnTo>
                    <a:pt x="837" y="448"/>
                  </a:lnTo>
                  <a:lnTo>
                    <a:pt x="837" y="448"/>
                  </a:lnTo>
                  <a:lnTo>
                    <a:pt x="838" y="449"/>
                  </a:lnTo>
                  <a:lnTo>
                    <a:pt x="838" y="449"/>
                  </a:lnTo>
                  <a:lnTo>
                    <a:pt x="838" y="450"/>
                  </a:lnTo>
                  <a:lnTo>
                    <a:pt x="839" y="450"/>
                  </a:lnTo>
                  <a:lnTo>
                    <a:pt x="839" y="450"/>
                  </a:lnTo>
                  <a:lnTo>
                    <a:pt x="839" y="450"/>
                  </a:lnTo>
                  <a:lnTo>
                    <a:pt x="839" y="451"/>
                  </a:lnTo>
                  <a:lnTo>
                    <a:pt x="840" y="451"/>
                  </a:lnTo>
                  <a:lnTo>
                    <a:pt x="840" y="452"/>
                  </a:lnTo>
                  <a:lnTo>
                    <a:pt x="840" y="452"/>
                  </a:lnTo>
                  <a:lnTo>
                    <a:pt x="841" y="452"/>
                  </a:lnTo>
                  <a:lnTo>
                    <a:pt x="841" y="452"/>
                  </a:lnTo>
                  <a:lnTo>
                    <a:pt x="841" y="453"/>
                  </a:lnTo>
                  <a:lnTo>
                    <a:pt x="841" y="453"/>
                  </a:lnTo>
                  <a:lnTo>
                    <a:pt x="842" y="453"/>
                  </a:lnTo>
                  <a:lnTo>
                    <a:pt x="842" y="454"/>
                  </a:lnTo>
                  <a:lnTo>
                    <a:pt x="842" y="454"/>
                  </a:lnTo>
                  <a:lnTo>
                    <a:pt x="842" y="454"/>
                  </a:lnTo>
                  <a:lnTo>
                    <a:pt x="843" y="455"/>
                  </a:lnTo>
                  <a:lnTo>
                    <a:pt x="843" y="455"/>
                  </a:lnTo>
                  <a:lnTo>
                    <a:pt x="844" y="455"/>
                  </a:lnTo>
                  <a:lnTo>
                    <a:pt x="844" y="455"/>
                  </a:lnTo>
                  <a:lnTo>
                    <a:pt x="844" y="455"/>
                  </a:lnTo>
                  <a:lnTo>
                    <a:pt x="844" y="455"/>
                  </a:lnTo>
                  <a:lnTo>
                    <a:pt x="845" y="456"/>
                  </a:lnTo>
                  <a:lnTo>
                    <a:pt x="845" y="456"/>
                  </a:lnTo>
                  <a:lnTo>
                    <a:pt x="845" y="456"/>
                  </a:lnTo>
                  <a:lnTo>
                    <a:pt x="845" y="456"/>
                  </a:lnTo>
                  <a:lnTo>
                    <a:pt x="846" y="456"/>
                  </a:lnTo>
                  <a:lnTo>
                    <a:pt x="846" y="456"/>
                  </a:lnTo>
                  <a:lnTo>
                    <a:pt x="846" y="456"/>
                  </a:lnTo>
                  <a:lnTo>
                    <a:pt x="847" y="456"/>
                  </a:lnTo>
                  <a:lnTo>
                    <a:pt x="847" y="456"/>
                  </a:lnTo>
                  <a:lnTo>
                    <a:pt x="847" y="456"/>
                  </a:lnTo>
                  <a:lnTo>
                    <a:pt x="847" y="456"/>
                  </a:lnTo>
                  <a:lnTo>
                    <a:pt x="848" y="456"/>
                  </a:lnTo>
                  <a:lnTo>
                    <a:pt x="848" y="456"/>
                  </a:lnTo>
                  <a:lnTo>
                    <a:pt x="848" y="456"/>
                  </a:lnTo>
                  <a:lnTo>
                    <a:pt x="849" y="456"/>
                  </a:lnTo>
                  <a:lnTo>
                    <a:pt x="849" y="457"/>
                  </a:lnTo>
                  <a:lnTo>
                    <a:pt x="849" y="457"/>
                  </a:lnTo>
                  <a:lnTo>
                    <a:pt x="850" y="457"/>
                  </a:lnTo>
                  <a:lnTo>
                    <a:pt x="850" y="457"/>
                  </a:lnTo>
                  <a:lnTo>
                    <a:pt x="850" y="457"/>
                  </a:lnTo>
                  <a:lnTo>
                    <a:pt x="850" y="457"/>
                  </a:lnTo>
                  <a:lnTo>
                    <a:pt x="851" y="457"/>
                  </a:lnTo>
                  <a:lnTo>
                    <a:pt x="851" y="457"/>
                  </a:lnTo>
                  <a:lnTo>
                    <a:pt x="851" y="457"/>
                  </a:lnTo>
                  <a:lnTo>
                    <a:pt x="851" y="457"/>
                  </a:lnTo>
                  <a:lnTo>
                    <a:pt x="852" y="457"/>
                  </a:lnTo>
                  <a:lnTo>
                    <a:pt x="852" y="457"/>
                  </a:lnTo>
                  <a:lnTo>
                    <a:pt x="853" y="457"/>
                  </a:lnTo>
                  <a:lnTo>
                    <a:pt x="853" y="457"/>
                  </a:lnTo>
                  <a:lnTo>
                    <a:pt x="853" y="457"/>
                  </a:lnTo>
                  <a:lnTo>
                    <a:pt x="853" y="457"/>
                  </a:lnTo>
                  <a:lnTo>
                    <a:pt x="854" y="457"/>
                  </a:lnTo>
                  <a:lnTo>
                    <a:pt x="854" y="457"/>
                  </a:lnTo>
                  <a:lnTo>
                    <a:pt x="854" y="457"/>
                  </a:lnTo>
                  <a:lnTo>
                    <a:pt x="854" y="457"/>
                  </a:lnTo>
                  <a:lnTo>
                    <a:pt x="855" y="457"/>
                  </a:lnTo>
                  <a:lnTo>
                    <a:pt x="855" y="457"/>
                  </a:lnTo>
                  <a:lnTo>
                    <a:pt x="855" y="457"/>
                  </a:lnTo>
                  <a:lnTo>
                    <a:pt x="856" y="457"/>
                  </a:lnTo>
                  <a:lnTo>
                    <a:pt x="856" y="457"/>
                  </a:lnTo>
                  <a:lnTo>
                    <a:pt x="856" y="456"/>
                  </a:lnTo>
                  <a:lnTo>
                    <a:pt x="856" y="456"/>
                  </a:lnTo>
                  <a:lnTo>
                    <a:pt x="857" y="456"/>
                  </a:lnTo>
                  <a:lnTo>
                    <a:pt x="857" y="456"/>
                  </a:lnTo>
                  <a:lnTo>
                    <a:pt x="857" y="456"/>
                  </a:lnTo>
                  <a:lnTo>
                    <a:pt x="858" y="456"/>
                  </a:lnTo>
                  <a:lnTo>
                    <a:pt x="858" y="457"/>
                  </a:lnTo>
                  <a:lnTo>
                    <a:pt x="858" y="457"/>
                  </a:lnTo>
                  <a:lnTo>
                    <a:pt x="859" y="457"/>
                  </a:lnTo>
                  <a:lnTo>
                    <a:pt x="859" y="457"/>
                  </a:lnTo>
                  <a:lnTo>
                    <a:pt x="859" y="457"/>
                  </a:lnTo>
                  <a:lnTo>
                    <a:pt x="859" y="457"/>
                  </a:lnTo>
                  <a:lnTo>
                    <a:pt x="860" y="457"/>
                  </a:lnTo>
                  <a:lnTo>
                    <a:pt x="860" y="458"/>
                  </a:lnTo>
                  <a:lnTo>
                    <a:pt x="860" y="458"/>
                  </a:lnTo>
                  <a:lnTo>
                    <a:pt x="860" y="458"/>
                  </a:lnTo>
                  <a:lnTo>
                    <a:pt x="861" y="458"/>
                  </a:lnTo>
                  <a:lnTo>
                    <a:pt x="861" y="458"/>
                  </a:lnTo>
                  <a:lnTo>
                    <a:pt x="862" y="458"/>
                  </a:lnTo>
                  <a:lnTo>
                    <a:pt x="862" y="458"/>
                  </a:lnTo>
                  <a:lnTo>
                    <a:pt x="862" y="458"/>
                  </a:lnTo>
                  <a:lnTo>
                    <a:pt x="862" y="458"/>
                  </a:lnTo>
                  <a:lnTo>
                    <a:pt x="863" y="458"/>
                  </a:lnTo>
                  <a:lnTo>
                    <a:pt x="863" y="458"/>
                  </a:lnTo>
                  <a:lnTo>
                    <a:pt x="863" y="458"/>
                  </a:lnTo>
                  <a:lnTo>
                    <a:pt x="863" y="458"/>
                  </a:lnTo>
                  <a:lnTo>
                    <a:pt x="864" y="458"/>
                  </a:lnTo>
                  <a:lnTo>
                    <a:pt x="864" y="458"/>
                  </a:lnTo>
                  <a:lnTo>
                    <a:pt x="864" y="458"/>
                  </a:lnTo>
                  <a:lnTo>
                    <a:pt x="865" y="459"/>
                  </a:lnTo>
                  <a:lnTo>
                    <a:pt x="865" y="459"/>
                  </a:lnTo>
                  <a:lnTo>
                    <a:pt x="865" y="459"/>
                  </a:lnTo>
                  <a:lnTo>
                    <a:pt x="865" y="459"/>
                  </a:lnTo>
                  <a:lnTo>
                    <a:pt x="866" y="459"/>
                  </a:lnTo>
                  <a:lnTo>
                    <a:pt x="866" y="459"/>
                  </a:lnTo>
                  <a:lnTo>
                    <a:pt x="866" y="459"/>
                  </a:lnTo>
                  <a:lnTo>
                    <a:pt x="866" y="459"/>
                  </a:lnTo>
                  <a:lnTo>
                    <a:pt x="867" y="459"/>
                  </a:lnTo>
                  <a:lnTo>
                    <a:pt x="867" y="459"/>
                  </a:lnTo>
                  <a:lnTo>
                    <a:pt x="868" y="459"/>
                  </a:lnTo>
                  <a:lnTo>
                    <a:pt x="868" y="459"/>
                  </a:lnTo>
                  <a:lnTo>
                    <a:pt x="868" y="460"/>
                  </a:lnTo>
                  <a:lnTo>
                    <a:pt x="868" y="460"/>
                  </a:lnTo>
                  <a:lnTo>
                    <a:pt x="869" y="460"/>
                  </a:lnTo>
                  <a:lnTo>
                    <a:pt x="869" y="460"/>
                  </a:lnTo>
                  <a:lnTo>
                    <a:pt x="869" y="460"/>
                  </a:lnTo>
                  <a:lnTo>
                    <a:pt x="870" y="460"/>
                  </a:lnTo>
                  <a:lnTo>
                    <a:pt x="870" y="460"/>
                  </a:lnTo>
                  <a:lnTo>
                    <a:pt x="870" y="460"/>
                  </a:lnTo>
                  <a:lnTo>
                    <a:pt x="870" y="459"/>
                  </a:lnTo>
                  <a:lnTo>
                    <a:pt x="871" y="459"/>
                  </a:lnTo>
                  <a:lnTo>
                    <a:pt x="871" y="459"/>
                  </a:lnTo>
                  <a:lnTo>
                    <a:pt x="871" y="459"/>
                  </a:lnTo>
                  <a:lnTo>
                    <a:pt x="872" y="459"/>
                  </a:lnTo>
                  <a:lnTo>
                    <a:pt x="872" y="459"/>
                  </a:lnTo>
                  <a:lnTo>
                    <a:pt x="872" y="459"/>
                  </a:lnTo>
                  <a:lnTo>
                    <a:pt x="873" y="459"/>
                  </a:lnTo>
                  <a:lnTo>
                    <a:pt x="873" y="459"/>
                  </a:lnTo>
                  <a:lnTo>
                    <a:pt x="873" y="459"/>
                  </a:lnTo>
                  <a:lnTo>
                    <a:pt x="873" y="459"/>
                  </a:lnTo>
                  <a:lnTo>
                    <a:pt x="874" y="459"/>
                  </a:lnTo>
                  <a:lnTo>
                    <a:pt x="874" y="459"/>
                  </a:lnTo>
                  <a:lnTo>
                    <a:pt x="874" y="459"/>
                  </a:lnTo>
                  <a:lnTo>
                    <a:pt x="874" y="459"/>
                  </a:lnTo>
                  <a:lnTo>
                    <a:pt x="875" y="460"/>
                  </a:lnTo>
                  <a:lnTo>
                    <a:pt x="875" y="460"/>
                  </a:lnTo>
                  <a:lnTo>
                    <a:pt x="876" y="460"/>
                  </a:lnTo>
                  <a:lnTo>
                    <a:pt x="876" y="460"/>
                  </a:lnTo>
                  <a:lnTo>
                    <a:pt x="876" y="460"/>
                  </a:lnTo>
                  <a:lnTo>
                    <a:pt x="876" y="460"/>
                  </a:lnTo>
                  <a:lnTo>
                    <a:pt x="877" y="460"/>
                  </a:lnTo>
                  <a:lnTo>
                    <a:pt x="877" y="460"/>
                  </a:lnTo>
                  <a:lnTo>
                    <a:pt x="877" y="460"/>
                  </a:lnTo>
                  <a:lnTo>
                    <a:pt x="877" y="460"/>
                  </a:lnTo>
                  <a:lnTo>
                    <a:pt x="878" y="460"/>
                  </a:lnTo>
                  <a:lnTo>
                    <a:pt x="878" y="460"/>
                  </a:lnTo>
                  <a:lnTo>
                    <a:pt x="878" y="460"/>
                  </a:lnTo>
                  <a:lnTo>
                    <a:pt x="879" y="460"/>
                  </a:lnTo>
                  <a:lnTo>
                    <a:pt x="879" y="460"/>
                  </a:lnTo>
                  <a:lnTo>
                    <a:pt x="879" y="460"/>
                  </a:lnTo>
                  <a:lnTo>
                    <a:pt x="879" y="460"/>
                  </a:lnTo>
                  <a:lnTo>
                    <a:pt x="880" y="460"/>
                  </a:lnTo>
                  <a:lnTo>
                    <a:pt x="880" y="460"/>
                  </a:lnTo>
                  <a:lnTo>
                    <a:pt x="880" y="460"/>
                  </a:lnTo>
                  <a:lnTo>
                    <a:pt x="880" y="460"/>
                  </a:lnTo>
                  <a:lnTo>
                    <a:pt x="881" y="460"/>
                  </a:lnTo>
                  <a:lnTo>
                    <a:pt x="881" y="460"/>
                  </a:lnTo>
                  <a:lnTo>
                    <a:pt x="882" y="460"/>
                  </a:lnTo>
                  <a:lnTo>
                    <a:pt x="882" y="460"/>
                  </a:lnTo>
                  <a:lnTo>
                    <a:pt x="882" y="460"/>
                  </a:lnTo>
                  <a:lnTo>
                    <a:pt x="882" y="460"/>
                  </a:lnTo>
                  <a:lnTo>
                    <a:pt x="883" y="460"/>
                  </a:lnTo>
                  <a:lnTo>
                    <a:pt x="883" y="460"/>
                  </a:lnTo>
                  <a:lnTo>
                    <a:pt x="883" y="460"/>
                  </a:lnTo>
                  <a:lnTo>
                    <a:pt x="883" y="461"/>
                  </a:lnTo>
                  <a:lnTo>
                    <a:pt x="884" y="461"/>
                  </a:lnTo>
                  <a:lnTo>
                    <a:pt x="884" y="461"/>
                  </a:lnTo>
                  <a:lnTo>
                    <a:pt x="884" y="461"/>
                  </a:lnTo>
                  <a:lnTo>
                    <a:pt x="885" y="461"/>
                  </a:lnTo>
                  <a:lnTo>
                    <a:pt x="885" y="461"/>
                  </a:lnTo>
                  <a:lnTo>
                    <a:pt x="885" y="461"/>
                  </a:lnTo>
                  <a:lnTo>
                    <a:pt x="886" y="461"/>
                  </a:lnTo>
                  <a:lnTo>
                    <a:pt x="886" y="461"/>
                  </a:lnTo>
                  <a:lnTo>
                    <a:pt x="886" y="461"/>
                  </a:lnTo>
                  <a:lnTo>
                    <a:pt x="886" y="461"/>
                  </a:lnTo>
                  <a:lnTo>
                    <a:pt x="887" y="461"/>
                  </a:lnTo>
                  <a:lnTo>
                    <a:pt x="887" y="461"/>
                  </a:lnTo>
                  <a:lnTo>
                    <a:pt x="887" y="461"/>
                  </a:lnTo>
                  <a:lnTo>
                    <a:pt x="888" y="461"/>
                  </a:lnTo>
                  <a:lnTo>
                    <a:pt x="888" y="461"/>
                  </a:lnTo>
                  <a:lnTo>
                    <a:pt x="888" y="461"/>
                  </a:lnTo>
                  <a:lnTo>
                    <a:pt x="888" y="461"/>
                  </a:lnTo>
                  <a:lnTo>
                    <a:pt x="889" y="461"/>
                  </a:lnTo>
                  <a:lnTo>
                    <a:pt x="889" y="461"/>
                  </a:lnTo>
                  <a:lnTo>
                    <a:pt x="889" y="461"/>
                  </a:lnTo>
                  <a:lnTo>
                    <a:pt x="889" y="461"/>
                  </a:lnTo>
                  <a:lnTo>
                    <a:pt x="890" y="461"/>
                  </a:lnTo>
                  <a:lnTo>
                    <a:pt x="890" y="461"/>
                  </a:lnTo>
                  <a:lnTo>
                    <a:pt x="891" y="461"/>
                  </a:lnTo>
                  <a:lnTo>
                    <a:pt x="891" y="461"/>
                  </a:lnTo>
                  <a:lnTo>
                    <a:pt x="891" y="461"/>
                  </a:lnTo>
                  <a:lnTo>
                    <a:pt x="891" y="461"/>
                  </a:lnTo>
                  <a:lnTo>
                    <a:pt x="892" y="461"/>
                  </a:lnTo>
                  <a:lnTo>
                    <a:pt x="892" y="461"/>
                  </a:lnTo>
                  <a:lnTo>
                    <a:pt x="892" y="461"/>
                  </a:lnTo>
                  <a:lnTo>
                    <a:pt x="892" y="461"/>
                  </a:lnTo>
                  <a:lnTo>
                    <a:pt x="893" y="461"/>
                  </a:lnTo>
                  <a:lnTo>
                    <a:pt x="893" y="461"/>
                  </a:lnTo>
                  <a:lnTo>
                    <a:pt x="893" y="460"/>
                  </a:lnTo>
                  <a:lnTo>
                    <a:pt x="894" y="460"/>
                  </a:lnTo>
                  <a:lnTo>
                    <a:pt x="894" y="460"/>
                  </a:lnTo>
                  <a:lnTo>
                    <a:pt x="894" y="460"/>
                  </a:lnTo>
                  <a:lnTo>
                    <a:pt x="894" y="460"/>
                  </a:lnTo>
                  <a:lnTo>
                    <a:pt x="895" y="459"/>
                  </a:lnTo>
                  <a:lnTo>
                    <a:pt x="895" y="459"/>
                  </a:lnTo>
                  <a:lnTo>
                    <a:pt x="895" y="459"/>
                  </a:lnTo>
                  <a:lnTo>
                    <a:pt x="896" y="459"/>
                  </a:lnTo>
                  <a:lnTo>
                    <a:pt x="896" y="459"/>
                  </a:lnTo>
                  <a:lnTo>
                    <a:pt x="896" y="459"/>
                  </a:lnTo>
                  <a:lnTo>
                    <a:pt x="897" y="458"/>
                  </a:lnTo>
                  <a:lnTo>
                    <a:pt x="897" y="458"/>
                  </a:lnTo>
                  <a:lnTo>
                    <a:pt x="897" y="458"/>
                  </a:lnTo>
                  <a:lnTo>
                    <a:pt x="897" y="458"/>
                  </a:lnTo>
                  <a:lnTo>
                    <a:pt x="898" y="458"/>
                  </a:lnTo>
                  <a:lnTo>
                    <a:pt x="898" y="458"/>
                  </a:lnTo>
                  <a:lnTo>
                    <a:pt x="898" y="458"/>
                  </a:lnTo>
                  <a:lnTo>
                    <a:pt x="898" y="458"/>
                  </a:lnTo>
                  <a:lnTo>
                    <a:pt x="899" y="458"/>
                  </a:lnTo>
                  <a:lnTo>
                    <a:pt x="899" y="458"/>
                  </a:lnTo>
                  <a:lnTo>
                    <a:pt x="900" y="458"/>
                  </a:lnTo>
                  <a:lnTo>
                    <a:pt x="900" y="457"/>
                  </a:lnTo>
                  <a:lnTo>
                    <a:pt x="900" y="457"/>
                  </a:lnTo>
                  <a:lnTo>
                    <a:pt x="900" y="457"/>
                  </a:lnTo>
                  <a:lnTo>
                    <a:pt x="901" y="457"/>
                  </a:lnTo>
                  <a:lnTo>
                    <a:pt x="901" y="457"/>
                  </a:lnTo>
                  <a:lnTo>
                    <a:pt x="901" y="457"/>
                  </a:lnTo>
                  <a:lnTo>
                    <a:pt x="901" y="456"/>
                  </a:lnTo>
                  <a:lnTo>
                    <a:pt x="902" y="456"/>
                  </a:lnTo>
                  <a:lnTo>
                    <a:pt x="902" y="456"/>
                  </a:lnTo>
                  <a:lnTo>
                    <a:pt x="902" y="456"/>
                  </a:lnTo>
                  <a:lnTo>
                    <a:pt x="903" y="456"/>
                  </a:lnTo>
                  <a:lnTo>
                    <a:pt x="903" y="456"/>
                  </a:lnTo>
                  <a:lnTo>
                    <a:pt x="903" y="456"/>
                  </a:lnTo>
                  <a:lnTo>
                    <a:pt x="903" y="456"/>
                  </a:lnTo>
                  <a:lnTo>
                    <a:pt x="904" y="456"/>
                  </a:lnTo>
                  <a:lnTo>
                    <a:pt x="904" y="456"/>
                  </a:lnTo>
                  <a:lnTo>
                    <a:pt x="904" y="456"/>
                  </a:lnTo>
                  <a:lnTo>
                    <a:pt x="904" y="456"/>
                  </a:lnTo>
                  <a:lnTo>
                    <a:pt x="905" y="456"/>
                  </a:lnTo>
                  <a:lnTo>
                    <a:pt x="905" y="456"/>
                  </a:lnTo>
                  <a:lnTo>
                    <a:pt x="906" y="456"/>
                  </a:lnTo>
                  <a:lnTo>
                    <a:pt x="906" y="456"/>
                  </a:lnTo>
                  <a:lnTo>
                    <a:pt x="906" y="456"/>
                  </a:lnTo>
                  <a:lnTo>
                    <a:pt x="906" y="456"/>
                  </a:lnTo>
                  <a:lnTo>
                    <a:pt x="907" y="456"/>
                  </a:lnTo>
                  <a:lnTo>
                    <a:pt x="907" y="456"/>
                  </a:lnTo>
                  <a:lnTo>
                    <a:pt x="907" y="456"/>
                  </a:lnTo>
                  <a:lnTo>
                    <a:pt x="907" y="455"/>
                  </a:lnTo>
                  <a:lnTo>
                    <a:pt x="908" y="456"/>
                  </a:lnTo>
                  <a:lnTo>
                    <a:pt x="908" y="455"/>
                  </a:lnTo>
                  <a:lnTo>
                    <a:pt x="909" y="455"/>
                  </a:lnTo>
                  <a:lnTo>
                    <a:pt x="909" y="455"/>
                  </a:lnTo>
                  <a:lnTo>
                    <a:pt x="909" y="455"/>
                  </a:lnTo>
                  <a:lnTo>
                    <a:pt x="909" y="455"/>
                  </a:lnTo>
                  <a:lnTo>
                    <a:pt x="910" y="455"/>
                  </a:lnTo>
                  <a:lnTo>
                    <a:pt x="910" y="456"/>
                  </a:lnTo>
                  <a:lnTo>
                    <a:pt x="910" y="456"/>
                  </a:lnTo>
                  <a:lnTo>
                    <a:pt x="910" y="456"/>
                  </a:lnTo>
                  <a:lnTo>
                    <a:pt x="911" y="456"/>
                  </a:lnTo>
                  <a:lnTo>
                    <a:pt x="911" y="456"/>
                  </a:lnTo>
                  <a:lnTo>
                    <a:pt x="911" y="455"/>
                  </a:lnTo>
                  <a:lnTo>
                    <a:pt x="912" y="455"/>
                  </a:lnTo>
                  <a:lnTo>
                    <a:pt x="912" y="455"/>
                  </a:lnTo>
                  <a:lnTo>
                    <a:pt x="912" y="455"/>
                  </a:lnTo>
                  <a:lnTo>
                    <a:pt x="912" y="456"/>
                  </a:lnTo>
                  <a:lnTo>
                    <a:pt x="913" y="456"/>
                  </a:lnTo>
                  <a:lnTo>
                    <a:pt x="913" y="456"/>
                  </a:lnTo>
                  <a:lnTo>
                    <a:pt x="913" y="455"/>
                  </a:lnTo>
                  <a:lnTo>
                    <a:pt x="913" y="455"/>
                  </a:lnTo>
                  <a:lnTo>
                    <a:pt x="914" y="455"/>
                  </a:lnTo>
                  <a:lnTo>
                    <a:pt x="914" y="455"/>
                  </a:lnTo>
                  <a:lnTo>
                    <a:pt x="915" y="455"/>
                  </a:lnTo>
                  <a:lnTo>
                    <a:pt x="915" y="455"/>
                  </a:lnTo>
                  <a:lnTo>
                    <a:pt x="915" y="455"/>
                  </a:lnTo>
                  <a:lnTo>
                    <a:pt x="915" y="455"/>
                  </a:lnTo>
                  <a:lnTo>
                    <a:pt x="916" y="456"/>
                  </a:lnTo>
                  <a:lnTo>
                    <a:pt x="916" y="456"/>
                  </a:lnTo>
                  <a:lnTo>
                    <a:pt x="916" y="456"/>
                  </a:lnTo>
                  <a:lnTo>
                    <a:pt x="916" y="456"/>
                  </a:lnTo>
                  <a:lnTo>
                    <a:pt x="917" y="456"/>
                  </a:lnTo>
                  <a:lnTo>
                    <a:pt x="917" y="456"/>
                  </a:lnTo>
                  <a:lnTo>
                    <a:pt x="917" y="456"/>
                  </a:lnTo>
                  <a:lnTo>
                    <a:pt x="918" y="456"/>
                  </a:lnTo>
                  <a:lnTo>
                    <a:pt x="918" y="456"/>
                  </a:lnTo>
                  <a:lnTo>
                    <a:pt x="918" y="456"/>
                  </a:lnTo>
                  <a:lnTo>
                    <a:pt x="919" y="456"/>
                  </a:lnTo>
                  <a:lnTo>
                    <a:pt x="919" y="456"/>
                  </a:lnTo>
                  <a:lnTo>
                    <a:pt x="919" y="456"/>
                  </a:lnTo>
                  <a:lnTo>
                    <a:pt x="919" y="456"/>
                  </a:lnTo>
                  <a:lnTo>
                    <a:pt x="920" y="456"/>
                  </a:lnTo>
                  <a:lnTo>
                    <a:pt x="920" y="456"/>
                  </a:lnTo>
                  <a:lnTo>
                    <a:pt x="920" y="456"/>
                  </a:lnTo>
                  <a:lnTo>
                    <a:pt x="921" y="456"/>
                  </a:lnTo>
                  <a:lnTo>
                    <a:pt x="921" y="456"/>
                  </a:lnTo>
                  <a:lnTo>
                    <a:pt x="921" y="456"/>
                  </a:lnTo>
                  <a:lnTo>
                    <a:pt x="921" y="456"/>
                  </a:lnTo>
                  <a:lnTo>
                    <a:pt x="922" y="456"/>
                  </a:lnTo>
                  <a:lnTo>
                    <a:pt x="922" y="456"/>
                  </a:lnTo>
                  <a:lnTo>
                    <a:pt x="922" y="456"/>
                  </a:lnTo>
                  <a:lnTo>
                    <a:pt x="922" y="456"/>
                  </a:lnTo>
                  <a:lnTo>
                    <a:pt x="923" y="456"/>
                  </a:lnTo>
                  <a:lnTo>
                    <a:pt x="923" y="456"/>
                  </a:lnTo>
                  <a:lnTo>
                    <a:pt x="924" y="456"/>
                  </a:lnTo>
                  <a:lnTo>
                    <a:pt x="924" y="456"/>
                  </a:lnTo>
                  <a:lnTo>
                    <a:pt x="924" y="456"/>
                  </a:lnTo>
                  <a:lnTo>
                    <a:pt x="924" y="456"/>
                  </a:lnTo>
                  <a:lnTo>
                    <a:pt x="925" y="456"/>
                  </a:lnTo>
                  <a:lnTo>
                    <a:pt x="925" y="456"/>
                  </a:lnTo>
                  <a:lnTo>
                    <a:pt x="925" y="456"/>
                  </a:lnTo>
                  <a:lnTo>
                    <a:pt x="925" y="456"/>
                  </a:lnTo>
                  <a:lnTo>
                    <a:pt x="926" y="456"/>
                  </a:lnTo>
                  <a:lnTo>
                    <a:pt x="926" y="456"/>
                  </a:lnTo>
                  <a:lnTo>
                    <a:pt x="926" y="456"/>
                  </a:lnTo>
                  <a:lnTo>
                    <a:pt x="927" y="456"/>
                  </a:lnTo>
                  <a:lnTo>
                    <a:pt x="927" y="456"/>
                  </a:lnTo>
                  <a:lnTo>
                    <a:pt x="927" y="456"/>
                  </a:lnTo>
                  <a:lnTo>
                    <a:pt x="927" y="456"/>
                  </a:lnTo>
                  <a:lnTo>
                    <a:pt x="928" y="456"/>
                  </a:lnTo>
                  <a:lnTo>
                    <a:pt x="928" y="456"/>
                  </a:lnTo>
                  <a:lnTo>
                    <a:pt x="928" y="456"/>
                  </a:lnTo>
                  <a:lnTo>
                    <a:pt x="929" y="456"/>
                  </a:lnTo>
                  <a:lnTo>
                    <a:pt x="929" y="455"/>
                  </a:lnTo>
                  <a:lnTo>
                    <a:pt x="929" y="455"/>
                  </a:lnTo>
                  <a:lnTo>
                    <a:pt x="930" y="455"/>
                  </a:lnTo>
                  <a:lnTo>
                    <a:pt x="930" y="455"/>
                  </a:lnTo>
                  <a:lnTo>
                    <a:pt x="930" y="455"/>
                  </a:lnTo>
                  <a:lnTo>
                    <a:pt x="930" y="455"/>
                  </a:lnTo>
                  <a:lnTo>
                    <a:pt x="931" y="455"/>
                  </a:lnTo>
                  <a:lnTo>
                    <a:pt x="931" y="454"/>
                  </a:lnTo>
                  <a:lnTo>
                    <a:pt x="931" y="454"/>
                  </a:lnTo>
                  <a:lnTo>
                    <a:pt x="931" y="454"/>
                  </a:lnTo>
                  <a:lnTo>
                    <a:pt x="932" y="454"/>
                  </a:lnTo>
                  <a:lnTo>
                    <a:pt x="932" y="454"/>
                  </a:lnTo>
                  <a:lnTo>
                    <a:pt x="933" y="454"/>
                  </a:lnTo>
                  <a:lnTo>
                    <a:pt x="933" y="454"/>
                  </a:lnTo>
                  <a:lnTo>
                    <a:pt x="933" y="454"/>
                  </a:lnTo>
                  <a:lnTo>
                    <a:pt x="933" y="454"/>
                  </a:lnTo>
                  <a:lnTo>
                    <a:pt x="934" y="454"/>
                  </a:lnTo>
                  <a:lnTo>
                    <a:pt x="934" y="454"/>
                  </a:lnTo>
                  <a:lnTo>
                    <a:pt x="934" y="454"/>
                  </a:lnTo>
                  <a:lnTo>
                    <a:pt x="934" y="454"/>
                  </a:lnTo>
                  <a:lnTo>
                    <a:pt x="935" y="454"/>
                  </a:lnTo>
                  <a:lnTo>
                    <a:pt x="935" y="454"/>
                  </a:lnTo>
                  <a:lnTo>
                    <a:pt x="935" y="454"/>
                  </a:lnTo>
                  <a:lnTo>
                    <a:pt x="936" y="454"/>
                  </a:lnTo>
                  <a:lnTo>
                    <a:pt x="936" y="454"/>
                  </a:lnTo>
                  <a:lnTo>
                    <a:pt x="936" y="454"/>
                  </a:lnTo>
                  <a:lnTo>
                    <a:pt x="936" y="454"/>
                  </a:lnTo>
                  <a:lnTo>
                    <a:pt x="937" y="454"/>
                  </a:lnTo>
                  <a:lnTo>
                    <a:pt x="937" y="454"/>
                  </a:lnTo>
                  <a:lnTo>
                    <a:pt x="937" y="454"/>
                  </a:lnTo>
                  <a:lnTo>
                    <a:pt x="937" y="454"/>
                  </a:lnTo>
                  <a:lnTo>
                    <a:pt x="938" y="454"/>
                  </a:lnTo>
                  <a:lnTo>
                    <a:pt x="938" y="453"/>
                  </a:lnTo>
                  <a:lnTo>
                    <a:pt x="939" y="453"/>
                  </a:lnTo>
                  <a:lnTo>
                    <a:pt x="939" y="453"/>
                  </a:lnTo>
                  <a:lnTo>
                    <a:pt x="939" y="453"/>
                  </a:lnTo>
                  <a:lnTo>
                    <a:pt x="939" y="453"/>
                  </a:lnTo>
                  <a:lnTo>
                    <a:pt x="940" y="453"/>
                  </a:lnTo>
                  <a:lnTo>
                    <a:pt x="940" y="453"/>
                  </a:lnTo>
                  <a:lnTo>
                    <a:pt x="940" y="453"/>
                  </a:lnTo>
                  <a:lnTo>
                    <a:pt x="941" y="453"/>
                  </a:lnTo>
                  <a:lnTo>
                    <a:pt x="941" y="453"/>
                  </a:lnTo>
                  <a:lnTo>
                    <a:pt x="941" y="453"/>
                  </a:lnTo>
                  <a:lnTo>
                    <a:pt x="941" y="452"/>
                  </a:lnTo>
                  <a:lnTo>
                    <a:pt x="942" y="452"/>
                  </a:lnTo>
                  <a:lnTo>
                    <a:pt x="942" y="452"/>
                  </a:lnTo>
                  <a:lnTo>
                    <a:pt x="942" y="452"/>
                  </a:lnTo>
                  <a:lnTo>
                    <a:pt x="943" y="452"/>
                  </a:lnTo>
                  <a:lnTo>
                    <a:pt x="943" y="452"/>
                  </a:lnTo>
                  <a:lnTo>
                    <a:pt x="943" y="452"/>
                  </a:lnTo>
                  <a:lnTo>
                    <a:pt x="944" y="452"/>
                  </a:lnTo>
                  <a:lnTo>
                    <a:pt x="944" y="452"/>
                  </a:lnTo>
                  <a:lnTo>
                    <a:pt x="944" y="452"/>
                  </a:lnTo>
                  <a:lnTo>
                    <a:pt x="944" y="452"/>
                  </a:lnTo>
                  <a:lnTo>
                    <a:pt x="945" y="452"/>
                  </a:lnTo>
                  <a:lnTo>
                    <a:pt x="945" y="452"/>
                  </a:lnTo>
                  <a:lnTo>
                    <a:pt x="945" y="452"/>
                  </a:lnTo>
                  <a:lnTo>
                    <a:pt x="945" y="452"/>
                  </a:lnTo>
                  <a:lnTo>
                    <a:pt x="946" y="452"/>
                  </a:lnTo>
                  <a:lnTo>
                    <a:pt x="946" y="452"/>
                  </a:lnTo>
                  <a:lnTo>
                    <a:pt x="947" y="452"/>
                  </a:lnTo>
                  <a:lnTo>
                    <a:pt x="947" y="452"/>
                  </a:lnTo>
                  <a:lnTo>
                    <a:pt x="947" y="452"/>
                  </a:lnTo>
                  <a:lnTo>
                    <a:pt x="947" y="452"/>
                  </a:lnTo>
                  <a:lnTo>
                    <a:pt x="948" y="452"/>
                  </a:lnTo>
                  <a:lnTo>
                    <a:pt x="948" y="452"/>
                  </a:lnTo>
                  <a:lnTo>
                    <a:pt x="948" y="452"/>
                  </a:lnTo>
                  <a:lnTo>
                    <a:pt x="948" y="452"/>
                  </a:lnTo>
                  <a:lnTo>
                    <a:pt x="949" y="452"/>
                  </a:lnTo>
                  <a:lnTo>
                    <a:pt x="949" y="452"/>
                  </a:lnTo>
                  <a:lnTo>
                    <a:pt x="949" y="452"/>
                  </a:lnTo>
                  <a:lnTo>
                    <a:pt x="950" y="452"/>
                  </a:lnTo>
                  <a:lnTo>
                    <a:pt x="950" y="452"/>
                  </a:lnTo>
                  <a:lnTo>
                    <a:pt x="950" y="452"/>
                  </a:lnTo>
                  <a:lnTo>
                    <a:pt x="950" y="452"/>
                  </a:lnTo>
                  <a:lnTo>
                    <a:pt x="951" y="452"/>
                  </a:lnTo>
                  <a:lnTo>
                    <a:pt x="951" y="452"/>
                  </a:lnTo>
                  <a:lnTo>
                    <a:pt x="951" y="452"/>
                  </a:lnTo>
                  <a:lnTo>
                    <a:pt x="951" y="452"/>
                  </a:lnTo>
                  <a:lnTo>
                    <a:pt x="952" y="452"/>
                  </a:lnTo>
                  <a:lnTo>
                    <a:pt x="952" y="452"/>
                  </a:lnTo>
                  <a:lnTo>
                    <a:pt x="953" y="452"/>
                  </a:lnTo>
                  <a:lnTo>
                    <a:pt x="953" y="452"/>
                  </a:lnTo>
                  <a:lnTo>
                    <a:pt x="953" y="452"/>
                  </a:lnTo>
                  <a:lnTo>
                    <a:pt x="953" y="452"/>
                  </a:lnTo>
                  <a:lnTo>
                    <a:pt x="954" y="452"/>
                  </a:lnTo>
                  <a:lnTo>
                    <a:pt x="954" y="452"/>
                  </a:lnTo>
                  <a:lnTo>
                    <a:pt x="954" y="452"/>
                  </a:lnTo>
                  <a:lnTo>
                    <a:pt x="954" y="452"/>
                  </a:lnTo>
                  <a:lnTo>
                    <a:pt x="955" y="452"/>
                  </a:lnTo>
                  <a:lnTo>
                    <a:pt x="955" y="452"/>
                  </a:lnTo>
                  <a:lnTo>
                    <a:pt x="956" y="452"/>
                  </a:lnTo>
                  <a:lnTo>
                    <a:pt x="956" y="452"/>
                  </a:lnTo>
                  <a:lnTo>
                    <a:pt x="956" y="452"/>
                  </a:lnTo>
                  <a:lnTo>
                    <a:pt x="956" y="452"/>
                  </a:lnTo>
                  <a:lnTo>
                    <a:pt x="957" y="452"/>
                  </a:lnTo>
                  <a:lnTo>
                    <a:pt x="957" y="452"/>
                  </a:lnTo>
                  <a:lnTo>
                    <a:pt x="957" y="452"/>
                  </a:lnTo>
                  <a:lnTo>
                    <a:pt x="957" y="452"/>
                  </a:lnTo>
                  <a:lnTo>
                    <a:pt x="958" y="452"/>
                  </a:lnTo>
                  <a:lnTo>
                    <a:pt x="958" y="451"/>
                  </a:lnTo>
                  <a:lnTo>
                    <a:pt x="958" y="451"/>
                  </a:lnTo>
                  <a:lnTo>
                    <a:pt x="959" y="451"/>
                  </a:lnTo>
                  <a:lnTo>
                    <a:pt x="959" y="450"/>
                  </a:lnTo>
                  <a:lnTo>
                    <a:pt x="959" y="450"/>
                  </a:lnTo>
                  <a:lnTo>
                    <a:pt x="959" y="450"/>
                  </a:lnTo>
                  <a:lnTo>
                    <a:pt x="960" y="450"/>
                  </a:lnTo>
                  <a:lnTo>
                    <a:pt x="960" y="450"/>
                  </a:lnTo>
                  <a:lnTo>
                    <a:pt x="960" y="450"/>
                  </a:lnTo>
                  <a:lnTo>
                    <a:pt x="960" y="450"/>
                  </a:lnTo>
                  <a:lnTo>
                    <a:pt x="961" y="450"/>
                  </a:lnTo>
                  <a:lnTo>
                    <a:pt x="961" y="450"/>
                  </a:lnTo>
                  <a:lnTo>
                    <a:pt x="962" y="450"/>
                  </a:lnTo>
                  <a:lnTo>
                    <a:pt x="962" y="450"/>
                  </a:lnTo>
                  <a:lnTo>
                    <a:pt x="962" y="450"/>
                  </a:lnTo>
                  <a:lnTo>
                    <a:pt x="962" y="450"/>
                  </a:lnTo>
                  <a:lnTo>
                    <a:pt x="963" y="450"/>
                  </a:lnTo>
                  <a:lnTo>
                    <a:pt x="963" y="450"/>
                  </a:lnTo>
                  <a:lnTo>
                    <a:pt x="963" y="450"/>
                  </a:lnTo>
                  <a:lnTo>
                    <a:pt x="963" y="450"/>
                  </a:lnTo>
                  <a:lnTo>
                    <a:pt x="964" y="450"/>
                  </a:lnTo>
                  <a:lnTo>
                    <a:pt x="964" y="450"/>
                  </a:lnTo>
                  <a:lnTo>
                    <a:pt x="964" y="450"/>
                  </a:lnTo>
                  <a:lnTo>
                    <a:pt x="965" y="450"/>
                  </a:lnTo>
                  <a:lnTo>
                    <a:pt x="965" y="450"/>
                  </a:lnTo>
                  <a:lnTo>
                    <a:pt x="965" y="450"/>
                  </a:lnTo>
                  <a:lnTo>
                    <a:pt x="966" y="450"/>
                  </a:lnTo>
                  <a:lnTo>
                    <a:pt x="966" y="450"/>
                  </a:lnTo>
                  <a:lnTo>
                    <a:pt x="966" y="450"/>
                  </a:lnTo>
                  <a:lnTo>
                    <a:pt x="966" y="450"/>
                  </a:lnTo>
                  <a:lnTo>
                    <a:pt x="967" y="450"/>
                  </a:lnTo>
                  <a:lnTo>
                    <a:pt x="967" y="450"/>
                  </a:lnTo>
                  <a:lnTo>
                    <a:pt x="967" y="450"/>
                  </a:lnTo>
                  <a:lnTo>
                    <a:pt x="968" y="450"/>
                  </a:lnTo>
                  <a:lnTo>
                    <a:pt x="968" y="450"/>
                  </a:lnTo>
                  <a:lnTo>
                    <a:pt x="968" y="450"/>
                  </a:lnTo>
                  <a:lnTo>
                    <a:pt x="968" y="450"/>
                  </a:lnTo>
                  <a:lnTo>
                    <a:pt x="969" y="450"/>
                  </a:lnTo>
                  <a:lnTo>
                    <a:pt x="969" y="450"/>
                  </a:lnTo>
                  <a:lnTo>
                    <a:pt x="969" y="450"/>
                  </a:lnTo>
                  <a:lnTo>
                    <a:pt x="969" y="450"/>
                  </a:lnTo>
                  <a:lnTo>
                    <a:pt x="970" y="450"/>
                  </a:lnTo>
                  <a:lnTo>
                    <a:pt x="970" y="449"/>
                  </a:lnTo>
                  <a:lnTo>
                    <a:pt x="971" y="449"/>
                  </a:lnTo>
                  <a:lnTo>
                    <a:pt x="971" y="449"/>
                  </a:lnTo>
                  <a:lnTo>
                    <a:pt x="971" y="449"/>
                  </a:lnTo>
                  <a:lnTo>
                    <a:pt x="971" y="449"/>
                  </a:lnTo>
                  <a:lnTo>
                    <a:pt x="972" y="449"/>
                  </a:lnTo>
                  <a:lnTo>
                    <a:pt x="972" y="449"/>
                  </a:lnTo>
                  <a:lnTo>
                    <a:pt x="972" y="449"/>
                  </a:lnTo>
                  <a:lnTo>
                    <a:pt x="972" y="449"/>
                  </a:lnTo>
                  <a:lnTo>
                    <a:pt x="973" y="449"/>
                  </a:lnTo>
                  <a:lnTo>
                    <a:pt x="973" y="449"/>
                  </a:lnTo>
                  <a:lnTo>
                    <a:pt x="973" y="449"/>
                  </a:lnTo>
                  <a:lnTo>
                    <a:pt x="974" y="449"/>
                  </a:lnTo>
                  <a:lnTo>
                    <a:pt x="974" y="449"/>
                  </a:lnTo>
                  <a:lnTo>
                    <a:pt x="974" y="449"/>
                  </a:lnTo>
                  <a:lnTo>
                    <a:pt x="974" y="449"/>
                  </a:lnTo>
                  <a:lnTo>
                    <a:pt x="975" y="449"/>
                  </a:lnTo>
                  <a:lnTo>
                    <a:pt x="975" y="449"/>
                  </a:lnTo>
                  <a:lnTo>
                    <a:pt x="975" y="449"/>
                  </a:lnTo>
                  <a:lnTo>
                    <a:pt x="976" y="449"/>
                  </a:lnTo>
                  <a:lnTo>
                    <a:pt x="976" y="449"/>
                  </a:lnTo>
                  <a:lnTo>
                    <a:pt x="976" y="449"/>
                  </a:lnTo>
                  <a:lnTo>
                    <a:pt x="977" y="449"/>
                  </a:lnTo>
                  <a:lnTo>
                    <a:pt x="977" y="450"/>
                  </a:lnTo>
                  <a:lnTo>
                    <a:pt x="977" y="450"/>
                  </a:lnTo>
                  <a:lnTo>
                    <a:pt x="977" y="450"/>
                  </a:lnTo>
                  <a:lnTo>
                    <a:pt x="978" y="450"/>
                  </a:lnTo>
                  <a:lnTo>
                    <a:pt x="978" y="450"/>
                  </a:lnTo>
                  <a:lnTo>
                    <a:pt x="978" y="450"/>
                  </a:lnTo>
                  <a:lnTo>
                    <a:pt x="978" y="450"/>
                  </a:lnTo>
                  <a:lnTo>
                    <a:pt x="979" y="450"/>
                  </a:lnTo>
                  <a:lnTo>
                    <a:pt x="979" y="450"/>
                  </a:lnTo>
                  <a:lnTo>
                    <a:pt x="980" y="450"/>
                  </a:lnTo>
                  <a:lnTo>
                    <a:pt x="980" y="450"/>
                  </a:lnTo>
                  <a:lnTo>
                    <a:pt x="980" y="450"/>
                  </a:lnTo>
                  <a:lnTo>
                    <a:pt x="980" y="450"/>
                  </a:lnTo>
                  <a:lnTo>
                    <a:pt x="981" y="450"/>
                  </a:lnTo>
                  <a:lnTo>
                    <a:pt x="981" y="450"/>
                  </a:lnTo>
                  <a:lnTo>
                    <a:pt x="981" y="450"/>
                  </a:lnTo>
                  <a:lnTo>
                    <a:pt x="981" y="450"/>
                  </a:lnTo>
                  <a:lnTo>
                    <a:pt x="982" y="451"/>
                  </a:lnTo>
                  <a:lnTo>
                    <a:pt x="982" y="451"/>
                  </a:lnTo>
                  <a:lnTo>
                    <a:pt x="982" y="451"/>
                  </a:lnTo>
                  <a:lnTo>
                    <a:pt x="983" y="452"/>
                  </a:lnTo>
                  <a:lnTo>
                    <a:pt x="983" y="452"/>
                  </a:lnTo>
                  <a:lnTo>
                    <a:pt x="983" y="452"/>
                  </a:lnTo>
                  <a:lnTo>
                    <a:pt x="983" y="452"/>
                  </a:lnTo>
                  <a:lnTo>
                    <a:pt x="984" y="452"/>
                  </a:lnTo>
                  <a:lnTo>
                    <a:pt x="984" y="452"/>
                  </a:lnTo>
                  <a:lnTo>
                    <a:pt x="984" y="452"/>
                  </a:lnTo>
                  <a:lnTo>
                    <a:pt x="984" y="452"/>
                  </a:lnTo>
                  <a:lnTo>
                    <a:pt x="985" y="452"/>
                  </a:lnTo>
                  <a:lnTo>
                    <a:pt x="985" y="452"/>
                  </a:lnTo>
                  <a:lnTo>
                    <a:pt x="986" y="452"/>
                  </a:lnTo>
                  <a:lnTo>
                    <a:pt x="986" y="452"/>
                  </a:lnTo>
                  <a:lnTo>
                    <a:pt x="986" y="452"/>
                  </a:lnTo>
                  <a:lnTo>
                    <a:pt x="986" y="452"/>
                  </a:lnTo>
                  <a:lnTo>
                    <a:pt x="987" y="452"/>
                  </a:lnTo>
                  <a:lnTo>
                    <a:pt x="987" y="452"/>
                  </a:lnTo>
                  <a:lnTo>
                    <a:pt x="987" y="452"/>
                  </a:lnTo>
                  <a:lnTo>
                    <a:pt x="987" y="452"/>
                  </a:lnTo>
                  <a:lnTo>
                    <a:pt x="988" y="452"/>
                  </a:lnTo>
                  <a:lnTo>
                    <a:pt x="988" y="452"/>
                  </a:lnTo>
                  <a:lnTo>
                    <a:pt x="988" y="452"/>
                  </a:lnTo>
                  <a:lnTo>
                    <a:pt x="989" y="452"/>
                  </a:lnTo>
                  <a:lnTo>
                    <a:pt x="989" y="452"/>
                  </a:lnTo>
                  <a:lnTo>
                    <a:pt x="989" y="452"/>
                  </a:lnTo>
                  <a:lnTo>
                    <a:pt x="990" y="452"/>
                  </a:lnTo>
                  <a:lnTo>
                    <a:pt x="990" y="452"/>
                  </a:lnTo>
                  <a:lnTo>
                    <a:pt x="990" y="452"/>
                  </a:lnTo>
                  <a:lnTo>
                    <a:pt x="990" y="452"/>
                  </a:lnTo>
                  <a:lnTo>
                    <a:pt x="991" y="452"/>
                  </a:lnTo>
                  <a:lnTo>
                    <a:pt x="991" y="452"/>
                  </a:lnTo>
                  <a:lnTo>
                    <a:pt x="991" y="452"/>
                  </a:lnTo>
                  <a:lnTo>
                    <a:pt x="992" y="452"/>
                  </a:lnTo>
                  <a:lnTo>
                    <a:pt x="992" y="452"/>
                  </a:lnTo>
                  <a:lnTo>
                    <a:pt x="992" y="452"/>
                  </a:lnTo>
                  <a:lnTo>
                    <a:pt x="992" y="452"/>
                  </a:lnTo>
                  <a:lnTo>
                    <a:pt x="993" y="452"/>
                  </a:lnTo>
                  <a:lnTo>
                    <a:pt x="993" y="452"/>
                  </a:lnTo>
                  <a:lnTo>
                    <a:pt x="993" y="452"/>
                  </a:lnTo>
                  <a:lnTo>
                    <a:pt x="993" y="452"/>
                  </a:lnTo>
                  <a:lnTo>
                    <a:pt x="994" y="452"/>
                  </a:lnTo>
                  <a:lnTo>
                    <a:pt x="994" y="452"/>
                  </a:lnTo>
                  <a:lnTo>
                    <a:pt x="995" y="452"/>
                  </a:lnTo>
                  <a:lnTo>
                    <a:pt x="995" y="452"/>
                  </a:lnTo>
                  <a:lnTo>
                    <a:pt x="995" y="452"/>
                  </a:lnTo>
                  <a:lnTo>
                    <a:pt x="995" y="452"/>
                  </a:lnTo>
                  <a:lnTo>
                    <a:pt x="996" y="452"/>
                  </a:lnTo>
                  <a:lnTo>
                    <a:pt x="996" y="452"/>
                  </a:lnTo>
                  <a:lnTo>
                    <a:pt x="996" y="452"/>
                  </a:lnTo>
                  <a:lnTo>
                    <a:pt x="996" y="452"/>
                  </a:lnTo>
                  <a:lnTo>
                    <a:pt x="997" y="452"/>
                  </a:lnTo>
                  <a:lnTo>
                    <a:pt x="997" y="452"/>
                  </a:lnTo>
                  <a:lnTo>
                    <a:pt x="997" y="452"/>
                  </a:lnTo>
                  <a:lnTo>
                    <a:pt x="998" y="452"/>
                  </a:lnTo>
                  <a:lnTo>
                    <a:pt x="998" y="452"/>
                  </a:lnTo>
                  <a:lnTo>
                    <a:pt x="998" y="452"/>
                  </a:lnTo>
                  <a:lnTo>
                    <a:pt x="998" y="452"/>
                  </a:lnTo>
                  <a:lnTo>
                    <a:pt x="999" y="452"/>
                  </a:lnTo>
                  <a:lnTo>
                    <a:pt x="999" y="452"/>
                  </a:lnTo>
                  <a:lnTo>
                    <a:pt x="999" y="452"/>
                  </a:lnTo>
                  <a:lnTo>
                    <a:pt x="1000" y="452"/>
                  </a:lnTo>
                  <a:lnTo>
                    <a:pt x="1000" y="452"/>
                  </a:lnTo>
                  <a:lnTo>
                    <a:pt x="1000" y="452"/>
                  </a:lnTo>
                  <a:lnTo>
                    <a:pt x="1001" y="452"/>
                  </a:lnTo>
                  <a:lnTo>
                    <a:pt x="1001" y="452"/>
                  </a:lnTo>
                  <a:lnTo>
                    <a:pt x="1001" y="451"/>
                  </a:lnTo>
                  <a:lnTo>
                    <a:pt x="1001" y="451"/>
                  </a:lnTo>
                  <a:lnTo>
                    <a:pt x="1002" y="451"/>
                  </a:lnTo>
                  <a:lnTo>
                    <a:pt x="1002" y="451"/>
                  </a:lnTo>
                  <a:lnTo>
                    <a:pt x="1002" y="451"/>
                  </a:lnTo>
                  <a:lnTo>
                    <a:pt x="1002" y="451"/>
                  </a:lnTo>
                  <a:lnTo>
                    <a:pt x="1003" y="451"/>
                  </a:lnTo>
                  <a:lnTo>
                    <a:pt x="1003" y="451"/>
                  </a:lnTo>
                  <a:lnTo>
                    <a:pt x="1004" y="451"/>
                  </a:lnTo>
                  <a:lnTo>
                    <a:pt x="1004" y="451"/>
                  </a:lnTo>
                  <a:lnTo>
                    <a:pt x="1004" y="451"/>
                  </a:lnTo>
                  <a:lnTo>
                    <a:pt x="1004" y="451"/>
                  </a:lnTo>
                  <a:lnTo>
                    <a:pt x="1005" y="451"/>
                  </a:lnTo>
                  <a:lnTo>
                    <a:pt x="1005" y="451"/>
                  </a:lnTo>
                  <a:lnTo>
                    <a:pt x="1005" y="452"/>
                  </a:lnTo>
                  <a:lnTo>
                    <a:pt x="1005" y="452"/>
                  </a:lnTo>
                  <a:lnTo>
                    <a:pt x="1006" y="452"/>
                  </a:lnTo>
                  <a:lnTo>
                    <a:pt x="1006" y="452"/>
                  </a:lnTo>
                  <a:lnTo>
                    <a:pt x="1006" y="452"/>
                  </a:lnTo>
                  <a:lnTo>
                    <a:pt x="1007" y="452"/>
                  </a:lnTo>
                  <a:lnTo>
                    <a:pt x="1007" y="452"/>
                  </a:lnTo>
                  <a:lnTo>
                    <a:pt x="1007" y="452"/>
                  </a:lnTo>
                  <a:lnTo>
                    <a:pt x="1007" y="452"/>
                  </a:lnTo>
                  <a:lnTo>
                    <a:pt x="1008" y="452"/>
                  </a:lnTo>
                  <a:lnTo>
                    <a:pt x="1008" y="452"/>
                  </a:lnTo>
                  <a:lnTo>
                    <a:pt x="1009" y="452"/>
                  </a:lnTo>
                  <a:lnTo>
                    <a:pt x="1009" y="452"/>
                  </a:lnTo>
                  <a:lnTo>
                    <a:pt x="1009" y="452"/>
                  </a:lnTo>
                  <a:lnTo>
                    <a:pt x="1009" y="452"/>
                  </a:lnTo>
                  <a:lnTo>
                    <a:pt x="1010" y="452"/>
                  </a:lnTo>
                  <a:lnTo>
                    <a:pt x="1010" y="452"/>
                  </a:lnTo>
                  <a:lnTo>
                    <a:pt x="1010" y="452"/>
                  </a:lnTo>
                  <a:lnTo>
                    <a:pt x="1010" y="452"/>
                  </a:lnTo>
                  <a:lnTo>
                    <a:pt x="1011" y="452"/>
                  </a:lnTo>
                  <a:lnTo>
                    <a:pt x="1011" y="452"/>
                  </a:lnTo>
                  <a:lnTo>
                    <a:pt x="1011" y="453"/>
                  </a:lnTo>
                  <a:lnTo>
                    <a:pt x="1012" y="453"/>
                  </a:lnTo>
                  <a:lnTo>
                    <a:pt x="1012" y="453"/>
                  </a:lnTo>
                  <a:lnTo>
                    <a:pt x="1012" y="453"/>
                  </a:lnTo>
                  <a:lnTo>
                    <a:pt x="1013" y="453"/>
                  </a:lnTo>
                  <a:lnTo>
                    <a:pt x="1013" y="453"/>
                  </a:lnTo>
                  <a:lnTo>
                    <a:pt x="1013" y="453"/>
                  </a:lnTo>
                  <a:lnTo>
                    <a:pt x="1013" y="453"/>
                  </a:lnTo>
                  <a:lnTo>
                    <a:pt x="1014" y="453"/>
                  </a:lnTo>
                  <a:lnTo>
                    <a:pt x="1014" y="453"/>
                  </a:lnTo>
                  <a:lnTo>
                    <a:pt x="1014" y="453"/>
                  </a:lnTo>
                  <a:lnTo>
                    <a:pt x="1015" y="453"/>
                  </a:lnTo>
                  <a:lnTo>
                    <a:pt x="1015" y="453"/>
                  </a:lnTo>
                  <a:lnTo>
                    <a:pt x="1015" y="453"/>
                  </a:lnTo>
                  <a:lnTo>
                    <a:pt x="1015" y="453"/>
                  </a:lnTo>
                  <a:lnTo>
                    <a:pt x="1016" y="453"/>
                  </a:lnTo>
                  <a:lnTo>
                    <a:pt x="1016" y="453"/>
                  </a:lnTo>
                  <a:lnTo>
                    <a:pt x="1016" y="453"/>
                  </a:lnTo>
                  <a:lnTo>
                    <a:pt x="1016" y="454"/>
                  </a:lnTo>
                  <a:lnTo>
                    <a:pt x="1017" y="454"/>
                  </a:lnTo>
                  <a:lnTo>
                    <a:pt x="1017" y="454"/>
                  </a:lnTo>
                  <a:lnTo>
                    <a:pt x="1018" y="454"/>
                  </a:lnTo>
                  <a:lnTo>
                    <a:pt x="1018" y="454"/>
                  </a:lnTo>
                  <a:lnTo>
                    <a:pt x="1018" y="454"/>
                  </a:lnTo>
                  <a:lnTo>
                    <a:pt x="1018" y="454"/>
                  </a:lnTo>
                  <a:lnTo>
                    <a:pt x="1019" y="454"/>
                  </a:lnTo>
                  <a:lnTo>
                    <a:pt x="1019" y="454"/>
                  </a:lnTo>
                  <a:lnTo>
                    <a:pt x="1019" y="454"/>
                  </a:lnTo>
                  <a:lnTo>
                    <a:pt x="1019" y="454"/>
                  </a:lnTo>
                  <a:lnTo>
                    <a:pt x="1020" y="454"/>
                  </a:lnTo>
                  <a:lnTo>
                    <a:pt x="1020" y="454"/>
                  </a:lnTo>
                  <a:lnTo>
                    <a:pt x="1020" y="454"/>
                  </a:lnTo>
                  <a:lnTo>
                    <a:pt x="1021" y="454"/>
                  </a:lnTo>
                  <a:lnTo>
                    <a:pt x="1021" y="455"/>
                  </a:lnTo>
                  <a:lnTo>
                    <a:pt x="1021" y="455"/>
                  </a:lnTo>
                  <a:lnTo>
                    <a:pt x="1021" y="454"/>
                  </a:lnTo>
                  <a:lnTo>
                    <a:pt x="1022" y="454"/>
                  </a:lnTo>
                  <a:lnTo>
                    <a:pt x="1022" y="454"/>
                  </a:lnTo>
                  <a:lnTo>
                    <a:pt x="1022" y="454"/>
                  </a:lnTo>
                  <a:lnTo>
                    <a:pt x="1023" y="454"/>
                  </a:lnTo>
                  <a:lnTo>
                    <a:pt x="1023" y="454"/>
                  </a:lnTo>
                  <a:lnTo>
                    <a:pt x="1023" y="454"/>
                  </a:lnTo>
                  <a:lnTo>
                    <a:pt x="1024" y="454"/>
                  </a:lnTo>
                  <a:lnTo>
                    <a:pt x="1024" y="454"/>
                  </a:lnTo>
                  <a:lnTo>
                    <a:pt x="1024" y="454"/>
                  </a:lnTo>
                  <a:lnTo>
                    <a:pt x="1024" y="454"/>
                  </a:lnTo>
                  <a:lnTo>
                    <a:pt x="1025" y="454"/>
                  </a:lnTo>
                  <a:lnTo>
                    <a:pt x="1025" y="454"/>
                  </a:lnTo>
                  <a:lnTo>
                    <a:pt x="1025" y="454"/>
                  </a:lnTo>
                  <a:lnTo>
                    <a:pt x="1025" y="454"/>
                  </a:lnTo>
                  <a:lnTo>
                    <a:pt x="1026" y="454"/>
                  </a:lnTo>
                  <a:lnTo>
                    <a:pt x="1026" y="454"/>
                  </a:lnTo>
                  <a:lnTo>
                    <a:pt x="1027" y="454"/>
                  </a:lnTo>
                  <a:lnTo>
                    <a:pt x="1027" y="454"/>
                  </a:lnTo>
                  <a:lnTo>
                    <a:pt x="1027" y="454"/>
                  </a:lnTo>
                  <a:lnTo>
                    <a:pt x="1027" y="454"/>
                  </a:lnTo>
                  <a:lnTo>
                    <a:pt x="1028" y="454"/>
                  </a:lnTo>
                  <a:lnTo>
                    <a:pt x="1028" y="454"/>
                  </a:lnTo>
                  <a:lnTo>
                    <a:pt x="1028" y="454"/>
                  </a:lnTo>
                  <a:lnTo>
                    <a:pt x="1028" y="454"/>
                  </a:lnTo>
                  <a:lnTo>
                    <a:pt x="1029" y="454"/>
                  </a:lnTo>
                  <a:lnTo>
                    <a:pt x="1029" y="454"/>
                  </a:lnTo>
                  <a:lnTo>
                    <a:pt x="1029" y="454"/>
                  </a:lnTo>
                  <a:lnTo>
                    <a:pt x="1030" y="454"/>
                  </a:lnTo>
                  <a:lnTo>
                    <a:pt x="1030" y="454"/>
                  </a:lnTo>
                  <a:lnTo>
                    <a:pt x="1030" y="454"/>
                  </a:lnTo>
                  <a:lnTo>
                    <a:pt x="1030" y="454"/>
                  </a:lnTo>
                  <a:lnTo>
                    <a:pt x="1031" y="454"/>
                  </a:lnTo>
                  <a:lnTo>
                    <a:pt x="1031" y="453"/>
                  </a:lnTo>
                  <a:lnTo>
                    <a:pt x="1031" y="453"/>
                  </a:lnTo>
                  <a:lnTo>
                    <a:pt x="1031" y="453"/>
                  </a:lnTo>
                  <a:lnTo>
                    <a:pt x="1032" y="453"/>
                  </a:lnTo>
                  <a:lnTo>
                    <a:pt x="1032" y="453"/>
                  </a:lnTo>
                  <a:lnTo>
                    <a:pt x="1033" y="453"/>
                  </a:lnTo>
                  <a:lnTo>
                    <a:pt x="1033" y="453"/>
                  </a:lnTo>
                  <a:lnTo>
                    <a:pt x="1033" y="453"/>
                  </a:lnTo>
                  <a:lnTo>
                    <a:pt x="1033" y="453"/>
                  </a:lnTo>
                  <a:lnTo>
                    <a:pt x="1034" y="453"/>
                  </a:lnTo>
                  <a:lnTo>
                    <a:pt x="1034" y="453"/>
                  </a:lnTo>
                  <a:lnTo>
                    <a:pt x="1034" y="453"/>
                  </a:lnTo>
                  <a:lnTo>
                    <a:pt x="1034" y="453"/>
                  </a:lnTo>
                  <a:lnTo>
                    <a:pt x="1035" y="452"/>
                  </a:lnTo>
                  <a:lnTo>
                    <a:pt x="1035" y="452"/>
                  </a:lnTo>
                  <a:lnTo>
                    <a:pt x="1035" y="452"/>
                  </a:lnTo>
                  <a:lnTo>
                    <a:pt x="1036" y="452"/>
                  </a:lnTo>
                  <a:lnTo>
                    <a:pt x="1036" y="452"/>
                  </a:lnTo>
                  <a:lnTo>
                    <a:pt x="1036" y="452"/>
                  </a:lnTo>
                  <a:lnTo>
                    <a:pt x="1037" y="452"/>
                  </a:lnTo>
                  <a:lnTo>
                    <a:pt x="1037" y="452"/>
                  </a:lnTo>
                  <a:lnTo>
                    <a:pt x="1037" y="452"/>
                  </a:lnTo>
                  <a:lnTo>
                    <a:pt x="1037" y="452"/>
                  </a:lnTo>
                  <a:lnTo>
                    <a:pt x="1038" y="452"/>
                  </a:lnTo>
                  <a:lnTo>
                    <a:pt x="1038" y="452"/>
                  </a:lnTo>
                  <a:lnTo>
                    <a:pt x="1038" y="452"/>
                  </a:lnTo>
                  <a:lnTo>
                    <a:pt x="1039" y="452"/>
                  </a:lnTo>
                  <a:lnTo>
                    <a:pt x="1039" y="452"/>
                  </a:lnTo>
                  <a:lnTo>
                    <a:pt x="1039" y="452"/>
                  </a:lnTo>
                  <a:lnTo>
                    <a:pt x="1039" y="452"/>
                  </a:lnTo>
                  <a:lnTo>
                    <a:pt x="1040" y="452"/>
                  </a:lnTo>
                  <a:lnTo>
                    <a:pt x="1040" y="452"/>
                  </a:lnTo>
                  <a:lnTo>
                    <a:pt x="1040" y="452"/>
                  </a:lnTo>
                  <a:lnTo>
                    <a:pt x="1040" y="453"/>
                  </a:lnTo>
                  <a:lnTo>
                    <a:pt x="1041" y="453"/>
                  </a:lnTo>
                  <a:lnTo>
                    <a:pt x="1041" y="453"/>
                  </a:lnTo>
                  <a:lnTo>
                    <a:pt x="1042" y="453"/>
                  </a:lnTo>
                  <a:lnTo>
                    <a:pt x="1042" y="453"/>
                  </a:lnTo>
                  <a:lnTo>
                    <a:pt x="1042" y="453"/>
                  </a:lnTo>
                  <a:lnTo>
                    <a:pt x="1042" y="453"/>
                  </a:lnTo>
                  <a:lnTo>
                    <a:pt x="1043" y="453"/>
                  </a:lnTo>
                  <a:lnTo>
                    <a:pt x="1043" y="453"/>
                  </a:lnTo>
                  <a:lnTo>
                    <a:pt x="1043" y="454"/>
                  </a:lnTo>
                  <a:lnTo>
                    <a:pt x="1043" y="454"/>
                  </a:lnTo>
                  <a:lnTo>
                    <a:pt x="1044" y="454"/>
                  </a:lnTo>
                  <a:lnTo>
                    <a:pt x="1044" y="454"/>
                  </a:lnTo>
                  <a:lnTo>
                    <a:pt x="1044" y="454"/>
                  </a:lnTo>
                  <a:lnTo>
                    <a:pt x="1045" y="454"/>
                  </a:lnTo>
                  <a:lnTo>
                    <a:pt x="1045" y="454"/>
                  </a:lnTo>
                  <a:lnTo>
                    <a:pt x="1045" y="454"/>
                  </a:lnTo>
                  <a:lnTo>
                    <a:pt x="1045" y="455"/>
                  </a:lnTo>
                  <a:lnTo>
                    <a:pt x="1046" y="455"/>
                  </a:lnTo>
                  <a:lnTo>
                    <a:pt x="1046" y="455"/>
                  </a:lnTo>
                  <a:lnTo>
                    <a:pt x="1046" y="455"/>
                  </a:lnTo>
                  <a:lnTo>
                    <a:pt x="1047" y="455"/>
                  </a:lnTo>
                  <a:lnTo>
                    <a:pt x="1047" y="455"/>
                  </a:lnTo>
                  <a:lnTo>
                    <a:pt x="1047" y="456"/>
                  </a:lnTo>
                  <a:lnTo>
                    <a:pt x="1048" y="456"/>
                  </a:lnTo>
                  <a:lnTo>
                    <a:pt x="1048" y="456"/>
                  </a:lnTo>
                  <a:lnTo>
                    <a:pt x="1048" y="456"/>
                  </a:lnTo>
                  <a:lnTo>
                    <a:pt x="1048" y="456"/>
                  </a:lnTo>
                  <a:lnTo>
                    <a:pt x="1049" y="456"/>
                  </a:lnTo>
                  <a:lnTo>
                    <a:pt x="1049" y="456"/>
                  </a:lnTo>
                  <a:lnTo>
                    <a:pt x="1049" y="456"/>
                  </a:lnTo>
                  <a:lnTo>
                    <a:pt x="1049" y="456"/>
                  </a:lnTo>
                  <a:lnTo>
                    <a:pt x="1050" y="456"/>
                  </a:lnTo>
                  <a:lnTo>
                    <a:pt x="1050" y="456"/>
                  </a:lnTo>
                  <a:lnTo>
                    <a:pt x="1051" y="455"/>
                  </a:lnTo>
                  <a:lnTo>
                    <a:pt x="1051" y="455"/>
                  </a:lnTo>
                  <a:lnTo>
                    <a:pt x="1051" y="455"/>
                  </a:lnTo>
                  <a:lnTo>
                    <a:pt x="1051" y="455"/>
                  </a:lnTo>
                  <a:lnTo>
                    <a:pt x="1052" y="455"/>
                  </a:lnTo>
                  <a:lnTo>
                    <a:pt x="1052" y="455"/>
                  </a:lnTo>
                  <a:lnTo>
                    <a:pt x="1052" y="454"/>
                  </a:lnTo>
                  <a:lnTo>
                    <a:pt x="1052" y="454"/>
                  </a:lnTo>
                  <a:lnTo>
                    <a:pt x="1053" y="454"/>
                  </a:lnTo>
                  <a:lnTo>
                    <a:pt x="1053" y="454"/>
                  </a:lnTo>
                  <a:lnTo>
                    <a:pt x="1053" y="454"/>
                  </a:lnTo>
                  <a:lnTo>
                    <a:pt x="1054" y="453"/>
                  </a:lnTo>
                  <a:lnTo>
                    <a:pt x="1054" y="453"/>
                  </a:lnTo>
                  <a:lnTo>
                    <a:pt x="1054" y="453"/>
                  </a:lnTo>
                  <a:lnTo>
                    <a:pt x="1054" y="453"/>
                  </a:lnTo>
                  <a:lnTo>
                    <a:pt x="1055" y="453"/>
                  </a:lnTo>
                  <a:lnTo>
                    <a:pt x="1055" y="452"/>
                  </a:lnTo>
                  <a:lnTo>
                    <a:pt x="1055" y="452"/>
                  </a:lnTo>
                  <a:lnTo>
                    <a:pt x="1055" y="452"/>
                  </a:lnTo>
                  <a:lnTo>
                    <a:pt x="1056" y="452"/>
                  </a:lnTo>
                  <a:lnTo>
                    <a:pt x="1056" y="452"/>
                  </a:lnTo>
                  <a:lnTo>
                    <a:pt x="1057" y="452"/>
                  </a:lnTo>
                  <a:lnTo>
                    <a:pt x="1057" y="452"/>
                  </a:lnTo>
                  <a:lnTo>
                    <a:pt x="1057" y="452"/>
                  </a:lnTo>
                  <a:lnTo>
                    <a:pt x="1057" y="451"/>
                  </a:lnTo>
                  <a:lnTo>
                    <a:pt x="1058" y="451"/>
                  </a:lnTo>
                  <a:lnTo>
                    <a:pt x="1058" y="450"/>
                  </a:lnTo>
                  <a:lnTo>
                    <a:pt x="1058" y="450"/>
                  </a:lnTo>
                  <a:lnTo>
                    <a:pt x="1058" y="450"/>
                  </a:lnTo>
                  <a:lnTo>
                    <a:pt x="1059" y="450"/>
                  </a:lnTo>
                  <a:lnTo>
                    <a:pt x="1059" y="450"/>
                  </a:lnTo>
                  <a:lnTo>
                    <a:pt x="1060" y="450"/>
                  </a:lnTo>
                  <a:lnTo>
                    <a:pt x="1060" y="449"/>
                  </a:lnTo>
                  <a:lnTo>
                    <a:pt x="1060" y="449"/>
                  </a:lnTo>
                  <a:lnTo>
                    <a:pt x="1060" y="449"/>
                  </a:lnTo>
                  <a:lnTo>
                    <a:pt x="1061" y="448"/>
                  </a:lnTo>
                  <a:lnTo>
                    <a:pt x="1061" y="448"/>
                  </a:lnTo>
                  <a:lnTo>
                    <a:pt x="1061" y="448"/>
                  </a:lnTo>
                  <a:lnTo>
                    <a:pt x="1061" y="448"/>
                  </a:lnTo>
                  <a:lnTo>
                    <a:pt x="1062" y="447"/>
                  </a:lnTo>
                  <a:lnTo>
                    <a:pt x="1062" y="447"/>
                  </a:lnTo>
                  <a:lnTo>
                    <a:pt x="1062" y="447"/>
                  </a:lnTo>
                  <a:lnTo>
                    <a:pt x="1063" y="447"/>
                  </a:lnTo>
                  <a:lnTo>
                    <a:pt x="1063" y="447"/>
                  </a:lnTo>
                  <a:lnTo>
                    <a:pt x="1063" y="447"/>
                  </a:lnTo>
                  <a:lnTo>
                    <a:pt x="1063" y="446"/>
                  </a:lnTo>
                  <a:lnTo>
                    <a:pt x="1064" y="446"/>
                  </a:lnTo>
                  <a:lnTo>
                    <a:pt x="1064" y="446"/>
                  </a:lnTo>
                  <a:lnTo>
                    <a:pt x="1064" y="446"/>
                  </a:lnTo>
                  <a:lnTo>
                    <a:pt x="1064" y="446"/>
                  </a:lnTo>
                  <a:lnTo>
                    <a:pt x="1065" y="445"/>
                  </a:lnTo>
                  <a:lnTo>
                    <a:pt x="1065" y="445"/>
                  </a:lnTo>
                  <a:lnTo>
                    <a:pt x="1066" y="445"/>
                  </a:lnTo>
                  <a:lnTo>
                    <a:pt x="1066" y="445"/>
                  </a:lnTo>
                  <a:lnTo>
                    <a:pt x="1066" y="445"/>
                  </a:lnTo>
                  <a:lnTo>
                    <a:pt x="1066" y="445"/>
                  </a:lnTo>
                  <a:lnTo>
                    <a:pt x="1067" y="444"/>
                  </a:lnTo>
                  <a:lnTo>
                    <a:pt x="1067" y="444"/>
                  </a:lnTo>
                  <a:lnTo>
                    <a:pt x="1067" y="444"/>
                  </a:lnTo>
                  <a:lnTo>
                    <a:pt x="1067" y="444"/>
                  </a:lnTo>
                  <a:lnTo>
                    <a:pt x="1068" y="444"/>
                  </a:lnTo>
                  <a:lnTo>
                    <a:pt x="1068" y="444"/>
                  </a:lnTo>
                  <a:lnTo>
                    <a:pt x="1068" y="444"/>
                  </a:lnTo>
                  <a:lnTo>
                    <a:pt x="1069" y="444"/>
                  </a:lnTo>
                  <a:lnTo>
                    <a:pt x="1069" y="443"/>
                  </a:lnTo>
                  <a:lnTo>
                    <a:pt x="1069" y="443"/>
                  </a:lnTo>
                  <a:lnTo>
                    <a:pt x="1070" y="443"/>
                  </a:lnTo>
                  <a:lnTo>
                    <a:pt x="1070" y="443"/>
                  </a:lnTo>
                  <a:lnTo>
                    <a:pt x="1070" y="443"/>
                  </a:lnTo>
                  <a:lnTo>
                    <a:pt x="1070" y="443"/>
                  </a:lnTo>
                  <a:lnTo>
                    <a:pt x="1071" y="443"/>
                  </a:lnTo>
                  <a:lnTo>
                    <a:pt x="1071" y="443"/>
                  </a:lnTo>
                  <a:lnTo>
                    <a:pt x="1071" y="443"/>
                  </a:lnTo>
                  <a:lnTo>
                    <a:pt x="1072" y="443"/>
                  </a:lnTo>
                  <a:lnTo>
                    <a:pt x="1072" y="443"/>
                  </a:lnTo>
                  <a:lnTo>
                    <a:pt x="1072" y="443"/>
                  </a:lnTo>
                  <a:lnTo>
                    <a:pt x="1072" y="443"/>
                  </a:lnTo>
                  <a:lnTo>
                    <a:pt x="1073" y="443"/>
                  </a:lnTo>
                  <a:lnTo>
                    <a:pt x="1073" y="443"/>
                  </a:lnTo>
                  <a:lnTo>
                    <a:pt x="1073" y="443"/>
                  </a:lnTo>
                  <a:lnTo>
                    <a:pt x="1073" y="443"/>
                  </a:lnTo>
                  <a:lnTo>
                    <a:pt x="1074" y="443"/>
                  </a:lnTo>
                  <a:lnTo>
                    <a:pt x="1074" y="443"/>
                  </a:lnTo>
                  <a:lnTo>
                    <a:pt x="1075" y="443"/>
                  </a:lnTo>
                  <a:lnTo>
                    <a:pt x="1075" y="444"/>
                  </a:lnTo>
                  <a:lnTo>
                    <a:pt x="1075" y="444"/>
                  </a:lnTo>
                  <a:lnTo>
                    <a:pt x="1075" y="444"/>
                  </a:lnTo>
                  <a:lnTo>
                    <a:pt x="1076" y="444"/>
                  </a:lnTo>
                  <a:lnTo>
                    <a:pt x="1076" y="444"/>
                  </a:lnTo>
                  <a:lnTo>
                    <a:pt x="1076" y="444"/>
                  </a:lnTo>
                  <a:lnTo>
                    <a:pt x="1077" y="444"/>
                  </a:lnTo>
                  <a:lnTo>
                    <a:pt x="1077" y="445"/>
                  </a:lnTo>
                  <a:lnTo>
                    <a:pt x="1077" y="445"/>
                  </a:lnTo>
                  <a:lnTo>
                    <a:pt x="1077" y="445"/>
                  </a:lnTo>
                  <a:lnTo>
                    <a:pt x="1078" y="445"/>
                  </a:lnTo>
                  <a:lnTo>
                    <a:pt x="1078" y="445"/>
                  </a:lnTo>
                  <a:lnTo>
                    <a:pt x="1078" y="445"/>
                  </a:lnTo>
                  <a:lnTo>
                    <a:pt x="1078" y="445"/>
                  </a:lnTo>
                  <a:lnTo>
                    <a:pt x="1079" y="446"/>
                  </a:lnTo>
                  <a:lnTo>
                    <a:pt x="1079" y="446"/>
                  </a:lnTo>
                  <a:lnTo>
                    <a:pt x="1080" y="446"/>
                  </a:lnTo>
                  <a:lnTo>
                    <a:pt x="1080" y="446"/>
                  </a:lnTo>
                  <a:lnTo>
                    <a:pt x="1080" y="446"/>
                  </a:lnTo>
                  <a:lnTo>
                    <a:pt x="1080" y="446"/>
                  </a:lnTo>
                  <a:lnTo>
                    <a:pt x="1081" y="446"/>
                  </a:lnTo>
                  <a:lnTo>
                    <a:pt x="1081" y="446"/>
                  </a:lnTo>
                  <a:lnTo>
                    <a:pt x="1081" y="446"/>
                  </a:lnTo>
                  <a:lnTo>
                    <a:pt x="1081" y="446"/>
                  </a:lnTo>
                  <a:lnTo>
                    <a:pt x="1082" y="446"/>
                  </a:lnTo>
                  <a:lnTo>
                    <a:pt x="1082" y="446"/>
                  </a:lnTo>
                  <a:lnTo>
                    <a:pt x="1082" y="446"/>
                  </a:lnTo>
                  <a:lnTo>
                    <a:pt x="1083" y="446"/>
                  </a:lnTo>
                  <a:lnTo>
                    <a:pt x="1083" y="446"/>
                  </a:lnTo>
                  <a:lnTo>
                    <a:pt x="1083" y="446"/>
                  </a:lnTo>
                  <a:lnTo>
                    <a:pt x="1084" y="446"/>
                  </a:lnTo>
                  <a:lnTo>
                    <a:pt x="1084" y="446"/>
                  </a:lnTo>
                  <a:lnTo>
                    <a:pt x="1084" y="446"/>
                  </a:lnTo>
                  <a:lnTo>
                    <a:pt x="1084" y="446"/>
                  </a:lnTo>
                  <a:lnTo>
                    <a:pt x="1085" y="446"/>
                  </a:lnTo>
                  <a:lnTo>
                    <a:pt x="1085" y="446"/>
                  </a:lnTo>
                  <a:lnTo>
                    <a:pt x="1085" y="446"/>
                  </a:lnTo>
                  <a:lnTo>
                    <a:pt x="1086" y="446"/>
                  </a:lnTo>
                  <a:lnTo>
                    <a:pt x="1086" y="446"/>
                  </a:lnTo>
                  <a:lnTo>
                    <a:pt x="1086" y="446"/>
                  </a:lnTo>
                  <a:lnTo>
                    <a:pt x="1086" y="446"/>
                  </a:lnTo>
                  <a:lnTo>
                    <a:pt x="1087" y="446"/>
                  </a:lnTo>
                  <a:lnTo>
                    <a:pt x="1087" y="446"/>
                  </a:lnTo>
                  <a:lnTo>
                    <a:pt x="1087" y="446"/>
                  </a:lnTo>
                  <a:lnTo>
                    <a:pt x="1087" y="445"/>
                  </a:lnTo>
                  <a:lnTo>
                    <a:pt x="1088" y="445"/>
                  </a:lnTo>
                  <a:lnTo>
                    <a:pt x="1088" y="445"/>
                  </a:lnTo>
                  <a:lnTo>
                    <a:pt x="1089" y="445"/>
                  </a:lnTo>
                  <a:lnTo>
                    <a:pt x="1089" y="445"/>
                  </a:lnTo>
                  <a:lnTo>
                    <a:pt x="1089" y="445"/>
                  </a:lnTo>
                  <a:lnTo>
                    <a:pt x="1089" y="445"/>
                  </a:lnTo>
                  <a:lnTo>
                    <a:pt x="1090" y="445"/>
                  </a:lnTo>
                  <a:lnTo>
                    <a:pt x="1090" y="445"/>
                  </a:lnTo>
                  <a:lnTo>
                    <a:pt x="1090" y="444"/>
                  </a:lnTo>
                  <a:lnTo>
                    <a:pt x="1090" y="444"/>
                  </a:lnTo>
                  <a:lnTo>
                    <a:pt x="1091" y="444"/>
                  </a:lnTo>
                  <a:lnTo>
                    <a:pt x="1091" y="444"/>
                  </a:lnTo>
                  <a:lnTo>
                    <a:pt x="1091" y="444"/>
                  </a:lnTo>
                  <a:lnTo>
                    <a:pt x="1092" y="444"/>
                  </a:lnTo>
                  <a:lnTo>
                    <a:pt x="1092" y="444"/>
                  </a:lnTo>
                  <a:lnTo>
                    <a:pt x="1092" y="444"/>
                  </a:lnTo>
                  <a:lnTo>
                    <a:pt x="1092" y="444"/>
                  </a:lnTo>
                  <a:lnTo>
                    <a:pt x="1093" y="444"/>
                  </a:lnTo>
                  <a:lnTo>
                    <a:pt x="1093" y="444"/>
                  </a:lnTo>
                  <a:lnTo>
                    <a:pt x="1093" y="444"/>
                  </a:lnTo>
                  <a:lnTo>
                    <a:pt x="1094" y="444"/>
                  </a:lnTo>
                  <a:lnTo>
                    <a:pt x="1094" y="444"/>
                  </a:lnTo>
                  <a:lnTo>
                    <a:pt x="1094" y="444"/>
                  </a:lnTo>
                  <a:lnTo>
                    <a:pt x="1095" y="444"/>
                  </a:lnTo>
                  <a:lnTo>
                    <a:pt x="1095" y="444"/>
                  </a:lnTo>
                  <a:lnTo>
                    <a:pt x="1095" y="444"/>
                  </a:lnTo>
                  <a:lnTo>
                    <a:pt x="1095" y="444"/>
                  </a:lnTo>
                  <a:lnTo>
                    <a:pt x="1096" y="444"/>
                  </a:lnTo>
                  <a:lnTo>
                    <a:pt x="1096" y="445"/>
                  </a:lnTo>
                  <a:lnTo>
                    <a:pt x="1096" y="445"/>
                  </a:lnTo>
                  <a:lnTo>
                    <a:pt x="1096" y="445"/>
                  </a:lnTo>
                  <a:lnTo>
                    <a:pt x="1097" y="445"/>
                  </a:lnTo>
                  <a:lnTo>
                    <a:pt x="1097" y="445"/>
                  </a:lnTo>
                  <a:lnTo>
                    <a:pt x="1098" y="445"/>
                  </a:lnTo>
                  <a:lnTo>
                    <a:pt x="1098" y="446"/>
                  </a:lnTo>
                  <a:lnTo>
                    <a:pt x="1098" y="446"/>
                  </a:lnTo>
                  <a:lnTo>
                    <a:pt x="1098" y="446"/>
                  </a:lnTo>
                  <a:lnTo>
                    <a:pt x="1099" y="446"/>
                  </a:lnTo>
                  <a:lnTo>
                    <a:pt x="1099" y="446"/>
                  </a:lnTo>
                  <a:lnTo>
                    <a:pt x="1099" y="446"/>
                  </a:lnTo>
                  <a:lnTo>
                    <a:pt x="1099" y="447"/>
                  </a:lnTo>
                  <a:lnTo>
                    <a:pt x="1100" y="447"/>
                  </a:lnTo>
                  <a:lnTo>
                    <a:pt x="1100" y="447"/>
                  </a:lnTo>
                  <a:lnTo>
                    <a:pt x="1100" y="447"/>
                  </a:lnTo>
                  <a:lnTo>
                    <a:pt x="1101" y="447"/>
                  </a:lnTo>
                  <a:lnTo>
                    <a:pt x="1101" y="447"/>
                  </a:lnTo>
                  <a:lnTo>
                    <a:pt x="1101" y="447"/>
                  </a:lnTo>
                  <a:lnTo>
                    <a:pt x="1101" y="447"/>
                  </a:lnTo>
                  <a:lnTo>
                    <a:pt x="1102" y="447"/>
                  </a:lnTo>
                  <a:lnTo>
                    <a:pt x="1102" y="447"/>
                  </a:lnTo>
                  <a:lnTo>
                    <a:pt x="1102" y="447"/>
                  </a:lnTo>
                  <a:lnTo>
                    <a:pt x="1102" y="447"/>
                  </a:lnTo>
                  <a:lnTo>
                    <a:pt x="1103" y="447"/>
                  </a:lnTo>
                  <a:lnTo>
                    <a:pt x="1103" y="447"/>
                  </a:lnTo>
                  <a:lnTo>
                    <a:pt x="1104" y="447"/>
                  </a:lnTo>
                  <a:lnTo>
                    <a:pt x="1104" y="447"/>
                  </a:lnTo>
                  <a:lnTo>
                    <a:pt x="1104" y="447"/>
                  </a:lnTo>
                  <a:lnTo>
                    <a:pt x="1104" y="447"/>
                  </a:lnTo>
                  <a:lnTo>
                    <a:pt x="1105" y="447"/>
                  </a:lnTo>
                  <a:lnTo>
                    <a:pt x="1105" y="447"/>
                  </a:lnTo>
                  <a:lnTo>
                    <a:pt x="1105" y="447"/>
                  </a:lnTo>
                  <a:lnTo>
                    <a:pt x="1105" y="447"/>
                  </a:lnTo>
                  <a:lnTo>
                    <a:pt x="1106" y="448"/>
                  </a:lnTo>
                  <a:lnTo>
                    <a:pt x="1106" y="448"/>
                  </a:lnTo>
                  <a:lnTo>
                    <a:pt x="1106" y="448"/>
                  </a:lnTo>
                  <a:lnTo>
                    <a:pt x="1107" y="448"/>
                  </a:lnTo>
                  <a:lnTo>
                    <a:pt x="1107" y="448"/>
                  </a:lnTo>
                  <a:lnTo>
                    <a:pt x="1107" y="448"/>
                  </a:lnTo>
                  <a:lnTo>
                    <a:pt x="1108" y="448"/>
                  </a:lnTo>
                  <a:lnTo>
                    <a:pt x="1108" y="448"/>
                  </a:lnTo>
                  <a:lnTo>
                    <a:pt x="1108" y="448"/>
                  </a:lnTo>
                  <a:lnTo>
                    <a:pt x="1108" y="449"/>
                  </a:lnTo>
                  <a:lnTo>
                    <a:pt x="1109" y="449"/>
                  </a:lnTo>
                  <a:lnTo>
                    <a:pt x="1109" y="449"/>
                  </a:lnTo>
                  <a:lnTo>
                    <a:pt x="1109" y="449"/>
                  </a:lnTo>
                  <a:lnTo>
                    <a:pt x="1110" y="449"/>
                  </a:lnTo>
                  <a:lnTo>
                    <a:pt x="1110" y="449"/>
                  </a:lnTo>
                  <a:lnTo>
                    <a:pt x="1110" y="449"/>
                  </a:lnTo>
                  <a:lnTo>
                    <a:pt x="1110" y="449"/>
                  </a:lnTo>
                  <a:lnTo>
                    <a:pt x="1111" y="449"/>
                  </a:lnTo>
                  <a:lnTo>
                    <a:pt x="1111" y="449"/>
                  </a:lnTo>
                  <a:lnTo>
                    <a:pt x="1111" y="449"/>
                  </a:lnTo>
                  <a:lnTo>
                    <a:pt x="1111" y="449"/>
                  </a:lnTo>
                  <a:lnTo>
                    <a:pt x="1112" y="449"/>
                  </a:lnTo>
                  <a:lnTo>
                    <a:pt x="1112" y="449"/>
                  </a:lnTo>
                  <a:lnTo>
                    <a:pt x="1113" y="449"/>
                  </a:lnTo>
                  <a:lnTo>
                    <a:pt x="1113" y="449"/>
                  </a:lnTo>
                  <a:lnTo>
                    <a:pt x="1113" y="449"/>
                  </a:lnTo>
                  <a:lnTo>
                    <a:pt x="1113" y="449"/>
                  </a:lnTo>
                  <a:lnTo>
                    <a:pt x="1114" y="449"/>
                  </a:lnTo>
                  <a:lnTo>
                    <a:pt x="1114" y="449"/>
                  </a:lnTo>
                  <a:lnTo>
                    <a:pt x="1114" y="449"/>
                  </a:lnTo>
                  <a:lnTo>
                    <a:pt x="1114" y="449"/>
                  </a:lnTo>
                  <a:lnTo>
                    <a:pt x="1115" y="449"/>
                  </a:lnTo>
                  <a:lnTo>
                    <a:pt x="1115" y="449"/>
                  </a:lnTo>
                  <a:lnTo>
                    <a:pt x="1115" y="450"/>
                  </a:lnTo>
                  <a:lnTo>
                    <a:pt x="1116" y="450"/>
                  </a:lnTo>
                  <a:lnTo>
                    <a:pt x="1116" y="450"/>
                  </a:lnTo>
                  <a:lnTo>
                    <a:pt x="1116" y="450"/>
                  </a:lnTo>
                  <a:lnTo>
                    <a:pt x="1117" y="450"/>
                  </a:lnTo>
                  <a:lnTo>
                    <a:pt x="1117" y="450"/>
                  </a:lnTo>
                  <a:lnTo>
                    <a:pt x="1117" y="450"/>
                  </a:lnTo>
                  <a:lnTo>
                    <a:pt x="1117" y="450"/>
                  </a:lnTo>
                  <a:lnTo>
                    <a:pt x="1118" y="450"/>
                  </a:lnTo>
                  <a:lnTo>
                    <a:pt x="1118" y="450"/>
                  </a:lnTo>
                  <a:lnTo>
                    <a:pt x="1118" y="450"/>
                  </a:lnTo>
                  <a:lnTo>
                    <a:pt x="1119" y="450"/>
                  </a:lnTo>
                  <a:lnTo>
                    <a:pt x="1119" y="450"/>
                  </a:lnTo>
                  <a:lnTo>
                    <a:pt x="1119" y="450"/>
                  </a:lnTo>
                  <a:lnTo>
                    <a:pt x="1119" y="450"/>
                  </a:lnTo>
                  <a:lnTo>
                    <a:pt x="1120" y="450"/>
                  </a:lnTo>
                  <a:lnTo>
                    <a:pt x="1120" y="450"/>
                  </a:lnTo>
                  <a:lnTo>
                    <a:pt x="1120" y="450"/>
                  </a:lnTo>
                  <a:lnTo>
                    <a:pt x="1120" y="450"/>
                  </a:lnTo>
                  <a:lnTo>
                    <a:pt x="1121" y="450"/>
                  </a:lnTo>
                  <a:lnTo>
                    <a:pt x="1121" y="450"/>
                  </a:lnTo>
                  <a:lnTo>
                    <a:pt x="1122" y="450"/>
                  </a:lnTo>
                  <a:lnTo>
                    <a:pt x="1122" y="450"/>
                  </a:lnTo>
                  <a:lnTo>
                    <a:pt x="1122" y="450"/>
                  </a:lnTo>
                  <a:lnTo>
                    <a:pt x="1122" y="450"/>
                  </a:lnTo>
                  <a:lnTo>
                    <a:pt x="1123" y="450"/>
                  </a:lnTo>
                  <a:lnTo>
                    <a:pt x="1123" y="450"/>
                  </a:lnTo>
                  <a:lnTo>
                    <a:pt x="1123" y="450"/>
                  </a:lnTo>
                  <a:lnTo>
                    <a:pt x="1123" y="450"/>
                  </a:lnTo>
                  <a:lnTo>
                    <a:pt x="1124" y="449"/>
                  </a:lnTo>
                  <a:lnTo>
                    <a:pt x="1124" y="449"/>
                  </a:lnTo>
                  <a:lnTo>
                    <a:pt x="1124" y="449"/>
                  </a:lnTo>
                  <a:lnTo>
                    <a:pt x="1125" y="449"/>
                  </a:lnTo>
                  <a:lnTo>
                    <a:pt x="1125" y="448"/>
                  </a:lnTo>
                  <a:lnTo>
                    <a:pt x="1125" y="448"/>
                  </a:lnTo>
                  <a:lnTo>
                    <a:pt x="1125" y="448"/>
                  </a:lnTo>
                  <a:lnTo>
                    <a:pt x="1126" y="448"/>
                  </a:lnTo>
                  <a:lnTo>
                    <a:pt x="1126" y="447"/>
                  </a:lnTo>
                  <a:lnTo>
                    <a:pt x="1126" y="447"/>
                  </a:lnTo>
                  <a:lnTo>
                    <a:pt x="1127" y="447"/>
                  </a:lnTo>
                  <a:lnTo>
                    <a:pt x="1127" y="447"/>
                  </a:lnTo>
                  <a:lnTo>
                    <a:pt x="1127" y="447"/>
                  </a:lnTo>
                  <a:lnTo>
                    <a:pt x="1128" y="446"/>
                  </a:lnTo>
                  <a:lnTo>
                    <a:pt x="1128" y="446"/>
                  </a:lnTo>
                  <a:lnTo>
                    <a:pt x="1128" y="446"/>
                  </a:lnTo>
                  <a:lnTo>
                    <a:pt x="1128" y="446"/>
                  </a:lnTo>
                  <a:lnTo>
                    <a:pt x="1129" y="445"/>
                  </a:lnTo>
                  <a:lnTo>
                    <a:pt x="1129" y="445"/>
                  </a:lnTo>
                  <a:lnTo>
                    <a:pt x="1129" y="445"/>
                  </a:lnTo>
                  <a:lnTo>
                    <a:pt x="1129" y="444"/>
                  </a:lnTo>
                  <a:lnTo>
                    <a:pt x="1130" y="444"/>
                  </a:lnTo>
                  <a:lnTo>
                    <a:pt x="1130" y="444"/>
                  </a:lnTo>
                  <a:lnTo>
                    <a:pt x="1131" y="444"/>
                  </a:lnTo>
                  <a:lnTo>
                    <a:pt x="1131" y="444"/>
                  </a:lnTo>
                  <a:lnTo>
                    <a:pt x="1131" y="443"/>
                  </a:lnTo>
                  <a:lnTo>
                    <a:pt x="1131" y="443"/>
                  </a:lnTo>
                  <a:lnTo>
                    <a:pt x="1132" y="443"/>
                  </a:lnTo>
                  <a:lnTo>
                    <a:pt x="1132" y="443"/>
                  </a:lnTo>
                  <a:lnTo>
                    <a:pt x="1132" y="443"/>
                  </a:lnTo>
                  <a:lnTo>
                    <a:pt x="1132" y="443"/>
                  </a:lnTo>
                  <a:lnTo>
                    <a:pt x="1133" y="443"/>
                  </a:lnTo>
                  <a:lnTo>
                    <a:pt x="1133" y="443"/>
                  </a:lnTo>
                  <a:lnTo>
                    <a:pt x="1133" y="442"/>
                  </a:lnTo>
                  <a:lnTo>
                    <a:pt x="1134" y="442"/>
                  </a:lnTo>
                  <a:lnTo>
                    <a:pt x="1134" y="442"/>
                  </a:lnTo>
                  <a:lnTo>
                    <a:pt x="1134" y="442"/>
                  </a:lnTo>
                  <a:lnTo>
                    <a:pt x="1134" y="441"/>
                  </a:lnTo>
                  <a:lnTo>
                    <a:pt x="1135" y="441"/>
                  </a:lnTo>
                  <a:lnTo>
                    <a:pt x="1135" y="441"/>
                  </a:lnTo>
                  <a:lnTo>
                    <a:pt x="1135" y="441"/>
                  </a:lnTo>
                  <a:lnTo>
                    <a:pt x="1135" y="441"/>
                  </a:lnTo>
                  <a:lnTo>
                    <a:pt x="1136" y="441"/>
                  </a:lnTo>
                  <a:lnTo>
                    <a:pt x="1136" y="441"/>
                  </a:lnTo>
                  <a:lnTo>
                    <a:pt x="1137" y="441"/>
                  </a:lnTo>
                  <a:lnTo>
                    <a:pt x="1137" y="441"/>
                  </a:lnTo>
                  <a:lnTo>
                    <a:pt x="1137" y="440"/>
                  </a:lnTo>
                  <a:lnTo>
                    <a:pt x="1137" y="440"/>
                  </a:lnTo>
                  <a:lnTo>
                    <a:pt x="1138" y="440"/>
                  </a:lnTo>
                  <a:lnTo>
                    <a:pt x="1138" y="440"/>
                  </a:lnTo>
                  <a:lnTo>
                    <a:pt x="1138" y="440"/>
                  </a:lnTo>
                  <a:lnTo>
                    <a:pt x="1138" y="440"/>
                  </a:lnTo>
                  <a:lnTo>
                    <a:pt x="1139" y="440"/>
                  </a:lnTo>
                  <a:lnTo>
                    <a:pt x="1139" y="440"/>
                  </a:lnTo>
                  <a:lnTo>
                    <a:pt x="1139" y="440"/>
                  </a:lnTo>
                  <a:lnTo>
                    <a:pt x="1140" y="440"/>
                  </a:lnTo>
                  <a:lnTo>
                    <a:pt x="1140" y="440"/>
                  </a:lnTo>
                  <a:lnTo>
                    <a:pt x="1140" y="439"/>
                  </a:lnTo>
                  <a:lnTo>
                    <a:pt x="1141" y="439"/>
                  </a:lnTo>
                  <a:lnTo>
                    <a:pt x="1141" y="440"/>
                  </a:lnTo>
                  <a:lnTo>
                    <a:pt x="1141" y="440"/>
                  </a:lnTo>
                  <a:lnTo>
                    <a:pt x="1141" y="440"/>
                  </a:lnTo>
                  <a:lnTo>
                    <a:pt x="1142" y="440"/>
                  </a:lnTo>
                  <a:lnTo>
                    <a:pt x="1142" y="440"/>
                  </a:lnTo>
                  <a:lnTo>
                    <a:pt x="1142" y="440"/>
                  </a:lnTo>
                  <a:lnTo>
                    <a:pt x="1143" y="440"/>
                  </a:lnTo>
                  <a:lnTo>
                    <a:pt x="1143" y="440"/>
                  </a:lnTo>
                  <a:lnTo>
                    <a:pt x="1143" y="440"/>
                  </a:lnTo>
                  <a:lnTo>
                    <a:pt x="1143" y="441"/>
                  </a:lnTo>
                  <a:lnTo>
                    <a:pt x="1144" y="441"/>
                  </a:lnTo>
                  <a:lnTo>
                    <a:pt x="1144" y="441"/>
                  </a:lnTo>
                  <a:lnTo>
                    <a:pt x="1144" y="441"/>
                  </a:lnTo>
                  <a:lnTo>
                    <a:pt x="1144" y="441"/>
                  </a:lnTo>
                  <a:lnTo>
                    <a:pt x="1145" y="441"/>
                  </a:lnTo>
                  <a:lnTo>
                    <a:pt x="1145" y="441"/>
                  </a:lnTo>
                  <a:lnTo>
                    <a:pt x="1146" y="441"/>
                  </a:lnTo>
                  <a:lnTo>
                    <a:pt x="1146" y="441"/>
                  </a:lnTo>
                  <a:lnTo>
                    <a:pt x="1146" y="442"/>
                  </a:lnTo>
                  <a:lnTo>
                    <a:pt x="1146" y="442"/>
                  </a:lnTo>
                  <a:lnTo>
                    <a:pt x="1147" y="442"/>
                  </a:lnTo>
                  <a:lnTo>
                    <a:pt x="1147" y="442"/>
                  </a:lnTo>
                  <a:lnTo>
                    <a:pt x="1147" y="443"/>
                  </a:lnTo>
                  <a:lnTo>
                    <a:pt x="1148" y="443"/>
                  </a:lnTo>
                  <a:lnTo>
                    <a:pt x="1148" y="443"/>
                  </a:lnTo>
                  <a:lnTo>
                    <a:pt x="1148" y="443"/>
                  </a:lnTo>
                  <a:lnTo>
                    <a:pt x="1148" y="443"/>
                  </a:lnTo>
                  <a:lnTo>
                    <a:pt x="1149" y="443"/>
                  </a:lnTo>
                  <a:lnTo>
                    <a:pt x="1149" y="443"/>
                  </a:lnTo>
                  <a:lnTo>
                    <a:pt x="1149" y="443"/>
                  </a:lnTo>
                  <a:lnTo>
                    <a:pt x="1149" y="443"/>
                  </a:lnTo>
                  <a:lnTo>
                    <a:pt x="1150" y="443"/>
                  </a:lnTo>
                  <a:lnTo>
                    <a:pt x="1150" y="443"/>
                  </a:lnTo>
                  <a:lnTo>
                    <a:pt x="1151" y="443"/>
                  </a:lnTo>
                  <a:lnTo>
                    <a:pt x="1151" y="443"/>
                  </a:lnTo>
                  <a:lnTo>
                    <a:pt x="1151" y="443"/>
                  </a:lnTo>
                  <a:lnTo>
                    <a:pt x="1151" y="443"/>
                  </a:lnTo>
                  <a:lnTo>
                    <a:pt x="1152" y="443"/>
                  </a:lnTo>
                  <a:lnTo>
                    <a:pt x="1152" y="443"/>
                  </a:lnTo>
                  <a:lnTo>
                    <a:pt x="1152" y="443"/>
                  </a:lnTo>
                  <a:lnTo>
                    <a:pt x="1152" y="444"/>
                  </a:lnTo>
                  <a:lnTo>
                    <a:pt x="1153" y="444"/>
                  </a:lnTo>
                  <a:lnTo>
                    <a:pt x="1153" y="444"/>
                  </a:lnTo>
                  <a:lnTo>
                    <a:pt x="1153" y="444"/>
                  </a:lnTo>
                  <a:lnTo>
                    <a:pt x="1154" y="444"/>
                  </a:lnTo>
                  <a:lnTo>
                    <a:pt x="1154" y="444"/>
                  </a:lnTo>
                  <a:lnTo>
                    <a:pt x="1154" y="444"/>
                  </a:lnTo>
                  <a:lnTo>
                    <a:pt x="1155" y="444"/>
                  </a:lnTo>
                  <a:lnTo>
                    <a:pt x="1155" y="444"/>
                  </a:lnTo>
                  <a:lnTo>
                    <a:pt x="1155" y="444"/>
                  </a:lnTo>
                  <a:lnTo>
                    <a:pt x="1155" y="444"/>
                  </a:lnTo>
                  <a:lnTo>
                    <a:pt x="1156" y="444"/>
                  </a:lnTo>
                  <a:lnTo>
                    <a:pt x="1156" y="444"/>
                  </a:lnTo>
                  <a:lnTo>
                    <a:pt x="1156" y="444"/>
                  </a:lnTo>
                  <a:lnTo>
                    <a:pt x="1157" y="444"/>
                  </a:lnTo>
                  <a:lnTo>
                    <a:pt x="1157" y="444"/>
                  </a:lnTo>
                  <a:lnTo>
                    <a:pt x="1157" y="444"/>
                  </a:lnTo>
                  <a:lnTo>
                    <a:pt x="1157" y="444"/>
                  </a:lnTo>
                  <a:lnTo>
                    <a:pt x="1158" y="444"/>
                  </a:lnTo>
                  <a:lnTo>
                    <a:pt x="1158" y="444"/>
                  </a:lnTo>
                  <a:lnTo>
                    <a:pt x="1158" y="444"/>
                  </a:lnTo>
                  <a:lnTo>
                    <a:pt x="1158" y="444"/>
                  </a:lnTo>
                  <a:lnTo>
                    <a:pt x="1159" y="444"/>
                  </a:lnTo>
                  <a:lnTo>
                    <a:pt x="1159" y="444"/>
                  </a:lnTo>
                  <a:lnTo>
                    <a:pt x="1160" y="444"/>
                  </a:lnTo>
                  <a:lnTo>
                    <a:pt x="1160" y="444"/>
                  </a:lnTo>
                  <a:lnTo>
                    <a:pt x="1160" y="444"/>
                  </a:lnTo>
                  <a:lnTo>
                    <a:pt x="1160" y="444"/>
                  </a:lnTo>
                  <a:lnTo>
                    <a:pt x="1161" y="444"/>
                  </a:lnTo>
                  <a:lnTo>
                    <a:pt x="1161" y="443"/>
                  </a:lnTo>
                  <a:lnTo>
                    <a:pt x="1161" y="443"/>
                  </a:lnTo>
                  <a:lnTo>
                    <a:pt x="1161" y="443"/>
                  </a:lnTo>
                  <a:lnTo>
                    <a:pt x="1162" y="443"/>
                  </a:lnTo>
                  <a:lnTo>
                    <a:pt x="1162" y="443"/>
                  </a:lnTo>
                  <a:lnTo>
                    <a:pt x="1162" y="443"/>
                  </a:lnTo>
                  <a:lnTo>
                    <a:pt x="1163" y="443"/>
                  </a:lnTo>
                  <a:lnTo>
                    <a:pt x="1163" y="443"/>
                  </a:lnTo>
                  <a:lnTo>
                    <a:pt x="1163" y="443"/>
                  </a:lnTo>
                  <a:lnTo>
                    <a:pt x="1163" y="443"/>
                  </a:lnTo>
                  <a:lnTo>
                    <a:pt x="1164" y="443"/>
                  </a:lnTo>
                  <a:lnTo>
                    <a:pt x="1164" y="443"/>
                  </a:lnTo>
                  <a:lnTo>
                    <a:pt x="1164" y="443"/>
                  </a:lnTo>
                  <a:lnTo>
                    <a:pt x="1165" y="443"/>
                  </a:lnTo>
                  <a:lnTo>
                    <a:pt x="1165" y="443"/>
                  </a:lnTo>
                  <a:lnTo>
                    <a:pt x="1165" y="443"/>
                  </a:lnTo>
                  <a:lnTo>
                    <a:pt x="1166" y="443"/>
                  </a:lnTo>
                  <a:lnTo>
                    <a:pt x="1166" y="443"/>
                  </a:lnTo>
                  <a:lnTo>
                    <a:pt x="1166" y="443"/>
                  </a:lnTo>
                  <a:lnTo>
                    <a:pt x="1166" y="443"/>
                  </a:lnTo>
                  <a:lnTo>
                    <a:pt x="1167" y="443"/>
                  </a:lnTo>
                  <a:lnTo>
                    <a:pt x="1167" y="443"/>
                  </a:lnTo>
                  <a:lnTo>
                    <a:pt x="1167" y="443"/>
                  </a:lnTo>
                  <a:lnTo>
                    <a:pt x="1167" y="443"/>
                  </a:lnTo>
                  <a:lnTo>
                    <a:pt x="1168" y="443"/>
                  </a:lnTo>
                  <a:lnTo>
                    <a:pt x="1168" y="443"/>
                  </a:lnTo>
                  <a:lnTo>
                    <a:pt x="1169" y="443"/>
                  </a:lnTo>
                  <a:lnTo>
                    <a:pt x="1169" y="443"/>
                  </a:lnTo>
                  <a:lnTo>
                    <a:pt x="1169" y="443"/>
                  </a:lnTo>
                  <a:lnTo>
                    <a:pt x="1169" y="443"/>
                  </a:lnTo>
                  <a:lnTo>
                    <a:pt x="1170" y="443"/>
                  </a:lnTo>
                  <a:lnTo>
                    <a:pt x="1170" y="443"/>
                  </a:lnTo>
                  <a:lnTo>
                    <a:pt x="1170" y="443"/>
                  </a:lnTo>
                  <a:lnTo>
                    <a:pt x="1170" y="444"/>
                  </a:lnTo>
                  <a:lnTo>
                    <a:pt x="1171" y="444"/>
                  </a:lnTo>
                  <a:lnTo>
                    <a:pt x="1171" y="444"/>
                  </a:lnTo>
                  <a:lnTo>
                    <a:pt x="1171" y="444"/>
                  </a:lnTo>
                  <a:lnTo>
                    <a:pt x="1172" y="444"/>
                  </a:lnTo>
                  <a:lnTo>
                    <a:pt x="1172" y="444"/>
                  </a:lnTo>
                  <a:lnTo>
                    <a:pt x="1172" y="444"/>
                  </a:lnTo>
                  <a:lnTo>
                    <a:pt x="1172" y="445"/>
                  </a:lnTo>
                  <a:lnTo>
                    <a:pt x="1173" y="445"/>
                  </a:lnTo>
                  <a:lnTo>
                    <a:pt x="1173" y="445"/>
                  </a:lnTo>
                  <a:lnTo>
                    <a:pt x="1173" y="445"/>
                  </a:lnTo>
                  <a:lnTo>
                    <a:pt x="1173" y="445"/>
                  </a:lnTo>
                  <a:lnTo>
                    <a:pt x="1174" y="446"/>
                  </a:lnTo>
                  <a:lnTo>
                    <a:pt x="1174" y="446"/>
                  </a:lnTo>
                  <a:lnTo>
                    <a:pt x="1175" y="446"/>
                  </a:lnTo>
                  <a:lnTo>
                    <a:pt x="1175" y="446"/>
                  </a:lnTo>
                  <a:lnTo>
                    <a:pt x="1175" y="447"/>
                  </a:lnTo>
                  <a:lnTo>
                    <a:pt x="1175" y="447"/>
                  </a:lnTo>
                  <a:lnTo>
                    <a:pt x="1176" y="447"/>
                  </a:lnTo>
                  <a:lnTo>
                    <a:pt x="1176" y="447"/>
                  </a:lnTo>
                  <a:lnTo>
                    <a:pt x="1176" y="447"/>
                  </a:lnTo>
                  <a:lnTo>
                    <a:pt x="1176" y="447"/>
                  </a:lnTo>
                  <a:lnTo>
                    <a:pt x="1177" y="448"/>
                  </a:lnTo>
                  <a:lnTo>
                    <a:pt x="1177" y="448"/>
                  </a:lnTo>
                  <a:lnTo>
                    <a:pt x="1178" y="448"/>
                  </a:lnTo>
                  <a:lnTo>
                    <a:pt x="1178" y="448"/>
                  </a:lnTo>
                  <a:lnTo>
                    <a:pt x="1178" y="449"/>
                  </a:lnTo>
                  <a:lnTo>
                    <a:pt x="1178" y="449"/>
                  </a:lnTo>
                  <a:lnTo>
                    <a:pt x="1179" y="449"/>
                  </a:lnTo>
                  <a:lnTo>
                    <a:pt x="1179" y="450"/>
                  </a:lnTo>
                  <a:lnTo>
                    <a:pt x="1179" y="450"/>
                  </a:lnTo>
                  <a:lnTo>
                    <a:pt x="1179" y="450"/>
                  </a:lnTo>
                  <a:lnTo>
                    <a:pt x="1180" y="450"/>
                  </a:lnTo>
                  <a:lnTo>
                    <a:pt x="1180" y="450"/>
                  </a:lnTo>
                  <a:lnTo>
                    <a:pt x="1180" y="451"/>
                  </a:lnTo>
                  <a:lnTo>
                    <a:pt x="1181" y="451"/>
                  </a:lnTo>
                  <a:lnTo>
                    <a:pt x="1181" y="452"/>
                  </a:lnTo>
                  <a:lnTo>
                    <a:pt x="1181" y="452"/>
                  </a:lnTo>
                  <a:lnTo>
                    <a:pt x="1181" y="452"/>
                  </a:lnTo>
                  <a:lnTo>
                    <a:pt x="1182" y="452"/>
                  </a:lnTo>
                  <a:lnTo>
                    <a:pt x="1182" y="452"/>
                  </a:lnTo>
                  <a:lnTo>
                    <a:pt x="1182" y="453"/>
                  </a:lnTo>
                  <a:lnTo>
                    <a:pt x="1182" y="453"/>
                  </a:lnTo>
                  <a:lnTo>
                    <a:pt x="1183" y="453"/>
                  </a:lnTo>
                  <a:lnTo>
                    <a:pt x="1183" y="453"/>
                  </a:lnTo>
                  <a:lnTo>
                    <a:pt x="1184" y="454"/>
                  </a:lnTo>
                  <a:lnTo>
                    <a:pt x="1184" y="454"/>
                  </a:lnTo>
                  <a:lnTo>
                    <a:pt x="1184" y="454"/>
                  </a:lnTo>
                  <a:lnTo>
                    <a:pt x="1184" y="454"/>
                  </a:lnTo>
                  <a:lnTo>
                    <a:pt x="1185" y="455"/>
                  </a:lnTo>
                  <a:lnTo>
                    <a:pt x="1185" y="455"/>
                  </a:lnTo>
                  <a:lnTo>
                    <a:pt x="1185" y="455"/>
                  </a:lnTo>
                  <a:lnTo>
                    <a:pt x="1185" y="455"/>
                  </a:lnTo>
                  <a:lnTo>
                    <a:pt x="1186" y="456"/>
                  </a:lnTo>
                  <a:lnTo>
                    <a:pt x="1186" y="456"/>
                  </a:lnTo>
                  <a:lnTo>
                    <a:pt x="1186" y="456"/>
                  </a:lnTo>
                  <a:lnTo>
                    <a:pt x="1187" y="456"/>
                  </a:lnTo>
                  <a:lnTo>
                    <a:pt x="1187" y="456"/>
                  </a:lnTo>
                  <a:lnTo>
                    <a:pt x="1187" y="456"/>
                  </a:lnTo>
                  <a:lnTo>
                    <a:pt x="1188" y="456"/>
                  </a:lnTo>
                  <a:lnTo>
                    <a:pt x="1188" y="457"/>
                  </a:lnTo>
                  <a:lnTo>
                    <a:pt x="1188" y="457"/>
                  </a:lnTo>
                  <a:lnTo>
                    <a:pt x="1188" y="458"/>
                  </a:lnTo>
                  <a:lnTo>
                    <a:pt x="1189" y="458"/>
                  </a:lnTo>
                  <a:lnTo>
                    <a:pt x="1189" y="458"/>
                  </a:lnTo>
                  <a:lnTo>
                    <a:pt x="1189" y="458"/>
                  </a:lnTo>
                  <a:lnTo>
                    <a:pt x="1190" y="458"/>
                  </a:lnTo>
                  <a:lnTo>
                    <a:pt x="1190" y="458"/>
                  </a:lnTo>
                  <a:lnTo>
                    <a:pt x="1190" y="458"/>
                  </a:lnTo>
                  <a:lnTo>
                    <a:pt x="1190" y="458"/>
                  </a:lnTo>
                  <a:lnTo>
                    <a:pt x="1191" y="458"/>
                  </a:lnTo>
                  <a:lnTo>
                    <a:pt x="1191" y="458"/>
                  </a:lnTo>
                  <a:lnTo>
                    <a:pt x="1191" y="458"/>
                  </a:lnTo>
                  <a:lnTo>
                    <a:pt x="1191" y="458"/>
                  </a:lnTo>
                  <a:lnTo>
                    <a:pt x="1192" y="458"/>
                  </a:lnTo>
                  <a:lnTo>
                    <a:pt x="1192" y="458"/>
                  </a:lnTo>
                  <a:lnTo>
                    <a:pt x="1193" y="458"/>
                  </a:lnTo>
                  <a:lnTo>
                    <a:pt x="1193" y="458"/>
                  </a:lnTo>
                  <a:lnTo>
                    <a:pt x="1193" y="458"/>
                  </a:lnTo>
                  <a:lnTo>
                    <a:pt x="1193" y="458"/>
                  </a:lnTo>
                  <a:lnTo>
                    <a:pt x="1194" y="458"/>
                  </a:lnTo>
                  <a:lnTo>
                    <a:pt x="1194" y="458"/>
                  </a:lnTo>
                  <a:lnTo>
                    <a:pt x="1194" y="458"/>
                  </a:lnTo>
                  <a:lnTo>
                    <a:pt x="1194" y="458"/>
                  </a:lnTo>
                  <a:lnTo>
                    <a:pt x="1195" y="458"/>
                  </a:lnTo>
                  <a:lnTo>
                    <a:pt x="1195" y="458"/>
                  </a:lnTo>
                  <a:lnTo>
                    <a:pt x="1195" y="458"/>
                  </a:lnTo>
                  <a:lnTo>
                    <a:pt x="1196" y="458"/>
                  </a:lnTo>
                  <a:lnTo>
                    <a:pt x="1196" y="458"/>
                  </a:lnTo>
                  <a:lnTo>
                    <a:pt x="1196" y="458"/>
                  </a:lnTo>
                  <a:lnTo>
                    <a:pt x="1196" y="457"/>
                  </a:lnTo>
                  <a:lnTo>
                    <a:pt x="1197" y="457"/>
                  </a:lnTo>
                  <a:lnTo>
                    <a:pt x="1197" y="457"/>
                  </a:lnTo>
                  <a:lnTo>
                    <a:pt x="1197" y="457"/>
                  </a:lnTo>
                  <a:lnTo>
                    <a:pt x="1198" y="457"/>
                  </a:lnTo>
                  <a:lnTo>
                    <a:pt x="1198" y="457"/>
                  </a:lnTo>
                  <a:lnTo>
                    <a:pt x="1198" y="456"/>
                  </a:lnTo>
                  <a:lnTo>
                    <a:pt x="1199" y="456"/>
                  </a:lnTo>
                  <a:lnTo>
                    <a:pt x="1199" y="456"/>
                  </a:lnTo>
                  <a:lnTo>
                    <a:pt x="1199" y="456"/>
                  </a:lnTo>
                  <a:lnTo>
                    <a:pt x="1199" y="456"/>
                  </a:lnTo>
                  <a:lnTo>
                    <a:pt x="1200" y="456"/>
                  </a:lnTo>
                  <a:lnTo>
                    <a:pt x="1200" y="457"/>
                  </a:lnTo>
                  <a:lnTo>
                    <a:pt x="1200" y="457"/>
                  </a:lnTo>
                  <a:lnTo>
                    <a:pt x="1200" y="457"/>
                  </a:lnTo>
                  <a:lnTo>
                    <a:pt x="1201" y="457"/>
                  </a:lnTo>
                  <a:lnTo>
                    <a:pt x="1201" y="457"/>
                  </a:lnTo>
                  <a:lnTo>
                    <a:pt x="1202" y="457"/>
                  </a:lnTo>
                  <a:lnTo>
                    <a:pt x="1202" y="457"/>
                  </a:lnTo>
                  <a:lnTo>
                    <a:pt x="1202" y="457"/>
                  </a:lnTo>
                  <a:lnTo>
                    <a:pt x="1202" y="457"/>
                  </a:lnTo>
                  <a:lnTo>
                    <a:pt x="1203" y="457"/>
                  </a:lnTo>
                  <a:lnTo>
                    <a:pt x="1203" y="457"/>
                  </a:lnTo>
                  <a:lnTo>
                    <a:pt x="1203" y="457"/>
                  </a:lnTo>
                  <a:lnTo>
                    <a:pt x="1203" y="457"/>
                  </a:lnTo>
                  <a:lnTo>
                    <a:pt x="1204" y="457"/>
                  </a:lnTo>
                  <a:lnTo>
                    <a:pt x="1204" y="457"/>
                  </a:lnTo>
                  <a:lnTo>
                    <a:pt x="1204" y="457"/>
                  </a:lnTo>
                  <a:lnTo>
                    <a:pt x="1205" y="457"/>
                  </a:lnTo>
                  <a:lnTo>
                    <a:pt x="1205" y="457"/>
                  </a:lnTo>
                  <a:lnTo>
                    <a:pt x="1205" y="457"/>
                  </a:lnTo>
                  <a:lnTo>
                    <a:pt x="1205" y="457"/>
                  </a:lnTo>
                  <a:lnTo>
                    <a:pt x="1206" y="457"/>
                  </a:lnTo>
                  <a:lnTo>
                    <a:pt x="1206" y="457"/>
                  </a:lnTo>
                  <a:lnTo>
                    <a:pt x="1206" y="458"/>
                  </a:lnTo>
                  <a:lnTo>
                    <a:pt x="1206" y="458"/>
                  </a:lnTo>
                  <a:lnTo>
                    <a:pt x="1207" y="458"/>
                  </a:lnTo>
                  <a:lnTo>
                    <a:pt x="1207" y="458"/>
                  </a:lnTo>
                  <a:lnTo>
                    <a:pt x="1208" y="458"/>
                  </a:lnTo>
                  <a:lnTo>
                    <a:pt x="1208" y="458"/>
                  </a:lnTo>
                  <a:lnTo>
                    <a:pt x="1208" y="458"/>
                  </a:lnTo>
                  <a:lnTo>
                    <a:pt x="1208" y="458"/>
                  </a:lnTo>
                  <a:lnTo>
                    <a:pt x="1209" y="458"/>
                  </a:lnTo>
                  <a:lnTo>
                    <a:pt x="1209" y="458"/>
                  </a:lnTo>
                  <a:lnTo>
                    <a:pt x="1209" y="458"/>
                  </a:lnTo>
                  <a:lnTo>
                    <a:pt x="1209" y="458"/>
                  </a:lnTo>
                  <a:lnTo>
                    <a:pt x="1210" y="458"/>
                  </a:lnTo>
                  <a:lnTo>
                    <a:pt x="1210" y="459"/>
                  </a:lnTo>
                  <a:lnTo>
                    <a:pt x="1210" y="459"/>
                  </a:lnTo>
                  <a:lnTo>
                    <a:pt x="1211" y="459"/>
                  </a:lnTo>
                  <a:lnTo>
                    <a:pt x="1211" y="459"/>
                  </a:lnTo>
                  <a:lnTo>
                    <a:pt x="1211" y="459"/>
                  </a:lnTo>
                  <a:lnTo>
                    <a:pt x="1212" y="459"/>
                  </a:lnTo>
                  <a:lnTo>
                    <a:pt x="1212" y="459"/>
                  </a:lnTo>
                  <a:lnTo>
                    <a:pt x="1212" y="460"/>
                  </a:lnTo>
                  <a:lnTo>
                    <a:pt x="1212" y="460"/>
                  </a:lnTo>
                  <a:lnTo>
                    <a:pt x="1213" y="460"/>
                  </a:lnTo>
                  <a:lnTo>
                    <a:pt x="1213" y="460"/>
                  </a:lnTo>
                  <a:lnTo>
                    <a:pt x="1213" y="460"/>
                  </a:lnTo>
                  <a:lnTo>
                    <a:pt x="1214" y="460"/>
                  </a:lnTo>
                  <a:lnTo>
                    <a:pt x="1214" y="461"/>
                  </a:lnTo>
                  <a:lnTo>
                    <a:pt x="1214" y="461"/>
                  </a:lnTo>
                  <a:lnTo>
                    <a:pt x="1214" y="461"/>
                  </a:lnTo>
                  <a:lnTo>
                    <a:pt x="1215" y="461"/>
                  </a:lnTo>
                  <a:lnTo>
                    <a:pt x="1215" y="461"/>
                  </a:lnTo>
                  <a:lnTo>
                    <a:pt x="1216" y="461"/>
                  </a:lnTo>
                  <a:lnTo>
                    <a:pt x="1216" y="461"/>
                  </a:lnTo>
                  <a:lnTo>
                    <a:pt x="1216" y="461"/>
                  </a:lnTo>
                  <a:lnTo>
                    <a:pt x="1216" y="461"/>
                  </a:lnTo>
                  <a:lnTo>
                    <a:pt x="1217" y="462"/>
                  </a:lnTo>
                  <a:lnTo>
                    <a:pt x="1217" y="462"/>
                  </a:lnTo>
                  <a:lnTo>
                    <a:pt x="1217" y="462"/>
                  </a:lnTo>
                  <a:lnTo>
                    <a:pt x="1217" y="462"/>
                  </a:lnTo>
                  <a:lnTo>
                    <a:pt x="1218" y="462"/>
                  </a:lnTo>
                  <a:lnTo>
                    <a:pt x="1218" y="462"/>
                  </a:lnTo>
                  <a:lnTo>
                    <a:pt x="1218" y="462"/>
                  </a:lnTo>
                  <a:lnTo>
                    <a:pt x="1219" y="462"/>
                  </a:lnTo>
                  <a:lnTo>
                    <a:pt x="1219" y="462"/>
                  </a:lnTo>
                  <a:lnTo>
                    <a:pt x="1219" y="462"/>
                  </a:lnTo>
                  <a:lnTo>
                    <a:pt x="1219" y="462"/>
                  </a:lnTo>
                  <a:lnTo>
                    <a:pt x="1220" y="462"/>
                  </a:lnTo>
                  <a:lnTo>
                    <a:pt x="1220" y="463"/>
                  </a:lnTo>
                  <a:lnTo>
                    <a:pt x="1220" y="463"/>
                  </a:lnTo>
                  <a:lnTo>
                    <a:pt x="1220" y="463"/>
                  </a:lnTo>
                  <a:lnTo>
                    <a:pt x="1221" y="463"/>
                  </a:lnTo>
                  <a:lnTo>
                    <a:pt x="1221" y="463"/>
                  </a:lnTo>
                  <a:lnTo>
                    <a:pt x="1222" y="464"/>
                  </a:lnTo>
                  <a:lnTo>
                    <a:pt x="1222" y="464"/>
                  </a:lnTo>
                  <a:lnTo>
                    <a:pt x="1222" y="464"/>
                  </a:lnTo>
                  <a:lnTo>
                    <a:pt x="1222" y="464"/>
                  </a:lnTo>
                  <a:lnTo>
                    <a:pt x="1223" y="464"/>
                  </a:lnTo>
                  <a:lnTo>
                    <a:pt x="1223" y="464"/>
                  </a:lnTo>
                  <a:lnTo>
                    <a:pt x="1223" y="464"/>
                  </a:lnTo>
                  <a:lnTo>
                    <a:pt x="1223" y="464"/>
                  </a:lnTo>
                  <a:lnTo>
                    <a:pt x="1224" y="464"/>
                  </a:lnTo>
                  <a:lnTo>
                    <a:pt x="1224" y="465"/>
                  </a:lnTo>
                  <a:lnTo>
                    <a:pt x="1225" y="465"/>
                  </a:lnTo>
                  <a:lnTo>
                    <a:pt x="1225" y="465"/>
                  </a:lnTo>
                  <a:lnTo>
                    <a:pt x="1225" y="465"/>
                  </a:lnTo>
                  <a:lnTo>
                    <a:pt x="1225" y="465"/>
                  </a:lnTo>
                  <a:lnTo>
                    <a:pt x="1226" y="465"/>
                  </a:lnTo>
                  <a:lnTo>
                    <a:pt x="1226" y="465"/>
                  </a:lnTo>
                  <a:lnTo>
                    <a:pt x="1226" y="465"/>
                  </a:lnTo>
                  <a:lnTo>
                    <a:pt x="1226" y="465"/>
                  </a:lnTo>
                  <a:lnTo>
                    <a:pt x="1227" y="465"/>
                  </a:lnTo>
                  <a:lnTo>
                    <a:pt x="1227" y="465"/>
                  </a:lnTo>
                  <a:lnTo>
                    <a:pt x="1227" y="465"/>
                  </a:lnTo>
                  <a:lnTo>
                    <a:pt x="1228" y="465"/>
                  </a:lnTo>
                  <a:lnTo>
                    <a:pt x="1228" y="465"/>
                  </a:lnTo>
                  <a:lnTo>
                    <a:pt x="1228" y="465"/>
                  </a:lnTo>
                  <a:lnTo>
                    <a:pt x="1228" y="465"/>
                  </a:lnTo>
                  <a:lnTo>
                    <a:pt x="1229" y="465"/>
                  </a:lnTo>
                  <a:lnTo>
                    <a:pt x="1229" y="465"/>
                  </a:lnTo>
                  <a:lnTo>
                    <a:pt x="1229" y="465"/>
                  </a:lnTo>
                  <a:lnTo>
                    <a:pt x="1229" y="465"/>
                  </a:lnTo>
                  <a:lnTo>
                    <a:pt x="1230" y="465"/>
                  </a:lnTo>
                  <a:lnTo>
                    <a:pt x="1230" y="465"/>
                  </a:lnTo>
                  <a:lnTo>
                    <a:pt x="1231" y="465"/>
                  </a:lnTo>
                  <a:lnTo>
                    <a:pt x="1231" y="465"/>
                  </a:lnTo>
                  <a:lnTo>
                    <a:pt x="1231" y="465"/>
                  </a:lnTo>
                  <a:lnTo>
                    <a:pt x="1231" y="465"/>
                  </a:lnTo>
                  <a:lnTo>
                    <a:pt x="1232" y="465"/>
                  </a:lnTo>
                  <a:lnTo>
                    <a:pt x="1232" y="465"/>
                  </a:lnTo>
                  <a:lnTo>
                    <a:pt x="1232" y="466"/>
                  </a:lnTo>
                  <a:lnTo>
                    <a:pt x="1232" y="466"/>
                  </a:lnTo>
                  <a:lnTo>
                    <a:pt x="1233" y="466"/>
                  </a:lnTo>
                  <a:lnTo>
                    <a:pt x="1233" y="467"/>
                  </a:lnTo>
                  <a:lnTo>
                    <a:pt x="1233" y="467"/>
                  </a:lnTo>
                  <a:lnTo>
                    <a:pt x="1234" y="467"/>
                  </a:lnTo>
                  <a:lnTo>
                    <a:pt x="1234" y="467"/>
                  </a:lnTo>
                  <a:lnTo>
                    <a:pt x="1234" y="467"/>
                  </a:lnTo>
                  <a:lnTo>
                    <a:pt x="1235" y="467"/>
                  </a:lnTo>
                  <a:lnTo>
                    <a:pt x="1235" y="468"/>
                  </a:lnTo>
                  <a:lnTo>
                    <a:pt x="1235" y="468"/>
                  </a:lnTo>
                  <a:lnTo>
                    <a:pt x="1235" y="468"/>
                  </a:lnTo>
                  <a:lnTo>
                    <a:pt x="1236" y="468"/>
                  </a:lnTo>
                  <a:lnTo>
                    <a:pt x="1236" y="468"/>
                  </a:lnTo>
                  <a:lnTo>
                    <a:pt x="1236" y="469"/>
                  </a:lnTo>
                  <a:lnTo>
                    <a:pt x="1237" y="469"/>
                  </a:lnTo>
                  <a:lnTo>
                    <a:pt x="1237" y="469"/>
                  </a:lnTo>
                  <a:lnTo>
                    <a:pt x="1237" y="469"/>
                  </a:lnTo>
                  <a:lnTo>
                    <a:pt x="1237" y="469"/>
                  </a:lnTo>
                  <a:lnTo>
                    <a:pt x="1238" y="469"/>
                  </a:lnTo>
                  <a:lnTo>
                    <a:pt x="1238" y="469"/>
                  </a:lnTo>
                  <a:lnTo>
                    <a:pt x="1238" y="469"/>
                  </a:lnTo>
                  <a:lnTo>
                    <a:pt x="1238" y="470"/>
                  </a:lnTo>
                  <a:lnTo>
                    <a:pt x="1239" y="470"/>
                  </a:lnTo>
                  <a:lnTo>
                    <a:pt x="1239" y="470"/>
                  </a:lnTo>
                  <a:lnTo>
                    <a:pt x="1240" y="470"/>
                  </a:lnTo>
                  <a:lnTo>
                    <a:pt x="1240" y="470"/>
                  </a:lnTo>
                  <a:lnTo>
                    <a:pt x="1240" y="470"/>
                  </a:lnTo>
                  <a:lnTo>
                    <a:pt x="1240" y="471"/>
                  </a:lnTo>
                  <a:lnTo>
                    <a:pt x="1241" y="471"/>
                  </a:lnTo>
                  <a:lnTo>
                    <a:pt x="1241" y="471"/>
                  </a:lnTo>
                  <a:lnTo>
                    <a:pt x="1241" y="471"/>
                  </a:lnTo>
                  <a:lnTo>
                    <a:pt x="1241" y="471"/>
                  </a:lnTo>
                  <a:lnTo>
                    <a:pt x="1242" y="471"/>
                  </a:lnTo>
                  <a:lnTo>
                    <a:pt x="1242" y="471"/>
                  </a:lnTo>
                  <a:lnTo>
                    <a:pt x="1242" y="471"/>
                  </a:lnTo>
                  <a:lnTo>
                    <a:pt x="1243" y="471"/>
                  </a:lnTo>
                  <a:lnTo>
                    <a:pt x="1243" y="471"/>
                  </a:lnTo>
                  <a:lnTo>
                    <a:pt x="1243" y="471"/>
                  </a:lnTo>
                  <a:lnTo>
                    <a:pt x="1243" y="471"/>
                  </a:lnTo>
                  <a:lnTo>
                    <a:pt x="1244" y="471"/>
                  </a:lnTo>
                  <a:lnTo>
                    <a:pt x="1244" y="471"/>
                  </a:lnTo>
                  <a:lnTo>
                    <a:pt x="1244" y="471"/>
                  </a:lnTo>
                  <a:lnTo>
                    <a:pt x="1245" y="471"/>
                  </a:lnTo>
                  <a:lnTo>
                    <a:pt x="1245" y="471"/>
                  </a:lnTo>
                  <a:lnTo>
                    <a:pt x="1245" y="471"/>
                  </a:lnTo>
                  <a:lnTo>
                    <a:pt x="1246" y="471"/>
                  </a:lnTo>
                  <a:lnTo>
                    <a:pt x="1246" y="471"/>
                  </a:lnTo>
                  <a:lnTo>
                    <a:pt x="1246" y="471"/>
                  </a:lnTo>
                  <a:lnTo>
                    <a:pt x="1246" y="471"/>
                  </a:lnTo>
                  <a:lnTo>
                    <a:pt x="1247" y="471"/>
                  </a:lnTo>
                  <a:lnTo>
                    <a:pt x="1247" y="471"/>
                  </a:lnTo>
                  <a:lnTo>
                    <a:pt x="1247" y="471"/>
                  </a:lnTo>
                  <a:lnTo>
                    <a:pt x="1247" y="471"/>
                  </a:lnTo>
                  <a:lnTo>
                    <a:pt x="1248" y="471"/>
                  </a:lnTo>
                  <a:lnTo>
                    <a:pt x="1248" y="471"/>
                  </a:lnTo>
                  <a:lnTo>
                    <a:pt x="1249" y="471"/>
                  </a:lnTo>
                  <a:lnTo>
                    <a:pt x="1249" y="471"/>
                  </a:lnTo>
                  <a:lnTo>
                    <a:pt x="1249" y="471"/>
                  </a:lnTo>
                  <a:lnTo>
                    <a:pt x="1249" y="471"/>
                  </a:lnTo>
                  <a:lnTo>
                    <a:pt x="1250" y="471"/>
                  </a:lnTo>
                  <a:lnTo>
                    <a:pt x="1250" y="471"/>
                  </a:lnTo>
                  <a:lnTo>
                    <a:pt x="1250" y="471"/>
                  </a:lnTo>
                  <a:lnTo>
                    <a:pt x="1250" y="471"/>
                  </a:lnTo>
                  <a:lnTo>
                    <a:pt x="1251" y="471"/>
                  </a:lnTo>
                  <a:lnTo>
                    <a:pt x="1251" y="471"/>
                  </a:lnTo>
                  <a:lnTo>
                    <a:pt x="1251" y="470"/>
                  </a:lnTo>
                  <a:lnTo>
                    <a:pt x="1252" y="470"/>
                  </a:lnTo>
                  <a:lnTo>
                    <a:pt x="1252" y="470"/>
                  </a:lnTo>
                  <a:lnTo>
                    <a:pt x="1252" y="470"/>
                  </a:lnTo>
                  <a:lnTo>
                    <a:pt x="1252" y="470"/>
                  </a:lnTo>
                  <a:lnTo>
                    <a:pt x="1253" y="470"/>
                  </a:lnTo>
                  <a:lnTo>
                    <a:pt x="1253" y="470"/>
                  </a:lnTo>
                  <a:lnTo>
                    <a:pt x="1253" y="469"/>
                  </a:lnTo>
                  <a:lnTo>
                    <a:pt x="1253" y="469"/>
                  </a:lnTo>
                  <a:lnTo>
                    <a:pt x="1254" y="469"/>
                  </a:lnTo>
                  <a:lnTo>
                    <a:pt x="1254" y="469"/>
                  </a:lnTo>
                  <a:lnTo>
                    <a:pt x="1255" y="469"/>
                  </a:lnTo>
                  <a:lnTo>
                    <a:pt x="1255" y="469"/>
                  </a:lnTo>
                  <a:lnTo>
                    <a:pt x="1255" y="468"/>
                  </a:lnTo>
                  <a:lnTo>
                    <a:pt x="1255" y="468"/>
                  </a:lnTo>
                  <a:lnTo>
                    <a:pt x="1256" y="468"/>
                  </a:lnTo>
                  <a:lnTo>
                    <a:pt x="1256" y="468"/>
                  </a:lnTo>
                  <a:lnTo>
                    <a:pt x="1256" y="467"/>
                  </a:lnTo>
                  <a:lnTo>
                    <a:pt x="1256" y="467"/>
                  </a:lnTo>
                  <a:lnTo>
                    <a:pt x="1257" y="467"/>
                  </a:lnTo>
                  <a:lnTo>
                    <a:pt x="1257" y="467"/>
                  </a:lnTo>
                  <a:lnTo>
                    <a:pt x="1257" y="467"/>
                  </a:lnTo>
                  <a:lnTo>
                    <a:pt x="1258" y="467"/>
                  </a:lnTo>
                  <a:lnTo>
                    <a:pt x="1258" y="466"/>
                  </a:lnTo>
                  <a:lnTo>
                    <a:pt x="1258" y="466"/>
                  </a:lnTo>
                  <a:lnTo>
                    <a:pt x="1259" y="466"/>
                  </a:lnTo>
                  <a:lnTo>
                    <a:pt x="1259" y="465"/>
                  </a:lnTo>
                  <a:lnTo>
                    <a:pt x="1259" y="465"/>
                  </a:lnTo>
                  <a:lnTo>
                    <a:pt x="1259" y="465"/>
                  </a:lnTo>
                  <a:lnTo>
                    <a:pt x="1260" y="465"/>
                  </a:lnTo>
                  <a:lnTo>
                    <a:pt x="1260" y="465"/>
                  </a:lnTo>
                  <a:lnTo>
                    <a:pt x="1260" y="465"/>
                  </a:lnTo>
                  <a:lnTo>
                    <a:pt x="1261" y="465"/>
                  </a:lnTo>
                  <a:lnTo>
                    <a:pt x="1261" y="465"/>
                  </a:lnTo>
                  <a:lnTo>
                    <a:pt x="1261" y="464"/>
                  </a:lnTo>
                  <a:lnTo>
                    <a:pt x="1261" y="464"/>
                  </a:lnTo>
                  <a:lnTo>
                    <a:pt x="1262" y="464"/>
                  </a:lnTo>
                  <a:lnTo>
                    <a:pt x="1262" y="464"/>
                  </a:lnTo>
                  <a:lnTo>
                    <a:pt x="1262" y="464"/>
                  </a:lnTo>
                  <a:lnTo>
                    <a:pt x="1262" y="464"/>
                  </a:lnTo>
                  <a:lnTo>
                    <a:pt x="1263" y="463"/>
                  </a:lnTo>
                  <a:lnTo>
                    <a:pt x="1263" y="463"/>
                  </a:lnTo>
                  <a:lnTo>
                    <a:pt x="1264" y="463"/>
                  </a:lnTo>
                  <a:lnTo>
                    <a:pt x="1264" y="463"/>
                  </a:lnTo>
                  <a:lnTo>
                    <a:pt x="1264" y="463"/>
                  </a:lnTo>
                  <a:lnTo>
                    <a:pt x="1264" y="463"/>
                  </a:lnTo>
                  <a:lnTo>
                    <a:pt x="1265" y="463"/>
                  </a:lnTo>
                  <a:lnTo>
                    <a:pt x="1265" y="463"/>
                  </a:lnTo>
                  <a:lnTo>
                    <a:pt x="1265" y="463"/>
                  </a:lnTo>
                  <a:lnTo>
                    <a:pt x="1265" y="463"/>
                  </a:lnTo>
                  <a:lnTo>
                    <a:pt x="1266" y="463"/>
                  </a:lnTo>
                  <a:lnTo>
                    <a:pt x="1266" y="462"/>
                  </a:lnTo>
                  <a:lnTo>
                    <a:pt x="1266" y="462"/>
                  </a:lnTo>
                  <a:lnTo>
                    <a:pt x="1267" y="462"/>
                  </a:lnTo>
                  <a:lnTo>
                    <a:pt x="1267" y="462"/>
                  </a:lnTo>
                  <a:lnTo>
                    <a:pt x="1267" y="462"/>
                  </a:lnTo>
                  <a:lnTo>
                    <a:pt x="1267" y="462"/>
                  </a:lnTo>
                  <a:lnTo>
                    <a:pt x="1268" y="462"/>
                  </a:lnTo>
                  <a:lnTo>
                    <a:pt x="1268" y="462"/>
                  </a:lnTo>
                  <a:lnTo>
                    <a:pt x="1268" y="462"/>
                  </a:lnTo>
                  <a:lnTo>
                    <a:pt x="1269" y="462"/>
                  </a:lnTo>
                  <a:lnTo>
                    <a:pt x="1269" y="462"/>
                  </a:lnTo>
                  <a:lnTo>
                    <a:pt x="1269" y="462"/>
                  </a:lnTo>
                  <a:lnTo>
                    <a:pt x="1270" y="462"/>
                  </a:lnTo>
                  <a:lnTo>
                    <a:pt x="1270" y="462"/>
                  </a:lnTo>
                  <a:lnTo>
                    <a:pt x="1270" y="462"/>
                  </a:lnTo>
                  <a:lnTo>
                    <a:pt x="1270" y="462"/>
                  </a:lnTo>
                  <a:lnTo>
                    <a:pt x="1271" y="462"/>
                  </a:lnTo>
                  <a:lnTo>
                    <a:pt x="1271" y="462"/>
                  </a:lnTo>
                  <a:lnTo>
                    <a:pt x="1271" y="462"/>
                  </a:lnTo>
                  <a:lnTo>
                    <a:pt x="1271" y="462"/>
                  </a:lnTo>
                  <a:lnTo>
                    <a:pt x="1272" y="462"/>
                  </a:lnTo>
                  <a:lnTo>
                    <a:pt x="1272" y="462"/>
                  </a:lnTo>
                  <a:lnTo>
                    <a:pt x="1273" y="462"/>
                  </a:lnTo>
                  <a:lnTo>
                    <a:pt x="1273" y="462"/>
                  </a:lnTo>
                  <a:lnTo>
                    <a:pt x="1273" y="462"/>
                  </a:lnTo>
                  <a:lnTo>
                    <a:pt x="1273" y="462"/>
                  </a:lnTo>
                  <a:lnTo>
                    <a:pt x="1274" y="462"/>
                  </a:lnTo>
                  <a:lnTo>
                    <a:pt x="1274" y="462"/>
                  </a:lnTo>
                  <a:lnTo>
                    <a:pt x="1274" y="462"/>
                  </a:lnTo>
                  <a:lnTo>
                    <a:pt x="1274" y="462"/>
                  </a:lnTo>
                  <a:lnTo>
                    <a:pt x="1275" y="462"/>
                  </a:lnTo>
                  <a:lnTo>
                    <a:pt x="1275" y="462"/>
                  </a:lnTo>
                  <a:lnTo>
                    <a:pt x="1275" y="462"/>
                  </a:lnTo>
                  <a:lnTo>
                    <a:pt x="1276" y="462"/>
                  </a:lnTo>
                  <a:lnTo>
                    <a:pt x="1276" y="462"/>
                  </a:lnTo>
                  <a:lnTo>
                    <a:pt x="1276" y="462"/>
                  </a:lnTo>
                  <a:lnTo>
                    <a:pt x="1276" y="462"/>
                  </a:lnTo>
                  <a:lnTo>
                    <a:pt x="1277" y="462"/>
                  </a:lnTo>
                  <a:lnTo>
                    <a:pt x="1277" y="462"/>
                  </a:lnTo>
                  <a:lnTo>
                    <a:pt x="1277" y="462"/>
                  </a:lnTo>
                  <a:lnTo>
                    <a:pt x="1277" y="461"/>
                  </a:lnTo>
                  <a:lnTo>
                    <a:pt x="1278" y="461"/>
                  </a:lnTo>
                  <a:lnTo>
                    <a:pt x="1278" y="461"/>
                  </a:lnTo>
                  <a:lnTo>
                    <a:pt x="1279" y="461"/>
                  </a:lnTo>
                  <a:lnTo>
                    <a:pt x="1279" y="461"/>
                  </a:lnTo>
                  <a:lnTo>
                    <a:pt x="1279" y="461"/>
                  </a:lnTo>
                  <a:lnTo>
                    <a:pt x="1279" y="461"/>
                  </a:lnTo>
                  <a:lnTo>
                    <a:pt x="1280" y="461"/>
                  </a:lnTo>
                  <a:lnTo>
                    <a:pt x="1280" y="460"/>
                  </a:lnTo>
                  <a:lnTo>
                    <a:pt x="1280" y="460"/>
                  </a:lnTo>
                  <a:lnTo>
                    <a:pt x="1280" y="460"/>
                  </a:lnTo>
                  <a:lnTo>
                    <a:pt x="1281" y="460"/>
                  </a:lnTo>
                  <a:lnTo>
                    <a:pt x="1281" y="460"/>
                  </a:lnTo>
                  <a:lnTo>
                    <a:pt x="1282" y="460"/>
                  </a:lnTo>
                  <a:lnTo>
                    <a:pt x="1282" y="460"/>
                  </a:lnTo>
                  <a:lnTo>
                    <a:pt x="1282" y="460"/>
                  </a:lnTo>
                  <a:lnTo>
                    <a:pt x="1282" y="459"/>
                  </a:lnTo>
                  <a:lnTo>
                    <a:pt x="1283" y="459"/>
                  </a:lnTo>
                  <a:lnTo>
                    <a:pt x="1283" y="459"/>
                  </a:lnTo>
                  <a:lnTo>
                    <a:pt x="1283" y="459"/>
                  </a:lnTo>
                  <a:lnTo>
                    <a:pt x="1284" y="459"/>
                  </a:lnTo>
                  <a:lnTo>
                    <a:pt x="1284" y="459"/>
                  </a:lnTo>
                  <a:lnTo>
                    <a:pt x="1284" y="459"/>
                  </a:lnTo>
                  <a:lnTo>
                    <a:pt x="1284" y="459"/>
                  </a:lnTo>
                  <a:lnTo>
                    <a:pt x="1285" y="459"/>
                  </a:lnTo>
                  <a:lnTo>
                    <a:pt x="1285" y="459"/>
                  </a:lnTo>
                  <a:lnTo>
                    <a:pt x="1285" y="459"/>
                  </a:lnTo>
                  <a:lnTo>
                    <a:pt x="1285" y="459"/>
                  </a:lnTo>
                  <a:lnTo>
                    <a:pt x="1286" y="459"/>
                  </a:lnTo>
                  <a:lnTo>
                    <a:pt x="1286" y="459"/>
                  </a:lnTo>
                  <a:lnTo>
                    <a:pt x="1287" y="459"/>
                  </a:lnTo>
                  <a:lnTo>
                    <a:pt x="1287" y="460"/>
                  </a:lnTo>
                  <a:lnTo>
                    <a:pt x="1287" y="460"/>
                  </a:lnTo>
                  <a:lnTo>
                    <a:pt x="1287" y="460"/>
                  </a:lnTo>
                  <a:lnTo>
                    <a:pt x="1288" y="460"/>
                  </a:lnTo>
                  <a:lnTo>
                    <a:pt x="1288" y="460"/>
                  </a:lnTo>
                  <a:lnTo>
                    <a:pt x="1288" y="460"/>
                  </a:lnTo>
                  <a:lnTo>
                    <a:pt x="1288" y="460"/>
                  </a:lnTo>
                  <a:lnTo>
                    <a:pt x="1289" y="460"/>
                  </a:lnTo>
                  <a:lnTo>
                    <a:pt x="1289" y="460"/>
                  </a:lnTo>
                  <a:lnTo>
                    <a:pt x="1289" y="460"/>
                  </a:lnTo>
                  <a:lnTo>
                    <a:pt x="1290" y="460"/>
                  </a:lnTo>
                  <a:lnTo>
                    <a:pt x="1290" y="460"/>
                  </a:lnTo>
                  <a:lnTo>
                    <a:pt x="1290" y="460"/>
                  </a:lnTo>
                  <a:lnTo>
                    <a:pt x="1290" y="460"/>
                  </a:lnTo>
                  <a:lnTo>
                    <a:pt x="1291" y="460"/>
                  </a:lnTo>
                  <a:lnTo>
                    <a:pt x="1291" y="460"/>
                  </a:lnTo>
                  <a:lnTo>
                    <a:pt x="1291" y="460"/>
                  </a:lnTo>
                  <a:lnTo>
                    <a:pt x="1292" y="460"/>
                  </a:lnTo>
                  <a:lnTo>
                    <a:pt x="1292" y="460"/>
                  </a:lnTo>
                  <a:lnTo>
                    <a:pt x="1292" y="459"/>
                  </a:lnTo>
                  <a:lnTo>
                    <a:pt x="1293" y="459"/>
                  </a:lnTo>
                  <a:lnTo>
                    <a:pt x="1293" y="459"/>
                  </a:lnTo>
                  <a:lnTo>
                    <a:pt x="1293" y="459"/>
                  </a:lnTo>
                  <a:lnTo>
                    <a:pt x="1293" y="459"/>
                  </a:lnTo>
                  <a:lnTo>
                    <a:pt x="1294" y="459"/>
                  </a:lnTo>
                  <a:lnTo>
                    <a:pt x="1294" y="459"/>
                  </a:lnTo>
                  <a:lnTo>
                    <a:pt x="1294" y="459"/>
                  </a:lnTo>
                  <a:lnTo>
                    <a:pt x="1294" y="459"/>
                  </a:lnTo>
                  <a:lnTo>
                    <a:pt x="1295" y="459"/>
                  </a:lnTo>
                  <a:lnTo>
                    <a:pt x="1295" y="459"/>
                  </a:lnTo>
                  <a:lnTo>
                    <a:pt x="1296" y="459"/>
                  </a:lnTo>
                  <a:lnTo>
                    <a:pt x="1296" y="459"/>
                  </a:lnTo>
                  <a:lnTo>
                    <a:pt x="1296" y="459"/>
                  </a:lnTo>
                  <a:lnTo>
                    <a:pt x="1296" y="459"/>
                  </a:lnTo>
                  <a:lnTo>
                    <a:pt x="1297" y="459"/>
                  </a:lnTo>
                  <a:lnTo>
                    <a:pt x="1297" y="459"/>
                  </a:lnTo>
                  <a:lnTo>
                    <a:pt x="1297" y="459"/>
                  </a:lnTo>
                  <a:lnTo>
                    <a:pt x="1297" y="459"/>
                  </a:lnTo>
                  <a:lnTo>
                    <a:pt x="1298" y="459"/>
                  </a:lnTo>
                  <a:lnTo>
                    <a:pt x="1298" y="459"/>
                  </a:lnTo>
                  <a:lnTo>
                    <a:pt x="1298" y="459"/>
                  </a:lnTo>
                  <a:lnTo>
                    <a:pt x="1299" y="459"/>
                  </a:lnTo>
                  <a:lnTo>
                    <a:pt x="1299" y="459"/>
                  </a:lnTo>
                  <a:lnTo>
                    <a:pt x="1299" y="459"/>
                  </a:lnTo>
                  <a:lnTo>
                    <a:pt x="1299" y="459"/>
                  </a:lnTo>
                  <a:lnTo>
                    <a:pt x="1300" y="458"/>
                  </a:lnTo>
                  <a:lnTo>
                    <a:pt x="1300" y="458"/>
                  </a:lnTo>
                  <a:lnTo>
                    <a:pt x="1300" y="458"/>
                  </a:lnTo>
                  <a:lnTo>
                    <a:pt x="1300" y="458"/>
                  </a:lnTo>
                  <a:lnTo>
                    <a:pt x="1301" y="458"/>
                  </a:lnTo>
                  <a:lnTo>
                    <a:pt x="1301" y="458"/>
                  </a:lnTo>
                  <a:lnTo>
                    <a:pt x="1302" y="458"/>
                  </a:lnTo>
                  <a:lnTo>
                    <a:pt x="1302" y="458"/>
                  </a:lnTo>
                  <a:lnTo>
                    <a:pt x="1302" y="458"/>
                  </a:lnTo>
                  <a:lnTo>
                    <a:pt x="1302" y="458"/>
                  </a:lnTo>
                  <a:lnTo>
                    <a:pt x="1303" y="457"/>
                  </a:lnTo>
                  <a:lnTo>
                    <a:pt x="1303" y="457"/>
                  </a:lnTo>
                  <a:lnTo>
                    <a:pt x="1303" y="457"/>
                  </a:lnTo>
                  <a:lnTo>
                    <a:pt x="1303" y="457"/>
                  </a:lnTo>
                  <a:lnTo>
                    <a:pt x="1304" y="456"/>
                  </a:lnTo>
                  <a:lnTo>
                    <a:pt x="1304" y="456"/>
                  </a:lnTo>
                  <a:lnTo>
                    <a:pt x="1304" y="456"/>
                  </a:lnTo>
                  <a:lnTo>
                    <a:pt x="1305" y="456"/>
                  </a:lnTo>
                  <a:lnTo>
                    <a:pt x="1305" y="456"/>
                  </a:lnTo>
                  <a:lnTo>
                    <a:pt x="1305" y="456"/>
                  </a:lnTo>
                  <a:lnTo>
                    <a:pt x="1306" y="456"/>
                  </a:lnTo>
                  <a:lnTo>
                    <a:pt x="1306" y="456"/>
                  </a:lnTo>
                  <a:lnTo>
                    <a:pt x="1306" y="456"/>
                  </a:lnTo>
                  <a:lnTo>
                    <a:pt x="1306" y="456"/>
                  </a:lnTo>
                  <a:lnTo>
                    <a:pt x="1307" y="456"/>
                  </a:lnTo>
                  <a:lnTo>
                    <a:pt x="1307" y="456"/>
                  </a:lnTo>
                  <a:lnTo>
                    <a:pt x="1307" y="456"/>
                  </a:lnTo>
                  <a:lnTo>
                    <a:pt x="1308" y="456"/>
                  </a:lnTo>
                  <a:lnTo>
                    <a:pt x="1308" y="456"/>
                  </a:lnTo>
                  <a:lnTo>
                    <a:pt x="1308" y="456"/>
                  </a:lnTo>
                  <a:lnTo>
                    <a:pt x="1308" y="456"/>
                  </a:lnTo>
                  <a:lnTo>
                    <a:pt x="1309" y="456"/>
                  </a:lnTo>
                  <a:lnTo>
                    <a:pt x="1309" y="456"/>
                  </a:lnTo>
                  <a:lnTo>
                    <a:pt x="1309" y="456"/>
                  </a:lnTo>
                  <a:lnTo>
                    <a:pt x="1309" y="456"/>
                  </a:lnTo>
                  <a:lnTo>
                    <a:pt x="1310" y="456"/>
                  </a:lnTo>
                  <a:lnTo>
                    <a:pt x="1310" y="455"/>
                  </a:lnTo>
                  <a:lnTo>
                    <a:pt x="1311" y="455"/>
                  </a:lnTo>
                  <a:lnTo>
                    <a:pt x="1311" y="455"/>
                  </a:lnTo>
                  <a:lnTo>
                    <a:pt x="1311" y="455"/>
                  </a:lnTo>
                  <a:lnTo>
                    <a:pt x="1311" y="455"/>
                  </a:lnTo>
                  <a:lnTo>
                    <a:pt x="1312" y="455"/>
                  </a:lnTo>
                  <a:lnTo>
                    <a:pt x="1312" y="455"/>
                  </a:lnTo>
                  <a:lnTo>
                    <a:pt x="1312" y="455"/>
                  </a:lnTo>
                  <a:lnTo>
                    <a:pt x="1312" y="455"/>
                  </a:lnTo>
                  <a:lnTo>
                    <a:pt x="1313" y="455"/>
                  </a:lnTo>
                  <a:lnTo>
                    <a:pt x="1313" y="455"/>
                  </a:lnTo>
                  <a:lnTo>
                    <a:pt x="1313" y="455"/>
                  </a:lnTo>
                  <a:lnTo>
                    <a:pt x="1314" y="455"/>
                  </a:lnTo>
                  <a:lnTo>
                    <a:pt x="1314" y="455"/>
                  </a:lnTo>
                  <a:lnTo>
                    <a:pt x="1314" y="455"/>
                  </a:lnTo>
                  <a:lnTo>
                    <a:pt x="1314" y="454"/>
                  </a:lnTo>
                  <a:lnTo>
                    <a:pt x="1315" y="454"/>
                  </a:lnTo>
                  <a:lnTo>
                    <a:pt x="1315" y="454"/>
                  </a:lnTo>
                  <a:lnTo>
                    <a:pt x="1315" y="454"/>
                  </a:lnTo>
                  <a:lnTo>
                    <a:pt x="1316" y="454"/>
                  </a:lnTo>
                  <a:lnTo>
                    <a:pt x="1316" y="454"/>
                  </a:lnTo>
                  <a:lnTo>
                    <a:pt x="1316" y="454"/>
                  </a:lnTo>
                  <a:lnTo>
                    <a:pt x="1317" y="454"/>
                  </a:lnTo>
                  <a:lnTo>
                    <a:pt x="1317" y="454"/>
                  </a:lnTo>
                  <a:lnTo>
                    <a:pt x="1317" y="454"/>
                  </a:lnTo>
                  <a:lnTo>
                    <a:pt x="1317" y="454"/>
                  </a:lnTo>
                  <a:lnTo>
                    <a:pt x="1318" y="454"/>
                  </a:lnTo>
                  <a:lnTo>
                    <a:pt x="1318" y="454"/>
                  </a:lnTo>
                  <a:lnTo>
                    <a:pt x="1318" y="454"/>
                  </a:lnTo>
                  <a:lnTo>
                    <a:pt x="1318" y="454"/>
                  </a:lnTo>
                  <a:lnTo>
                    <a:pt x="1319" y="454"/>
                  </a:lnTo>
                  <a:lnTo>
                    <a:pt x="1319" y="454"/>
                  </a:lnTo>
                  <a:lnTo>
                    <a:pt x="1320" y="454"/>
                  </a:lnTo>
                  <a:lnTo>
                    <a:pt x="1320" y="454"/>
                  </a:lnTo>
                  <a:lnTo>
                    <a:pt x="1320" y="454"/>
                  </a:lnTo>
                  <a:lnTo>
                    <a:pt x="1320" y="454"/>
                  </a:lnTo>
                  <a:lnTo>
                    <a:pt x="1321" y="454"/>
                  </a:lnTo>
                  <a:lnTo>
                    <a:pt x="1321" y="454"/>
                  </a:lnTo>
                  <a:lnTo>
                    <a:pt x="1321" y="454"/>
                  </a:lnTo>
                  <a:lnTo>
                    <a:pt x="1321" y="454"/>
                  </a:lnTo>
                  <a:lnTo>
                    <a:pt x="1322" y="454"/>
                  </a:lnTo>
                  <a:lnTo>
                    <a:pt x="1322" y="454"/>
                  </a:lnTo>
                  <a:lnTo>
                    <a:pt x="1322" y="454"/>
                  </a:lnTo>
                  <a:lnTo>
                    <a:pt x="1323" y="454"/>
                  </a:lnTo>
                  <a:lnTo>
                    <a:pt x="1323" y="454"/>
                  </a:lnTo>
                  <a:lnTo>
                    <a:pt x="1323" y="454"/>
                  </a:lnTo>
                  <a:lnTo>
                    <a:pt x="1323" y="454"/>
                  </a:lnTo>
                  <a:lnTo>
                    <a:pt x="1324" y="454"/>
                  </a:lnTo>
                  <a:lnTo>
                    <a:pt x="1324" y="454"/>
                  </a:lnTo>
                  <a:lnTo>
                    <a:pt x="1324" y="454"/>
                  </a:lnTo>
                  <a:lnTo>
                    <a:pt x="1324" y="454"/>
                  </a:lnTo>
                  <a:lnTo>
                    <a:pt x="1325" y="454"/>
                  </a:lnTo>
                  <a:lnTo>
                    <a:pt x="1325" y="454"/>
                  </a:lnTo>
                  <a:lnTo>
                    <a:pt x="1326" y="454"/>
                  </a:lnTo>
                  <a:lnTo>
                    <a:pt x="1326" y="454"/>
                  </a:lnTo>
                  <a:lnTo>
                    <a:pt x="1326" y="453"/>
                  </a:lnTo>
                  <a:lnTo>
                    <a:pt x="1326" y="453"/>
                  </a:lnTo>
                  <a:lnTo>
                    <a:pt x="1327" y="453"/>
                  </a:lnTo>
                  <a:lnTo>
                    <a:pt x="1327" y="453"/>
                  </a:lnTo>
                  <a:lnTo>
                    <a:pt x="1327" y="453"/>
                  </a:lnTo>
                  <a:lnTo>
                    <a:pt x="1327" y="453"/>
                  </a:lnTo>
                  <a:lnTo>
                    <a:pt x="1328" y="453"/>
                  </a:lnTo>
                  <a:lnTo>
                    <a:pt x="1328" y="453"/>
                  </a:lnTo>
                  <a:lnTo>
                    <a:pt x="1329" y="452"/>
                  </a:lnTo>
                  <a:lnTo>
                    <a:pt x="1329" y="452"/>
                  </a:lnTo>
                  <a:lnTo>
                    <a:pt x="1329" y="452"/>
                  </a:lnTo>
                  <a:lnTo>
                    <a:pt x="1329" y="452"/>
                  </a:lnTo>
                  <a:lnTo>
                    <a:pt x="1330" y="452"/>
                  </a:lnTo>
                  <a:lnTo>
                    <a:pt x="1330" y="452"/>
                  </a:lnTo>
                  <a:lnTo>
                    <a:pt x="1330" y="452"/>
                  </a:lnTo>
                  <a:lnTo>
                    <a:pt x="1330" y="452"/>
                  </a:lnTo>
                  <a:lnTo>
                    <a:pt x="1331" y="452"/>
                  </a:lnTo>
                  <a:lnTo>
                    <a:pt x="1331" y="452"/>
                  </a:lnTo>
                  <a:lnTo>
                    <a:pt x="1331" y="452"/>
                  </a:lnTo>
                  <a:lnTo>
                    <a:pt x="1332" y="452"/>
                  </a:lnTo>
                  <a:lnTo>
                    <a:pt x="1332" y="452"/>
                  </a:lnTo>
                  <a:lnTo>
                    <a:pt x="1332" y="452"/>
                  </a:lnTo>
                  <a:lnTo>
                    <a:pt x="1332" y="452"/>
                  </a:lnTo>
                  <a:lnTo>
                    <a:pt x="1333" y="452"/>
                  </a:lnTo>
                  <a:lnTo>
                    <a:pt x="1333" y="452"/>
                  </a:lnTo>
                  <a:lnTo>
                    <a:pt x="1333" y="452"/>
                  </a:lnTo>
                  <a:lnTo>
                    <a:pt x="1333" y="452"/>
                  </a:lnTo>
                  <a:lnTo>
                    <a:pt x="1334" y="452"/>
                  </a:lnTo>
                  <a:lnTo>
                    <a:pt x="1334" y="452"/>
                  </a:lnTo>
                  <a:lnTo>
                    <a:pt x="1335" y="452"/>
                  </a:lnTo>
                  <a:lnTo>
                    <a:pt x="1335" y="452"/>
                  </a:lnTo>
                  <a:lnTo>
                    <a:pt x="1335" y="452"/>
                  </a:lnTo>
                  <a:lnTo>
                    <a:pt x="1335" y="452"/>
                  </a:lnTo>
                  <a:lnTo>
                    <a:pt x="1336" y="452"/>
                  </a:lnTo>
                  <a:lnTo>
                    <a:pt x="1336" y="452"/>
                  </a:lnTo>
                  <a:lnTo>
                    <a:pt x="1336" y="452"/>
                  </a:lnTo>
                  <a:lnTo>
                    <a:pt x="1336" y="452"/>
                  </a:lnTo>
                  <a:lnTo>
                    <a:pt x="1337" y="452"/>
                  </a:lnTo>
                  <a:lnTo>
                    <a:pt x="1337" y="452"/>
                  </a:lnTo>
                  <a:lnTo>
                    <a:pt x="1337" y="452"/>
                  </a:lnTo>
                  <a:lnTo>
                    <a:pt x="1338" y="452"/>
                  </a:lnTo>
                  <a:lnTo>
                    <a:pt x="1338" y="452"/>
                  </a:lnTo>
                  <a:lnTo>
                    <a:pt x="1338" y="452"/>
                  </a:lnTo>
                  <a:lnTo>
                    <a:pt x="1339" y="452"/>
                  </a:lnTo>
                  <a:lnTo>
                    <a:pt x="1339" y="452"/>
                  </a:lnTo>
                  <a:lnTo>
                    <a:pt x="1339" y="452"/>
                  </a:lnTo>
                  <a:lnTo>
                    <a:pt x="1339" y="452"/>
                  </a:lnTo>
                  <a:lnTo>
                    <a:pt x="1340" y="452"/>
                  </a:lnTo>
                  <a:lnTo>
                    <a:pt x="1340" y="452"/>
                  </a:lnTo>
                  <a:lnTo>
                    <a:pt x="1340" y="452"/>
                  </a:lnTo>
                  <a:lnTo>
                    <a:pt x="1341" y="452"/>
                  </a:lnTo>
                  <a:lnTo>
                    <a:pt x="1341" y="452"/>
                  </a:lnTo>
                  <a:lnTo>
                    <a:pt x="1341" y="452"/>
                  </a:lnTo>
                  <a:lnTo>
                    <a:pt x="1341" y="452"/>
                  </a:lnTo>
                  <a:lnTo>
                    <a:pt x="1342" y="452"/>
                  </a:lnTo>
                  <a:lnTo>
                    <a:pt x="1342" y="452"/>
                  </a:lnTo>
                  <a:lnTo>
                    <a:pt x="1342" y="452"/>
                  </a:lnTo>
                  <a:lnTo>
                    <a:pt x="1342" y="452"/>
                  </a:lnTo>
                  <a:lnTo>
                    <a:pt x="1343" y="452"/>
                  </a:lnTo>
                  <a:lnTo>
                    <a:pt x="1343" y="452"/>
                  </a:lnTo>
                  <a:lnTo>
                    <a:pt x="1344" y="452"/>
                  </a:lnTo>
                  <a:lnTo>
                    <a:pt x="1344" y="452"/>
                  </a:lnTo>
                  <a:lnTo>
                    <a:pt x="1344" y="452"/>
                  </a:lnTo>
                  <a:lnTo>
                    <a:pt x="1344" y="452"/>
                  </a:lnTo>
                  <a:lnTo>
                    <a:pt x="1345" y="452"/>
                  </a:lnTo>
                  <a:lnTo>
                    <a:pt x="1345" y="452"/>
                  </a:lnTo>
                  <a:lnTo>
                    <a:pt x="1345" y="452"/>
                  </a:lnTo>
                  <a:lnTo>
                    <a:pt x="1345" y="452"/>
                  </a:lnTo>
                  <a:lnTo>
                    <a:pt x="1346" y="452"/>
                  </a:lnTo>
                  <a:lnTo>
                    <a:pt x="1346" y="452"/>
                  </a:lnTo>
                  <a:lnTo>
                    <a:pt x="1346" y="452"/>
                  </a:lnTo>
                  <a:lnTo>
                    <a:pt x="1347" y="452"/>
                  </a:lnTo>
                  <a:lnTo>
                    <a:pt x="1347" y="452"/>
                  </a:lnTo>
                  <a:lnTo>
                    <a:pt x="1347" y="452"/>
                  </a:lnTo>
                  <a:lnTo>
                    <a:pt x="1347" y="452"/>
                  </a:lnTo>
                  <a:lnTo>
                    <a:pt x="1348" y="452"/>
                  </a:lnTo>
                  <a:lnTo>
                    <a:pt x="1348" y="452"/>
                  </a:lnTo>
                  <a:lnTo>
                    <a:pt x="1348" y="452"/>
                  </a:lnTo>
                  <a:lnTo>
                    <a:pt x="1349" y="452"/>
                  </a:lnTo>
                  <a:lnTo>
                    <a:pt x="1349" y="452"/>
                  </a:lnTo>
                  <a:lnTo>
                    <a:pt x="1349" y="452"/>
                  </a:lnTo>
                  <a:lnTo>
                    <a:pt x="1350" y="452"/>
                  </a:lnTo>
                  <a:lnTo>
                    <a:pt x="1350" y="452"/>
                  </a:lnTo>
                  <a:lnTo>
                    <a:pt x="1350" y="452"/>
                  </a:lnTo>
                  <a:lnTo>
                    <a:pt x="1350" y="452"/>
                  </a:lnTo>
                  <a:lnTo>
                    <a:pt x="1351" y="452"/>
                  </a:lnTo>
                  <a:lnTo>
                    <a:pt x="1351" y="452"/>
                  </a:lnTo>
                  <a:lnTo>
                    <a:pt x="1351" y="452"/>
                  </a:lnTo>
                  <a:lnTo>
                    <a:pt x="1352" y="452"/>
                  </a:lnTo>
                  <a:lnTo>
                    <a:pt x="1352" y="452"/>
                  </a:lnTo>
                  <a:lnTo>
                    <a:pt x="1352" y="452"/>
                  </a:lnTo>
                  <a:lnTo>
                    <a:pt x="1353" y="452"/>
                  </a:lnTo>
                  <a:lnTo>
                    <a:pt x="1353" y="452"/>
                  </a:lnTo>
                  <a:lnTo>
                    <a:pt x="1353" y="452"/>
                  </a:lnTo>
                  <a:lnTo>
                    <a:pt x="1353" y="452"/>
                  </a:lnTo>
                  <a:lnTo>
                    <a:pt x="1354" y="452"/>
                  </a:lnTo>
                  <a:lnTo>
                    <a:pt x="1354" y="452"/>
                  </a:lnTo>
                  <a:lnTo>
                    <a:pt x="1354" y="452"/>
                  </a:lnTo>
                  <a:lnTo>
                    <a:pt x="1355" y="452"/>
                  </a:lnTo>
                  <a:lnTo>
                    <a:pt x="1355" y="452"/>
                  </a:lnTo>
                  <a:lnTo>
                    <a:pt x="1355" y="452"/>
                  </a:lnTo>
                  <a:lnTo>
                    <a:pt x="1355" y="452"/>
                  </a:lnTo>
                  <a:lnTo>
                    <a:pt x="1356" y="451"/>
                  </a:lnTo>
                  <a:lnTo>
                    <a:pt x="1356" y="451"/>
                  </a:lnTo>
                  <a:lnTo>
                    <a:pt x="1356" y="450"/>
                  </a:lnTo>
                  <a:lnTo>
                    <a:pt x="1356" y="450"/>
                  </a:lnTo>
                  <a:lnTo>
                    <a:pt x="1357" y="450"/>
                  </a:lnTo>
                  <a:lnTo>
                    <a:pt x="1357" y="450"/>
                  </a:lnTo>
                  <a:lnTo>
                    <a:pt x="1358" y="450"/>
                  </a:lnTo>
                  <a:lnTo>
                    <a:pt x="1358" y="450"/>
                  </a:lnTo>
                  <a:lnTo>
                    <a:pt x="1358" y="450"/>
                  </a:lnTo>
                  <a:lnTo>
                    <a:pt x="1358" y="450"/>
                  </a:lnTo>
                  <a:lnTo>
                    <a:pt x="1359" y="450"/>
                  </a:lnTo>
                  <a:lnTo>
                    <a:pt x="1359" y="449"/>
                  </a:lnTo>
                  <a:lnTo>
                    <a:pt x="1359" y="449"/>
                  </a:lnTo>
                  <a:lnTo>
                    <a:pt x="1359" y="449"/>
                  </a:lnTo>
                  <a:lnTo>
                    <a:pt x="1360" y="449"/>
                  </a:lnTo>
                  <a:lnTo>
                    <a:pt x="1360" y="449"/>
                  </a:lnTo>
                  <a:lnTo>
                    <a:pt x="1360" y="449"/>
                  </a:lnTo>
                  <a:lnTo>
                    <a:pt x="1361" y="449"/>
                  </a:lnTo>
                  <a:lnTo>
                    <a:pt x="1361" y="449"/>
                  </a:lnTo>
                  <a:lnTo>
                    <a:pt x="1361" y="449"/>
                  </a:lnTo>
                  <a:lnTo>
                    <a:pt x="1361" y="449"/>
                  </a:lnTo>
                  <a:lnTo>
                    <a:pt x="1362" y="448"/>
                  </a:lnTo>
                  <a:lnTo>
                    <a:pt x="1362" y="448"/>
                  </a:lnTo>
                  <a:lnTo>
                    <a:pt x="1362" y="449"/>
                  </a:lnTo>
                  <a:lnTo>
                    <a:pt x="1363" y="448"/>
                  </a:lnTo>
                  <a:lnTo>
                    <a:pt x="1363" y="448"/>
                  </a:lnTo>
                  <a:lnTo>
                    <a:pt x="1363" y="449"/>
                  </a:lnTo>
                  <a:lnTo>
                    <a:pt x="1364" y="449"/>
                  </a:lnTo>
                  <a:lnTo>
                    <a:pt x="1364" y="449"/>
                  </a:lnTo>
                  <a:lnTo>
                    <a:pt x="1364" y="449"/>
                  </a:lnTo>
                  <a:lnTo>
                    <a:pt x="1364" y="449"/>
                  </a:lnTo>
                  <a:lnTo>
                    <a:pt x="1365" y="449"/>
                  </a:lnTo>
                  <a:lnTo>
                    <a:pt x="1365" y="449"/>
                  </a:lnTo>
                  <a:lnTo>
                    <a:pt x="1365" y="449"/>
                  </a:lnTo>
                  <a:lnTo>
                    <a:pt x="1365" y="448"/>
                  </a:lnTo>
                  <a:lnTo>
                    <a:pt x="1366" y="448"/>
                  </a:lnTo>
                  <a:lnTo>
                    <a:pt x="1366" y="448"/>
                  </a:lnTo>
                  <a:lnTo>
                    <a:pt x="1367" y="448"/>
                  </a:lnTo>
                  <a:lnTo>
                    <a:pt x="1367" y="448"/>
                  </a:lnTo>
                  <a:lnTo>
                    <a:pt x="1367" y="448"/>
                  </a:lnTo>
                  <a:lnTo>
                    <a:pt x="1367" y="448"/>
                  </a:lnTo>
                  <a:lnTo>
                    <a:pt x="1368" y="448"/>
                  </a:lnTo>
                  <a:lnTo>
                    <a:pt x="1368" y="448"/>
                  </a:lnTo>
                  <a:lnTo>
                    <a:pt x="1368" y="448"/>
                  </a:lnTo>
                  <a:lnTo>
                    <a:pt x="1368" y="448"/>
                  </a:lnTo>
                  <a:lnTo>
                    <a:pt x="1369" y="448"/>
                  </a:lnTo>
                  <a:lnTo>
                    <a:pt x="1369" y="448"/>
                  </a:lnTo>
                  <a:lnTo>
                    <a:pt x="1369" y="448"/>
                  </a:lnTo>
                  <a:lnTo>
                    <a:pt x="1370" y="448"/>
                  </a:lnTo>
                  <a:lnTo>
                    <a:pt x="1370" y="448"/>
                  </a:lnTo>
                  <a:lnTo>
                    <a:pt x="1370" y="448"/>
                  </a:lnTo>
                  <a:lnTo>
                    <a:pt x="1370" y="448"/>
                  </a:lnTo>
                  <a:lnTo>
                    <a:pt x="1371" y="448"/>
                  </a:lnTo>
                  <a:lnTo>
                    <a:pt x="1371" y="448"/>
                  </a:lnTo>
                  <a:lnTo>
                    <a:pt x="1371" y="448"/>
                  </a:lnTo>
                  <a:lnTo>
                    <a:pt x="1371" y="448"/>
                  </a:lnTo>
                  <a:lnTo>
                    <a:pt x="1372" y="448"/>
                  </a:lnTo>
                  <a:lnTo>
                    <a:pt x="1372" y="448"/>
                  </a:lnTo>
                  <a:lnTo>
                    <a:pt x="1373" y="448"/>
                  </a:lnTo>
                  <a:lnTo>
                    <a:pt x="1373" y="448"/>
                  </a:lnTo>
                  <a:lnTo>
                    <a:pt x="1373" y="448"/>
                  </a:lnTo>
                  <a:lnTo>
                    <a:pt x="1373" y="448"/>
                  </a:lnTo>
                  <a:lnTo>
                    <a:pt x="1374" y="449"/>
                  </a:lnTo>
                  <a:lnTo>
                    <a:pt x="1374" y="449"/>
                  </a:lnTo>
                  <a:lnTo>
                    <a:pt x="1374" y="449"/>
                  </a:lnTo>
                  <a:lnTo>
                    <a:pt x="1374" y="449"/>
                  </a:lnTo>
                  <a:lnTo>
                    <a:pt x="1375" y="449"/>
                  </a:lnTo>
                  <a:lnTo>
                    <a:pt x="1375" y="449"/>
                  </a:lnTo>
                  <a:lnTo>
                    <a:pt x="1376" y="449"/>
                  </a:lnTo>
                  <a:lnTo>
                    <a:pt x="1376" y="449"/>
                  </a:lnTo>
                  <a:lnTo>
                    <a:pt x="1376" y="449"/>
                  </a:lnTo>
                  <a:lnTo>
                    <a:pt x="1376" y="449"/>
                  </a:lnTo>
                  <a:lnTo>
                    <a:pt x="1377" y="449"/>
                  </a:lnTo>
                  <a:lnTo>
                    <a:pt x="1377" y="449"/>
                  </a:lnTo>
                  <a:lnTo>
                    <a:pt x="1377" y="449"/>
                  </a:lnTo>
                  <a:lnTo>
                    <a:pt x="1377" y="449"/>
                  </a:lnTo>
                  <a:lnTo>
                    <a:pt x="1378" y="449"/>
                  </a:lnTo>
                  <a:lnTo>
                    <a:pt x="1378" y="449"/>
                  </a:lnTo>
                  <a:lnTo>
                    <a:pt x="1378" y="449"/>
                  </a:lnTo>
                  <a:lnTo>
                    <a:pt x="1379" y="449"/>
                  </a:lnTo>
                  <a:lnTo>
                    <a:pt x="1379" y="449"/>
                  </a:lnTo>
                  <a:lnTo>
                    <a:pt x="1379" y="449"/>
                  </a:lnTo>
                  <a:lnTo>
                    <a:pt x="1379" y="449"/>
                  </a:lnTo>
                  <a:lnTo>
                    <a:pt x="1380" y="449"/>
                  </a:lnTo>
                  <a:lnTo>
                    <a:pt x="1380" y="449"/>
                  </a:lnTo>
                  <a:lnTo>
                    <a:pt x="1380" y="449"/>
                  </a:lnTo>
                  <a:lnTo>
                    <a:pt x="1380" y="449"/>
                  </a:lnTo>
                  <a:lnTo>
                    <a:pt x="1381" y="449"/>
                  </a:lnTo>
                  <a:lnTo>
                    <a:pt x="1381" y="449"/>
                  </a:lnTo>
                  <a:lnTo>
                    <a:pt x="1382" y="449"/>
                  </a:lnTo>
                  <a:lnTo>
                    <a:pt x="1382" y="449"/>
                  </a:lnTo>
                  <a:lnTo>
                    <a:pt x="1382" y="449"/>
                  </a:lnTo>
                  <a:lnTo>
                    <a:pt x="1382" y="449"/>
                  </a:lnTo>
                  <a:lnTo>
                    <a:pt x="1383" y="449"/>
                  </a:lnTo>
                  <a:lnTo>
                    <a:pt x="1383" y="449"/>
                  </a:lnTo>
                  <a:lnTo>
                    <a:pt x="1383" y="449"/>
                  </a:lnTo>
                  <a:lnTo>
                    <a:pt x="1383" y="449"/>
                  </a:lnTo>
                  <a:lnTo>
                    <a:pt x="1384" y="449"/>
                  </a:lnTo>
                  <a:lnTo>
                    <a:pt x="1384" y="449"/>
                  </a:lnTo>
                  <a:lnTo>
                    <a:pt x="1384" y="449"/>
                  </a:lnTo>
                  <a:lnTo>
                    <a:pt x="1385" y="449"/>
                  </a:lnTo>
                  <a:lnTo>
                    <a:pt x="1385" y="449"/>
                  </a:lnTo>
                  <a:lnTo>
                    <a:pt x="1385" y="449"/>
                  </a:lnTo>
                  <a:lnTo>
                    <a:pt x="1386" y="449"/>
                  </a:lnTo>
                  <a:lnTo>
                    <a:pt x="1386" y="449"/>
                  </a:lnTo>
                  <a:lnTo>
                    <a:pt x="1386" y="449"/>
                  </a:lnTo>
                  <a:lnTo>
                    <a:pt x="1386" y="449"/>
                  </a:lnTo>
                  <a:lnTo>
                    <a:pt x="1387" y="449"/>
                  </a:lnTo>
                  <a:lnTo>
                    <a:pt x="1387" y="449"/>
                  </a:lnTo>
                  <a:lnTo>
                    <a:pt x="1387" y="449"/>
                  </a:lnTo>
                  <a:lnTo>
                    <a:pt x="1388" y="449"/>
                  </a:lnTo>
                  <a:lnTo>
                    <a:pt x="1388" y="448"/>
                  </a:lnTo>
                  <a:lnTo>
                    <a:pt x="1388" y="448"/>
                  </a:lnTo>
                  <a:lnTo>
                    <a:pt x="1388" y="448"/>
                  </a:lnTo>
                  <a:lnTo>
                    <a:pt x="1389" y="448"/>
                  </a:lnTo>
                  <a:lnTo>
                    <a:pt x="1389" y="448"/>
                  </a:lnTo>
                  <a:lnTo>
                    <a:pt x="1389" y="448"/>
                  </a:lnTo>
                  <a:lnTo>
                    <a:pt x="1389" y="448"/>
                  </a:lnTo>
                  <a:lnTo>
                    <a:pt x="1390" y="448"/>
                  </a:lnTo>
                  <a:lnTo>
                    <a:pt x="1390" y="448"/>
                  </a:lnTo>
                  <a:lnTo>
                    <a:pt x="1391" y="448"/>
                  </a:lnTo>
                  <a:lnTo>
                    <a:pt x="1391" y="448"/>
                  </a:lnTo>
                  <a:lnTo>
                    <a:pt x="1391" y="448"/>
                  </a:lnTo>
                  <a:lnTo>
                    <a:pt x="1391" y="448"/>
                  </a:lnTo>
                  <a:lnTo>
                    <a:pt x="1392" y="448"/>
                  </a:lnTo>
                  <a:lnTo>
                    <a:pt x="1392" y="448"/>
                  </a:lnTo>
                  <a:lnTo>
                    <a:pt x="1392" y="448"/>
                  </a:lnTo>
                  <a:lnTo>
                    <a:pt x="1392" y="447"/>
                  </a:lnTo>
                  <a:lnTo>
                    <a:pt x="1393" y="447"/>
                  </a:lnTo>
                  <a:lnTo>
                    <a:pt x="1393" y="447"/>
                  </a:lnTo>
                  <a:lnTo>
                    <a:pt x="1393" y="447"/>
                  </a:lnTo>
                  <a:lnTo>
                    <a:pt x="1394" y="447"/>
                  </a:lnTo>
                  <a:lnTo>
                    <a:pt x="1394" y="447"/>
                  </a:lnTo>
                  <a:lnTo>
                    <a:pt x="1394" y="447"/>
                  </a:lnTo>
                  <a:lnTo>
                    <a:pt x="1394" y="447"/>
                  </a:lnTo>
                  <a:lnTo>
                    <a:pt x="1395" y="447"/>
                  </a:lnTo>
                  <a:lnTo>
                    <a:pt x="1395" y="447"/>
                  </a:lnTo>
                  <a:lnTo>
                    <a:pt x="1395" y="446"/>
                  </a:lnTo>
                  <a:lnTo>
                    <a:pt x="1396" y="446"/>
                  </a:lnTo>
                  <a:lnTo>
                    <a:pt x="1396" y="446"/>
                  </a:lnTo>
                  <a:lnTo>
                    <a:pt x="1396" y="446"/>
                  </a:lnTo>
                  <a:lnTo>
                    <a:pt x="1397" y="445"/>
                  </a:lnTo>
                  <a:lnTo>
                    <a:pt x="1397" y="445"/>
                  </a:lnTo>
                  <a:lnTo>
                    <a:pt x="1397" y="445"/>
                  </a:lnTo>
                  <a:lnTo>
                    <a:pt x="1397" y="444"/>
                  </a:lnTo>
                  <a:lnTo>
                    <a:pt x="1398" y="444"/>
                  </a:lnTo>
                  <a:lnTo>
                    <a:pt x="1398" y="444"/>
                  </a:lnTo>
                  <a:lnTo>
                    <a:pt x="1398" y="443"/>
                  </a:lnTo>
                  <a:lnTo>
                    <a:pt x="1398" y="443"/>
                  </a:lnTo>
                  <a:lnTo>
                    <a:pt x="1399" y="443"/>
                  </a:lnTo>
                  <a:lnTo>
                    <a:pt x="1399" y="443"/>
                  </a:lnTo>
                  <a:lnTo>
                    <a:pt x="1400" y="443"/>
                  </a:lnTo>
                  <a:lnTo>
                    <a:pt x="1400" y="442"/>
                  </a:lnTo>
                  <a:lnTo>
                    <a:pt x="1400" y="441"/>
                  </a:lnTo>
                  <a:lnTo>
                    <a:pt x="1400" y="441"/>
                  </a:lnTo>
                  <a:lnTo>
                    <a:pt x="1401" y="441"/>
                  </a:lnTo>
                  <a:lnTo>
                    <a:pt x="1401" y="441"/>
                  </a:lnTo>
                  <a:lnTo>
                    <a:pt x="1401" y="441"/>
                  </a:lnTo>
                  <a:lnTo>
                    <a:pt x="1401" y="440"/>
                  </a:lnTo>
                  <a:lnTo>
                    <a:pt x="1402" y="440"/>
                  </a:lnTo>
                  <a:lnTo>
                    <a:pt x="1402" y="440"/>
                  </a:lnTo>
                  <a:lnTo>
                    <a:pt x="1402" y="440"/>
                  </a:lnTo>
                  <a:lnTo>
                    <a:pt x="1403" y="440"/>
                  </a:lnTo>
                  <a:lnTo>
                    <a:pt x="1403" y="439"/>
                  </a:lnTo>
                  <a:lnTo>
                    <a:pt x="1403" y="439"/>
                  </a:lnTo>
                  <a:lnTo>
                    <a:pt x="1403" y="439"/>
                  </a:lnTo>
                  <a:lnTo>
                    <a:pt x="1404" y="439"/>
                  </a:lnTo>
                  <a:lnTo>
                    <a:pt x="1404" y="439"/>
                  </a:lnTo>
                  <a:lnTo>
                    <a:pt x="1404" y="438"/>
                  </a:lnTo>
                  <a:lnTo>
                    <a:pt x="1404" y="438"/>
                  </a:lnTo>
                  <a:lnTo>
                    <a:pt x="1405" y="438"/>
                  </a:lnTo>
                  <a:lnTo>
                    <a:pt x="1405" y="438"/>
                  </a:lnTo>
                  <a:lnTo>
                    <a:pt x="1406" y="438"/>
                  </a:lnTo>
                  <a:lnTo>
                    <a:pt x="1406" y="438"/>
                  </a:lnTo>
                  <a:lnTo>
                    <a:pt x="1406" y="438"/>
                  </a:lnTo>
                  <a:lnTo>
                    <a:pt x="1406" y="437"/>
                  </a:lnTo>
                  <a:lnTo>
                    <a:pt x="1407" y="437"/>
                  </a:lnTo>
                  <a:lnTo>
                    <a:pt x="1407" y="437"/>
                  </a:lnTo>
                  <a:lnTo>
                    <a:pt x="1407" y="437"/>
                  </a:lnTo>
                  <a:lnTo>
                    <a:pt x="1407" y="437"/>
                  </a:lnTo>
                  <a:lnTo>
                    <a:pt x="1408" y="437"/>
                  </a:lnTo>
                  <a:lnTo>
                    <a:pt x="1408" y="437"/>
                  </a:lnTo>
                  <a:lnTo>
                    <a:pt x="1408" y="437"/>
                  </a:lnTo>
                  <a:lnTo>
                    <a:pt x="1409" y="437"/>
                  </a:lnTo>
                  <a:lnTo>
                    <a:pt x="1409" y="437"/>
                  </a:lnTo>
                  <a:lnTo>
                    <a:pt x="1409" y="437"/>
                  </a:lnTo>
                  <a:lnTo>
                    <a:pt x="1410" y="437"/>
                  </a:lnTo>
                  <a:lnTo>
                    <a:pt x="1410" y="437"/>
                  </a:lnTo>
                  <a:lnTo>
                    <a:pt x="1410" y="437"/>
                  </a:lnTo>
                  <a:lnTo>
                    <a:pt x="1410" y="437"/>
                  </a:lnTo>
                  <a:lnTo>
                    <a:pt x="1411" y="438"/>
                  </a:lnTo>
                  <a:lnTo>
                    <a:pt x="1411" y="438"/>
                  </a:lnTo>
                  <a:lnTo>
                    <a:pt x="1411" y="438"/>
                  </a:lnTo>
                  <a:lnTo>
                    <a:pt x="1412" y="438"/>
                  </a:lnTo>
                  <a:lnTo>
                    <a:pt x="1412" y="438"/>
                  </a:lnTo>
                  <a:lnTo>
                    <a:pt x="1412" y="438"/>
                  </a:lnTo>
                  <a:lnTo>
                    <a:pt x="1412" y="438"/>
                  </a:lnTo>
                  <a:lnTo>
                    <a:pt x="1413" y="438"/>
                  </a:lnTo>
                  <a:lnTo>
                    <a:pt x="1413" y="439"/>
                  </a:lnTo>
                  <a:lnTo>
                    <a:pt x="1413" y="439"/>
                  </a:lnTo>
                  <a:lnTo>
                    <a:pt x="1413" y="439"/>
                  </a:lnTo>
                  <a:lnTo>
                    <a:pt x="1414" y="439"/>
                  </a:lnTo>
                  <a:lnTo>
                    <a:pt x="1414" y="439"/>
                  </a:lnTo>
                  <a:lnTo>
                    <a:pt x="1415" y="439"/>
                  </a:lnTo>
                  <a:lnTo>
                    <a:pt x="1415" y="439"/>
                  </a:lnTo>
                  <a:lnTo>
                    <a:pt x="1415" y="440"/>
                  </a:lnTo>
                  <a:lnTo>
                    <a:pt x="1415" y="440"/>
                  </a:lnTo>
                  <a:lnTo>
                    <a:pt x="1416" y="440"/>
                  </a:lnTo>
                  <a:lnTo>
                    <a:pt x="1416" y="440"/>
                  </a:lnTo>
                  <a:lnTo>
                    <a:pt x="1416" y="440"/>
                  </a:lnTo>
                  <a:lnTo>
                    <a:pt x="1416" y="440"/>
                  </a:lnTo>
                  <a:lnTo>
                    <a:pt x="1417" y="440"/>
                  </a:lnTo>
                  <a:lnTo>
                    <a:pt x="1417" y="440"/>
                  </a:lnTo>
                  <a:lnTo>
                    <a:pt x="1417" y="440"/>
                  </a:lnTo>
                  <a:lnTo>
                    <a:pt x="1418" y="440"/>
                  </a:lnTo>
                  <a:lnTo>
                    <a:pt x="1418" y="440"/>
                  </a:lnTo>
                  <a:lnTo>
                    <a:pt x="1418" y="440"/>
                  </a:lnTo>
                  <a:lnTo>
                    <a:pt x="1418" y="440"/>
                  </a:lnTo>
                  <a:lnTo>
                    <a:pt x="1419" y="440"/>
                  </a:lnTo>
                  <a:lnTo>
                    <a:pt x="1419" y="440"/>
                  </a:lnTo>
                  <a:lnTo>
                    <a:pt x="1419" y="440"/>
                  </a:lnTo>
                  <a:lnTo>
                    <a:pt x="1420" y="440"/>
                  </a:lnTo>
                  <a:lnTo>
                    <a:pt x="1420" y="440"/>
                  </a:lnTo>
                  <a:lnTo>
                    <a:pt x="1420" y="440"/>
                  </a:lnTo>
                  <a:lnTo>
                    <a:pt x="1421" y="440"/>
                  </a:lnTo>
                  <a:lnTo>
                    <a:pt x="1421" y="440"/>
                  </a:lnTo>
                  <a:lnTo>
                    <a:pt x="1421" y="440"/>
                  </a:lnTo>
                  <a:lnTo>
                    <a:pt x="1421" y="440"/>
                  </a:lnTo>
                  <a:lnTo>
                    <a:pt x="1422" y="440"/>
                  </a:lnTo>
                  <a:lnTo>
                    <a:pt x="1422" y="440"/>
                  </a:lnTo>
                  <a:lnTo>
                    <a:pt x="1422" y="440"/>
                  </a:lnTo>
                  <a:lnTo>
                    <a:pt x="1423" y="440"/>
                  </a:lnTo>
                  <a:lnTo>
                    <a:pt x="1423" y="440"/>
                  </a:lnTo>
                  <a:lnTo>
                    <a:pt x="1423" y="440"/>
                  </a:lnTo>
                  <a:lnTo>
                    <a:pt x="1424" y="440"/>
                  </a:lnTo>
                  <a:lnTo>
                    <a:pt x="1424" y="440"/>
                  </a:lnTo>
                  <a:lnTo>
                    <a:pt x="1424" y="440"/>
                  </a:lnTo>
                  <a:lnTo>
                    <a:pt x="1424" y="440"/>
                  </a:lnTo>
                  <a:lnTo>
                    <a:pt x="1425" y="440"/>
                  </a:lnTo>
                  <a:lnTo>
                    <a:pt x="1425" y="440"/>
                  </a:lnTo>
                  <a:lnTo>
                    <a:pt x="1425" y="440"/>
                  </a:lnTo>
                  <a:lnTo>
                    <a:pt x="1426" y="439"/>
                  </a:lnTo>
                  <a:lnTo>
                    <a:pt x="1426" y="439"/>
                  </a:lnTo>
                  <a:lnTo>
                    <a:pt x="1426" y="439"/>
                  </a:lnTo>
                  <a:lnTo>
                    <a:pt x="1426" y="439"/>
                  </a:lnTo>
                  <a:lnTo>
                    <a:pt x="1427" y="439"/>
                  </a:lnTo>
                  <a:lnTo>
                    <a:pt x="1427" y="439"/>
                  </a:lnTo>
                  <a:lnTo>
                    <a:pt x="1427" y="439"/>
                  </a:lnTo>
                  <a:lnTo>
                    <a:pt x="1427" y="439"/>
                  </a:lnTo>
                  <a:lnTo>
                    <a:pt x="1428" y="439"/>
                  </a:lnTo>
                  <a:lnTo>
                    <a:pt x="1428" y="440"/>
                  </a:lnTo>
                  <a:lnTo>
                    <a:pt x="1429" y="440"/>
                  </a:lnTo>
                  <a:lnTo>
                    <a:pt x="1429" y="440"/>
                  </a:lnTo>
                  <a:lnTo>
                    <a:pt x="1429" y="440"/>
                  </a:lnTo>
                  <a:lnTo>
                    <a:pt x="1429" y="440"/>
                  </a:lnTo>
                  <a:lnTo>
                    <a:pt x="1430" y="440"/>
                  </a:lnTo>
                  <a:lnTo>
                    <a:pt x="1430" y="440"/>
                  </a:lnTo>
                  <a:lnTo>
                    <a:pt x="1430" y="440"/>
                  </a:lnTo>
                  <a:lnTo>
                    <a:pt x="1430" y="440"/>
                  </a:lnTo>
                  <a:lnTo>
                    <a:pt x="1431" y="441"/>
                  </a:lnTo>
                  <a:lnTo>
                    <a:pt x="1431" y="441"/>
                  </a:lnTo>
                  <a:lnTo>
                    <a:pt x="1431" y="441"/>
                  </a:lnTo>
                  <a:lnTo>
                    <a:pt x="1432" y="441"/>
                  </a:lnTo>
                  <a:lnTo>
                    <a:pt x="1432" y="441"/>
                  </a:lnTo>
                  <a:lnTo>
                    <a:pt x="1432" y="441"/>
                  </a:lnTo>
                  <a:lnTo>
                    <a:pt x="1432" y="441"/>
                  </a:lnTo>
                  <a:lnTo>
                    <a:pt x="1433" y="441"/>
                  </a:lnTo>
                  <a:lnTo>
                    <a:pt x="1433" y="441"/>
                  </a:lnTo>
                  <a:lnTo>
                    <a:pt x="1433" y="441"/>
                  </a:lnTo>
                  <a:lnTo>
                    <a:pt x="1434" y="442"/>
                  </a:lnTo>
                  <a:lnTo>
                    <a:pt x="1434" y="442"/>
                  </a:lnTo>
                  <a:lnTo>
                    <a:pt x="1434" y="443"/>
                  </a:lnTo>
                  <a:lnTo>
                    <a:pt x="1435" y="443"/>
                  </a:lnTo>
                  <a:lnTo>
                    <a:pt x="1435" y="443"/>
                  </a:lnTo>
                  <a:lnTo>
                    <a:pt x="1435" y="443"/>
                  </a:lnTo>
                  <a:lnTo>
                    <a:pt x="1435" y="443"/>
                  </a:lnTo>
                  <a:lnTo>
                    <a:pt x="1436" y="443"/>
                  </a:lnTo>
                  <a:lnTo>
                    <a:pt x="1436" y="443"/>
                  </a:lnTo>
                  <a:lnTo>
                    <a:pt x="1436" y="443"/>
                  </a:lnTo>
                  <a:lnTo>
                    <a:pt x="1436" y="443"/>
                  </a:lnTo>
                  <a:lnTo>
                    <a:pt x="1437" y="444"/>
                  </a:lnTo>
                  <a:lnTo>
                    <a:pt x="1437" y="444"/>
                  </a:lnTo>
                  <a:lnTo>
                    <a:pt x="1438" y="444"/>
                  </a:lnTo>
                  <a:lnTo>
                    <a:pt x="1438" y="444"/>
                  </a:lnTo>
                  <a:lnTo>
                    <a:pt x="1438" y="444"/>
                  </a:lnTo>
                  <a:lnTo>
                    <a:pt x="1438" y="444"/>
                  </a:lnTo>
                  <a:lnTo>
                    <a:pt x="1439" y="445"/>
                  </a:lnTo>
                  <a:lnTo>
                    <a:pt x="1439" y="445"/>
                  </a:lnTo>
                  <a:lnTo>
                    <a:pt x="1439" y="445"/>
                  </a:lnTo>
                  <a:lnTo>
                    <a:pt x="1439" y="445"/>
                  </a:lnTo>
                  <a:lnTo>
                    <a:pt x="1440" y="446"/>
                  </a:lnTo>
                  <a:lnTo>
                    <a:pt x="1440" y="446"/>
                  </a:lnTo>
                  <a:lnTo>
                    <a:pt x="1440" y="446"/>
                  </a:lnTo>
                  <a:lnTo>
                    <a:pt x="1441" y="446"/>
                  </a:lnTo>
                  <a:lnTo>
                    <a:pt x="1441" y="446"/>
                  </a:lnTo>
                  <a:lnTo>
                    <a:pt x="1441" y="446"/>
                  </a:lnTo>
                  <a:lnTo>
                    <a:pt x="1441" y="447"/>
                  </a:lnTo>
                  <a:lnTo>
                    <a:pt x="1442" y="447"/>
                  </a:lnTo>
                  <a:lnTo>
                    <a:pt x="1442" y="447"/>
                  </a:lnTo>
                  <a:lnTo>
                    <a:pt x="1442" y="447"/>
                  </a:lnTo>
                  <a:lnTo>
                    <a:pt x="1443" y="447"/>
                  </a:lnTo>
                  <a:lnTo>
                    <a:pt x="1443" y="447"/>
                  </a:lnTo>
                  <a:lnTo>
                    <a:pt x="1443" y="447"/>
                  </a:lnTo>
                  <a:lnTo>
                    <a:pt x="1444" y="447"/>
                  </a:lnTo>
                  <a:lnTo>
                    <a:pt x="1444" y="447"/>
                  </a:lnTo>
                  <a:lnTo>
                    <a:pt x="1444" y="447"/>
                  </a:lnTo>
                  <a:lnTo>
                    <a:pt x="1444" y="447"/>
                  </a:lnTo>
                  <a:lnTo>
                    <a:pt x="1445" y="448"/>
                  </a:lnTo>
                  <a:lnTo>
                    <a:pt x="1445" y="448"/>
                  </a:lnTo>
                  <a:lnTo>
                    <a:pt x="1445" y="448"/>
                  </a:lnTo>
                  <a:lnTo>
                    <a:pt x="1445" y="448"/>
                  </a:lnTo>
                  <a:lnTo>
                    <a:pt x="1446" y="448"/>
                  </a:lnTo>
                  <a:lnTo>
                    <a:pt x="1446" y="448"/>
                  </a:lnTo>
                  <a:lnTo>
                    <a:pt x="1447" y="448"/>
                  </a:lnTo>
                  <a:lnTo>
                    <a:pt x="1447" y="448"/>
                  </a:lnTo>
                  <a:lnTo>
                    <a:pt x="1447" y="448"/>
                  </a:lnTo>
                  <a:lnTo>
                    <a:pt x="1447" y="448"/>
                  </a:lnTo>
                  <a:lnTo>
                    <a:pt x="1448" y="448"/>
                  </a:lnTo>
                  <a:lnTo>
                    <a:pt x="1448" y="448"/>
                  </a:lnTo>
                  <a:lnTo>
                    <a:pt x="1448" y="448"/>
                  </a:lnTo>
                  <a:lnTo>
                    <a:pt x="1448" y="448"/>
                  </a:lnTo>
                  <a:lnTo>
                    <a:pt x="1449" y="448"/>
                  </a:lnTo>
                  <a:lnTo>
                    <a:pt x="1449" y="448"/>
                  </a:lnTo>
                  <a:lnTo>
                    <a:pt x="1449" y="448"/>
                  </a:lnTo>
                  <a:lnTo>
                    <a:pt x="1450" y="448"/>
                  </a:lnTo>
                  <a:lnTo>
                    <a:pt x="1450" y="448"/>
                  </a:lnTo>
                  <a:lnTo>
                    <a:pt x="1450" y="448"/>
                  </a:lnTo>
                  <a:lnTo>
                    <a:pt x="1450" y="448"/>
                  </a:lnTo>
                  <a:lnTo>
                    <a:pt x="1451" y="447"/>
                  </a:lnTo>
                  <a:lnTo>
                    <a:pt x="1451" y="447"/>
                  </a:lnTo>
                  <a:lnTo>
                    <a:pt x="1451" y="447"/>
                  </a:lnTo>
                  <a:lnTo>
                    <a:pt x="1451" y="447"/>
                  </a:lnTo>
                  <a:lnTo>
                    <a:pt x="1452" y="447"/>
                  </a:lnTo>
                  <a:lnTo>
                    <a:pt x="1452" y="447"/>
                  </a:lnTo>
                  <a:lnTo>
                    <a:pt x="1453" y="447"/>
                  </a:lnTo>
                  <a:lnTo>
                    <a:pt x="1453" y="447"/>
                  </a:lnTo>
                  <a:lnTo>
                    <a:pt x="1453" y="447"/>
                  </a:lnTo>
                  <a:lnTo>
                    <a:pt x="1453" y="447"/>
                  </a:lnTo>
                  <a:lnTo>
                    <a:pt x="1454" y="447"/>
                  </a:lnTo>
                  <a:lnTo>
                    <a:pt x="1454" y="447"/>
                  </a:lnTo>
                  <a:lnTo>
                    <a:pt x="1454" y="447"/>
                  </a:lnTo>
                  <a:lnTo>
                    <a:pt x="1454" y="447"/>
                  </a:lnTo>
                  <a:lnTo>
                    <a:pt x="1455" y="447"/>
                  </a:lnTo>
                  <a:lnTo>
                    <a:pt x="1455" y="447"/>
                  </a:lnTo>
                  <a:lnTo>
                    <a:pt x="1455" y="447"/>
                  </a:lnTo>
                  <a:lnTo>
                    <a:pt x="1456" y="447"/>
                  </a:lnTo>
                  <a:lnTo>
                    <a:pt x="1456" y="447"/>
                  </a:lnTo>
                  <a:lnTo>
                    <a:pt x="1456" y="447"/>
                  </a:lnTo>
                  <a:lnTo>
                    <a:pt x="1457" y="447"/>
                  </a:lnTo>
                  <a:lnTo>
                    <a:pt x="1457" y="447"/>
                  </a:lnTo>
                  <a:lnTo>
                    <a:pt x="1457" y="447"/>
                  </a:lnTo>
                  <a:lnTo>
                    <a:pt x="1457" y="447"/>
                  </a:lnTo>
                  <a:lnTo>
                    <a:pt x="1458" y="447"/>
                  </a:lnTo>
                  <a:lnTo>
                    <a:pt x="1458" y="447"/>
                  </a:lnTo>
                  <a:lnTo>
                    <a:pt x="1458" y="447"/>
                  </a:lnTo>
                  <a:lnTo>
                    <a:pt x="1459" y="447"/>
                  </a:lnTo>
                  <a:lnTo>
                    <a:pt x="1459" y="447"/>
                  </a:lnTo>
                  <a:lnTo>
                    <a:pt x="1459" y="447"/>
                  </a:lnTo>
                  <a:lnTo>
                    <a:pt x="1459" y="447"/>
                  </a:lnTo>
                  <a:lnTo>
                    <a:pt x="1460" y="447"/>
                  </a:lnTo>
                  <a:lnTo>
                    <a:pt x="1460" y="447"/>
                  </a:lnTo>
                  <a:lnTo>
                    <a:pt x="1460" y="447"/>
                  </a:lnTo>
                  <a:lnTo>
                    <a:pt x="1460" y="447"/>
                  </a:lnTo>
                  <a:lnTo>
                    <a:pt x="1461" y="448"/>
                  </a:lnTo>
                  <a:lnTo>
                    <a:pt x="1461" y="448"/>
                  </a:lnTo>
                  <a:lnTo>
                    <a:pt x="1462" y="448"/>
                  </a:lnTo>
                  <a:lnTo>
                    <a:pt x="1462" y="448"/>
                  </a:lnTo>
                  <a:lnTo>
                    <a:pt x="1462" y="449"/>
                  </a:lnTo>
                  <a:lnTo>
                    <a:pt x="1462" y="449"/>
                  </a:lnTo>
                  <a:lnTo>
                    <a:pt x="1463" y="449"/>
                  </a:lnTo>
                  <a:lnTo>
                    <a:pt x="1463" y="449"/>
                  </a:lnTo>
                  <a:lnTo>
                    <a:pt x="1463" y="450"/>
                  </a:lnTo>
                  <a:lnTo>
                    <a:pt x="1463" y="450"/>
                  </a:lnTo>
                  <a:lnTo>
                    <a:pt x="1464" y="450"/>
                  </a:lnTo>
                  <a:lnTo>
                    <a:pt x="1464" y="450"/>
                  </a:lnTo>
                  <a:lnTo>
                    <a:pt x="1464" y="450"/>
                  </a:lnTo>
                  <a:lnTo>
                    <a:pt x="1465" y="450"/>
                  </a:lnTo>
                  <a:lnTo>
                    <a:pt x="1465" y="451"/>
                  </a:lnTo>
                  <a:lnTo>
                    <a:pt x="1465" y="451"/>
                  </a:lnTo>
                  <a:lnTo>
                    <a:pt x="1465" y="451"/>
                  </a:lnTo>
                  <a:lnTo>
                    <a:pt x="1466" y="452"/>
                  </a:lnTo>
                  <a:lnTo>
                    <a:pt x="1466" y="452"/>
                  </a:lnTo>
                  <a:lnTo>
                    <a:pt x="1466" y="452"/>
                  </a:lnTo>
                  <a:lnTo>
                    <a:pt x="1467" y="452"/>
                  </a:lnTo>
                  <a:lnTo>
                    <a:pt x="1467" y="452"/>
                  </a:lnTo>
                  <a:lnTo>
                    <a:pt x="1467" y="452"/>
                  </a:lnTo>
                  <a:lnTo>
                    <a:pt x="1468" y="452"/>
                  </a:lnTo>
                  <a:lnTo>
                    <a:pt x="1468" y="452"/>
                  </a:lnTo>
                  <a:lnTo>
                    <a:pt x="1468" y="452"/>
                  </a:lnTo>
                  <a:lnTo>
                    <a:pt x="1468" y="452"/>
                  </a:lnTo>
                  <a:lnTo>
                    <a:pt x="1469" y="453"/>
                  </a:lnTo>
                  <a:lnTo>
                    <a:pt x="1469" y="453"/>
                  </a:lnTo>
                  <a:lnTo>
                    <a:pt x="1469" y="453"/>
                  </a:lnTo>
                  <a:lnTo>
                    <a:pt x="1469" y="453"/>
                  </a:lnTo>
                  <a:lnTo>
                    <a:pt x="1470" y="453"/>
                  </a:lnTo>
                  <a:lnTo>
                    <a:pt x="1470" y="453"/>
                  </a:lnTo>
                  <a:lnTo>
                    <a:pt x="1471" y="453"/>
                  </a:lnTo>
                  <a:lnTo>
                    <a:pt x="1471" y="454"/>
                  </a:lnTo>
                  <a:lnTo>
                    <a:pt x="1471" y="454"/>
                  </a:lnTo>
                  <a:lnTo>
                    <a:pt x="1471" y="454"/>
                  </a:lnTo>
                  <a:lnTo>
                    <a:pt x="1472" y="454"/>
                  </a:lnTo>
                  <a:lnTo>
                    <a:pt x="1472" y="454"/>
                  </a:lnTo>
                  <a:lnTo>
                    <a:pt x="1472" y="454"/>
                  </a:lnTo>
                  <a:lnTo>
                    <a:pt x="1472" y="455"/>
                  </a:lnTo>
                  <a:lnTo>
                    <a:pt x="1473" y="455"/>
                  </a:lnTo>
                  <a:lnTo>
                    <a:pt x="1473" y="455"/>
                  </a:lnTo>
                  <a:lnTo>
                    <a:pt x="1473" y="455"/>
                  </a:lnTo>
                  <a:lnTo>
                    <a:pt x="1474" y="456"/>
                  </a:lnTo>
                  <a:lnTo>
                    <a:pt x="1474" y="456"/>
                  </a:lnTo>
                  <a:lnTo>
                    <a:pt x="1474" y="456"/>
                  </a:lnTo>
                  <a:lnTo>
                    <a:pt x="1474" y="456"/>
                  </a:lnTo>
                  <a:lnTo>
                    <a:pt x="1475" y="456"/>
                  </a:lnTo>
                  <a:lnTo>
                    <a:pt x="1475" y="456"/>
                  </a:lnTo>
                  <a:lnTo>
                    <a:pt x="1475" y="457"/>
                  </a:lnTo>
                  <a:lnTo>
                    <a:pt x="1475" y="457"/>
                  </a:lnTo>
                  <a:lnTo>
                    <a:pt x="1476" y="458"/>
                  </a:lnTo>
                  <a:lnTo>
                    <a:pt x="1476" y="458"/>
                  </a:lnTo>
                  <a:lnTo>
                    <a:pt x="1477" y="458"/>
                  </a:lnTo>
                  <a:lnTo>
                    <a:pt x="1477" y="458"/>
                  </a:lnTo>
                  <a:lnTo>
                    <a:pt x="1477" y="458"/>
                  </a:lnTo>
                  <a:lnTo>
                    <a:pt x="1477" y="458"/>
                  </a:lnTo>
                  <a:lnTo>
                    <a:pt x="1478" y="459"/>
                  </a:lnTo>
                  <a:lnTo>
                    <a:pt x="1478" y="459"/>
                  </a:lnTo>
                  <a:lnTo>
                    <a:pt x="1478" y="459"/>
                  </a:lnTo>
                  <a:lnTo>
                    <a:pt x="1478" y="459"/>
                  </a:lnTo>
                  <a:lnTo>
                    <a:pt x="1479" y="460"/>
                  </a:lnTo>
                  <a:lnTo>
                    <a:pt x="1479" y="460"/>
                  </a:lnTo>
                  <a:lnTo>
                    <a:pt x="1479" y="460"/>
                  </a:lnTo>
                  <a:lnTo>
                    <a:pt x="1480" y="460"/>
                  </a:lnTo>
                  <a:lnTo>
                    <a:pt x="1480" y="460"/>
                  </a:lnTo>
                  <a:lnTo>
                    <a:pt x="1480" y="461"/>
                  </a:lnTo>
                  <a:lnTo>
                    <a:pt x="1481" y="461"/>
                  </a:lnTo>
                  <a:lnTo>
                    <a:pt x="1481" y="461"/>
                  </a:lnTo>
                  <a:lnTo>
                    <a:pt x="1481" y="461"/>
                  </a:lnTo>
                  <a:lnTo>
                    <a:pt x="1481" y="462"/>
                  </a:lnTo>
                  <a:lnTo>
                    <a:pt x="1482" y="462"/>
                  </a:lnTo>
                  <a:lnTo>
                    <a:pt x="1482" y="462"/>
                  </a:lnTo>
                  <a:lnTo>
                    <a:pt x="1482" y="462"/>
                  </a:lnTo>
                  <a:lnTo>
                    <a:pt x="1483" y="462"/>
                  </a:lnTo>
                  <a:lnTo>
                    <a:pt x="1483" y="462"/>
                  </a:lnTo>
                  <a:lnTo>
                    <a:pt x="1483" y="462"/>
                  </a:lnTo>
                  <a:lnTo>
                    <a:pt x="1483" y="463"/>
                  </a:lnTo>
                  <a:lnTo>
                    <a:pt x="1484" y="463"/>
                  </a:lnTo>
                  <a:lnTo>
                    <a:pt x="1484" y="463"/>
                  </a:lnTo>
                  <a:lnTo>
                    <a:pt x="1484" y="463"/>
                  </a:lnTo>
                  <a:lnTo>
                    <a:pt x="1484" y="463"/>
                  </a:lnTo>
                  <a:lnTo>
                    <a:pt x="1485" y="463"/>
                  </a:lnTo>
                  <a:lnTo>
                    <a:pt x="1485" y="464"/>
                  </a:lnTo>
                  <a:lnTo>
                    <a:pt x="1486" y="464"/>
                  </a:lnTo>
                  <a:lnTo>
                    <a:pt x="1486" y="464"/>
                  </a:lnTo>
                  <a:lnTo>
                    <a:pt x="1486" y="464"/>
                  </a:lnTo>
                  <a:lnTo>
                    <a:pt x="1486" y="464"/>
                  </a:lnTo>
                  <a:lnTo>
                    <a:pt x="1487" y="464"/>
                  </a:lnTo>
                  <a:lnTo>
                    <a:pt x="1487" y="465"/>
                  </a:lnTo>
                  <a:lnTo>
                    <a:pt x="1487" y="465"/>
                  </a:lnTo>
                  <a:lnTo>
                    <a:pt x="1487" y="465"/>
                  </a:lnTo>
                  <a:lnTo>
                    <a:pt x="1488" y="465"/>
                  </a:lnTo>
                  <a:lnTo>
                    <a:pt x="1488" y="465"/>
                  </a:lnTo>
                  <a:lnTo>
                    <a:pt x="1488" y="465"/>
                  </a:lnTo>
                  <a:lnTo>
                    <a:pt x="1489" y="465"/>
                  </a:lnTo>
                  <a:lnTo>
                    <a:pt x="1489" y="465"/>
                  </a:lnTo>
                  <a:lnTo>
                    <a:pt x="1489" y="465"/>
                  </a:lnTo>
                  <a:lnTo>
                    <a:pt x="1489" y="465"/>
                  </a:lnTo>
                  <a:lnTo>
                    <a:pt x="1490" y="465"/>
                  </a:lnTo>
                  <a:lnTo>
                    <a:pt x="1490" y="465"/>
                  </a:lnTo>
                  <a:lnTo>
                    <a:pt x="1491" y="465"/>
                  </a:lnTo>
                  <a:lnTo>
                    <a:pt x="1491" y="466"/>
                  </a:lnTo>
                  <a:lnTo>
                    <a:pt x="1491" y="466"/>
                  </a:lnTo>
                  <a:lnTo>
                    <a:pt x="1491" y="466"/>
                  </a:lnTo>
                  <a:lnTo>
                    <a:pt x="1492" y="467"/>
                  </a:lnTo>
                  <a:lnTo>
                    <a:pt x="1492" y="467"/>
                  </a:lnTo>
                  <a:lnTo>
                    <a:pt x="1492" y="467"/>
                  </a:lnTo>
                  <a:lnTo>
                    <a:pt x="1492" y="467"/>
                  </a:lnTo>
                  <a:lnTo>
                    <a:pt x="1493" y="467"/>
                  </a:lnTo>
                  <a:lnTo>
                    <a:pt x="1493" y="467"/>
                  </a:lnTo>
                  <a:lnTo>
                    <a:pt x="1494" y="467"/>
                  </a:lnTo>
                  <a:lnTo>
                    <a:pt x="1494" y="467"/>
                  </a:lnTo>
                  <a:lnTo>
                    <a:pt x="1494" y="467"/>
                  </a:lnTo>
                  <a:lnTo>
                    <a:pt x="1494" y="467"/>
                  </a:lnTo>
                  <a:lnTo>
                    <a:pt x="1495" y="467"/>
                  </a:lnTo>
                  <a:lnTo>
                    <a:pt x="1495" y="467"/>
                  </a:lnTo>
                  <a:lnTo>
                    <a:pt x="1495" y="467"/>
                  </a:lnTo>
                  <a:lnTo>
                    <a:pt x="1495" y="467"/>
                  </a:lnTo>
                  <a:lnTo>
                    <a:pt x="1496" y="467"/>
                  </a:lnTo>
                  <a:lnTo>
                    <a:pt x="1496" y="467"/>
                  </a:lnTo>
                  <a:lnTo>
                    <a:pt x="1496" y="467"/>
                  </a:lnTo>
                  <a:lnTo>
                    <a:pt x="1497" y="467"/>
                  </a:lnTo>
                  <a:lnTo>
                    <a:pt x="1497" y="467"/>
                  </a:lnTo>
                  <a:lnTo>
                    <a:pt x="1497" y="467"/>
                  </a:lnTo>
                  <a:lnTo>
                    <a:pt x="1497" y="467"/>
                  </a:lnTo>
                  <a:lnTo>
                    <a:pt x="1498" y="467"/>
                  </a:lnTo>
                  <a:lnTo>
                    <a:pt x="1498" y="467"/>
                  </a:lnTo>
                  <a:lnTo>
                    <a:pt x="1498" y="466"/>
                  </a:lnTo>
                  <a:lnTo>
                    <a:pt x="1498" y="466"/>
                  </a:lnTo>
                  <a:lnTo>
                    <a:pt x="1499" y="466"/>
                  </a:lnTo>
                  <a:lnTo>
                    <a:pt x="1499" y="466"/>
                  </a:lnTo>
                  <a:lnTo>
                    <a:pt x="1500" y="466"/>
                  </a:lnTo>
                  <a:lnTo>
                    <a:pt x="1500" y="465"/>
                  </a:lnTo>
                  <a:lnTo>
                    <a:pt x="1500" y="465"/>
                  </a:lnTo>
                  <a:lnTo>
                    <a:pt x="1500" y="465"/>
                  </a:lnTo>
                  <a:lnTo>
                    <a:pt x="1501" y="465"/>
                  </a:lnTo>
                  <a:lnTo>
                    <a:pt x="1501" y="465"/>
                  </a:lnTo>
                  <a:lnTo>
                    <a:pt x="1501" y="465"/>
                  </a:lnTo>
                  <a:lnTo>
                    <a:pt x="1501" y="465"/>
                  </a:lnTo>
                  <a:lnTo>
                    <a:pt x="1502" y="465"/>
                  </a:lnTo>
                  <a:lnTo>
                    <a:pt x="1502" y="465"/>
                  </a:lnTo>
                  <a:lnTo>
                    <a:pt x="1502" y="465"/>
                  </a:lnTo>
                  <a:lnTo>
                    <a:pt x="1503" y="465"/>
                  </a:lnTo>
                  <a:lnTo>
                    <a:pt x="1503" y="465"/>
                  </a:lnTo>
                  <a:lnTo>
                    <a:pt x="1503" y="465"/>
                  </a:lnTo>
                  <a:lnTo>
                    <a:pt x="1504" y="465"/>
                  </a:lnTo>
                  <a:lnTo>
                    <a:pt x="1504" y="465"/>
                  </a:lnTo>
                  <a:lnTo>
                    <a:pt x="1504" y="465"/>
                  </a:lnTo>
                  <a:lnTo>
                    <a:pt x="1504" y="465"/>
                  </a:lnTo>
                  <a:lnTo>
                    <a:pt x="1505" y="465"/>
                  </a:lnTo>
                  <a:lnTo>
                    <a:pt x="1505" y="465"/>
                  </a:lnTo>
                  <a:lnTo>
                    <a:pt x="1505" y="465"/>
                  </a:lnTo>
                  <a:lnTo>
                    <a:pt x="1506" y="465"/>
                  </a:lnTo>
                  <a:lnTo>
                    <a:pt x="1506" y="465"/>
                  </a:lnTo>
                  <a:lnTo>
                    <a:pt x="1506" y="465"/>
                  </a:lnTo>
                  <a:lnTo>
                    <a:pt x="1506" y="465"/>
                  </a:lnTo>
                  <a:lnTo>
                    <a:pt x="1507" y="465"/>
                  </a:lnTo>
                  <a:lnTo>
                    <a:pt x="1507" y="464"/>
                  </a:lnTo>
                  <a:lnTo>
                    <a:pt x="1507" y="464"/>
                  </a:lnTo>
                  <a:lnTo>
                    <a:pt x="1507" y="464"/>
                  </a:lnTo>
                  <a:lnTo>
                    <a:pt x="1508" y="464"/>
                  </a:lnTo>
                  <a:lnTo>
                    <a:pt x="1508" y="464"/>
                  </a:lnTo>
                  <a:lnTo>
                    <a:pt x="1509" y="464"/>
                  </a:lnTo>
                  <a:lnTo>
                    <a:pt x="1509" y="464"/>
                  </a:lnTo>
                  <a:lnTo>
                    <a:pt x="1509" y="464"/>
                  </a:lnTo>
                  <a:lnTo>
                    <a:pt x="1509" y="464"/>
                  </a:lnTo>
                  <a:lnTo>
                    <a:pt x="1510" y="464"/>
                  </a:lnTo>
                  <a:lnTo>
                    <a:pt x="1510" y="464"/>
                  </a:lnTo>
                  <a:lnTo>
                    <a:pt x="1510" y="464"/>
                  </a:lnTo>
                  <a:lnTo>
                    <a:pt x="1510" y="464"/>
                  </a:lnTo>
                  <a:lnTo>
                    <a:pt x="1511" y="463"/>
                  </a:lnTo>
                  <a:lnTo>
                    <a:pt x="1511" y="464"/>
                  </a:lnTo>
                  <a:lnTo>
                    <a:pt x="1511" y="464"/>
                  </a:lnTo>
                  <a:lnTo>
                    <a:pt x="1512" y="464"/>
                  </a:lnTo>
                  <a:lnTo>
                    <a:pt x="1512" y="464"/>
                  </a:lnTo>
                  <a:lnTo>
                    <a:pt x="1512" y="464"/>
                  </a:lnTo>
                  <a:lnTo>
                    <a:pt x="1512" y="464"/>
                  </a:lnTo>
                  <a:lnTo>
                    <a:pt x="1513" y="464"/>
                  </a:lnTo>
                  <a:lnTo>
                    <a:pt x="1513" y="464"/>
                  </a:lnTo>
                  <a:lnTo>
                    <a:pt x="1513" y="464"/>
                  </a:lnTo>
                  <a:lnTo>
                    <a:pt x="1514" y="464"/>
                  </a:lnTo>
                  <a:lnTo>
                    <a:pt x="1514" y="464"/>
                  </a:lnTo>
                  <a:lnTo>
                    <a:pt x="1514" y="464"/>
                  </a:lnTo>
                  <a:lnTo>
                    <a:pt x="1515" y="464"/>
                  </a:lnTo>
                  <a:lnTo>
                    <a:pt x="1515" y="464"/>
                  </a:lnTo>
                  <a:lnTo>
                    <a:pt x="1515" y="465"/>
                  </a:lnTo>
                  <a:lnTo>
                    <a:pt x="1515" y="465"/>
                  </a:lnTo>
                  <a:lnTo>
                    <a:pt x="1516" y="465"/>
                  </a:lnTo>
                  <a:lnTo>
                    <a:pt x="1516" y="465"/>
                  </a:lnTo>
                  <a:lnTo>
                    <a:pt x="1516" y="465"/>
                  </a:lnTo>
                  <a:lnTo>
                    <a:pt x="1516" y="465"/>
                  </a:lnTo>
                  <a:lnTo>
                    <a:pt x="1517" y="465"/>
                  </a:lnTo>
                  <a:lnTo>
                    <a:pt x="1517" y="465"/>
                  </a:lnTo>
                  <a:lnTo>
                    <a:pt x="1518" y="465"/>
                  </a:lnTo>
                  <a:lnTo>
                    <a:pt x="1518" y="465"/>
                  </a:lnTo>
                  <a:lnTo>
                    <a:pt x="1518" y="465"/>
                  </a:lnTo>
                  <a:lnTo>
                    <a:pt x="1518" y="465"/>
                  </a:lnTo>
                  <a:lnTo>
                    <a:pt x="1519" y="465"/>
                  </a:lnTo>
                  <a:lnTo>
                    <a:pt x="1519" y="465"/>
                  </a:lnTo>
                  <a:lnTo>
                    <a:pt x="1519" y="465"/>
                  </a:lnTo>
                  <a:lnTo>
                    <a:pt x="1519" y="465"/>
                  </a:lnTo>
                  <a:lnTo>
                    <a:pt x="1520" y="465"/>
                  </a:lnTo>
                  <a:lnTo>
                    <a:pt x="1520" y="465"/>
                  </a:lnTo>
                  <a:lnTo>
                    <a:pt x="1520" y="465"/>
                  </a:lnTo>
                  <a:lnTo>
                    <a:pt x="1521" y="465"/>
                  </a:lnTo>
                  <a:lnTo>
                    <a:pt x="1521" y="465"/>
                  </a:lnTo>
                  <a:lnTo>
                    <a:pt x="1521" y="465"/>
                  </a:lnTo>
                  <a:lnTo>
                    <a:pt x="1521" y="465"/>
                  </a:lnTo>
                  <a:lnTo>
                    <a:pt x="1522" y="465"/>
                  </a:lnTo>
                  <a:lnTo>
                    <a:pt x="1522" y="465"/>
                  </a:lnTo>
                  <a:lnTo>
                    <a:pt x="1522" y="465"/>
                  </a:lnTo>
                  <a:lnTo>
                    <a:pt x="1522" y="465"/>
                  </a:lnTo>
                  <a:lnTo>
                    <a:pt x="1523" y="465"/>
                  </a:lnTo>
                  <a:lnTo>
                    <a:pt x="1523" y="465"/>
                  </a:lnTo>
                  <a:lnTo>
                    <a:pt x="1524" y="465"/>
                  </a:lnTo>
                  <a:lnTo>
                    <a:pt x="1524" y="465"/>
                  </a:lnTo>
                  <a:lnTo>
                    <a:pt x="1524" y="465"/>
                  </a:lnTo>
                  <a:lnTo>
                    <a:pt x="1524" y="465"/>
                  </a:lnTo>
                  <a:lnTo>
                    <a:pt x="1525" y="465"/>
                  </a:lnTo>
                  <a:lnTo>
                    <a:pt x="1525" y="465"/>
                  </a:lnTo>
                  <a:lnTo>
                    <a:pt x="1525" y="465"/>
                  </a:lnTo>
                  <a:lnTo>
                    <a:pt x="1525" y="465"/>
                  </a:lnTo>
                  <a:lnTo>
                    <a:pt x="1526" y="465"/>
                  </a:lnTo>
                  <a:lnTo>
                    <a:pt x="1526" y="465"/>
                  </a:lnTo>
                  <a:lnTo>
                    <a:pt x="1526" y="465"/>
                  </a:lnTo>
                  <a:lnTo>
                    <a:pt x="1527" y="465"/>
                  </a:lnTo>
                  <a:lnTo>
                    <a:pt x="1527" y="465"/>
                  </a:lnTo>
                  <a:lnTo>
                    <a:pt x="1527" y="465"/>
                  </a:lnTo>
                  <a:lnTo>
                    <a:pt x="1528" y="465"/>
                  </a:lnTo>
                  <a:lnTo>
                    <a:pt x="1528" y="465"/>
                  </a:lnTo>
                  <a:lnTo>
                    <a:pt x="1528" y="465"/>
                  </a:lnTo>
                  <a:lnTo>
                    <a:pt x="1528" y="465"/>
                  </a:lnTo>
                  <a:lnTo>
                    <a:pt x="1529" y="465"/>
                  </a:lnTo>
                  <a:lnTo>
                    <a:pt x="1529" y="465"/>
                  </a:lnTo>
                  <a:lnTo>
                    <a:pt x="1529" y="465"/>
                  </a:lnTo>
                  <a:lnTo>
                    <a:pt x="1530" y="465"/>
                  </a:lnTo>
                  <a:lnTo>
                    <a:pt x="1530" y="465"/>
                  </a:lnTo>
                  <a:lnTo>
                    <a:pt x="1530" y="465"/>
                  </a:lnTo>
                  <a:lnTo>
                    <a:pt x="1530" y="465"/>
                  </a:lnTo>
                  <a:lnTo>
                    <a:pt x="1531" y="465"/>
                  </a:lnTo>
                  <a:lnTo>
                    <a:pt x="1531" y="465"/>
                  </a:lnTo>
                  <a:lnTo>
                    <a:pt x="1531" y="465"/>
                  </a:lnTo>
                  <a:lnTo>
                    <a:pt x="1531" y="465"/>
                  </a:lnTo>
                  <a:lnTo>
                    <a:pt x="1532" y="465"/>
                  </a:lnTo>
                  <a:lnTo>
                    <a:pt x="1532" y="465"/>
                  </a:lnTo>
                  <a:lnTo>
                    <a:pt x="1533" y="465"/>
                  </a:lnTo>
                  <a:lnTo>
                    <a:pt x="1533" y="465"/>
                  </a:lnTo>
                  <a:lnTo>
                    <a:pt x="1533" y="465"/>
                  </a:lnTo>
                  <a:lnTo>
                    <a:pt x="1533" y="465"/>
                  </a:lnTo>
                  <a:lnTo>
                    <a:pt x="1534" y="465"/>
                  </a:lnTo>
                  <a:lnTo>
                    <a:pt x="1534" y="465"/>
                  </a:lnTo>
                  <a:lnTo>
                    <a:pt x="1534" y="465"/>
                  </a:lnTo>
                  <a:lnTo>
                    <a:pt x="1534" y="465"/>
                  </a:lnTo>
                  <a:lnTo>
                    <a:pt x="1535" y="465"/>
                  </a:lnTo>
                  <a:lnTo>
                    <a:pt x="1535" y="465"/>
                  </a:lnTo>
                  <a:lnTo>
                    <a:pt x="1535" y="465"/>
                  </a:lnTo>
                  <a:lnTo>
                    <a:pt x="1536" y="465"/>
                  </a:lnTo>
                  <a:lnTo>
                    <a:pt x="1536" y="465"/>
                  </a:lnTo>
                  <a:lnTo>
                    <a:pt x="1536" y="465"/>
                  </a:lnTo>
                  <a:lnTo>
                    <a:pt x="1536" y="465"/>
                  </a:lnTo>
                  <a:lnTo>
                    <a:pt x="1537" y="465"/>
                  </a:lnTo>
                  <a:lnTo>
                    <a:pt x="1537" y="465"/>
                  </a:lnTo>
                  <a:lnTo>
                    <a:pt x="1537" y="465"/>
                  </a:lnTo>
                  <a:lnTo>
                    <a:pt x="1538" y="465"/>
                  </a:lnTo>
                  <a:lnTo>
                    <a:pt x="1538" y="465"/>
                  </a:lnTo>
                  <a:lnTo>
                    <a:pt x="1538" y="465"/>
                  </a:lnTo>
                  <a:lnTo>
                    <a:pt x="1539" y="465"/>
                  </a:lnTo>
                  <a:lnTo>
                    <a:pt x="1539" y="465"/>
                  </a:lnTo>
                  <a:lnTo>
                    <a:pt x="1539" y="465"/>
                  </a:lnTo>
                  <a:lnTo>
                    <a:pt x="1539" y="465"/>
                  </a:lnTo>
                  <a:lnTo>
                    <a:pt x="1540" y="465"/>
                  </a:lnTo>
                  <a:lnTo>
                    <a:pt x="1540" y="465"/>
                  </a:lnTo>
                  <a:lnTo>
                    <a:pt x="1540" y="465"/>
                  </a:lnTo>
                  <a:lnTo>
                    <a:pt x="1540" y="465"/>
                  </a:lnTo>
                  <a:lnTo>
                    <a:pt x="1541" y="465"/>
                  </a:lnTo>
                  <a:lnTo>
                    <a:pt x="1541" y="465"/>
                  </a:lnTo>
                  <a:lnTo>
                    <a:pt x="1542" y="465"/>
                  </a:lnTo>
                  <a:lnTo>
                    <a:pt x="1542" y="465"/>
                  </a:lnTo>
                  <a:lnTo>
                    <a:pt x="1542" y="465"/>
                  </a:lnTo>
                  <a:lnTo>
                    <a:pt x="1542" y="465"/>
                  </a:lnTo>
                  <a:lnTo>
                    <a:pt x="1543" y="465"/>
                  </a:lnTo>
                  <a:lnTo>
                    <a:pt x="1543" y="465"/>
                  </a:lnTo>
                  <a:lnTo>
                    <a:pt x="1543" y="466"/>
                  </a:lnTo>
                  <a:lnTo>
                    <a:pt x="1543" y="466"/>
                  </a:lnTo>
                  <a:lnTo>
                    <a:pt x="1544" y="466"/>
                  </a:lnTo>
                  <a:lnTo>
                    <a:pt x="1544" y="466"/>
                  </a:lnTo>
                  <a:lnTo>
                    <a:pt x="1544" y="465"/>
                  </a:lnTo>
                  <a:lnTo>
                    <a:pt x="1545" y="465"/>
                  </a:lnTo>
                  <a:lnTo>
                    <a:pt x="1545" y="465"/>
                  </a:lnTo>
                  <a:lnTo>
                    <a:pt x="1545" y="465"/>
                  </a:lnTo>
                  <a:lnTo>
                    <a:pt x="1545" y="465"/>
                  </a:lnTo>
                  <a:lnTo>
                    <a:pt x="1546" y="465"/>
                  </a:lnTo>
                  <a:lnTo>
                    <a:pt x="1546" y="465"/>
                  </a:lnTo>
                  <a:lnTo>
                    <a:pt x="1546" y="465"/>
                  </a:lnTo>
                  <a:lnTo>
                    <a:pt x="1546" y="465"/>
                  </a:lnTo>
                  <a:lnTo>
                    <a:pt x="1547" y="465"/>
                  </a:lnTo>
                  <a:lnTo>
                    <a:pt x="1547" y="465"/>
                  </a:lnTo>
                  <a:lnTo>
                    <a:pt x="1548" y="464"/>
                  </a:lnTo>
                  <a:lnTo>
                    <a:pt x="1548" y="464"/>
                  </a:lnTo>
                  <a:lnTo>
                    <a:pt x="1548" y="464"/>
                  </a:lnTo>
                  <a:lnTo>
                    <a:pt x="1548" y="464"/>
                  </a:lnTo>
                  <a:lnTo>
                    <a:pt x="1549" y="464"/>
                  </a:lnTo>
                  <a:lnTo>
                    <a:pt x="1549" y="463"/>
                  </a:lnTo>
                  <a:lnTo>
                    <a:pt x="1549" y="463"/>
                  </a:lnTo>
                  <a:lnTo>
                    <a:pt x="1549" y="463"/>
                  </a:lnTo>
                  <a:lnTo>
                    <a:pt x="1550" y="463"/>
                  </a:lnTo>
                  <a:lnTo>
                    <a:pt x="1550" y="463"/>
                  </a:lnTo>
                  <a:lnTo>
                    <a:pt x="1551" y="462"/>
                  </a:lnTo>
                  <a:lnTo>
                    <a:pt x="1551" y="462"/>
                  </a:lnTo>
                  <a:lnTo>
                    <a:pt x="1551" y="462"/>
                  </a:lnTo>
                  <a:lnTo>
                    <a:pt x="1551" y="462"/>
                  </a:lnTo>
                  <a:lnTo>
                    <a:pt x="1552" y="462"/>
                  </a:lnTo>
                  <a:lnTo>
                    <a:pt x="1552" y="462"/>
                  </a:lnTo>
                  <a:lnTo>
                    <a:pt x="1552" y="462"/>
                  </a:lnTo>
                  <a:lnTo>
                    <a:pt x="1552" y="462"/>
                  </a:lnTo>
                  <a:lnTo>
                    <a:pt x="1553" y="462"/>
                  </a:lnTo>
                  <a:lnTo>
                    <a:pt x="1553" y="461"/>
                  </a:lnTo>
                  <a:lnTo>
                    <a:pt x="1553" y="461"/>
                  </a:lnTo>
                  <a:lnTo>
                    <a:pt x="1554" y="461"/>
                  </a:lnTo>
                  <a:lnTo>
                    <a:pt x="1554" y="461"/>
                  </a:lnTo>
                  <a:lnTo>
                    <a:pt x="1554" y="461"/>
                  </a:lnTo>
                  <a:lnTo>
                    <a:pt x="1554" y="461"/>
                  </a:lnTo>
                  <a:lnTo>
                    <a:pt x="1555" y="461"/>
                  </a:lnTo>
                  <a:lnTo>
                    <a:pt x="1555" y="460"/>
                  </a:lnTo>
                  <a:lnTo>
                    <a:pt x="1555" y="460"/>
                  </a:lnTo>
                  <a:lnTo>
                    <a:pt x="1555" y="460"/>
                  </a:lnTo>
                  <a:lnTo>
                    <a:pt x="1556" y="460"/>
                  </a:lnTo>
                  <a:lnTo>
                    <a:pt x="1556" y="460"/>
                  </a:lnTo>
                  <a:lnTo>
                    <a:pt x="1557" y="460"/>
                  </a:lnTo>
                  <a:lnTo>
                    <a:pt x="1557" y="460"/>
                  </a:lnTo>
                  <a:lnTo>
                    <a:pt x="1557" y="460"/>
                  </a:lnTo>
                  <a:lnTo>
                    <a:pt x="1557" y="460"/>
                  </a:lnTo>
                  <a:lnTo>
                    <a:pt x="1558" y="459"/>
                  </a:lnTo>
                  <a:lnTo>
                    <a:pt x="1558" y="459"/>
                  </a:lnTo>
                  <a:lnTo>
                    <a:pt x="1558" y="459"/>
                  </a:lnTo>
                  <a:lnTo>
                    <a:pt x="1559" y="459"/>
                  </a:lnTo>
                  <a:lnTo>
                    <a:pt x="1559" y="459"/>
                  </a:lnTo>
                  <a:lnTo>
                    <a:pt x="1559" y="459"/>
                  </a:lnTo>
                  <a:lnTo>
                    <a:pt x="1559" y="459"/>
                  </a:lnTo>
                  <a:lnTo>
                    <a:pt x="1560" y="459"/>
                  </a:lnTo>
                  <a:lnTo>
                    <a:pt x="1560" y="459"/>
                  </a:lnTo>
                  <a:lnTo>
                    <a:pt x="1560" y="459"/>
                  </a:lnTo>
                  <a:lnTo>
                    <a:pt x="1561" y="459"/>
                  </a:lnTo>
                  <a:lnTo>
                    <a:pt x="1561" y="459"/>
                  </a:lnTo>
                  <a:lnTo>
                    <a:pt x="1561" y="459"/>
                  </a:lnTo>
                  <a:lnTo>
                    <a:pt x="1562" y="459"/>
                  </a:lnTo>
                  <a:lnTo>
                    <a:pt x="1562" y="459"/>
                  </a:lnTo>
                  <a:lnTo>
                    <a:pt x="1562" y="459"/>
                  </a:lnTo>
                  <a:lnTo>
                    <a:pt x="1562" y="459"/>
                  </a:lnTo>
                  <a:lnTo>
                    <a:pt x="1563" y="459"/>
                  </a:lnTo>
                  <a:lnTo>
                    <a:pt x="1563" y="459"/>
                  </a:lnTo>
                  <a:lnTo>
                    <a:pt x="1563" y="459"/>
                  </a:lnTo>
                  <a:lnTo>
                    <a:pt x="1563" y="459"/>
                  </a:lnTo>
                  <a:lnTo>
                    <a:pt x="1564" y="459"/>
                  </a:lnTo>
                  <a:lnTo>
                    <a:pt x="1564" y="459"/>
                  </a:lnTo>
                  <a:lnTo>
                    <a:pt x="1565" y="459"/>
                  </a:lnTo>
                  <a:lnTo>
                    <a:pt x="1565" y="459"/>
                  </a:lnTo>
                  <a:lnTo>
                    <a:pt x="1565" y="459"/>
                  </a:lnTo>
                  <a:lnTo>
                    <a:pt x="1565" y="459"/>
                  </a:lnTo>
                  <a:lnTo>
                    <a:pt x="1566" y="459"/>
                  </a:lnTo>
                  <a:lnTo>
                    <a:pt x="1566" y="459"/>
                  </a:lnTo>
                  <a:lnTo>
                    <a:pt x="1566" y="459"/>
                  </a:lnTo>
                  <a:lnTo>
                    <a:pt x="1566" y="459"/>
                  </a:lnTo>
                  <a:lnTo>
                    <a:pt x="1567" y="459"/>
                  </a:lnTo>
                  <a:lnTo>
                    <a:pt x="1567" y="460"/>
                  </a:lnTo>
                  <a:lnTo>
                    <a:pt x="1567" y="460"/>
                  </a:lnTo>
                  <a:lnTo>
                    <a:pt x="1568" y="460"/>
                  </a:lnTo>
                  <a:lnTo>
                    <a:pt x="1568" y="460"/>
                  </a:lnTo>
                  <a:lnTo>
                    <a:pt x="1568" y="460"/>
                  </a:lnTo>
                  <a:lnTo>
                    <a:pt x="1568" y="460"/>
                  </a:lnTo>
                  <a:lnTo>
                    <a:pt x="1569" y="460"/>
                  </a:lnTo>
                  <a:lnTo>
                    <a:pt x="1569" y="460"/>
                  </a:lnTo>
                  <a:lnTo>
                    <a:pt x="1569" y="460"/>
                  </a:lnTo>
                  <a:lnTo>
                    <a:pt x="1569" y="460"/>
                  </a:lnTo>
                  <a:lnTo>
                    <a:pt x="1570" y="459"/>
                  </a:lnTo>
                  <a:lnTo>
                    <a:pt x="1570" y="459"/>
                  </a:lnTo>
                  <a:lnTo>
                    <a:pt x="1571" y="459"/>
                  </a:lnTo>
                  <a:lnTo>
                    <a:pt x="1571" y="459"/>
                  </a:lnTo>
                  <a:lnTo>
                    <a:pt x="1571" y="459"/>
                  </a:lnTo>
                  <a:lnTo>
                    <a:pt x="1571" y="459"/>
                  </a:lnTo>
                  <a:lnTo>
                    <a:pt x="1572" y="459"/>
                  </a:lnTo>
                  <a:lnTo>
                    <a:pt x="1572" y="458"/>
                  </a:lnTo>
                  <a:lnTo>
                    <a:pt x="1572" y="458"/>
                  </a:lnTo>
                  <a:lnTo>
                    <a:pt x="1572" y="458"/>
                  </a:lnTo>
                  <a:lnTo>
                    <a:pt x="1573" y="458"/>
                  </a:lnTo>
                  <a:lnTo>
                    <a:pt x="1573" y="458"/>
                  </a:lnTo>
                  <a:lnTo>
                    <a:pt x="1573" y="458"/>
                  </a:lnTo>
                  <a:lnTo>
                    <a:pt x="1574" y="458"/>
                  </a:lnTo>
                  <a:lnTo>
                    <a:pt x="1574" y="458"/>
                  </a:lnTo>
                  <a:lnTo>
                    <a:pt x="1574" y="458"/>
                  </a:lnTo>
                  <a:lnTo>
                    <a:pt x="1575" y="458"/>
                  </a:lnTo>
                  <a:lnTo>
                    <a:pt x="1575" y="458"/>
                  </a:lnTo>
                  <a:lnTo>
                    <a:pt x="1575" y="458"/>
                  </a:lnTo>
                  <a:lnTo>
                    <a:pt x="1575" y="458"/>
                  </a:lnTo>
                  <a:lnTo>
                    <a:pt x="1576" y="458"/>
                  </a:lnTo>
                  <a:lnTo>
                    <a:pt x="1576" y="458"/>
                  </a:lnTo>
                  <a:lnTo>
                    <a:pt x="1576" y="457"/>
                  </a:lnTo>
                  <a:lnTo>
                    <a:pt x="1577" y="457"/>
                  </a:lnTo>
                  <a:lnTo>
                    <a:pt x="1577" y="457"/>
                  </a:lnTo>
                  <a:lnTo>
                    <a:pt x="1577" y="457"/>
                  </a:lnTo>
                  <a:lnTo>
                    <a:pt x="1577" y="456"/>
                  </a:lnTo>
                  <a:lnTo>
                    <a:pt x="1578" y="456"/>
                  </a:lnTo>
                  <a:lnTo>
                    <a:pt x="1578" y="456"/>
                  </a:lnTo>
                  <a:lnTo>
                    <a:pt x="1578" y="456"/>
                  </a:lnTo>
                  <a:lnTo>
                    <a:pt x="1578" y="456"/>
                  </a:lnTo>
                  <a:lnTo>
                    <a:pt x="1579" y="456"/>
                  </a:lnTo>
                  <a:lnTo>
                    <a:pt x="1579" y="456"/>
                  </a:lnTo>
                  <a:lnTo>
                    <a:pt x="1580" y="456"/>
                  </a:lnTo>
                  <a:lnTo>
                    <a:pt x="1580" y="456"/>
                  </a:lnTo>
                  <a:lnTo>
                    <a:pt x="1580" y="456"/>
                  </a:lnTo>
                  <a:lnTo>
                    <a:pt x="1580" y="456"/>
                  </a:lnTo>
                  <a:lnTo>
                    <a:pt x="1581" y="456"/>
                  </a:lnTo>
                  <a:lnTo>
                    <a:pt x="1581" y="456"/>
                  </a:lnTo>
                  <a:lnTo>
                    <a:pt x="1581" y="456"/>
                  </a:lnTo>
                  <a:lnTo>
                    <a:pt x="1581" y="456"/>
                  </a:lnTo>
                  <a:lnTo>
                    <a:pt x="1582" y="456"/>
                  </a:lnTo>
                  <a:lnTo>
                    <a:pt x="1582" y="455"/>
                  </a:lnTo>
                  <a:lnTo>
                    <a:pt x="1582" y="455"/>
                  </a:lnTo>
                  <a:lnTo>
                    <a:pt x="1583" y="455"/>
                  </a:lnTo>
                  <a:lnTo>
                    <a:pt x="1583" y="455"/>
                  </a:lnTo>
                  <a:lnTo>
                    <a:pt x="1583" y="455"/>
                  </a:lnTo>
                  <a:lnTo>
                    <a:pt x="1583" y="455"/>
                  </a:lnTo>
                  <a:lnTo>
                    <a:pt x="1584" y="455"/>
                  </a:lnTo>
                  <a:lnTo>
                    <a:pt x="1584" y="454"/>
                  </a:lnTo>
                  <a:lnTo>
                    <a:pt x="1584" y="454"/>
                  </a:lnTo>
                  <a:lnTo>
                    <a:pt x="1585" y="454"/>
                  </a:lnTo>
                  <a:lnTo>
                    <a:pt x="1585" y="454"/>
                  </a:lnTo>
                  <a:lnTo>
                    <a:pt x="1585" y="454"/>
                  </a:lnTo>
                  <a:lnTo>
                    <a:pt x="1586" y="454"/>
                  </a:lnTo>
                  <a:lnTo>
                    <a:pt x="1586" y="454"/>
                  </a:lnTo>
                  <a:lnTo>
                    <a:pt x="1586" y="454"/>
                  </a:lnTo>
                  <a:lnTo>
                    <a:pt x="1586" y="454"/>
                  </a:lnTo>
                  <a:lnTo>
                    <a:pt x="1587" y="454"/>
                  </a:lnTo>
                  <a:lnTo>
                    <a:pt x="1587" y="454"/>
                  </a:lnTo>
                  <a:lnTo>
                    <a:pt x="1587" y="453"/>
                  </a:lnTo>
                  <a:lnTo>
                    <a:pt x="1587" y="453"/>
                  </a:lnTo>
                  <a:lnTo>
                    <a:pt x="1588" y="453"/>
                  </a:lnTo>
                  <a:lnTo>
                    <a:pt x="1588" y="453"/>
                  </a:lnTo>
                  <a:lnTo>
                    <a:pt x="1589" y="453"/>
                  </a:lnTo>
                  <a:lnTo>
                    <a:pt x="1589" y="453"/>
                  </a:lnTo>
                  <a:lnTo>
                    <a:pt x="1589" y="453"/>
                  </a:lnTo>
                  <a:lnTo>
                    <a:pt x="1589" y="453"/>
                  </a:lnTo>
                  <a:lnTo>
                    <a:pt x="1590" y="453"/>
                  </a:lnTo>
                  <a:lnTo>
                    <a:pt x="1590" y="453"/>
                  </a:lnTo>
                  <a:lnTo>
                    <a:pt x="1590" y="453"/>
                  </a:lnTo>
                  <a:lnTo>
                    <a:pt x="1590" y="453"/>
                  </a:lnTo>
                  <a:lnTo>
                    <a:pt x="1591" y="453"/>
                  </a:lnTo>
                  <a:lnTo>
                    <a:pt x="1591" y="453"/>
                  </a:lnTo>
                  <a:lnTo>
                    <a:pt x="1591" y="453"/>
                  </a:lnTo>
                  <a:lnTo>
                    <a:pt x="1592" y="453"/>
                  </a:lnTo>
                  <a:lnTo>
                    <a:pt x="1592" y="452"/>
                  </a:lnTo>
                  <a:lnTo>
                    <a:pt x="1592" y="452"/>
                  </a:lnTo>
                  <a:lnTo>
                    <a:pt x="1592" y="452"/>
                  </a:lnTo>
                  <a:lnTo>
                    <a:pt x="1593" y="452"/>
                  </a:lnTo>
                  <a:lnTo>
                    <a:pt x="1593" y="452"/>
                  </a:lnTo>
                  <a:lnTo>
                    <a:pt x="1593" y="452"/>
                  </a:lnTo>
                  <a:lnTo>
                    <a:pt x="1593" y="452"/>
                  </a:lnTo>
                  <a:lnTo>
                    <a:pt x="1594" y="452"/>
                  </a:lnTo>
                  <a:lnTo>
                    <a:pt x="1594" y="452"/>
                  </a:lnTo>
                  <a:lnTo>
                    <a:pt x="1595" y="452"/>
                  </a:lnTo>
                  <a:lnTo>
                    <a:pt x="1595" y="452"/>
                  </a:lnTo>
                  <a:lnTo>
                    <a:pt x="1595" y="452"/>
                  </a:lnTo>
                  <a:lnTo>
                    <a:pt x="1595" y="452"/>
                  </a:lnTo>
                  <a:lnTo>
                    <a:pt x="1596" y="452"/>
                  </a:lnTo>
                  <a:lnTo>
                    <a:pt x="1596" y="452"/>
                  </a:lnTo>
                  <a:lnTo>
                    <a:pt x="1596" y="452"/>
                  </a:lnTo>
                  <a:lnTo>
                    <a:pt x="1596" y="452"/>
                  </a:lnTo>
                  <a:lnTo>
                    <a:pt x="1597" y="452"/>
                  </a:lnTo>
                  <a:lnTo>
                    <a:pt x="1597" y="452"/>
                  </a:lnTo>
                  <a:lnTo>
                    <a:pt x="1598" y="452"/>
                  </a:lnTo>
                  <a:lnTo>
                    <a:pt x="1598" y="452"/>
                  </a:lnTo>
                  <a:lnTo>
                    <a:pt x="1598" y="452"/>
                  </a:lnTo>
                  <a:lnTo>
                    <a:pt x="1598" y="451"/>
                  </a:lnTo>
                  <a:lnTo>
                    <a:pt x="1599" y="451"/>
                  </a:lnTo>
                  <a:lnTo>
                    <a:pt x="1599" y="451"/>
                  </a:lnTo>
                  <a:lnTo>
                    <a:pt x="1599" y="450"/>
                  </a:lnTo>
                  <a:lnTo>
                    <a:pt x="1599" y="450"/>
                  </a:lnTo>
                  <a:lnTo>
                    <a:pt x="1600" y="450"/>
                  </a:lnTo>
                  <a:lnTo>
                    <a:pt x="1600" y="450"/>
                  </a:lnTo>
                  <a:lnTo>
                    <a:pt x="1600" y="450"/>
                  </a:lnTo>
                  <a:lnTo>
                    <a:pt x="1601" y="449"/>
                  </a:lnTo>
                  <a:lnTo>
                    <a:pt x="1601" y="449"/>
                  </a:lnTo>
                  <a:lnTo>
                    <a:pt x="1601" y="449"/>
                  </a:lnTo>
                  <a:lnTo>
                    <a:pt x="1601" y="449"/>
                  </a:lnTo>
                  <a:lnTo>
                    <a:pt x="1602" y="448"/>
                  </a:lnTo>
                  <a:lnTo>
                    <a:pt x="1602" y="448"/>
                  </a:lnTo>
                  <a:lnTo>
                    <a:pt x="1602" y="448"/>
                  </a:lnTo>
                  <a:lnTo>
                    <a:pt x="1602" y="447"/>
                  </a:lnTo>
                  <a:lnTo>
                    <a:pt x="1603" y="447"/>
                  </a:lnTo>
                  <a:lnTo>
                    <a:pt x="1603" y="447"/>
                  </a:lnTo>
                  <a:lnTo>
                    <a:pt x="1604" y="447"/>
                  </a:lnTo>
                  <a:lnTo>
                    <a:pt x="1604" y="447"/>
                  </a:lnTo>
                  <a:lnTo>
                    <a:pt x="1604" y="446"/>
                  </a:lnTo>
                  <a:lnTo>
                    <a:pt x="1604" y="446"/>
                  </a:lnTo>
                  <a:lnTo>
                    <a:pt x="1605" y="446"/>
                  </a:lnTo>
                  <a:lnTo>
                    <a:pt x="1605" y="446"/>
                  </a:lnTo>
                  <a:lnTo>
                    <a:pt x="1605" y="445"/>
                  </a:lnTo>
                  <a:lnTo>
                    <a:pt x="1605" y="445"/>
                  </a:lnTo>
                  <a:lnTo>
                    <a:pt x="1606" y="445"/>
                  </a:lnTo>
                  <a:lnTo>
                    <a:pt x="1606" y="445"/>
                  </a:lnTo>
                  <a:lnTo>
                    <a:pt x="1606" y="444"/>
                  </a:lnTo>
                  <a:lnTo>
                    <a:pt x="1607" y="444"/>
                  </a:lnTo>
                  <a:lnTo>
                    <a:pt x="1607" y="444"/>
                  </a:lnTo>
                  <a:lnTo>
                    <a:pt x="1607" y="444"/>
                  </a:lnTo>
                  <a:lnTo>
                    <a:pt x="1608" y="444"/>
                  </a:lnTo>
                  <a:lnTo>
                    <a:pt x="1608" y="443"/>
                  </a:lnTo>
                  <a:lnTo>
                    <a:pt x="1608" y="443"/>
                  </a:lnTo>
                  <a:lnTo>
                    <a:pt x="1608" y="443"/>
                  </a:lnTo>
                  <a:lnTo>
                    <a:pt x="1609" y="443"/>
                  </a:lnTo>
                  <a:lnTo>
                    <a:pt x="1609" y="443"/>
                  </a:lnTo>
                  <a:lnTo>
                    <a:pt x="1609" y="443"/>
                  </a:lnTo>
                  <a:lnTo>
                    <a:pt x="1610" y="443"/>
                  </a:lnTo>
                  <a:lnTo>
                    <a:pt x="1610" y="443"/>
                  </a:lnTo>
                  <a:lnTo>
                    <a:pt x="1610" y="443"/>
                  </a:lnTo>
                  <a:lnTo>
                    <a:pt x="1610" y="443"/>
                  </a:lnTo>
                  <a:lnTo>
                    <a:pt x="1611" y="443"/>
                  </a:lnTo>
                  <a:lnTo>
                    <a:pt x="1611" y="442"/>
                  </a:lnTo>
                  <a:lnTo>
                    <a:pt x="1611" y="442"/>
                  </a:lnTo>
                  <a:lnTo>
                    <a:pt x="1611" y="442"/>
                  </a:lnTo>
                  <a:lnTo>
                    <a:pt x="1612" y="442"/>
                  </a:lnTo>
                  <a:lnTo>
                    <a:pt x="1612" y="441"/>
                  </a:lnTo>
                  <a:lnTo>
                    <a:pt x="1613" y="441"/>
                  </a:lnTo>
                  <a:lnTo>
                    <a:pt x="1613" y="441"/>
                  </a:lnTo>
                  <a:lnTo>
                    <a:pt x="1613" y="441"/>
                  </a:lnTo>
                  <a:lnTo>
                    <a:pt x="1613" y="441"/>
                  </a:lnTo>
                  <a:lnTo>
                    <a:pt x="1614" y="441"/>
                  </a:lnTo>
                  <a:lnTo>
                    <a:pt x="1614" y="441"/>
                  </a:lnTo>
                  <a:lnTo>
                    <a:pt x="1614" y="441"/>
                  </a:lnTo>
                  <a:lnTo>
                    <a:pt x="1614" y="441"/>
                  </a:lnTo>
                  <a:lnTo>
                    <a:pt x="1615" y="440"/>
                  </a:lnTo>
                  <a:lnTo>
                    <a:pt x="1615" y="440"/>
                  </a:lnTo>
                  <a:lnTo>
                    <a:pt x="1615" y="440"/>
                  </a:lnTo>
                  <a:lnTo>
                    <a:pt x="1616" y="440"/>
                  </a:lnTo>
                  <a:lnTo>
                    <a:pt x="1616" y="440"/>
                  </a:lnTo>
                  <a:lnTo>
                    <a:pt x="1616" y="440"/>
                  </a:lnTo>
                  <a:lnTo>
                    <a:pt x="1616" y="439"/>
                  </a:lnTo>
                  <a:lnTo>
                    <a:pt x="1617" y="439"/>
                  </a:lnTo>
                  <a:lnTo>
                    <a:pt x="1617" y="439"/>
                  </a:lnTo>
                  <a:lnTo>
                    <a:pt x="1617" y="439"/>
                  </a:lnTo>
                  <a:lnTo>
                    <a:pt x="1618" y="439"/>
                  </a:lnTo>
                  <a:lnTo>
                    <a:pt x="1618" y="439"/>
                  </a:lnTo>
                  <a:lnTo>
                    <a:pt x="1618" y="439"/>
                  </a:lnTo>
                  <a:lnTo>
                    <a:pt x="1619" y="439"/>
                  </a:lnTo>
                  <a:lnTo>
                    <a:pt x="1619" y="439"/>
                  </a:lnTo>
                  <a:lnTo>
                    <a:pt x="1619" y="439"/>
                  </a:lnTo>
                  <a:lnTo>
                    <a:pt x="1619" y="440"/>
                  </a:lnTo>
                  <a:lnTo>
                    <a:pt x="1620" y="440"/>
                  </a:lnTo>
                  <a:lnTo>
                    <a:pt x="1620" y="440"/>
                  </a:lnTo>
                  <a:lnTo>
                    <a:pt x="1620" y="440"/>
                  </a:lnTo>
                  <a:lnTo>
                    <a:pt x="1620" y="440"/>
                  </a:lnTo>
                  <a:lnTo>
                    <a:pt x="1621" y="440"/>
                  </a:lnTo>
                  <a:lnTo>
                    <a:pt x="1621" y="440"/>
                  </a:lnTo>
                  <a:lnTo>
                    <a:pt x="1622" y="440"/>
                  </a:lnTo>
                  <a:lnTo>
                    <a:pt x="1622" y="440"/>
                  </a:lnTo>
                  <a:lnTo>
                    <a:pt x="1622" y="440"/>
                  </a:lnTo>
                  <a:lnTo>
                    <a:pt x="1622" y="440"/>
                  </a:lnTo>
                  <a:lnTo>
                    <a:pt x="1623" y="440"/>
                  </a:lnTo>
                  <a:lnTo>
                    <a:pt x="1623" y="440"/>
                  </a:lnTo>
                  <a:lnTo>
                    <a:pt x="1623" y="440"/>
                  </a:lnTo>
                  <a:lnTo>
                    <a:pt x="1623" y="440"/>
                  </a:lnTo>
                  <a:lnTo>
                    <a:pt x="1624" y="440"/>
                  </a:lnTo>
                  <a:lnTo>
                    <a:pt x="1624" y="440"/>
                  </a:lnTo>
                  <a:lnTo>
                    <a:pt x="1624" y="441"/>
                  </a:lnTo>
                  <a:lnTo>
                    <a:pt x="1625" y="441"/>
                  </a:lnTo>
                  <a:lnTo>
                    <a:pt x="1625" y="441"/>
                  </a:lnTo>
                  <a:lnTo>
                    <a:pt x="1625" y="441"/>
                  </a:lnTo>
                  <a:lnTo>
                    <a:pt x="1625" y="441"/>
                  </a:lnTo>
                  <a:lnTo>
                    <a:pt x="1626" y="441"/>
                  </a:lnTo>
                  <a:lnTo>
                    <a:pt x="1626" y="441"/>
                  </a:lnTo>
                  <a:lnTo>
                    <a:pt x="1626" y="441"/>
                  </a:lnTo>
                  <a:lnTo>
                    <a:pt x="1626" y="441"/>
                  </a:lnTo>
                  <a:lnTo>
                    <a:pt x="1627" y="441"/>
                  </a:lnTo>
                  <a:lnTo>
                    <a:pt x="1627" y="441"/>
                  </a:lnTo>
                  <a:lnTo>
                    <a:pt x="1628" y="441"/>
                  </a:lnTo>
                  <a:lnTo>
                    <a:pt x="1628" y="441"/>
                  </a:lnTo>
                  <a:lnTo>
                    <a:pt x="1628" y="441"/>
                  </a:lnTo>
                  <a:lnTo>
                    <a:pt x="1628" y="441"/>
                  </a:lnTo>
                  <a:lnTo>
                    <a:pt x="1629" y="441"/>
                  </a:lnTo>
                  <a:lnTo>
                    <a:pt x="1629" y="441"/>
                  </a:lnTo>
                  <a:lnTo>
                    <a:pt x="1629" y="441"/>
                  </a:lnTo>
                  <a:lnTo>
                    <a:pt x="1630" y="441"/>
                  </a:lnTo>
                  <a:lnTo>
                    <a:pt x="1630" y="442"/>
                  </a:lnTo>
                  <a:lnTo>
                    <a:pt x="1630" y="442"/>
                  </a:lnTo>
                  <a:lnTo>
                    <a:pt x="1630" y="442"/>
                  </a:lnTo>
                  <a:lnTo>
                    <a:pt x="1631" y="443"/>
                  </a:lnTo>
                  <a:lnTo>
                    <a:pt x="1631" y="443"/>
                  </a:lnTo>
                  <a:lnTo>
                    <a:pt x="1631" y="443"/>
                  </a:lnTo>
                  <a:lnTo>
                    <a:pt x="1632" y="443"/>
                  </a:lnTo>
                  <a:lnTo>
                    <a:pt x="1632" y="443"/>
                  </a:lnTo>
                  <a:lnTo>
                    <a:pt x="1632" y="443"/>
                  </a:lnTo>
                  <a:lnTo>
                    <a:pt x="1633" y="443"/>
                  </a:lnTo>
                  <a:lnTo>
                    <a:pt x="1633" y="443"/>
                  </a:lnTo>
                  <a:lnTo>
                    <a:pt x="1633" y="444"/>
                  </a:lnTo>
                  <a:lnTo>
                    <a:pt x="1633" y="444"/>
                  </a:lnTo>
                  <a:lnTo>
                    <a:pt x="1634" y="444"/>
                  </a:lnTo>
                  <a:lnTo>
                    <a:pt x="1634" y="444"/>
                  </a:lnTo>
                  <a:lnTo>
                    <a:pt x="1634" y="444"/>
                  </a:lnTo>
                  <a:lnTo>
                    <a:pt x="1634" y="445"/>
                  </a:lnTo>
                  <a:lnTo>
                    <a:pt x="1635" y="445"/>
                  </a:lnTo>
                  <a:lnTo>
                    <a:pt x="1635" y="445"/>
                  </a:lnTo>
                  <a:lnTo>
                    <a:pt x="1636" y="445"/>
                  </a:lnTo>
                  <a:lnTo>
                    <a:pt x="1636" y="445"/>
                  </a:lnTo>
                  <a:lnTo>
                    <a:pt x="1636" y="445"/>
                  </a:lnTo>
                  <a:lnTo>
                    <a:pt x="1636" y="446"/>
                  </a:lnTo>
                  <a:lnTo>
                    <a:pt x="1637" y="446"/>
                  </a:lnTo>
                  <a:lnTo>
                    <a:pt x="1637" y="446"/>
                  </a:lnTo>
                  <a:lnTo>
                    <a:pt x="1637" y="446"/>
                  </a:lnTo>
                  <a:lnTo>
                    <a:pt x="1637" y="446"/>
                  </a:lnTo>
                  <a:lnTo>
                    <a:pt x="1638" y="446"/>
                  </a:lnTo>
                  <a:lnTo>
                    <a:pt x="1638" y="447"/>
                  </a:lnTo>
                  <a:lnTo>
                    <a:pt x="1638" y="447"/>
                  </a:lnTo>
                  <a:lnTo>
                    <a:pt x="1639" y="447"/>
                  </a:lnTo>
                  <a:lnTo>
                    <a:pt x="1639" y="447"/>
                  </a:lnTo>
                  <a:lnTo>
                    <a:pt x="1639" y="447"/>
                  </a:lnTo>
                  <a:lnTo>
                    <a:pt x="1639" y="447"/>
                  </a:lnTo>
                  <a:lnTo>
                    <a:pt x="1640" y="447"/>
                  </a:lnTo>
                  <a:lnTo>
                    <a:pt x="1640" y="447"/>
                  </a:lnTo>
                  <a:lnTo>
                    <a:pt x="1640" y="447"/>
                  </a:lnTo>
                  <a:lnTo>
                    <a:pt x="1640" y="447"/>
                  </a:lnTo>
                  <a:lnTo>
                    <a:pt x="1641" y="447"/>
                  </a:lnTo>
                  <a:lnTo>
                    <a:pt x="1641" y="447"/>
                  </a:lnTo>
                  <a:lnTo>
                    <a:pt x="1642" y="447"/>
                  </a:lnTo>
                  <a:lnTo>
                    <a:pt x="1642" y="447"/>
                  </a:lnTo>
                  <a:lnTo>
                    <a:pt x="1642" y="447"/>
                  </a:lnTo>
                  <a:lnTo>
                    <a:pt x="1642" y="447"/>
                  </a:lnTo>
                  <a:lnTo>
                    <a:pt x="1643" y="447"/>
                  </a:lnTo>
                  <a:lnTo>
                    <a:pt x="1643" y="447"/>
                  </a:lnTo>
                  <a:lnTo>
                    <a:pt x="1643" y="447"/>
                  </a:lnTo>
                  <a:lnTo>
                    <a:pt x="1643" y="448"/>
                  </a:lnTo>
                  <a:lnTo>
                    <a:pt x="1644" y="448"/>
                  </a:lnTo>
                  <a:lnTo>
                    <a:pt x="1644" y="448"/>
                  </a:lnTo>
                  <a:lnTo>
                    <a:pt x="1645" y="448"/>
                  </a:lnTo>
                  <a:lnTo>
                    <a:pt x="1645" y="448"/>
                  </a:lnTo>
                  <a:lnTo>
                    <a:pt x="1645" y="448"/>
                  </a:lnTo>
                  <a:lnTo>
                    <a:pt x="1645" y="448"/>
                  </a:lnTo>
                  <a:lnTo>
                    <a:pt x="1646" y="448"/>
                  </a:lnTo>
                  <a:lnTo>
                    <a:pt x="1646" y="448"/>
                  </a:lnTo>
                  <a:lnTo>
                    <a:pt x="1646" y="447"/>
                  </a:lnTo>
                  <a:lnTo>
                    <a:pt x="1646" y="447"/>
                  </a:lnTo>
                  <a:lnTo>
                    <a:pt x="1647" y="447"/>
                  </a:lnTo>
                  <a:lnTo>
                    <a:pt x="1647" y="447"/>
                  </a:lnTo>
                  <a:lnTo>
                    <a:pt x="1647" y="447"/>
                  </a:lnTo>
                  <a:lnTo>
                    <a:pt x="1648" y="447"/>
                  </a:lnTo>
                  <a:lnTo>
                    <a:pt x="1648" y="447"/>
                  </a:lnTo>
                  <a:lnTo>
                    <a:pt x="1648" y="447"/>
                  </a:lnTo>
                  <a:lnTo>
                    <a:pt x="1648" y="447"/>
                  </a:lnTo>
                  <a:lnTo>
                    <a:pt x="1649" y="447"/>
                  </a:lnTo>
                  <a:lnTo>
                    <a:pt x="1649" y="447"/>
                  </a:lnTo>
                  <a:lnTo>
                    <a:pt x="1649" y="447"/>
                  </a:lnTo>
                  <a:lnTo>
                    <a:pt x="1649" y="447"/>
                  </a:lnTo>
                  <a:lnTo>
                    <a:pt x="1650" y="447"/>
                  </a:lnTo>
                  <a:lnTo>
                    <a:pt x="1650" y="447"/>
                  </a:lnTo>
                  <a:lnTo>
                    <a:pt x="1651" y="447"/>
                  </a:lnTo>
                  <a:lnTo>
                    <a:pt x="1651" y="447"/>
                  </a:lnTo>
                  <a:lnTo>
                    <a:pt x="1651" y="447"/>
                  </a:lnTo>
                  <a:lnTo>
                    <a:pt x="1651" y="447"/>
                  </a:lnTo>
                  <a:lnTo>
                    <a:pt x="1652" y="447"/>
                  </a:lnTo>
                  <a:lnTo>
                    <a:pt x="1652" y="447"/>
                  </a:lnTo>
                  <a:lnTo>
                    <a:pt x="1652" y="447"/>
                  </a:lnTo>
                  <a:lnTo>
                    <a:pt x="1652" y="447"/>
                  </a:lnTo>
                  <a:lnTo>
                    <a:pt x="1653" y="447"/>
                  </a:lnTo>
                  <a:lnTo>
                    <a:pt x="1653" y="447"/>
                  </a:lnTo>
                  <a:lnTo>
                    <a:pt x="1653" y="447"/>
                  </a:lnTo>
                  <a:lnTo>
                    <a:pt x="1654" y="447"/>
                  </a:lnTo>
                  <a:lnTo>
                    <a:pt x="1654" y="447"/>
                  </a:lnTo>
                  <a:lnTo>
                    <a:pt x="1654" y="447"/>
                  </a:lnTo>
                  <a:lnTo>
                    <a:pt x="1655" y="447"/>
                  </a:lnTo>
                  <a:lnTo>
                    <a:pt x="1655" y="447"/>
                  </a:lnTo>
                  <a:lnTo>
                    <a:pt x="1655" y="447"/>
                  </a:lnTo>
                  <a:lnTo>
                    <a:pt x="1655" y="447"/>
                  </a:lnTo>
                  <a:lnTo>
                    <a:pt x="1656" y="447"/>
                  </a:lnTo>
                  <a:lnTo>
                    <a:pt x="1656" y="447"/>
                  </a:lnTo>
                  <a:lnTo>
                    <a:pt x="1656" y="447"/>
                  </a:lnTo>
                  <a:lnTo>
                    <a:pt x="1657" y="447"/>
                  </a:lnTo>
                  <a:lnTo>
                    <a:pt x="1657" y="447"/>
                  </a:lnTo>
                  <a:lnTo>
                    <a:pt x="1657" y="447"/>
                  </a:lnTo>
                  <a:lnTo>
                    <a:pt x="1657" y="447"/>
                  </a:lnTo>
                  <a:lnTo>
                    <a:pt x="1658" y="447"/>
                  </a:lnTo>
                  <a:lnTo>
                    <a:pt x="1658" y="447"/>
                  </a:lnTo>
                  <a:lnTo>
                    <a:pt x="1658" y="447"/>
                  </a:lnTo>
                  <a:lnTo>
                    <a:pt x="1658" y="447"/>
                  </a:lnTo>
                  <a:lnTo>
                    <a:pt x="1659" y="447"/>
                  </a:lnTo>
                  <a:lnTo>
                    <a:pt x="1659" y="447"/>
                  </a:lnTo>
                  <a:lnTo>
                    <a:pt x="1660" y="447"/>
                  </a:lnTo>
                  <a:lnTo>
                    <a:pt x="1660" y="447"/>
                  </a:lnTo>
                  <a:lnTo>
                    <a:pt x="1660" y="447"/>
                  </a:lnTo>
                  <a:lnTo>
                    <a:pt x="1660" y="447"/>
                  </a:lnTo>
                  <a:lnTo>
                    <a:pt x="1661" y="447"/>
                  </a:lnTo>
                  <a:lnTo>
                    <a:pt x="1661" y="447"/>
                  </a:lnTo>
                  <a:lnTo>
                    <a:pt x="1661" y="447"/>
                  </a:lnTo>
                  <a:lnTo>
                    <a:pt x="1661" y="447"/>
                  </a:lnTo>
                  <a:lnTo>
                    <a:pt x="1662" y="447"/>
                  </a:lnTo>
                  <a:lnTo>
                    <a:pt x="1662" y="447"/>
                  </a:lnTo>
                  <a:lnTo>
                    <a:pt x="1662" y="447"/>
                  </a:lnTo>
                  <a:lnTo>
                    <a:pt x="1663" y="447"/>
                  </a:lnTo>
                  <a:lnTo>
                    <a:pt x="1663" y="447"/>
                  </a:lnTo>
                  <a:lnTo>
                    <a:pt x="1663" y="447"/>
                  </a:lnTo>
                  <a:lnTo>
                    <a:pt x="1663" y="447"/>
                  </a:lnTo>
                  <a:lnTo>
                    <a:pt x="1664" y="447"/>
                  </a:lnTo>
                  <a:lnTo>
                    <a:pt x="1664" y="447"/>
                  </a:lnTo>
                  <a:lnTo>
                    <a:pt x="1664" y="447"/>
                  </a:lnTo>
                  <a:lnTo>
                    <a:pt x="1665" y="447"/>
                  </a:lnTo>
                  <a:lnTo>
                    <a:pt x="1665" y="447"/>
                  </a:lnTo>
                  <a:lnTo>
                    <a:pt x="1665" y="447"/>
                  </a:lnTo>
                  <a:lnTo>
                    <a:pt x="1666" y="447"/>
                  </a:lnTo>
                  <a:lnTo>
                    <a:pt x="1666" y="447"/>
                  </a:lnTo>
                  <a:lnTo>
                    <a:pt x="1666" y="447"/>
                  </a:lnTo>
                  <a:lnTo>
                    <a:pt x="1666" y="447"/>
                  </a:lnTo>
                  <a:lnTo>
                    <a:pt x="1667" y="447"/>
                  </a:lnTo>
                  <a:lnTo>
                    <a:pt x="1667" y="447"/>
                  </a:lnTo>
                  <a:lnTo>
                    <a:pt x="1667" y="447"/>
                  </a:lnTo>
                  <a:lnTo>
                    <a:pt x="1667" y="447"/>
                  </a:lnTo>
                  <a:lnTo>
                    <a:pt x="1668" y="447"/>
                  </a:lnTo>
                  <a:lnTo>
                    <a:pt x="1668" y="447"/>
                  </a:lnTo>
                  <a:lnTo>
                    <a:pt x="1669" y="447"/>
                  </a:lnTo>
                  <a:lnTo>
                    <a:pt x="1669" y="447"/>
                  </a:lnTo>
                  <a:lnTo>
                    <a:pt x="1669" y="447"/>
                  </a:lnTo>
                  <a:lnTo>
                    <a:pt x="1669" y="447"/>
                  </a:lnTo>
                  <a:lnTo>
                    <a:pt x="1670" y="447"/>
                  </a:lnTo>
                  <a:lnTo>
                    <a:pt x="1670" y="447"/>
                  </a:lnTo>
                  <a:lnTo>
                    <a:pt x="1670" y="447"/>
                  </a:lnTo>
                  <a:lnTo>
                    <a:pt x="1670" y="447"/>
                  </a:lnTo>
                  <a:lnTo>
                    <a:pt x="1671" y="447"/>
                  </a:lnTo>
                  <a:lnTo>
                    <a:pt x="1671" y="447"/>
                  </a:lnTo>
                  <a:lnTo>
                    <a:pt x="1671" y="447"/>
                  </a:lnTo>
                  <a:lnTo>
                    <a:pt x="1672" y="447"/>
                  </a:lnTo>
                  <a:lnTo>
                    <a:pt x="1672" y="447"/>
                  </a:lnTo>
                  <a:lnTo>
                    <a:pt x="1672" y="447"/>
                  </a:lnTo>
                  <a:lnTo>
                    <a:pt x="1672" y="447"/>
                  </a:lnTo>
                  <a:lnTo>
                    <a:pt x="1673" y="447"/>
                  </a:lnTo>
                  <a:lnTo>
                    <a:pt x="1673" y="448"/>
                  </a:lnTo>
                  <a:lnTo>
                    <a:pt x="1673" y="448"/>
                  </a:lnTo>
                  <a:lnTo>
                    <a:pt x="1673" y="448"/>
                  </a:lnTo>
                  <a:lnTo>
                    <a:pt x="1674" y="448"/>
                  </a:lnTo>
                  <a:lnTo>
                    <a:pt x="1674" y="448"/>
                  </a:lnTo>
                  <a:lnTo>
                    <a:pt x="1675" y="448"/>
                  </a:lnTo>
                  <a:lnTo>
                    <a:pt x="1675" y="448"/>
                  </a:lnTo>
                  <a:lnTo>
                    <a:pt x="1675" y="448"/>
                  </a:lnTo>
                  <a:lnTo>
                    <a:pt x="1675" y="448"/>
                  </a:lnTo>
                  <a:lnTo>
                    <a:pt x="1676" y="448"/>
                  </a:lnTo>
                  <a:lnTo>
                    <a:pt x="1676" y="448"/>
                  </a:lnTo>
                  <a:lnTo>
                    <a:pt x="1676" y="448"/>
                  </a:lnTo>
                  <a:lnTo>
                    <a:pt x="1676" y="448"/>
                  </a:lnTo>
                  <a:lnTo>
                    <a:pt x="1677" y="448"/>
                  </a:lnTo>
                  <a:lnTo>
                    <a:pt x="1677" y="448"/>
                  </a:lnTo>
                  <a:lnTo>
                    <a:pt x="1677" y="449"/>
                  </a:lnTo>
                  <a:lnTo>
                    <a:pt x="1678" y="449"/>
                  </a:lnTo>
                  <a:lnTo>
                    <a:pt x="1678" y="449"/>
                  </a:lnTo>
                  <a:lnTo>
                    <a:pt x="1678" y="449"/>
                  </a:lnTo>
                  <a:lnTo>
                    <a:pt x="1679" y="449"/>
                  </a:lnTo>
                  <a:lnTo>
                    <a:pt x="1679" y="449"/>
                  </a:lnTo>
                  <a:lnTo>
                    <a:pt x="1679" y="449"/>
                  </a:lnTo>
                  <a:lnTo>
                    <a:pt x="1679" y="450"/>
                  </a:lnTo>
                  <a:lnTo>
                    <a:pt x="1680" y="450"/>
                  </a:lnTo>
                  <a:lnTo>
                    <a:pt x="1680" y="450"/>
                  </a:lnTo>
                  <a:lnTo>
                    <a:pt x="1680" y="450"/>
                  </a:lnTo>
                  <a:lnTo>
                    <a:pt x="1681" y="450"/>
                  </a:lnTo>
                  <a:lnTo>
                    <a:pt x="1681" y="450"/>
                  </a:lnTo>
                  <a:lnTo>
                    <a:pt x="1681" y="450"/>
                  </a:lnTo>
                  <a:lnTo>
                    <a:pt x="1681" y="450"/>
                  </a:lnTo>
                  <a:lnTo>
                    <a:pt x="1682" y="450"/>
                  </a:lnTo>
                  <a:lnTo>
                    <a:pt x="1682" y="450"/>
                  </a:lnTo>
                  <a:lnTo>
                    <a:pt x="1682" y="450"/>
                  </a:lnTo>
                  <a:lnTo>
                    <a:pt x="1682" y="450"/>
                  </a:lnTo>
                  <a:lnTo>
                    <a:pt x="1683" y="450"/>
                  </a:lnTo>
                  <a:lnTo>
                    <a:pt x="1683" y="451"/>
                  </a:lnTo>
                  <a:lnTo>
                    <a:pt x="1684" y="451"/>
                  </a:lnTo>
                  <a:lnTo>
                    <a:pt x="1684" y="451"/>
                  </a:lnTo>
                  <a:lnTo>
                    <a:pt x="1684" y="452"/>
                  </a:lnTo>
                  <a:lnTo>
                    <a:pt x="1684" y="452"/>
                  </a:lnTo>
                  <a:lnTo>
                    <a:pt x="1685" y="452"/>
                  </a:lnTo>
                  <a:lnTo>
                    <a:pt x="1685" y="452"/>
                  </a:lnTo>
                  <a:lnTo>
                    <a:pt x="1685" y="452"/>
                  </a:lnTo>
                  <a:lnTo>
                    <a:pt x="1685" y="452"/>
                  </a:lnTo>
                  <a:lnTo>
                    <a:pt x="1686" y="452"/>
                  </a:lnTo>
                  <a:lnTo>
                    <a:pt x="1686" y="452"/>
                  </a:lnTo>
                  <a:lnTo>
                    <a:pt x="1686" y="452"/>
                  </a:lnTo>
                  <a:lnTo>
                    <a:pt x="1687" y="452"/>
                  </a:lnTo>
                  <a:lnTo>
                    <a:pt x="1687" y="453"/>
                  </a:lnTo>
                  <a:lnTo>
                    <a:pt x="1687" y="453"/>
                  </a:lnTo>
                  <a:lnTo>
                    <a:pt x="1687" y="453"/>
                  </a:lnTo>
                  <a:lnTo>
                    <a:pt x="1688" y="453"/>
                  </a:lnTo>
                  <a:lnTo>
                    <a:pt x="1688" y="453"/>
                  </a:lnTo>
                  <a:lnTo>
                    <a:pt x="1688" y="454"/>
                  </a:lnTo>
                  <a:lnTo>
                    <a:pt x="1689" y="454"/>
                  </a:lnTo>
                  <a:lnTo>
                    <a:pt x="1689" y="454"/>
                  </a:lnTo>
                  <a:lnTo>
                    <a:pt x="1689" y="454"/>
                  </a:lnTo>
                  <a:lnTo>
                    <a:pt x="1690" y="454"/>
                  </a:lnTo>
                  <a:lnTo>
                    <a:pt x="1690" y="455"/>
                  </a:lnTo>
                  <a:lnTo>
                    <a:pt x="1690" y="455"/>
                  </a:lnTo>
                  <a:lnTo>
                    <a:pt x="1690" y="455"/>
                  </a:lnTo>
                  <a:lnTo>
                    <a:pt x="1691" y="455"/>
                  </a:lnTo>
                  <a:lnTo>
                    <a:pt x="1691" y="455"/>
                  </a:lnTo>
                  <a:lnTo>
                    <a:pt x="1691" y="456"/>
                  </a:lnTo>
                  <a:lnTo>
                    <a:pt x="1691" y="456"/>
                  </a:lnTo>
                  <a:lnTo>
                    <a:pt x="1692" y="456"/>
                  </a:lnTo>
                  <a:lnTo>
                    <a:pt x="1692" y="456"/>
                  </a:lnTo>
                  <a:lnTo>
                    <a:pt x="1693" y="456"/>
                  </a:lnTo>
                  <a:lnTo>
                    <a:pt x="1693" y="456"/>
                  </a:lnTo>
                  <a:lnTo>
                    <a:pt x="1693" y="456"/>
                  </a:lnTo>
                  <a:lnTo>
                    <a:pt x="1693" y="456"/>
                  </a:lnTo>
                  <a:lnTo>
                    <a:pt x="1694" y="456"/>
                  </a:lnTo>
                  <a:lnTo>
                    <a:pt x="1694" y="457"/>
                  </a:lnTo>
                  <a:lnTo>
                    <a:pt x="1694" y="457"/>
                  </a:lnTo>
                  <a:lnTo>
                    <a:pt x="1694" y="457"/>
                  </a:lnTo>
                  <a:lnTo>
                    <a:pt x="1695" y="457"/>
                  </a:lnTo>
                  <a:lnTo>
                    <a:pt x="1695" y="458"/>
                  </a:lnTo>
                  <a:lnTo>
                    <a:pt x="1695" y="458"/>
                  </a:lnTo>
                  <a:lnTo>
                    <a:pt x="1696" y="458"/>
                  </a:lnTo>
                  <a:lnTo>
                    <a:pt x="1696" y="458"/>
                  </a:lnTo>
                  <a:lnTo>
                    <a:pt x="1696" y="458"/>
                  </a:lnTo>
                  <a:lnTo>
                    <a:pt x="1696" y="458"/>
                  </a:lnTo>
                  <a:lnTo>
                    <a:pt x="1697" y="458"/>
                  </a:lnTo>
                  <a:lnTo>
                    <a:pt x="1697" y="458"/>
                  </a:lnTo>
                  <a:lnTo>
                    <a:pt x="1698" y="458"/>
                  </a:lnTo>
                  <a:lnTo>
                    <a:pt x="1698" y="458"/>
                  </a:lnTo>
                  <a:lnTo>
                    <a:pt x="1698" y="458"/>
                  </a:lnTo>
                  <a:lnTo>
                    <a:pt x="1698" y="458"/>
                  </a:lnTo>
                  <a:lnTo>
                    <a:pt x="1699" y="459"/>
                  </a:lnTo>
                  <a:lnTo>
                    <a:pt x="1699" y="459"/>
                  </a:lnTo>
                  <a:lnTo>
                    <a:pt x="1699" y="459"/>
                  </a:lnTo>
                  <a:lnTo>
                    <a:pt x="1699" y="459"/>
                  </a:lnTo>
                  <a:lnTo>
                    <a:pt x="1700" y="459"/>
                  </a:lnTo>
                  <a:lnTo>
                    <a:pt x="1700" y="459"/>
                  </a:lnTo>
                  <a:lnTo>
                    <a:pt x="1700" y="459"/>
                  </a:lnTo>
                  <a:lnTo>
                    <a:pt x="1701" y="459"/>
                  </a:lnTo>
                  <a:lnTo>
                    <a:pt x="1701" y="459"/>
                  </a:lnTo>
                  <a:lnTo>
                    <a:pt x="1701" y="459"/>
                  </a:lnTo>
                  <a:lnTo>
                    <a:pt x="1702" y="459"/>
                  </a:lnTo>
                  <a:lnTo>
                    <a:pt x="1702" y="460"/>
                  </a:lnTo>
                  <a:lnTo>
                    <a:pt x="1702" y="460"/>
                  </a:lnTo>
                  <a:lnTo>
                    <a:pt x="1702" y="460"/>
                  </a:lnTo>
                  <a:lnTo>
                    <a:pt x="1703" y="460"/>
                  </a:lnTo>
                  <a:lnTo>
                    <a:pt x="1703" y="460"/>
                  </a:lnTo>
                  <a:lnTo>
                    <a:pt x="1703" y="460"/>
                  </a:lnTo>
                  <a:lnTo>
                    <a:pt x="1704" y="460"/>
                  </a:lnTo>
                  <a:lnTo>
                    <a:pt x="1704" y="460"/>
                  </a:lnTo>
                  <a:lnTo>
                    <a:pt x="1704" y="460"/>
                  </a:lnTo>
                  <a:lnTo>
                    <a:pt x="1704" y="460"/>
                  </a:lnTo>
                  <a:lnTo>
                    <a:pt x="1705" y="460"/>
                  </a:lnTo>
                  <a:lnTo>
                    <a:pt x="1705" y="460"/>
                  </a:lnTo>
                  <a:lnTo>
                    <a:pt x="1705" y="460"/>
                  </a:lnTo>
                  <a:lnTo>
                    <a:pt x="1705" y="460"/>
                  </a:lnTo>
                  <a:lnTo>
                    <a:pt x="1706" y="460"/>
                  </a:lnTo>
                  <a:lnTo>
                    <a:pt x="1706" y="460"/>
                  </a:lnTo>
                  <a:lnTo>
                    <a:pt x="1707" y="460"/>
                  </a:lnTo>
                  <a:lnTo>
                    <a:pt x="1707" y="460"/>
                  </a:lnTo>
                  <a:lnTo>
                    <a:pt x="1707" y="460"/>
                  </a:lnTo>
                  <a:lnTo>
                    <a:pt x="1707" y="460"/>
                  </a:lnTo>
                  <a:lnTo>
                    <a:pt x="1708" y="460"/>
                  </a:lnTo>
                  <a:lnTo>
                    <a:pt x="1708" y="459"/>
                  </a:lnTo>
                  <a:lnTo>
                    <a:pt x="1708" y="459"/>
                  </a:lnTo>
                  <a:lnTo>
                    <a:pt x="1708" y="459"/>
                  </a:lnTo>
                  <a:lnTo>
                    <a:pt x="1709" y="459"/>
                  </a:lnTo>
                  <a:lnTo>
                    <a:pt x="1709" y="459"/>
                  </a:lnTo>
                  <a:lnTo>
                    <a:pt x="1709" y="459"/>
                  </a:lnTo>
                  <a:lnTo>
                    <a:pt x="1710" y="459"/>
                  </a:lnTo>
                  <a:lnTo>
                    <a:pt x="1710" y="459"/>
                  </a:lnTo>
                  <a:lnTo>
                    <a:pt x="1710" y="459"/>
                  </a:lnTo>
                  <a:lnTo>
                    <a:pt x="1710" y="459"/>
                  </a:lnTo>
                  <a:lnTo>
                    <a:pt x="1711" y="458"/>
                  </a:lnTo>
                  <a:lnTo>
                    <a:pt x="1711" y="458"/>
                  </a:lnTo>
                  <a:lnTo>
                    <a:pt x="1711" y="458"/>
                  </a:lnTo>
                  <a:lnTo>
                    <a:pt x="1712" y="458"/>
                  </a:lnTo>
                  <a:lnTo>
                    <a:pt x="1712" y="458"/>
                  </a:lnTo>
                  <a:lnTo>
                    <a:pt x="1712" y="458"/>
                  </a:lnTo>
                  <a:lnTo>
                    <a:pt x="1713" y="458"/>
                  </a:lnTo>
                  <a:lnTo>
                    <a:pt x="1713" y="458"/>
                  </a:lnTo>
                  <a:lnTo>
                    <a:pt x="1713" y="458"/>
                  </a:lnTo>
                  <a:lnTo>
                    <a:pt x="1713" y="458"/>
                  </a:lnTo>
                  <a:lnTo>
                    <a:pt x="1714" y="458"/>
                  </a:lnTo>
                  <a:lnTo>
                    <a:pt x="1714" y="458"/>
                  </a:lnTo>
                  <a:lnTo>
                    <a:pt x="1714" y="458"/>
                  </a:lnTo>
                  <a:lnTo>
                    <a:pt x="1714" y="458"/>
                  </a:lnTo>
                  <a:lnTo>
                    <a:pt x="1715" y="458"/>
                  </a:lnTo>
                  <a:lnTo>
                    <a:pt x="1715" y="458"/>
                  </a:lnTo>
                  <a:lnTo>
                    <a:pt x="1716" y="458"/>
                  </a:lnTo>
                  <a:lnTo>
                    <a:pt x="1716" y="458"/>
                  </a:lnTo>
                  <a:lnTo>
                    <a:pt x="1716" y="458"/>
                  </a:lnTo>
                  <a:lnTo>
                    <a:pt x="1716" y="458"/>
                  </a:lnTo>
                  <a:lnTo>
                    <a:pt x="1717" y="458"/>
                  </a:lnTo>
                  <a:lnTo>
                    <a:pt x="1717" y="458"/>
                  </a:lnTo>
                  <a:lnTo>
                    <a:pt x="1717" y="458"/>
                  </a:lnTo>
                  <a:lnTo>
                    <a:pt x="1717" y="458"/>
                  </a:lnTo>
                  <a:lnTo>
                    <a:pt x="1718" y="458"/>
                  </a:lnTo>
                  <a:lnTo>
                    <a:pt x="1718" y="458"/>
                  </a:lnTo>
                  <a:lnTo>
                    <a:pt x="1718" y="458"/>
                  </a:lnTo>
                  <a:lnTo>
                    <a:pt x="1719" y="458"/>
                  </a:lnTo>
                  <a:lnTo>
                    <a:pt x="1719" y="458"/>
                  </a:lnTo>
                  <a:lnTo>
                    <a:pt x="1719" y="458"/>
                  </a:lnTo>
                  <a:lnTo>
                    <a:pt x="1719" y="458"/>
                  </a:lnTo>
                  <a:lnTo>
                    <a:pt x="1720" y="458"/>
                  </a:lnTo>
                  <a:lnTo>
                    <a:pt x="1720" y="457"/>
                  </a:lnTo>
                  <a:lnTo>
                    <a:pt x="1720" y="457"/>
                  </a:lnTo>
                  <a:lnTo>
                    <a:pt x="1720" y="457"/>
                  </a:lnTo>
                  <a:lnTo>
                    <a:pt x="1721" y="456"/>
                  </a:lnTo>
                  <a:lnTo>
                    <a:pt x="1721" y="456"/>
                  </a:lnTo>
                  <a:lnTo>
                    <a:pt x="1722" y="456"/>
                  </a:lnTo>
                  <a:lnTo>
                    <a:pt x="1722" y="456"/>
                  </a:lnTo>
                  <a:lnTo>
                    <a:pt x="1722" y="456"/>
                  </a:lnTo>
                  <a:lnTo>
                    <a:pt x="1722" y="456"/>
                  </a:lnTo>
                  <a:lnTo>
                    <a:pt x="1723" y="456"/>
                  </a:lnTo>
                  <a:lnTo>
                    <a:pt x="1723" y="456"/>
                  </a:lnTo>
                  <a:lnTo>
                    <a:pt x="1723" y="456"/>
                  </a:lnTo>
                  <a:lnTo>
                    <a:pt x="1723" y="456"/>
                  </a:lnTo>
                  <a:lnTo>
                    <a:pt x="1724" y="456"/>
                  </a:lnTo>
                  <a:lnTo>
                    <a:pt x="1724" y="456"/>
                  </a:lnTo>
                  <a:lnTo>
                    <a:pt x="1724" y="456"/>
                  </a:lnTo>
                  <a:lnTo>
                    <a:pt x="1725" y="456"/>
                  </a:lnTo>
                  <a:lnTo>
                    <a:pt x="1725" y="456"/>
                  </a:lnTo>
                  <a:lnTo>
                    <a:pt x="1725" y="456"/>
                  </a:lnTo>
                  <a:lnTo>
                    <a:pt x="1726" y="456"/>
                  </a:lnTo>
                  <a:lnTo>
                    <a:pt x="1726" y="456"/>
                  </a:lnTo>
                  <a:lnTo>
                    <a:pt x="1726" y="456"/>
                  </a:lnTo>
                  <a:lnTo>
                    <a:pt x="1726" y="456"/>
                  </a:lnTo>
                  <a:lnTo>
                    <a:pt x="1727" y="456"/>
                  </a:lnTo>
                  <a:lnTo>
                    <a:pt x="1727" y="456"/>
                  </a:lnTo>
                  <a:lnTo>
                    <a:pt x="1727" y="456"/>
                  </a:lnTo>
                  <a:lnTo>
                    <a:pt x="1728" y="456"/>
                  </a:lnTo>
                  <a:lnTo>
                    <a:pt x="1728" y="456"/>
                  </a:lnTo>
                  <a:lnTo>
                    <a:pt x="1728" y="456"/>
                  </a:lnTo>
                  <a:lnTo>
                    <a:pt x="1728" y="456"/>
                  </a:lnTo>
                  <a:lnTo>
                    <a:pt x="1729" y="456"/>
                  </a:lnTo>
                  <a:lnTo>
                    <a:pt x="1729" y="456"/>
                  </a:lnTo>
                  <a:lnTo>
                    <a:pt x="1729" y="456"/>
                  </a:lnTo>
                  <a:lnTo>
                    <a:pt x="1729" y="456"/>
                  </a:lnTo>
                  <a:lnTo>
                    <a:pt x="1730" y="456"/>
                  </a:lnTo>
                  <a:lnTo>
                    <a:pt x="1730" y="456"/>
                  </a:lnTo>
                  <a:lnTo>
                    <a:pt x="1731" y="456"/>
                  </a:lnTo>
                  <a:lnTo>
                    <a:pt x="1731" y="456"/>
                  </a:lnTo>
                  <a:lnTo>
                    <a:pt x="1731" y="456"/>
                  </a:lnTo>
                  <a:lnTo>
                    <a:pt x="1731" y="456"/>
                  </a:lnTo>
                  <a:lnTo>
                    <a:pt x="1732" y="456"/>
                  </a:lnTo>
                  <a:lnTo>
                    <a:pt x="1732" y="456"/>
                  </a:lnTo>
                  <a:lnTo>
                    <a:pt x="1732" y="456"/>
                  </a:lnTo>
                  <a:lnTo>
                    <a:pt x="1732" y="456"/>
                  </a:lnTo>
                  <a:lnTo>
                    <a:pt x="1733" y="456"/>
                  </a:lnTo>
                  <a:lnTo>
                    <a:pt x="1733" y="456"/>
                  </a:lnTo>
                  <a:lnTo>
                    <a:pt x="1733" y="456"/>
                  </a:lnTo>
                  <a:lnTo>
                    <a:pt x="1734" y="456"/>
                  </a:lnTo>
                  <a:lnTo>
                    <a:pt x="1734" y="456"/>
                  </a:lnTo>
                  <a:lnTo>
                    <a:pt x="1734" y="456"/>
                  </a:lnTo>
                  <a:lnTo>
                    <a:pt x="1734" y="456"/>
                  </a:lnTo>
                  <a:lnTo>
                    <a:pt x="1735" y="456"/>
                  </a:lnTo>
                  <a:lnTo>
                    <a:pt x="1735" y="456"/>
                  </a:lnTo>
                  <a:lnTo>
                    <a:pt x="1735" y="456"/>
                  </a:lnTo>
                  <a:lnTo>
                    <a:pt x="1736" y="456"/>
                  </a:lnTo>
                  <a:lnTo>
                    <a:pt x="1736" y="457"/>
                  </a:lnTo>
                  <a:lnTo>
                    <a:pt x="1736" y="457"/>
                  </a:lnTo>
                  <a:lnTo>
                    <a:pt x="1737" y="458"/>
                  </a:lnTo>
                  <a:lnTo>
                    <a:pt x="1737" y="458"/>
                  </a:lnTo>
                  <a:lnTo>
                    <a:pt x="1737" y="458"/>
                  </a:lnTo>
                  <a:lnTo>
                    <a:pt x="1737" y="458"/>
                  </a:lnTo>
                  <a:lnTo>
                    <a:pt x="1738" y="458"/>
                  </a:lnTo>
                  <a:lnTo>
                    <a:pt x="1738" y="458"/>
                  </a:lnTo>
                  <a:lnTo>
                    <a:pt x="1738" y="458"/>
                  </a:lnTo>
                  <a:lnTo>
                    <a:pt x="1738" y="458"/>
                  </a:lnTo>
                  <a:lnTo>
                    <a:pt x="1739" y="458"/>
                  </a:lnTo>
                  <a:lnTo>
                    <a:pt x="1739" y="458"/>
                  </a:lnTo>
                  <a:lnTo>
                    <a:pt x="1740" y="458"/>
                  </a:lnTo>
                  <a:lnTo>
                    <a:pt x="1740" y="458"/>
                  </a:lnTo>
                  <a:lnTo>
                    <a:pt x="1740" y="458"/>
                  </a:lnTo>
                  <a:lnTo>
                    <a:pt x="1740" y="458"/>
                  </a:lnTo>
                  <a:lnTo>
                    <a:pt x="1741" y="458"/>
                  </a:lnTo>
                  <a:lnTo>
                    <a:pt x="1741" y="459"/>
                  </a:lnTo>
                  <a:lnTo>
                    <a:pt x="1741" y="459"/>
                  </a:lnTo>
                  <a:lnTo>
                    <a:pt x="1741" y="459"/>
                  </a:lnTo>
                  <a:lnTo>
                    <a:pt x="1742" y="459"/>
                  </a:lnTo>
                  <a:lnTo>
                    <a:pt x="1742" y="459"/>
                  </a:lnTo>
                  <a:lnTo>
                    <a:pt x="1742" y="459"/>
                  </a:lnTo>
                  <a:lnTo>
                    <a:pt x="1743" y="459"/>
                  </a:lnTo>
                  <a:lnTo>
                    <a:pt x="1743" y="459"/>
                  </a:lnTo>
                  <a:lnTo>
                    <a:pt x="1743" y="459"/>
                  </a:lnTo>
                  <a:lnTo>
                    <a:pt x="1743" y="459"/>
                  </a:lnTo>
                  <a:lnTo>
                    <a:pt x="1744" y="459"/>
                  </a:lnTo>
                  <a:lnTo>
                    <a:pt x="1744" y="459"/>
                  </a:lnTo>
                  <a:lnTo>
                    <a:pt x="1744" y="459"/>
                  </a:lnTo>
                  <a:lnTo>
                    <a:pt x="1744" y="459"/>
                  </a:lnTo>
                  <a:lnTo>
                    <a:pt x="1745" y="460"/>
                  </a:lnTo>
                  <a:lnTo>
                    <a:pt x="1745" y="460"/>
                  </a:lnTo>
                  <a:lnTo>
                    <a:pt x="1746" y="460"/>
                  </a:lnTo>
                  <a:lnTo>
                    <a:pt x="1746" y="460"/>
                  </a:lnTo>
                  <a:lnTo>
                    <a:pt x="1746" y="460"/>
                  </a:lnTo>
                  <a:lnTo>
                    <a:pt x="1746" y="460"/>
                  </a:lnTo>
                  <a:lnTo>
                    <a:pt x="1747" y="461"/>
                  </a:lnTo>
                  <a:lnTo>
                    <a:pt x="1747" y="461"/>
                  </a:lnTo>
                  <a:lnTo>
                    <a:pt x="1747" y="461"/>
                  </a:lnTo>
                  <a:lnTo>
                    <a:pt x="1747" y="461"/>
                  </a:lnTo>
                  <a:lnTo>
                    <a:pt x="1748" y="461"/>
                  </a:lnTo>
                  <a:lnTo>
                    <a:pt x="1748" y="461"/>
                  </a:lnTo>
                  <a:lnTo>
                    <a:pt x="1748" y="461"/>
                  </a:lnTo>
                  <a:lnTo>
                    <a:pt x="1749" y="461"/>
                  </a:lnTo>
                  <a:lnTo>
                    <a:pt x="1749" y="461"/>
                  </a:lnTo>
                  <a:lnTo>
                    <a:pt x="1749" y="461"/>
                  </a:lnTo>
                  <a:lnTo>
                    <a:pt x="1750" y="461"/>
                  </a:lnTo>
                  <a:lnTo>
                    <a:pt x="1750" y="461"/>
                  </a:lnTo>
                  <a:lnTo>
                    <a:pt x="1750" y="461"/>
                  </a:lnTo>
                  <a:lnTo>
                    <a:pt x="1750" y="461"/>
                  </a:lnTo>
                  <a:lnTo>
                    <a:pt x="1751" y="461"/>
                  </a:lnTo>
                  <a:lnTo>
                    <a:pt x="1751" y="461"/>
                  </a:lnTo>
                  <a:lnTo>
                    <a:pt x="1751" y="462"/>
                  </a:lnTo>
                  <a:lnTo>
                    <a:pt x="1752" y="462"/>
                  </a:lnTo>
                  <a:lnTo>
                    <a:pt x="1752" y="462"/>
                  </a:lnTo>
                  <a:lnTo>
                    <a:pt x="1752" y="462"/>
                  </a:lnTo>
                  <a:lnTo>
                    <a:pt x="1752" y="462"/>
                  </a:lnTo>
                  <a:lnTo>
                    <a:pt x="1753" y="462"/>
                  </a:lnTo>
                  <a:lnTo>
                    <a:pt x="1753" y="462"/>
                  </a:lnTo>
                  <a:lnTo>
                    <a:pt x="1753" y="462"/>
                  </a:lnTo>
                  <a:lnTo>
                    <a:pt x="1753" y="462"/>
                  </a:lnTo>
                  <a:lnTo>
                    <a:pt x="1754" y="462"/>
                  </a:lnTo>
                  <a:lnTo>
                    <a:pt x="1754" y="462"/>
                  </a:lnTo>
                  <a:lnTo>
                    <a:pt x="1755" y="462"/>
                  </a:lnTo>
                  <a:lnTo>
                    <a:pt x="1755" y="462"/>
                  </a:lnTo>
                  <a:lnTo>
                    <a:pt x="1755" y="462"/>
                  </a:lnTo>
                  <a:lnTo>
                    <a:pt x="1755" y="462"/>
                  </a:lnTo>
                  <a:lnTo>
                    <a:pt x="1756" y="462"/>
                  </a:lnTo>
                  <a:lnTo>
                    <a:pt x="1756" y="463"/>
                  </a:lnTo>
                  <a:lnTo>
                    <a:pt x="1756" y="463"/>
                  </a:lnTo>
                  <a:lnTo>
                    <a:pt x="1756" y="463"/>
                  </a:lnTo>
                  <a:lnTo>
                    <a:pt x="1757" y="463"/>
                  </a:lnTo>
                  <a:lnTo>
                    <a:pt x="1757" y="463"/>
                  </a:lnTo>
                  <a:lnTo>
                    <a:pt x="1757" y="463"/>
                  </a:lnTo>
                  <a:lnTo>
                    <a:pt x="1758" y="463"/>
                  </a:lnTo>
                  <a:lnTo>
                    <a:pt x="1758" y="462"/>
                  </a:lnTo>
                  <a:lnTo>
                    <a:pt x="1758" y="462"/>
                  </a:lnTo>
                  <a:lnTo>
                    <a:pt x="1758" y="462"/>
                  </a:lnTo>
                  <a:lnTo>
                    <a:pt x="1759" y="462"/>
                  </a:lnTo>
                  <a:lnTo>
                    <a:pt x="1759" y="462"/>
                  </a:lnTo>
                  <a:lnTo>
                    <a:pt x="1759" y="462"/>
                  </a:lnTo>
                  <a:lnTo>
                    <a:pt x="1760" y="462"/>
                  </a:lnTo>
                  <a:lnTo>
                    <a:pt x="1760" y="462"/>
                  </a:lnTo>
                  <a:lnTo>
                    <a:pt x="1760" y="462"/>
                  </a:lnTo>
                  <a:lnTo>
                    <a:pt x="1761" y="462"/>
                  </a:lnTo>
                  <a:lnTo>
                    <a:pt x="1761" y="462"/>
                  </a:lnTo>
                  <a:lnTo>
                    <a:pt x="1761" y="462"/>
                  </a:lnTo>
                  <a:lnTo>
                    <a:pt x="1761" y="462"/>
                  </a:lnTo>
                  <a:lnTo>
                    <a:pt x="1762" y="462"/>
                  </a:lnTo>
                  <a:lnTo>
                    <a:pt x="1762" y="462"/>
                  </a:lnTo>
                  <a:lnTo>
                    <a:pt x="1762" y="462"/>
                  </a:lnTo>
                  <a:lnTo>
                    <a:pt x="1762" y="462"/>
                  </a:lnTo>
                  <a:lnTo>
                    <a:pt x="1763" y="462"/>
                  </a:lnTo>
                  <a:lnTo>
                    <a:pt x="1763" y="462"/>
                  </a:lnTo>
                  <a:lnTo>
                    <a:pt x="1764" y="462"/>
                  </a:lnTo>
                  <a:lnTo>
                    <a:pt x="1764" y="462"/>
                  </a:lnTo>
                  <a:lnTo>
                    <a:pt x="1764" y="462"/>
                  </a:lnTo>
                  <a:lnTo>
                    <a:pt x="1764" y="462"/>
                  </a:lnTo>
                  <a:lnTo>
                    <a:pt x="1765" y="462"/>
                  </a:lnTo>
                  <a:lnTo>
                    <a:pt x="1765" y="462"/>
                  </a:lnTo>
                  <a:lnTo>
                    <a:pt x="1765" y="462"/>
                  </a:lnTo>
                  <a:lnTo>
                    <a:pt x="1766" y="462"/>
                  </a:lnTo>
                  <a:lnTo>
                    <a:pt x="1766" y="462"/>
                  </a:lnTo>
                  <a:lnTo>
                    <a:pt x="1766" y="462"/>
                  </a:lnTo>
                  <a:lnTo>
                    <a:pt x="1766" y="462"/>
                  </a:lnTo>
                  <a:lnTo>
                    <a:pt x="1767" y="462"/>
                  </a:lnTo>
                  <a:lnTo>
                    <a:pt x="1767" y="462"/>
                  </a:lnTo>
                  <a:lnTo>
                    <a:pt x="1767" y="462"/>
                  </a:lnTo>
                  <a:lnTo>
                    <a:pt x="1767" y="462"/>
                  </a:lnTo>
                  <a:lnTo>
                    <a:pt x="1768" y="462"/>
                  </a:lnTo>
                  <a:lnTo>
                    <a:pt x="1768" y="462"/>
                  </a:lnTo>
                  <a:lnTo>
                    <a:pt x="1769" y="462"/>
                  </a:lnTo>
                  <a:lnTo>
                    <a:pt x="1769" y="462"/>
                  </a:lnTo>
                  <a:lnTo>
                    <a:pt x="1769" y="462"/>
                  </a:lnTo>
                  <a:lnTo>
                    <a:pt x="1769" y="462"/>
                  </a:lnTo>
                  <a:lnTo>
                    <a:pt x="1770" y="462"/>
                  </a:lnTo>
                  <a:lnTo>
                    <a:pt x="1770" y="462"/>
                  </a:lnTo>
                  <a:lnTo>
                    <a:pt x="1770" y="462"/>
                  </a:lnTo>
                  <a:lnTo>
                    <a:pt x="1770" y="462"/>
                  </a:lnTo>
                  <a:lnTo>
                    <a:pt x="1771" y="462"/>
                  </a:lnTo>
                  <a:lnTo>
                    <a:pt x="1771" y="462"/>
                  </a:lnTo>
                  <a:lnTo>
                    <a:pt x="1771" y="462"/>
                  </a:lnTo>
                  <a:lnTo>
                    <a:pt x="1772" y="462"/>
                  </a:lnTo>
                  <a:lnTo>
                    <a:pt x="1772" y="462"/>
                  </a:lnTo>
                  <a:lnTo>
                    <a:pt x="1772" y="462"/>
                  </a:lnTo>
                  <a:lnTo>
                    <a:pt x="1773" y="462"/>
                  </a:lnTo>
                  <a:lnTo>
                    <a:pt x="1773" y="462"/>
                  </a:lnTo>
                  <a:lnTo>
                    <a:pt x="1773" y="462"/>
                  </a:lnTo>
                  <a:lnTo>
                    <a:pt x="1773" y="462"/>
                  </a:lnTo>
                  <a:lnTo>
                    <a:pt x="1774" y="462"/>
                  </a:lnTo>
                  <a:lnTo>
                    <a:pt x="1774" y="462"/>
                  </a:lnTo>
                  <a:lnTo>
                    <a:pt x="1774" y="462"/>
                  </a:lnTo>
                  <a:lnTo>
                    <a:pt x="1775" y="462"/>
                  </a:lnTo>
                  <a:lnTo>
                    <a:pt x="1775" y="462"/>
                  </a:lnTo>
                  <a:lnTo>
                    <a:pt x="1775" y="462"/>
                  </a:lnTo>
                  <a:lnTo>
                    <a:pt x="1775" y="462"/>
                  </a:lnTo>
                  <a:lnTo>
                    <a:pt x="1776" y="462"/>
                  </a:lnTo>
                  <a:lnTo>
                    <a:pt x="1776" y="462"/>
                  </a:lnTo>
                  <a:lnTo>
                    <a:pt x="1776" y="462"/>
                  </a:lnTo>
                  <a:lnTo>
                    <a:pt x="1776" y="462"/>
                  </a:lnTo>
                  <a:lnTo>
                    <a:pt x="1777" y="462"/>
                  </a:lnTo>
                  <a:lnTo>
                    <a:pt x="1777" y="462"/>
                  </a:lnTo>
                  <a:lnTo>
                    <a:pt x="1778" y="461"/>
                  </a:lnTo>
                  <a:lnTo>
                    <a:pt x="1778" y="461"/>
                  </a:lnTo>
                  <a:lnTo>
                    <a:pt x="1778" y="461"/>
                  </a:lnTo>
                  <a:lnTo>
                    <a:pt x="1778" y="461"/>
                  </a:lnTo>
                  <a:lnTo>
                    <a:pt x="1779" y="461"/>
                  </a:lnTo>
                  <a:lnTo>
                    <a:pt x="1779" y="461"/>
                  </a:lnTo>
                  <a:lnTo>
                    <a:pt x="1779" y="461"/>
                  </a:lnTo>
                  <a:lnTo>
                    <a:pt x="1779" y="461"/>
                  </a:lnTo>
                  <a:lnTo>
                    <a:pt x="1780" y="460"/>
                  </a:lnTo>
                  <a:lnTo>
                    <a:pt x="1780" y="460"/>
                  </a:lnTo>
                  <a:lnTo>
                    <a:pt x="1780" y="460"/>
                  </a:lnTo>
                  <a:lnTo>
                    <a:pt x="1781" y="460"/>
                  </a:lnTo>
                  <a:lnTo>
                    <a:pt x="1781" y="460"/>
                  </a:lnTo>
                  <a:lnTo>
                    <a:pt x="1781" y="460"/>
                  </a:lnTo>
                  <a:lnTo>
                    <a:pt x="1781" y="460"/>
                  </a:lnTo>
                  <a:lnTo>
                    <a:pt x="1782" y="460"/>
                  </a:lnTo>
                  <a:lnTo>
                    <a:pt x="1782" y="460"/>
                  </a:lnTo>
                  <a:lnTo>
                    <a:pt x="1782" y="460"/>
                  </a:lnTo>
                  <a:lnTo>
                    <a:pt x="1783" y="460"/>
                  </a:lnTo>
                  <a:lnTo>
                    <a:pt x="1783" y="460"/>
                  </a:lnTo>
                  <a:lnTo>
                    <a:pt x="1783" y="460"/>
                  </a:lnTo>
                  <a:lnTo>
                    <a:pt x="1784" y="460"/>
                  </a:lnTo>
                  <a:lnTo>
                    <a:pt x="1784" y="460"/>
                  </a:lnTo>
                  <a:lnTo>
                    <a:pt x="1784" y="460"/>
                  </a:lnTo>
                  <a:lnTo>
                    <a:pt x="1784" y="460"/>
                  </a:lnTo>
                  <a:lnTo>
                    <a:pt x="1785" y="460"/>
                  </a:lnTo>
                  <a:lnTo>
                    <a:pt x="1785" y="460"/>
                  </a:lnTo>
                  <a:lnTo>
                    <a:pt x="1785" y="459"/>
                  </a:lnTo>
                  <a:lnTo>
                    <a:pt x="1785" y="459"/>
                  </a:lnTo>
                  <a:lnTo>
                    <a:pt x="1786" y="459"/>
                  </a:lnTo>
                  <a:lnTo>
                    <a:pt x="1786" y="459"/>
                  </a:lnTo>
                  <a:lnTo>
                    <a:pt x="1787" y="459"/>
                  </a:lnTo>
                  <a:lnTo>
                    <a:pt x="1787" y="459"/>
                  </a:lnTo>
                  <a:lnTo>
                    <a:pt x="1787" y="459"/>
                  </a:lnTo>
                  <a:lnTo>
                    <a:pt x="1787" y="459"/>
                  </a:lnTo>
                  <a:lnTo>
                    <a:pt x="1788" y="459"/>
                  </a:lnTo>
                  <a:lnTo>
                    <a:pt x="1788" y="459"/>
                  </a:lnTo>
                  <a:lnTo>
                    <a:pt x="1788" y="459"/>
                  </a:lnTo>
                  <a:lnTo>
                    <a:pt x="1788" y="459"/>
                  </a:lnTo>
                  <a:lnTo>
                    <a:pt x="1789" y="459"/>
                  </a:lnTo>
                  <a:lnTo>
                    <a:pt x="1789" y="459"/>
                  </a:lnTo>
                  <a:lnTo>
                    <a:pt x="1789" y="459"/>
                  </a:lnTo>
                  <a:lnTo>
                    <a:pt x="1790" y="459"/>
                  </a:lnTo>
                  <a:lnTo>
                    <a:pt x="1790" y="459"/>
                  </a:lnTo>
                  <a:lnTo>
                    <a:pt x="1790" y="459"/>
                  </a:lnTo>
                  <a:lnTo>
                    <a:pt x="1790" y="459"/>
                  </a:lnTo>
                  <a:lnTo>
                    <a:pt x="1791" y="458"/>
                  </a:lnTo>
                  <a:lnTo>
                    <a:pt x="1791" y="458"/>
                  </a:lnTo>
                  <a:lnTo>
                    <a:pt x="1791" y="458"/>
                  </a:lnTo>
                  <a:lnTo>
                    <a:pt x="1791" y="458"/>
                  </a:lnTo>
                  <a:lnTo>
                    <a:pt x="1792" y="458"/>
                  </a:lnTo>
                  <a:lnTo>
                    <a:pt x="1792" y="458"/>
                  </a:lnTo>
                  <a:lnTo>
                    <a:pt x="1793" y="458"/>
                  </a:lnTo>
                  <a:lnTo>
                    <a:pt x="1793" y="458"/>
                  </a:lnTo>
                  <a:lnTo>
                    <a:pt x="1793" y="458"/>
                  </a:lnTo>
                  <a:lnTo>
                    <a:pt x="1793" y="458"/>
                  </a:lnTo>
                  <a:lnTo>
                    <a:pt x="1794" y="458"/>
                  </a:lnTo>
                  <a:lnTo>
                    <a:pt x="1794" y="458"/>
                  </a:lnTo>
                  <a:lnTo>
                    <a:pt x="1794" y="458"/>
                  </a:lnTo>
                  <a:lnTo>
                    <a:pt x="1794" y="458"/>
                  </a:lnTo>
                  <a:lnTo>
                    <a:pt x="1795" y="458"/>
                  </a:lnTo>
                  <a:lnTo>
                    <a:pt x="1795" y="458"/>
                  </a:lnTo>
                  <a:lnTo>
                    <a:pt x="1795" y="458"/>
                  </a:lnTo>
                  <a:lnTo>
                    <a:pt x="1796" y="458"/>
                  </a:lnTo>
                  <a:lnTo>
                    <a:pt x="1796" y="458"/>
                  </a:lnTo>
                  <a:lnTo>
                    <a:pt x="1796" y="458"/>
                  </a:lnTo>
                  <a:lnTo>
                    <a:pt x="1797" y="458"/>
                  </a:lnTo>
                  <a:lnTo>
                    <a:pt x="1797" y="458"/>
                  </a:lnTo>
                  <a:lnTo>
                    <a:pt x="1797" y="458"/>
                  </a:lnTo>
                  <a:lnTo>
                    <a:pt x="1797" y="458"/>
                  </a:lnTo>
                  <a:lnTo>
                    <a:pt x="1798" y="458"/>
                  </a:lnTo>
                  <a:lnTo>
                    <a:pt x="1798" y="458"/>
                  </a:lnTo>
                  <a:lnTo>
                    <a:pt x="1798" y="458"/>
                  </a:lnTo>
                  <a:lnTo>
                    <a:pt x="1799" y="458"/>
                  </a:lnTo>
                  <a:lnTo>
                    <a:pt x="1799" y="458"/>
                  </a:lnTo>
                  <a:lnTo>
                    <a:pt x="1799" y="458"/>
                  </a:lnTo>
                  <a:lnTo>
                    <a:pt x="1799" y="458"/>
                  </a:lnTo>
                  <a:lnTo>
                    <a:pt x="1800" y="458"/>
                  </a:lnTo>
                  <a:lnTo>
                    <a:pt x="1800" y="458"/>
                  </a:lnTo>
                  <a:lnTo>
                    <a:pt x="1800" y="458"/>
                  </a:lnTo>
                  <a:lnTo>
                    <a:pt x="1800" y="458"/>
                  </a:lnTo>
                  <a:lnTo>
                    <a:pt x="1801" y="458"/>
                  </a:lnTo>
                  <a:lnTo>
                    <a:pt x="1801" y="458"/>
                  </a:lnTo>
                  <a:lnTo>
                    <a:pt x="1802" y="459"/>
                  </a:lnTo>
                  <a:lnTo>
                    <a:pt x="1802" y="459"/>
                  </a:lnTo>
                  <a:lnTo>
                    <a:pt x="1802" y="459"/>
                  </a:lnTo>
                  <a:lnTo>
                    <a:pt x="1802" y="459"/>
                  </a:lnTo>
                  <a:lnTo>
                    <a:pt x="1803" y="459"/>
                  </a:lnTo>
                  <a:lnTo>
                    <a:pt x="1803" y="459"/>
                  </a:lnTo>
                  <a:lnTo>
                    <a:pt x="1803" y="459"/>
                  </a:lnTo>
                  <a:lnTo>
                    <a:pt x="1803" y="459"/>
                  </a:lnTo>
                  <a:lnTo>
                    <a:pt x="1804" y="459"/>
                  </a:lnTo>
                  <a:lnTo>
                    <a:pt x="1804" y="459"/>
                  </a:lnTo>
                  <a:lnTo>
                    <a:pt x="1804" y="459"/>
                  </a:lnTo>
                  <a:lnTo>
                    <a:pt x="1805" y="459"/>
                  </a:lnTo>
                  <a:lnTo>
                    <a:pt x="1805" y="459"/>
                  </a:lnTo>
                  <a:lnTo>
                    <a:pt x="1805" y="459"/>
                  </a:lnTo>
                  <a:lnTo>
                    <a:pt x="1805" y="459"/>
                  </a:lnTo>
                  <a:lnTo>
                    <a:pt x="1806" y="459"/>
                  </a:lnTo>
                  <a:lnTo>
                    <a:pt x="1806" y="459"/>
                  </a:lnTo>
                  <a:lnTo>
                    <a:pt x="1806" y="459"/>
                  </a:lnTo>
                  <a:lnTo>
                    <a:pt x="1807" y="459"/>
                  </a:lnTo>
                  <a:lnTo>
                    <a:pt x="1807" y="459"/>
                  </a:lnTo>
                  <a:lnTo>
                    <a:pt x="1807" y="459"/>
                  </a:lnTo>
                  <a:lnTo>
                    <a:pt x="1808" y="458"/>
                  </a:lnTo>
                  <a:lnTo>
                    <a:pt x="1808" y="458"/>
                  </a:lnTo>
                  <a:lnTo>
                    <a:pt x="1808" y="458"/>
                  </a:lnTo>
                  <a:lnTo>
                    <a:pt x="1808" y="458"/>
                  </a:lnTo>
                  <a:lnTo>
                    <a:pt x="1809" y="458"/>
                  </a:lnTo>
                  <a:lnTo>
                    <a:pt x="1809" y="458"/>
                  </a:lnTo>
                  <a:lnTo>
                    <a:pt x="1809" y="458"/>
                  </a:lnTo>
                  <a:lnTo>
                    <a:pt x="1809" y="458"/>
                  </a:lnTo>
                  <a:lnTo>
                    <a:pt x="1810" y="458"/>
                  </a:lnTo>
                  <a:lnTo>
                    <a:pt x="1810" y="458"/>
                  </a:lnTo>
                  <a:lnTo>
                    <a:pt x="1811" y="458"/>
                  </a:lnTo>
                  <a:lnTo>
                    <a:pt x="1811" y="458"/>
                  </a:lnTo>
                  <a:lnTo>
                    <a:pt x="1811" y="458"/>
                  </a:lnTo>
                  <a:lnTo>
                    <a:pt x="1811" y="458"/>
                  </a:lnTo>
                  <a:lnTo>
                    <a:pt x="1812" y="458"/>
                  </a:lnTo>
                  <a:lnTo>
                    <a:pt x="1812" y="458"/>
                  </a:lnTo>
                  <a:lnTo>
                    <a:pt x="1812" y="458"/>
                  </a:lnTo>
                  <a:lnTo>
                    <a:pt x="1812" y="458"/>
                  </a:lnTo>
                  <a:lnTo>
                    <a:pt x="1813" y="457"/>
                  </a:lnTo>
                  <a:lnTo>
                    <a:pt x="1813" y="457"/>
                  </a:lnTo>
                  <a:lnTo>
                    <a:pt x="1813" y="457"/>
                  </a:lnTo>
                  <a:lnTo>
                    <a:pt x="1814" y="457"/>
                  </a:lnTo>
                  <a:lnTo>
                    <a:pt x="1814" y="456"/>
                  </a:lnTo>
                  <a:lnTo>
                    <a:pt x="1814" y="456"/>
                  </a:lnTo>
                  <a:lnTo>
                    <a:pt x="1814" y="456"/>
                  </a:lnTo>
                  <a:lnTo>
                    <a:pt x="1815" y="456"/>
                  </a:lnTo>
                  <a:lnTo>
                    <a:pt x="1815" y="456"/>
                  </a:lnTo>
                  <a:lnTo>
                    <a:pt x="1815" y="456"/>
                  </a:lnTo>
                  <a:lnTo>
                    <a:pt x="1815" y="455"/>
                  </a:lnTo>
                  <a:lnTo>
                    <a:pt x="1816" y="455"/>
                  </a:lnTo>
                  <a:lnTo>
                    <a:pt x="1816" y="455"/>
                  </a:lnTo>
                  <a:lnTo>
                    <a:pt x="1817" y="454"/>
                  </a:lnTo>
                  <a:lnTo>
                    <a:pt x="1817" y="454"/>
                  </a:lnTo>
                  <a:lnTo>
                    <a:pt x="1817" y="454"/>
                  </a:lnTo>
                  <a:lnTo>
                    <a:pt x="1817" y="454"/>
                  </a:lnTo>
                  <a:lnTo>
                    <a:pt x="1818" y="454"/>
                  </a:lnTo>
                  <a:lnTo>
                    <a:pt x="1818" y="453"/>
                  </a:lnTo>
                  <a:lnTo>
                    <a:pt x="1818" y="453"/>
                  </a:lnTo>
                  <a:lnTo>
                    <a:pt x="1818" y="453"/>
                  </a:lnTo>
                  <a:lnTo>
                    <a:pt x="1819" y="453"/>
                  </a:lnTo>
                  <a:lnTo>
                    <a:pt x="1819" y="453"/>
                  </a:lnTo>
                  <a:lnTo>
                    <a:pt x="1820" y="453"/>
                  </a:lnTo>
                  <a:lnTo>
                    <a:pt x="1820" y="453"/>
                  </a:lnTo>
                  <a:lnTo>
                    <a:pt x="1820" y="452"/>
                  </a:lnTo>
                  <a:lnTo>
                    <a:pt x="1820" y="452"/>
                  </a:lnTo>
                  <a:lnTo>
                    <a:pt x="1821" y="452"/>
                  </a:lnTo>
                  <a:lnTo>
                    <a:pt x="1821" y="452"/>
                  </a:lnTo>
                  <a:lnTo>
                    <a:pt x="1821" y="452"/>
                  </a:lnTo>
                  <a:lnTo>
                    <a:pt x="1821" y="452"/>
                  </a:lnTo>
                  <a:lnTo>
                    <a:pt x="1822" y="452"/>
                  </a:lnTo>
                  <a:lnTo>
                    <a:pt x="1822" y="452"/>
                  </a:lnTo>
                  <a:lnTo>
                    <a:pt x="1822" y="452"/>
                  </a:lnTo>
                  <a:lnTo>
                    <a:pt x="1823" y="452"/>
                  </a:lnTo>
                  <a:lnTo>
                    <a:pt x="1823" y="452"/>
                  </a:lnTo>
                  <a:lnTo>
                    <a:pt x="1823" y="452"/>
                  </a:lnTo>
                  <a:lnTo>
                    <a:pt x="1823" y="451"/>
                  </a:lnTo>
                  <a:lnTo>
                    <a:pt x="1824" y="451"/>
                  </a:lnTo>
                  <a:lnTo>
                    <a:pt x="1824" y="451"/>
                  </a:lnTo>
                  <a:lnTo>
                    <a:pt x="1824" y="450"/>
                  </a:lnTo>
                  <a:lnTo>
                    <a:pt x="1824" y="450"/>
                  </a:lnTo>
                  <a:lnTo>
                    <a:pt x="1825" y="450"/>
                  </a:lnTo>
                  <a:lnTo>
                    <a:pt x="1825" y="450"/>
                  </a:lnTo>
                  <a:lnTo>
                    <a:pt x="1826" y="450"/>
                  </a:lnTo>
                  <a:lnTo>
                    <a:pt x="1826" y="450"/>
                  </a:lnTo>
                  <a:lnTo>
                    <a:pt x="1826" y="450"/>
                  </a:lnTo>
                  <a:lnTo>
                    <a:pt x="1826" y="450"/>
                  </a:lnTo>
                  <a:lnTo>
                    <a:pt x="1827" y="450"/>
                  </a:lnTo>
                  <a:lnTo>
                    <a:pt x="1827" y="449"/>
                  </a:lnTo>
                  <a:lnTo>
                    <a:pt x="1827" y="449"/>
                  </a:lnTo>
                  <a:lnTo>
                    <a:pt x="1827" y="449"/>
                  </a:lnTo>
                  <a:lnTo>
                    <a:pt x="1828" y="449"/>
                  </a:lnTo>
                  <a:lnTo>
                    <a:pt x="1828" y="449"/>
                  </a:lnTo>
                  <a:lnTo>
                    <a:pt x="1828" y="449"/>
                  </a:lnTo>
                  <a:lnTo>
                    <a:pt x="1829" y="449"/>
                  </a:lnTo>
                  <a:lnTo>
                    <a:pt x="1829" y="449"/>
                  </a:lnTo>
                  <a:lnTo>
                    <a:pt x="1829" y="449"/>
                  </a:lnTo>
                  <a:lnTo>
                    <a:pt x="1830" y="449"/>
                  </a:lnTo>
                  <a:lnTo>
                    <a:pt x="1830" y="449"/>
                  </a:lnTo>
                  <a:lnTo>
                    <a:pt x="1830" y="449"/>
                  </a:lnTo>
                  <a:lnTo>
                    <a:pt x="1830" y="448"/>
                  </a:lnTo>
                  <a:lnTo>
                    <a:pt x="1831" y="448"/>
                  </a:lnTo>
                  <a:lnTo>
                    <a:pt x="1831" y="448"/>
                  </a:lnTo>
                  <a:lnTo>
                    <a:pt x="1831" y="448"/>
                  </a:lnTo>
                  <a:lnTo>
                    <a:pt x="1832" y="448"/>
                  </a:lnTo>
                  <a:lnTo>
                    <a:pt x="1832" y="448"/>
                  </a:lnTo>
                  <a:lnTo>
                    <a:pt x="1832" y="448"/>
                  </a:lnTo>
                  <a:lnTo>
                    <a:pt x="1832" y="448"/>
                  </a:lnTo>
                  <a:lnTo>
                    <a:pt x="1833" y="448"/>
                  </a:lnTo>
                  <a:lnTo>
                    <a:pt x="1833" y="447"/>
                  </a:lnTo>
                  <a:lnTo>
                    <a:pt x="1833" y="447"/>
                  </a:lnTo>
                  <a:lnTo>
                    <a:pt x="1833" y="447"/>
                  </a:lnTo>
                  <a:lnTo>
                    <a:pt x="1834" y="447"/>
                  </a:lnTo>
                  <a:lnTo>
                    <a:pt x="1834" y="447"/>
                  </a:lnTo>
                  <a:lnTo>
                    <a:pt x="1835" y="447"/>
                  </a:lnTo>
                  <a:lnTo>
                    <a:pt x="1835" y="447"/>
                  </a:lnTo>
                  <a:lnTo>
                    <a:pt x="1835" y="447"/>
                  </a:lnTo>
                  <a:lnTo>
                    <a:pt x="1835" y="447"/>
                  </a:lnTo>
                  <a:lnTo>
                    <a:pt x="1836" y="447"/>
                  </a:lnTo>
                  <a:lnTo>
                    <a:pt x="1836" y="447"/>
                  </a:lnTo>
                  <a:lnTo>
                    <a:pt x="1836" y="447"/>
                  </a:lnTo>
                  <a:lnTo>
                    <a:pt x="1837" y="447"/>
                  </a:lnTo>
                  <a:lnTo>
                    <a:pt x="1837" y="447"/>
                  </a:lnTo>
                  <a:lnTo>
                    <a:pt x="1837" y="447"/>
                  </a:lnTo>
                  <a:lnTo>
                    <a:pt x="1837" y="447"/>
                  </a:lnTo>
                  <a:lnTo>
                    <a:pt x="1838" y="447"/>
                  </a:lnTo>
                  <a:lnTo>
                    <a:pt x="1838" y="447"/>
                  </a:lnTo>
                  <a:lnTo>
                    <a:pt x="1838" y="447"/>
                  </a:lnTo>
                  <a:lnTo>
                    <a:pt x="1838" y="447"/>
                  </a:lnTo>
                  <a:lnTo>
                    <a:pt x="1839" y="447"/>
                  </a:lnTo>
                  <a:lnTo>
                    <a:pt x="1839" y="447"/>
                  </a:lnTo>
                  <a:lnTo>
                    <a:pt x="1840" y="447"/>
                  </a:lnTo>
                  <a:lnTo>
                    <a:pt x="1840" y="447"/>
                  </a:lnTo>
                  <a:lnTo>
                    <a:pt x="1840" y="447"/>
                  </a:lnTo>
                  <a:lnTo>
                    <a:pt x="1840" y="447"/>
                  </a:lnTo>
                  <a:lnTo>
                    <a:pt x="1841" y="447"/>
                  </a:lnTo>
                  <a:lnTo>
                    <a:pt x="1841" y="447"/>
                  </a:lnTo>
                  <a:lnTo>
                    <a:pt x="1841" y="447"/>
                  </a:lnTo>
                  <a:lnTo>
                    <a:pt x="1841" y="447"/>
                  </a:lnTo>
                  <a:lnTo>
                    <a:pt x="1842" y="447"/>
                  </a:lnTo>
                  <a:lnTo>
                    <a:pt x="1842" y="448"/>
                  </a:lnTo>
                  <a:lnTo>
                    <a:pt x="1842" y="448"/>
                  </a:lnTo>
                  <a:lnTo>
                    <a:pt x="1843" y="448"/>
                  </a:lnTo>
                  <a:lnTo>
                    <a:pt x="1843" y="448"/>
                  </a:lnTo>
                  <a:lnTo>
                    <a:pt x="1843" y="448"/>
                  </a:lnTo>
                  <a:lnTo>
                    <a:pt x="1844" y="448"/>
                  </a:lnTo>
                  <a:lnTo>
                    <a:pt x="1844" y="448"/>
                  </a:lnTo>
                  <a:lnTo>
                    <a:pt x="1844" y="448"/>
                  </a:lnTo>
                  <a:lnTo>
                    <a:pt x="1844" y="448"/>
                  </a:lnTo>
                  <a:lnTo>
                    <a:pt x="1845" y="449"/>
                  </a:lnTo>
                  <a:lnTo>
                    <a:pt x="1845" y="449"/>
                  </a:lnTo>
                  <a:lnTo>
                    <a:pt x="1845" y="449"/>
                  </a:lnTo>
                  <a:lnTo>
                    <a:pt x="1846" y="449"/>
                  </a:lnTo>
                  <a:lnTo>
                    <a:pt x="1846" y="449"/>
                  </a:lnTo>
                  <a:lnTo>
                    <a:pt x="1846" y="449"/>
                  </a:lnTo>
                  <a:lnTo>
                    <a:pt x="1846" y="449"/>
                  </a:lnTo>
                  <a:lnTo>
                    <a:pt x="1847" y="449"/>
                  </a:lnTo>
                  <a:lnTo>
                    <a:pt x="1847" y="449"/>
                  </a:lnTo>
                  <a:lnTo>
                    <a:pt x="1847" y="449"/>
                  </a:lnTo>
                  <a:lnTo>
                    <a:pt x="1847" y="449"/>
                  </a:lnTo>
                  <a:lnTo>
                    <a:pt x="1848" y="450"/>
                  </a:lnTo>
                  <a:lnTo>
                    <a:pt x="1848" y="450"/>
                  </a:lnTo>
                  <a:lnTo>
                    <a:pt x="1849" y="450"/>
                  </a:lnTo>
                  <a:lnTo>
                    <a:pt x="1849" y="450"/>
                  </a:lnTo>
                  <a:lnTo>
                    <a:pt x="1849" y="450"/>
                  </a:lnTo>
                  <a:lnTo>
                    <a:pt x="1849" y="450"/>
                  </a:lnTo>
                  <a:lnTo>
                    <a:pt x="1850" y="450"/>
                  </a:lnTo>
                  <a:lnTo>
                    <a:pt x="1850" y="450"/>
                  </a:lnTo>
                  <a:lnTo>
                    <a:pt x="1850" y="450"/>
                  </a:lnTo>
                  <a:lnTo>
                    <a:pt x="1850" y="450"/>
                  </a:lnTo>
                  <a:lnTo>
                    <a:pt x="1851" y="450"/>
                  </a:lnTo>
                  <a:lnTo>
                    <a:pt x="1851" y="450"/>
                  </a:lnTo>
                  <a:lnTo>
                    <a:pt x="1851" y="450"/>
                  </a:lnTo>
                  <a:lnTo>
                    <a:pt x="1852" y="450"/>
                  </a:lnTo>
                  <a:lnTo>
                    <a:pt x="1852" y="450"/>
                  </a:lnTo>
                  <a:lnTo>
                    <a:pt x="1852" y="450"/>
                  </a:lnTo>
                  <a:lnTo>
                    <a:pt x="1852" y="450"/>
                  </a:lnTo>
                  <a:lnTo>
                    <a:pt x="1853" y="450"/>
                  </a:lnTo>
                  <a:lnTo>
                    <a:pt x="1853" y="450"/>
                  </a:lnTo>
                  <a:lnTo>
                    <a:pt x="1853" y="449"/>
                  </a:lnTo>
                  <a:lnTo>
                    <a:pt x="1854" y="449"/>
                  </a:lnTo>
                  <a:lnTo>
                    <a:pt x="1854" y="449"/>
                  </a:lnTo>
                  <a:lnTo>
                    <a:pt x="1854" y="449"/>
                  </a:lnTo>
                  <a:lnTo>
                    <a:pt x="1855" y="449"/>
                  </a:lnTo>
                  <a:lnTo>
                    <a:pt x="1855" y="449"/>
                  </a:lnTo>
                  <a:lnTo>
                    <a:pt x="1855" y="449"/>
                  </a:lnTo>
                  <a:lnTo>
                    <a:pt x="1855" y="449"/>
                  </a:lnTo>
                  <a:lnTo>
                    <a:pt x="1856" y="449"/>
                  </a:lnTo>
                  <a:lnTo>
                    <a:pt x="1856" y="449"/>
                  </a:lnTo>
                  <a:lnTo>
                    <a:pt x="1856" y="449"/>
                  </a:lnTo>
                  <a:lnTo>
                    <a:pt x="1856" y="448"/>
                  </a:lnTo>
                  <a:lnTo>
                    <a:pt x="1857" y="448"/>
                  </a:lnTo>
                  <a:lnTo>
                    <a:pt x="1857" y="448"/>
                  </a:lnTo>
                  <a:lnTo>
                    <a:pt x="1858" y="448"/>
                  </a:lnTo>
                  <a:lnTo>
                    <a:pt x="1858" y="448"/>
                  </a:lnTo>
                  <a:lnTo>
                    <a:pt x="1858" y="448"/>
                  </a:lnTo>
                  <a:lnTo>
                    <a:pt x="1858" y="448"/>
                  </a:lnTo>
                  <a:lnTo>
                    <a:pt x="1859" y="448"/>
                  </a:lnTo>
                  <a:lnTo>
                    <a:pt x="1859" y="448"/>
                  </a:lnTo>
                  <a:lnTo>
                    <a:pt x="1859" y="448"/>
                  </a:lnTo>
                  <a:lnTo>
                    <a:pt x="1859" y="448"/>
                  </a:lnTo>
                  <a:lnTo>
                    <a:pt x="1860" y="448"/>
                  </a:lnTo>
                  <a:lnTo>
                    <a:pt x="1860" y="448"/>
                  </a:lnTo>
                  <a:lnTo>
                    <a:pt x="1860" y="448"/>
                  </a:lnTo>
                  <a:lnTo>
                    <a:pt x="1861" y="448"/>
                  </a:lnTo>
                  <a:lnTo>
                    <a:pt x="1861" y="448"/>
                  </a:lnTo>
                  <a:lnTo>
                    <a:pt x="1861" y="448"/>
                  </a:lnTo>
                  <a:lnTo>
                    <a:pt x="1861" y="448"/>
                  </a:lnTo>
                  <a:lnTo>
                    <a:pt x="1862" y="448"/>
                  </a:lnTo>
                  <a:lnTo>
                    <a:pt x="1862" y="447"/>
                  </a:lnTo>
                  <a:lnTo>
                    <a:pt x="1862" y="447"/>
                  </a:lnTo>
                  <a:lnTo>
                    <a:pt x="1862" y="447"/>
                  </a:lnTo>
                  <a:lnTo>
                    <a:pt x="1863" y="447"/>
                  </a:lnTo>
                  <a:lnTo>
                    <a:pt x="1863" y="447"/>
                  </a:lnTo>
                  <a:lnTo>
                    <a:pt x="1864" y="447"/>
                  </a:lnTo>
                  <a:lnTo>
                    <a:pt x="1864" y="447"/>
                  </a:lnTo>
                  <a:lnTo>
                    <a:pt x="1864" y="447"/>
                  </a:lnTo>
                  <a:lnTo>
                    <a:pt x="1864" y="447"/>
                  </a:lnTo>
                  <a:lnTo>
                    <a:pt x="1865" y="447"/>
                  </a:lnTo>
                  <a:lnTo>
                    <a:pt x="1865" y="447"/>
                  </a:lnTo>
                  <a:lnTo>
                    <a:pt x="1865" y="447"/>
                  </a:lnTo>
                  <a:lnTo>
                    <a:pt x="1865" y="447"/>
                  </a:lnTo>
                  <a:lnTo>
                    <a:pt x="1866" y="447"/>
                  </a:lnTo>
                  <a:lnTo>
                    <a:pt x="1866" y="447"/>
                  </a:lnTo>
                  <a:lnTo>
                    <a:pt x="1867" y="446"/>
                  </a:lnTo>
                  <a:lnTo>
                    <a:pt x="1867" y="446"/>
                  </a:lnTo>
                  <a:lnTo>
                    <a:pt x="1867" y="446"/>
                  </a:lnTo>
                  <a:lnTo>
                    <a:pt x="1867" y="446"/>
                  </a:lnTo>
                  <a:lnTo>
                    <a:pt x="1868" y="446"/>
                  </a:lnTo>
                  <a:lnTo>
                    <a:pt x="1868" y="446"/>
                  </a:lnTo>
                  <a:lnTo>
                    <a:pt x="1868" y="446"/>
                  </a:lnTo>
                  <a:lnTo>
                    <a:pt x="1868" y="446"/>
                  </a:lnTo>
                  <a:lnTo>
                    <a:pt x="1869" y="445"/>
                  </a:lnTo>
                  <a:lnTo>
                    <a:pt x="1869" y="445"/>
                  </a:lnTo>
                  <a:lnTo>
                    <a:pt x="1869" y="445"/>
                  </a:lnTo>
                  <a:lnTo>
                    <a:pt x="1870" y="445"/>
                  </a:lnTo>
                  <a:lnTo>
                    <a:pt x="1870" y="445"/>
                  </a:lnTo>
                  <a:lnTo>
                    <a:pt x="1870" y="445"/>
                  </a:lnTo>
                  <a:lnTo>
                    <a:pt x="1870" y="445"/>
                  </a:lnTo>
                  <a:lnTo>
                    <a:pt x="1871" y="445"/>
                  </a:lnTo>
                  <a:lnTo>
                    <a:pt x="1871" y="445"/>
                  </a:lnTo>
                  <a:lnTo>
                    <a:pt x="1871" y="444"/>
                  </a:lnTo>
                  <a:lnTo>
                    <a:pt x="1871" y="444"/>
                  </a:lnTo>
                  <a:lnTo>
                    <a:pt x="1872" y="444"/>
                  </a:lnTo>
                  <a:lnTo>
                    <a:pt x="1872" y="444"/>
                  </a:lnTo>
                  <a:lnTo>
                    <a:pt x="1873" y="444"/>
                  </a:lnTo>
                  <a:lnTo>
                    <a:pt x="1873" y="444"/>
                  </a:lnTo>
                  <a:lnTo>
                    <a:pt x="1873" y="444"/>
                  </a:lnTo>
                  <a:lnTo>
                    <a:pt x="1873" y="444"/>
                  </a:lnTo>
                  <a:lnTo>
                    <a:pt x="1874" y="444"/>
                  </a:lnTo>
                  <a:lnTo>
                    <a:pt x="1874" y="443"/>
                  </a:lnTo>
                  <a:lnTo>
                    <a:pt x="1874" y="443"/>
                  </a:lnTo>
                  <a:lnTo>
                    <a:pt x="1874" y="443"/>
                  </a:lnTo>
                  <a:lnTo>
                    <a:pt x="1875" y="443"/>
                  </a:lnTo>
                  <a:lnTo>
                    <a:pt x="1875" y="443"/>
                  </a:lnTo>
                  <a:lnTo>
                    <a:pt x="1875" y="443"/>
                  </a:lnTo>
                  <a:lnTo>
                    <a:pt x="1876" y="443"/>
                  </a:lnTo>
                  <a:lnTo>
                    <a:pt x="1876" y="443"/>
                  </a:lnTo>
                  <a:lnTo>
                    <a:pt x="1876" y="443"/>
                  </a:lnTo>
                  <a:lnTo>
                    <a:pt x="1877" y="443"/>
                  </a:lnTo>
                  <a:lnTo>
                    <a:pt x="1877" y="443"/>
                  </a:lnTo>
                  <a:lnTo>
                    <a:pt x="1877" y="443"/>
                  </a:lnTo>
                  <a:lnTo>
                    <a:pt x="1877" y="443"/>
                  </a:lnTo>
                  <a:lnTo>
                    <a:pt x="1878" y="443"/>
                  </a:lnTo>
                  <a:lnTo>
                    <a:pt x="1878" y="443"/>
                  </a:lnTo>
                  <a:lnTo>
                    <a:pt x="1878" y="443"/>
                  </a:lnTo>
                  <a:lnTo>
                    <a:pt x="1879" y="443"/>
                  </a:lnTo>
                  <a:lnTo>
                    <a:pt x="1879" y="443"/>
                  </a:lnTo>
                  <a:lnTo>
                    <a:pt x="1879" y="443"/>
                  </a:lnTo>
                  <a:lnTo>
                    <a:pt x="1879" y="443"/>
                  </a:lnTo>
                  <a:lnTo>
                    <a:pt x="1880" y="443"/>
                  </a:lnTo>
                  <a:lnTo>
                    <a:pt x="1880" y="443"/>
                  </a:lnTo>
                  <a:lnTo>
                    <a:pt x="1880" y="443"/>
                  </a:lnTo>
                  <a:lnTo>
                    <a:pt x="1880" y="443"/>
                  </a:lnTo>
                  <a:lnTo>
                    <a:pt x="1881" y="443"/>
                  </a:lnTo>
                  <a:lnTo>
                    <a:pt x="1881" y="443"/>
                  </a:lnTo>
                  <a:lnTo>
                    <a:pt x="1882" y="443"/>
                  </a:lnTo>
                  <a:lnTo>
                    <a:pt x="1882" y="443"/>
                  </a:lnTo>
                  <a:lnTo>
                    <a:pt x="1882" y="442"/>
                  </a:lnTo>
                  <a:lnTo>
                    <a:pt x="1882" y="442"/>
                  </a:lnTo>
                  <a:lnTo>
                    <a:pt x="1883" y="442"/>
                  </a:lnTo>
                  <a:lnTo>
                    <a:pt x="1883" y="442"/>
                  </a:lnTo>
                  <a:lnTo>
                    <a:pt x="1883" y="442"/>
                  </a:lnTo>
                  <a:lnTo>
                    <a:pt x="1883" y="442"/>
                  </a:lnTo>
                  <a:lnTo>
                    <a:pt x="1884" y="442"/>
                  </a:lnTo>
                  <a:lnTo>
                    <a:pt x="1884" y="442"/>
                  </a:lnTo>
                  <a:lnTo>
                    <a:pt x="1884" y="442"/>
                  </a:lnTo>
                  <a:lnTo>
                    <a:pt x="1885" y="442"/>
                  </a:lnTo>
                  <a:lnTo>
                    <a:pt x="1885" y="441"/>
                  </a:lnTo>
                  <a:lnTo>
                    <a:pt x="1885" y="441"/>
                  </a:lnTo>
                  <a:lnTo>
                    <a:pt x="1885" y="441"/>
                  </a:lnTo>
                  <a:lnTo>
                    <a:pt x="1886" y="441"/>
                  </a:lnTo>
                  <a:lnTo>
                    <a:pt x="1886" y="441"/>
                  </a:lnTo>
                  <a:lnTo>
                    <a:pt x="1886" y="441"/>
                  </a:lnTo>
                  <a:lnTo>
                    <a:pt x="1887" y="441"/>
                  </a:lnTo>
                  <a:lnTo>
                    <a:pt x="1887" y="441"/>
                  </a:lnTo>
                  <a:lnTo>
                    <a:pt x="1887" y="441"/>
                  </a:lnTo>
                  <a:lnTo>
                    <a:pt x="1888" y="441"/>
                  </a:lnTo>
                  <a:lnTo>
                    <a:pt x="1888" y="441"/>
                  </a:lnTo>
                  <a:lnTo>
                    <a:pt x="1888" y="442"/>
                  </a:lnTo>
                  <a:lnTo>
                    <a:pt x="1888" y="442"/>
                  </a:lnTo>
                  <a:lnTo>
                    <a:pt x="1889" y="442"/>
                  </a:lnTo>
                  <a:lnTo>
                    <a:pt x="1889" y="442"/>
                  </a:lnTo>
                  <a:lnTo>
                    <a:pt x="1889" y="443"/>
                  </a:lnTo>
                  <a:lnTo>
                    <a:pt x="1889" y="443"/>
                  </a:lnTo>
                  <a:lnTo>
                    <a:pt x="1890" y="443"/>
                  </a:lnTo>
                  <a:lnTo>
                    <a:pt x="1890" y="443"/>
                  </a:lnTo>
                  <a:lnTo>
                    <a:pt x="1891" y="443"/>
                  </a:lnTo>
                  <a:lnTo>
                    <a:pt x="1891" y="443"/>
                  </a:lnTo>
                  <a:lnTo>
                    <a:pt x="1891" y="443"/>
                  </a:lnTo>
                  <a:lnTo>
                    <a:pt x="1891" y="443"/>
                  </a:lnTo>
                  <a:lnTo>
                    <a:pt x="1892" y="444"/>
                  </a:lnTo>
                  <a:lnTo>
                    <a:pt x="1892" y="444"/>
                  </a:lnTo>
                  <a:lnTo>
                    <a:pt x="1892" y="444"/>
                  </a:lnTo>
                  <a:lnTo>
                    <a:pt x="1892" y="444"/>
                  </a:lnTo>
                  <a:lnTo>
                    <a:pt x="1893" y="445"/>
                  </a:lnTo>
                  <a:lnTo>
                    <a:pt x="1893" y="445"/>
                  </a:lnTo>
                  <a:lnTo>
                    <a:pt x="1893" y="445"/>
                  </a:lnTo>
                  <a:lnTo>
                    <a:pt x="1894" y="446"/>
                  </a:lnTo>
                  <a:lnTo>
                    <a:pt x="1894" y="446"/>
                  </a:lnTo>
                  <a:lnTo>
                    <a:pt x="1894" y="446"/>
                  </a:lnTo>
                  <a:lnTo>
                    <a:pt x="1894" y="446"/>
                  </a:lnTo>
                  <a:lnTo>
                    <a:pt x="1895" y="447"/>
                  </a:lnTo>
                  <a:lnTo>
                    <a:pt x="1895" y="447"/>
                  </a:lnTo>
                  <a:lnTo>
                    <a:pt x="1895" y="447"/>
                  </a:lnTo>
                  <a:lnTo>
                    <a:pt x="1895" y="447"/>
                  </a:lnTo>
                  <a:lnTo>
                    <a:pt x="1896" y="447"/>
                  </a:lnTo>
                  <a:lnTo>
                    <a:pt x="1896" y="447"/>
                  </a:lnTo>
                  <a:lnTo>
                    <a:pt x="1897" y="448"/>
                  </a:lnTo>
                  <a:lnTo>
                    <a:pt x="1897" y="448"/>
                  </a:lnTo>
                  <a:lnTo>
                    <a:pt x="1897" y="448"/>
                  </a:lnTo>
                  <a:lnTo>
                    <a:pt x="1897" y="448"/>
                  </a:lnTo>
                  <a:lnTo>
                    <a:pt x="1898" y="449"/>
                  </a:lnTo>
                  <a:lnTo>
                    <a:pt x="1898" y="449"/>
                  </a:lnTo>
                  <a:lnTo>
                    <a:pt x="1898" y="449"/>
                  </a:lnTo>
                  <a:lnTo>
                    <a:pt x="1898" y="450"/>
                  </a:lnTo>
                  <a:lnTo>
                    <a:pt x="1899" y="450"/>
                  </a:lnTo>
                  <a:lnTo>
                    <a:pt x="1899" y="450"/>
                  </a:lnTo>
                  <a:lnTo>
                    <a:pt x="1899" y="450"/>
                  </a:lnTo>
                  <a:lnTo>
                    <a:pt x="1900" y="450"/>
                  </a:lnTo>
                  <a:lnTo>
                    <a:pt x="1900" y="451"/>
                  </a:lnTo>
                  <a:lnTo>
                    <a:pt x="1900" y="451"/>
                  </a:lnTo>
                  <a:lnTo>
                    <a:pt x="1901" y="452"/>
                  </a:lnTo>
                  <a:lnTo>
                    <a:pt x="1901" y="452"/>
                  </a:lnTo>
                  <a:lnTo>
                    <a:pt x="1901" y="452"/>
                  </a:lnTo>
                  <a:lnTo>
                    <a:pt x="1901" y="452"/>
                  </a:lnTo>
                  <a:lnTo>
                    <a:pt x="1902" y="452"/>
                  </a:lnTo>
                  <a:lnTo>
                    <a:pt x="1902" y="452"/>
                  </a:lnTo>
                  <a:lnTo>
                    <a:pt x="1902" y="452"/>
                  </a:lnTo>
                  <a:lnTo>
                    <a:pt x="1903" y="452"/>
                  </a:lnTo>
                  <a:lnTo>
                    <a:pt x="1903" y="452"/>
                  </a:lnTo>
                  <a:lnTo>
                    <a:pt x="1903" y="452"/>
                  </a:lnTo>
                  <a:lnTo>
                    <a:pt x="1903" y="452"/>
                  </a:lnTo>
                  <a:lnTo>
                    <a:pt x="1904" y="452"/>
                  </a:lnTo>
                  <a:lnTo>
                    <a:pt x="1904" y="452"/>
                  </a:lnTo>
                  <a:lnTo>
                    <a:pt x="1905" y="452"/>
                  </a:lnTo>
                  <a:lnTo>
                    <a:pt x="1905" y="452"/>
                  </a:lnTo>
                  <a:lnTo>
                    <a:pt x="1905" y="452"/>
                  </a:lnTo>
                  <a:lnTo>
                    <a:pt x="1905" y="452"/>
                  </a:lnTo>
                  <a:lnTo>
                    <a:pt x="1906" y="452"/>
                  </a:lnTo>
                  <a:lnTo>
                    <a:pt x="1906" y="452"/>
                  </a:lnTo>
                  <a:lnTo>
                    <a:pt x="1906" y="452"/>
                  </a:lnTo>
                  <a:lnTo>
                    <a:pt x="1906" y="452"/>
                  </a:lnTo>
                  <a:lnTo>
                    <a:pt x="1907" y="452"/>
                  </a:lnTo>
                  <a:lnTo>
                    <a:pt x="1907" y="452"/>
                  </a:lnTo>
                  <a:lnTo>
                    <a:pt x="1907" y="452"/>
                  </a:lnTo>
                  <a:lnTo>
                    <a:pt x="1908" y="452"/>
                  </a:lnTo>
                  <a:lnTo>
                    <a:pt x="1908" y="452"/>
                  </a:lnTo>
                  <a:lnTo>
                    <a:pt x="1908" y="452"/>
                  </a:lnTo>
                  <a:lnTo>
                    <a:pt x="1908" y="452"/>
                  </a:lnTo>
                  <a:lnTo>
                    <a:pt x="1909" y="452"/>
                  </a:lnTo>
                  <a:lnTo>
                    <a:pt x="1909" y="452"/>
                  </a:lnTo>
                  <a:lnTo>
                    <a:pt x="1909" y="452"/>
                  </a:lnTo>
                  <a:lnTo>
                    <a:pt x="1909" y="452"/>
                  </a:lnTo>
                  <a:lnTo>
                    <a:pt x="1910" y="452"/>
                  </a:lnTo>
                  <a:lnTo>
                    <a:pt x="1910" y="452"/>
                  </a:lnTo>
                  <a:lnTo>
                    <a:pt x="1911" y="452"/>
                  </a:lnTo>
                  <a:lnTo>
                    <a:pt x="1911" y="452"/>
                  </a:lnTo>
                  <a:lnTo>
                    <a:pt x="1911" y="452"/>
                  </a:lnTo>
                  <a:lnTo>
                    <a:pt x="1911" y="452"/>
                  </a:lnTo>
                  <a:lnTo>
                    <a:pt x="1912" y="452"/>
                  </a:lnTo>
                  <a:lnTo>
                    <a:pt x="1912" y="452"/>
                  </a:lnTo>
                  <a:lnTo>
                    <a:pt x="1912" y="453"/>
                  </a:lnTo>
                  <a:lnTo>
                    <a:pt x="1912" y="453"/>
                  </a:lnTo>
                  <a:lnTo>
                    <a:pt x="1913" y="453"/>
                  </a:lnTo>
                  <a:lnTo>
                    <a:pt x="1913" y="453"/>
                  </a:lnTo>
                  <a:lnTo>
                    <a:pt x="1914" y="453"/>
                  </a:lnTo>
                  <a:lnTo>
                    <a:pt x="1914" y="453"/>
                  </a:lnTo>
                  <a:lnTo>
                    <a:pt x="1914" y="453"/>
                  </a:lnTo>
                  <a:lnTo>
                    <a:pt x="1914" y="453"/>
                  </a:lnTo>
                  <a:lnTo>
                    <a:pt x="1915" y="453"/>
                  </a:lnTo>
                  <a:lnTo>
                    <a:pt x="1915" y="453"/>
                  </a:lnTo>
                  <a:lnTo>
                    <a:pt x="1915" y="453"/>
                  </a:lnTo>
                  <a:lnTo>
                    <a:pt x="1915" y="453"/>
                  </a:lnTo>
                  <a:lnTo>
                    <a:pt x="1916" y="454"/>
                  </a:lnTo>
                  <a:lnTo>
                    <a:pt x="1916" y="454"/>
                  </a:lnTo>
                  <a:lnTo>
                    <a:pt x="1916" y="454"/>
                  </a:lnTo>
                  <a:lnTo>
                    <a:pt x="1917" y="454"/>
                  </a:lnTo>
                  <a:lnTo>
                    <a:pt x="1917" y="454"/>
                  </a:lnTo>
                  <a:lnTo>
                    <a:pt x="1917" y="454"/>
                  </a:lnTo>
                  <a:lnTo>
                    <a:pt x="1917" y="454"/>
                  </a:lnTo>
                  <a:lnTo>
                    <a:pt x="1918" y="454"/>
                  </a:lnTo>
                  <a:lnTo>
                    <a:pt x="1918" y="454"/>
                  </a:lnTo>
                  <a:lnTo>
                    <a:pt x="1918" y="454"/>
                  </a:lnTo>
                  <a:lnTo>
                    <a:pt x="1918" y="454"/>
                  </a:lnTo>
                  <a:lnTo>
                    <a:pt x="1919" y="454"/>
                  </a:lnTo>
                  <a:lnTo>
                    <a:pt x="1919" y="454"/>
                  </a:lnTo>
                  <a:lnTo>
                    <a:pt x="1920" y="454"/>
                  </a:lnTo>
                  <a:lnTo>
                    <a:pt x="1920" y="454"/>
                  </a:lnTo>
                  <a:lnTo>
                    <a:pt x="1920" y="454"/>
                  </a:lnTo>
                  <a:lnTo>
                    <a:pt x="1920" y="454"/>
                  </a:lnTo>
                  <a:lnTo>
                    <a:pt x="1921" y="455"/>
                  </a:lnTo>
                  <a:lnTo>
                    <a:pt x="1921" y="455"/>
                  </a:lnTo>
                  <a:lnTo>
                    <a:pt x="1921" y="455"/>
                  </a:lnTo>
                  <a:lnTo>
                    <a:pt x="1921" y="455"/>
                  </a:lnTo>
                  <a:lnTo>
                    <a:pt x="1922" y="455"/>
                  </a:lnTo>
                  <a:lnTo>
                    <a:pt x="1922" y="455"/>
                  </a:lnTo>
                  <a:lnTo>
                    <a:pt x="1922" y="455"/>
                  </a:lnTo>
                  <a:lnTo>
                    <a:pt x="1923" y="455"/>
                  </a:lnTo>
                  <a:lnTo>
                    <a:pt x="1923" y="455"/>
                  </a:lnTo>
                  <a:lnTo>
                    <a:pt x="1923" y="455"/>
                  </a:lnTo>
                  <a:lnTo>
                    <a:pt x="1924" y="455"/>
                  </a:lnTo>
                  <a:lnTo>
                    <a:pt x="1924" y="455"/>
                  </a:lnTo>
                  <a:lnTo>
                    <a:pt x="1924" y="455"/>
                  </a:lnTo>
                  <a:lnTo>
                    <a:pt x="1924" y="455"/>
                  </a:lnTo>
                  <a:lnTo>
                    <a:pt x="1925" y="455"/>
                  </a:lnTo>
                  <a:lnTo>
                    <a:pt x="1925" y="455"/>
                  </a:lnTo>
                  <a:lnTo>
                    <a:pt x="1925" y="455"/>
                  </a:lnTo>
                  <a:lnTo>
                    <a:pt x="1926" y="455"/>
                  </a:lnTo>
                  <a:lnTo>
                    <a:pt x="1926" y="455"/>
                  </a:lnTo>
                  <a:lnTo>
                    <a:pt x="1926" y="455"/>
                  </a:lnTo>
                  <a:lnTo>
                    <a:pt x="1926" y="455"/>
                  </a:lnTo>
                  <a:lnTo>
                    <a:pt x="1927" y="455"/>
                  </a:lnTo>
                  <a:lnTo>
                    <a:pt x="1927" y="455"/>
                  </a:lnTo>
                  <a:lnTo>
                    <a:pt x="1927" y="455"/>
                  </a:lnTo>
                  <a:lnTo>
                    <a:pt x="1927" y="455"/>
                  </a:lnTo>
                  <a:lnTo>
                    <a:pt x="1928" y="455"/>
                  </a:lnTo>
                  <a:lnTo>
                    <a:pt x="1928" y="455"/>
                  </a:lnTo>
                  <a:lnTo>
                    <a:pt x="1929" y="455"/>
                  </a:lnTo>
                  <a:lnTo>
                    <a:pt x="1929" y="456"/>
                  </a:lnTo>
                  <a:lnTo>
                    <a:pt x="1929" y="456"/>
                  </a:lnTo>
                  <a:lnTo>
                    <a:pt x="1929" y="456"/>
                  </a:lnTo>
                  <a:lnTo>
                    <a:pt x="1930" y="456"/>
                  </a:lnTo>
                  <a:lnTo>
                    <a:pt x="1930" y="456"/>
                  </a:lnTo>
                  <a:lnTo>
                    <a:pt x="1930" y="456"/>
                  </a:lnTo>
                  <a:lnTo>
                    <a:pt x="1930" y="456"/>
                  </a:lnTo>
                  <a:lnTo>
                    <a:pt x="1931" y="456"/>
                  </a:lnTo>
                  <a:lnTo>
                    <a:pt x="1931" y="456"/>
                  </a:lnTo>
                  <a:lnTo>
                    <a:pt x="1931" y="456"/>
                  </a:lnTo>
                  <a:lnTo>
                    <a:pt x="1932" y="456"/>
                  </a:lnTo>
                  <a:lnTo>
                    <a:pt x="1932" y="456"/>
                  </a:lnTo>
                  <a:lnTo>
                    <a:pt x="1932" y="456"/>
                  </a:lnTo>
                  <a:lnTo>
                    <a:pt x="1932" y="456"/>
                  </a:lnTo>
                  <a:lnTo>
                    <a:pt x="1933" y="456"/>
                  </a:lnTo>
                  <a:lnTo>
                    <a:pt x="1933" y="456"/>
                  </a:lnTo>
                  <a:lnTo>
                    <a:pt x="1933" y="456"/>
                  </a:lnTo>
                  <a:lnTo>
                    <a:pt x="1934" y="456"/>
                  </a:lnTo>
                  <a:lnTo>
                    <a:pt x="1934" y="456"/>
                  </a:lnTo>
                  <a:lnTo>
                    <a:pt x="1934" y="456"/>
                  </a:lnTo>
                  <a:lnTo>
                    <a:pt x="1935" y="456"/>
                  </a:lnTo>
                  <a:lnTo>
                    <a:pt x="1935" y="456"/>
                  </a:lnTo>
                  <a:lnTo>
                    <a:pt x="1935" y="456"/>
                  </a:lnTo>
                  <a:lnTo>
                    <a:pt x="1935" y="456"/>
                  </a:lnTo>
                  <a:lnTo>
                    <a:pt x="1936" y="456"/>
                  </a:lnTo>
                  <a:lnTo>
                    <a:pt x="1936" y="456"/>
                  </a:lnTo>
                  <a:lnTo>
                    <a:pt x="1936" y="456"/>
                  </a:lnTo>
                  <a:lnTo>
                    <a:pt x="1936" y="457"/>
                  </a:lnTo>
                  <a:lnTo>
                    <a:pt x="1937" y="457"/>
                  </a:lnTo>
                  <a:lnTo>
                    <a:pt x="1937" y="457"/>
                  </a:lnTo>
                  <a:lnTo>
                    <a:pt x="1938" y="457"/>
                  </a:lnTo>
                  <a:lnTo>
                    <a:pt x="1938" y="457"/>
                  </a:lnTo>
                  <a:lnTo>
                    <a:pt x="1938" y="457"/>
                  </a:lnTo>
                  <a:lnTo>
                    <a:pt x="1938" y="457"/>
                  </a:lnTo>
                  <a:lnTo>
                    <a:pt x="1939" y="457"/>
                  </a:lnTo>
                  <a:lnTo>
                    <a:pt x="1939" y="457"/>
                  </a:lnTo>
                  <a:lnTo>
                    <a:pt x="1939" y="457"/>
                  </a:lnTo>
                  <a:lnTo>
                    <a:pt x="1939" y="458"/>
                  </a:lnTo>
                  <a:lnTo>
                    <a:pt x="1940" y="458"/>
                  </a:lnTo>
                  <a:lnTo>
                    <a:pt x="1940" y="458"/>
                  </a:lnTo>
                  <a:lnTo>
                    <a:pt x="1940" y="458"/>
                  </a:lnTo>
                  <a:lnTo>
                    <a:pt x="1941" y="458"/>
                  </a:lnTo>
                  <a:lnTo>
                    <a:pt x="1941" y="458"/>
                  </a:lnTo>
                  <a:lnTo>
                    <a:pt x="1941" y="458"/>
                  </a:lnTo>
                  <a:lnTo>
                    <a:pt x="1941" y="457"/>
                  </a:lnTo>
                  <a:lnTo>
                    <a:pt x="1942" y="457"/>
                  </a:lnTo>
                  <a:lnTo>
                    <a:pt x="1942" y="457"/>
                  </a:lnTo>
                  <a:lnTo>
                    <a:pt x="1942" y="457"/>
                  </a:lnTo>
                  <a:lnTo>
                    <a:pt x="1942" y="457"/>
                  </a:lnTo>
                  <a:lnTo>
                    <a:pt x="1943" y="456"/>
                  </a:lnTo>
                  <a:lnTo>
                    <a:pt x="1943" y="456"/>
                  </a:lnTo>
                  <a:lnTo>
                    <a:pt x="1944" y="456"/>
                  </a:lnTo>
                  <a:lnTo>
                    <a:pt x="1944" y="456"/>
                  </a:lnTo>
                  <a:lnTo>
                    <a:pt x="1944" y="456"/>
                  </a:lnTo>
                  <a:lnTo>
                    <a:pt x="1944" y="456"/>
                  </a:lnTo>
                  <a:lnTo>
                    <a:pt x="1945" y="456"/>
                  </a:lnTo>
                  <a:lnTo>
                    <a:pt x="1945" y="456"/>
                  </a:lnTo>
                  <a:lnTo>
                    <a:pt x="1945" y="456"/>
                  </a:lnTo>
                  <a:lnTo>
                    <a:pt x="1945" y="456"/>
                  </a:lnTo>
                  <a:lnTo>
                    <a:pt x="1946" y="456"/>
                  </a:lnTo>
                  <a:lnTo>
                    <a:pt x="1946" y="456"/>
                  </a:lnTo>
                  <a:lnTo>
                    <a:pt x="1946" y="456"/>
                  </a:lnTo>
                  <a:lnTo>
                    <a:pt x="1947" y="456"/>
                  </a:lnTo>
                  <a:lnTo>
                    <a:pt x="1947" y="456"/>
                  </a:lnTo>
                  <a:lnTo>
                    <a:pt x="1947" y="456"/>
                  </a:lnTo>
                  <a:lnTo>
                    <a:pt x="1948" y="456"/>
                  </a:lnTo>
                  <a:lnTo>
                    <a:pt x="1948" y="455"/>
                  </a:lnTo>
                  <a:lnTo>
                    <a:pt x="1948" y="456"/>
                  </a:lnTo>
                  <a:lnTo>
                    <a:pt x="1948" y="456"/>
                  </a:lnTo>
                  <a:lnTo>
                    <a:pt x="1949" y="456"/>
                  </a:lnTo>
                  <a:lnTo>
                    <a:pt x="1949" y="456"/>
                  </a:lnTo>
                  <a:lnTo>
                    <a:pt x="1949" y="456"/>
                  </a:lnTo>
                  <a:lnTo>
                    <a:pt x="1950" y="456"/>
                  </a:lnTo>
                  <a:lnTo>
                    <a:pt x="1950" y="456"/>
                  </a:lnTo>
                  <a:lnTo>
                    <a:pt x="1950" y="456"/>
                  </a:lnTo>
                  <a:lnTo>
                    <a:pt x="1950" y="456"/>
                  </a:lnTo>
                  <a:lnTo>
                    <a:pt x="1951" y="456"/>
                  </a:lnTo>
                  <a:lnTo>
                    <a:pt x="1951" y="456"/>
                  </a:lnTo>
                  <a:lnTo>
                    <a:pt x="1951" y="456"/>
                  </a:lnTo>
                  <a:lnTo>
                    <a:pt x="1951" y="456"/>
                  </a:lnTo>
                  <a:lnTo>
                    <a:pt x="1952" y="456"/>
                  </a:lnTo>
                  <a:lnTo>
                    <a:pt x="1952" y="456"/>
                  </a:lnTo>
                  <a:lnTo>
                    <a:pt x="1953" y="456"/>
                  </a:lnTo>
                  <a:lnTo>
                    <a:pt x="1953" y="456"/>
                  </a:lnTo>
                  <a:lnTo>
                    <a:pt x="1953" y="456"/>
                  </a:lnTo>
                  <a:lnTo>
                    <a:pt x="1953" y="456"/>
                  </a:lnTo>
                  <a:lnTo>
                    <a:pt x="1954" y="455"/>
                  </a:lnTo>
                  <a:lnTo>
                    <a:pt x="1954" y="455"/>
                  </a:lnTo>
                  <a:lnTo>
                    <a:pt x="1954" y="455"/>
                  </a:lnTo>
                  <a:lnTo>
                    <a:pt x="1954" y="455"/>
                  </a:lnTo>
                  <a:lnTo>
                    <a:pt x="1955" y="455"/>
                  </a:lnTo>
                  <a:lnTo>
                    <a:pt x="1955" y="455"/>
                  </a:lnTo>
                  <a:lnTo>
                    <a:pt x="1955" y="455"/>
                  </a:lnTo>
                  <a:lnTo>
                    <a:pt x="1956" y="455"/>
                  </a:lnTo>
                  <a:lnTo>
                    <a:pt x="1956" y="455"/>
                  </a:lnTo>
                  <a:lnTo>
                    <a:pt x="1956" y="455"/>
                  </a:lnTo>
                  <a:lnTo>
                    <a:pt x="1956" y="455"/>
                  </a:lnTo>
                  <a:lnTo>
                    <a:pt x="1957" y="455"/>
                  </a:lnTo>
                  <a:lnTo>
                    <a:pt x="1957" y="455"/>
                  </a:lnTo>
                  <a:lnTo>
                    <a:pt x="1957" y="455"/>
                  </a:lnTo>
                  <a:lnTo>
                    <a:pt x="1958" y="455"/>
                  </a:lnTo>
                  <a:lnTo>
                    <a:pt x="1958" y="455"/>
                  </a:lnTo>
                  <a:lnTo>
                    <a:pt x="1958" y="455"/>
                  </a:lnTo>
                  <a:lnTo>
                    <a:pt x="1959" y="455"/>
                  </a:lnTo>
                  <a:lnTo>
                    <a:pt x="1959" y="456"/>
                  </a:lnTo>
                  <a:lnTo>
                    <a:pt x="1959" y="456"/>
                  </a:lnTo>
                  <a:lnTo>
                    <a:pt x="1959" y="456"/>
                  </a:lnTo>
                  <a:lnTo>
                    <a:pt x="1960" y="456"/>
                  </a:lnTo>
                  <a:lnTo>
                    <a:pt x="1960" y="456"/>
                  </a:lnTo>
                  <a:lnTo>
                    <a:pt x="1960" y="456"/>
                  </a:lnTo>
                  <a:lnTo>
                    <a:pt x="1960" y="456"/>
                  </a:lnTo>
                  <a:lnTo>
                    <a:pt x="1961" y="456"/>
                  </a:lnTo>
                  <a:lnTo>
                    <a:pt x="1961" y="456"/>
                  </a:lnTo>
                  <a:lnTo>
                    <a:pt x="1962" y="456"/>
                  </a:lnTo>
                  <a:lnTo>
                    <a:pt x="1962" y="456"/>
                  </a:lnTo>
                  <a:lnTo>
                    <a:pt x="1962" y="456"/>
                  </a:lnTo>
                  <a:lnTo>
                    <a:pt x="1962" y="456"/>
                  </a:lnTo>
                  <a:lnTo>
                    <a:pt x="1963" y="456"/>
                  </a:lnTo>
                  <a:lnTo>
                    <a:pt x="1963" y="457"/>
                  </a:lnTo>
                  <a:lnTo>
                    <a:pt x="1963" y="457"/>
                  </a:lnTo>
                  <a:lnTo>
                    <a:pt x="1963" y="457"/>
                  </a:lnTo>
                  <a:lnTo>
                    <a:pt x="1964" y="457"/>
                  </a:lnTo>
                  <a:lnTo>
                    <a:pt x="1964" y="456"/>
                  </a:lnTo>
                  <a:lnTo>
                    <a:pt x="1964" y="456"/>
                  </a:lnTo>
                  <a:lnTo>
                    <a:pt x="1965" y="456"/>
                  </a:lnTo>
                  <a:lnTo>
                    <a:pt x="1965" y="456"/>
                  </a:lnTo>
                  <a:lnTo>
                    <a:pt x="1965" y="456"/>
                  </a:lnTo>
                  <a:lnTo>
                    <a:pt x="1965" y="456"/>
                  </a:lnTo>
                  <a:lnTo>
                    <a:pt x="1966" y="456"/>
                  </a:lnTo>
                  <a:lnTo>
                    <a:pt x="1966" y="456"/>
                  </a:lnTo>
                  <a:lnTo>
                    <a:pt x="1966" y="456"/>
                  </a:lnTo>
                  <a:lnTo>
                    <a:pt x="1966" y="456"/>
                  </a:lnTo>
                  <a:lnTo>
                    <a:pt x="1967" y="455"/>
                  </a:lnTo>
                  <a:lnTo>
                    <a:pt x="1967" y="455"/>
                  </a:lnTo>
                  <a:lnTo>
                    <a:pt x="1968" y="455"/>
                  </a:lnTo>
                  <a:lnTo>
                    <a:pt x="1968" y="455"/>
                  </a:lnTo>
                  <a:lnTo>
                    <a:pt x="1968" y="454"/>
                  </a:lnTo>
                  <a:lnTo>
                    <a:pt x="1968" y="454"/>
                  </a:lnTo>
                  <a:lnTo>
                    <a:pt x="1969" y="454"/>
                  </a:lnTo>
                  <a:lnTo>
                    <a:pt x="1969" y="454"/>
                  </a:lnTo>
                  <a:lnTo>
                    <a:pt x="1969" y="454"/>
                  </a:lnTo>
                  <a:lnTo>
                    <a:pt x="1969" y="453"/>
                  </a:lnTo>
                  <a:lnTo>
                    <a:pt x="1970" y="453"/>
                  </a:lnTo>
                  <a:lnTo>
                    <a:pt x="1970" y="453"/>
                  </a:lnTo>
                  <a:lnTo>
                    <a:pt x="1971" y="453"/>
                  </a:lnTo>
                  <a:lnTo>
                    <a:pt x="1971" y="453"/>
                  </a:lnTo>
                  <a:lnTo>
                    <a:pt x="1971" y="452"/>
                  </a:lnTo>
                  <a:lnTo>
                    <a:pt x="1971" y="452"/>
                  </a:lnTo>
                  <a:lnTo>
                    <a:pt x="1972" y="452"/>
                  </a:lnTo>
                  <a:lnTo>
                    <a:pt x="1972" y="452"/>
                  </a:lnTo>
                  <a:lnTo>
                    <a:pt x="1972" y="452"/>
                  </a:lnTo>
                  <a:lnTo>
                    <a:pt x="1973" y="452"/>
                  </a:lnTo>
                  <a:lnTo>
                    <a:pt x="1973" y="452"/>
                  </a:lnTo>
                  <a:lnTo>
                    <a:pt x="1973" y="452"/>
                  </a:lnTo>
                  <a:lnTo>
                    <a:pt x="1973" y="452"/>
                  </a:lnTo>
                  <a:lnTo>
                    <a:pt x="1974" y="452"/>
                  </a:lnTo>
                  <a:lnTo>
                    <a:pt x="1974" y="451"/>
                  </a:lnTo>
                  <a:lnTo>
                    <a:pt x="1974" y="451"/>
                  </a:lnTo>
                  <a:lnTo>
                    <a:pt x="1974" y="451"/>
                  </a:lnTo>
                  <a:lnTo>
                    <a:pt x="1975" y="451"/>
                  </a:lnTo>
                  <a:lnTo>
                    <a:pt x="1975" y="451"/>
                  </a:lnTo>
                  <a:lnTo>
                    <a:pt x="1976" y="451"/>
                  </a:lnTo>
                  <a:lnTo>
                    <a:pt x="1976" y="451"/>
                  </a:lnTo>
                  <a:lnTo>
                    <a:pt x="1976" y="451"/>
                  </a:lnTo>
                  <a:lnTo>
                    <a:pt x="1976" y="451"/>
                  </a:lnTo>
                  <a:lnTo>
                    <a:pt x="1977" y="450"/>
                  </a:lnTo>
                  <a:lnTo>
                    <a:pt x="1977" y="450"/>
                  </a:lnTo>
                  <a:lnTo>
                    <a:pt x="1977" y="450"/>
                  </a:lnTo>
                  <a:lnTo>
                    <a:pt x="1977" y="450"/>
                  </a:lnTo>
                  <a:lnTo>
                    <a:pt x="1978" y="450"/>
                  </a:lnTo>
                  <a:lnTo>
                    <a:pt x="1978" y="450"/>
                  </a:lnTo>
                  <a:lnTo>
                    <a:pt x="1978" y="451"/>
                  </a:lnTo>
                  <a:lnTo>
                    <a:pt x="1979" y="451"/>
                  </a:lnTo>
                  <a:lnTo>
                    <a:pt x="1979" y="451"/>
                  </a:lnTo>
                  <a:lnTo>
                    <a:pt x="1979" y="451"/>
                  </a:lnTo>
                  <a:lnTo>
                    <a:pt x="1979" y="452"/>
                  </a:lnTo>
                  <a:lnTo>
                    <a:pt x="1980" y="452"/>
                  </a:lnTo>
                  <a:lnTo>
                    <a:pt x="1980" y="452"/>
                  </a:lnTo>
                  <a:lnTo>
                    <a:pt x="1980" y="452"/>
                  </a:lnTo>
                  <a:lnTo>
                    <a:pt x="1981" y="452"/>
                  </a:lnTo>
                  <a:lnTo>
                    <a:pt x="1981" y="452"/>
                  </a:lnTo>
                  <a:lnTo>
                    <a:pt x="1981" y="452"/>
                  </a:lnTo>
                  <a:lnTo>
                    <a:pt x="1982" y="452"/>
                  </a:lnTo>
                  <a:lnTo>
                    <a:pt x="1982" y="452"/>
                  </a:lnTo>
                  <a:lnTo>
                    <a:pt x="1982" y="452"/>
                  </a:lnTo>
                  <a:lnTo>
                    <a:pt x="1982" y="453"/>
                  </a:lnTo>
                  <a:lnTo>
                    <a:pt x="1983" y="453"/>
                  </a:lnTo>
                  <a:lnTo>
                    <a:pt x="1983" y="453"/>
                  </a:lnTo>
                  <a:lnTo>
                    <a:pt x="1983" y="453"/>
                  </a:lnTo>
                  <a:lnTo>
                    <a:pt x="1983" y="453"/>
                  </a:lnTo>
                  <a:lnTo>
                    <a:pt x="1984" y="454"/>
                  </a:lnTo>
                  <a:lnTo>
                    <a:pt x="1984" y="454"/>
                  </a:lnTo>
                  <a:lnTo>
                    <a:pt x="1985" y="454"/>
                  </a:lnTo>
                  <a:lnTo>
                    <a:pt x="1985" y="454"/>
                  </a:lnTo>
                  <a:lnTo>
                    <a:pt x="1985" y="454"/>
                  </a:lnTo>
                  <a:lnTo>
                    <a:pt x="1985" y="454"/>
                  </a:lnTo>
                  <a:lnTo>
                    <a:pt x="1986" y="455"/>
                  </a:lnTo>
                  <a:lnTo>
                    <a:pt x="1986" y="455"/>
                  </a:lnTo>
                  <a:lnTo>
                    <a:pt x="1986" y="455"/>
                  </a:lnTo>
                  <a:lnTo>
                    <a:pt x="1986" y="455"/>
                  </a:lnTo>
                  <a:lnTo>
                    <a:pt x="1987" y="455"/>
                  </a:lnTo>
                  <a:lnTo>
                    <a:pt x="1987" y="456"/>
                  </a:lnTo>
                  <a:lnTo>
                    <a:pt x="1987" y="456"/>
                  </a:lnTo>
                  <a:lnTo>
                    <a:pt x="1988" y="456"/>
                  </a:lnTo>
                  <a:lnTo>
                    <a:pt x="1988" y="456"/>
                  </a:lnTo>
                  <a:lnTo>
                    <a:pt x="1988" y="456"/>
                  </a:lnTo>
                  <a:lnTo>
                    <a:pt x="1988" y="456"/>
                  </a:lnTo>
                  <a:lnTo>
                    <a:pt x="1989" y="456"/>
                  </a:lnTo>
                  <a:lnTo>
                    <a:pt x="1989" y="456"/>
                  </a:lnTo>
                  <a:lnTo>
                    <a:pt x="1989" y="457"/>
                  </a:lnTo>
                  <a:lnTo>
                    <a:pt x="1989" y="457"/>
                  </a:lnTo>
                  <a:lnTo>
                    <a:pt x="1990" y="457"/>
                  </a:lnTo>
                  <a:lnTo>
                    <a:pt x="1990" y="458"/>
                  </a:lnTo>
                  <a:lnTo>
                    <a:pt x="1991" y="458"/>
                  </a:lnTo>
                  <a:lnTo>
                    <a:pt x="1991" y="458"/>
                  </a:lnTo>
                  <a:lnTo>
                    <a:pt x="1991" y="458"/>
                  </a:lnTo>
                  <a:lnTo>
                    <a:pt x="1991" y="458"/>
                  </a:lnTo>
                  <a:lnTo>
                    <a:pt x="1992" y="458"/>
                  </a:lnTo>
                  <a:lnTo>
                    <a:pt x="1992" y="458"/>
                  </a:lnTo>
                  <a:lnTo>
                    <a:pt x="1992" y="458"/>
                  </a:lnTo>
                  <a:lnTo>
                    <a:pt x="1992" y="458"/>
                  </a:lnTo>
                  <a:lnTo>
                    <a:pt x="1993" y="458"/>
                  </a:lnTo>
                  <a:lnTo>
                    <a:pt x="1993" y="458"/>
                  </a:lnTo>
                  <a:lnTo>
                    <a:pt x="1993" y="458"/>
                  </a:lnTo>
                  <a:lnTo>
                    <a:pt x="1994" y="458"/>
                  </a:lnTo>
                  <a:lnTo>
                    <a:pt x="1994" y="458"/>
                  </a:lnTo>
                  <a:lnTo>
                    <a:pt x="1994" y="459"/>
                  </a:lnTo>
                  <a:lnTo>
                    <a:pt x="1995" y="459"/>
                  </a:lnTo>
                  <a:lnTo>
                    <a:pt x="1995" y="459"/>
                  </a:lnTo>
                  <a:lnTo>
                    <a:pt x="1995" y="459"/>
                  </a:lnTo>
                  <a:lnTo>
                    <a:pt x="1995" y="459"/>
                  </a:lnTo>
                  <a:lnTo>
                    <a:pt x="1996" y="459"/>
                  </a:lnTo>
                  <a:lnTo>
                    <a:pt x="1996" y="459"/>
                  </a:lnTo>
                  <a:lnTo>
                    <a:pt x="1996" y="459"/>
                  </a:lnTo>
                  <a:lnTo>
                    <a:pt x="1997" y="459"/>
                  </a:lnTo>
                  <a:lnTo>
                    <a:pt x="1997" y="459"/>
                  </a:lnTo>
                  <a:lnTo>
                    <a:pt x="1997" y="459"/>
                  </a:lnTo>
                  <a:lnTo>
                    <a:pt x="1997" y="459"/>
                  </a:lnTo>
                  <a:lnTo>
                    <a:pt x="1998" y="459"/>
                  </a:lnTo>
                  <a:lnTo>
                    <a:pt x="1998" y="460"/>
                  </a:lnTo>
                  <a:lnTo>
                    <a:pt x="1998" y="460"/>
                  </a:lnTo>
                  <a:lnTo>
                    <a:pt x="1998" y="460"/>
                  </a:lnTo>
                  <a:lnTo>
                    <a:pt x="1999" y="460"/>
                  </a:lnTo>
                  <a:lnTo>
                    <a:pt x="1999" y="460"/>
                  </a:lnTo>
                  <a:lnTo>
                    <a:pt x="2000" y="460"/>
                  </a:lnTo>
                  <a:lnTo>
                    <a:pt x="2000" y="460"/>
                  </a:lnTo>
                  <a:lnTo>
                    <a:pt x="2000" y="460"/>
                  </a:lnTo>
                  <a:lnTo>
                    <a:pt x="2000" y="460"/>
                  </a:lnTo>
                  <a:lnTo>
                    <a:pt x="2001" y="460"/>
                  </a:lnTo>
                  <a:lnTo>
                    <a:pt x="2001" y="460"/>
                  </a:lnTo>
                  <a:lnTo>
                    <a:pt x="2001" y="461"/>
                  </a:lnTo>
                  <a:lnTo>
                    <a:pt x="2001" y="461"/>
                  </a:lnTo>
                  <a:lnTo>
                    <a:pt x="2002" y="461"/>
                  </a:lnTo>
                  <a:lnTo>
                    <a:pt x="2002" y="461"/>
                  </a:lnTo>
                  <a:lnTo>
                    <a:pt x="2002" y="461"/>
                  </a:lnTo>
                  <a:lnTo>
                    <a:pt x="2003" y="461"/>
                  </a:lnTo>
                  <a:lnTo>
                    <a:pt x="2003" y="461"/>
                  </a:lnTo>
                  <a:lnTo>
                    <a:pt x="2003" y="461"/>
                  </a:lnTo>
                  <a:lnTo>
                    <a:pt x="2003" y="461"/>
                  </a:lnTo>
                  <a:lnTo>
                    <a:pt x="2004" y="460"/>
                  </a:lnTo>
                  <a:lnTo>
                    <a:pt x="2004" y="460"/>
                  </a:lnTo>
                  <a:lnTo>
                    <a:pt x="2004" y="460"/>
                  </a:lnTo>
                  <a:lnTo>
                    <a:pt x="2005" y="460"/>
                  </a:lnTo>
                  <a:lnTo>
                    <a:pt x="2005" y="460"/>
                  </a:lnTo>
                  <a:lnTo>
                    <a:pt x="2005" y="460"/>
                  </a:lnTo>
                  <a:lnTo>
                    <a:pt x="2006" y="460"/>
                  </a:lnTo>
                  <a:lnTo>
                    <a:pt x="2006" y="460"/>
                  </a:lnTo>
                  <a:lnTo>
                    <a:pt x="2006" y="460"/>
                  </a:lnTo>
                  <a:lnTo>
                    <a:pt x="2006" y="460"/>
                  </a:lnTo>
                  <a:lnTo>
                    <a:pt x="2007" y="460"/>
                  </a:lnTo>
                  <a:lnTo>
                    <a:pt x="2007" y="460"/>
                  </a:lnTo>
                  <a:lnTo>
                    <a:pt x="2007" y="460"/>
                  </a:lnTo>
                  <a:lnTo>
                    <a:pt x="2007" y="460"/>
                  </a:lnTo>
                  <a:lnTo>
                    <a:pt x="2008" y="460"/>
                  </a:lnTo>
                  <a:lnTo>
                    <a:pt x="2008" y="460"/>
                  </a:lnTo>
                  <a:lnTo>
                    <a:pt x="2009" y="460"/>
                  </a:lnTo>
                  <a:lnTo>
                    <a:pt x="2009" y="460"/>
                  </a:lnTo>
                  <a:lnTo>
                    <a:pt x="2009" y="460"/>
                  </a:lnTo>
                  <a:lnTo>
                    <a:pt x="2009" y="460"/>
                  </a:lnTo>
                  <a:lnTo>
                    <a:pt x="2010" y="459"/>
                  </a:lnTo>
                  <a:lnTo>
                    <a:pt x="2010" y="459"/>
                  </a:lnTo>
                  <a:lnTo>
                    <a:pt x="2010" y="459"/>
                  </a:lnTo>
                  <a:lnTo>
                    <a:pt x="2010" y="459"/>
                  </a:lnTo>
                  <a:lnTo>
                    <a:pt x="2011" y="459"/>
                  </a:lnTo>
                  <a:lnTo>
                    <a:pt x="2011" y="459"/>
                  </a:lnTo>
                  <a:lnTo>
                    <a:pt x="2011" y="459"/>
                  </a:lnTo>
                  <a:lnTo>
                    <a:pt x="2012" y="459"/>
                  </a:lnTo>
                  <a:lnTo>
                    <a:pt x="2012" y="459"/>
                  </a:lnTo>
                  <a:lnTo>
                    <a:pt x="2012" y="459"/>
                  </a:lnTo>
                  <a:lnTo>
                    <a:pt x="2012" y="459"/>
                  </a:lnTo>
                  <a:lnTo>
                    <a:pt x="2013" y="459"/>
                  </a:lnTo>
                  <a:lnTo>
                    <a:pt x="2013" y="459"/>
                  </a:lnTo>
                  <a:lnTo>
                    <a:pt x="2013" y="459"/>
                  </a:lnTo>
                  <a:lnTo>
                    <a:pt x="2013" y="459"/>
                  </a:lnTo>
                  <a:lnTo>
                    <a:pt x="2014" y="459"/>
                  </a:lnTo>
                  <a:lnTo>
                    <a:pt x="2014" y="459"/>
                  </a:lnTo>
                  <a:lnTo>
                    <a:pt x="2015" y="458"/>
                  </a:lnTo>
                  <a:lnTo>
                    <a:pt x="2015" y="458"/>
                  </a:lnTo>
                  <a:lnTo>
                    <a:pt x="2015" y="458"/>
                  </a:lnTo>
                  <a:lnTo>
                    <a:pt x="2015" y="458"/>
                  </a:lnTo>
                  <a:lnTo>
                    <a:pt x="2016" y="458"/>
                  </a:lnTo>
                  <a:lnTo>
                    <a:pt x="2016" y="458"/>
                  </a:lnTo>
                  <a:lnTo>
                    <a:pt x="2016" y="458"/>
                  </a:lnTo>
                  <a:lnTo>
                    <a:pt x="2016" y="458"/>
                  </a:lnTo>
                  <a:lnTo>
                    <a:pt x="2017" y="458"/>
                  </a:lnTo>
                  <a:lnTo>
                    <a:pt x="2017" y="458"/>
                  </a:lnTo>
                  <a:lnTo>
                    <a:pt x="2017" y="458"/>
                  </a:lnTo>
                  <a:lnTo>
                    <a:pt x="2018" y="458"/>
                  </a:lnTo>
                  <a:lnTo>
                    <a:pt x="2018" y="458"/>
                  </a:lnTo>
                  <a:lnTo>
                    <a:pt x="2018" y="458"/>
                  </a:lnTo>
                  <a:lnTo>
                    <a:pt x="2019" y="458"/>
                  </a:lnTo>
                  <a:lnTo>
                    <a:pt x="2019" y="458"/>
                  </a:lnTo>
                  <a:lnTo>
                    <a:pt x="2019" y="458"/>
                  </a:lnTo>
                  <a:lnTo>
                    <a:pt x="2019" y="458"/>
                  </a:lnTo>
                  <a:lnTo>
                    <a:pt x="2020" y="458"/>
                  </a:lnTo>
                  <a:lnTo>
                    <a:pt x="2020" y="458"/>
                  </a:lnTo>
                  <a:lnTo>
                    <a:pt x="2020" y="458"/>
                  </a:lnTo>
                  <a:lnTo>
                    <a:pt x="2021" y="457"/>
                  </a:lnTo>
                  <a:lnTo>
                    <a:pt x="2021" y="457"/>
                  </a:lnTo>
                  <a:lnTo>
                    <a:pt x="2021" y="457"/>
                  </a:lnTo>
                  <a:lnTo>
                    <a:pt x="2021" y="457"/>
                  </a:lnTo>
                  <a:lnTo>
                    <a:pt x="2022" y="456"/>
                  </a:lnTo>
                  <a:lnTo>
                    <a:pt x="2022" y="456"/>
                  </a:lnTo>
                  <a:lnTo>
                    <a:pt x="2022" y="456"/>
                  </a:lnTo>
                  <a:lnTo>
                    <a:pt x="2022" y="456"/>
                  </a:lnTo>
                  <a:lnTo>
                    <a:pt x="2023" y="456"/>
                  </a:lnTo>
                  <a:lnTo>
                    <a:pt x="2023" y="456"/>
                  </a:lnTo>
                  <a:lnTo>
                    <a:pt x="2024" y="456"/>
                  </a:lnTo>
                  <a:lnTo>
                    <a:pt x="2024" y="456"/>
                  </a:lnTo>
                  <a:lnTo>
                    <a:pt x="2024" y="456"/>
                  </a:lnTo>
                  <a:lnTo>
                    <a:pt x="2024" y="456"/>
                  </a:lnTo>
                  <a:lnTo>
                    <a:pt x="2025" y="456"/>
                  </a:lnTo>
                  <a:lnTo>
                    <a:pt x="2025" y="456"/>
                  </a:lnTo>
                  <a:lnTo>
                    <a:pt x="2025" y="456"/>
                  </a:lnTo>
                  <a:lnTo>
                    <a:pt x="2025" y="455"/>
                  </a:lnTo>
                  <a:lnTo>
                    <a:pt x="2026" y="455"/>
                  </a:lnTo>
                  <a:lnTo>
                    <a:pt x="2026" y="455"/>
                  </a:lnTo>
                  <a:lnTo>
                    <a:pt x="2026" y="455"/>
                  </a:lnTo>
                  <a:lnTo>
                    <a:pt x="2027" y="455"/>
                  </a:lnTo>
                  <a:lnTo>
                    <a:pt x="2027" y="455"/>
                  </a:lnTo>
                  <a:lnTo>
                    <a:pt x="2027" y="455"/>
                  </a:lnTo>
                  <a:lnTo>
                    <a:pt x="2028" y="455"/>
                  </a:lnTo>
                  <a:lnTo>
                    <a:pt x="2028" y="455"/>
                  </a:lnTo>
                  <a:lnTo>
                    <a:pt x="2028" y="455"/>
                  </a:lnTo>
                  <a:lnTo>
                    <a:pt x="2028" y="455"/>
                  </a:lnTo>
                  <a:lnTo>
                    <a:pt x="2029" y="455"/>
                  </a:lnTo>
                  <a:lnTo>
                    <a:pt x="2029" y="455"/>
                  </a:lnTo>
                  <a:lnTo>
                    <a:pt x="2029" y="455"/>
                  </a:lnTo>
                  <a:lnTo>
                    <a:pt x="2030" y="455"/>
                  </a:lnTo>
                  <a:lnTo>
                    <a:pt x="2030" y="455"/>
                  </a:lnTo>
                  <a:lnTo>
                    <a:pt x="2030" y="455"/>
                  </a:lnTo>
                  <a:lnTo>
                    <a:pt x="2030" y="456"/>
                  </a:lnTo>
                  <a:lnTo>
                    <a:pt x="2031" y="456"/>
                  </a:lnTo>
                  <a:lnTo>
                    <a:pt x="2031" y="456"/>
                  </a:lnTo>
                  <a:lnTo>
                    <a:pt x="2031" y="456"/>
                  </a:lnTo>
                  <a:lnTo>
                    <a:pt x="2031" y="456"/>
                  </a:lnTo>
                  <a:lnTo>
                    <a:pt x="2032" y="456"/>
                  </a:lnTo>
                  <a:lnTo>
                    <a:pt x="2032" y="456"/>
                  </a:lnTo>
                  <a:lnTo>
                    <a:pt x="2033" y="456"/>
                  </a:lnTo>
                  <a:lnTo>
                    <a:pt x="2033" y="456"/>
                  </a:lnTo>
                  <a:lnTo>
                    <a:pt x="2033" y="456"/>
                  </a:lnTo>
                  <a:lnTo>
                    <a:pt x="2033" y="456"/>
                  </a:lnTo>
                  <a:lnTo>
                    <a:pt x="2034" y="456"/>
                  </a:lnTo>
                  <a:lnTo>
                    <a:pt x="2034" y="456"/>
                  </a:lnTo>
                  <a:lnTo>
                    <a:pt x="2034" y="456"/>
                  </a:lnTo>
                  <a:lnTo>
                    <a:pt x="2034" y="456"/>
                  </a:lnTo>
                  <a:lnTo>
                    <a:pt x="2035" y="457"/>
                  </a:lnTo>
                  <a:lnTo>
                    <a:pt x="2035" y="457"/>
                  </a:lnTo>
                  <a:lnTo>
                    <a:pt x="2035" y="457"/>
                  </a:lnTo>
                  <a:lnTo>
                    <a:pt x="2036" y="457"/>
                  </a:lnTo>
                  <a:lnTo>
                    <a:pt x="2036" y="457"/>
                  </a:lnTo>
                  <a:lnTo>
                    <a:pt x="2036" y="457"/>
                  </a:lnTo>
                  <a:lnTo>
                    <a:pt x="2036" y="457"/>
                  </a:lnTo>
                  <a:lnTo>
                    <a:pt x="2037" y="457"/>
                  </a:lnTo>
                  <a:lnTo>
                    <a:pt x="2037" y="457"/>
                  </a:lnTo>
                  <a:lnTo>
                    <a:pt x="2037" y="457"/>
                  </a:lnTo>
                  <a:lnTo>
                    <a:pt x="2038" y="457"/>
                  </a:lnTo>
                  <a:lnTo>
                    <a:pt x="2038" y="457"/>
                  </a:lnTo>
                  <a:lnTo>
                    <a:pt x="2038" y="457"/>
                  </a:lnTo>
                  <a:lnTo>
                    <a:pt x="2039" y="457"/>
                  </a:lnTo>
                  <a:lnTo>
                    <a:pt x="2039" y="457"/>
                  </a:lnTo>
                  <a:lnTo>
                    <a:pt x="2039" y="456"/>
                  </a:lnTo>
                  <a:lnTo>
                    <a:pt x="2039" y="456"/>
                  </a:lnTo>
                  <a:lnTo>
                    <a:pt x="2040" y="456"/>
                  </a:lnTo>
                  <a:lnTo>
                    <a:pt x="2040" y="456"/>
                  </a:lnTo>
                  <a:lnTo>
                    <a:pt x="2040" y="456"/>
                  </a:lnTo>
                  <a:lnTo>
                    <a:pt x="2041" y="456"/>
                  </a:lnTo>
                  <a:lnTo>
                    <a:pt x="2041" y="456"/>
                  </a:lnTo>
                  <a:lnTo>
                    <a:pt x="2041" y="456"/>
                  </a:lnTo>
                  <a:lnTo>
                    <a:pt x="2042" y="456"/>
                  </a:lnTo>
                  <a:lnTo>
                    <a:pt x="2042" y="455"/>
                  </a:lnTo>
                  <a:lnTo>
                    <a:pt x="2042" y="455"/>
                  </a:lnTo>
                  <a:lnTo>
                    <a:pt x="2042" y="455"/>
                  </a:lnTo>
                  <a:lnTo>
                    <a:pt x="2043" y="455"/>
                  </a:lnTo>
                  <a:lnTo>
                    <a:pt x="2043" y="455"/>
                  </a:lnTo>
                  <a:lnTo>
                    <a:pt x="2043" y="455"/>
                  </a:lnTo>
                  <a:lnTo>
                    <a:pt x="2044" y="455"/>
                  </a:lnTo>
                  <a:lnTo>
                    <a:pt x="2044" y="455"/>
                  </a:lnTo>
                  <a:lnTo>
                    <a:pt x="2044" y="455"/>
                  </a:lnTo>
                  <a:lnTo>
                    <a:pt x="2044" y="455"/>
                  </a:lnTo>
                  <a:lnTo>
                    <a:pt x="2045" y="455"/>
                  </a:lnTo>
                  <a:lnTo>
                    <a:pt x="2045" y="455"/>
                  </a:lnTo>
                  <a:lnTo>
                    <a:pt x="2045" y="455"/>
                  </a:lnTo>
                  <a:lnTo>
                    <a:pt x="2045" y="455"/>
                  </a:lnTo>
                  <a:lnTo>
                    <a:pt x="2046" y="455"/>
                  </a:lnTo>
                  <a:lnTo>
                    <a:pt x="2046" y="455"/>
                  </a:lnTo>
                  <a:lnTo>
                    <a:pt x="2047" y="455"/>
                  </a:lnTo>
                  <a:lnTo>
                    <a:pt x="2047" y="455"/>
                  </a:lnTo>
                  <a:lnTo>
                    <a:pt x="2047" y="455"/>
                  </a:lnTo>
                  <a:lnTo>
                    <a:pt x="2047" y="455"/>
                  </a:lnTo>
                  <a:lnTo>
                    <a:pt x="2048" y="455"/>
                  </a:lnTo>
                  <a:lnTo>
                    <a:pt x="2048" y="455"/>
                  </a:lnTo>
                  <a:lnTo>
                    <a:pt x="2048" y="455"/>
                  </a:lnTo>
                  <a:lnTo>
                    <a:pt x="2048" y="455"/>
                  </a:lnTo>
                  <a:lnTo>
                    <a:pt x="2049" y="455"/>
                  </a:lnTo>
                  <a:lnTo>
                    <a:pt x="2049" y="455"/>
                  </a:lnTo>
                  <a:lnTo>
                    <a:pt x="2049" y="454"/>
                  </a:lnTo>
                  <a:lnTo>
                    <a:pt x="2050" y="454"/>
                  </a:lnTo>
                  <a:lnTo>
                    <a:pt x="2050" y="454"/>
                  </a:lnTo>
                  <a:lnTo>
                    <a:pt x="2050" y="454"/>
                  </a:lnTo>
                  <a:lnTo>
                    <a:pt x="2050" y="454"/>
                  </a:lnTo>
                  <a:lnTo>
                    <a:pt x="2051" y="454"/>
                  </a:lnTo>
                  <a:lnTo>
                    <a:pt x="2051" y="454"/>
                  </a:lnTo>
                  <a:lnTo>
                    <a:pt x="2051" y="454"/>
                  </a:lnTo>
                  <a:lnTo>
                    <a:pt x="2052" y="454"/>
                  </a:lnTo>
                  <a:lnTo>
                    <a:pt x="2052" y="454"/>
                  </a:lnTo>
                  <a:lnTo>
                    <a:pt x="2052" y="454"/>
                  </a:lnTo>
                  <a:lnTo>
                    <a:pt x="2053" y="453"/>
                  </a:lnTo>
                  <a:lnTo>
                    <a:pt x="2053" y="453"/>
                  </a:lnTo>
                  <a:lnTo>
                    <a:pt x="2053" y="453"/>
                  </a:lnTo>
                  <a:lnTo>
                    <a:pt x="2053" y="453"/>
                  </a:lnTo>
                  <a:lnTo>
                    <a:pt x="2054" y="453"/>
                  </a:lnTo>
                  <a:lnTo>
                    <a:pt x="2054" y="453"/>
                  </a:lnTo>
                  <a:lnTo>
                    <a:pt x="2054" y="453"/>
                  </a:lnTo>
                  <a:lnTo>
                    <a:pt x="2054" y="453"/>
                  </a:lnTo>
                  <a:lnTo>
                    <a:pt x="2055" y="453"/>
                  </a:lnTo>
                  <a:lnTo>
                    <a:pt x="2055" y="453"/>
                  </a:lnTo>
                  <a:lnTo>
                    <a:pt x="2056" y="453"/>
                  </a:lnTo>
                  <a:lnTo>
                    <a:pt x="2056" y="453"/>
                  </a:lnTo>
                  <a:lnTo>
                    <a:pt x="2056" y="452"/>
                  </a:lnTo>
                  <a:lnTo>
                    <a:pt x="2056" y="452"/>
                  </a:lnTo>
                  <a:lnTo>
                    <a:pt x="2057" y="452"/>
                  </a:lnTo>
                  <a:lnTo>
                    <a:pt x="2057" y="452"/>
                  </a:lnTo>
                  <a:lnTo>
                    <a:pt x="2057" y="452"/>
                  </a:lnTo>
                  <a:lnTo>
                    <a:pt x="2057" y="452"/>
                  </a:lnTo>
                  <a:lnTo>
                    <a:pt x="2058" y="452"/>
                  </a:lnTo>
                  <a:lnTo>
                    <a:pt x="2058" y="452"/>
                  </a:lnTo>
                  <a:lnTo>
                    <a:pt x="2058" y="452"/>
                  </a:lnTo>
                  <a:lnTo>
                    <a:pt x="2059" y="452"/>
                  </a:lnTo>
                  <a:lnTo>
                    <a:pt x="2059" y="452"/>
                  </a:lnTo>
                  <a:lnTo>
                    <a:pt x="2059" y="452"/>
                  </a:lnTo>
                  <a:lnTo>
                    <a:pt x="2059" y="452"/>
                  </a:lnTo>
                  <a:lnTo>
                    <a:pt x="2060" y="451"/>
                  </a:lnTo>
                  <a:lnTo>
                    <a:pt x="2060" y="451"/>
                  </a:lnTo>
                  <a:lnTo>
                    <a:pt x="2060" y="451"/>
                  </a:lnTo>
                  <a:lnTo>
                    <a:pt x="2060" y="450"/>
                  </a:lnTo>
                  <a:lnTo>
                    <a:pt x="2061" y="450"/>
                  </a:lnTo>
                  <a:lnTo>
                    <a:pt x="2061" y="450"/>
                  </a:lnTo>
                  <a:lnTo>
                    <a:pt x="2062" y="450"/>
                  </a:lnTo>
                  <a:lnTo>
                    <a:pt x="2062" y="450"/>
                  </a:lnTo>
                  <a:lnTo>
                    <a:pt x="2062" y="450"/>
                  </a:lnTo>
                  <a:lnTo>
                    <a:pt x="2062" y="450"/>
                  </a:lnTo>
                  <a:lnTo>
                    <a:pt x="2063" y="450"/>
                  </a:lnTo>
                  <a:lnTo>
                    <a:pt x="2063" y="450"/>
                  </a:lnTo>
                  <a:lnTo>
                    <a:pt x="2063" y="449"/>
                  </a:lnTo>
                  <a:lnTo>
                    <a:pt x="2063" y="449"/>
                  </a:lnTo>
                  <a:lnTo>
                    <a:pt x="2064" y="449"/>
                  </a:lnTo>
                  <a:lnTo>
                    <a:pt x="2064" y="449"/>
                  </a:lnTo>
                  <a:lnTo>
                    <a:pt x="2064" y="448"/>
                  </a:lnTo>
                  <a:lnTo>
                    <a:pt x="2065" y="448"/>
                  </a:lnTo>
                  <a:lnTo>
                    <a:pt x="2065" y="448"/>
                  </a:lnTo>
                  <a:lnTo>
                    <a:pt x="2065" y="448"/>
                  </a:lnTo>
                  <a:lnTo>
                    <a:pt x="2066" y="447"/>
                  </a:lnTo>
                  <a:lnTo>
                    <a:pt x="2066" y="447"/>
                  </a:lnTo>
                  <a:lnTo>
                    <a:pt x="2066" y="447"/>
                  </a:lnTo>
                  <a:lnTo>
                    <a:pt x="2066" y="447"/>
                  </a:lnTo>
                  <a:lnTo>
                    <a:pt x="2067" y="447"/>
                  </a:lnTo>
                  <a:lnTo>
                    <a:pt x="2067" y="447"/>
                  </a:lnTo>
                  <a:lnTo>
                    <a:pt x="2067" y="447"/>
                  </a:lnTo>
                  <a:lnTo>
                    <a:pt x="2068" y="446"/>
                  </a:lnTo>
                  <a:lnTo>
                    <a:pt x="2068" y="446"/>
                  </a:lnTo>
                  <a:lnTo>
                    <a:pt x="2068" y="446"/>
                  </a:lnTo>
                  <a:lnTo>
                    <a:pt x="2068" y="446"/>
                  </a:lnTo>
                  <a:lnTo>
                    <a:pt x="2069" y="446"/>
                  </a:lnTo>
                  <a:lnTo>
                    <a:pt x="2069" y="446"/>
                  </a:lnTo>
                  <a:lnTo>
                    <a:pt x="2069" y="445"/>
                  </a:lnTo>
                  <a:lnTo>
                    <a:pt x="2069" y="445"/>
                  </a:lnTo>
                  <a:lnTo>
                    <a:pt x="2070" y="445"/>
                  </a:lnTo>
                  <a:lnTo>
                    <a:pt x="2070" y="445"/>
                  </a:lnTo>
                  <a:lnTo>
                    <a:pt x="2071" y="445"/>
                  </a:lnTo>
                  <a:lnTo>
                    <a:pt x="2071" y="445"/>
                  </a:lnTo>
                  <a:lnTo>
                    <a:pt x="2071" y="445"/>
                  </a:lnTo>
                  <a:lnTo>
                    <a:pt x="2071" y="445"/>
                  </a:lnTo>
                  <a:lnTo>
                    <a:pt x="2072" y="444"/>
                  </a:lnTo>
                  <a:lnTo>
                    <a:pt x="2072" y="444"/>
                  </a:lnTo>
                  <a:lnTo>
                    <a:pt x="2072" y="444"/>
                  </a:lnTo>
                  <a:lnTo>
                    <a:pt x="2072" y="444"/>
                  </a:lnTo>
                  <a:lnTo>
                    <a:pt x="2073" y="444"/>
                  </a:lnTo>
                  <a:lnTo>
                    <a:pt x="2073" y="443"/>
                  </a:lnTo>
                  <a:lnTo>
                    <a:pt x="2073" y="443"/>
                  </a:lnTo>
                  <a:lnTo>
                    <a:pt x="2074" y="443"/>
                  </a:lnTo>
                  <a:lnTo>
                    <a:pt x="2074" y="443"/>
                  </a:lnTo>
                  <a:lnTo>
                    <a:pt x="2074" y="443"/>
                  </a:lnTo>
                  <a:lnTo>
                    <a:pt x="2074" y="443"/>
                  </a:lnTo>
                  <a:lnTo>
                    <a:pt x="2075" y="443"/>
                  </a:lnTo>
                  <a:lnTo>
                    <a:pt x="2075" y="442"/>
                  </a:lnTo>
                  <a:lnTo>
                    <a:pt x="2075" y="442"/>
                  </a:lnTo>
                  <a:lnTo>
                    <a:pt x="2076" y="442"/>
                  </a:lnTo>
                  <a:lnTo>
                    <a:pt x="2076" y="441"/>
                  </a:lnTo>
                  <a:lnTo>
                    <a:pt x="2076" y="441"/>
                  </a:lnTo>
                  <a:lnTo>
                    <a:pt x="2077" y="441"/>
                  </a:lnTo>
                  <a:lnTo>
                    <a:pt x="2077" y="441"/>
                  </a:lnTo>
                  <a:lnTo>
                    <a:pt x="2077" y="441"/>
                  </a:lnTo>
                  <a:lnTo>
                    <a:pt x="2077" y="441"/>
                  </a:lnTo>
                  <a:lnTo>
                    <a:pt x="2078" y="441"/>
                  </a:lnTo>
                  <a:lnTo>
                    <a:pt x="2078" y="441"/>
                  </a:lnTo>
                  <a:lnTo>
                    <a:pt x="2078" y="441"/>
                  </a:lnTo>
                  <a:lnTo>
                    <a:pt x="2078" y="441"/>
                  </a:lnTo>
                  <a:lnTo>
                    <a:pt x="2079" y="441"/>
                  </a:lnTo>
                  <a:lnTo>
                    <a:pt x="2079" y="441"/>
                  </a:lnTo>
                  <a:lnTo>
                    <a:pt x="2080" y="441"/>
                  </a:lnTo>
                  <a:lnTo>
                    <a:pt x="2080" y="441"/>
                  </a:lnTo>
                  <a:lnTo>
                    <a:pt x="2080" y="441"/>
                  </a:lnTo>
                  <a:lnTo>
                    <a:pt x="2080" y="441"/>
                  </a:lnTo>
                  <a:lnTo>
                    <a:pt x="2081" y="441"/>
                  </a:lnTo>
                  <a:lnTo>
                    <a:pt x="2081" y="441"/>
                  </a:lnTo>
                  <a:lnTo>
                    <a:pt x="2081" y="441"/>
                  </a:lnTo>
                  <a:lnTo>
                    <a:pt x="2081" y="442"/>
                  </a:lnTo>
                  <a:lnTo>
                    <a:pt x="2082" y="442"/>
                  </a:lnTo>
                  <a:lnTo>
                    <a:pt x="2082" y="442"/>
                  </a:lnTo>
                  <a:lnTo>
                    <a:pt x="2082" y="442"/>
                  </a:lnTo>
                  <a:lnTo>
                    <a:pt x="2083" y="443"/>
                  </a:lnTo>
                  <a:lnTo>
                    <a:pt x="2083" y="443"/>
                  </a:lnTo>
                  <a:lnTo>
                    <a:pt x="2083" y="443"/>
                  </a:lnTo>
                  <a:lnTo>
                    <a:pt x="2083" y="443"/>
                  </a:lnTo>
                  <a:lnTo>
                    <a:pt x="2084" y="443"/>
                  </a:lnTo>
                  <a:lnTo>
                    <a:pt x="2084" y="443"/>
                  </a:lnTo>
                  <a:lnTo>
                    <a:pt x="2084" y="443"/>
                  </a:lnTo>
                  <a:lnTo>
                    <a:pt x="2084" y="443"/>
                  </a:lnTo>
                  <a:lnTo>
                    <a:pt x="2085" y="443"/>
                  </a:lnTo>
                  <a:lnTo>
                    <a:pt x="2085" y="443"/>
                  </a:lnTo>
                  <a:lnTo>
                    <a:pt x="2086" y="443"/>
                  </a:lnTo>
                  <a:lnTo>
                    <a:pt x="2086" y="443"/>
                  </a:lnTo>
                  <a:lnTo>
                    <a:pt x="2086" y="443"/>
                  </a:lnTo>
                  <a:lnTo>
                    <a:pt x="2086" y="444"/>
                  </a:lnTo>
                  <a:lnTo>
                    <a:pt x="2087" y="444"/>
                  </a:lnTo>
                  <a:lnTo>
                    <a:pt x="2087" y="444"/>
                  </a:lnTo>
                  <a:lnTo>
                    <a:pt x="2087" y="444"/>
                  </a:lnTo>
                  <a:lnTo>
                    <a:pt x="2087" y="444"/>
                  </a:lnTo>
                  <a:lnTo>
                    <a:pt x="2088" y="445"/>
                  </a:lnTo>
                  <a:lnTo>
                    <a:pt x="2088" y="445"/>
                  </a:lnTo>
                  <a:lnTo>
                    <a:pt x="2089" y="445"/>
                  </a:lnTo>
                  <a:lnTo>
                    <a:pt x="2089" y="445"/>
                  </a:lnTo>
                  <a:lnTo>
                    <a:pt x="2089" y="445"/>
                  </a:lnTo>
                  <a:lnTo>
                    <a:pt x="2089" y="445"/>
                  </a:lnTo>
                  <a:lnTo>
                    <a:pt x="2090" y="445"/>
                  </a:lnTo>
                  <a:lnTo>
                    <a:pt x="2090" y="445"/>
                  </a:lnTo>
                  <a:lnTo>
                    <a:pt x="2090" y="446"/>
                  </a:lnTo>
                  <a:lnTo>
                    <a:pt x="2090" y="446"/>
                  </a:lnTo>
                  <a:lnTo>
                    <a:pt x="2091" y="446"/>
                  </a:lnTo>
                  <a:lnTo>
                    <a:pt x="2091" y="446"/>
                  </a:lnTo>
                  <a:lnTo>
                    <a:pt x="2091" y="446"/>
                  </a:lnTo>
                  <a:lnTo>
                    <a:pt x="2092" y="446"/>
                  </a:lnTo>
                  <a:lnTo>
                    <a:pt x="2092" y="446"/>
                  </a:lnTo>
                  <a:lnTo>
                    <a:pt x="2092" y="447"/>
                  </a:lnTo>
                  <a:lnTo>
                    <a:pt x="2092" y="447"/>
                  </a:lnTo>
                  <a:lnTo>
                    <a:pt x="2093" y="447"/>
                  </a:lnTo>
                  <a:lnTo>
                    <a:pt x="2093" y="447"/>
                  </a:lnTo>
                  <a:lnTo>
                    <a:pt x="2093" y="447"/>
                  </a:lnTo>
                  <a:lnTo>
                    <a:pt x="2093" y="447"/>
                  </a:lnTo>
                  <a:lnTo>
                    <a:pt x="2094" y="447"/>
                  </a:lnTo>
                  <a:lnTo>
                    <a:pt x="2094" y="447"/>
                  </a:lnTo>
                  <a:lnTo>
                    <a:pt x="2095" y="447"/>
                  </a:lnTo>
                  <a:lnTo>
                    <a:pt x="2095" y="447"/>
                  </a:lnTo>
                  <a:lnTo>
                    <a:pt x="2095" y="447"/>
                  </a:lnTo>
                  <a:lnTo>
                    <a:pt x="2095" y="448"/>
                  </a:lnTo>
                  <a:lnTo>
                    <a:pt x="2096" y="448"/>
                  </a:lnTo>
                  <a:lnTo>
                    <a:pt x="2096" y="448"/>
                  </a:lnTo>
                  <a:lnTo>
                    <a:pt x="2096" y="448"/>
                  </a:lnTo>
                  <a:lnTo>
                    <a:pt x="2096" y="448"/>
                  </a:lnTo>
                  <a:lnTo>
                    <a:pt x="2097" y="448"/>
                  </a:lnTo>
                  <a:lnTo>
                    <a:pt x="2097" y="448"/>
                  </a:lnTo>
                  <a:lnTo>
                    <a:pt x="2097" y="448"/>
                  </a:lnTo>
                  <a:lnTo>
                    <a:pt x="2098" y="448"/>
                  </a:lnTo>
                  <a:lnTo>
                    <a:pt x="2098" y="449"/>
                  </a:lnTo>
                  <a:lnTo>
                    <a:pt x="2098" y="449"/>
                  </a:lnTo>
                  <a:lnTo>
                    <a:pt x="2099" y="449"/>
                  </a:lnTo>
                  <a:lnTo>
                    <a:pt x="2099" y="449"/>
                  </a:lnTo>
                  <a:lnTo>
                    <a:pt x="2099" y="449"/>
                  </a:lnTo>
                  <a:lnTo>
                    <a:pt x="2099" y="449"/>
                  </a:lnTo>
                  <a:lnTo>
                    <a:pt x="2100" y="450"/>
                  </a:lnTo>
                  <a:lnTo>
                    <a:pt x="2100" y="450"/>
                  </a:lnTo>
                  <a:lnTo>
                    <a:pt x="2100" y="450"/>
                  </a:lnTo>
                  <a:lnTo>
                    <a:pt x="2101" y="450"/>
                  </a:lnTo>
                  <a:lnTo>
                    <a:pt x="2101" y="450"/>
                  </a:lnTo>
                  <a:lnTo>
                    <a:pt x="2101" y="450"/>
                  </a:lnTo>
                  <a:lnTo>
                    <a:pt x="2101" y="451"/>
                  </a:lnTo>
                  <a:lnTo>
                    <a:pt x="2102" y="451"/>
                  </a:lnTo>
                  <a:lnTo>
                    <a:pt x="2102" y="452"/>
                  </a:lnTo>
                  <a:lnTo>
                    <a:pt x="2102" y="452"/>
                  </a:lnTo>
                  <a:lnTo>
                    <a:pt x="2102" y="452"/>
                  </a:lnTo>
                  <a:lnTo>
                    <a:pt x="2103" y="452"/>
                  </a:lnTo>
                  <a:lnTo>
                    <a:pt x="2103" y="452"/>
                  </a:lnTo>
                  <a:lnTo>
                    <a:pt x="2104" y="452"/>
                  </a:lnTo>
                  <a:lnTo>
                    <a:pt x="2104" y="452"/>
                  </a:lnTo>
                  <a:lnTo>
                    <a:pt x="2104" y="453"/>
                  </a:lnTo>
                  <a:lnTo>
                    <a:pt x="2104" y="453"/>
                  </a:lnTo>
                  <a:lnTo>
                    <a:pt x="2105" y="453"/>
                  </a:lnTo>
                  <a:lnTo>
                    <a:pt x="2105" y="453"/>
                  </a:lnTo>
                  <a:lnTo>
                    <a:pt x="2105" y="453"/>
                  </a:lnTo>
                  <a:lnTo>
                    <a:pt x="2105" y="453"/>
                  </a:lnTo>
                  <a:lnTo>
                    <a:pt x="2106" y="454"/>
                  </a:lnTo>
                  <a:lnTo>
                    <a:pt x="2106" y="454"/>
                  </a:lnTo>
                  <a:lnTo>
                    <a:pt x="2106" y="454"/>
                  </a:lnTo>
                  <a:lnTo>
                    <a:pt x="2107" y="454"/>
                  </a:lnTo>
                  <a:lnTo>
                    <a:pt x="2107" y="454"/>
                  </a:lnTo>
                  <a:lnTo>
                    <a:pt x="2107" y="454"/>
                  </a:lnTo>
                  <a:lnTo>
                    <a:pt x="2107" y="454"/>
                  </a:lnTo>
                  <a:lnTo>
                    <a:pt x="2108" y="454"/>
                  </a:lnTo>
                  <a:lnTo>
                    <a:pt x="2108" y="454"/>
                  </a:lnTo>
                  <a:lnTo>
                    <a:pt x="2108" y="454"/>
                  </a:lnTo>
                  <a:lnTo>
                    <a:pt x="2109" y="454"/>
                  </a:lnTo>
                  <a:lnTo>
                    <a:pt x="2109" y="454"/>
                  </a:lnTo>
                  <a:lnTo>
                    <a:pt x="2109" y="453"/>
                  </a:lnTo>
                  <a:lnTo>
                    <a:pt x="2110" y="453"/>
                  </a:lnTo>
                  <a:lnTo>
                    <a:pt x="2110" y="453"/>
                  </a:lnTo>
                  <a:lnTo>
                    <a:pt x="2110" y="453"/>
                  </a:lnTo>
                  <a:lnTo>
                    <a:pt x="2110" y="453"/>
                  </a:lnTo>
                  <a:lnTo>
                    <a:pt x="2111" y="453"/>
                  </a:lnTo>
                  <a:lnTo>
                    <a:pt x="2111" y="453"/>
                  </a:lnTo>
                  <a:lnTo>
                    <a:pt x="2111" y="453"/>
                  </a:lnTo>
                  <a:lnTo>
                    <a:pt x="2112" y="453"/>
                  </a:lnTo>
                  <a:lnTo>
                    <a:pt x="2112" y="452"/>
                  </a:lnTo>
                  <a:lnTo>
                    <a:pt x="2112" y="452"/>
                  </a:lnTo>
                  <a:lnTo>
                    <a:pt x="2113" y="452"/>
                  </a:lnTo>
                  <a:lnTo>
                    <a:pt x="2113" y="452"/>
                  </a:lnTo>
                  <a:lnTo>
                    <a:pt x="2113" y="452"/>
                  </a:lnTo>
                  <a:lnTo>
                    <a:pt x="2113" y="452"/>
                  </a:lnTo>
                  <a:lnTo>
                    <a:pt x="2114" y="452"/>
                  </a:lnTo>
                  <a:lnTo>
                    <a:pt x="2114" y="452"/>
                  </a:lnTo>
                  <a:lnTo>
                    <a:pt x="2114" y="452"/>
                  </a:lnTo>
                  <a:lnTo>
                    <a:pt x="2115" y="452"/>
                  </a:lnTo>
                  <a:lnTo>
                    <a:pt x="2115" y="452"/>
                  </a:lnTo>
                  <a:lnTo>
                    <a:pt x="2115" y="452"/>
                  </a:lnTo>
                  <a:lnTo>
                    <a:pt x="2115" y="452"/>
                  </a:lnTo>
                  <a:lnTo>
                    <a:pt x="2116" y="452"/>
                  </a:lnTo>
                  <a:lnTo>
                    <a:pt x="2116" y="452"/>
                  </a:lnTo>
                  <a:lnTo>
                    <a:pt x="2116" y="452"/>
                  </a:lnTo>
                  <a:lnTo>
                    <a:pt x="2116" y="452"/>
                  </a:lnTo>
                  <a:lnTo>
                    <a:pt x="2117" y="452"/>
                  </a:lnTo>
                  <a:lnTo>
                    <a:pt x="2117" y="452"/>
                  </a:lnTo>
                  <a:lnTo>
                    <a:pt x="2118" y="452"/>
                  </a:lnTo>
                  <a:lnTo>
                    <a:pt x="2118" y="452"/>
                  </a:lnTo>
                  <a:lnTo>
                    <a:pt x="2118" y="452"/>
                  </a:lnTo>
                  <a:lnTo>
                    <a:pt x="2118" y="453"/>
                  </a:lnTo>
                  <a:lnTo>
                    <a:pt x="2119" y="453"/>
                  </a:lnTo>
                  <a:lnTo>
                    <a:pt x="2119" y="453"/>
                  </a:lnTo>
                  <a:lnTo>
                    <a:pt x="2119" y="453"/>
                  </a:lnTo>
                  <a:lnTo>
                    <a:pt x="2119" y="453"/>
                  </a:lnTo>
                  <a:lnTo>
                    <a:pt x="2120" y="453"/>
                  </a:lnTo>
                  <a:lnTo>
                    <a:pt x="2120" y="453"/>
                  </a:lnTo>
                  <a:lnTo>
                    <a:pt x="2120" y="453"/>
                  </a:lnTo>
                  <a:lnTo>
                    <a:pt x="2121" y="453"/>
                  </a:lnTo>
                  <a:lnTo>
                    <a:pt x="2121" y="453"/>
                  </a:lnTo>
                  <a:lnTo>
                    <a:pt x="2121" y="453"/>
                  </a:lnTo>
                  <a:lnTo>
                    <a:pt x="2121" y="453"/>
                  </a:lnTo>
                  <a:lnTo>
                    <a:pt x="2122" y="453"/>
                  </a:lnTo>
                  <a:lnTo>
                    <a:pt x="2122" y="453"/>
                  </a:lnTo>
                  <a:lnTo>
                    <a:pt x="2122" y="454"/>
                  </a:lnTo>
                  <a:lnTo>
                    <a:pt x="2123" y="454"/>
                  </a:lnTo>
                  <a:lnTo>
                    <a:pt x="2123" y="454"/>
                  </a:lnTo>
                  <a:lnTo>
                    <a:pt x="2123" y="454"/>
                  </a:lnTo>
                  <a:lnTo>
                    <a:pt x="2124" y="454"/>
                  </a:lnTo>
                  <a:lnTo>
                    <a:pt x="2124" y="454"/>
                  </a:lnTo>
                  <a:lnTo>
                    <a:pt x="2124" y="454"/>
                  </a:lnTo>
                  <a:lnTo>
                    <a:pt x="2124" y="454"/>
                  </a:lnTo>
                  <a:lnTo>
                    <a:pt x="2125" y="454"/>
                  </a:lnTo>
                  <a:lnTo>
                    <a:pt x="2125" y="454"/>
                  </a:lnTo>
                  <a:lnTo>
                    <a:pt x="2125" y="454"/>
                  </a:lnTo>
                  <a:lnTo>
                    <a:pt x="2125" y="454"/>
                  </a:lnTo>
                  <a:lnTo>
                    <a:pt x="2126" y="454"/>
                  </a:lnTo>
                  <a:lnTo>
                    <a:pt x="2126" y="455"/>
                  </a:lnTo>
                  <a:lnTo>
                    <a:pt x="2127" y="455"/>
                  </a:lnTo>
                  <a:lnTo>
                    <a:pt x="2127" y="455"/>
                  </a:lnTo>
                  <a:lnTo>
                    <a:pt x="2127" y="455"/>
                  </a:lnTo>
                  <a:lnTo>
                    <a:pt x="2127" y="455"/>
                  </a:lnTo>
                  <a:lnTo>
                    <a:pt x="2128" y="455"/>
                  </a:lnTo>
                  <a:lnTo>
                    <a:pt x="2128" y="455"/>
                  </a:lnTo>
                  <a:lnTo>
                    <a:pt x="2128" y="456"/>
                  </a:lnTo>
                  <a:lnTo>
                    <a:pt x="2128" y="456"/>
                  </a:lnTo>
                  <a:lnTo>
                    <a:pt x="2129" y="456"/>
                  </a:lnTo>
                  <a:lnTo>
                    <a:pt x="2129" y="456"/>
                  </a:lnTo>
                  <a:lnTo>
                    <a:pt x="2129" y="456"/>
                  </a:lnTo>
                  <a:lnTo>
                    <a:pt x="2130" y="456"/>
                  </a:lnTo>
                  <a:lnTo>
                    <a:pt x="2130" y="456"/>
                  </a:lnTo>
                  <a:lnTo>
                    <a:pt x="2130" y="456"/>
                  </a:lnTo>
                  <a:lnTo>
                    <a:pt x="2130" y="456"/>
                  </a:lnTo>
                  <a:lnTo>
                    <a:pt x="2131" y="456"/>
                  </a:lnTo>
                  <a:lnTo>
                    <a:pt x="2131" y="456"/>
                  </a:lnTo>
                  <a:lnTo>
                    <a:pt x="2131" y="456"/>
                  </a:lnTo>
                  <a:lnTo>
                    <a:pt x="2131" y="456"/>
                  </a:lnTo>
                  <a:lnTo>
                    <a:pt x="2132" y="456"/>
                  </a:lnTo>
                  <a:lnTo>
                    <a:pt x="2132" y="456"/>
                  </a:lnTo>
                  <a:lnTo>
                    <a:pt x="2133" y="456"/>
                  </a:lnTo>
                  <a:lnTo>
                    <a:pt x="2133" y="456"/>
                  </a:lnTo>
                  <a:lnTo>
                    <a:pt x="2133" y="456"/>
                  </a:lnTo>
                  <a:lnTo>
                    <a:pt x="2133" y="456"/>
                  </a:lnTo>
                  <a:lnTo>
                    <a:pt x="2134" y="456"/>
                  </a:lnTo>
                  <a:lnTo>
                    <a:pt x="2134" y="456"/>
                  </a:lnTo>
                  <a:lnTo>
                    <a:pt x="2134" y="456"/>
                  </a:lnTo>
                  <a:lnTo>
                    <a:pt x="2134" y="456"/>
                  </a:lnTo>
                  <a:lnTo>
                    <a:pt x="2135" y="456"/>
                  </a:lnTo>
                  <a:lnTo>
                    <a:pt x="2135" y="456"/>
                  </a:lnTo>
                  <a:lnTo>
                    <a:pt x="2136" y="456"/>
                  </a:lnTo>
                  <a:lnTo>
                    <a:pt x="2136" y="456"/>
                  </a:lnTo>
                  <a:lnTo>
                    <a:pt x="2136" y="456"/>
                  </a:lnTo>
                  <a:lnTo>
                    <a:pt x="2136" y="456"/>
                  </a:lnTo>
                  <a:lnTo>
                    <a:pt x="2137" y="456"/>
                  </a:lnTo>
                  <a:lnTo>
                    <a:pt x="2137" y="456"/>
                  </a:lnTo>
                  <a:lnTo>
                    <a:pt x="2137" y="456"/>
                  </a:lnTo>
                  <a:lnTo>
                    <a:pt x="2137" y="456"/>
                  </a:lnTo>
                  <a:lnTo>
                    <a:pt x="2138" y="456"/>
                  </a:lnTo>
                  <a:lnTo>
                    <a:pt x="2138" y="455"/>
                  </a:lnTo>
                  <a:lnTo>
                    <a:pt x="2138" y="455"/>
                  </a:lnTo>
                  <a:lnTo>
                    <a:pt x="2139" y="455"/>
                  </a:lnTo>
                  <a:lnTo>
                    <a:pt x="2139" y="455"/>
                  </a:lnTo>
                  <a:lnTo>
                    <a:pt x="2139" y="455"/>
                  </a:lnTo>
                  <a:lnTo>
                    <a:pt x="2139" y="455"/>
                  </a:lnTo>
                  <a:lnTo>
                    <a:pt x="2140" y="455"/>
                  </a:lnTo>
                  <a:lnTo>
                    <a:pt x="2140" y="455"/>
                  </a:lnTo>
                  <a:lnTo>
                    <a:pt x="2140" y="455"/>
                  </a:lnTo>
                  <a:lnTo>
                    <a:pt x="2140" y="454"/>
                  </a:lnTo>
                  <a:lnTo>
                    <a:pt x="2141" y="454"/>
                  </a:lnTo>
                  <a:lnTo>
                    <a:pt x="2141" y="454"/>
                  </a:lnTo>
                  <a:lnTo>
                    <a:pt x="2142" y="454"/>
                  </a:lnTo>
                  <a:lnTo>
                    <a:pt x="2142" y="454"/>
                  </a:lnTo>
                  <a:lnTo>
                    <a:pt x="2142" y="454"/>
                  </a:lnTo>
                  <a:lnTo>
                    <a:pt x="2142" y="454"/>
                  </a:lnTo>
                  <a:lnTo>
                    <a:pt x="2143" y="454"/>
                  </a:lnTo>
                  <a:lnTo>
                    <a:pt x="2143" y="454"/>
                  </a:lnTo>
                  <a:lnTo>
                    <a:pt x="2143" y="454"/>
                  </a:lnTo>
                  <a:lnTo>
                    <a:pt x="2143" y="454"/>
                  </a:lnTo>
                  <a:lnTo>
                    <a:pt x="2144" y="454"/>
                  </a:lnTo>
                  <a:lnTo>
                    <a:pt x="2144" y="454"/>
                  </a:lnTo>
                  <a:lnTo>
                    <a:pt x="2144" y="454"/>
                  </a:lnTo>
                  <a:lnTo>
                    <a:pt x="2145" y="454"/>
                  </a:lnTo>
                  <a:lnTo>
                    <a:pt x="2145" y="454"/>
                  </a:lnTo>
                  <a:lnTo>
                    <a:pt x="2145" y="454"/>
                  </a:lnTo>
                  <a:lnTo>
                    <a:pt x="2146" y="454"/>
                  </a:lnTo>
                  <a:lnTo>
                    <a:pt x="2146" y="454"/>
                  </a:lnTo>
                  <a:lnTo>
                    <a:pt x="2146" y="454"/>
                  </a:lnTo>
                  <a:lnTo>
                    <a:pt x="2146" y="454"/>
                  </a:lnTo>
                  <a:lnTo>
                    <a:pt x="2147" y="454"/>
                  </a:lnTo>
                  <a:lnTo>
                    <a:pt x="2147" y="454"/>
                  </a:lnTo>
                  <a:lnTo>
                    <a:pt x="2147" y="454"/>
                  </a:lnTo>
                  <a:lnTo>
                    <a:pt x="2148" y="454"/>
                  </a:lnTo>
                  <a:lnTo>
                    <a:pt x="2148" y="454"/>
                  </a:lnTo>
                  <a:lnTo>
                    <a:pt x="2148" y="454"/>
                  </a:lnTo>
                  <a:lnTo>
                    <a:pt x="2148" y="454"/>
                  </a:lnTo>
                  <a:lnTo>
                    <a:pt x="2149" y="454"/>
                  </a:lnTo>
                  <a:lnTo>
                    <a:pt x="2149" y="454"/>
                  </a:lnTo>
                  <a:lnTo>
                    <a:pt x="2149" y="454"/>
                  </a:lnTo>
                  <a:lnTo>
                    <a:pt x="2149" y="454"/>
                  </a:lnTo>
                  <a:lnTo>
                    <a:pt x="2150" y="454"/>
                  </a:lnTo>
                  <a:lnTo>
                    <a:pt x="2150" y="454"/>
                  </a:lnTo>
                  <a:lnTo>
                    <a:pt x="2151" y="455"/>
                  </a:lnTo>
                  <a:lnTo>
                    <a:pt x="2151" y="455"/>
                  </a:lnTo>
                  <a:lnTo>
                    <a:pt x="2151" y="455"/>
                  </a:lnTo>
                  <a:lnTo>
                    <a:pt x="2151" y="455"/>
                  </a:lnTo>
                  <a:lnTo>
                    <a:pt x="2152" y="455"/>
                  </a:lnTo>
                  <a:lnTo>
                    <a:pt x="2152" y="455"/>
                  </a:lnTo>
                  <a:lnTo>
                    <a:pt x="2152" y="455"/>
                  </a:lnTo>
                  <a:lnTo>
                    <a:pt x="2152" y="455"/>
                  </a:lnTo>
                  <a:lnTo>
                    <a:pt x="2153" y="455"/>
                  </a:lnTo>
                  <a:lnTo>
                    <a:pt x="2153" y="455"/>
                  </a:lnTo>
                  <a:lnTo>
                    <a:pt x="2153" y="455"/>
                  </a:lnTo>
                  <a:lnTo>
                    <a:pt x="2154" y="455"/>
                  </a:lnTo>
                  <a:lnTo>
                    <a:pt x="2154" y="455"/>
                  </a:lnTo>
                  <a:lnTo>
                    <a:pt x="2154" y="456"/>
                  </a:lnTo>
                  <a:lnTo>
                    <a:pt x="2154" y="456"/>
                  </a:lnTo>
                  <a:lnTo>
                    <a:pt x="2155" y="456"/>
                  </a:lnTo>
                  <a:lnTo>
                    <a:pt x="2155" y="456"/>
                  </a:lnTo>
                  <a:lnTo>
                    <a:pt x="2155" y="456"/>
                  </a:lnTo>
                  <a:lnTo>
                    <a:pt x="2156" y="456"/>
                  </a:lnTo>
                  <a:lnTo>
                    <a:pt x="2156" y="456"/>
                  </a:lnTo>
                  <a:lnTo>
                    <a:pt x="2156" y="456"/>
                  </a:lnTo>
                  <a:lnTo>
                    <a:pt x="2157" y="456"/>
                  </a:lnTo>
                  <a:lnTo>
                    <a:pt x="2157" y="457"/>
                  </a:lnTo>
                  <a:lnTo>
                    <a:pt x="2157" y="457"/>
                  </a:lnTo>
                  <a:lnTo>
                    <a:pt x="2157" y="457"/>
                  </a:lnTo>
                  <a:lnTo>
                    <a:pt x="2158" y="458"/>
                  </a:lnTo>
                  <a:lnTo>
                    <a:pt x="2158" y="458"/>
                  </a:lnTo>
                  <a:lnTo>
                    <a:pt x="2158" y="458"/>
                  </a:lnTo>
                  <a:lnTo>
                    <a:pt x="2158" y="458"/>
                  </a:lnTo>
                  <a:lnTo>
                    <a:pt x="2159" y="458"/>
                  </a:lnTo>
                  <a:lnTo>
                    <a:pt x="2159" y="458"/>
                  </a:lnTo>
                  <a:lnTo>
                    <a:pt x="2160" y="458"/>
                  </a:lnTo>
                  <a:lnTo>
                    <a:pt x="2160" y="458"/>
                  </a:lnTo>
                  <a:lnTo>
                    <a:pt x="2160" y="458"/>
                  </a:lnTo>
                  <a:lnTo>
                    <a:pt x="2160" y="458"/>
                  </a:lnTo>
                  <a:lnTo>
                    <a:pt x="2161" y="458"/>
                  </a:lnTo>
                  <a:lnTo>
                    <a:pt x="2161" y="458"/>
                  </a:lnTo>
                  <a:lnTo>
                    <a:pt x="2161" y="458"/>
                  </a:lnTo>
                  <a:lnTo>
                    <a:pt x="2161" y="458"/>
                  </a:lnTo>
                  <a:lnTo>
                    <a:pt x="2162" y="458"/>
                  </a:lnTo>
                  <a:lnTo>
                    <a:pt x="2162" y="458"/>
                  </a:lnTo>
                  <a:lnTo>
                    <a:pt x="2162" y="458"/>
                  </a:lnTo>
                  <a:lnTo>
                    <a:pt x="2163" y="458"/>
                  </a:lnTo>
                  <a:lnTo>
                    <a:pt x="2163" y="458"/>
                  </a:lnTo>
                  <a:lnTo>
                    <a:pt x="2163" y="457"/>
                  </a:lnTo>
                  <a:lnTo>
                    <a:pt x="2163" y="457"/>
                  </a:lnTo>
                  <a:lnTo>
                    <a:pt x="2164" y="457"/>
                  </a:lnTo>
                  <a:lnTo>
                    <a:pt x="2164" y="457"/>
                  </a:lnTo>
                  <a:lnTo>
                    <a:pt x="2164" y="456"/>
                  </a:lnTo>
                  <a:lnTo>
                    <a:pt x="2164" y="456"/>
                  </a:lnTo>
                  <a:lnTo>
                    <a:pt x="2165" y="456"/>
                  </a:lnTo>
                  <a:lnTo>
                    <a:pt x="2165" y="456"/>
                  </a:lnTo>
                  <a:lnTo>
                    <a:pt x="2166" y="456"/>
                  </a:lnTo>
                  <a:lnTo>
                    <a:pt x="2166" y="456"/>
                  </a:lnTo>
                  <a:lnTo>
                    <a:pt x="2166" y="456"/>
                  </a:lnTo>
                  <a:lnTo>
                    <a:pt x="2166" y="456"/>
                  </a:lnTo>
                  <a:lnTo>
                    <a:pt x="2167" y="456"/>
                  </a:lnTo>
                  <a:lnTo>
                    <a:pt x="2167" y="456"/>
                  </a:lnTo>
                  <a:lnTo>
                    <a:pt x="2167" y="456"/>
                  </a:lnTo>
                  <a:lnTo>
                    <a:pt x="2167" y="456"/>
                  </a:lnTo>
                  <a:lnTo>
                    <a:pt x="2168" y="456"/>
                  </a:lnTo>
                  <a:lnTo>
                    <a:pt x="2168" y="456"/>
                  </a:lnTo>
                  <a:lnTo>
                    <a:pt x="2168" y="456"/>
                  </a:lnTo>
                  <a:lnTo>
                    <a:pt x="2169" y="456"/>
                  </a:lnTo>
                  <a:lnTo>
                    <a:pt x="2169" y="456"/>
                  </a:lnTo>
                  <a:lnTo>
                    <a:pt x="2169" y="456"/>
                  </a:lnTo>
                  <a:lnTo>
                    <a:pt x="2170" y="456"/>
                  </a:lnTo>
                  <a:lnTo>
                    <a:pt x="2170" y="456"/>
                  </a:lnTo>
                  <a:lnTo>
                    <a:pt x="2170" y="456"/>
                  </a:lnTo>
                  <a:lnTo>
                    <a:pt x="2170" y="456"/>
                  </a:lnTo>
                  <a:lnTo>
                    <a:pt x="2171" y="456"/>
                  </a:lnTo>
                  <a:lnTo>
                    <a:pt x="2171" y="456"/>
                  </a:lnTo>
                  <a:lnTo>
                    <a:pt x="2171" y="456"/>
                  </a:lnTo>
                  <a:lnTo>
                    <a:pt x="2172" y="456"/>
                  </a:lnTo>
                  <a:lnTo>
                    <a:pt x="2172" y="456"/>
                  </a:lnTo>
                  <a:lnTo>
                    <a:pt x="2172" y="456"/>
                  </a:lnTo>
                  <a:lnTo>
                    <a:pt x="2172" y="456"/>
                  </a:lnTo>
                  <a:lnTo>
                    <a:pt x="2173" y="456"/>
                  </a:lnTo>
                  <a:lnTo>
                    <a:pt x="2173" y="457"/>
                  </a:lnTo>
                  <a:lnTo>
                    <a:pt x="2173" y="457"/>
                  </a:lnTo>
                  <a:lnTo>
                    <a:pt x="2173" y="457"/>
                  </a:lnTo>
                  <a:lnTo>
                    <a:pt x="2174" y="457"/>
                  </a:lnTo>
                  <a:lnTo>
                    <a:pt x="2174" y="457"/>
                  </a:lnTo>
                  <a:lnTo>
                    <a:pt x="2175" y="457"/>
                  </a:lnTo>
                  <a:lnTo>
                    <a:pt x="2175" y="457"/>
                  </a:lnTo>
                  <a:lnTo>
                    <a:pt x="2175" y="457"/>
                  </a:lnTo>
                  <a:lnTo>
                    <a:pt x="2175" y="457"/>
                  </a:lnTo>
                  <a:lnTo>
                    <a:pt x="2176" y="457"/>
                  </a:lnTo>
                  <a:lnTo>
                    <a:pt x="2176" y="457"/>
                  </a:lnTo>
                  <a:lnTo>
                    <a:pt x="2176" y="457"/>
                  </a:lnTo>
                  <a:lnTo>
                    <a:pt x="2176" y="457"/>
                  </a:lnTo>
                  <a:lnTo>
                    <a:pt x="2177" y="457"/>
                  </a:lnTo>
                  <a:lnTo>
                    <a:pt x="2177" y="457"/>
                  </a:lnTo>
                  <a:lnTo>
                    <a:pt x="2177" y="457"/>
                  </a:lnTo>
                  <a:lnTo>
                    <a:pt x="2178" y="457"/>
                  </a:lnTo>
                  <a:lnTo>
                    <a:pt x="2178" y="457"/>
                  </a:lnTo>
                  <a:lnTo>
                    <a:pt x="2178" y="457"/>
                  </a:lnTo>
                  <a:lnTo>
                    <a:pt x="2178" y="457"/>
                  </a:lnTo>
                  <a:lnTo>
                    <a:pt x="2179" y="456"/>
                  </a:lnTo>
                  <a:lnTo>
                    <a:pt x="2179" y="457"/>
                  </a:lnTo>
                  <a:lnTo>
                    <a:pt x="2180" y="457"/>
                  </a:lnTo>
                  <a:lnTo>
                    <a:pt x="2180" y="457"/>
                  </a:lnTo>
                  <a:lnTo>
                    <a:pt x="2180" y="457"/>
                  </a:lnTo>
                  <a:lnTo>
                    <a:pt x="2180" y="457"/>
                  </a:lnTo>
                  <a:lnTo>
                    <a:pt x="2181" y="457"/>
                  </a:lnTo>
                  <a:lnTo>
                    <a:pt x="2181" y="457"/>
                  </a:lnTo>
                  <a:lnTo>
                    <a:pt x="2181" y="457"/>
                  </a:lnTo>
                  <a:lnTo>
                    <a:pt x="2181" y="457"/>
                  </a:lnTo>
                  <a:lnTo>
                    <a:pt x="2182" y="457"/>
                  </a:lnTo>
                  <a:lnTo>
                    <a:pt x="2182" y="458"/>
                  </a:lnTo>
                  <a:lnTo>
                    <a:pt x="2183" y="458"/>
                  </a:lnTo>
                  <a:lnTo>
                    <a:pt x="2183" y="458"/>
                  </a:lnTo>
                  <a:lnTo>
                    <a:pt x="2183" y="458"/>
                  </a:lnTo>
                  <a:lnTo>
                    <a:pt x="2183" y="458"/>
                  </a:lnTo>
                  <a:lnTo>
                    <a:pt x="2184" y="458"/>
                  </a:lnTo>
                  <a:lnTo>
                    <a:pt x="2184" y="458"/>
                  </a:lnTo>
                  <a:lnTo>
                    <a:pt x="2184" y="458"/>
                  </a:lnTo>
                  <a:lnTo>
                    <a:pt x="2184" y="458"/>
                  </a:lnTo>
                  <a:lnTo>
                    <a:pt x="2185" y="458"/>
                  </a:lnTo>
                  <a:lnTo>
                    <a:pt x="2185" y="458"/>
                  </a:lnTo>
                  <a:lnTo>
                    <a:pt x="2185" y="458"/>
                  </a:lnTo>
                  <a:lnTo>
                    <a:pt x="2186" y="459"/>
                  </a:lnTo>
                  <a:lnTo>
                    <a:pt x="2186" y="459"/>
                  </a:lnTo>
                  <a:lnTo>
                    <a:pt x="2186" y="459"/>
                  </a:lnTo>
                  <a:lnTo>
                    <a:pt x="2186" y="459"/>
                  </a:lnTo>
                  <a:lnTo>
                    <a:pt x="2187" y="460"/>
                  </a:lnTo>
                  <a:lnTo>
                    <a:pt x="2187" y="460"/>
                  </a:lnTo>
                  <a:lnTo>
                    <a:pt x="2187" y="460"/>
                  </a:lnTo>
                  <a:lnTo>
                    <a:pt x="2187" y="460"/>
                  </a:lnTo>
                  <a:lnTo>
                    <a:pt x="2188" y="461"/>
                  </a:lnTo>
                  <a:lnTo>
                    <a:pt x="2188" y="461"/>
                  </a:lnTo>
                  <a:lnTo>
                    <a:pt x="2189" y="461"/>
                  </a:lnTo>
                  <a:lnTo>
                    <a:pt x="2189" y="461"/>
                  </a:lnTo>
                  <a:lnTo>
                    <a:pt x="2189" y="462"/>
                  </a:lnTo>
                  <a:lnTo>
                    <a:pt x="2189" y="462"/>
                  </a:lnTo>
                  <a:lnTo>
                    <a:pt x="2190" y="462"/>
                  </a:lnTo>
                  <a:lnTo>
                    <a:pt x="2190" y="462"/>
                  </a:lnTo>
                  <a:lnTo>
                    <a:pt x="2190" y="462"/>
                  </a:lnTo>
                  <a:lnTo>
                    <a:pt x="2190" y="462"/>
                  </a:lnTo>
                  <a:lnTo>
                    <a:pt x="2191" y="462"/>
                  </a:lnTo>
                  <a:lnTo>
                    <a:pt x="2191" y="462"/>
                  </a:lnTo>
                  <a:lnTo>
                    <a:pt x="2191" y="462"/>
                  </a:lnTo>
                  <a:lnTo>
                    <a:pt x="2192" y="462"/>
                  </a:lnTo>
                  <a:lnTo>
                    <a:pt x="2192" y="462"/>
                  </a:lnTo>
                  <a:lnTo>
                    <a:pt x="2192" y="462"/>
                  </a:lnTo>
                  <a:lnTo>
                    <a:pt x="2193" y="462"/>
                  </a:lnTo>
                  <a:lnTo>
                    <a:pt x="2193" y="463"/>
                  </a:lnTo>
                  <a:lnTo>
                    <a:pt x="2193" y="463"/>
                  </a:lnTo>
                  <a:lnTo>
                    <a:pt x="2193" y="463"/>
                  </a:lnTo>
                  <a:lnTo>
                    <a:pt x="2194" y="463"/>
                  </a:lnTo>
                  <a:lnTo>
                    <a:pt x="2194" y="463"/>
                  </a:lnTo>
                  <a:lnTo>
                    <a:pt x="2194" y="463"/>
                  </a:lnTo>
                  <a:lnTo>
                    <a:pt x="2195" y="463"/>
                  </a:lnTo>
                  <a:lnTo>
                    <a:pt x="2195" y="463"/>
                  </a:lnTo>
                  <a:lnTo>
                    <a:pt x="2195" y="463"/>
                  </a:lnTo>
                  <a:lnTo>
                    <a:pt x="2195" y="463"/>
                  </a:lnTo>
                  <a:lnTo>
                    <a:pt x="2196" y="463"/>
                  </a:lnTo>
                  <a:lnTo>
                    <a:pt x="2196" y="463"/>
                  </a:lnTo>
                  <a:lnTo>
                    <a:pt x="2196" y="463"/>
                  </a:lnTo>
                  <a:lnTo>
                    <a:pt x="2196" y="463"/>
                  </a:lnTo>
                  <a:lnTo>
                    <a:pt x="2197" y="464"/>
                  </a:lnTo>
                  <a:lnTo>
                    <a:pt x="2197" y="464"/>
                  </a:lnTo>
                  <a:lnTo>
                    <a:pt x="2198" y="464"/>
                  </a:lnTo>
                  <a:lnTo>
                    <a:pt x="2198" y="464"/>
                  </a:lnTo>
                  <a:lnTo>
                    <a:pt x="2198" y="464"/>
                  </a:lnTo>
                  <a:lnTo>
                    <a:pt x="2198" y="464"/>
                  </a:lnTo>
                  <a:lnTo>
                    <a:pt x="2199" y="464"/>
                  </a:lnTo>
                  <a:lnTo>
                    <a:pt x="2199" y="464"/>
                  </a:lnTo>
                  <a:lnTo>
                    <a:pt x="2199" y="464"/>
                  </a:lnTo>
                  <a:lnTo>
                    <a:pt x="2199" y="464"/>
                  </a:lnTo>
                  <a:lnTo>
                    <a:pt x="2200" y="464"/>
                  </a:lnTo>
                  <a:lnTo>
                    <a:pt x="2200" y="464"/>
                  </a:lnTo>
                  <a:lnTo>
                    <a:pt x="2200" y="464"/>
                  </a:lnTo>
                  <a:lnTo>
                    <a:pt x="2201" y="464"/>
                  </a:lnTo>
                  <a:lnTo>
                    <a:pt x="2201" y="464"/>
                  </a:lnTo>
                  <a:lnTo>
                    <a:pt x="2201" y="464"/>
                  </a:lnTo>
                  <a:lnTo>
                    <a:pt x="2201" y="465"/>
                  </a:lnTo>
                  <a:lnTo>
                    <a:pt x="2202" y="465"/>
                  </a:lnTo>
                  <a:lnTo>
                    <a:pt x="2202" y="465"/>
                  </a:lnTo>
                  <a:lnTo>
                    <a:pt x="2202" y="465"/>
                  </a:lnTo>
                  <a:lnTo>
                    <a:pt x="2203" y="465"/>
                  </a:lnTo>
                  <a:lnTo>
                    <a:pt x="2203" y="465"/>
                  </a:lnTo>
                  <a:lnTo>
                    <a:pt x="2203" y="465"/>
                  </a:lnTo>
                  <a:lnTo>
                    <a:pt x="2204" y="465"/>
                  </a:lnTo>
                  <a:lnTo>
                    <a:pt x="2204" y="465"/>
                  </a:lnTo>
                  <a:lnTo>
                    <a:pt x="2204" y="465"/>
                  </a:lnTo>
                  <a:lnTo>
                    <a:pt x="2204" y="465"/>
                  </a:lnTo>
                  <a:lnTo>
                    <a:pt x="2205" y="465"/>
                  </a:lnTo>
                  <a:lnTo>
                    <a:pt x="2205" y="465"/>
                  </a:lnTo>
                  <a:lnTo>
                    <a:pt x="2205" y="465"/>
                  </a:lnTo>
                  <a:lnTo>
                    <a:pt x="2205" y="465"/>
                  </a:lnTo>
                  <a:lnTo>
                    <a:pt x="2206" y="465"/>
                  </a:lnTo>
                  <a:lnTo>
                    <a:pt x="2206" y="465"/>
                  </a:lnTo>
                  <a:lnTo>
                    <a:pt x="2207" y="465"/>
                  </a:lnTo>
                  <a:lnTo>
                    <a:pt x="2207" y="464"/>
                  </a:lnTo>
                  <a:lnTo>
                    <a:pt x="2207" y="464"/>
                  </a:lnTo>
                  <a:lnTo>
                    <a:pt x="2207" y="464"/>
                  </a:lnTo>
                  <a:lnTo>
                    <a:pt x="2208" y="464"/>
                  </a:lnTo>
                  <a:lnTo>
                    <a:pt x="2208" y="464"/>
                  </a:lnTo>
                  <a:lnTo>
                    <a:pt x="2208" y="464"/>
                  </a:lnTo>
                  <a:lnTo>
                    <a:pt x="2208" y="464"/>
                  </a:lnTo>
                  <a:lnTo>
                    <a:pt x="2209" y="464"/>
                  </a:lnTo>
                  <a:lnTo>
                    <a:pt x="2209" y="464"/>
                  </a:lnTo>
                  <a:lnTo>
                    <a:pt x="2209" y="464"/>
                  </a:lnTo>
                  <a:lnTo>
                    <a:pt x="2210" y="464"/>
                  </a:lnTo>
                  <a:lnTo>
                    <a:pt x="2210" y="464"/>
                  </a:lnTo>
                  <a:lnTo>
                    <a:pt x="2210" y="463"/>
                  </a:lnTo>
                  <a:lnTo>
                    <a:pt x="2210" y="463"/>
                  </a:lnTo>
                  <a:lnTo>
                    <a:pt x="2211" y="463"/>
                  </a:lnTo>
                  <a:lnTo>
                    <a:pt x="2211" y="463"/>
                  </a:lnTo>
                  <a:lnTo>
                    <a:pt x="2211" y="463"/>
                  </a:lnTo>
                  <a:lnTo>
                    <a:pt x="2211" y="463"/>
                  </a:lnTo>
                  <a:lnTo>
                    <a:pt x="2212" y="462"/>
                  </a:lnTo>
                  <a:lnTo>
                    <a:pt x="2212" y="462"/>
                  </a:lnTo>
                  <a:lnTo>
                    <a:pt x="2213" y="462"/>
                  </a:lnTo>
                  <a:lnTo>
                    <a:pt x="2213" y="462"/>
                  </a:lnTo>
                  <a:lnTo>
                    <a:pt x="2213" y="462"/>
                  </a:lnTo>
                  <a:lnTo>
                    <a:pt x="2213" y="462"/>
                  </a:lnTo>
                  <a:lnTo>
                    <a:pt x="2214" y="462"/>
                  </a:lnTo>
                  <a:lnTo>
                    <a:pt x="2214" y="462"/>
                  </a:lnTo>
                  <a:lnTo>
                    <a:pt x="2214" y="462"/>
                  </a:lnTo>
                  <a:lnTo>
                    <a:pt x="2214" y="462"/>
                  </a:lnTo>
                  <a:lnTo>
                    <a:pt x="2215" y="461"/>
                  </a:lnTo>
                  <a:lnTo>
                    <a:pt x="2215" y="461"/>
                  </a:lnTo>
                  <a:lnTo>
                    <a:pt x="2215" y="461"/>
                  </a:lnTo>
                  <a:lnTo>
                    <a:pt x="2216" y="461"/>
                  </a:lnTo>
                  <a:lnTo>
                    <a:pt x="2216" y="461"/>
                  </a:lnTo>
                  <a:lnTo>
                    <a:pt x="2216" y="461"/>
                  </a:lnTo>
                  <a:lnTo>
                    <a:pt x="2217" y="461"/>
                  </a:lnTo>
                  <a:lnTo>
                    <a:pt x="2217" y="461"/>
                  </a:lnTo>
                  <a:lnTo>
                    <a:pt x="2217" y="461"/>
                  </a:lnTo>
                  <a:lnTo>
                    <a:pt x="2217" y="461"/>
                  </a:lnTo>
                  <a:lnTo>
                    <a:pt x="2218" y="461"/>
                  </a:lnTo>
                  <a:lnTo>
                    <a:pt x="2218" y="461"/>
                  </a:lnTo>
                  <a:lnTo>
                    <a:pt x="2218" y="461"/>
                  </a:lnTo>
                  <a:lnTo>
                    <a:pt x="2219" y="460"/>
                  </a:lnTo>
                  <a:lnTo>
                    <a:pt x="2219" y="460"/>
                  </a:lnTo>
                  <a:lnTo>
                    <a:pt x="2219" y="460"/>
                  </a:lnTo>
                  <a:lnTo>
                    <a:pt x="2219" y="460"/>
                  </a:lnTo>
                  <a:lnTo>
                    <a:pt x="2220" y="460"/>
                  </a:lnTo>
                  <a:lnTo>
                    <a:pt x="2220" y="460"/>
                  </a:lnTo>
                  <a:lnTo>
                    <a:pt x="2220" y="460"/>
                  </a:lnTo>
                  <a:lnTo>
                    <a:pt x="2220" y="460"/>
                  </a:lnTo>
                  <a:lnTo>
                    <a:pt x="2221" y="460"/>
                  </a:lnTo>
                  <a:lnTo>
                    <a:pt x="2221" y="460"/>
                  </a:lnTo>
                  <a:lnTo>
                    <a:pt x="2222" y="460"/>
                  </a:lnTo>
                  <a:lnTo>
                    <a:pt x="2222" y="460"/>
                  </a:lnTo>
                  <a:lnTo>
                    <a:pt x="2222" y="460"/>
                  </a:lnTo>
                  <a:lnTo>
                    <a:pt x="2222" y="460"/>
                  </a:lnTo>
                  <a:lnTo>
                    <a:pt x="2223" y="460"/>
                  </a:lnTo>
                  <a:lnTo>
                    <a:pt x="2223" y="460"/>
                  </a:lnTo>
                  <a:lnTo>
                    <a:pt x="2223" y="460"/>
                  </a:lnTo>
                  <a:lnTo>
                    <a:pt x="2223" y="461"/>
                  </a:lnTo>
                  <a:lnTo>
                    <a:pt x="2224" y="461"/>
                  </a:lnTo>
                  <a:lnTo>
                    <a:pt x="2224" y="461"/>
                  </a:lnTo>
                  <a:lnTo>
                    <a:pt x="2224" y="461"/>
                  </a:lnTo>
                  <a:lnTo>
                    <a:pt x="2225" y="461"/>
                  </a:lnTo>
                  <a:lnTo>
                    <a:pt x="2225" y="461"/>
                  </a:lnTo>
                  <a:lnTo>
                    <a:pt x="2225" y="461"/>
                  </a:lnTo>
                  <a:lnTo>
                    <a:pt x="2225" y="461"/>
                  </a:lnTo>
                  <a:lnTo>
                    <a:pt x="2226" y="461"/>
                  </a:lnTo>
                  <a:lnTo>
                    <a:pt x="2226" y="461"/>
                  </a:lnTo>
                  <a:lnTo>
                    <a:pt x="2226" y="461"/>
                  </a:lnTo>
                  <a:lnTo>
                    <a:pt x="2227" y="461"/>
                  </a:lnTo>
                  <a:lnTo>
                    <a:pt x="2227" y="461"/>
                  </a:lnTo>
                  <a:lnTo>
                    <a:pt x="2227" y="461"/>
                  </a:lnTo>
                  <a:lnTo>
                    <a:pt x="2228" y="461"/>
                  </a:lnTo>
                  <a:lnTo>
                    <a:pt x="2228" y="461"/>
                  </a:lnTo>
                  <a:lnTo>
                    <a:pt x="2228" y="461"/>
                  </a:lnTo>
                  <a:lnTo>
                    <a:pt x="2228" y="462"/>
                  </a:lnTo>
                  <a:lnTo>
                    <a:pt x="2229" y="462"/>
                  </a:lnTo>
                  <a:lnTo>
                    <a:pt x="2229" y="462"/>
                  </a:lnTo>
                  <a:lnTo>
                    <a:pt x="2229" y="462"/>
                  </a:lnTo>
                  <a:lnTo>
                    <a:pt x="2229" y="462"/>
                  </a:lnTo>
                  <a:lnTo>
                    <a:pt x="2230" y="462"/>
                  </a:lnTo>
                  <a:lnTo>
                    <a:pt x="2230" y="462"/>
                  </a:lnTo>
                  <a:lnTo>
                    <a:pt x="2231" y="462"/>
                  </a:lnTo>
                  <a:lnTo>
                    <a:pt x="2231" y="462"/>
                  </a:lnTo>
                  <a:lnTo>
                    <a:pt x="2231" y="463"/>
                  </a:lnTo>
                  <a:lnTo>
                    <a:pt x="2231" y="463"/>
                  </a:lnTo>
                  <a:lnTo>
                    <a:pt x="2232" y="463"/>
                  </a:lnTo>
                  <a:lnTo>
                    <a:pt x="2232" y="463"/>
                  </a:lnTo>
                  <a:lnTo>
                    <a:pt x="2232" y="463"/>
                  </a:lnTo>
                  <a:lnTo>
                    <a:pt x="2232" y="463"/>
                  </a:lnTo>
                  <a:lnTo>
                    <a:pt x="2233" y="463"/>
                  </a:lnTo>
                  <a:lnTo>
                    <a:pt x="2233" y="463"/>
                  </a:lnTo>
                  <a:lnTo>
                    <a:pt x="2233" y="464"/>
                  </a:lnTo>
                  <a:lnTo>
                    <a:pt x="2234" y="464"/>
                  </a:lnTo>
                  <a:lnTo>
                    <a:pt x="2234" y="464"/>
                  </a:lnTo>
                  <a:lnTo>
                    <a:pt x="2234" y="464"/>
                  </a:lnTo>
                  <a:lnTo>
                    <a:pt x="2234" y="464"/>
                  </a:lnTo>
                  <a:lnTo>
                    <a:pt x="2235" y="464"/>
                  </a:lnTo>
                  <a:lnTo>
                    <a:pt x="2235" y="464"/>
                  </a:lnTo>
                  <a:lnTo>
                    <a:pt x="2235" y="464"/>
                  </a:lnTo>
                  <a:lnTo>
                    <a:pt x="2235" y="464"/>
                  </a:lnTo>
                  <a:lnTo>
                    <a:pt x="2236" y="464"/>
                  </a:lnTo>
                  <a:lnTo>
                    <a:pt x="2236" y="464"/>
                  </a:lnTo>
                  <a:lnTo>
                    <a:pt x="2237" y="464"/>
                  </a:lnTo>
                  <a:lnTo>
                    <a:pt x="2237" y="464"/>
                  </a:lnTo>
                  <a:lnTo>
                    <a:pt x="2237" y="464"/>
                  </a:lnTo>
                  <a:lnTo>
                    <a:pt x="2237" y="464"/>
                  </a:lnTo>
                  <a:lnTo>
                    <a:pt x="2238" y="464"/>
                  </a:lnTo>
                  <a:lnTo>
                    <a:pt x="2238" y="464"/>
                  </a:lnTo>
                  <a:lnTo>
                    <a:pt x="2238" y="464"/>
                  </a:lnTo>
                  <a:lnTo>
                    <a:pt x="2238" y="464"/>
                  </a:lnTo>
                  <a:lnTo>
                    <a:pt x="2239" y="464"/>
                  </a:lnTo>
                  <a:lnTo>
                    <a:pt x="2239" y="464"/>
                  </a:lnTo>
                  <a:lnTo>
                    <a:pt x="2240" y="464"/>
                  </a:lnTo>
                  <a:lnTo>
                    <a:pt x="2240" y="464"/>
                  </a:lnTo>
                  <a:lnTo>
                    <a:pt x="2240" y="464"/>
                  </a:lnTo>
                  <a:lnTo>
                    <a:pt x="2240" y="464"/>
                  </a:lnTo>
                  <a:lnTo>
                    <a:pt x="2241" y="464"/>
                  </a:lnTo>
                  <a:lnTo>
                    <a:pt x="2241" y="464"/>
                  </a:lnTo>
                  <a:lnTo>
                    <a:pt x="2241" y="464"/>
                  </a:lnTo>
                  <a:lnTo>
                    <a:pt x="2241" y="464"/>
                  </a:lnTo>
                  <a:lnTo>
                    <a:pt x="2242" y="464"/>
                  </a:lnTo>
                  <a:lnTo>
                    <a:pt x="2242" y="463"/>
                  </a:lnTo>
                  <a:lnTo>
                    <a:pt x="2242" y="463"/>
                  </a:lnTo>
                  <a:lnTo>
                    <a:pt x="2243" y="463"/>
                  </a:lnTo>
                  <a:lnTo>
                    <a:pt x="2243" y="463"/>
                  </a:lnTo>
                  <a:lnTo>
                    <a:pt x="2243" y="463"/>
                  </a:lnTo>
                  <a:lnTo>
                    <a:pt x="2243" y="463"/>
                  </a:lnTo>
                  <a:lnTo>
                    <a:pt x="2244" y="463"/>
                  </a:lnTo>
                  <a:lnTo>
                    <a:pt x="2244" y="462"/>
                  </a:lnTo>
                  <a:lnTo>
                    <a:pt x="2244" y="462"/>
                  </a:lnTo>
                  <a:lnTo>
                    <a:pt x="2244" y="462"/>
                  </a:lnTo>
                  <a:lnTo>
                    <a:pt x="2245" y="462"/>
                  </a:lnTo>
                  <a:lnTo>
                    <a:pt x="2245" y="462"/>
                  </a:lnTo>
                  <a:lnTo>
                    <a:pt x="2246" y="462"/>
                  </a:lnTo>
                  <a:lnTo>
                    <a:pt x="2246" y="462"/>
                  </a:lnTo>
                  <a:lnTo>
                    <a:pt x="2246" y="462"/>
                  </a:lnTo>
                  <a:lnTo>
                    <a:pt x="2246" y="462"/>
                  </a:lnTo>
                  <a:lnTo>
                    <a:pt x="2247" y="462"/>
                  </a:lnTo>
                  <a:lnTo>
                    <a:pt x="2247" y="461"/>
                  </a:lnTo>
                  <a:lnTo>
                    <a:pt x="2247" y="461"/>
                  </a:lnTo>
                  <a:lnTo>
                    <a:pt x="2248" y="461"/>
                  </a:lnTo>
                  <a:lnTo>
                    <a:pt x="2248" y="461"/>
                  </a:lnTo>
                  <a:lnTo>
                    <a:pt x="2248" y="461"/>
                  </a:lnTo>
                  <a:lnTo>
                    <a:pt x="2248" y="461"/>
                  </a:lnTo>
                  <a:lnTo>
                    <a:pt x="2249" y="461"/>
                  </a:lnTo>
                  <a:lnTo>
                    <a:pt x="2249" y="461"/>
                  </a:lnTo>
                  <a:lnTo>
                    <a:pt x="2249" y="460"/>
                  </a:lnTo>
                  <a:lnTo>
                    <a:pt x="2250" y="460"/>
                  </a:lnTo>
                  <a:lnTo>
                    <a:pt x="2250" y="460"/>
                  </a:lnTo>
                  <a:lnTo>
                    <a:pt x="2250" y="460"/>
                  </a:lnTo>
                  <a:lnTo>
                    <a:pt x="2251" y="460"/>
                  </a:lnTo>
                  <a:lnTo>
                    <a:pt x="2251" y="460"/>
                  </a:lnTo>
                  <a:lnTo>
                    <a:pt x="2251" y="460"/>
                  </a:lnTo>
                  <a:lnTo>
                    <a:pt x="2251" y="460"/>
                  </a:lnTo>
                  <a:lnTo>
                    <a:pt x="2252" y="460"/>
                  </a:lnTo>
                  <a:lnTo>
                    <a:pt x="2252" y="460"/>
                  </a:lnTo>
                  <a:lnTo>
                    <a:pt x="2252" y="459"/>
                  </a:lnTo>
                  <a:lnTo>
                    <a:pt x="2252" y="459"/>
                  </a:lnTo>
                  <a:lnTo>
                    <a:pt x="2253" y="459"/>
                  </a:lnTo>
                  <a:lnTo>
                    <a:pt x="2253" y="459"/>
                  </a:lnTo>
                  <a:lnTo>
                    <a:pt x="2254" y="459"/>
                  </a:lnTo>
                  <a:lnTo>
                    <a:pt x="2254" y="458"/>
                  </a:lnTo>
                  <a:lnTo>
                    <a:pt x="2254" y="458"/>
                  </a:lnTo>
                  <a:lnTo>
                    <a:pt x="2254" y="458"/>
                  </a:lnTo>
                  <a:lnTo>
                    <a:pt x="2255" y="458"/>
                  </a:lnTo>
                  <a:lnTo>
                    <a:pt x="2255" y="458"/>
                  </a:lnTo>
                  <a:lnTo>
                    <a:pt x="2255" y="458"/>
                  </a:lnTo>
                  <a:lnTo>
                    <a:pt x="2255" y="457"/>
                  </a:lnTo>
                  <a:lnTo>
                    <a:pt x="2256" y="457"/>
                  </a:lnTo>
                  <a:lnTo>
                    <a:pt x="2256" y="456"/>
                  </a:lnTo>
                  <a:lnTo>
                    <a:pt x="2256" y="456"/>
                  </a:lnTo>
                  <a:lnTo>
                    <a:pt x="2257" y="456"/>
                  </a:lnTo>
                  <a:lnTo>
                    <a:pt x="2257" y="456"/>
                  </a:lnTo>
                  <a:lnTo>
                    <a:pt x="2257" y="456"/>
                  </a:lnTo>
                  <a:lnTo>
                    <a:pt x="2257" y="456"/>
                  </a:lnTo>
                  <a:lnTo>
                    <a:pt x="2258" y="456"/>
                  </a:lnTo>
                  <a:lnTo>
                    <a:pt x="2258" y="455"/>
                  </a:lnTo>
                  <a:lnTo>
                    <a:pt x="2258" y="455"/>
                  </a:lnTo>
                  <a:lnTo>
                    <a:pt x="2258" y="455"/>
                  </a:lnTo>
                  <a:lnTo>
                    <a:pt x="2259" y="455"/>
                  </a:lnTo>
                  <a:lnTo>
                    <a:pt x="2259" y="455"/>
                  </a:lnTo>
                  <a:lnTo>
                    <a:pt x="2260" y="454"/>
                  </a:lnTo>
                  <a:lnTo>
                    <a:pt x="2260" y="454"/>
                  </a:lnTo>
                  <a:lnTo>
                    <a:pt x="2260" y="454"/>
                  </a:lnTo>
                  <a:lnTo>
                    <a:pt x="2260" y="454"/>
                  </a:lnTo>
                  <a:lnTo>
                    <a:pt x="2261" y="454"/>
                  </a:lnTo>
                  <a:lnTo>
                    <a:pt x="2261" y="453"/>
                  </a:lnTo>
                  <a:lnTo>
                    <a:pt x="2261" y="453"/>
                  </a:lnTo>
                  <a:lnTo>
                    <a:pt x="2261" y="453"/>
                  </a:lnTo>
                  <a:lnTo>
                    <a:pt x="2262" y="453"/>
                  </a:lnTo>
                  <a:lnTo>
                    <a:pt x="2262" y="452"/>
                  </a:lnTo>
                  <a:lnTo>
                    <a:pt x="2262" y="452"/>
                  </a:lnTo>
                  <a:lnTo>
                    <a:pt x="2263" y="452"/>
                  </a:lnTo>
                  <a:lnTo>
                    <a:pt x="2263" y="452"/>
                  </a:lnTo>
                  <a:lnTo>
                    <a:pt x="2263" y="452"/>
                  </a:lnTo>
                  <a:lnTo>
                    <a:pt x="2264" y="452"/>
                  </a:lnTo>
                  <a:lnTo>
                    <a:pt x="2264" y="451"/>
                  </a:lnTo>
                  <a:lnTo>
                    <a:pt x="2264" y="451"/>
                  </a:lnTo>
                  <a:lnTo>
                    <a:pt x="2264" y="450"/>
                  </a:lnTo>
                  <a:lnTo>
                    <a:pt x="2265" y="450"/>
                  </a:lnTo>
                  <a:lnTo>
                    <a:pt x="2265" y="450"/>
                  </a:lnTo>
                  <a:lnTo>
                    <a:pt x="2265" y="450"/>
                  </a:lnTo>
                  <a:lnTo>
                    <a:pt x="2266" y="450"/>
                  </a:lnTo>
                  <a:lnTo>
                    <a:pt x="2266" y="450"/>
                  </a:lnTo>
                  <a:lnTo>
                    <a:pt x="2266" y="450"/>
                  </a:lnTo>
                  <a:lnTo>
                    <a:pt x="2266" y="449"/>
                  </a:lnTo>
                  <a:lnTo>
                    <a:pt x="2267" y="449"/>
                  </a:lnTo>
                  <a:lnTo>
                    <a:pt x="2267" y="449"/>
                  </a:lnTo>
                  <a:lnTo>
                    <a:pt x="2267" y="449"/>
                  </a:lnTo>
                  <a:lnTo>
                    <a:pt x="2267" y="449"/>
                  </a:lnTo>
                  <a:lnTo>
                    <a:pt x="2268" y="449"/>
                  </a:lnTo>
                  <a:lnTo>
                    <a:pt x="2268" y="449"/>
                  </a:lnTo>
                  <a:lnTo>
                    <a:pt x="2269" y="449"/>
                  </a:lnTo>
                  <a:lnTo>
                    <a:pt x="2269" y="449"/>
                  </a:lnTo>
                  <a:lnTo>
                    <a:pt x="2269" y="449"/>
                  </a:lnTo>
                  <a:lnTo>
                    <a:pt x="2269" y="449"/>
                  </a:lnTo>
                  <a:lnTo>
                    <a:pt x="2270" y="449"/>
                  </a:lnTo>
                  <a:lnTo>
                    <a:pt x="2270" y="449"/>
                  </a:lnTo>
                  <a:lnTo>
                    <a:pt x="2270" y="449"/>
                  </a:lnTo>
                  <a:lnTo>
                    <a:pt x="2270" y="449"/>
                  </a:lnTo>
                  <a:lnTo>
                    <a:pt x="2271" y="449"/>
                  </a:lnTo>
                  <a:lnTo>
                    <a:pt x="2271" y="449"/>
                  </a:lnTo>
                  <a:lnTo>
                    <a:pt x="2271" y="449"/>
                  </a:lnTo>
                  <a:lnTo>
                    <a:pt x="2272" y="449"/>
                  </a:lnTo>
                  <a:lnTo>
                    <a:pt x="2272" y="449"/>
                  </a:lnTo>
                  <a:lnTo>
                    <a:pt x="2272" y="449"/>
                  </a:lnTo>
                  <a:lnTo>
                    <a:pt x="2272" y="449"/>
                  </a:lnTo>
                  <a:lnTo>
                    <a:pt x="2273" y="449"/>
                  </a:lnTo>
                  <a:lnTo>
                    <a:pt x="2273" y="449"/>
                  </a:lnTo>
                  <a:lnTo>
                    <a:pt x="2273" y="449"/>
                  </a:lnTo>
                  <a:lnTo>
                    <a:pt x="2274" y="449"/>
                  </a:lnTo>
                  <a:lnTo>
                    <a:pt x="2274" y="449"/>
                  </a:lnTo>
                  <a:lnTo>
                    <a:pt x="2274" y="449"/>
                  </a:lnTo>
                  <a:lnTo>
                    <a:pt x="2275" y="449"/>
                  </a:lnTo>
                  <a:lnTo>
                    <a:pt x="2275" y="449"/>
                  </a:lnTo>
                  <a:lnTo>
                    <a:pt x="2275" y="450"/>
                  </a:lnTo>
                  <a:lnTo>
                    <a:pt x="2275" y="450"/>
                  </a:lnTo>
                  <a:lnTo>
                    <a:pt x="2276" y="450"/>
                  </a:lnTo>
                  <a:lnTo>
                    <a:pt x="2276" y="450"/>
                  </a:lnTo>
                  <a:lnTo>
                    <a:pt x="2276" y="450"/>
                  </a:lnTo>
                  <a:lnTo>
                    <a:pt x="2276" y="450"/>
                  </a:lnTo>
                  <a:lnTo>
                    <a:pt x="2277" y="450"/>
                  </a:lnTo>
                  <a:lnTo>
                    <a:pt x="2277" y="450"/>
                  </a:lnTo>
                  <a:lnTo>
                    <a:pt x="2278" y="450"/>
                  </a:lnTo>
                  <a:lnTo>
                    <a:pt x="2278" y="450"/>
                  </a:lnTo>
                  <a:lnTo>
                    <a:pt x="2278" y="450"/>
                  </a:lnTo>
                  <a:lnTo>
                    <a:pt x="2278" y="450"/>
                  </a:lnTo>
                  <a:lnTo>
                    <a:pt x="2279" y="450"/>
                  </a:lnTo>
                  <a:lnTo>
                    <a:pt x="2279" y="450"/>
                  </a:lnTo>
                  <a:lnTo>
                    <a:pt x="2279" y="450"/>
                  </a:lnTo>
                  <a:lnTo>
                    <a:pt x="2279" y="450"/>
                  </a:lnTo>
                  <a:lnTo>
                    <a:pt x="2280" y="450"/>
                  </a:lnTo>
                  <a:lnTo>
                    <a:pt x="2280" y="450"/>
                  </a:lnTo>
                  <a:lnTo>
                    <a:pt x="2280" y="450"/>
                  </a:lnTo>
                  <a:lnTo>
                    <a:pt x="2281" y="450"/>
                  </a:lnTo>
                  <a:lnTo>
                    <a:pt x="2281" y="450"/>
                  </a:lnTo>
                  <a:lnTo>
                    <a:pt x="2281" y="450"/>
                  </a:lnTo>
                  <a:lnTo>
                    <a:pt x="2281" y="450"/>
                  </a:lnTo>
                  <a:lnTo>
                    <a:pt x="2282" y="451"/>
                  </a:lnTo>
                  <a:lnTo>
                    <a:pt x="2282" y="451"/>
                  </a:lnTo>
                  <a:lnTo>
                    <a:pt x="2282" y="451"/>
                  </a:lnTo>
                  <a:lnTo>
                    <a:pt x="2282" y="451"/>
                  </a:lnTo>
                  <a:lnTo>
                    <a:pt x="2283" y="452"/>
                  </a:lnTo>
                  <a:lnTo>
                    <a:pt x="2283" y="452"/>
                  </a:lnTo>
                  <a:lnTo>
                    <a:pt x="2284" y="452"/>
                  </a:lnTo>
                  <a:lnTo>
                    <a:pt x="2284" y="452"/>
                  </a:lnTo>
                  <a:lnTo>
                    <a:pt x="2284" y="452"/>
                  </a:lnTo>
                  <a:lnTo>
                    <a:pt x="2284" y="452"/>
                  </a:lnTo>
                  <a:lnTo>
                    <a:pt x="2285" y="452"/>
                  </a:lnTo>
                  <a:lnTo>
                    <a:pt x="2285" y="452"/>
                  </a:lnTo>
                  <a:lnTo>
                    <a:pt x="2285" y="452"/>
                  </a:lnTo>
                  <a:lnTo>
                    <a:pt x="2285" y="452"/>
                  </a:lnTo>
                  <a:lnTo>
                    <a:pt x="2286" y="452"/>
                  </a:lnTo>
                  <a:lnTo>
                    <a:pt x="2286" y="452"/>
                  </a:lnTo>
                  <a:lnTo>
                    <a:pt x="2286" y="452"/>
                  </a:lnTo>
                  <a:lnTo>
                    <a:pt x="2287" y="453"/>
                  </a:lnTo>
                  <a:lnTo>
                    <a:pt x="2287" y="453"/>
                  </a:lnTo>
                  <a:lnTo>
                    <a:pt x="2287" y="453"/>
                  </a:lnTo>
                  <a:lnTo>
                    <a:pt x="2288" y="453"/>
                  </a:lnTo>
                  <a:lnTo>
                    <a:pt x="2288" y="453"/>
                  </a:lnTo>
                  <a:lnTo>
                    <a:pt x="2288" y="453"/>
                  </a:lnTo>
                  <a:lnTo>
                    <a:pt x="2288" y="453"/>
                  </a:lnTo>
                  <a:lnTo>
                    <a:pt x="2289" y="453"/>
                  </a:lnTo>
                  <a:lnTo>
                    <a:pt x="2289" y="453"/>
                  </a:lnTo>
                  <a:lnTo>
                    <a:pt x="2289" y="453"/>
                  </a:lnTo>
                  <a:lnTo>
                    <a:pt x="2290" y="453"/>
                  </a:lnTo>
                  <a:lnTo>
                    <a:pt x="2290" y="453"/>
                  </a:lnTo>
                  <a:lnTo>
                    <a:pt x="2290" y="453"/>
                  </a:lnTo>
                  <a:lnTo>
                    <a:pt x="2290" y="453"/>
                  </a:lnTo>
                  <a:lnTo>
                    <a:pt x="2291" y="453"/>
                  </a:lnTo>
                  <a:lnTo>
                    <a:pt x="2291" y="453"/>
                  </a:lnTo>
                  <a:lnTo>
                    <a:pt x="2291" y="453"/>
                  </a:lnTo>
                  <a:lnTo>
                    <a:pt x="2291" y="453"/>
                  </a:lnTo>
                  <a:lnTo>
                    <a:pt x="2292" y="453"/>
                  </a:lnTo>
                  <a:lnTo>
                    <a:pt x="2292" y="453"/>
                  </a:lnTo>
                  <a:lnTo>
                    <a:pt x="2293" y="453"/>
                  </a:lnTo>
                  <a:lnTo>
                    <a:pt x="2293" y="453"/>
                  </a:lnTo>
                  <a:lnTo>
                    <a:pt x="2293" y="453"/>
                  </a:lnTo>
                  <a:lnTo>
                    <a:pt x="2293" y="453"/>
                  </a:lnTo>
                  <a:lnTo>
                    <a:pt x="2294" y="453"/>
                  </a:lnTo>
                  <a:lnTo>
                    <a:pt x="2294" y="453"/>
                  </a:lnTo>
                  <a:lnTo>
                    <a:pt x="2294" y="453"/>
                  </a:lnTo>
                  <a:lnTo>
                    <a:pt x="2294" y="453"/>
                  </a:lnTo>
                  <a:lnTo>
                    <a:pt x="2295" y="453"/>
                  </a:lnTo>
                  <a:lnTo>
                    <a:pt x="2295" y="453"/>
                  </a:lnTo>
                  <a:lnTo>
                    <a:pt x="2295" y="453"/>
                  </a:lnTo>
                  <a:lnTo>
                    <a:pt x="2296" y="453"/>
                  </a:lnTo>
                  <a:lnTo>
                    <a:pt x="2296" y="452"/>
                  </a:lnTo>
                  <a:lnTo>
                    <a:pt x="2296" y="453"/>
                  </a:lnTo>
                  <a:lnTo>
                    <a:pt x="2297" y="452"/>
                  </a:lnTo>
                  <a:lnTo>
                    <a:pt x="2297" y="452"/>
                  </a:lnTo>
                  <a:lnTo>
                    <a:pt x="2297" y="452"/>
                  </a:lnTo>
                  <a:lnTo>
                    <a:pt x="2297" y="452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299" y="452"/>
                  </a:lnTo>
                  <a:lnTo>
                    <a:pt x="2299" y="452"/>
                  </a:lnTo>
                  <a:lnTo>
                    <a:pt x="2299" y="452"/>
                  </a:lnTo>
                  <a:lnTo>
                    <a:pt x="2299" y="453"/>
                  </a:lnTo>
                  <a:lnTo>
                    <a:pt x="2300" y="453"/>
                  </a:lnTo>
                  <a:lnTo>
                    <a:pt x="2300" y="453"/>
                  </a:lnTo>
                  <a:lnTo>
                    <a:pt x="2300" y="453"/>
                  </a:lnTo>
                  <a:lnTo>
                    <a:pt x="2300" y="453"/>
                  </a:lnTo>
                  <a:lnTo>
                    <a:pt x="2301" y="453"/>
                  </a:lnTo>
                  <a:lnTo>
                    <a:pt x="2301" y="453"/>
                  </a:lnTo>
                  <a:lnTo>
                    <a:pt x="2302" y="453"/>
                  </a:lnTo>
                  <a:lnTo>
                    <a:pt x="2302" y="453"/>
                  </a:lnTo>
                  <a:lnTo>
                    <a:pt x="2302" y="453"/>
                  </a:lnTo>
                  <a:lnTo>
                    <a:pt x="2302" y="453"/>
                  </a:lnTo>
                  <a:lnTo>
                    <a:pt x="2303" y="452"/>
                  </a:lnTo>
                  <a:lnTo>
                    <a:pt x="2303" y="452"/>
                  </a:lnTo>
                  <a:lnTo>
                    <a:pt x="2303" y="452"/>
                  </a:lnTo>
                  <a:lnTo>
                    <a:pt x="2303" y="452"/>
                  </a:lnTo>
                  <a:lnTo>
                    <a:pt x="2304" y="452"/>
                  </a:lnTo>
                  <a:lnTo>
                    <a:pt x="2304" y="452"/>
                  </a:lnTo>
                  <a:lnTo>
                    <a:pt x="2304" y="452"/>
                  </a:lnTo>
                  <a:lnTo>
                    <a:pt x="2305" y="452"/>
                  </a:lnTo>
                  <a:lnTo>
                    <a:pt x="2305" y="452"/>
                  </a:lnTo>
                  <a:lnTo>
                    <a:pt x="2305" y="452"/>
                  </a:lnTo>
                  <a:lnTo>
                    <a:pt x="2305" y="452"/>
                  </a:lnTo>
                  <a:lnTo>
                    <a:pt x="2306" y="452"/>
                  </a:lnTo>
                  <a:lnTo>
                    <a:pt x="2306" y="452"/>
                  </a:lnTo>
                  <a:lnTo>
                    <a:pt x="2306" y="451"/>
                  </a:lnTo>
                  <a:lnTo>
                    <a:pt x="2307" y="451"/>
                  </a:lnTo>
                  <a:lnTo>
                    <a:pt x="2307" y="451"/>
                  </a:lnTo>
                  <a:lnTo>
                    <a:pt x="2307" y="451"/>
                  </a:lnTo>
                  <a:lnTo>
                    <a:pt x="2308" y="451"/>
                  </a:lnTo>
                  <a:lnTo>
                    <a:pt x="2308" y="451"/>
                  </a:lnTo>
                  <a:lnTo>
                    <a:pt x="2308" y="451"/>
                  </a:lnTo>
                  <a:lnTo>
                    <a:pt x="2308" y="450"/>
                  </a:lnTo>
                  <a:lnTo>
                    <a:pt x="2309" y="450"/>
                  </a:lnTo>
                  <a:lnTo>
                    <a:pt x="2309" y="450"/>
                  </a:lnTo>
                  <a:lnTo>
                    <a:pt x="2309" y="450"/>
                  </a:lnTo>
                  <a:lnTo>
                    <a:pt x="2309" y="451"/>
                  </a:lnTo>
                  <a:lnTo>
                    <a:pt x="2310" y="451"/>
                  </a:lnTo>
                  <a:lnTo>
                    <a:pt x="2310" y="451"/>
                  </a:lnTo>
                  <a:lnTo>
                    <a:pt x="2311" y="451"/>
                  </a:lnTo>
                  <a:lnTo>
                    <a:pt x="2311" y="451"/>
                  </a:lnTo>
                  <a:lnTo>
                    <a:pt x="2311" y="451"/>
                  </a:lnTo>
                  <a:lnTo>
                    <a:pt x="2311" y="451"/>
                  </a:lnTo>
                  <a:lnTo>
                    <a:pt x="2312" y="451"/>
                  </a:lnTo>
                  <a:lnTo>
                    <a:pt x="2312" y="451"/>
                  </a:lnTo>
                  <a:lnTo>
                    <a:pt x="2312" y="451"/>
                  </a:lnTo>
                  <a:lnTo>
                    <a:pt x="2312" y="451"/>
                  </a:lnTo>
                  <a:lnTo>
                    <a:pt x="2313" y="451"/>
                  </a:lnTo>
                  <a:lnTo>
                    <a:pt x="2313" y="451"/>
                  </a:lnTo>
                  <a:lnTo>
                    <a:pt x="2313" y="451"/>
                  </a:lnTo>
                  <a:lnTo>
                    <a:pt x="2314" y="452"/>
                  </a:lnTo>
                  <a:lnTo>
                    <a:pt x="2314" y="452"/>
                  </a:lnTo>
                  <a:lnTo>
                    <a:pt x="2314" y="452"/>
                  </a:lnTo>
                  <a:lnTo>
                    <a:pt x="2314" y="452"/>
                  </a:lnTo>
                  <a:lnTo>
                    <a:pt x="2315" y="452"/>
                  </a:lnTo>
                  <a:lnTo>
                    <a:pt x="2315" y="452"/>
                  </a:lnTo>
                  <a:lnTo>
                    <a:pt x="2315" y="452"/>
                  </a:lnTo>
                  <a:lnTo>
                    <a:pt x="2315" y="452"/>
                  </a:lnTo>
                  <a:lnTo>
                    <a:pt x="2316" y="452"/>
                  </a:lnTo>
                  <a:lnTo>
                    <a:pt x="2316" y="452"/>
                  </a:lnTo>
                  <a:lnTo>
                    <a:pt x="2317" y="452"/>
                  </a:lnTo>
                  <a:lnTo>
                    <a:pt x="2317" y="452"/>
                  </a:lnTo>
                  <a:lnTo>
                    <a:pt x="2317" y="452"/>
                  </a:lnTo>
                  <a:lnTo>
                    <a:pt x="2317" y="452"/>
                  </a:lnTo>
                  <a:lnTo>
                    <a:pt x="2318" y="451"/>
                  </a:lnTo>
                  <a:lnTo>
                    <a:pt x="2318" y="451"/>
                  </a:lnTo>
                  <a:lnTo>
                    <a:pt x="2318" y="451"/>
                  </a:lnTo>
                  <a:lnTo>
                    <a:pt x="2319" y="451"/>
                  </a:lnTo>
                  <a:lnTo>
                    <a:pt x="2319" y="451"/>
                  </a:lnTo>
                  <a:lnTo>
                    <a:pt x="2319" y="450"/>
                  </a:lnTo>
                  <a:lnTo>
                    <a:pt x="2319" y="450"/>
                  </a:lnTo>
                  <a:lnTo>
                    <a:pt x="2320" y="450"/>
                  </a:lnTo>
                  <a:lnTo>
                    <a:pt x="2320" y="450"/>
                  </a:lnTo>
                  <a:lnTo>
                    <a:pt x="2320" y="450"/>
                  </a:lnTo>
                  <a:lnTo>
                    <a:pt x="2321" y="450"/>
                  </a:lnTo>
                  <a:lnTo>
                    <a:pt x="2321" y="450"/>
                  </a:lnTo>
                  <a:lnTo>
                    <a:pt x="2321" y="450"/>
                  </a:lnTo>
                  <a:lnTo>
                    <a:pt x="2322" y="450"/>
                  </a:lnTo>
                  <a:lnTo>
                    <a:pt x="2322" y="450"/>
                  </a:lnTo>
                  <a:lnTo>
                    <a:pt x="2322" y="450"/>
                  </a:lnTo>
                  <a:lnTo>
                    <a:pt x="2322" y="450"/>
                  </a:lnTo>
                  <a:lnTo>
                    <a:pt x="2323" y="449"/>
                  </a:lnTo>
                  <a:lnTo>
                    <a:pt x="2323" y="449"/>
                  </a:lnTo>
                  <a:lnTo>
                    <a:pt x="2323" y="449"/>
                  </a:lnTo>
                  <a:lnTo>
                    <a:pt x="2323" y="449"/>
                  </a:lnTo>
                  <a:lnTo>
                    <a:pt x="2324" y="448"/>
                  </a:lnTo>
                  <a:lnTo>
                    <a:pt x="2324" y="448"/>
                  </a:lnTo>
                  <a:lnTo>
                    <a:pt x="2325" y="448"/>
                  </a:lnTo>
                  <a:lnTo>
                    <a:pt x="2325" y="448"/>
                  </a:lnTo>
                  <a:lnTo>
                    <a:pt x="2325" y="447"/>
                  </a:lnTo>
                  <a:lnTo>
                    <a:pt x="2325" y="447"/>
                  </a:lnTo>
                  <a:lnTo>
                    <a:pt x="2326" y="447"/>
                  </a:lnTo>
                  <a:lnTo>
                    <a:pt x="2326" y="447"/>
                  </a:lnTo>
                  <a:lnTo>
                    <a:pt x="2326" y="447"/>
                  </a:lnTo>
                  <a:lnTo>
                    <a:pt x="2326" y="447"/>
                  </a:lnTo>
                  <a:lnTo>
                    <a:pt x="2327" y="447"/>
                  </a:lnTo>
                  <a:lnTo>
                    <a:pt x="2327" y="447"/>
                  </a:lnTo>
                  <a:lnTo>
                    <a:pt x="2327" y="447"/>
                  </a:lnTo>
                  <a:lnTo>
                    <a:pt x="2328" y="447"/>
                  </a:lnTo>
                  <a:lnTo>
                    <a:pt x="2328" y="447"/>
                  </a:lnTo>
                  <a:lnTo>
                    <a:pt x="2328" y="447"/>
                  </a:lnTo>
                  <a:lnTo>
                    <a:pt x="2328" y="447"/>
                  </a:lnTo>
                  <a:lnTo>
                    <a:pt x="2329" y="446"/>
                  </a:lnTo>
                  <a:lnTo>
                    <a:pt x="2329" y="446"/>
                  </a:lnTo>
                  <a:lnTo>
                    <a:pt x="2329" y="447"/>
                  </a:lnTo>
                  <a:lnTo>
                    <a:pt x="2329" y="447"/>
                  </a:lnTo>
                  <a:lnTo>
                    <a:pt x="2330" y="447"/>
                  </a:lnTo>
                  <a:lnTo>
                    <a:pt x="2330" y="447"/>
                  </a:lnTo>
                  <a:lnTo>
                    <a:pt x="2331" y="447"/>
                  </a:lnTo>
                  <a:lnTo>
                    <a:pt x="2331" y="447"/>
                  </a:lnTo>
                  <a:lnTo>
                    <a:pt x="2331" y="447"/>
                  </a:lnTo>
                  <a:lnTo>
                    <a:pt x="2331" y="447"/>
                  </a:lnTo>
                  <a:lnTo>
                    <a:pt x="2332" y="447"/>
                  </a:lnTo>
                  <a:lnTo>
                    <a:pt x="2332" y="447"/>
                  </a:lnTo>
                  <a:lnTo>
                    <a:pt x="2332" y="447"/>
                  </a:lnTo>
                  <a:lnTo>
                    <a:pt x="2332" y="447"/>
                  </a:lnTo>
                  <a:lnTo>
                    <a:pt x="2333" y="447"/>
                  </a:lnTo>
                  <a:lnTo>
                    <a:pt x="2333" y="447"/>
                  </a:lnTo>
                  <a:lnTo>
                    <a:pt x="2333" y="447"/>
                  </a:lnTo>
                  <a:lnTo>
                    <a:pt x="2334" y="447"/>
                  </a:lnTo>
                  <a:lnTo>
                    <a:pt x="2334" y="448"/>
                  </a:lnTo>
                  <a:lnTo>
                    <a:pt x="2334" y="448"/>
                  </a:lnTo>
                  <a:lnTo>
                    <a:pt x="2335" y="448"/>
                  </a:lnTo>
                  <a:lnTo>
                    <a:pt x="2335" y="448"/>
                  </a:lnTo>
                  <a:lnTo>
                    <a:pt x="2335" y="448"/>
                  </a:lnTo>
                  <a:lnTo>
                    <a:pt x="2335" y="448"/>
                  </a:lnTo>
                  <a:lnTo>
                    <a:pt x="2336" y="449"/>
                  </a:lnTo>
                  <a:lnTo>
                    <a:pt x="2336" y="449"/>
                  </a:lnTo>
                  <a:lnTo>
                    <a:pt x="2336" y="449"/>
                  </a:lnTo>
                  <a:lnTo>
                    <a:pt x="2337" y="449"/>
                  </a:lnTo>
                  <a:lnTo>
                    <a:pt x="2337" y="449"/>
                  </a:lnTo>
                  <a:lnTo>
                    <a:pt x="2337" y="449"/>
                  </a:lnTo>
                  <a:lnTo>
                    <a:pt x="2337" y="449"/>
                  </a:lnTo>
                  <a:lnTo>
                    <a:pt x="2338" y="449"/>
                  </a:lnTo>
                  <a:lnTo>
                    <a:pt x="2338" y="450"/>
                  </a:lnTo>
                  <a:lnTo>
                    <a:pt x="2338" y="450"/>
                  </a:lnTo>
                  <a:lnTo>
                    <a:pt x="2338" y="450"/>
                  </a:lnTo>
                  <a:lnTo>
                    <a:pt x="2339" y="450"/>
                  </a:lnTo>
                  <a:lnTo>
                    <a:pt x="2339" y="450"/>
                  </a:lnTo>
                  <a:lnTo>
                    <a:pt x="2340" y="450"/>
                  </a:lnTo>
                  <a:lnTo>
                    <a:pt x="2340" y="450"/>
                  </a:lnTo>
                  <a:lnTo>
                    <a:pt x="2340" y="450"/>
                  </a:lnTo>
                  <a:lnTo>
                    <a:pt x="2340" y="450"/>
                  </a:lnTo>
                  <a:lnTo>
                    <a:pt x="2341" y="450"/>
                  </a:lnTo>
                  <a:lnTo>
                    <a:pt x="2341" y="450"/>
                  </a:lnTo>
                  <a:lnTo>
                    <a:pt x="2341" y="450"/>
                  </a:lnTo>
                  <a:lnTo>
                    <a:pt x="2341" y="450"/>
                  </a:lnTo>
                  <a:lnTo>
                    <a:pt x="2342" y="450"/>
                  </a:lnTo>
                  <a:lnTo>
                    <a:pt x="2342" y="450"/>
                  </a:lnTo>
                  <a:lnTo>
                    <a:pt x="2342" y="450"/>
                  </a:lnTo>
                  <a:lnTo>
                    <a:pt x="2343" y="450"/>
                  </a:lnTo>
                  <a:lnTo>
                    <a:pt x="2343" y="450"/>
                  </a:lnTo>
                  <a:lnTo>
                    <a:pt x="2343" y="450"/>
                  </a:lnTo>
                  <a:lnTo>
                    <a:pt x="2343" y="450"/>
                  </a:lnTo>
                  <a:lnTo>
                    <a:pt x="2344" y="450"/>
                  </a:lnTo>
                  <a:lnTo>
                    <a:pt x="2344" y="450"/>
                  </a:lnTo>
                  <a:lnTo>
                    <a:pt x="2344" y="450"/>
                  </a:lnTo>
                  <a:lnTo>
                    <a:pt x="2345" y="450"/>
                  </a:lnTo>
                  <a:lnTo>
                    <a:pt x="2345" y="450"/>
                  </a:lnTo>
                  <a:lnTo>
                    <a:pt x="2345" y="450"/>
                  </a:lnTo>
                  <a:lnTo>
                    <a:pt x="2346" y="450"/>
                  </a:lnTo>
                  <a:lnTo>
                    <a:pt x="2346" y="450"/>
                  </a:lnTo>
                  <a:lnTo>
                    <a:pt x="2346" y="450"/>
                  </a:lnTo>
                  <a:lnTo>
                    <a:pt x="2346" y="450"/>
                  </a:lnTo>
                  <a:lnTo>
                    <a:pt x="2347" y="450"/>
                  </a:lnTo>
                  <a:lnTo>
                    <a:pt x="2347" y="450"/>
                  </a:lnTo>
                  <a:lnTo>
                    <a:pt x="2347" y="450"/>
                  </a:lnTo>
                  <a:lnTo>
                    <a:pt x="2347" y="450"/>
                  </a:lnTo>
                  <a:lnTo>
                    <a:pt x="2348" y="450"/>
                  </a:lnTo>
                  <a:lnTo>
                    <a:pt x="2348" y="449"/>
                  </a:lnTo>
                  <a:lnTo>
                    <a:pt x="2349" y="450"/>
                  </a:lnTo>
                  <a:lnTo>
                    <a:pt x="2349" y="450"/>
                  </a:lnTo>
                  <a:lnTo>
                    <a:pt x="2349" y="450"/>
                  </a:lnTo>
                  <a:lnTo>
                    <a:pt x="2349" y="450"/>
                  </a:lnTo>
                  <a:lnTo>
                    <a:pt x="2350" y="450"/>
                  </a:lnTo>
                  <a:lnTo>
                    <a:pt x="2350" y="450"/>
                  </a:lnTo>
                  <a:lnTo>
                    <a:pt x="2350" y="450"/>
                  </a:lnTo>
                  <a:lnTo>
                    <a:pt x="2350" y="450"/>
                  </a:lnTo>
                  <a:lnTo>
                    <a:pt x="2351" y="450"/>
                  </a:lnTo>
                  <a:lnTo>
                    <a:pt x="2351" y="450"/>
                  </a:lnTo>
                  <a:lnTo>
                    <a:pt x="2351" y="450"/>
                  </a:lnTo>
                  <a:lnTo>
                    <a:pt x="2352" y="450"/>
                  </a:lnTo>
                  <a:lnTo>
                    <a:pt x="2352" y="450"/>
                  </a:lnTo>
                  <a:lnTo>
                    <a:pt x="2352" y="450"/>
                  </a:lnTo>
                  <a:lnTo>
                    <a:pt x="2352" y="450"/>
                  </a:lnTo>
                  <a:lnTo>
                    <a:pt x="2353" y="450"/>
                  </a:lnTo>
                  <a:lnTo>
                    <a:pt x="2353" y="450"/>
                  </a:lnTo>
                  <a:lnTo>
                    <a:pt x="2353" y="450"/>
                  </a:lnTo>
                  <a:lnTo>
                    <a:pt x="2354" y="450"/>
                  </a:lnTo>
                  <a:lnTo>
                    <a:pt x="2354" y="450"/>
                  </a:lnTo>
                  <a:lnTo>
                    <a:pt x="2354" y="450"/>
                  </a:lnTo>
                  <a:lnTo>
                    <a:pt x="2355" y="450"/>
                  </a:lnTo>
                  <a:lnTo>
                    <a:pt x="2355" y="450"/>
                  </a:lnTo>
                  <a:lnTo>
                    <a:pt x="2355" y="450"/>
                  </a:lnTo>
                  <a:lnTo>
                    <a:pt x="2355" y="450"/>
                  </a:lnTo>
                  <a:lnTo>
                    <a:pt x="2356" y="450"/>
                  </a:lnTo>
                  <a:lnTo>
                    <a:pt x="2356" y="450"/>
                  </a:lnTo>
                  <a:lnTo>
                    <a:pt x="2356" y="450"/>
                  </a:lnTo>
                  <a:lnTo>
                    <a:pt x="2356" y="450"/>
                  </a:lnTo>
                  <a:lnTo>
                    <a:pt x="2357" y="450"/>
                  </a:lnTo>
                  <a:lnTo>
                    <a:pt x="2357" y="451"/>
                  </a:lnTo>
                  <a:lnTo>
                    <a:pt x="2358" y="451"/>
                  </a:lnTo>
                  <a:lnTo>
                    <a:pt x="2358" y="451"/>
                  </a:lnTo>
                  <a:lnTo>
                    <a:pt x="2358" y="451"/>
                  </a:lnTo>
                  <a:lnTo>
                    <a:pt x="2358" y="451"/>
                  </a:lnTo>
                  <a:lnTo>
                    <a:pt x="2359" y="451"/>
                  </a:lnTo>
                  <a:lnTo>
                    <a:pt x="2359" y="451"/>
                  </a:lnTo>
                  <a:lnTo>
                    <a:pt x="2359" y="451"/>
                  </a:lnTo>
                  <a:lnTo>
                    <a:pt x="2359" y="451"/>
                  </a:lnTo>
                  <a:lnTo>
                    <a:pt x="2360" y="451"/>
                  </a:lnTo>
                  <a:lnTo>
                    <a:pt x="2360" y="451"/>
                  </a:lnTo>
                  <a:lnTo>
                    <a:pt x="2360" y="450"/>
                  </a:lnTo>
                  <a:lnTo>
                    <a:pt x="2361" y="450"/>
                  </a:lnTo>
                  <a:lnTo>
                    <a:pt x="2361" y="450"/>
                  </a:lnTo>
                  <a:lnTo>
                    <a:pt x="2361" y="450"/>
                  </a:lnTo>
                  <a:lnTo>
                    <a:pt x="2361" y="450"/>
                  </a:lnTo>
                  <a:lnTo>
                    <a:pt x="2362" y="450"/>
                  </a:lnTo>
                  <a:lnTo>
                    <a:pt x="2362" y="450"/>
                  </a:lnTo>
                  <a:lnTo>
                    <a:pt x="2362" y="450"/>
                  </a:lnTo>
                  <a:lnTo>
                    <a:pt x="2362" y="450"/>
                  </a:lnTo>
                  <a:lnTo>
                    <a:pt x="2363" y="450"/>
                  </a:lnTo>
                  <a:lnTo>
                    <a:pt x="2363" y="450"/>
                  </a:lnTo>
                  <a:lnTo>
                    <a:pt x="2364" y="450"/>
                  </a:lnTo>
                  <a:lnTo>
                    <a:pt x="2364" y="450"/>
                  </a:lnTo>
                  <a:lnTo>
                    <a:pt x="2364" y="450"/>
                  </a:lnTo>
                  <a:lnTo>
                    <a:pt x="2364" y="450"/>
                  </a:lnTo>
                  <a:lnTo>
                    <a:pt x="2365" y="450"/>
                  </a:lnTo>
                  <a:lnTo>
                    <a:pt x="2365" y="450"/>
                  </a:lnTo>
                  <a:lnTo>
                    <a:pt x="2365" y="450"/>
                  </a:lnTo>
                  <a:lnTo>
                    <a:pt x="2365" y="449"/>
                  </a:lnTo>
                  <a:lnTo>
                    <a:pt x="2366" y="449"/>
                  </a:lnTo>
                  <a:lnTo>
                    <a:pt x="2366" y="449"/>
                  </a:lnTo>
                  <a:lnTo>
                    <a:pt x="2366" y="449"/>
                  </a:lnTo>
                  <a:lnTo>
                    <a:pt x="2367" y="449"/>
                  </a:lnTo>
                  <a:lnTo>
                    <a:pt x="2367" y="448"/>
                  </a:lnTo>
                  <a:lnTo>
                    <a:pt x="2367" y="448"/>
                  </a:lnTo>
                  <a:lnTo>
                    <a:pt x="2368" y="448"/>
                  </a:lnTo>
                  <a:lnTo>
                    <a:pt x="2368" y="448"/>
                  </a:lnTo>
                  <a:lnTo>
                    <a:pt x="2368" y="448"/>
                  </a:lnTo>
                  <a:lnTo>
                    <a:pt x="2368" y="448"/>
                  </a:lnTo>
                  <a:lnTo>
                    <a:pt x="2369" y="448"/>
                  </a:lnTo>
                  <a:lnTo>
                    <a:pt x="2369" y="448"/>
                  </a:lnTo>
                  <a:lnTo>
                    <a:pt x="2369" y="448"/>
                  </a:lnTo>
                  <a:lnTo>
                    <a:pt x="2370" y="448"/>
                  </a:lnTo>
                  <a:lnTo>
                    <a:pt x="2370" y="448"/>
                  </a:lnTo>
                  <a:lnTo>
                    <a:pt x="2370" y="448"/>
                  </a:lnTo>
                  <a:lnTo>
                    <a:pt x="2370" y="448"/>
                  </a:lnTo>
                  <a:lnTo>
                    <a:pt x="2371" y="448"/>
                  </a:lnTo>
                  <a:lnTo>
                    <a:pt x="2371" y="448"/>
                  </a:lnTo>
                  <a:lnTo>
                    <a:pt x="2371" y="448"/>
                  </a:lnTo>
                  <a:lnTo>
                    <a:pt x="2371" y="448"/>
                  </a:lnTo>
                  <a:lnTo>
                    <a:pt x="2372" y="448"/>
                  </a:lnTo>
                  <a:lnTo>
                    <a:pt x="2372" y="448"/>
                  </a:lnTo>
                  <a:lnTo>
                    <a:pt x="2373" y="448"/>
                  </a:lnTo>
                  <a:lnTo>
                    <a:pt x="2373" y="448"/>
                  </a:lnTo>
                  <a:lnTo>
                    <a:pt x="2373" y="448"/>
                  </a:lnTo>
                  <a:lnTo>
                    <a:pt x="2373" y="448"/>
                  </a:lnTo>
                  <a:lnTo>
                    <a:pt x="2374" y="448"/>
                  </a:lnTo>
                  <a:lnTo>
                    <a:pt x="2374" y="448"/>
                  </a:lnTo>
                  <a:lnTo>
                    <a:pt x="2374" y="448"/>
                  </a:lnTo>
                  <a:lnTo>
                    <a:pt x="2374" y="448"/>
                  </a:lnTo>
                  <a:lnTo>
                    <a:pt x="2375" y="448"/>
                  </a:lnTo>
                </a:path>
              </a:pathLst>
            </a:custGeom>
            <a:noFill/>
            <a:ln w="28575" cap="flat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67">
              <a:extLst>
                <a:ext uri="{FF2B5EF4-FFF2-40B4-BE49-F238E27FC236}">
                  <a16:creationId xmlns:a16="http://schemas.microsoft.com/office/drawing/2014/main" id="{028AD919-BCDD-38A4-FFED-44E9C45D1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397" y="3431460"/>
              <a:ext cx="5863544" cy="850900"/>
            </a:xfrm>
            <a:custGeom>
              <a:avLst/>
              <a:gdLst>
                <a:gd name="T0" fmla="*/ 37 w 2375"/>
                <a:gd name="T1" fmla="*/ 14 h 544"/>
                <a:gd name="T2" fmla="*/ 75 w 2375"/>
                <a:gd name="T3" fmla="*/ 35 h 544"/>
                <a:gd name="T4" fmla="*/ 112 w 2375"/>
                <a:gd name="T5" fmla="*/ 147 h 544"/>
                <a:gd name="T6" fmla="*/ 150 w 2375"/>
                <a:gd name="T7" fmla="*/ 262 h 544"/>
                <a:gd name="T8" fmla="*/ 187 w 2375"/>
                <a:gd name="T9" fmla="*/ 381 h 544"/>
                <a:gd name="T10" fmla="*/ 224 w 2375"/>
                <a:gd name="T11" fmla="*/ 465 h 544"/>
                <a:gd name="T12" fmla="*/ 262 w 2375"/>
                <a:gd name="T13" fmla="*/ 526 h 544"/>
                <a:gd name="T14" fmla="*/ 299 w 2375"/>
                <a:gd name="T15" fmla="*/ 541 h 544"/>
                <a:gd name="T16" fmla="*/ 336 w 2375"/>
                <a:gd name="T17" fmla="*/ 535 h 544"/>
                <a:gd name="T18" fmla="*/ 374 w 2375"/>
                <a:gd name="T19" fmla="*/ 515 h 544"/>
                <a:gd name="T20" fmla="*/ 411 w 2375"/>
                <a:gd name="T21" fmla="*/ 503 h 544"/>
                <a:gd name="T22" fmla="*/ 449 w 2375"/>
                <a:gd name="T23" fmla="*/ 489 h 544"/>
                <a:gd name="T24" fmla="*/ 486 w 2375"/>
                <a:gd name="T25" fmla="*/ 481 h 544"/>
                <a:gd name="T26" fmla="*/ 523 w 2375"/>
                <a:gd name="T27" fmla="*/ 474 h 544"/>
                <a:gd name="T28" fmla="*/ 561 w 2375"/>
                <a:gd name="T29" fmla="*/ 479 h 544"/>
                <a:gd name="T30" fmla="*/ 598 w 2375"/>
                <a:gd name="T31" fmla="*/ 459 h 544"/>
                <a:gd name="T32" fmla="*/ 635 w 2375"/>
                <a:gd name="T33" fmla="*/ 449 h 544"/>
                <a:gd name="T34" fmla="*/ 673 w 2375"/>
                <a:gd name="T35" fmla="*/ 441 h 544"/>
                <a:gd name="T36" fmla="*/ 711 w 2375"/>
                <a:gd name="T37" fmla="*/ 435 h 544"/>
                <a:gd name="T38" fmla="*/ 748 w 2375"/>
                <a:gd name="T39" fmla="*/ 437 h 544"/>
                <a:gd name="T40" fmla="*/ 785 w 2375"/>
                <a:gd name="T41" fmla="*/ 443 h 544"/>
                <a:gd name="T42" fmla="*/ 823 w 2375"/>
                <a:gd name="T43" fmla="*/ 454 h 544"/>
                <a:gd name="T44" fmla="*/ 860 w 2375"/>
                <a:gd name="T45" fmla="*/ 443 h 544"/>
                <a:gd name="T46" fmla="*/ 897 w 2375"/>
                <a:gd name="T47" fmla="*/ 432 h 544"/>
                <a:gd name="T48" fmla="*/ 935 w 2375"/>
                <a:gd name="T49" fmla="*/ 438 h 544"/>
                <a:gd name="T50" fmla="*/ 972 w 2375"/>
                <a:gd name="T51" fmla="*/ 450 h 544"/>
                <a:gd name="T52" fmla="*/ 1010 w 2375"/>
                <a:gd name="T53" fmla="*/ 452 h 544"/>
                <a:gd name="T54" fmla="*/ 1047 w 2375"/>
                <a:gd name="T55" fmla="*/ 465 h 544"/>
                <a:gd name="T56" fmla="*/ 1084 w 2375"/>
                <a:gd name="T57" fmla="*/ 455 h 544"/>
                <a:gd name="T58" fmla="*/ 1122 w 2375"/>
                <a:gd name="T59" fmla="*/ 437 h 544"/>
                <a:gd name="T60" fmla="*/ 1159 w 2375"/>
                <a:gd name="T61" fmla="*/ 440 h 544"/>
                <a:gd name="T62" fmla="*/ 1196 w 2375"/>
                <a:gd name="T63" fmla="*/ 436 h 544"/>
                <a:gd name="T64" fmla="*/ 1234 w 2375"/>
                <a:gd name="T65" fmla="*/ 440 h 544"/>
                <a:gd name="T66" fmla="*/ 1271 w 2375"/>
                <a:gd name="T67" fmla="*/ 452 h 544"/>
                <a:gd name="T68" fmla="*/ 1309 w 2375"/>
                <a:gd name="T69" fmla="*/ 461 h 544"/>
                <a:gd name="T70" fmla="*/ 1346 w 2375"/>
                <a:gd name="T71" fmla="*/ 452 h 544"/>
                <a:gd name="T72" fmla="*/ 1383 w 2375"/>
                <a:gd name="T73" fmla="*/ 435 h 544"/>
                <a:gd name="T74" fmla="*/ 1421 w 2375"/>
                <a:gd name="T75" fmla="*/ 447 h 544"/>
                <a:gd name="T76" fmla="*/ 1458 w 2375"/>
                <a:gd name="T77" fmla="*/ 447 h 544"/>
                <a:gd name="T78" fmla="*/ 1496 w 2375"/>
                <a:gd name="T79" fmla="*/ 451 h 544"/>
                <a:gd name="T80" fmla="*/ 1533 w 2375"/>
                <a:gd name="T81" fmla="*/ 456 h 544"/>
                <a:gd name="T82" fmla="*/ 1571 w 2375"/>
                <a:gd name="T83" fmla="*/ 461 h 544"/>
                <a:gd name="T84" fmla="*/ 1608 w 2375"/>
                <a:gd name="T85" fmla="*/ 446 h 544"/>
                <a:gd name="T86" fmla="*/ 1645 w 2375"/>
                <a:gd name="T87" fmla="*/ 449 h 544"/>
                <a:gd name="T88" fmla="*/ 1682 w 2375"/>
                <a:gd name="T89" fmla="*/ 441 h 544"/>
                <a:gd name="T90" fmla="*/ 1720 w 2375"/>
                <a:gd name="T91" fmla="*/ 438 h 544"/>
                <a:gd name="T92" fmla="*/ 1757 w 2375"/>
                <a:gd name="T93" fmla="*/ 441 h 544"/>
                <a:gd name="T94" fmla="*/ 1795 w 2375"/>
                <a:gd name="T95" fmla="*/ 441 h 544"/>
                <a:gd name="T96" fmla="*/ 1832 w 2375"/>
                <a:gd name="T97" fmla="*/ 453 h 544"/>
                <a:gd name="T98" fmla="*/ 1870 w 2375"/>
                <a:gd name="T99" fmla="*/ 443 h 544"/>
                <a:gd name="T100" fmla="*/ 1907 w 2375"/>
                <a:gd name="T101" fmla="*/ 451 h 544"/>
                <a:gd name="T102" fmla="*/ 1944 w 2375"/>
                <a:gd name="T103" fmla="*/ 463 h 544"/>
                <a:gd name="T104" fmla="*/ 1982 w 2375"/>
                <a:gd name="T105" fmla="*/ 461 h 544"/>
                <a:gd name="T106" fmla="*/ 2019 w 2375"/>
                <a:gd name="T107" fmla="*/ 450 h 544"/>
                <a:gd name="T108" fmla="*/ 2057 w 2375"/>
                <a:gd name="T109" fmla="*/ 444 h 544"/>
                <a:gd name="T110" fmla="*/ 2094 w 2375"/>
                <a:gd name="T111" fmla="*/ 443 h 544"/>
                <a:gd name="T112" fmla="*/ 2131 w 2375"/>
                <a:gd name="T113" fmla="*/ 432 h 544"/>
                <a:gd name="T114" fmla="*/ 2169 w 2375"/>
                <a:gd name="T115" fmla="*/ 442 h 544"/>
                <a:gd name="T116" fmla="*/ 2206 w 2375"/>
                <a:gd name="T117" fmla="*/ 451 h 544"/>
                <a:gd name="T118" fmla="*/ 2243 w 2375"/>
                <a:gd name="T119" fmla="*/ 451 h 544"/>
                <a:gd name="T120" fmla="*/ 2281 w 2375"/>
                <a:gd name="T121" fmla="*/ 453 h 544"/>
                <a:gd name="T122" fmla="*/ 2318 w 2375"/>
                <a:gd name="T123" fmla="*/ 453 h 544"/>
                <a:gd name="T124" fmla="*/ 2356 w 2375"/>
                <a:gd name="T125" fmla="*/ 447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5" h="544">
                  <a:moveTo>
                    <a:pt x="0" y="257"/>
                  </a:moveTo>
                  <a:lnTo>
                    <a:pt x="1" y="253"/>
                  </a:lnTo>
                  <a:lnTo>
                    <a:pt x="1" y="250"/>
                  </a:lnTo>
                  <a:lnTo>
                    <a:pt x="1" y="246"/>
                  </a:lnTo>
                  <a:lnTo>
                    <a:pt x="1" y="243"/>
                  </a:lnTo>
                  <a:lnTo>
                    <a:pt x="2" y="240"/>
                  </a:lnTo>
                  <a:lnTo>
                    <a:pt x="2" y="236"/>
                  </a:lnTo>
                  <a:lnTo>
                    <a:pt x="2" y="233"/>
                  </a:lnTo>
                  <a:lnTo>
                    <a:pt x="2" y="229"/>
                  </a:lnTo>
                  <a:lnTo>
                    <a:pt x="3" y="226"/>
                  </a:lnTo>
                  <a:lnTo>
                    <a:pt x="3" y="223"/>
                  </a:lnTo>
                  <a:lnTo>
                    <a:pt x="4" y="220"/>
                  </a:lnTo>
                  <a:lnTo>
                    <a:pt x="4" y="216"/>
                  </a:lnTo>
                  <a:lnTo>
                    <a:pt x="4" y="214"/>
                  </a:lnTo>
                  <a:lnTo>
                    <a:pt x="4" y="210"/>
                  </a:lnTo>
                  <a:lnTo>
                    <a:pt x="5" y="208"/>
                  </a:lnTo>
                  <a:lnTo>
                    <a:pt x="5" y="205"/>
                  </a:lnTo>
                  <a:lnTo>
                    <a:pt x="5" y="202"/>
                  </a:lnTo>
                  <a:lnTo>
                    <a:pt x="5" y="199"/>
                  </a:lnTo>
                  <a:lnTo>
                    <a:pt x="6" y="196"/>
                  </a:lnTo>
                  <a:lnTo>
                    <a:pt x="6" y="193"/>
                  </a:lnTo>
                  <a:lnTo>
                    <a:pt x="6" y="191"/>
                  </a:lnTo>
                  <a:lnTo>
                    <a:pt x="7" y="188"/>
                  </a:lnTo>
                  <a:lnTo>
                    <a:pt x="7" y="185"/>
                  </a:lnTo>
                  <a:lnTo>
                    <a:pt x="7" y="182"/>
                  </a:lnTo>
                  <a:lnTo>
                    <a:pt x="8" y="179"/>
                  </a:lnTo>
                  <a:lnTo>
                    <a:pt x="8" y="177"/>
                  </a:lnTo>
                  <a:lnTo>
                    <a:pt x="8" y="174"/>
                  </a:lnTo>
                  <a:lnTo>
                    <a:pt x="8" y="172"/>
                  </a:lnTo>
                  <a:lnTo>
                    <a:pt x="9" y="169"/>
                  </a:lnTo>
                  <a:lnTo>
                    <a:pt x="9" y="166"/>
                  </a:lnTo>
                  <a:lnTo>
                    <a:pt x="9" y="164"/>
                  </a:lnTo>
                  <a:lnTo>
                    <a:pt x="10" y="161"/>
                  </a:lnTo>
                  <a:lnTo>
                    <a:pt x="10" y="159"/>
                  </a:lnTo>
                  <a:lnTo>
                    <a:pt x="10" y="157"/>
                  </a:lnTo>
                  <a:lnTo>
                    <a:pt x="10" y="154"/>
                  </a:lnTo>
                  <a:lnTo>
                    <a:pt x="11" y="151"/>
                  </a:lnTo>
                  <a:lnTo>
                    <a:pt x="11" y="149"/>
                  </a:lnTo>
                  <a:lnTo>
                    <a:pt x="11" y="146"/>
                  </a:lnTo>
                  <a:lnTo>
                    <a:pt x="11" y="144"/>
                  </a:lnTo>
                  <a:lnTo>
                    <a:pt x="12" y="141"/>
                  </a:lnTo>
                  <a:lnTo>
                    <a:pt x="12" y="139"/>
                  </a:lnTo>
                  <a:lnTo>
                    <a:pt x="13" y="137"/>
                  </a:lnTo>
                  <a:lnTo>
                    <a:pt x="13" y="134"/>
                  </a:lnTo>
                  <a:lnTo>
                    <a:pt x="13" y="132"/>
                  </a:lnTo>
                  <a:lnTo>
                    <a:pt x="13" y="130"/>
                  </a:lnTo>
                  <a:lnTo>
                    <a:pt x="14" y="128"/>
                  </a:lnTo>
                  <a:lnTo>
                    <a:pt x="14" y="126"/>
                  </a:lnTo>
                  <a:lnTo>
                    <a:pt x="14" y="124"/>
                  </a:lnTo>
                  <a:lnTo>
                    <a:pt x="14" y="122"/>
                  </a:lnTo>
                  <a:lnTo>
                    <a:pt x="15" y="120"/>
                  </a:lnTo>
                  <a:lnTo>
                    <a:pt x="15" y="117"/>
                  </a:lnTo>
                  <a:lnTo>
                    <a:pt x="15" y="116"/>
                  </a:lnTo>
                  <a:lnTo>
                    <a:pt x="16" y="114"/>
                  </a:lnTo>
                  <a:lnTo>
                    <a:pt x="16" y="112"/>
                  </a:lnTo>
                  <a:lnTo>
                    <a:pt x="16" y="110"/>
                  </a:lnTo>
                  <a:lnTo>
                    <a:pt x="16" y="108"/>
                  </a:lnTo>
                  <a:lnTo>
                    <a:pt x="17" y="106"/>
                  </a:lnTo>
                  <a:lnTo>
                    <a:pt x="17" y="104"/>
                  </a:lnTo>
                  <a:lnTo>
                    <a:pt x="17" y="102"/>
                  </a:lnTo>
                  <a:lnTo>
                    <a:pt x="18" y="100"/>
                  </a:lnTo>
                  <a:lnTo>
                    <a:pt x="18" y="99"/>
                  </a:lnTo>
                  <a:lnTo>
                    <a:pt x="18" y="97"/>
                  </a:lnTo>
                  <a:lnTo>
                    <a:pt x="19" y="95"/>
                  </a:lnTo>
                  <a:lnTo>
                    <a:pt x="19" y="94"/>
                  </a:lnTo>
                  <a:lnTo>
                    <a:pt x="19" y="91"/>
                  </a:lnTo>
                  <a:lnTo>
                    <a:pt x="19" y="90"/>
                  </a:lnTo>
                  <a:lnTo>
                    <a:pt x="20" y="89"/>
                  </a:lnTo>
                  <a:lnTo>
                    <a:pt x="20" y="87"/>
                  </a:lnTo>
                  <a:lnTo>
                    <a:pt x="20" y="85"/>
                  </a:lnTo>
                  <a:lnTo>
                    <a:pt x="20" y="84"/>
                  </a:lnTo>
                  <a:lnTo>
                    <a:pt x="21" y="82"/>
                  </a:lnTo>
                  <a:lnTo>
                    <a:pt x="21" y="81"/>
                  </a:lnTo>
                  <a:lnTo>
                    <a:pt x="22" y="79"/>
                  </a:lnTo>
                  <a:lnTo>
                    <a:pt x="22" y="78"/>
                  </a:lnTo>
                  <a:lnTo>
                    <a:pt x="22" y="76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3" y="72"/>
                  </a:lnTo>
                  <a:lnTo>
                    <a:pt x="23" y="70"/>
                  </a:lnTo>
                  <a:lnTo>
                    <a:pt x="23" y="69"/>
                  </a:lnTo>
                  <a:lnTo>
                    <a:pt x="24" y="67"/>
                  </a:lnTo>
                  <a:lnTo>
                    <a:pt x="24" y="66"/>
                  </a:lnTo>
                  <a:lnTo>
                    <a:pt x="24" y="64"/>
                  </a:lnTo>
                  <a:lnTo>
                    <a:pt x="25" y="64"/>
                  </a:lnTo>
                  <a:lnTo>
                    <a:pt x="25" y="62"/>
                  </a:lnTo>
                  <a:lnTo>
                    <a:pt x="25" y="61"/>
                  </a:lnTo>
                  <a:lnTo>
                    <a:pt x="25" y="59"/>
                  </a:lnTo>
                  <a:lnTo>
                    <a:pt x="26" y="58"/>
                  </a:lnTo>
                  <a:lnTo>
                    <a:pt x="26" y="57"/>
                  </a:lnTo>
                  <a:lnTo>
                    <a:pt x="26" y="55"/>
                  </a:lnTo>
                  <a:lnTo>
                    <a:pt x="26" y="54"/>
                  </a:lnTo>
                  <a:lnTo>
                    <a:pt x="27" y="52"/>
                  </a:lnTo>
                  <a:lnTo>
                    <a:pt x="27" y="51"/>
                  </a:lnTo>
                  <a:lnTo>
                    <a:pt x="28" y="50"/>
                  </a:lnTo>
                  <a:lnTo>
                    <a:pt x="28" y="49"/>
                  </a:lnTo>
                  <a:lnTo>
                    <a:pt x="28" y="47"/>
                  </a:lnTo>
                  <a:lnTo>
                    <a:pt x="28" y="46"/>
                  </a:lnTo>
                  <a:lnTo>
                    <a:pt x="29" y="45"/>
                  </a:lnTo>
                  <a:lnTo>
                    <a:pt x="29" y="43"/>
                  </a:lnTo>
                  <a:lnTo>
                    <a:pt x="29" y="42"/>
                  </a:lnTo>
                  <a:lnTo>
                    <a:pt x="29" y="41"/>
                  </a:lnTo>
                  <a:lnTo>
                    <a:pt x="30" y="40"/>
                  </a:lnTo>
                  <a:lnTo>
                    <a:pt x="30" y="39"/>
                  </a:lnTo>
                  <a:lnTo>
                    <a:pt x="30" y="38"/>
                  </a:lnTo>
                  <a:lnTo>
                    <a:pt x="31" y="37"/>
                  </a:lnTo>
                  <a:lnTo>
                    <a:pt x="31" y="35"/>
                  </a:lnTo>
                  <a:lnTo>
                    <a:pt x="31" y="34"/>
                  </a:lnTo>
                  <a:lnTo>
                    <a:pt x="32" y="33"/>
                  </a:lnTo>
                  <a:lnTo>
                    <a:pt x="32" y="32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33" y="29"/>
                  </a:lnTo>
                  <a:lnTo>
                    <a:pt x="33" y="28"/>
                  </a:lnTo>
                  <a:lnTo>
                    <a:pt x="33" y="27"/>
                  </a:lnTo>
                  <a:lnTo>
                    <a:pt x="34" y="26"/>
                  </a:lnTo>
                  <a:lnTo>
                    <a:pt x="34" y="25"/>
                  </a:lnTo>
                  <a:lnTo>
                    <a:pt x="34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6" y="19"/>
                  </a:lnTo>
                  <a:lnTo>
                    <a:pt x="36" y="18"/>
                  </a:lnTo>
                  <a:lnTo>
                    <a:pt x="37" y="17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7" y="14"/>
                  </a:lnTo>
                  <a:lnTo>
                    <a:pt x="38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9" y="10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40" y="9"/>
                  </a:lnTo>
                  <a:lnTo>
                    <a:pt x="40" y="8"/>
                  </a:lnTo>
                  <a:lnTo>
                    <a:pt x="41" y="8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7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5" y="3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6" y="2"/>
                  </a:lnTo>
                  <a:lnTo>
                    <a:pt x="46" y="1"/>
                  </a:lnTo>
                  <a:lnTo>
                    <a:pt x="46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7" y="1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7" y="2"/>
                  </a:lnTo>
                  <a:lnTo>
                    <a:pt x="57" y="3"/>
                  </a:lnTo>
                  <a:lnTo>
                    <a:pt x="57" y="3"/>
                  </a:lnTo>
                  <a:lnTo>
                    <a:pt x="57" y="4"/>
                  </a:lnTo>
                  <a:lnTo>
                    <a:pt x="58" y="4"/>
                  </a:lnTo>
                  <a:lnTo>
                    <a:pt x="58" y="4"/>
                  </a:lnTo>
                  <a:lnTo>
                    <a:pt x="58" y="5"/>
                  </a:lnTo>
                  <a:lnTo>
                    <a:pt x="58" y="5"/>
                  </a:lnTo>
                  <a:lnTo>
                    <a:pt x="59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2" y="8"/>
                  </a:lnTo>
                  <a:lnTo>
                    <a:pt x="62" y="9"/>
                  </a:lnTo>
                  <a:lnTo>
                    <a:pt x="62" y="10"/>
                  </a:lnTo>
                  <a:lnTo>
                    <a:pt x="63" y="10"/>
                  </a:lnTo>
                  <a:lnTo>
                    <a:pt x="63" y="10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4" y="11"/>
                  </a:lnTo>
                  <a:lnTo>
                    <a:pt x="64" y="12"/>
                  </a:lnTo>
                  <a:lnTo>
                    <a:pt x="64" y="13"/>
                  </a:lnTo>
                  <a:lnTo>
                    <a:pt x="65" y="13"/>
                  </a:lnTo>
                  <a:lnTo>
                    <a:pt x="65" y="13"/>
                  </a:lnTo>
                  <a:lnTo>
                    <a:pt x="65" y="14"/>
                  </a:lnTo>
                  <a:lnTo>
                    <a:pt x="66" y="14"/>
                  </a:lnTo>
                  <a:lnTo>
                    <a:pt x="66" y="15"/>
                  </a:lnTo>
                  <a:lnTo>
                    <a:pt x="66" y="16"/>
                  </a:lnTo>
                  <a:lnTo>
                    <a:pt x="66" y="16"/>
                  </a:lnTo>
                  <a:lnTo>
                    <a:pt x="67" y="17"/>
                  </a:lnTo>
                  <a:lnTo>
                    <a:pt x="67" y="18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69" y="20"/>
                  </a:lnTo>
                  <a:lnTo>
                    <a:pt x="69" y="21"/>
                  </a:lnTo>
                  <a:lnTo>
                    <a:pt x="69" y="22"/>
                  </a:lnTo>
                  <a:lnTo>
                    <a:pt x="69" y="22"/>
                  </a:lnTo>
                  <a:lnTo>
                    <a:pt x="70" y="23"/>
                  </a:lnTo>
                  <a:lnTo>
                    <a:pt x="70" y="24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71" y="27"/>
                  </a:lnTo>
                  <a:lnTo>
                    <a:pt x="72" y="28"/>
                  </a:lnTo>
                  <a:lnTo>
                    <a:pt x="72" y="28"/>
                  </a:lnTo>
                  <a:lnTo>
                    <a:pt x="72" y="29"/>
                  </a:lnTo>
                  <a:lnTo>
                    <a:pt x="72" y="29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3" y="32"/>
                  </a:lnTo>
                  <a:lnTo>
                    <a:pt x="73" y="32"/>
                  </a:lnTo>
                  <a:lnTo>
                    <a:pt x="74" y="33"/>
                  </a:lnTo>
                  <a:lnTo>
                    <a:pt x="74" y="33"/>
                  </a:lnTo>
                  <a:lnTo>
                    <a:pt x="75" y="34"/>
                  </a:lnTo>
                  <a:lnTo>
                    <a:pt x="75" y="35"/>
                  </a:lnTo>
                  <a:lnTo>
                    <a:pt x="75" y="35"/>
                  </a:lnTo>
                  <a:lnTo>
                    <a:pt x="75" y="36"/>
                  </a:lnTo>
                  <a:lnTo>
                    <a:pt x="76" y="37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6" y="39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7" y="41"/>
                  </a:lnTo>
                  <a:lnTo>
                    <a:pt x="78" y="42"/>
                  </a:lnTo>
                  <a:lnTo>
                    <a:pt x="78" y="43"/>
                  </a:lnTo>
                  <a:lnTo>
                    <a:pt x="78" y="43"/>
                  </a:lnTo>
                  <a:lnTo>
                    <a:pt x="79" y="44"/>
                  </a:lnTo>
                  <a:lnTo>
                    <a:pt x="79" y="45"/>
                  </a:lnTo>
                  <a:lnTo>
                    <a:pt x="79" y="45"/>
                  </a:lnTo>
                  <a:lnTo>
                    <a:pt x="79" y="46"/>
                  </a:lnTo>
                  <a:lnTo>
                    <a:pt x="80" y="47"/>
                  </a:lnTo>
                  <a:lnTo>
                    <a:pt x="80" y="48"/>
                  </a:lnTo>
                  <a:lnTo>
                    <a:pt x="80" y="49"/>
                  </a:lnTo>
                  <a:lnTo>
                    <a:pt x="81" y="49"/>
                  </a:lnTo>
                  <a:lnTo>
                    <a:pt x="81" y="50"/>
                  </a:lnTo>
                  <a:lnTo>
                    <a:pt x="81" y="51"/>
                  </a:lnTo>
                  <a:lnTo>
                    <a:pt x="81" y="51"/>
                  </a:lnTo>
                  <a:lnTo>
                    <a:pt x="82" y="52"/>
                  </a:lnTo>
                  <a:lnTo>
                    <a:pt x="82" y="52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3" y="55"/>
                  </a:lnTo>
                  <a:lnTo>
                    <a:pt x="83" y="55"/>
                  </a:lnTo>
                  <a:lnTo>
                    <a:pt x="84" y="56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5" y="58"/>
                  </a:lnTo>
                  <a:lnTo>
                    <a:pt x="85" y="58"/>
                  </a:lnTo>
                  <a:lnTo>
                    <a:pt x="85" y="58"/>
                  </a:lnTo>
                  <a:lnTo>
                    <a:pt x="85" y="59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1"/>
                  </a:lnTo>
                  <a:lnTo>
                    <a:pt x="87" y="61"/>
                  </a:lnTo>
                  <a:lnTo>
                    <a:pt x="87" y="62"/>
                  </a:lnTo>
                  <a:lnTo>
                    <a:pt x="87" y="63"/>
                  </a:lnTo>
                  <a:lnTo>
                    <a:pt x="87" y="63"/>
                  </a:lnTo>
                  <a:lnTo>
                    <a:pt x="88" y="64"/>
                  </a:lnTo>
                  <a:lnTo>
                    <a:pt x="88" y="64"/>
                  </a:lnTo>
                  <a:lnTo>
                    <a:pt x="88" y="65"/>
                  </a:lnTo>
                  <a:lnTo>
                    <a:pt x="89" y="66"/>
                  </a:lnTo>
                  <a:lnTo>
                    <a:pt x="89" y="66"/>
                  </a:lnTo>
                  <a:lnTo>
                    <a:pt x="89" y="67"/>
                  </a:lnTo>
                  <a:lnTo>
                    <a:pt x="90" y="68"/>
                  </a:lnTo>
                  <a:lnTo>
                    <a:pt x="90" y="69"/>
                  </a:lnTo>
                  <a:lnTo>
                    <a:pt x="90" y="70"/>
                  </a:lnTo>
                  <a:lnTo>
                    <a:pt x="90" y="70"/>
                  </a:lnTo>
                  <a:lnTo>
                    <a:pt x="91" y="71"/>
                  </a:lnTo>
                  <a:lnTo>
                    <a:pt x="91" y="72"/>
                  </a:lnTo>
                  <a:lnTo>
                    <a:pt x="91" y="73"/>
                  </a:lnTo>
                  <a:lnTo>
                    <a:pt x="91" y="73"/>
                  </a:lnTo>
                  <a:lnTo>
                    <a:pt x="92" y="75"/>
                  </a:lnTo>
                  <a:lnTo>
                    <a:pt x="92" y="75"/>
                  </a:lnTo>
                  <a:lnTo>
                    <a:pt x="93" y="76"/>
                  </a:lnTo>
                  <a:lnTo>
                    <a:pt x="93" y="77"/>
                  </a:lnTo>
                  <a:lnTo>
                    <a:pt x="93" y="78"/>
                  </a:lnTo>
                  <a:lnTo>
                    <a:pt x="93" y="79"/>
                  </a:lnTo>
                  <a:lnTo>
                    <a:pt x="94" y="80"/>
                  </a:lnTo>
                  <a:lnTo>
                    <a:pt x="94" y="81"/>
                  </a:lnTo>
                  <a:lnTo>
                    <a:pt x="94" y="82"/>
                  </a:lnTo>
                  <a:lnTo>
                    <a:pt x="94" y="83"/>
                  </a:lnTo>
                  <a:lnTo>
                    <a:pt x="95" y="83"/>
                  </a:lnTo>
                  <a:lnTo>
                    <a:pt x="95" y="84"/>
                  </a:lnTo>
                  <a:lnTo>
                    <a:pt x="95" y="85"/>
                  </a:lnTo>
                  <a:lnTo>
                    <a:pt x="96" y="86"/>
                  </a:lnTo>
                  <a:lnTo>
                    <a:pt x="96" y="87"/>
                  </a:lnTo>
                  <a:lnTo>
                    <a:pt x="96" y="88"/>
                  </a:lnTo>
                  <a:lnTo>
                    <a:pt x="96" y="89"/>
                  </a:lnTo>
                  <a:lnTo>
                    <a:pt x="97" y="90"/>
                  </a:lnTo>
                  <a:lnTo>
                    <a:pt x="97" y="91"/>
                  </a:lnTo>
                  <a:lnTo>
                    <a:pt x="97" y="92"/>
                  </a:lnTo>
                  <a:lnTo>
                    <a:pt x="97" y="93"/>
                  </a:lnTo>
                  <a:lnTo>
                    <a:pt x="98" y="94"/>
                  </a:lnTo>
                  <a:lnTo>
                    <a:pt x="98" y="95"/>
                  </a:lnTo>
                  <a:lnTo>
                    <a:pt x="99" y="96"/>
                  </a:lnTo>
                  <a:lnTo>
                    <a:pt x="99" y="97"/>
                  </a:lnTo>
                  <a:lnTo>
                    <a:pt x="99" y="98"/>
                  </a:lnTo>
                  <a:lnTo>
                    <a:pt x="99" y="99"/>
                  </a:lnTo>
                  <a:lnTo>
                    <a:pt x="100" y="100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100" y="104"/>
                  </a:lnTo>
                  <a:lnTo>
                    <a:pt x="101" y="105"/>
                  </a:lnTo>
                  <a:lnTo>
                    <a:pt x="101" y="106"/>
                  </a:lnTo>
                  <a:lnTo>
                    <a:pt x="102" y="107"/>
                  </a:lnTo>
                  <a:lnTo>
                    <a:pt x="102" y="108"/>
                  </a:lnTo>
                  <a:lnTo>
                    <a:pt x="102" y="109"/>
                  </a:lnTo>
                  <a:lnTo>
                    <a:pt x="102" y="110"/>
                  </a:lnTo>
                  <a:lnTo>
                    <a:pt x="103" y="111"/>
                  </a:lnTo>
                  <a:lnTo>
                    <a:pt x="103" y="113"/>
                  </a:lnTo>
                  <a:lnTo>
                    <a:pt x="103" y="114"/>
                  </a:lnTo>
                  <a:lnTo>
                    <a:pt x="103" y="115"/>
                  </a:lnTo>
                  <a:lnTo>
                    <a:pt x="104" y="116"/>
                  </a:lnTo>
                  <a:lnTo>
                    <a:pt x="104" y="117"/>
                  </a:lnTo>
                  <a:lnTo>
                    <a:pt x="104" y="118"/>
                  </a:lnTo>
                  <a:lnTo>
                    <a:pt x="105" y="119"/>
                  </a:lnTo>
                  <a:lnTo>
                    <a:pt x="105" y="120"/>
                  </a:lnTo>
                  <a:lnTo>
                    <a:pt x="105" y="121"/>
                  </a:lnTo>
                  <a:lnTo>
                    <a:pt x="105" y="122"/>
                  </a:lnTo>
                  <a:lnTo>
                    <a:pt x="106" y="123"/>
                  </a:lnTo>
                  <a:lnTo>
                    <a:pt x="106" y="124"/>
                  </a:lnTo>
                  <a:lnTo>
                    <a:pt x="106" y="125"/>
                  </a:lnTo>
                  <a:lnTo>
                    <a:pt x="106" y="126"/>
                  </a:lnTo>
                  <a:lnTo>
                    <a:pt x="107" y="127"/>
                  </a:lnTo>
                  <a:lnTo>
                    <a:pt x="107" y="128"/>
                  </a:lnTo>
                  <a:lnTo>
                    <a:pt x="108" y="129"/>
                  </a:lnTo>
                  <a:lnTo>
                    <a:pt x="108" y="131"/>
                  </a:lnTo>
                  <a:lnTo>
                    <a:pt x="108" y="132"/>
                  </a:lnTo>
                  <a:lnTo>
                    <a:pt x="108" y="133"/>
                  </a:lnTo>
                  <a:lnTo>
                    <a:pt x="109" y="134"/>
                  </a:lnTo>
                  <a:lnTo>
                    <a:pt x="109" y="135"/>
                  </a:lnTo>
                  <a:lnTo>
                    <a:pt x="109" y="136"/>
                  </a:lnTo>
                  <a:lnTo>
                    <a:pt x="109" y="137"/>
                  </a:lnTo>
                  <a:lnTo>
                    <a:pt x="110" y="138"/>
                  </a:lnTo>
                  <a:lnTo>
                    <a:pt x="110" y="139"/>
                  </a:lnTo>
                  <a:lnTo>
                    <a:pt x="110" y="140"/>
                  </a:lnTo>
                  <a:lnTo>
                    <a:pt x="111" y="141"/>
                  </a:lnTo>
                  <a:lnTo>
                    <a:pt x="111" y="143"/>
                  </a:lnTo>
                  <a:lnTo>
                    <a:pt x="111" y="144"/>
                  </a:lnTo>
                  <a:lnTo>
                    <a:pt x="112" y="145"/>
                  </a:lnTo>
                  <a:lnTo>
                    <a:pt x="112" y="146"/>
                  </a:lnTo>
                  <a:lnTo>
                    <a:pt x="112" y="147"/>
                  </a:lnTo>
                  <a:lnTo>
                    <a:pt x="113" y="148"/>
                  </a:lnTo>
                  <a:lnTo>
                    <a:pt x="113" y="149"/>
                  </a:lnTo>
                  <a:lnTo>
                    <a:pt x="113" y="150"/>
                  </a:lnTo>
                  <a:lnTo>
                    <a:pt x="113" y="152"/>
                  </a:lnTo>
                  <a:lnTo>
                    <a:pt x="114" y="153"/>
                  </a:lnTo>
                  <a:lnTo>
                    <a:pt x="114" y="154"/>
                  </a:lnTo>
                  <a:lnTo>
                    <a:pt x="114" y="155"/>
                  </a:lnTo>
                  <a:lnTo>
                    <a:pt x="114" y="156"/>
                  </a:lnTo>
                  <a:lnTo>
                    <a:pt x="115" y="157"/>
                  </a:lnTo>
                  <a:lnTo>
                    <a:pt x="115" y="158"/>
                  </a:lnTo>
                  <a:lnTo>
                    <a:pt x="116" y="159"/>
                  </a:lnTo>
                  <a:lnTo>
                    <a:pt x="116" y="160"/>
                  </a:lnTo>
                  <a:lnTo>
                    <a:pt x="116" y="161"/>
                  </a:lnTo>
                  <a:lnTo>
                    <a:pt x="116" y="162"/>
                  </a:lnTo>
                  <a:lnTo>
                    <a:pt x="117" y="163"/>
                  </a:lnTo>
                  <a:lnTo>
                    <a:pt x="117" y="164"/>
                  </a:lnTo>
                  <a:lnTo>
                    <a:pt x="117" y="165"/>
                  </a:lnTo>
                  <a:lnTo>
                    <a:pt x="117" y="166"/>
                  </a:lnTo>
                  <a:lnTo>
                    <a:pt x="118" y="167"/>
                  </a:lnTo>
                  <a:lnTo>
                    <a:pt x="118" y="168"/>
                  </a:lnTo>
                  <a:lnTo>
                    <a:pt x="118" y="169"/>
                  </a:lnTo>
                  <a:lnTo>
                    <a:pt x="119" y="170"/>
                  </a:lnTo>
                  <a:lnTo>
                    <a:pt x="119" y="171"/>
                  </a:lnTo>
                  <a:lnTo>
                    <a:pt x="119" y="172"/>
                  </a:lnTo>
                  <a:lnTo>
                    <a:pt x="119" y="172"/>
                  </a:lnTo>
                  <a:lnTo>
                    <a:pt x="120" y="173"/>
                  </a:lnTo>
                  <a:lnTo>
                    <a:pt x="120" y="175"/>
                  </a:lnTo>
                  <a:lnTo>
                    <a:pt x="120" y="176"/>
                  </a:lnTo>
                  <a:lnTo>
                    <a:pt x="120" y="176"/>
                  </a:lnTo>
                  <a:lnTo>
                    <a:pt x="121" y="177"/>
                  </a:lnTo>
                  <a:lnTo>
                    <a:pt x="121" y="178"/>
                  </a:lnTo>
                  <a:lnTo>
                    <a:pt x="122" y="179"/>
                  </a:lnTo>
                  <a:lnTo>
                    <a:pt x="122" y="180"/>
                  </a:lnTo>
                  <a:lnTo>
                    <a:pt x="122" y="181"/>
                  </a:lnTo>
                  <a:lnTo>
                    <a:pt x="122" y="182"/>
                  </a:lnTo>
                  <a:lnTo>
                    <a:pt x="123" y="183"/>
                  </a:lnTo>
                  <a:lnTo>
                    <a:pt x="123" y="184"/>
                  </a:lnTo>
                  <a:lnTo>
                    <a:pt x="123" y="184"/>
                  </a:lnTo>
                  <a:lnTo>
                    <a:pt x="123" y="185"/>
                  </a:lnTo>
                  <a:lnTo>
                    <a:pt x="124" y="187"/>
                  </a:lnTo>
                  <a:lnTo>
                    <a:pt x="124" y="187"/>
                  </a:lnTo>
                  <a:lnTo>
                    <a:pt x="124" y="188"/>
                  </a:lnTo>
                  <a:lnTo>
                    <a:pt x="125" y="190"/>
                  </a:lnTo>
                  <a:lnTo>
                    <a:pt x="125" y="190"/>
                  </a:lnTo>
                  <a:lnTo>
                    <a:pt x="125" y="191"/>
                  </a:lnTo>
                  <a:lnTo>
                    <a:pt x="126" y="191"/>
                  </a:lnTo>
                  <a:lnTo>
                    <a:pt x="126" y="193"/>
                  </a:lnTo>
                  <a:lnTo>
                    <a:pt x="126" y="193"/>
                  </a:lnTo>
                  <a:lnTo>
                    <a:pt x="126" y="194"/>
                  </a:lnTo>
                  <a:lnTo>
                    <a:pt x="127" y="195"/>
                  </a:lnTo>
                  <a:lnTo>
                    <a:pt x="127" y="196"/>
                  </a:lnTo>
                  <a:lnTo>
                    <a:pt x="127" y="197"/>
                  </a:lnTo>
                  <a:lnTo>
                    <a:pt x="128" y="198"/>
                  </a:lnTo>
                  <a:lnTo>
                    <a:pt x="128" y="199"/>
                  </a:lnTo>
                  <a:lnTo>
                    <a:pt x="128" y="199"/>
                  </a:lnTo>
                  <a:lnTo>
                    <a:pt x="128" y="200"/>
                  </a:lnTo>
                  <a:lnTo>
                    <a:pt x="129" y="202"/>
                  </a:lnTo>
                  <a:lnTo>
                    <a:pt x="129" y="203"/>
                  </a:lnTo>
                  <a:lnTo>
                    <a:pt x="129" y="203"/>
                  </a:lnTo>
                  <a:lnTo>
                    <a:pt x="129" y="204"/>
                  </a:lnTo>
                  <a:lnTo>
                    <a:pt x="130" y="205"/>
                  </a:lnTo>
                  <a:lnTo>
                    <a:pt x="130" y="206"/>
                  </a:lnTo>
                  <a:lnTo>
                    <a:pt x="131" y="207"/>
                  </a:lnTo>
                  <a:lnTo>
                    <a:pt x="131" y="208"/>
                  </a:lnTo>
                  <a:lnTo>
                    <a:pt x="131" y="209"/>
                  </a:lnTo>
                  <a:lnTo>
                    <a:pt x="131" y="210"/>
                  </a:lnTo>
                  <a:lnTo>
                    <a:pt x="132" y="211"/>
                  </a:lnTo>
                  <a:lnTo>
                    <a:pt x="132" y="212"/>
                  </a:lnTo>
                  <a:lnTo>
                    <a:pt x="132" y="213"/>
                  </a:lnTo>
                  <a:lnTo>
                    <a:pt x="132" y="214"/>
                  </a:lnTo>
                  <a:lnTo>
                    <a:pt x="133" y="215"/>
                  </a:lnTo>
                  <a:lnTo>
                    <a:pt x="133" y="216"/>
                  </a:lnTo>
                  <a:lnTo>
                    <a:pt x="133" y="216"/>
                  </a:lnTo>
                  <a:lnTo>
                    <a:pt x="134" y="217"/>
                  </a:lnTo>
                  <a:lnTo>
                    <a:pt x="134" y="218"/>
                  </a:lnTo>
                  <a:lnTo>
                    <a:pt x="134" y="219"/>
                  </a:lnTo>
                  <a:lnTo>
                    <a:pt x="134" y="220"/>
                  </a:lnTo>
                  <a:lnTo>
                    <a:pt x="135" y="221"/>
                  </a:lnTo>
                  <a:lnTo>
                    <a:pt x="135" y="222"/>
                  </a:lnTo>
                  <a:lnTo>
                    <a:pt x="135" y="222"/>
                  </a:lnTo>
                  <a:lnTo>
                    <a:pt x="136" y="223"/>
                  </a:lnTo>
                  <a:lnTo>
                    <a:pt x="136" y="224"/>
                  </a:lnTo>
                  <a:lnTo>
                    <a:pt x="136" y="225"/>
                  </a:lnTo>
                  <a:lnTo>
                    <a:pt x="137" y="226"/>
                  </a:lnTo>
                  <a:lnTo>
                    <a:pt x="137" y="226"/>
                  </a:lnTo>
                  <a:lnTo>
                    <a:pt x="137" y="228"/>
                  </a:lnTo>
                  <a:lnTo>
                    <a:pt x="137" y="228"/>
                  </a:lnTo>
                  <a:lnTo>
                    <a:pt x="138" y="229"/>
                  </a:lnTo>
                  <a:lnTo>
                    <a:pt x="138" y="229"/>
                  </a:lnTo>
                  <a:lnTo>
                    <a:pt x="138" y="230"/>
                  </a:lnTo>
                  <a:lnTo>
                    <a:pt x="138" y="231"/>
                  </a:lnTo>
                  <a:lnTo>
                    <a:pt x="139" y="232"/>
                  </a:lnTo>
                  <a:lnTo>
                    <a:pt x="139" y="233"/>
                  </a:lnTo>
                  <a:lnTo>
                    <a:pt x="140" y="234"/>
                  </a:lnTo>
                  <a:lnTo>
                    <a:pt x="140" y="235"/>
                  </a:lnTo>
                  <a:lnTo>
                    <a:pt x="140" y="235"/>
                  </a:lnTo>
                  <a:lnTo>
                    <a:pt x="140" y="236"/>
                  </a:lnTo>
                  <a:lnTo>
                    <a:pt x="141" y="237"/>
                  </a:lnTo>
                  <a:lnTo>
                    <a:pt x="141" y="237"/>
                  </a:lnTo>
                  <a:lnTo>
                    <a:pt x="141" y="238"/>
                  </a:lnTo>
                  <a:lnTo>
                    <a:pt x="141" y="239"/>
                  </a:lnTo>
                  <a:lnTo>
                    <a:pt x="142" y="240"/>
                  </a:lnTo>
                  <a:lnTo>
                    <a:pt x="142" y="241"/>
                  </a:lnTo>
                  <a:lnTo>
                    <a:pt x="142" y="242"/>
                  </a:lnTo>
                  <a:lnTo>
                    <a:pt x="143" y="242"/>
                  </a:lnTo>
                  <a:lnTo>
                    <a:pt x="143" y="243"/>
                  </a:lnTo>
                  <a:lnTo>
                    <a:pt x="143" y="244"/>
                  </a:lnTo>
                  <a:lnTo>
                    <a:pt x="143" y="245"/>
                  </a:lnTo>
                  <a:lnTo>
                    <a:pt x="144" y="246"/>
                  </a:lnTo>
                  <a:lnTo>
                    <a:pt x="144" y="247"/>
                  </a:lnTo>
                  <a:lnTo>
                    <a:pt x="144" y="247"/>
                  </a:lnTo>
                  <a:lnTo>
                    <a:pt x="144" y="248"/>
                  </a:lnTo>
                  <a:lnTo>
                    <a:pt x="145" y="249"/>
                  </a:lnTo>
                  <a:lnTo>
                    <a:pt x="145" y="250"/>
                  </a:lnTo>
                  <a:lnTo>
                    <a:pt x="146" y="250"/>
                  </a:lnTo>
                  <a:lnTo>
                    <a:pt x="146" y="252"/>
                  </a:lnTo>
                  <a:lnTo>
                    <a:pt x="146" y="252"/>
                  </a:lnTo>
                  <a:lnTo>
                    <a:pt x="146" y="253"/>
                  </a:lnTo>
                  <a:lnTo>
                    <a:pt x="147" y="254"/>
                  </a:lnTo>
                  <a:lnTo>
                    <a:pt x="147" y="254"/>
                  </a:lnTo>
                  <a:lnTo>
                    <a:pt x="147" y="255"/>
                  </a:lnTo>
                  <a:lnTo>
                    <a:pt x="147" y="256"/>
                  </a:lnTo>
                  <a:lnTo>
                    <a:pt x="148" y="257"/>
                  </a:lnTo>
                  <a:lnTo>
                    <a:pt x="148" y="258"/>
                  </a:lnTo>
                  <a:lnTo>
                    <a:pt x="149" y="259"/>
                  </a:lnTo>
                  <a:lnTo>
                    <a:pt x="149" y="259"/>
                  </a:lnTo>
                  <a:lnTo>
                    <a:pt x="149" y="260"/>
                  </a:lnTo>
                  <a:lnTo>
                    <a:pt x="149" y="261"/>
                  </a:lnTo>
                  <a:lnTo>
                    <a:pt x="150" y="262"/>
                  </a:lnTo>
                  <a:lnTo>
                    <a:pt x="150" y="263"/>
                  </a:lnTo>
                  <a:lnTo>
                    <a:pt x="150" y="264"/>
                  </a:lnTo>
                  <a:lnTo>
                    <a:pt x="150" y="264"/>
                  </a:lnTo>
                  <a:lnTo>
                    <a:pt x="151" y="265"/>
                  </a:lnTo>
                  <a:lnTo>
                    <a:pt x="151" y="266"/>
                  </a:lnTo>
                  <a:lnTo>
                    <a:pt x="151" y="267"/>
                  </a:lnTo>
                  <a:lnTo>
                    <a:pt x="152" y="267"/>
                  </a:lnTo>
                  <a:lnTo>
                    <a:pt x="152" y="269"/>
                  </a:lnTo>
                  <a:lnTo>
                    <a:pt x="152" y="269"/>
                  </a:lnTo>
                  <a:lnTo>
                    <a:pt x="152" y="270"/>
                  </a:lnTo>
                  <a:lnTo>
                    <a:pt x="153" y="271"/>
                  </a:lnTo>
                  <a:lnTo>
                    <a:pt x="153" y="272"/>
                  </a:lnTo>
                  <a:lnTo>
                    <a:pt x="153" y="273"/>
                  </a:lnTo>
                  <a:lnTo>
                    <a:pt x="153" y="273"/>
                  </a:lnTo>
                  <a:lnTo>
                    <a:pt x="154" y="274"/>
                  </a:lnTo>
                  <a:lnTo>
                    <a:pt x="154" y="275"/>
                  </a:lnTo>
                  <a:lnTo>
                    <a:pt x="155" y="276"/>
                  </a:lnTo>
                  <a:lnTo>
                    <a:pt x="155" y="276"/>
                  </a:lnTo>
                  <a:lnTo>
                    <a:pt x="155" y="277"/>
                  </a:lnTo>
                  <a:lnTo>
                    <a:pt x="155" y="278"/>
                  </a:lnTo>
                  <a:lnTo>
                    <a:pt x="156" y="279"/>
                  </a:lnTo>
                  <a:lnTo>
                    <a:pt x="156" y="280"/>
                  </a:lnTo>
                  <a:lnTo>
                    <a:pt x="156" y="281"/>
                  </a:lnTo>
                  <a:lnTo>
                    <a:pt x="156" y="281"/>
                  </a:lnTo>
                  <a:lnTo>
                    <a:pt x="157" y="282"/>
                  </a:lnTo>
                  <a:lnTo>
                    <a:pt x="157" y="283"/>
                  </a:lnTo>
                  <a:lnTo>
                    <a:pt x="157" y="284"/>
                  </a:lnTo>
                  <a:lnTo>
                    <a:pt x="158" y="285"/>
                  </a:lnTo>
                  <a:lnTo>
                    <a:pt x="158" y="286"/>
                  </a:lnTo>
                  <a:lnTo>
                    <a:pt x="158" y="287"/>
                  </a:lnTo>
                  <a:lnTo>
                    <a:pt x="159" y="288"/>
                  </a:lnTo>
                  <a:lnTo>
                    <a:pt x="159" y="288"/>
                  </a:lnTo>
                  <a:lnTo>
                    <a:pt x="159" y="290"/>
                  </a:lnTo>
                  <a:lnTo>
                    <a:pt x="159" y="291"/>
                  </a:lnTo>
                  <a:lnTo>
                    <a:pt x="160" y="291"/>
                  </a:lnTo>
                  <a:lnTo>
                    <a:pt x="160" y="292"/>
                  </a:lnTo>
                  <a:lnTo>
                    <a:pt x="160" y="293"/>
                  </a:lnTo>
                  <a:lnTo>
                    <a:pt x="161" y="294"/>
                  </a:lnTo>
                  <a:lnTo>
                    <a:pt x="161" y="294"/>
                  </a:lnTo>
                  <a:lnTo>
                    <a:pt x="161" y="296"/>
                  </a:lnTo>
                  <a:lnTo>
                    <a:pt x="161" y="297"/>
                  </a:lnTo>
                  <a:lnTo>
                    <a:pt x="162" y="297"/>
                  </a:lnTo>
                  <a:lnTo>
                    <a:pt x="162" y="298"/>
                  </a:lnTo>
                  <a:lnTo>
                    <a:pt x="162" y="299"/>
                  </a:lnTo>
                  <a:lnTo>
                    <a:pt x="162" y="300"/>
                  </a:lnTo>
                  <a:lnTo>
                    <a:pt x="163" y="301"/>
                  </a:lnTo>
                  <a:lnTo>
                    <a:pt x="163" y="302"/>
                  </a:lnTo>
                  <a:lnTo>
                    <a:pt x="164" y="303"/>
                  </a:lnTo>
                  <a:lnTo>
                    <a:pt x="164" y="303"/>
                  </a:lnTo>
                  <a:lnTo>
                    <a:pt x="164" y="304"/>
                  </a:lnTo>
                  <a:lnTo>
                    <a:pt x="164" y="305"/>
                  </a:lnTo>
                  <a:lnTo>
                    <a:pt x="165" y="306"/>
                  </a:lnTo>
                  <a:lnTo>
                    <a:pt x="165" y="307"/>
                  </a:lnTo>
                  <a:lnTo>
                    <a:pt x="165" y="308"/>
                  </a:lnTo>
                  <a:lnTo>
                    <a:pt x="165" y="309"/>
                  </a:lnTo>
                  <a:lnTo>
                    <a:pt x="166" y="310"/>
                  </a:lnTo>
                  <a:lnTo>
                    <a:pt x="166" y="311"/>
                  </a:lnTo>
                  <a:lnTo>
                    <a:pt x="166" y="312"/>
                  </a:lnTo>
                  <a:lnTo>
                    <a:pt x="167" y="312"/>
                  </a:lnTo>
                  <a:lnTo>
                    <a:pt x="167" y="314"/>
                  </a:lnTo>
                  <a:lnTo>
                    <a:pt x="167" y="315"/>
                  </a:lnTo>
                  <a:lnTo>
                    <a:pt x="167" y="316"/>
                  </a:lnTo>
                  <a:lnTo>
                    <a:pt x="168" y="317"/>
                  </a:lnTo>
                  <a:lnTo>
                    <a:pt x="168" y="318"/>
                  </a:lnTo>
                  <a:lnTo>
                    <a:pt x="168" y="319"/>
                  </a:lnTo>
                  <a:lnTo>
                    <a:pt x="169" y="320"/>
                  </a:lnTo>
                  <a:lnTo>
                    <a:pt x="169" y="321"/>
                  </a:lnTo>
                  <a:lnTo>
                    <a:pt x="169" y="322"/>
                  </a:lnTo>
                  <a:lnTo>
                    <a:pt x="170" y="323"/>
                  </a:lnTo>
                  <a:lnTo>
                    <a:pt x="170" y="324"/>
                  </a:lnTo>
                  <a:lnTo>
                    <a:pt x="170" y="325"/>
                  </a:lnTo>
                  <a:lnTo>
                    <a:pt x="170" y="326"/>
                  </a:lnTo>
                  <a:lnTo>
                    <a:pt x="171" y="328"/>
                  </a:lnTo>
                  <a:lnTo>
                    <a:pt x="171" y="329"/>
                  </a:lnTo>
                  <a:lnTo>
                    <a:pt x="171" y="330"/>
                  </a:lnTo>
                  <a:lnTo>
                    <a:pt x="171" y="331"/>
                  </a:lnTo>
                  <a:lnTo>
                    <a:pt x="172" y="332"/>
                  </a:lnTo>
                  <a:lnTo>
                    <a:pt x="172" y="333"/>
                  </a:lnTo>
                  <a:lnTo>
                    <a:pt x="173" y="334"/>
                  </a:lnTo>
                  <a:lnTo>
                    <a:pt x="173" y="335"/>
                  </a:lnTo>
                  <a:lnTo>
                    <a:pt x="173" y="336"/>
                  </a:lnTo>
                  <a:lnTo>
                    <a:pt x="173" y="337"/>
                  </a:lnTo>
                  <a:lnTo>
                    <a:pt x="174" y="338"/>
                  </a:lnTo>
                  <a:lnTo>
                    <a:pt x="174" y="339"/>
                  </a:lnTo>
                  <a:lnTo>
                    <a:pt x="174" y="340"/>
                  </a:lnTo>
                  <a:lnTo>
                    <a:pt x="174" y="341"/>
                  </a:lnTo>
                  <a:lnTo>
                    <a:pt x="175" y="342"/>
                  </a:lnTo>
                  <a:lnTo>
                    <a:pt x="175" y="343"/>
                  </a:lnTo>
                  <a:lnTo>
                    <a:pt x="175" y="344"/>
                  </a:lnTo>
                  <a:lnTo>
                    <a:pt x="176" y="345"/>
                  </a:lnTo>
                  <a:lnTo>
                    <a:pt x="176" y="346"/>
                  </a:lnTo>
                  <a:lnTo>
                    <a:pt x="176" y="347"/>
                  </a:lnTo>
                  <a:lnTo>
                    <a:pt x="176" y="348"/>
                  </a:lnTo>
                  <a:lnTo>
                    <a:pt x="177" y="349"/>
                  </a:lnTo>
                  <a:lnTo>
                    <a:pt x="177" y="350"/>
                  </a:lnTo>
                  <a:lnTo>
                    <a:pt x="177" y="351"/>
                  </a:lnTo>
                  <a:lnTo>
                    <a:pt x="177" y="352"/>
                  </a:lnTo>
                  <a:lnTo>
                    <a:pt x="178" y="353"/>
                  </a:lnTo>
                  <a:lnTo>
                    <a:pt x="178" y="353"/>
                  </a:lnTo>
                  <a:lnTo>
                    <a:pt x="179" y="354"/>
                  </a:lnTo>
                  <a:lnTo>
                    <a:pt x="179" y="355"/>
                  </a:lnTo>
                  <a:lnTo>
                    <a:pt x="179" y="356"/>
                  </a:lnTo>
                  <a:lnTo>
                    <a:pt x="179" y="356"/>
                  </a:lnTo>
                  <a:lnTo>
                    <a:pt x="180" y="358"/>
                  </a:lnTo>
                  <a:lnTo>
                    <a:pt x="180" y="359"/>
                  </a:lnTo>
                  <a:lnTo>
                    <a:pt x="180" y="360"/>
                  </a:lnTo>
                  <a:lnTo>
                    <a:pt x="180" y="361"/>
                  </a:lnTo>
                  <a:lnTo>
                    <a:pt x="181" y="362"/>
                  </a:lnTo>
                  <a:lnTo>
                    <a:pt x="181" y="362"/>
                  </a:lnTo>
                  <a:lnTo>
                    <a:pt x="181" y="363"/>
                  </a:lnTo>
                  <a:lnTo>
                    <a:pt x="182" y="364"/>
                  </a:lnTo>
                  <a:lnTo>
                    <a:pt x="182" y="365"/>
                  </a:lnTo>
                  <a:lnTo>
                    <a:pt x="182" y="367"/>
                  </a:lnTo>
                  <a:lnTo>
                    <a:pt x="183" y="367"/>
                  </a:lnTo>
                  <a:lnTo>
                    <a:pt x="183" y="368"/>
                  </a:lnTo>
                  <a:lnTo>
                    <a:pt x="183" y="369"/>
                  </a:lnTo>
                  <a:lnTo>
                    <a:pt x="184" y="370"/>
                  </a:lnTo>
                  <a:lnTo>
                    <a:pt x="184" y="372"/>
                  </a:lnTo>
                  <a:lnTo>
                    <a:pt x="184" y="372"/>
                  </a:lnTo>
                  <a:lnTo>
                    <a:pt x="184" y="373"/>
                  </a:lnTo>
                  <a:lnTo>
                    <a:pt x="185" y="374"/>
                  </a:lnTo>
                  <a:lnTo>
                    <a:pt x="185" y="375"/>
                  </a:lnTo>
                  <a:lnTo>
                    <a:pt x="185" y="376"/>
                  </a:lnTo>
                  <a:lnTo>
                    <a:pt x="185" y="377"/>
                  </a:lnTo>
                  <a:lnTo>
                    <a:pt x="186" y="378"/>
                  </a:lnTo>
                  <a:lnTo>
                    <a:pt x="186" y="379"/>
                  </a:lnTo>
                  <a:lnTo>
                    <a:pt x="187" y="380"/>
                  </a:lnTo>
                  <a:lnTo>
                    <a:pt x="187" y="380"/>
                  </a:lnTo>
                  <a:lnTo>
                    <a:pt x="187" y="381"/>
                  </a:lnTo>
                  <a:lnTo>
                    <a:pt x="187" y="382"/>
                  </a:lnTo>
                  <a:lnTo>
                    <a:pt x="188" y="383"/>
                  </a:lnTo>
                  <a:lnTo>
                    <a:pt x="188" y="384"/>
                  </a:lnTo>
                  <a:lnTo>
                    <a:pt x="188" y="385"/>
                  </a:lnTo>
                  <a:lnTo>
                    <a:pt x="188" y="386"/>
                  </a:lnTo>
                  <a:lnTo>
                    <a:pt x="189" y="386"/>
                  </a:lnTo>
                  <a:lnTo>
                    <a:pt x="189" y="387"/>
                  </a:lnTo>
                  <a:lnTo>
                    <a:pt x="189" y="388"/>
                  </a:lnTo>
                  <a:lnTo>
                    <a:pt x="190" y="389"/>
                  </a:lnTo>
                  <a:lnTo>
                    <a:pt x="190" y="390"/>
                  </a:lnTo>
                  <a:lnTo>
                    <a:pt x="190" y="391"/>
                  </a:lnTo>
                  <a:lnTo>
                    <a:pt x="190" y="392"/>
                  </a:lnTo>
                  <a:lnTo>
                    <a:pt x="191" y="392"/>
                  </a:lnTo>
                  <a:lnTo>
                    <a:pt x="191" y="393"/>
                  </a:lnTo>
                  <a:lnTo>
                    <a:pt x="191" y="394"/>
                  </a:lnTo>
                  <a:lnTo>
                    <a:pt x="191" y="395"/>
                  </a:lnTo>
                  <a:lnTo>
                    <a:pt x="192" y="396"/>
                  </a:lnTo>
                  <a:lnTo>
                    <a:pt x="192" y="397"/>
                  </a:lnTo>
                  <a:lnTo>
                    <a:pt x="193" y="397"/>
                  </a:lnTo>
                  <a:lnTo>
                    <a:pt x="193" y="399"/>
                  </a:lnTo>
                  <a:lnTo>
                    <a:pt x="193" y="399"/>
                  </a:lnTo>
                  <a:lnTo>
                    <a:pt x="193" y="400"/>
                  </a:lnTo>
                  <a:lnTo>
                    <a:pt x="194" y="400"/>
                  </a:lnTo>
                  <a:lnTo>
                    <a:pt x="194" y="401"/>
                  </a:lnTo>
                  <a:lnTo>
                    <a:pt x="194" y="402"/>
                  </a:lnTo>
                  <a:lnTo>
                    <a:pt x="194" y="403"/>
                  </a:lnTo>
                  <a:lnTo>
                    <a:pt x="195" y="403"/>
                  </a:lnTo>
                  <a:lnTo>
                    <a:pt x="195" y="404"/>
                  </a:lnTo>
                  <a:lnTo>
                    <a:pt x="195" y="405"/>
                  </a:lnTo>
                  <a:lnTo>
                    <a:pt x="196" y="405"/>
                  </a:lnTo>
                  <a:lnTo>
                    <a:pt x="196" y="406"/>
                  </a:lnTo>
                  <a:lnTo>
                    <a:pt x="196" y="406"/>
                  </a:lnTo>
                  <a:lnTo>
                    <a:pt x="197" y="407"/>
                  </a:lnTo>
                  <a:lnTo>
                    <a:pt x="197" y="408"/>
                  </a:lnTo>
                  <a:lnTo>
                    <a:pt x="197" y="408"/>
                  </a:lnTo>
                  <a:lnTo>
                    <a:pt x="197" y="409"/>
                  </a:lnTo>
                  <a:lnTo>
                    <a:pt x="198" y="410"/>
                  </a:lnTo>
                  <a:lnTo>
                    <a:pt x="198" y="411"/>
                  </a:lnTo>
                  <a:lnTo>
                    <a:pt x="198" y="411"/>
                  </a:lnTo>
                  <a:lnTo>
                    <a:pt x="199" y="412"/>
                  </a:lnTo>
                  <a:lnTo>
                    <a:pt x="199" y="413"/>
                  </a:lnTo>
                  <a:lnTo>
                    <a:pt x="199" y="413"/>
                  </a:lnTo>
                  <a:lnTo>
                    <a:pt x="199" y="414"/>
                  </a:lnTo>
                  <a:lnTo>
                    <a:pt x="200" y="415"/>
                  </a:lnTo>
                  <a:lnTo>
                    <a:pt x="200" y="415"/>
                  </a:lnTo>
                  <a:lnTo>
                    <a:pt x="200" y="416"/>
                  </a:lnTo>
                  <a:lnTo>
                    <a:pt x="200" y="417"/>
                  </a:lnTo>
                  <a:lnTo>
                    <a:pt x="201" y="418"/>
                  </a:lnTo>
                  <a:lnTo>
                    <a:pt x="201" y="418"/>
                  </a:lnTo>
                  <a:lnTo>
                    <a:pt x="202" y="419"/>
                  </a:lnTo>
                  <a:lnTo>
                    <a:pt x="202" y="419"/>
                  </a:lnTo>
                  <a:lnTo>
                    <a:pt x="202" y="420"/>
                  </a:lnTo>
                  <a:lnTo>
                    <a:pt x="202" y="421"/>
                  </a:lnTo>
                  <a:lnTo>
                    <a:pt x="203" y="422"/>
                  </a:lnTo>
                  <a:lnTo>
                    <a:pt x="203" y="422"/>
                  </a:lnTo>
                  <a:lnTo>
                    <a:pt x="203" y="423"/>
                  </a:lnTo>
                  <a:lnTo>
                    <a:pt x="203" y="423"/>
                  </a:lnTo>
                  <a:lnTo>
                    <a:pt x="204" y="424"/>
                  </a:lnTo>
                  <a:lnTo>
                    <a:pt x="204" y="424"/>
                  </a:lnTo>
                  <a:lnTo>
                    <a:pt x="204" y="425"/>
                  </a:lnTo>
                  <a:lnTo>
                    <a:pt x="205" y="425"/>
                  </a:lnTo>
                  <a:lnTo>
                    <a:pt x="205" y="426"/>
                  </a:lnTo>
                  <a:lnTo>
                    <a:pt x="205" y="426"/>
                  </a:lnTo>
                  <a:lnTo>
                    <a:pt x="206" y="427"/>
                  </a:lnTo>
                  <a:lnTo>
                    <a:pt x="206" y="428"/>
                  </a:lnTo>
                  <a:lnTo>
                    <a:pt x="206" y="429"/>
                  </a:lnTo>
                  <a:lnTo>
                    <a:pt x="206" y="429"/>
                  </a:lnTo>
                  <a:lnTo>
                    <a:pt x="207" y="430"/>
                  </a:lnTo>
                  <a:lnTo>
                    <a:pt x="207" y="430"/>
                  </a:lnTo>
                  <a:lnTo>
                    <a:pt x="207" y="431"/>
                  </a:lnTo>
                  <a:lnTo>
                    <a:pt x="208" y="431"/>
                  </a:lnTo>
                  <a:lnTo>
                    <a:pt x="208" y="432"/>
                  </a:lnTo>
                  <a:lnTo>
                    <a:pt x="208" y="432"/>
                  </a:lnTo>
                  <a:lnTo>
                    <a:pt x="208" y="433"/>
                  </a:lnTo>
                  <a:lnTo>
                    <a:pt x="209" y="434"/>
                  </a:lnTo>
                  <a:lnTo>
                    <a:pt x="209" y="434"/>
                  </a:lnTo>
                  <a:lnTo>
                    <a:pt x="209" y="435"/>
                  </a:lnTo>
                  <a:lnTo>
                    <a:pt x="209" y="435"/>
                  </a:lnTo>
                  <a:lnTo>
                    <a:pt x="210" y="436"/>
                  </a:lnTo>
                  <a:lnTo>
                    <a:pt x="210" y="437"/>
                  </a:lnTo>
                  <a:lnTo>
                    <a:pt x="211" y="437"/>
                  </a:lnTo>
                  <a:lnTo>
                    <a:pt x="211" y="438"/>
                  </a:lnTo>
                  <a:lnTo>
                    <a:pt x="211" y="438"/>
                  </a:lnTo>
                  <a:lnTo>
                    <a:pt x="211" y="439"/>
                  </a:lnTo>
                  <a:lnTo>
                    <a:pt x="212" y="440"/>
                  </a:lnTo>
                  <a:lnTo>
                    <a:pt x="212" y="441"/>
                  </a:lnTo>
                  <a:lnTo>
                    <a:pt x="212" y="441"/>
                  </a:lnTo>
                  <a:lnTo>
                    <a:pt x="212" y="442"/>
                  </a:lnTo>
                  <a:lnTo>
                    <a:pt x="213" y="443"/>
                  </a:lnTo>
                  <a:lnTo>
                    <a:pt x="213" y="443"/>
                  </a:lnTo>
                  <a:lnTo>
                    <a:pt x="213" y="444"/>
                  </a:lnTo>
                  <a:lnTo>
                    <a:pt x="214" y="444"/>
                  </a:lnTo>
                  <a:lnTo>
                    <a:pt x="214" y="446"/>
                  </a:lnTo>
                  <a:lnTo>
                    <a:pt x="214" y="446"/>
                  </a:lnTo>
                  <a:lnTo>
                    <a:pt x="214" y="447"/>
                  </a:lnTo>
                  <a:lnTo>
                    <a:pt x="215" y="447"/>
                  </a:lnTo>
                  <a:lnTo>
                    <a:pt x="215" y="448"/>
                  </a:lnTo>
                  <a:lnTo>
                    <a:pt x="215" y="449"/>
                  </a:lnTo>
                  <a:lnTo>
                    <a:pt x="216" y="449"/>
                  </a:lnTo>
                  <a:lnTo>
                    <a:pt x="216" y="450"/>
                  </a:lnTo>
                  <a:lnTo>
                    <a:pt x="216" y="450"/>
                  </a:lnTo>
                  <a:lnTo>
                    <a:pt x="217" y="451"/>
                  </a:lnTo>
                  <a:lnTo>
                    <a:pt x="217" y="451"/>
                  </a:lnTo>
                  <a:lnTo>
                    <a:pt x="217" y="452"/>
                  </a:lnTo>
                  <a:lnTo>
                    <a:pt x="217" y="452"/>
                  </a:lnTo>
                  <a:lnTo>
                    <a:pt x="218" y="453"/>
                  </a:lnTo>
                  <a:lnTo>
                    <a:pt x="218" y="453"/>
                  </a:lnTo>
                  <a:lnTo>
                    <a:pt x="218" y="454"/>
                  </a:lnTo>
                  <a:lnTo>
                    <a:pt x="218" y="454"/>
                  </a:lnTo>
                  <a:lnTo>
                    <a:pt x="219" y="455"/>
                  </a:lnTo>
                  <a:lnTo>
                    <a:pt x="219" y="455"/>
                  </a:lnTo>
                  <a:lnTo>
                    <a:pt x="220" y="456"/>
                  </a:lnTo>
                  <a:lnTo>
                    <a:pt x="220" y="456"/>
                  </a:lnTo>
                  <a:lnTo>
                    <a:pt x="220" y="457"/>
                  </a:lnTo>
                  <a:lnTo>
                    <a:pt x="220" y="457"/>
                  </a:lnTo>
                  <a:lnTo>
                    <a:pt x="221" y="458"/>
                  </a:lnTo>
                  <a:lnTo>
                    <a:pt x="221" y="458"/>
                  </a:lnTo>
                  <a:lnTo>
                    <a:pt x="221" y="459"/>
                  </a:lnTo>
                  <a:lnTo>
                    <a:pt x="221" y="459"/>
                  </a:lnTo>
                  <a:lnTo>
                    <a:pt x="222" y="460"/>
                  </a:lnTo>
                  <a:lnTo>
                    <a:pt x="222" y="461"/>
                  </a:lnTo>
                  <a:lnTo>
                    <a:pt x="222" y="461"/>
                  </a:lnTo>
                  <a:lnTo>
                    <a:pt x="223" y="462"/>
                  </a:lnTo>
                  <a:lnTo>
                    <a:pt x="223" y="462"/>
                  </a:lnTo>
                  <a:lnTo>
                    <a:pt x="223" y="463"/>
                  </a:lnTo>
                  <a:lnTo>
                    <a:pt x="223" y="463"/>
                  </a:lnTo>
                  <a:lnTo>
                    <a:pt x="224" y="464"/>
                  </a:lnTo>
                  <a:lnTo>
                    <a:pt x="224" y="464"/>
                  </a:lnTo>
                  <a:lnTo>
                    <a:pt x="224" y="465"/>
                  </a:lnTo>
                  <a:lnTo>
                    <a:pt x="224" y="465"/>
                  </a:lnTo>
                  <a:lnTo>
                    <a:pt x="225" y="465"/>
                  </a:lnTo>
                  <a:lnTo>
                    <a:pt x="225" y="466"/>
                  </a:lnTo>
                  <a:lnTo>
                    <a:pt x="226" y="467"/>
                  </a:lnTo>
                  <a:lnTo>
                    <a:pt x="226" y="467"/>
                  </a:lnTo>
                  <a:lnTo>
                    <a:pt x="226" y="468"/>
                  </a:lnTo>
                  <a:lnTo>
                    <a:pt x="226" y="468"/>
                  </a:lnTo>
                  <a:lnTo>
                    <a:pt x="227" y="468"/>
                  </a:lnTo>
                  <a:lnTo>
                    <a:pt x="227" y="469"/>
                  </a:lnTo>
                  <a:lnTo>
                    <a:pt x="227" y="469"/>
                  </a:lnTo>
                  <a:lnTo>
                    <a:pt x="227" y="470"/>
                  </a:lnTo>
                  <a:lnTo>
                    <a:pt x="228" y="470"/>
                  </a:lnTo>
                  <a:lnTo>
                    <a:pt x="228" y="470"/>
                  </a:lnTo>
                  <a:lnTo>
                    <a:pt x="228" y="471"/>
                  </a:lnTo>
                  <a:lnTo>
                    <a:pt x="229" y="471"/>
                  </a:lnTo>
                  <a:lnTo>
                    <a:pt x="229" y="472"/>
                  </a:lnTo>
                  <a:lnTo>
                    <a:pt x="229" y="472"/>
                  </a:lnTo>
                  <a:lnTo>
                    <a:pt x="230" y="473"/>
                  </a:lnTo>
                  <a:lnTo>
                    <a:pt x="230" y="473"/>
                  </a:lnTo>
                  <a:lnTo>
                    <a:pt x="230" y="474"/>
                  </a:lnTo>
                  <a:lnTo>
                    <a:pt x="230" y="474"/>
                  </a:lnTo>
                  <a:lnTo>
                    <a:pt x="231" y="474"/>
                  </a:lnTo>
                  <a:lnTo>
                    <a:pt x="231" y="475"/>
                  </a:lnTo>
                  <a:lnTo>
                    <a:pt x="231" y="475"/>
                  </a:lnTo>
                  <a:lnTo>
                    <a:pt x="232" y="475"/>
                  </a:lnTo>
                  <a:lnTo>
                    <a:pt x="232" y="476"/>
                  </a:lnTo>
                  <a:lnTo>
                    <a:pt x="232" y="476"/>
                  </a:lnTo>
                  <a:lnTo>
                    <a:pt x="232" y="477"/>
                  </a:lnTo>
                  <a:lnTo>
                    <a:pt x="233" y="478"/>
                  </a:lnTo>
                  <a:lnTo>
                    <a:pt x="233" y="478"/>
                  </a:lnTo>
                  <a:lnTo>
                    <a:pt x="233" y="478"/>
                  </a:lnTo>
                  <a:lnTo>
                    <a:pt x="233" y="479"/>
                  </a:lnTo>
                  <a:lnTo>
                    <a:pt x="234" y="479"/>
                  </a:lnTo>
                  <a:lnTo>
                    <a:pt x="234" y="480"/>
                  </a:lnTo>
                  <a:lnTo>
                    <a:pt x="235" y="480"/>
                  </a:lnTo>
                  <a:lnTo>
                    <a:pt x="235" y="481"/>
                  </a:lnTo>
                  <a:lnTo>
                    <a:pt x="235" y="481"/>
                  </a:lnTo>
                  <a:lnTo>
                    <a:pt x="235" y="481"/>
                  </a:lnTo>
                  <a:lnTo>
                    <a:pt x="236" y="482"/>
                  </a:lnTo>
                  <a:lnTo>
                    <a:pt x="236" y="482"/>
                  </a:lnTo>
                  <a:lnTo>
                    <a:pt x="236" y="483"/>
                  </a:lnTo>
                  <a:lnTo>
                    <a:pt x="236" y="483"/>
                  </a:lnTo>
                  <a:lnTo>
                    <a:pt x="237" y="484"/>
                  </a:lnTo>
                  <a:lnTo>
                    <a:pt x="237" y="484"/>
                  </a:lnTo>
                  <a:lnTo>
                    <a:pt x="237" y="485"/>
                  </a:lnTo>
                  <a:lnTo>
                    <a:pt x="238" y="485"/>
                  </a:lnTo>
                  <a:lnTo>
                    <a:pt x="238" y="485"/>
                  </a:lnTo>
                  <a:lnTo>
                    <a:pt x="238" y="486"/>
                  </a:lnTo>
                  <a:lnTo>
                    <a:pt x="238" y="487"/>
                  </a:lnTo>
                  <a:lnTo>
                    <a:pt x="239" y="487"/>
                  </a:lnTo>
                  <a:lnTo>
                    <a:pt x="239" y="488"/>
                  </a:lnTo>
                  <a:lnTo>
                    <a:pt x="239" y="488"/>
                  </a:lnTo>
                  <a:lnTo>
                    <a:pt x="240" y="488"/>
                  </a:lnTo>
                  <a:lnTo>
                    <a:pt x="240" y="489"/>
                  </a:lnTo>
                  <a:lnTo>
                    <a:pt x="240" y="490"/>
                  </a:lnTo>
                  <a:lnTo>
                    <a:pt x="241" y="490"/>
                  </a:lnTo>
                  <a:lnTo>
                    <a:pt x="241" y="491"/>
                  </a:lnTo>
                  <a:lnTo>
                    <a:pt x="241" y="491"/>
                  </a:lnTo>
                  <a:lnTo>
                    <a:pt x="241" y="491"/>
                  </a:lnTo>
                  <a:lnTo>
                    <a:pt x="242" y="492"/>
                  </a:lnTo>
                  <a:lnTo>
                    <a:pt x="242" y="493"/>
                  </a:lnTo>
                  <a:lnTo>
                    <a:pt x="242" y="493"/>
                  </a:lnTo>
                  <a:lnTo>
                    <a:pt x="242" y="494"/>
                  </a:lnTo>
                  <a:lnTo>
                    <a:pt x="243" y="494"/>
                  </a:lnTo>
                  <a:lnTo>
                    <a:pt x="243" y="495"/>
                  </a:lnTo>
                  <a:lnTo>
                    <a:pt x="244" y="495"/>
                  </a:lnTo>
                  <a:lnTo>
                    <a:pt x="244" y="495"/>
                  </a:lnTo>
                  <a:lnTo>
                    <a:pt x="244" y="496"/>
                  </a:lnTo>
                  <a:lnTo>
                    <a:pt x="244" y="496"/>
                  </a:lnTo>
                  <a:lnTo>
                    <a:pt x="245" y="497"/>
                  </a:lnTo>
                  <a:lnTo>
                    <a:pt x="245" y="497"/>
                  </a:lnTo>
                  <a:lnTo>
                    <a:pt x="245" y="498"/>
                  </a:lnTo>
                  <a:lnTo>
                    <a:pt x="245" y="498"/>
                  </a:lnTo>
                  <a:lnTo>
                    <a:pt x="246" y="499"/>
                  </a:lnTo>
                  <a:lnTo>
                    <a:pt x="246" y="499"/>
                  </a:lnTo>
                  <a:lnTo>
                    <a:pt x="246" y="500"/>
                  </a:lnTo>
                  <a:lnTo>
                    <a:pt x="247" y="500"/>
                  </a:lnTo>
                  <a:lnTo>
                    <a:pt x="247" y="501"/>
                  </a:lnTo>
                  <a:lnTo>
                    <a:pt x="247" y="501"/>
                  </a:lnTo>
                  <a:lnTo>
                    <a:pt x="247" y="502"/>
                  </a:lnTo>
                  <a:lnTo>
                    <a:pt x="248" y="502"/>
                  </a:lnTo>
                  <a:lnTo>
                    <a:pt x="248" y="503"/>
                  </a:lnTo>
                  <a:lnTo>
                    <a:pt x="248" y="503"/>
                  </a:lnTo>
                  <a:lnTo>
                    <a:pt x="248" y="504"/>
                  </a:lnTo>
                  <a:lnTo>
                    <a:pt x="249" y="505"/>
                  </a:lnTo>
                  <a:lnTo>
                    <a:pt x="249" y="505"/>
                  </a:lnTo>
                  <a:lnTo>
                    <a:pt x="250" y="506"/>
                  </a:lnTo>
                  <a:lnTo>
                    <a:pt x="250" y="506"/>
                  </a:lnTo>
                  <a:lnTo>
                    <a:pt x="250" y="507"/>
                  </a:lnTo>
                  <a:lnTo>
                    <a:pt x="250" y="507"/>
                  </a:lnTo>
                  <a:lnTo>
                    <a:pt x="251" y="507"/>
                  </a:lnTo>
                  <a:lnTo>
                    <a:pt x="251" y="508"/>
                  </a:lnTo>
                  <a:lnTo>
                    <a:pt x="251" y="508"/>
                  </a:lnTo>
                  <a:lnTo>
                    <a:pt x="252" y="509"/>
                  </a:lnTo>
                  <a:lnTo>
                    <a:pt x="252" y="509"/>
                  </a:lnTo>
                  <a:lnTo>
                    <a:pt x="252" y="510"/>
                  </a:lnTo>
                  <a:lnTo>
                    <a:pt x="252" y="511"/>
                  </a:lnTo>
                  <a:lnTo>
                    <a:pt x="253" y="511"/>
                  </a:lnTo>
                  <a:lnTo>
                    <a:pt x="253" y="511"/>
                  </a:lnTo>
                  <a:lnTo>
                    <a:pt x="253" y="512"/>
                  </a:lnTo>
                  <a:lnTo>
                    <a:pt x="254" y="512"/>
                  </a:lnTo>
                  <a:lnTo>
                    <a:pt x="254" y="513"/>
                  </a:lnTo>
                  <a:lnTo>
                    <a:pt x="254" y="513"/>
                  </a:lnTo>
                  <a:lnTo>
                    <a:pt x="255" y="514"/>
                  </a:lnTo>
                  <a:lnTo>
                    <a:pt x="255" y="514"/>
                  </a:lnTo>
                  <a:lnTo>
                    <a:pt x="255" y="515"/>
                  </a:lnTo>
                  <a:lnTo>
                    <a:pt x="255" y="515"/>
                  </a:lnTo>
                  <a:lnTo>
                    <a:pt x="256" y="516"/>
                  </a:lnTo>
                  <a:lnTo>
                    <a:pt x="256" y="517"/>
                  </a:lnTo>
                  <a:lnTo>
                    <a:pt x="256" y="517"/>
                  </a:lnTo>
                  <a:lnTo>
                    <a:pt x="256" y="518"/>
                  </a:lnTo>
                  <a:lnTo>
                    <a:pt x="257" y="519"/>
                  </a:lnTo>
                  <a:lnTo>
                    <a:pt x="257" y="519"/>
                  </a:lnTo>
                  <a:lnTo>
                    <a:pt x="258" y="520"/>
                  </a:lnTo>
                  <a:lnTo>
                    <a:pt x="258" y="520"/>
                  </a:lnTo>
                  <a:lnTo>
                    <a:pt x="258" y="521"/>
                  </a:lnTo>
                  <a:lnTo>
                    <a:pt x="258" y="521"/>
                  </a:lnTo>
                  <a:lnTo>
                    <a:pt x="259" y="522"/>
                  </a:lnTo>
                  <a:lnTo>
                    <a:pt x="259" y="523"/>
                  </a:lnTo>
                  <a:lnTo>
                    <a:pt x="259" y="523"/>
                  </a:lnTo>
                  <a:lnTo>
                    <a:pt x="259" y="523"/>
                  </a:lnTo>
                  <a:lnTo>
                    <a:pt x="260" y="524"/>
                  </a:lnTo>
                  <a:lnTo>
                    <a:pt x="260" y="524"/>
                  </a:lnTo>
                  <a:lnTo>
                    <a:pt x="260" y="525"/>
                  </a:lnTo>
                  <a:lnTo>
                    <a:pt x="261" y="525"/>
                  </a:lnTo>
                  <a:lnTo>
                    <a:pt x="261" y="525"/>
                  </a:lnTo>
                  <a:lnTo>
                    <a:pt x="261" y="526"/>
                  </a:lnTo>
                  <a:lnTo>
                    <a:pt x="261" y="526"/>
                  </a:lnTo>
                  <a:lnTo>
                    <a:pt x="262" y="526"/>
                  </a:lnTo>
                  <a:lnTo>
                    <a:pt x="262" y="526"/>
                  </a:lnTo>
                  <a:lnTo>
                    <a:pt x="262" y="526"/>
                  </a:lnTo>
                  <a:lnTo>
                    <a:pt x="262" y="527"/>
                  </a:lnTo>
                  <a:lnTo>
                    <a:pt x="263" y="527"/>
                  </a:lnTo>
                  <a:lnTo>
                    <a:pt x="263" y="527"/>
                  </a:lnTo>
                  <a:lnTo>
                    <a:pt x="264" y="528"/>
                  </a:lnTo>
                  <a:lnTo>
                    <a:pt x="264" y="528"/>
                  </a:lnTo>
                  <a:lnTo>
                    <a:pt x="264" y="529"/>
                  </a:lnTo>
                  <a:lnTo>
                    <a:pt x="264" y="529"/>
                  </a:lnTo>
                  <a:lnTo>
                    <a:pt x="265" y="529"/>
                  </a:lnTo>
                  <a:lnTo>
                    <a:pt x="265" y="530"/>
                  </a:lnTo>
                  <a:lnTo>
                    <a:pt x="265" y="531"/>
                  </a:lnTo>
                  <a:lnTo>
                    <a:pt x="265" y="531"/>
                  </a:lnTo>
                  <a:lnTo>
                    <a:pt x="266" y="531"/>
                  </a:lnTo>
                  <a:lnTo>
                    <a:pt x="266" y="532"/>
                  </a:lnTo>
                  <a:lnTo>
                    <a:pt x="267" y="532"/>
                  </a:lnTo>
                  <a:lnTo>
                    <a:pt x="267" y="532"/>
                  </a:lnTo>
                  <a:lnTo>
                    <a:pt x="267" y="533"/>
                  </a:lnTo>
                  <a:lnTo>
                    <a:pt x="267" y="533"/>
                  </a:lnTo>
                  <a:lnTo>
                    <a:pt x="268" y="533"/>
                  </a:lnTo>
                  <a:lnTo>
                    <a:pt x="268" y="534"/>
                  </a:lnTo>
                  <a:lnTo>
                    <a:pt x="268" y="534"/>
                  </a:lnTo>
                  <a:lnTo>
                    <a:pt x="268" y="534"/>
                  </a:lnTo>
                  <a:lnTo>
                    <a:pt x="269" y="535"/>
                  </a:lnTo>
                  <a:lnTo>
                    <a:pt x="269" y="535"/>
                  </a:lnTo>
                  <a:lnTo>
                    <a:pt x="269" y="535"/>
                  </a:lnTo>
                  <a:lnTo>
                    <a:pt x="270" y="535"/>
                  </a:lnTo>
                  <a:lnTo>
                    <a:pt x="270" y="536"/>
                  </a:lnTo>
                  <a:lnTo>
                    <a:pt x="270" y="536"/>
                  </a:lnTo>
                  <a:lnTo>
                    <a:pt x="270" y="536"/>
                  </a:lnTo>
                  <a:lnTo>
                    <a:pt x="271" y="537"/>
                  </a:lnTo>
                  <a:lnTo>
                    <a:pt x="271" y="537"/>
                  </a:lnTo>
                  <a:lnTo>
                    <a:pt x="271" y="537"/>
                  </a:lnTo>
                  <a:lnTo>
                    <a:pt x="271" y="537"/>
                  </a:lnTo>
                  <a:lnTo>
                    <a:pt x="272" y="537"/>
                  </a:lnTo>
                  <a:lnTo>
                    <a:pt x="272" y="538"/>
                  </a:lnTo>
                  <a:lnTo>
                    <a:pt x="273" y="538"/>
                  </a:lnTo>
                  <a:lnTo>
                    <a:pt x="273" y="538"/>
                  </a:lnTo>
                  <a:lnTo>
                    <a:pt x="273" y="538"/>
                  </a:lnTo>
                  <a:lnTo>
                    <a:pt x="273" y="538"/>
                  </a:lnTo>
                  <a:lnTo>
                    <a:pt x="274" y="539"/>
                  </a:lnTo>
                  <a:lnTo>
                    <a:pt x="274" y="539"/>
                  </a:lnTo>
                  <a:lnTo>
                    <a:pt x="274" y="539"/>
                  </a:lnTo>
                  <a:lnTo>
                    <a:pt x="274" y="539"/>
                  </a:lnTo>
                  <a:lnTo>
                    <a:pt x="275" y="539"/>
                  </a:lnTo>
                  <a:lnTo>
                    <a:pt x="275" y="540"/>
                  </a:lnTo>
                  <a:lnTo>
                    <a:pt x="275" y="540"/>
                  </a:lnTo>
                  <a:lnTo>
                    <a:pt x="276" y="540"/>
                  </a:lnTo>
                  <a:lnTo>
                    <a:pt x="276" y="540"/>
                  </a:lnTo>
                  <a:lnTo>
                    <a:pt x="276" y="540"/>
                  </a:lnTo>
                  <a:lnTo>
                    <a:pt x="277" y="540"/>
                  </a:lnTo>
                  <a:lnTo>
                    <a:pt x="277" y="541"/>
                  </a:lnTo>
                  <a:lnTo>
                    <a:pt x="277" y="541"/>
                  </a:lnTo>
                  <a:lnTo>
                    <a:pt x="277" y="541"/>
                  </a:lnTo>
                  <a:lnTo>
                    <a:pt x="278" y="541"/>
                  </a:lnTo>
                  <a:lnTo>
                    <a:pt x="278" y="541"/>
                  </a:lnTo>
                  <a:lnTo>
                    <a:pt x="278" y="541"/>
                  </a:lnTo>
                  <a:lnTo>
                    <a:pt x="279" y="541"/>
                  </a:lnTo>
                  <a:lnTo>
                    <a:pt x="279" y="541"/>
                  </a:lnTo>
                  <a:lnTo>
                    <a:pt x="279" y="541"/>
                  </a:lnTo>
                  <a:lnTo>
                    <a:pt x="279" y="541"/>
                  </a:lnTo>
                  <a:lnTo>
                    <a:pt x="280" y="542"/>
                  </a:lnTo>
                  <a:lnTo>
                    <a:pt x="280" y="542"/>
                  </a:lnTo>
                  <a:lnTo>
                    <a:pt x="280" y="542"/>
                  </a:lnTo>
                  <a:lnTo>
                    <a:pt x="280" y="542"/>
                  </a:lnTo>
                  <a:lnTo>
                    <a:pt x="281" y="542"/>
                  </a:lnTo>
                  <a:lnTo>
                    <a:pt x="281" y="543"/>
                  </a:lnTo>
                  <a:lnTo>
                    <a:pt x="282" y="543"/>
                  </a:lnTo>
                  <a:lnTo>
                    <a:pt x="282" y="543"/>
                  </a:lnTo>
                  <a:lnTo>
                    <a:pt x="282" y="543"/>
                  </a:lnTo>
                  <a:lnTo>
                    <a:pt x="282" y="543"/>
                  </a:lnTo>
                  <a:lnTo>
                    <a:pt x="283" y="543"/>
                  </a:lnTo>
                  <a:lnTo>
                    <a:pt x="283" y="543"/>
                  </a:lnTo>
                  <a:lnTo>
                    <a:pt x="283" y="543"/>
                  </a:lnTo>
                  <a:lnTo>
                    <a:pt x="283" y="543"/>
                  </a:lnTo>
                  <a:lnTo>
                    <a:pt x="284" y="543"/>
                  </a:lnTo>
                  <a:lnTo>
                    <a:pt x="284" y="543"/>
                  </a:lnTo>
                  <a:lnTo>
                    <a:pt x="284" y="543"/>
                  </a:lnTo>
                  <a:lnTo>
                    <a:pt x="285" y="543"/>
                  </a:lnTo>
                  <a:lnTo>
                    <a:pt x="285" y="543"/>
                  </a:lnTo>
                  <a:lnTo>
                    <a:pt x="285" y="543"/>
                  </a:lnTo>
                  <a:lnTo>
                    <a:pt x="285" y="544"/>
                  </a:lnTo>
                  <a:lnTo>
                    <a:pt x="286" y="543"/>
                  </a:lnTo>
                  <a:lnTo>
                    <a:pt x="286" y="544"/>
                  </a:lnTo>
                  <a:lnTo>
                    <a:pt x="286" y="543"/>
                  </a:lnTo>
                  <a:lnTo>
                    <a:pt x="287" y="543"/>
                  </a:lnTo>
                  <a:lnTo>
                    <a:pt x="287" y="543"/>
                  </a:lnTo>
                  <a:lnTo>
                    <a:pt x="287" y="543"/>
                  </a:lnTo>
                  <a:lnTo>
                    <a:pt x="288" y="543"/>
                  </a:lnTo>
                  <a:lnTo>
                    <a:pt x="288" y="543"/>
                  </a:lnTo>
                  <a:lnTo>
                    <a:pt x="288" y="543"/>
                  </a:lnTo>
                  <a:lnTo>
                    <a:pt x="288" y="543"/>
                  </a:lnTo>
                  <a:lnTo>
                    <a:pt x="289" y="543"/>
                  </a:lnTo>
                  <a:lnTo>
                    <a:pt x="289" y="543"/>
                  </a:lnTo>
                  <a:lnTo>
                    <a:pt x="289" y="543"/>
                  </a:lnTo>
                  <a:lnTo>
                    <a:pt x="289" y="543"/>
                  </a:lnTo>
                  <a:lnTo>
                    <a:pt x="290" y="543"/>
                  </a:lnTo>
                  <a:lnTo>
                    <a:pt x="290" y="543"/>
                  </a:lnTo>
                  <a:lnTo>
                    <a:pt x="291" y="543"/>
                  </a:lnTo>
                  <a:lnTo>
                    <a:pt x="291" y="543"/>
                  </a:lnTo>
                  <a:lnTo>
                    <a:pt x="291" y="543"/>
                  </a:lnTo>
                  <a:lnTo>
                    <a:pt x="291" y="543"/>
                  </a:lnTo>
                  <a:lnTo>
                    <a:pt x="292" y="543"/>
                  </a:lnTo>
                  <a:lnTo>
                    <a:pt x="292" y="543"/>
                  </a:lnTo>
                  <a:lnTo>
                    <a:pt x="292" y="543"/>
                  </a:lnTo>
                  <a:lnTo>
                    <a:pt x="292" y="543"/>
                  </a:lnTo>
                  <a:lnTo>
                    <a:pt x="293" y="543"/>
                  </a:lnTo>
                  <a:lnTo>
                    <a:pt x="293" y="544"/>
                  </a:lnTo>
                  <a:lnTo>
                    <a:pt x="293" y="544"/>
                  </a:lnTo>
                  <a:lnTo>
                    <a:pt x="294" y="544"/>
                  </a:lnTo>
                  <a:lnTo>
                    <a:pt x="294" y="544"/>
                  </a:lnTo>
                  <a:lnTo>
                    <a:pt x="294" y="544"/>
                  </a:lnTo>
                  <a:lnTo>
                    <a:pt x="294" y="544"/>
                  </a:lnTo>
                  <a:lnTo>
                    <a:pt x="295" y="544"/>
                  </a:lnTo>
                  <a:lnTo>
                    <a:pt x="295" y="543"/>
                  </a:lnTo>
                  <a:lnTo>
                    <a:pt x="295" y="543"/>
                  </a:lnTo>
                  <a:lnTo>
                    <a:pt x="295" y="543"/>
                  </a:lnTo>
                  <a:lnTo>
                    <a:pt x="296" y="543"/>
                  </a:lnTo>
                  <a:lnTo>
                    <a:pt x="296" y="543"/>
                  </a:lnTo>
                  <a:lnTo>
                    <a:pt x="297" y="543"/>
                  </a:lnTo>
                  <a:lnTo>
                    <a:pt x="297" y="543"/>
                  </a:lnTo>
                  <a:lnTo>
                    <a:pt x="297" y="543"/>
                  </a:lnTo>
                  <a:lnTo>
                    <a:pt x="297" y="542"/>
                  </a:lnTo>
                  <a:lnTo>
                    <a:pt x="298" y="542"/>
                  </a:lnTo>
                  <a:lnTo>
                    <a:pt x="298" y="542"/>
                  </a:lnTo>
                  <a:lnTo>
                    <a:pt x="298" y="542"/>
                  </a:lnTo>
                  <a:lnTo>
                    <a:pt x="298" y="541"/>
                  </a:lnTo>
                  <a:lnTo>
                    <a:pt x="299" y="541"/>
                  </a:lnTo>
                  <a:lnTo>
                    <a:pt x="299" y="541"/>
                  </a:lnTo>
                  <a:lnTo>
                    <a:pt x="299" y="541"/>
                  </a:lnTo>
                  <a:lnTo>
                    <a:pt x="300" y="541"/>
                  </a:lnTo>
                  <a:lnTo>
                    <a:pt x="300" y="541"/>
                  </a:lnTo>
                  <a:lnTo>
                    <a:pt x="300" y="541"/>
                  </a:lnTo>
                  <a:lnTo>
                    <a:pt x="301" y="540"/>
                  </a:lnTo>
                  <a:lnTo>
                    <a:pt x="301" y="540"/>
                  </a:lnTo>
                  <a:lnTo>
                    <a:pt x="301" y="540"/>
                  </a:lnTo>
                  <a:lnTo>
                    <a:pt x="301" y="540"/>
                  </a:lnTo>
                  <a:lnTo>
                    <a:pt x="302" y="540"/>
                  </a:lnTo>
                  <a:lnTo>
                    <a:pt x="302" y="540"/>
                  </a:lnTo>
                  <a:lnTo>
                    <a:pt x="302" y="539"/>
                  </a:lnTo>
                  <a:lnTo>
                    <a:pt x="303" y="539"/>
                  </a:lnTo>
                  <a:lnTo>
                    <a:pt x="303" y="539"/>
                  </a:lnTo>
                  <a:lnTo>
                    <a:pt x="303" y="539"/>
                  </a:lnTo>
                  <a:lnTo>
                    <a:pt x="303" y="539"/>
                  </a:lnTo>
                  <a:lnTo>
                    <a:pt x="304" y="539"/>
                  </a:lnTo>
                  <a:lnTo>
                    <a:pt x="304" y="538"/>
                  </a:lnTo>
                  <a:lnTo>
                    <a:pt x="304" y="538"/>
                  </a:lnTo>
                  <a:lnTo>
                    <a:pt x="304" y="538"/>
                  </a:lnTo>
                  <a:lnTo>
                    <a:pt x="305" y="538"/>
                  </a:lnTo>
                  <a:lnTo>
                    <a:pt x="305" y="538"/>
                  </a:lnTo>
                  <a:lnTo>
                    <a:pt x="306" y="538"/>
                  </a:lnTo>
                  <a:lnTo>
                    <a:pt x="306" y="538"/>
                  </a:lnTo>
                  <a:lnTo>
                    <a:pt x="306" y="538"/>
                  </a:lnTo>
                  <a:lnTo>
                    <a:pt x="306" y="538"/>
                  </a:lnTo>
                  <a:lnTo>
                    <a:pt x="307" y="538"/>
                  </a:lnTo>
                  <a:lnTo>
                    <a:pt x="307" y="538"/>
                  </a:lnTo>
                  <a:lnTo>
                    <a:pt x="307" y="538"/>
                  </a:lnTo>
                  <a:lnTo>
                    <a:pt x="307" y="538"/>
                  </a:lnTo>
                  <a:lnTo>
                    <a:pt x="308" y="538"/>
                  </a:lnTo>
                  <a:lnTo>
                    <a:pt x="308" y="538"/>
                  </a:lnTo>
                  <a:lnTo>
                    <a:pt x="308" y="538"/>
                  </a:lnTo>
                  <a:lnTo>
                    <a:pt x="309" y="538"/>
                  </a:lnTo>
                  <a:lnTo>
                    <a:pt x="309" y="538"/>
                  </a:lnTo>
                  <a:lnTo>
                    <a:pt x="309" y="538"/>
                  </a:lnTo>
                  <a:lnTo>
                    <a:pt x="309" y="538"/>
                  </a:lnTo>
                  <a:lnTo>
                    <a:pt x="310" y="538"/>
                  </a:lnTo>
                  <a:lnTo>
                    <a:pt x="310" y="538"/>
                  </a:lnTo>
                  <a:lnTo>
                    <a:pt x="310" y="538"/>
                  </a:lnTo>
                  <a:lnTo>
                    <a:pt x="311" y="537"/>
                  </a:lnTo>
                  <a:lnTo>
                    <a:pt x="311" y="537"/>
                  </a:lnTo>
                  <a:lnTo>
                    <a:pt x="311" y="537"/>
                  </a:lnTo>
                  <a:lnTo>
                    <a:pt x="312" y="537"/>
                  </a:lnTo>
                  <a:lnTo>
                    <a:pt x="312" y="537"/>
                  </a:lnTo>
                  <a:lnTo>
                    <a:pt x="312" y="537"/>
                  </a:lnTo>
                  <a:lnTo>
                    <a:pt x="312" y="537"/>
                  </a:lnTo>
                  <a:lnTo>
                    <a:pt x="313" y="536"/>
                  </a:lnTo>
                  <a:lnTo>
                    <a:pt x="313" y="536"/>
                  </a:lnTo>
                  <a:lnTo>
                    <a:pt x="313" y="536"/>
                  </a:lnTo>
                  <a:lnTo>
                    <a:pt x="313" y="536"/>
                  </a:lnTo>
                  <a:lnTo>
                    <a:pt x="314" y="536"/>
                  </a:lnTo>
                  <a:lnTo>
                    <a:pt x="314" y="536"/>
                  </a:lnTo>
                  <a:lnTo>
                    <a:pt x="315" y="535"/>
                  </a:lnTo>
                  <a:lnTo>
                    <a:pt x="315" y="535"/>
                  </a:lnTo>
                  <a:lnTo>
                    <a:pt x="315" y="535"/>
                  </a:lnTo>
                  <a:lnTo>
                    <a:pt x="315" y="535"/>
                  </a:lnTo>
                  <a:lnTo>
                    <a:pt x="316" y="535"/>
                  </a:lnTo>
                  <a:lnTo>
                    <a:pt x="316" y="535"/>
                  </a:lnTo>
                  <a:lnTo>
                    <a:pt x="316" y="535"/>
                  </a:lnTo>
                  <a:lnTo>
                    <a:pt x="316" y="534"/>
                  </a:lnTo>
                  <a:lnTo>
                    <a:pt x="317" y="534"/>
                  </a:lnTo>
                  <a:lnTo>
                    <a:pt x="317" y="534"/>
                  </a:lnTo>
                  <a:lnTo>
                    <a:pt x="317" y="534"/>
                  </a:lnTo>
                  <a:lnTo>
                    <a:pt x="318" y="534"/>
                  </a:lnTo>
                  <a:lnTo>
                    <a:pt x="318" y="534"/>
                  </a:lnTo>
                  <a:lnTo>
                    <a:pt x="318" y="534"/>
                  </a:lnTo>
                  <a:lnTo>
                    <a:pt x="318" y="533"/>
                  </a:lnTo>
                  <a:lnTo>
                    <a:pt x="319" y="533"/>
                  </a:lnTo>
                  <a:lnTo>
                    <a:pt x="319" y="533"/>
                  </a:lnTo>
                  <a:lnTo>
                    <a:pt x="320" y="533"/>
                  </a:lnTo>
                  <a:lnTo>
                    <a:pt x="320" y="533"/>
                  </a:lnTo>
                  <a:lnTo>
                    <a:pt x="320" y="533"/>
                  </a:lnTo>
                  <a:lnTo>
                    <a:pt x="320" y="532"/>
                  </a:lnTo>
                  <a:lnTo>
                    <a:pt x="321" y="532"/>
                  </a:lnTo>
                  <a:lnTo>
                    <a:pt x="321" y="532"/>
                  </a:lnTo>
                  <a:lnTo>
                    <a:pt x="321" y="532"/>
                  </a:lnTo>
                  <a:lnTo>
                    <a:pt x="321" y="532"/>
                  </a:lnTo>
                  <a:lnTo>
                    <a:pt x="322" y="532"/>
                  </a:lnTo>
                  <a:lnTo>
                    <a:pt x="322" y="532"/>
                  </a:lnTo>
                  <a:lnTo>
                    <a:pt x="322" y="531"/>
                  </a:lnTo>
                  <a:lnTo>
                    <a:pt x="323" y="531"/>
                  </a:lnTo>
                  <a:lnTo>
                    <a:pt x="323" y="531"/>
                  </a:lnTo>
                  <a:lnTo>
                    <a:pt x="323" y="531"/>
                  </a:lnTo>
                  <a:lnTo>
                    <a:pt x="324" y="531"/>
                  </a:lnTo>
                  <a:lnTo>
                    <a:pt x="324" y="531"/>
                  </a:lnTo>
                  <a:lnTo>
                    <a:pt x="324" y="531"/>
                  </a:lnTo>
                  <a:lnTo>
                    <a:pt x="324" y="531"/>
                  </a:lnTo>
                  <a:lnTo>
                    <a:pt x="325" y="531"/>
                  </a:lnTo>
                  <a:lnTo>
                    <a:pt x="325" y="531"/>
                  </a:lnTo>
                  <a:lnTo>
                    <a:pt x="325" y="531"/>
                  </a:lnTo>
                  <a:lnTo>
                    <a:pt x="326" y="531"/>
                  </a:lnTo>
                  <a:lnTo>
                    <a:pt x="326" y="531"/>
                  </a:lnTo>
                  <a:lnTo>
                    <a:pt x="326" y="532"/>
                  </a:lnTo>
                  <a:lnTo>
                    <a:pt x="326" y="532"/>
                  </a:lnTo>
                  <a:lnTo>
                    <a:pt x="327" y="532"/>
                  </a:lnTo>
                  <a:lnTo>
                    <a:pt x="327" y="532"/>
                  </a:lnTo>
                  <a:lnTo>
                    <a:pt x="327" y="532"/>
                  </a:lnTo>
                  <a:lnTo>
                    <a:pt x="327" y="532"/>
                  </a:lnTo>
                  <a:lnTo>
                    <a:pt x="328" y="533"/>
                  </a:lnTo>
                  <a:lnTo>
                    <a:pt x="328" y="533"/>
                  </a:lnTo>
                  <a:lnTo>
                    <a:pt x="329" y="533"/>
                  </a:lnTo>
                  <a:lnTo>
                    <a:pt x="329" y="533"/>
                  </a:lnTo>
                  <a:lnTo>
                    <a:pt x="329" y="533"/>
                  </a:lnTo>
                  <a:lnTo>
                    <a:pt x="329" y="533"/>
                  </a:lnTo>
                  <a:lnTo>
                    <a:pt x="330" y="534"/>
                  </a:lnTo>
                  <a:lnTo>
                    <a:pt x="330" y="534"/>
                  </a:lnTo>
                  <a:lnTo>
                    <a:pt x="330" y="534"/>
                  </a:lnTo>
                  <a:lnTo>
                    <a:pt x="330" y="534"/>
                  </a:lnTo>
                  <a:lnTo>
                    <a:pt x="331" y="534"/>
                  </a:lnTo>
                  <a:lnTo>
                    <a:pt x="331" y="534"/>
                  </a:lnTo>
                  <a:lnTo>
                    <a:pt x="331" y="534"/>
                  </a:lnTo>
                  <a:lnTo>
                    <a:pt x="332" y="534"/>
                  </a:lnTo>
                  <a:lnTo>
                    <a:pt x="332" y="534"/>
                  </a:lnTo>
                  <a:lnTo>
                    <a:pt x="332" y="534"/>
                  </a:lnTo>
                  <a:lnTo>
                    <a:pt x="332" y="534"/>
                  </a:lnTo>
                  <a:lnTo>
                    <a:pt x="333" y="534"/>
                  </a:lnTo>
                  <a:lnTo>
                    <a:pt x="333" y="535"/>
                  </a:lnTo>
                  <a:lnTo>
                    <a:pt x="333" y="535"/>
                  </a:lnTo>
                  <a:lnTo>
                    <a:pt x="334" y="535"/>
                  </a:lnTo>
                  <a:lnTo>
                    <a:pt x="334" y="535"/>
                  </a:lnTo>
                  <a:lnTo>
                    <a:pt x="334" y="535"/>
                  </a:lnTo>
                  <a:lnTo>
                    <a:pt x="335" y="535"/>
                  </a:lnTo>
                  <a:lnTo>
                    <a:pt x="335" y="535"/>
                  </a:lnTo>
                  <a:lnTo>
                    <a:pt x="335" y="535"/>
                  </a:lnTo>
                  <a:lnTo>
                    <a:pt x="335" y="535"/>
                  </a:lnTo>
                  <a:lnTo>
                    <a:pt x="336" y="535"/>
                  </a:lnTo>
                  <a:lnTo>
                    <a:pt x="336" y="535"/>
                  </a:lnTo>
                  <a:lnTo>
                    <a:pt x="336" y="535"/>
                  </a:lnTo>
                  <a:lnTo>
                    <a:pt x="336" y="535"/>
                  </a:lnTo>
                  <a:lnTo>
                    <a:pt x="337" y="535"/>
                  </a:lnTo>
                  <a:lnTo>
                    <a:pt x="337" y="534"/>
                  </a:lnTo>
                  <a:lnTo>
                    <a:pt x="338" y="534"/>
                  </a:lnTo>
                  <a:lnTo>
                    <a:pt x="338" y="534"/>
                  </a:lnTo>
                  <a:lnTo>
                    <a:pt x="338" y="534"/>
                  </a:lnTo>
                  <a:lnTo>
                    <a:pt x="338" y="534"/>
                  </a:lnTo>
                  <a:lnTo>
                    <a:pt x="339" y="534"/>
                  </a:lnTo>
                  <a:lnTo>
                    <a:pt x="339" y="534"/>
                  </a:lnTo>
                  <a:lnTo>
                    <a:pt x="339" y="534"/>
                  </a:lnTo>
                  <a:lnTo>
                    <a:pt x="339" y="534"/>
                  </a:lnTo>
                  <a:lnTo>
                    <a:pt x="340" y="533"/>
                  </a:lnTo>
                  <a:lnTo>
                    <a:pt x="340" y="533"/>
                  </a:lnTo>
                  <a:lnTo>
                    <a:pt x="340" y="533"/>
                  </a:lnTo>
                  <a:lnTo>
                    <a:pt x="341" y="533"/>
                  </a:lnTo>
                  <a:lnTo>
                    <a:pt x="341" y="533"/>
                  </a:lnTo>
                  <a:lnTo>
                    <a:pt x="341" y="533"/>
                  </a:lnTo>
                  <a:lnTo>
                    <a:pt x="341" y="533"/>
                  </a:lnTo>
                  <a:lnTo>
                    <a:pt x="342" y="532"/>
                  </a:lnTo>
                  <a:lnTo>
                    <a:pt x="342" y="532"/>
                  </a:lnTo>
                  <a:lnTo>
                    <a:pt x="342" y="532"/>
                  </a:lnTo>
                  <a:lnTo>
                    <a:pt x="342" y="532"/>
                  </a:lnTo>
                  <a:lnTo>
                    <a:pt x="343" y="532"/>
                  </a:lnTo>
                  <a:lnTo>
                    <a:pt x="343" y="532"/>
                  </a:lnTo>
                  <a:lnTo>
                    <a:pt x="344" y="532"/>
                  </a:lnTo>
                  <a:lnTo>
                    <a:pt x="344" y="531"/>
                  </a:lnTo>
                  <a:lnTo>
                    <a:pt x="344" y="531"/>
                  </a:lnTo>
                  <a:lnTo>
                    <a:pt x="344" y="531"/>
                  </a:lnTo>
                  <a:lnTo>
                    <a:pt x="345" y="531"/>
                  </a:lnTo>
                  <a:lnTo>
                    <a:pt x="345" y="531"/>
                  </a:lnTo>
                  <a:lnTo>
                    <a:pt x="345" y="530"/>
                  </a:lnTo>
                  <a:lnTo>
                    <a:pt x="345" y="530"/>
                  </a:lnTo>
                  <a:lnTo>
                    <a:pt x="346" y="529"/>
                  </a:lnTo>
                  <a:lnTo>
                    <a:pt x="346" y="529"/>
                  </a:lnTo>
                  <a:lnTo>
                    <a:pt x="346" y="529"/>
                  </a:lnTo>
                  <a:lnTo>
                    <a:pt x="347" y="529"/>
                  </a:lnTo>
                  <a:lnTo>
                    <a:pt x="347" y="528"/>
                  </a:lnTo>
                  <a:lnTo>
                    <a:pt x="347" y="528"/>
                  </a:lnTo>
                  <a:lnTo>
                    <a:pt x="348" y="527"/>
                  </a:lnTo>
                  <a:lnTo>
                    <a:pt x="348" y="527"/>
                  </a:lnTo>
                  <a:lnTo>
                    <a:pt x="348" y="527"/>
                  </a:lnTo>
                  <a:lnTo>
                    <a:pt x="348" y="526"/>
                  </a:lnTo>
                  <a:lnTo>
                    <a:pt x="349" y="526"/>
                  </a:lnTo>
                  <a:lnTo>
                    <a:pt x="349" y="526"/>
                  </a:lnTo>
                  <a:lnTo>
                    <a:pt x="349" y="526"/>
                  </a:lnTo>
                  <a:lnTo>
                    <a:pt x="350" y="526"/>
                  </a:lnTo>
                  <a:lnTo>
                    <a:pt x="350" y="526"/>
                  </a:lnTo>
                  <a:lnTo>
                    <a:pt x="350" y="525"/>
                  </a:lnTo>
                  <a:lnTo>
                    <a:pt x="350" y="525"/>
                  </a:lnTo>
                  <a:lnTo>
                    <a:pt x="351" y="525"/>
                  </a:lnTo>
                  <a:lnTo>
                    <a:pt x="351" y="525"/>
                  </a:lnTo>
                  <a:lnTo>
                    <a:pt x="351" y="525"/>
                  </a:lnTo>
                  <a:lnTo>
                    <a:pt x="351" y="525"/>
                  </a:lnTo>
                  <a:lnTo>
                    <a:pt x="352" y="525"/>
                  </a:lnTo>
                  <a:lnTo>
                    <a:pt x="352" y="524"/>
                  </a:lnTo>
                  <a:lnTo>
                    <a:pt x="353" y="524"/>
                  </a:lnTo>
                  <a:lnTo>
                    <a:pt x="353" y="524"/>
                  </a:lnTo>
                  <a:lnTo>
                    <a:pt x="353" y="524"/>
                  </a:lnTo>
                  <a:lnTo>
                    <a:pt x="353" y="524"/>
                  </a:lnTo>
                  <a:lnTo>
                    <a:pt x="354" y="524"/>
                  </a:lnTo>
                  <a:lnTo>
                    <a:pt x="354" y="524"/>
                  </a:lnTo>
                  <a:lnTo>
                    <a:pt x="354" y="524"/>
                  </a:lnTo>
                  <a:lnTo>
                    <a:pt x="354" y="523"/>
                  </a:lnTo>
                  <a:lnTo>
                    <a:pt x="355" y="523"/>
                  </a:lnTo>
                  <a:lnTo>
                    <a:pt x="355" y="523"/>
                  </a:lnTo>
                  <a:lnTo>
                    <a:pt x="355" y="523"/>
                  </a:lnTo>
                  <a:lnTo>
                    <a:pt x="356" y="523"/>
                  </a:lnTo>
                  <a:lnTo>
                    <a:pt x="356" y="523"/>
                  </a:lnTo>
                  <a:lnTo>
                    <a:pt x="356" y="523"/>
                  </a:lnTo>
                  <a:lnTo>
                    <a:pt x="356" y="523"/>
                  </a:lnTo>
                  <a:lnTo>
                    <a:pt x="357" y="523"/>
                  </a:lnTo>
                  <a:lnTo>
                    <a:pt x="357" y="523"/>
                  </a:lnTo>
                  <a:lnTo>
                    <a:pt x="357" y="523"/>
                  </a:lnTo>
                  <a:lnTo>
                    <a:pt x="358" y="523"/>
                  </a:lnTo>
                  <a:lnTo>
                    <a:pt x="358" y="523"/>
                  </a:lnTo>
                  <a:lnTo>
                    <a:pt x="358" y="523"/>
                  </a:lnTo>
                  <a:lnTo>
                    <a:pt x="359" y="523"/>
                  </a:lnTo>
                  <a:lnTo>
                    <a:pt x="359" y="523"/>
                  </a:lnTo>
                  <a:lnTo>
                    <a:pt x="359" y="523"/>
                  </a:lnTo>
                  <a:lnTo>
                    <a:pt x="359" y="523"/>
                  </a:lnTo>
                  <a:lnTo>
                    <a:pt x="360" y="523"/>
                  </a:lnTo>
                  <a:lnTo>
                    <a:pt x="360" y="523"/>
                  </a:lnTo>
                  <a:lnTo>
                    <a:pt x="360" y="523"/>
                  </a:lnTo>
                  <a:lnTo>
                    <a:pt x="360" y="523"/>
                  </a:lnTo>
                  <a:lnTo>
                    <a:pt x="361" y="523"/>
                  </a:lnTo>
                  <a:lnTo>
                    <a:pt x="361" y="522"/>
                  </a:lnTo>
                  <a:lnTo>
                    <a:pt x="362" y="522"/>
                  </a:lnTo>
                  <a:lnTo>
                    <a:pt x="362" y="522"/>
                  </a:lnTo>
                  <a:lnTo>
                    <a:pt x="362" y="522"/>
                  </a:lnTo>
                  <a:lnTo>
                    <a:pt x="362" y="521"/>
                  </a:lnTo>
                  <a:lnTo>
                    <a:pt x="363" y="521"/>
                  </a:lnTo>
                  <a:lnTo>
                    <a:pt x="363" y="521"/>
                  </a:lnTo>
                  <a:lnTo>
                    <a:pt x="363" y="521"/>
                  </a:lnTo>
                  <a:lnTo>
                    <a:pt x="363" y="521"/>
                  </a:lnTo>
                  <a:lnTo>
                    <a:pt x="364" y="521"/>
                  </a:lnTo>
                  <a:lnTo>
                    <a:pt x="364" y="520"/>
                  </a:lnTo>
                  <a:lnTo>
                    <a:pt x="364" y="520"/>
                  </a:lnTo>
                  <a:lnTo>
                    <a:pt x="365" y="520"/>
                  </a:lnTo>
                  <a:lnTo>
                    <a:pt x="365" y="520"/>
                  </a:lnTo>
                  <a:lnTo>
                    <a:pt x="365" y="519"/>
                  </a:lnTo>
                  <a:lnTo>
                    <a:pt x="365" y="519"/>
                  </a:lnTo>
                  <a:lnTo>
                    <a:pt x="366" y="519"/>
                  </a:lnTo>
                  <a:lnTo>
                    <a:pt x="366" y="519"/>
                  </a:lnTo>
                  <a:lnTo>
                    <a:pt x="366" y="519"/>
                  </a:lnTo>
                  <a:lnTo>
                    <a:pt x="366" y="518"/>
                  </a:lnTo>
                  <a:lnTo>
                    <a:pt x="367" y="518"/>
                  </a:lnTo>
                  <a:lnTo>
                    <a:pt x="367" y="518"/>
                  </a:lnTo>
                  <a:lnTo>
                    <a:pt x="368" y="518"/>
                  </a:lnTo>
                  <a:lnTo>
                    <a:pt x="368" y="518"/>
                  </a:lnTo>
                  <a:lnTo>
                    <a:pt x="368" y="517"/>
                  </a:lnTo>
                  <a:lnTo>
                    <a:pt x="368" y="517"/>
                  </a:lnTo>
                  <a:lnTo>
                    <a:pt x="369" y="517"/>
                  </a:lnTo>
                  <a:lnTo>
                    <a:pt x="369" y="517"/>
                  </a:lnTo>
                  <a:lnTo>
                    <a:pt x="369" y="517"/>
                  </a:lnTo>
                  <a:lnTo>
                    <a:pt x="369" y="517"/>
                  </a:lnTo>
                  <a:lnTo>
                    <a:pt x="370" y="516"/>
                  </a:lnTo>
                  <a:lnTo>
                    <a:pt x="370" y="516"/>
                  </a:lnTo>
                  <a:lnTo>
                    <a:pt x="371" y="516"/>
                  </a:lnTo>
                  <a:lnTo>
                    <a:pt x="371" y="516"/>
                  </a:lnTo>
                  <a:lnTo>
                    <a:pt x="371" y="516"/>
                  </a:lnTo>
                  <a:lnTo>
                    <a:pt x="371" y="516"/>
                  </a:lnTo>
                  <a:lnTo>
                    <a:pt x="372" y="516"/>
                  </a:lnTo>
                  <a:lnTo>
                    <a:pt x="372" y="515"/>
                  </a:lnTo>
                  <a:lnTo>
                    <a:pt x="372" y="515"/>
                  </a:lnTo>
                  <a:lnTo>
                    <a:pt x="372" y="515"/>
                  </a:lnTo>
                  <a:lnTo>
                    <a:pt x="373" y="515"/>
                  </a:lnTo>
                  <a:lnTo>
                    <a:pt x="373" y="515"/>
                  </a:lnTo>
                  <a:lnTo>
                    <a:pt x="373" y="515"/>
                  </a:lnTo>
                  <a:lnTo>
                    <a:pt x="374" y="515"/>
                  </a:lnTo>
                  <a:lnTo>
                    <a:pt x="374" y="515"/>
                  </a:lnTo>
                  <a:lnTo>
                    <a:pt x="374" y="515"/>
                  </a:lnTo>
                  <a:lnTo>
                    <a:pt x="374" y="515"/>
                  </a:lnTo>
                  <a:lnTo>
                    <a:pt x="375" y="515"/>
                  </a:lnTo>
                  <a:lnTo>
                    <a:pt x="375" y="515"/>
                  </a:lnTo>
                  <a:lnTo>
                    <a:pt x="375" y="515"/>
                  </a:lnTo>
                  <a:lnTo>
                    <a:pt x="375" y="515"/>
                  </a:lnTo>
                  <a:lnTo>
                    <a:pt x="376" y="515"/>
                  </a:lnTo>
                  <a:lnTo>
                    <a:pt x="376" y="515"/>
                  </a:lnTo>
                  <a:lnTo>
                    <a:pt x="377" y="515"/>
                  </a:lnTo>
                  <a:lnTo>
                    <a:pt x="377" y="515"/>
                  </a:lnTo>
                  <a:lnTo>
                    <a:pt x="377" y="515"/>
                  </a:lnTo>
                  <a:lnTo>
                    <a:pt x="377" y="515"/>
                  </a:lnTo>
                  <a:lnTo>
                    <a:pt x="378" y="515"/>
                  </a:lnTo>
                  <a:lnTo>
                    <a:pt x="378" y="515"/>
                  </a:lnTo>
                  <a:lnTo>
                    <a:pt x="378" y="515"/>
                  </a:lnTo>
                  <a:lnTo>
                    <a:pt x="378" y="515"/>
                  </a:lnTo>
                  <a:lnTo>
                    <a:pt x="379" y="515"/>
                  </a:lnTo>
                  <a:lnTo>
                    <a:pt x="379" y="515"/>
                  </a:lnTo>
                  <a:lnTo>
                    <a:pt x="379" y="515"/>
                  </a:lnTo>
                  <a:lnTo>
                    <a:pt x="380" y="515"/>
                  </a:lnTo>
                  <a:lnTo>
                    <a:pt x="380" y="515"/>
                  </a:lnTo>
                  <a:lnTo>
                    <a:pt x="380" y="515"/>
                  </a:lnTo>
                  <a:lnTo>
                    <a:pt x="381" y="515"/>
                  </a:lnTo>
                  <a:lnTo>
                    <a:pt x="381" y="515"/>
                  </a:lnTo>
                  <a:lnTo>
                    <a:pt x="381" y="515"/>
                  </a:lnTo>
                  <a:lnTo>
                    <a:pt x="381" y="515"/>
                  </a:lnTo>
                  <a:lnTo>
                    <a:pt x="382" y="515"/>
                  </a:lnTo>
                  <a:lnTo>
                    <a:pt x="382" y="515"/>
                  </a:lnTo>
                  <a:lnTo>
                    <a:pt x="382" y="515"/>
                  </a:lnTo>
                  <a:lnTo>
                    <a:pt x="383" y="515"/>
                  </a:lnTo>
                  <a:lnTo>
                    <a:pt x="383" y="515"/>
                  </a:lnTo>
                  <a:lnTo>
                    <a:pt x="383" y="515"/>
                  </a:lnTo>
                  <a:lnTo>
                    <a:pt x="383" y="515"/>
                  </a:lnTo>
                  <a:lnTo>
                    <a:pt x="384" y="514"/>
                  </a:lnTo>
                  <a:lnTo>
                    <a:pt x="384" y="514"/>
                  </a:lnTo>
                  <a:lnTo>
                    <a:pt x="384" y="514"/>
                  </a:lnTo>
                  <a:lnTo>
                    <a:pt x="384" y="514"/>
                  </a:lnTo>
                  <a:lnTo>
                    <a:pt x="385" y="514"/>
                  </a:lnTo>
                  <a:lnTo>
                    <a:pt x="385" y="514"/>
                  </a:lnTo>
                  <a:lnTo>
                    <a:pt x="386" y="514"/>
                  </a:lnTo>
                  <a:lnTo>
                    <a:pt x="386" y="513"/>
                  </a:lnTo>
                  <a:lnTo>
                    <a:pt x="386" y="513"/>
                  </a:lnTo>
                  <a:lnTo>
                    <a:pt x="386" y="513"/>
                  </a:lnTo>
                  <a:lnTo>
                    <a:pt x="387" y="513"/>
                  </a:lnTo>
                  <a:lnTo>
                    <a:pt x="387" y="513"/>
                  </a:lnTo>
                  <a:lnTo>
                    <a:pt x="387" y="512"/>
                  </a:lnTo>
                  <a:lnTo>
                    <a:pt x="388" y="512"/>
                  </a:lnTo>
                  <a:lnTo>
                    <a:pt x="388" y="512"/>
                  </a:lnTo>
                  <a:lnTo>
                    <a:pt x="388" y="512"/>
                  </a:lnTo>
                  <a:lnTo>
                    <a:pt x="388" y="512"/>
                  </a:lnTo>
                  <a:lnTo>
                    <a:pt x="389" y="512"/>
                  </a:lnTo>
                  <a:lnTo>
                    <a:pt x="389" y="511"/>
                  </a:lnTo>
                  <a:lnTo>
                    <a:pt x="389" y="511"/>
                  </a:lnTo>
                  <a:lnTo>
                    <a:pt x="389" y="511"/>
                  </a:lnTo>
                  <a:lnTo>
                    <a:pt x="390" y="511"/>
                  </a:lnTo>
                  <a:lnTo>
                    <a:pt x="390" y="511"/>
                  </a:lnTo>
                  <a:lnTo>
                    <a:pt x="391" y="511"/>
                  </a:lnTo>
                  <a:lnTo>
                    <a:pt x="391" y="510"/>
                  </a:lnTo>
                  <a:lnTo>
                    <a:pt x="391" y="510"/>
                  </a:lnTo>
                  <a:lnTo>
                    <a:pt x="391" y="510"/>
                  </a:lnTo>
                  <a:lnTo>
                    <a:pt x="392" y="510"/>
                  </a:lnTo>
                  <a:lnTo>
                    <a:pt x="392" y="509"/>
                  </a:lnTo>
                  <a:lnTo>
                    <a:pt x="392" y="509"/>
                  </a:lnTo>
                  <a:lnTo>
                    <a:pt x="392" y="509"/>
                  </a:lnTo>
                  <a:lnTo>
                    <a:pt x="393" y="509"/>
                  </a:lnTo>
                  <a:lnTo>
                    <a:pt x="393" y="509"/>
                  </a:lnTo>
                  <a:lnTo>
                    <a:pt x="393" y="509"/>
                  </a:lnTo>
                  <a:lnTo>
                    <a:pt x="394" y="509"/>
                  </a:lnTo>
                  <a:lnTo>
                    <a:pt x="394" y="509"/>
                  </a:lnTo>
                  <a:lnTo>
                    <a:pt x="394" y="509"/>
                  </a:lnTo>
                  <a:lnTo>
                    <a:pt x="395" y="509"/>
                  </a:lnTo>
                  <a:lnTo>
                    <a:pt x="395" y="509"/>
                  </a:lnTo>
                  <a:lnTo>
                    <a:pt x="395" y="508"/>
                  </a:lnTo>
                  <a:lnTo>
                    <a:pt x="395" y="508"/>
                  </a:lnTo>
                  <a:lnTo>
                    <a:pt x="396" y="508"/>
                  </a:lnTo>
                  <a:lnTo>
                    <a:pt x="396" y="508"/>
                  </a:lnTo>
                  <a:lnTo>
                    <a:pt x="396" y="508"/>
                  </a:lnTo>
                  <a:lnTo>
                    <a:pt x="397" y="508"/>
                  </a:lnTo>
                  <a:lnTo>
                    <a:pt x="397" y="508"/>
                  </a:lnTo>
                  <a:lnTo>
                    <a:pt x="397" y="508"/>
                  </a:lnTo>
                  <a:lnTo>
                    <a:pt x="397" y="508"/>
                  </a:lnTo>
                  <a:lnTo>
                    <a:pt x="398" y="508"/>
                  </a:lnTo>
                  <a:lnTo>
                    <a:pt x="398" y="508"/>
                  </a:lnTo>
                  <a:lnTo>
                    <a:pt x="398" y="508"/>
                  </a:lnTo>
                  <a:lnTo>
                    <a:pt x="398" y="507"/>
                  </a:lnTo>
                  <a:lnTo>
                    <a:pt x="399" y="507"/>
                  </a:lnTo>
                  <a:lnTo>
                    <a:pt x="399" y="507"/>
                  </a:lnTo>
                  <a:lnTo>
                    <a:pt x="400" y="507"/>
                  </a:lnTo>
                  <a:lnTo>
                    <a:pt x="400" y="507"/>
                  </a:lnTo>
                  <a:lnTo>
                    <a:pt x="400" y="507"/>
                  </a:lnTo>
                  <a:lnTo>
                    <a:pt x="400" y="507"/>
                  </a:lnTo>
                  <a:lnTo>
                    <a:pt x="401" y="507"/>
                  </a:lnTo>
                  <a:lnTo>
                    <a:pt x="401" y="507"/>
                  </a:lnTo>
                  <a:lnTo>
                    <a:pt x="401" y="507"/>
                  </a:lnTo>
                  <a:lnTo>
                    <a:pt x="401" y="507"/>
                  </a:lnTo>
                  <a:lnTo>
                    <a:pt x="402" y="506"/>
                  </a:lnTo>
                  <a:lnTo>
                    <a:pt x="402" y="506"/>
                  </a:lnTo>
                  <a:lnTo>
                    <a:pt x="402" y="506"/>
                  </a:lnTo>
                  <a:lnTo>
                    <a:pt x="403" y="506"/>
                  </a:lnTo>
                  <a:lnTo>
                    <a:pt x="403" y="506"/>
                  </a:lnTo>
                  <a:lnTo>
                    <a:pt x="403" y="506"/>
                  </a:lnTo>
                  <a:lnTo>
                    <a:pt x="403" y="506"/>
                  </a:lnTo>
                  <a:lnTo>
                    <a:pt x="404" y="506"/>
                  </a:lnTo>
                  <a:lnTo>
                    <a:pt x="404" y="506"/>
                  </a:lnTo>
                  <a:lnTo>
                    <a:pt x="404" y="506"/>
                  </a:lnTo>
                  <a:lnTo>
                    <a:pt x="405" y="506"/>
                  </a:lnTo>
                  <a:lnTo>
                    <a:pt x="405" y="506"/>
                  </a:lnTo>
                  <a:lnTo>
                    <a:pt x="405" y="506"/>
                  </a:lnTo>
                  <a:lnTo>
                    <a:pt x="406" y="506"/>
                  </a:lnTo>
                  <a:lnTo>
                    <a:pt x="406" y="506"/>
                  </a:lnTo>
                  <a:lnTo>
                    <a:pt x="406" y="506"/>
                  </a:lnTo>
                  <a:lnTo>
                    <a:pt x="406" y="505"/>
                  </a:lnTo>
                  <a:lnTo>
                    <a:pt x="407" y="505"/>
                  </a:lnTo>
                  <a:lnTo>
                    <a:pt x="407" y="505"/>
                  </a:lnTo>
                  <a:lnTo>
                    <a:pt x="407" y="505"/>
                  </a:lnTo>
                  <a:lnTo>
                    <a:pt x="407" y="505"/>
                  </a:lnTo>
                  <a:lnTo>
                    <a:pt x="408" y="505"/>
                  </a:lnTo>
                  <a:lnTo>
                    <a:pt x="408" y="505"/>
                  </a:lnTo>
                  <a:lnTo>
                    <a:pt x="409" y="505"/>
                  </a:lnTo>
                  <a:lnTo>
                    <a:pt x="409" y="504"/>
                  </a:lnTo>
                  <a:lnTo>
                    <a:pt x="409" y="504"/>
                  </a:lnTo>
                  <a:lnTo>
                    <a:pt x="409" y="504"/>
                  </a:lnTo>
                  <a:lnTo>
                    <a:pt x="410" y="504"/>
                  </a:lnTo>
                  <a:lnTo>
                    <a:pt x="410" y="504"/>
                  </a:lnTo>
                  <a:lnTo>
                    <a:pt x="410" y="504"/>
                  </a:lnTo>
                  <a:lnTo>
                    <a:pt x="410" y="504"/>
                  </a:lnTo>
                  <a:lnTo>
                    <a:pt x="411" y="503"/>
                  </a:lnTo>
                  <a:lnTo>
                    <a:pt x="411" y="503"/>
                  </a:lnTo>
                  <a:lnTo>
                    <a:pt x="411" y="503"/>
                  </a:lnTo>
                  <a:lnTo>
                    <a:pt x="412" y="503"/>
                  </a:lnTo>
                  <a:lnTo>
                    <a:pt x="412" y="503"/>
                  </a:lnTo>
                  <a:lnTo>
                    <a:pt x="412" y="503"/>
                  </a:lnTo>
                  <a:lnTo>
                    <a:pt x="412" y="503"/>
                  </a:lnTo>
                  <a:lnTo>
                    <a:pt x="413" y="503"/>
                  </a:lnTo>
                  <a:lnTo>
                    <a:pt x="413" y="503"/>
                  </a:lnTo>
                  <a:lnTo>
                    <a:pt x="413" y="503"/>
                  </a:lnTo>
                  <a:lnTo>
                    <a:pt x="413" y="503"/>
                  </a:lnTo>
                  <a:lnTo>
                    <a:pt x="414" y="503"/>
                  </a:lnTo>
                  <a:lnTo>
                    <a:pt x="414" y="503"/>
                  </a:lnTo>
                  <a:lnTo>
                    <a:pt x="415" y="503"/>
                  </a:lnTo>
                  <a:lnTo>
                    <a:pt x="415" y="503"/>
                  </a:lnTo>
                  <a:lnTo>
                    <a:pt x="415" y="503"/>
                  </a:lnTo>
                  <a:lnTo>
                    <a:pt x="415" y="503"/>
                  </a:lnTo>
                  <a:lnTo>
                    <a:pt x="416" y="503"/>
                  </a:lnTo>
                  <a:lnTo>
                    <a:pt x="416" y="503"/>
                  </a:lnTo>
                  <a:lnTo>
                    <a:pt x="416" y="503"/>
                  </a:lnTo>
                  <a:lnTo>
                    <a:pt x="416" y="503"/>
                  </a:lnTo>
                  <a:lnTo>
                    <a:pt x="417" y="503"/>
                  </a:lnTo>
                  <a:lnTo>
                    <a:pt x="417" y="503"/>
                  </a:lnTo>
                  <a:lnTo>
                    <a:pt x="418" y="503"/>
                  </a:lnTo>
                  <a:lnTo>
                    <a:pt x="418" y="503"/>
                  </a:lnTo>
                  <a:lnTo>
                    <a:pt x="418" y="503"/>
                  </a:lnTo>
                  <a:lnTo>
                    <a:pt x="418" y="503"/>
                  </a:lnTo>
                  <a:lnTo>
                    <a:pt x="419" y="503"/>
                  </a:lnTo>
                  <a:lnTo>
                    <a:pt x="419" y="503"/>
                  </a:lnTo>
                  <a:lnTo>
                    <a:pt x="419" y="503"/>
                  </a:lnTo>
                  <a:lnTo>
                    <a:pt x="419" y="503"/>
                  </a:lnTo>
                  <a:lnTo>
                    <a:pt x="420" y="503"/>
                  </a:lnTo>
                  <a:lnTo>
                    <a:pt x="420" y="503"/>
                  </a:lnTo>
                  <a:lnTo>
                    <a:pt x="420" y="503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503"/>
                  </a:lnTo>
                  <a:lnTo>
                    <a:pt x="422" y="503"/>
                  </a:lnTo>
                  <a:lnTo>
                    <a:pt x="422" y="503"/>
                  </a:lnTo>
                  <a:lnTo>
                    <a:pt x="422" y="503"/>
                  </a:lnTo>
                  <a:lnTo>
                    <a:pt x="423" y="503"/>
                  </a:lnTo>
                  <a:lnTo>
                    <a:pt x="423" y="503"/>
                  </a:lnTo>
                  <a:lnTo>
                    <a:pt x="424" y="503"/>
                  </a:lnTo>
                  <a:lnTo>
                    <a:pt x="424" y="503"/>
                  </a:lnTo>
                  <a:lnTo>
                    <a:pt x="424" y="503"/>
                  </a:lnTo>
                  <a:lnTo>
                    <a:pt x="424" y="503"/>
                  </a:lnTo>
                  <a:lnTo>
                    <a:pt x="425" y="503"/>
                  </a:lnTo>
                  <a:lnTo>
                    <a:pt x="425" y="503"/>
                  </a:lnTo>
                  <a:lnTo>
                    <a:pt x="425" y="503"/>
                  </a:lnTo>
                  <a:lnTo>
                    <a:pt x="425" y="503"/>
                  </a:lnTo>
                  <a:lnTo>
                    <a:pt x="426" y="503"/>
                  </a:lnTo>
                  <a:lnTo>
                    <a:pt x="426" y="503"/>
                  </a:lnTo>
                  <a:lnTo>
                    <a:pt x="426" y="503"/>
                  </a:lnTo>
                  <a:lnTo>
                    <a:pt x="427" y="503"/>
                  </a:lnTo>
                  <a:lnTo>
                    <a:pt x="427" y="503"/>
                  </a:lnTo>
                  <a:lnTo>
                    <a:pt x="427" y="502"/>
                  </a:lnTo>
                  <a:lnTo>
                    <a:pt x="428" y="502"/>
                  </a:lnTo>
                  <a:lnTo>
                    <a:pt x="428" y="502"/>
                  </a:lnTo>
                  <a:lnTo>
                    <a:pt x="428" y="502"/>
                  </a:lnTo>
                  <a:lnTo>
                    <a:pt x="428" y="502"/>
                  </a:lnTo>
                  <a:lnTo>
                    <a:pt x="429" y="502"/>
                  </a:lnTo>
                  <a:lnTo>
                    <a:pt x="429" y="502"/>
                  </a:lnTo>
                  <a:lnTo>
                    <a:pt x="429" y="502"/>
                  </a:lnTo>
                  <a:lnTo>
                    <a:pt x="430" y="502"/>
                  </a:lnTo>
                  <a:lnTo>
                    <a:pt x="430" y="501"/>
                  </a:lnTo>
                  <a:lnTo>
                    <a:pt x="430" y="501"/>
                  </a:lnTo>
                  <a:lnTo>
                    <a:pt x="430" y="501"/>
                  </a:lnTo>
                  <a:lnTo>
                    <a:pt x="431" y="501"/>
                  </a:lnTo>
                  <a:lnTo>
                    <a:pt x="431" y="501"/>
                  </a:lnTo>
                  <a:lnTo>
                    <a:pt x="431" y="500"/>
                  </a:lnTo>
                  <a:lnTo>
                    <a:pt x="431" y="500"/>
                  </a:lnTo>
                  <a:lnTo>
                    <a:pt x="432" y="500"/>
                  </a:lnTo>
                  <a:lnTo>
                    <a:pt x="432" y="499"/>
                  </a:lnTo>
                  <a:lnTo>
                    <a:pt x="433" y="499"/>
                  </a:lnTo>
                  <a:lnTo>
                    <a:pt x="433" y="499"/>
                  </a:lnTo>
                  <a:lnTo>
                    <a:pt x="433" y="499"/>
                  </a:lnTo>
                  <a:lnTo>
                    <a:pt x="433" y="498"/>
                  </a:lnTo>
                  <a:lnTo>
                    <a:pt x="434" y="498"/>
                  </a:lnTo>
                  <a:lnTo>
                    <a:pt x="434" y="497"/>
                  </a:lnTo>
                  <a:lnTo>
                    <a:pt x="434" y="497"/>
                  </a:lnTo>
                  <a:lnTo>
                    <a:pt x="434" y="497"/>
                  </a:lnTo>
                  <a:lnTo>
                    <a:pt x="435" y="497"/>
                  </a:lnTo>
                  <a:lnTo>
                    <a:pt x="435" y="497"/>
                  </a:lnTo>
                  <a:lnTo>
                    <a:pt x="435" y="497"/>
                  </a:lnTo>
                  <a:lnTo>
                    <a:pt x="436" y="496"/>
                  </a:lnTo>
                  <a:lnTo>
                    <a:pt x="436" y="496"/>
                  </a:lnTo>
                  <a:lnTo>
                    <a:pt x="436" y="496"/>
                  </a:lnTo>
                  <a:lnTo>
                    <a:pt x="436" y="496"/>
                  </a:lnTo>
                  <a:lnTo>
                    <a:pt x="437" y="496"/>
                  </a:lnTo>
                  <a:lnTo>
                    <a:pt x="437" y="496"/>
                  </a:lnTo>
                  <a:lnTo>
                    <a:pt x="437" y="496"/>
                  </a:lnTo>
                  <a:lnTo>
                    <a:pt x="438" y="496"/>
                  </a:lnTo>
                  <a:lnTo>
                    <a:pt x="438" y="496"/>
                  </a:lnTo>
                  <a:lnTo>
                    <a:pt x="438" y="496"/>
                  </a:lnTo>
                  <a:lnTo>
                    <a:pt x="439" y="495"/>
                  </a:lnTo>
                  <a:lnTo>
                    <a:pt x="439" y="495"/>
                  </a:lnTo>
                  <a:lnTo>
                    <a:pt x="439" y="495"/>
                  </a:lnTo>
                  <a:lnTo>
                    <a:pt x="439" y="495"/>
                  </a:lnTo>
                  <a:lnTo>
                    <a:pt x="440" y="495"/>
                  </a:lnTo>
                  <a:lnTo>
                    <a:pt x="440" y="495"/>
                  </a:lnTo>
                  <a:lnTo>
                    <a:pt x="440" y="495"/>
                  </a:lnTo>
                  <a:lnTo>
                    <a:pt x="440" y="494"/>
                  </a:lnTo>
                  <a:lnTo>
                    <a:pt x="441" y="494"/>
                  </a:lnTo>
                  <a:lnTo>
                    <a:pt x="441" y="494"/>
                  </a:lnTo>
                  <a:lnTo>
                    <a:pt x="442" y="494"/>
                  </a:lnTo>
                  <a:lnTo>
                    <a:pt x="442" y="494"/>
                  </a:lnTo>
                  <a:lnTo>
                    <a:pt x="442" y="493"/>
                  </a:lnTo>
                  <a:lnTo>
                    <a:pt x="442" y="493"/>
                  </a:lnTo>
                  <a:lnTo>
                    <a:pt x="443" y="493"/>
                  </a:lnTo>
                  <a:lnTo>
                    <a:pt x="443" y="493"/>
                  </a:lnTo>
                  <a:lnTo>
                    <a:pt x="443" y="493"/>
                  </a:lnTo>
                  <a:lnTo>
                    <a:pt x="443" y="493"/>
                  </a:lnTo>
                  <a:lnTo>
                    <a:pt x="444" y="492"/>
                  </a:lnTo>
                  <a:lnTo>
                    <a:pt x="444" y="492"/>
                  </a:lnTo>
                  <a:lnTo>
                    <a:pt x="444" y="492"/>
                  </a:lnTo>
                  <a:lnTo>
                    <a:pt x="445" y="491"/>
                  </a:lnTo>
                  <a:lnTo>
                    <a:pt x="445" y="491"/>
                  </a:lnTo>
                  <a:lnTo>
                    <a:pt x="445" y="491"/>
                  </a:lnTo>
                  <a:lnTo>
                    <a:pt x="445" y="491"/>
                  </a:lnTo>
                  <a:lnTo>
                    <a:pt x="446" y="491"/>
                  </a:lnTo>
                  <a:lnTo>
                    <a:pt x="446" y="491"/>
                  </a:lnTo>
                  <a:lnTo>
                    <a:pt x="446" y="491"/>
                  </a:lnTo>
                  <a:lnTo>
                    <a:pt x="446" y="490"/>
                  </a:lnTo>
                  <a:lnTo>
                    <a:pt x="447" y="490"/>
                  </a:lnTo>
                  <a:lnTo>
                    <a:pt x="447" y="490"/>
                  </a:lnTo>
                  <a:lnTo>
                    <a:pt x="448" y="490"/>
                  </a:lnTo>
                  <a:lnTo>
                    <a:pt x="448" y="490"/>
                  </a:lnTo>
                  <a:lnTo>
                    <a:pt x="448" y="490"/>
                  </a:lnTo>
                  <a:lnTo>
                    <a:pt x="448" y="490"/>
                  </a:lnTo>
                  <a:lnTo>
                    <a:pt x="449" y="489"/>
                  </a:lnTo>
                  <a:lnTo>
                    <a:pt x="449" y="489"/>
                  </a:lnTo>
                  <a:lnTo>
                    <a:pt x="449" y="489"/>
                  </a:lnTo>
                  <a:lnTo>
                    <a:pt x="449" y="488"/>
                  </a:lnTo>
                  <a:lnTo>
                    <a:pt x="450" y="488"/>
                  </a:lnTo>
                  <a:lnTo>
                    <a:pt x="450" y="488"/>
                  </a:lnTo>
                  <a:lnTo>
                    <a:pt x="450" y="488"/>
                  </a:lnTo>
                  <a:lnTo>
                    <a:pt x="451" y="488"/>
                  </a:lnTo>
                  <a:lnTo>
                    <a:pt x="451" y="488"/>
                  </a:lnTo>
                  <a:lnTo>
                    <a:pt x="451" y="488"/>
                  </a:lnTo>
                  <a:lnTo>
                    <a:pt x="452" y="487"/>
                  </a:lnTo>
                  <a:lnTo>
                    <a:pt x="452" y="487"/>
                  </a:lnTo>
                  <a:lnTo>
                    <a:pt x="452" y="487"/>
                  </a:lnTo>
                  <a:lnTo>
                    <a:pt x="452" y="486"/>
                  </a:lnTo>
                  <a:lnTo>
                    <a:pt x="453" y="486"/>
                  </a:lnTo>
                  <a:lnTo>
                    <a:pt x="453" y="485"/>
                  </a:lnTo>
                  <a:lnTo>
                    <a:pt x="453" y="485"/>
                  </a:lnTo>
                  <a:lnTo>
                    <a:pt x="454" y="485"/>
                  </a:lnTo>
                  <a:lnTo>
                    <a:pt x="454" y="484"/>
                  </a:lnTo>
                  <a:lnTo>
                    <a:pt x="454" y="484"/>
                  </a:lnTo>
                  <a:lnTo>
                    <a:pt x="454" y="484"/>
                  </a:lnTo>
                  <a:lnTo>
                    <a:pt x="455" y="484"/>
                  </a:lnTo>
                  <a:lnTo>
                    <a:pt x="455" y="483"/>
                  </a:lnTo>
                  <a:lnTo>
                    <a:pt x="455" y="483"/>
                  </a:lnTo>
                  <a:lnTo>
                    <a:pt x="455" y="483"/>
                  </a:lnTo>
                  <a:lnTo>
                    <a:pt x="456" y="482"/>
                  </a:lnTo>
                  <a:lnTo>
                    <a:pt x="456" y="482"/>
                  </a:lnTo>
                  <a:lnTo>
                    <a:pt x="457" y="482"/>
                  </a:lnTo>
                  <a:lnTo>
                    <a:pt x="457" y="482"/>
                  </a:lnTo>
                  <a:lnTo>
                    <a:pt x="457" y="482"/>
                  </a:lnTo>
                  <a:lnTo>
                    <a:pt x="457" y="482"/>
                  </a:lnTo>
                  <a:lnTo>
                    <a:pt x="458" y="481"/>
                  </a:lnTo>
                  <a:lnTo>
                    <a:pt x="458" y="481"/>
                  </a:lnTo>
                  <a:lnTo>
                    <a:pt x="458" y="481"/>
                  </a:lnTo>
                  <a:lnTo>
                    <a:pt x="459" y="481"/>
                  </a:lnTo>
                  <a:lnTo>
                    <a:pt x="459" y="481"/>
                  </a:lnTo>
                  <a:lnTo>
                    <a:pt x="459" y="481"/>
                  </a:lnTo>
                  <a:lnTo>
                    <a:pt x="459" y="481"/>
                  </a:lnTo>
                  <a:lnTo>
                    <a:pt x="460" y="481"/>
                  </a:lnTo>
                  <a:lnTo>
                    <a:pt x="460" y="481"/>
                  </a:lnTo>
                  <a:lnTo>
                    <a:pt x="460" y="481"/>
                  </a:lnTo>
                  <a:lnTo>
                    <a:pt x="460" y="481"/>
                  </a:lnTo>
                  <a:lnTo>
                    <a:pt x="461" y="481"/>
                  </a:lnTo>
                  <a:lnTo>
                    <a:pt x="461" y="481"/>
                  </a:lnTo>
                  <a:lnTo>
                    <a:pt x="462" y="481"/>
                  </a:lnTo>
                  <a:lnTo>
                    <a:pt x="462" y="481"/>
                  </a:lnTo>
                  <a:lnTo>
                    <a:pt x="462" y="481"/>
                  </a:lnTo>
                  <a:lnTo>
                    <a:pt x="462" y="481"/>
                  </a:lnTo>
                  <a:lnTo>
                    <a:pt x="463" y="481"/>
                  </a:lnTo>
                  <a:lnTo>
                    <a:pt x="463" y="481"/>
                  </a:lnTo>
                  <a:lnTo>
                    <a:pt x="463" y="481"/>
                  </a:lnTo>
                  <a:lnTo>
                    <a:pt x="463" y="482"/>
                  </a:lnTo>
                  <a:lnTo>
                    <a:pt x="464" y="482"/>
                  </a:lnTo>
                  <a:lnTo>
                    <a:pt x="464" y="482"/>
                  </a:lnTo>
                  <a:lnTo>
                    <a:pt x="465" y="482"/>
                  </a:lnTo>
                  <a:lnTo>
                    <a:pt x="465" y="482"/>
                  </a:lnTo>
                  <a:lnTo>
                    <a:pt x="465" y="482"/>
                  </a:lnTo>
                  <a:lnTo>
                    <a:pt x="465" y="482"/>
                  </a:lnTo>
                  <a:lnTo>
                    <a:pt x="466" y="482"/>
                  </a:lnTo>
                  <a:lnTo>
                    <a:pt x="466" y="482"/>
                  </a:lnTo>
                  <a:lnTo>
                    <a:pt x="466" y="482"/>
                  </a:lnTo>
                  <a:lnTo>
                    <a:pt x="466" y="482"/>
                  </a:lnTo>
                  <a:lnTo>
                    <a:pt x="467" y="482"/>
                  </a:lnTo>
                  <a:lnTo>
                    <a:pt x="467" y="482"/>
                  </a:lnTo>
                  <a:lnTo>
                    <a:pt x="467" y="481"/>
                  </a:lnTo>
                  <a:lnTo>
                    <a:pt x="468" y="481"/>
                  </a:lnTo>
                  <a:lnTo>
                    <a:pt x="468" y="481"/>
                  </a:lnTo>
                  <a:lnTo>
                    <a:pt x="468" y="481"/>
                  </a:lnTo>
                  <a:lnTo>
                    <a:pt x="468" y="481"/>
                  </a:lnTo>
                  <a:lnTo>
                    <a:pt x="469" y="481"/>
                  </a:lnTo>
                  <a:lnTo>
                    <a:pt x="469" y="481"/>
                  </a:lnTo>
                  <a:lnTo>
                    <a:pt x="469" y="481"/>
                  </a:lnTo>
                  <a:lnTo>
                    <a:pt x="469" y="481"/>
                  </a:lnTo>
                  <a:lnTo>
                    <a:pt x="470" y="481"/>
                  </a:lnTo>
                  <a:lnTo>
                    <a:pt x="470" y="481"/>
                  </a:lnTo>
                  <a:lnTo>
                    <a:pt x="471" y="481"/>
                  </a:lnTo>
                  <a:lnTo>
                    <a:pt x="471" y="481"/>
                  </a:lnTo>
                  <a:lnTo>
                    <a:pt x="471" y="481"/>
                  </a:lnTo>
                  <a:lnTo>
                    <a:pt x="471" y="481"/>
                  </a:lnTo>
                  <a:lnTo>
                    <a:pt x="472" y="481"/>
                  </a:lnTo>
                  <a:lnTo>
                    <a:pt x="472" y="481"/>
                  </a:lnTo>
                  <a:lnTo>
                    <a:pt x="472" y="481"/>
                  </a:lnTo>
                  <a:lnTo>
                    <a:pt x="472" y="480"/>
                  </a:lnTo>
                  <a:lnTo>
                    <a:pt x="473" y="480"/>
                  </a:lnTo>
                  <a:lnTo>
                    <a:pt x="473" y="480"/>
                  </a:lnTo>
                  <a:lnTo>
                    <a:pt x="473" y="480"/>
                  </a:lnTo>
                  <a:lnTo>
                    <a:pt x="474" y="480"/>
                  </a:lnTo>
                  <a:lnTo>
                    <a:pt x="474" y="479"/>
                  </a:lnTo>
                  <a:lnTo>
                    <a:pt x="474" y="479"/>
                  </a:lnTo>
                  <a:lnTo>
                    <a:pt x="475" y="479"/>
                  </a:lnTo>
                  <a:lnTo>
                    <a:pt x="475" y="479"/>
                  </a:lnTo>
                  <a:lnTo>
                    <a:pt x="475" y="479"/>
                  </a:lnTo>
                  <a:lnTo>
                    <a:pt x="475" y="479"/>
                  </a:lnTo>
                  <a:lnTo>
                    <a:pt x="476" y="479"/>
                  </a:lnTo>
                  <a:lnTo>
                    <a:pt x="476" y="479"/>
                  </a:lnTo>
                  <a:lnTo>
                    <a:pt x="476" y="479"/>
                  </a:lnTo>
                  <a:lnTo>
                    <a:pt x="477" y="479"/>
                  </a:lnTo>
                  <a:lnTo>
                    <a:pt x="477" y="479"/>
                  </a:lnTo>
                  <a:lnTo>
                    <a:pt x="477" y="479"/>
                  </a:lnTo>
                  <a:lnTo>
                    <a:pt x="477" y="479"/>
                  </a:lnTo>
                  <a:lnTo>
                    <a:pt x="478" y="479"/>
                  </a:lnTo>
                  <a:lnTo>
                    <a:pt x="478" y="479"/>
                  </a:lnTo>
                  <a:lnTo>
                    <a:pt x="478" y="479"/>
                  </a:lnTo>
                  <a:lnTo>
                    <a:pt x="478" y="479"/>
                  </a:lnTo>
                  <a:lnTo>
                    <a:pt x="479" y="479"/>
                  </a:lnTo>
                  <a:lnTo>
                    <a:pt x="479" y="479"/>
                  </a:lnTo>
                  <a:lnTo>
                    <a:pt x="480" y="479"/>
                  </a:lnTo>
                  <a:lnTo>
                    <a:pt x="480" y="479"/>
                  </a:lnTo>
                  <a:lnTo>
                    <a:pt x="480" y="479"/>
                  </a:lnTo>
                  <a:lnTo>
                    <a:pt x="480" y="479"/>
                  </a:lnTo>
                  <a:lnTo>
                    <a:pt x="481" y="479"/>
                  </a:lnTo>
                  <a:lnTo>
                    <a:pt x="481" y="479"/>
                  </a:lnTo>
                  <a:lnTo>
                    <a:pt x="481" y="479"/>
                  </a:lnTo>
                  <a:lnTo>
                    <a:pt x="481" y="479"/>
                  </a:lnTo>
                  <a:lnTo>
                    <a:pt x="482" y="479"/>
                  </a:lnTo>
                  <a:lnTo>
                    <a:pt x="482" y="479"/>
                  </a:lnTo>
                  <a:lnTo>
                    <a:pt x="482" y="480"/>
                  </a:lnTo>
                  <a:lnTo>
                    <a:pt x="483" y="480"/>
                  </a:lnTo>
                  <a:lnTo>
                    <a:pt x="483" y="480"/>
                  </a:lnTo>
                  <a:lnTo>
                    <a:pt x="483" y="481"/>
                  </a:lnTo>
                  <a:lnTo>
                    <a:pt x="483" y="481"/>
                  </a:lnTo>
                  <a:lnTo>
                    <a:pt x="484" y="481"/>
                  </a:lnTo>
                  <a:lnTo>
                    <a:pt x="484" y="481"/>
                  </a:lnTo>
                  <a:lnTo>
                    <a:pt x="484" y="481"/>
                  </a:lnTo>
                  <a:lnTo>
                    <a:pt x="485" y="481"/>
                  </a:lnTo>
                  <a:lnTo>
                    <a:pt x="485" y="481"/>
                  </a:lnTo>
                  <a:lnTo>
                    <a:pt x="485" y="481"/>
                  </a:lnTo>
                  <a:lnTo>
                    <a:pt x="486" y="481"/>
                  </a:lnTo>
                  <a:lnTo>
                    <a:pt x="486" y="481"/>
                  </a:lnTo>
                  <a:lnTo>
                    <a:pt x="486" y="481"/>
                  </a:lnTo>
                  <a:lnTo>
                    <a:pt x="486" y="481"/>
                  </a:lnTo>
                  <a:lnTo>
                    <a:pt x="487" y="482"/>
                  </a:lnTo>
                  <a:lnTo>
                    <a:pt x="487" y="482"/>
                  </a:lnTo>
                  <a:lnTo>
                    <a:pt x="487" y="482"/>
                  </a:lnTo>
                  <a:lnTo>
                    <a:pt x="487" y="482"/>
                  </a:lnTo>
                  <a:lnTo>
                    <a:pt x="488" y="482"/>
                  </a:lnTo>
                  <a:lnTo>
                    <a:pt x="488" y="482"/>
                  </a:lnTo>
                  <a:lnTo>
                    <a:pt x="489" y="482"/>
                  </a:lnTo>
                  <a:lnTo>
                    <a:pt x="489" y="482"/>
                  </a:lnTo>
                  <a:lnTo>
                    <a:pt x="489" y="482"/>
                  </a:lnTo>
                  <a:lnTo>
                    <a:pt x="489" y="482"/>
                  </a:lnTo>
                  <a:lnTo>
                    <a:pt x="490" y="482"/>
                  </a:lnTo>
                  <a:lnTo>
                    <a:pt x="490" y="482"/>
                  </a:lnTo>
                  <a:lnTo>
                    <a:pt x="490" y="482"/>
                  </a:lnTo>
                  <a:lnTo>
                    <a:pt x="490" y="481"/>
                  </a:lnTo>
                  <a:lnTo>
                    <a:pt x="491" y="481"/>
                  </a:lnTo>
                  <a:lnTo>
                    <a:pt x="491" y="481"/>
                  </a:lnTo>
                  <a:lnTo>
                    <a:pt x="491" y="481"/>
                  </a:lnTo>
                  <a:lnTo>
                    <a:pt x="492" y="481"/>
                  </a:lnTo>
                  <a:lnTo>
                    <a:pt x="492" y="481"/>
                  </a:lnTo>
                  <a:lnTo>
                    <a:pt x="492" y="481"/>
                  </a:lnTo>
                  <a:lnTo>
                    <a:pt x="492" y="481"/>
                  </a:lnTo>
                  <a:lnTo>
                    <a:pt x="493" y="481"/>
                  </a:lnTo>
                  <a:lnTo>
                    <a:pt x="493" y="481"/>
                  </a:lnTo>
                  <a:lnTo>
                    <a:pt x="493" y="481"/>
                  </a:lnTo>
                  <a:lnTo>
                    <a:pt x="493" y="481"/>
                  </a:lnTo>
                  <a:lnTo>
                    <a:pt x="494" y="481"/>
                  </a:lnTo>
                  <a:lnTo>
                    <a:pt x="494" y="481"/>
                  </a:lnTo>
                  <a:lnTo>
                    <a:pt x="495" y="481"/>
                  </a:lnTo>
                  <a:lnTo>
                    <a:pt x="495" y="481"/>
                  </a:lnTo>
                  <a:lnTo>
                    <a:pt x="495" y="480"/>
                  </a:lnTo>
                  <a:lnTo>
                    <a:pt x="495" y="480"/>
                  </a:lnTo>
                  <a:lnTo>
                    <a:pt x="496" y="480"/>
                  </a:lnTo>
                  <a:lnTo>
                    <a:pt x="496" y="480"/>
                  </a:lnTo>
                  <a:lnTo>
                    <a:pt x="496" y="480"/>
                  </a:lnTo>
                  <a:lnTo>
                    <a:pt x="496" y="480"/>
                  </a:lnTo>
                  <a:lnTo>
                    <a:pt x="497" y="480"/>
                  </a:lnTo>
                  <a:lnTo>
                    <a:pt x="497" y="479"/>
                  </a:lnTo>
                  <a:lnTo>
                    <a:pt x="497" y="479"/>
                  </a:lnTo>
                  <a:lnTo>
                    <a:pt x="498" y="479"/>
                  </a:lnTo>
                  <a:lnTo>
                    <a:pt x="498" y="479"/>
                  </a:lnTo>
                  <a:lnTo>
                    <a:pt x="498" y="479"/>
                  </a:lnTo>
                  <a:lnTo>
                    <a:pt x="499" y="479"/>
                  </a:lnTo>
                  <a:lnTo>
                    <a:pt x="499" y="479"/>
                  </a:lnTo>
                  <a:lnTo>
                    <a:pt x="499" y="479"/>
                  </a:lnTo>
                  <a:lnTo>
                    <a:pt x="499" y="478"/>
                  </a:lnTo>
                  <a:lnTo>
                    <a:pt x="500" y="478"/>
                  </a:lnTo>
                  <a:lnTo>
                    <a:pt x="500" y="478"/>
                  </a:lnTo>
                  <a:lnTo>
                    <a:pt x="500" y="478"/>
                  </a:lnTo>
                  <a:lnTo>
                    <a:pt x="501" y="478"/>
                  </a:lnTo>
                  <a:lnTo>
                    <a:pt x="501" y="477"/>
                  </a:lnTo>
                  <a:lnTo>
                    <a:pt x="501" y="477"/>
                  </a:lnTo>
                  <a:lnTo>
                    <a:pt x="501" y="476"/>
                  </a:lnTo>
                  <a:lnTo>
                    <a:pt x="502" y="476"/>
                  </a:lnTo>
                  <a:lnTo>
                    <a:pt x="502" y="476"/>
                  </a:lnTo>
                  <a:lnTo>
                    <a:pt x="502" y="475"/>
                  </a:lnTo>
                  <a:lnTo>
                    <a:pt x="502" y="475"/>
                  </a:lnTo>
                  <a:lnTo>
                    <a:pt x="503" y="475"/>
                  </a:lnTo>
                  <a:lnTo>
                    <a:pt x="503" y="474"/>
                  </a:lnTo>
                  <a:lnTo>
                    <a:pt x="504" y="474"/>
                  </a:lnTo>
                  <a:lnTo>
                    <a:pt x="504" y="474"/>
                  </a:lnTo>
                  <a:lnTo>
                    <a:pt x="504" y="473"/>
                  </a:lnTo>
                  <a:lnTo>
                    <a:pt x="504" y="473"/>
                  </a:lnTo>
                  <a:lnTo>
                    <a:pt x="505" y="473"/>
                  </a:lnTo>
                  <a:lnTo>
                    <a:pt x="505" y="473"/>
                  </a:lnTo>
                  <a:lnTo>
                    <a:pt x="505" y="472"/>
                  </a:lnTo>
                  <a:lnTo>
                    <a:pt x="505" y="472"/>
                  </a:lnTo>
                  <a:lnTo>
                    <a:pt x="506" y="472"/>
                  </a:lnTo>
                  <a:lnTo>
                    <a:pt x="506" y="471"/>
                  </a:lnTo>
                  <a:lnTo>
                    <a:pt x="506" y="471"/>
                  </a:lnTo>
                  <a:lnTo>
                    <a:pt x="507" y="471"/>
                  </a:lnTo>
                  <a:lnTo>
                    <a:pt x="507" y="471"/>
                  </a:lnTo>
                  <a:lnTo>
                    <a:pt x="507" y="471"/>
                  </a:lnTo>
                  <a:lnTo>
                    <a:pt x="507" y="471"/>
                  </a:lnTo>
                  <a:lnTo>
                    <a:pt x="508" y="470"/>
                  </a:lnTo>
                  <a:lnTo>
                    <a:pt x="508" y="470"/>
                  </a:lnTo>
                  <a:lnTo>
                    <a:pt x="508" y="470"/>
                  </a:lnTo>
                  <a:lnTo>
                    <a:pt x="509" y="470"/>
                  </a:lnTo>
                  <a:lnTo>
                    <a:pt x="509" y="470"/>
                  </a:lnTo>
                  <a:lnTo>
                    <a:pt x="509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1" y="469"/>
                  </a:lnTo>
                  <a:lnTo>
                    <a:pt x="511" y="469"/>
                  </a:lnTo>
                  <a:lnTo>
                    <a:pt x="511" y="469"/>
                  </a:lnTo>
                  <a:lnTo>
                    <a:pt x="511" y="469"/>
                  </a:lnTo>
                  <a:lnTo>
                    <a:pt x="512" y="469"/>
                  </a:lnTo>
                  <a:lnTo>
                    <a:pt x="512" y="469"/>
                  </a:lnTo>
                  <a:lnTo>
                    <a:pt x="513" y="469"/>
                  </a:lnTo>
                  <a:lnTo>
                    <a:pt x="513" y="469"/>
                  </a:lnTo>
                  <a:lnTo>
                    <a:pt x="513" y="469"/>
                  </a:lnTo>
                  <a:lnTo>
                    <a:pt x="513" y="469"/>
                  </a:lnTo>
                  <a:lnTo>
                    <a:pt x="514" y="469"/>
                  </a:lnTo>
                  <a:lnTo>
                    <a:pt x="514" y="469"/>
                  </a:lnTo>
                  <a:lnTo>
                    <a:pt x="514" y="469"/>
                  </a:lnTo>
                  <a:lnTo>
                    <a:pt x="514" y="469"/>
                  </a:lnTo>
                  <a:lnTo>
                    <a:pt x="515" y="470"/>
                  </a:lnTo>
                  <a:lnTo>
                    <a:pt x="515" y="470"/>
                  </a:lnTo>
                  <a:lnTo>
                    <a:pt x="515" y="470"/>
                  </a:lnTo>
                  <a:lnTo>
                    <a:pt x="516" y="470"/>
                  </a:lnTo>
                  <a:lnTo>
                    <a:pt x="516" y="470"/>
                  </a:lnTo>
                  <a:lnTo>
                    <a:pt x="516" y="470"/>
                  </a:lnTo>
                  <a:lnTo>
                    <a:pt x="516" y="470"/>
                  </a:lnTo>
                  <a:lnTo>
                    <a:pt x="517" y="470"/>
                  </a:lnTo>
                  <a:lnTo>
                    <a:pt x="517" y="470"/>
                  </a:lnTo>
                  <a:lnTo>
                    <a:pt x="517" y="470"/>
                  </a:lnTo>
                  <a:lnTo>
                    <a:pt x="517" y="470"/>
                  </a:lnTo>
                  <a:lnTo>
                    <a:pt x="518" y="471"/>
                  </a:lnTo>
                  <a:lnTo>
                    <a:pt x="518" y="471"/>
                  </a:lnTo>
                  <a:lnTo>
                    <a:pt x="519" y="471"/>
                  </a:lnTo>
                  <a:lnTo>
                    <a:pt x="519" y="471"/>
                  </a:lnTo>
                  <a:lnTo>
                    <a:pt x="519" y="471"/>
                  </a:lnTo>
                  <a:lnTo>
                    <a:pt x="519" y="471"/>
                  </a:lnTo>
                  <a:lnTo>
                    <a:pt x="520" y="471"/>
                  </a:lnTo>
                  <a:lnTo>
                    <a:pt x="520" y="472"/>
                  </a:lnTo>
                  <a:lnTo>
                    <a:pt x="520" y="472"/>
                  </a:lnTo>
                  <a:lnTo>
                    <a:pt x="520" y="472"/>
                  </a:lnTo>
                  <a:lnTo>
                    <a:pt x="521" y="473"/>
                  </a:lnTo>
                  <a:lnTo>
                    <a:pt x="521" y="473"/>
                  </a:lnTo>
                  <a:lnTo>
                    <a:pt x="521" y="473"/>
                  </a:lnTo>
                  <a:lnTo>
                    <a:pt x="522" y="473"/>
                  </a:lnTo>
                  <a:lnTo>
                    <a:pt x="522" y="473"/>
                  </a:lnTo>
                  <a:lnTo>
                    <a:pt x="522" y="473"/>
                  </a:lnTo>
                  <a:lnTo>
                    <a:pt x="523" y="474"/>
                  </a:lnTo>
                  <a:lnTo>
                    <a:pt x="523" y="474"/>
                  </a:lnTo>
                  <a:lnTo>
                    <a:pt x="523" y="474"/>
                  </a:lnTo>
                  <a:lnTo>
                    <a:pt x="523" y="474"/>
                  </a:lnTo>
                  <a:lnTo>
                    <a:pt x="524" y="474"/>
                  </a:lnTo>
                  <a:lnTo>
                    <a:pt x="524" y="474"/>
                  </a:lnTo>
                  <a:lnTo>
                    <a:pt x="524" y="474"/>
                  </a:lnTo>
                  <a:lnTo>
                    <a:pt x="525" y="474"/>
                  </a:lnTo>
                  <a:lnTo>
                    <a:pt x="525" y="474"/>
                  </a:lnTo>
                  <a:lnTo>
                    <a:pt x="525" y="474"/>
                  </a:lnTo>
                  <a:lnTo>
                    <a:pt x="525" y="474"/>
                  </a:lnTo>
                  <a:lnTo>
                    <a:pt x="526" y="475"/>
                  </a:lnTo>
                  <a:lnTo>
                    <a:pt x="526" y="475"/>
                  </a:lnTo>
                  <a:lnTo>
                    <a:pt x="527" y="475"/>
                  </a:lnTo>
                  <a:lnTo>
                    <a:pt x="527" y="475"/>
                  </a:lnTo>
                  <a:lnTo>
                    <a:pt x="527" y="475"/>
                  </a:lnTo>
                  <a:lnTo>
                    <a:pt x="527" y="475"/>
                  </a:lnTo>
                  <a:lnTo>
                    <a:pt x="528" y="475"/>
                  </a:lnTo>
                  <a:lnTo>
                    <a:pt x="528" y="475"/>
                  </a:lnTo>
                  <a:lnTo>
                    <a:pt x="528" y="475"/>
                  </a:lnTo>
                  <a:lnTo>
                    <a:pt x="528" y="475"/>
                  </a:lnTo>
                  <a:lnTo>
                    <a:pt x="529" y="476"/>
                  </a:lnTo>
                  <a:lnTo>
                    <a:pt x="529" y="476"/>
                  </a:lnTo>
                  <a:lnTo>
                    <a:pt x="529" y="476"/>
                  </a:lnTo>
                  <a:lnTo>
                    <a:pt x="530" y="476"/>
                  </a:lnTo>
                  <a:lnTo>
                    <a:pt x="530" y="476"/>
                  </a:lnTo>
                  <a:lnTo>
                    <a:pt x="530" y="476"/>
                  </a:lnTo>
                  <a:lnTo>
                    <a:pt x="530" y="476"/>
                  </a:lnTo>
                  <a:lnTo>
                    <a:pt x="531" y="476"/>
                  </a:lnTo>
                  <a:lnTo>
                    <a:pt x="531" y="476"/>
                  </a:lnTo>
                  <a:lnTo>
                    <a:pt x="531" y="476"/>
                  </a:lnTo>
                  <a:lnTo>
                    <a:pt x="532" y="476"/>
                  </a:lnTo>
                  <a:lnTo>
                    <a:pt x="532" y="476"/>
                  </a:lnTo>
                  <a:lnTo>
                    <a:pt x="532" y="476"/>
                  </a:lnTo>
                  <a:lnTo>
                    <a:pt x="533" y="476"/>
                  </a:lnTo>
                  <a:lnTo>
                    <a:pt x="533" y="475"/>
                  </a:lnTo>
                  <a:lnTo>
                    <a:pt x="533" y="475"/>
                  </a:lnTo>
                  <a:lnTo>
                    <a:pt x="533" y="475"/>
                  </a:lnTo>
                  <a:lnTo>
                    <a:pt x="534" y="475"/>
                  </a:lnTo>
                  <a:lnTo>
                    <a:pt x="534" y="475"/>
                  </a:lnTo>
                  <a:lnTo>
                    <a:pt x="534" y="475"/>
                  </a:lnTo>
                  <a:lnTo>
                    <a:pt x="534" y="475"/>
                  </a:lnTo>
                  <a:lnTo>
                    <a:pt x="535" y="475"/>
                  </a:lnTo>
                  <a:lnTo>
                    <a:pt x="535" y="475"/>
                  </a:lnTo>
                  <a:lnTo>
                    <a:pt x="536" y="475"/>
                  </a:lnTo>
                  <a:lnTo>
                    <a:pt x="536" y="475"/>
                  </a:lnTo>
                  <a:lnTo>
                    <a:pt x="536" y="475"/>
                  </a:lnTo>
                  <a:lnTo>
                    <a:pt x="536" y="475"/>
                  </a:lnTo>
                  <a:lnTo>
                    <a:pt x="537" y="475"/>
                  </a:lnTo>
                  <a:lnTo>
                    <a:pt x="537" y="475"/>
                  </a:lnTo>
                  <a:lnTo>
                    <a:pt x="537" y="475"/>
                  </a:lnTo>
                  <a:lnTo>
                    <a:pt x="537" y="475"/>
                  </a:lnTo>
                  <a:lnTo>
                    <a:pt x="538" y="475"/>
                  </a:lnTo>
                  <a:lnTo>
                    <a:pt x="538" y="475"/>
                  </a:lnTo>
                  <a:lnTo>
                    <a:pt x="538" y="475"/>
                  </a:lnTo>
                  <a:lnTo>
                    <a:pt x="539" y="475"/>
                  </a:lnTo>
                  <a:lnTo>
                    <a:pt x="539" y="475"/>
                  </a:lnTo>
                  <a:lnTo>
                    <a:pt x="539" y="475"/>
                  </a:lnTo>
                  <a:lnTo>
                    <a:pt x="539" y="475"/>
                  </a:lnTo>
                  <a:lnTo>
                    <a:pt x="540" y="475"/>
                  </a:lnTo>
                  <a:lnTo>
                    <a:pt x="540" y="476"/>
                  </a:lnTo>
                  <a:lnTo>
                    <a:pt x="540" y="476"/>
                  </a:lnTo>
                  <a:lnTo>
                    <a:pt x="540" y="476"/>
                  </a:lnTo>
                  <a:lnTo>
                    <a:pt x="541" y="476"/>
                  </a:lnTo>
                  <a:lnTo>
                    <a:pt x="541" y="476"/>
                  </a:lnTo>
                  <a:lnTo>
                    <a:pt x="542" y="477"/>
                  </a:lnTo>
                  <a:lnTo>
                    <a:pt x="542" y="477"/>
                  </a:lnTo>
                  <a:lnTo>
                    <a:pt x="542" y="477"/>
                  </a:lnTo>
                  <a:lnTo>
                    <a:pt x="542" y="478"/>
                  </a:lnTo>
                  <a:lnTo>
                    <a:pt x="543" y="478"/>
                  </a:lnTo>
                  <a:lnTo>
                    <a:pt x="543" y="478"/>
                  </a:lnTo>
                  <a:lnTo>
                    <a:pt x="543" y="478"/>
                  </a:lnTo>
                  <a:lnTo>
                    <a:pt x="543" y="478"/>
                  </a:lnTo>
                  <a:lnTo>
                    <a:pt x="544" y="479"/>
                  </a:lnTo>
                  <a:lnTo>
                    <a:pt x="544" y="479"/>
                  </a:lnTo>
                  <a:lnTo>
                    <a:pt x="544" y="479"/>
                  </a:lnTo>
                  <a:lnTo>
                    <a:pt x="545" y="479"/>
                  </a:lnTo>
                  <a:lnTo>
                    <a:pt x="545" y="480"/>
                  </a:lnTo>
                  <a:lnTo>
                    <a:pt x="545" y="480"/>
                  </a:lnTo>
                  <a:lnTo>
                    <a:pt x="546" y="480"/>
                  </a:lnTo>
                  <a:lnTo>
                    <a:pt x="546" y="481"/>
                  </a:lnTo>
                  <a:lnTo>
                    <a:pt x="546" y="481"/>
                  </a:lnTo>
                  <a:lnTo>
                    <a:pt x="546" y="481"/>
                  </a:lnTo>
                  <a:lnTo>
                    <a:pt x="547" y="481"/>
                  </a:lnTo>
                  <a:lnTo>
                    <a:pt x="547" y="481"/>
                  </a:lnTo>
                  <a:lnTo>
                    <a:pt x="547" y="481"/>
                  </a:lnTo>
                  <a:lnTo>
                    <a:pt x="548" y="481"/>
                  </a:lnTo>
                  <a:lnTo>
                    <a:pt x="548" y="481"/>
                  </a:lnTo>
                  <a:lnTo>
                    <a:pt x="548" y="481"/>
                  </a:lnTo>
                  <a:lnTo>
                    <a:pt x="548" y="481"/>
                  </a:lnTo>
                  <a:lnTo>
                    <a:pt x="549" y="481"/>
                  </a:lnTo>
                  <a:lnTo>
                    <a:pt x="549" y="481"/>
                  </a:lnTo>
                  <a:lnTo>
                    <a:pt x="549" y="481"/>
                  </a:lnTo>
                  <a:lnTo>
                    <a:pt x="549" y="481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51" y="481"/>
                  </a:lnTo>
                  <a:lnTo>
                    <a:pt x="551" y="481"/>
                  </a:lnTo>
                  <a:lnTo>
                    <a:pt x="551" y="481"/>
                  </a:lnTo>
                  <a:lnTo>
                    <a:pt x="551" y="481"/>
                  </a:lnTo>
                  <a:lnTo>
                    <a:pt x="552" y="481"/>
                  </a:lnTo>
                  <a:lnTo>
                    <a:pt x="552" y="481"/>
                  </a:lnTo>
                  <a:lnTo>
                    <a:pt x="552" y="481"/>
                  </a:lnTo>
                  <a:lnTo>
                    <a:pt x="552" y="481"/>
                  </a:lnTo>
                  <a:lnTo>
                    <a:pt x="553" y="481"/>
                  </a:lnTo>
                  <a:lnTo>
                    <a:pt x="553" y="481"/>
                  </a:lnTo>
                  <a:lnTo>
                    <a:pt x="553" y="481"/>
                  </a:lnTo>
                  <a:lnTo>
                    <a:pt x="554" y="481"/>
                  </a:lnTo>
                  <a:lnTo>
                    <a:pt x="554" y="481"/>
                  </a:lnTo>
                  <a:lnTo>
                    <a:pt x="554" y="481"/>
                  </a:lnTo>
                  <a:lnTo>
                    <a:pt x="554" y="481"/>
                  </a:lnTo>
                  <a:lnTo>
                    <a:pt x="555" y="481"/>
                  </a:lnTo>
                  <a:lnTo>
                    <a:pt x="555" y="481"/>
                  </a:lnTo>
                  <a:lnTo>
                    <a:pt x="555" y="481"/>
                  </a:lnTo>
                  <a:lnTo>
                    <a:pt x="556" y="481"/>
                  </a:lnTo>
                  <a:lnTo>
                    <a:pt x="556" y="481"/>
                  </a:lnTo>
                  <a:lnTo>
                    <a:pt x="556" y="481"/>
                  </a:lnTo>
                  <a:lnTo>
                    <a:pt x="557" y="481"/>
                  </a:lnTo>
                  <a:lnTo>
                    <a:pt x="557" y="481"/>
                  </a:lnTo>
                  <a:lnTo>
                    <a:pt x="557" y="481"/>
                  </a:lnTo>
                  <a:lnTo>
                    <a:pt x="557" y="481"/>
                  </a:lnTo>
                  <a:lnTo>
                    <a:pt x="558" y="480"/>
                  </a:lnTo>
                  <a:lnTo>
                    <a:pt x="558" y="480"/>
                  </a:lnTo>
                  <a:lnTo>
                    <a:pt x="558" y="480"/>
                  </a:lnTo>
                  <a:lnTo>
                    <a:pt x="558" y="480"/>
                  </a:lnTo>
                  <a:lnTo>
                    <a:pt x="559" y="480"/>
                  </a:lnTo>
                  <a:lnTo>
                    <a:pt x="559" y="480"/>
                  </a:lnTo>
                  <a:lnTo>
                    <a:pt x="560" y="480"/>
                  </a:lnTo>
                  <a:lnTo>
                    <a:pt x="560" y="480"/>
                  </a:lnTo>
                  <a:lnTo>
                    <a:pt x="560" y="479"/>
                  </a:lnTo>
                  <a:lnTo>
                    <a:pt x="560" y="479"/>
                  </a:lnTo>
                  <a:lnTo>
                    <a:pt x="561" y="479"/>
                  </a:lnTo>
                  <a:lnTo>
                    <a:pt x="561" y="479"/>
                  </a:lnTo>
                  <a:lnTo>
                    <a:pt x="561" y="479"/>
                  </a:lnTo>
                  <a:lnTo>
                    <a:pt x="561" y="479"/>
                  </a:lnTo>
                  <a:lnTo>
                    <a:pt x="562" y="478"/>
                  </a:lnTo>
                  <a:lnTo>
                    <a:pt x="562" y="478"/>
                  </a:lnTo>
                  <a:lnTo>
                    <a:pt x="562" y="478"/>
                  </a:lnTo>
                  <a:lnTo>
                    <a:pt x="563" y="478"/>
                  </a:lnTo>
                  <a:lnTo>
                    <a:pt x="563" y="478"/>
                  </a:lnTo>
                  <a:lnTo>
                    <a:pt x="563" y="478"/>
                  </a:lnTo>
                  <a:lnTo>
                    <a:pt x="563" y="478"/>
                  </a:lnTo>
                  <a:lnTo>
                    <a:pt x="564" y="477"/>
                  </a:lnTo>
                  <a:lnTo>
                    <a:pt x="564" y="477"/>
                  </a:lnTo>
                  <a:lnTo>
                    <a:pt x="564" y="477"/>
                  </a:lnTo>
                  <a:lnTo>
                    <a:pt x="564" y="476"/>
                  </a:lnTo>
                  <a:lnTo>
                    <a:pt x="565" y="476"/>
                  </a:lnTo>
                  <a:lnTo>
                    <a:pt x="565" y="476"/>
                  </a:lnTo>
                  <a:lnTo>
                    <a:pt x="566" y="476"/>
                  </a:lnTo>
                  <a:lnTo>
                    <a:pt x="566" y="476"/>
                  </a:lnTo>
                  <a:lnTo>
                    <a:pt x="566" y="476"/>
                  </a:lnTo>
                  <a:lnTo>
                    <a:pt x="566" y="476"/>
                  </a:lnTo>
                  <a:lnTo>
                    <a:pt x="567" y="476"/>
                  </a:lnTo>
                  <a:lnTo>
                    <a:pt x="567" y="475"/>
                  </a:lnTo>
                  <a:lnTo>
                    <a:pt x="567" y="475"/>
                  </a:lnTo>
                  <a:lnTo>
                    <a:pt x="567" y="475"/>
                  </a:lnTo>
                  <a:lnTo>
                    <a:pt x="568" y="475"/>
                  </a:lnTo>
                  <a:lnTo>
                    <a:pt x="568" y="475"/>
                  </a:lnTo>
                  <a:lnTo>
                    <a:pt x="568" y="474"/>
                  </a:lnTo>
                  <a:lnTo>
                    <a:pt x="569" y="474"/>
                  </a:lnTo>
                  <a:lnTo>
                    <a:pt x="569" y="474"/>
                  </a:lnTo>
                  <a:lnTo>
                    <a:pt x="569" y="474"/>
                  </a:lnTo>
                  <a:lnTo>
                    <a:pt x="570" y="473"/>
                  </a:lnTo>
                  <a:lnTo>
                    <a:pt x="570" y="473"/>
                  </a:lnTo>
                  <a:lnTo>
                    <a:pt x="570" y="473"/>
                  </a:lnTo>
                  <a:lnTo>
                    <a:pt x="570" y="472"/>
                  </a:lnTo>
                  <a:lnTo>
                    <a:pt x="571" y="472"/>
                  </a:lnTo>
                  <a:lnTo>
                    <a:pt x="571" y="471"/>
                  </a:lnTo>
                  <a:lnTo>
                    <a:pt x="571" y="471"/>
                  </a:lnTo>
                  <a:lnTo>
                    <a:pt x="572" y="471"/>
                  </a:lnTo>
                  <a:lnTo>
                    <a:pt x="572" y="470"/>
                  </a:lnTo>
                  <a:lnTo>
                    <a:pt x="572" y="470"/>
                  </a:lnTo>
                  <a:lnTo>
                    <a:pt x="572" y="470"/>
                  </a:lnTo>
                  <a:lnTo>
                    <a:pt x="573" y="469"/>
                  </a:lnTo>
                  <a:lnTo>
                    <a:pt x="573" y="469"/>
                  </a:lnTo>
                  <a:lnTo>
                    <a:pt x="573" y="469"/>
                  </a:lnTo>
                  <a:lnTo>
                    <a:pt x="573" y="468"/>
                  </a:lnTo>
                  <a:lnTo>
                    <a:pt x="574" y="468"/>
                  </a:lnTo>
                  <a:lnTo>
                    <a:pt x="574" y="468"/>
                  </a:lnTo>
                  <a:lnTo>
                    <a:pt x="575" y="468"/>
                  </a:lnTo>
                  <a:lnTo>
                    <a:pt x="575" y="468"/>
                  </a:lnTo>
                  <a:lnTo>
                    <a:pt x="575" y="468"/>
                  </a:lnTo>
                  <a:lnTo>
                    <a:pt x="575" y="467"/>
                  </a:lnTo>
                  <a:lnTo>
                    <a:pt x="576" y="467"/>
                  </a:lnTo>
                  <a:lnTo>
                    <a:pt x="576" y="467"/>
                  </a:lnTo>
                  <a:lnTo>
                    <a:pt x="576" y="467"/>
                  </a:lnTo>
                  <a:lnTo>
                    <a:pt x="576" y="467"/>
                  </a:lnTo>
                  <a:lnTo>
                    <a:pt x="577" y="467"/>
                  </a:lnTo>
                  <a:lnTo>
                    <a:pt x="577" y="467"/>
                  </a:lnTo>
                  <a:lnTo>
                    <a:pt x="577" y="467"/>
                  </a:lnTo>
                  <a:lnTo>
                    <a:pt x="578" y="466"/>
                  </a:lnTo>
                  <a:lnTo>
                    <a:pt x="578" y="466"/>
                  </a:lnTo>
                  <a:lnTo>
                    <a:pt x="578" y="466"/>
                  </a:lnTo>
                  <a:lnTo>
                    <a:pt x="578" y="466"/>
                  </a:lnTo>
                  <a:lnTo>
                    <a:pt x="579" y="466"/>
                  </a:lnTo>
                  <a:lnTo>
                    <a:pt x="579" y="466"/>
                  </a:lnTo>
                  <a:lnTo>
                    <a:pt x="579" y="466"/>
                  </a:lnTo>
                  <a:lnTo>
                    <a:pt x="580" y="466"/>
                  </a:lnTo>
                  <a:lnTo>
                    <a:pt x="580" y="466"/>
                  </a:lnTo>
                  <a:lnTo>
                    <a:pt x="580" y="465"/>
                  </a:lnTo>
                  <a:lnTo>
                    <a:pt x="581" y="465"/>
                  </a:lnTo>
                  <a:lnTo>
                    <a:pt x="581" y="465"/>
                  </a:lnTo>
                  <a:lnTo>
                    <a:pt x="581" y="465"/>
                  </a:lnTo>
                  <a:lnTo>
                    <a:pt x="581" y="465"/>
                  </a:lnTo>
                  <a:lnTo>
                    <a:pt x="582" y="465"/>
                  </a:lnTo>
                  <a:lnTo>
                    <a:pt x="582" y="465"/>
                  </a:lnTo>
                  <a:lnTo>
                    <a:pt x="582" y="465"/>
                  </a:lnTo>
                  <a:lnTo>
                    <a:pt x="582" y="465"/>
                  </a:lnTo>
                  <a:lnTo>
                    <a:pt x="583" y="465"/>
                  </a:lnTo>
                  <a:lnTo>
                    <a:pt x="583" y="465"/>
                  </a:lnTo>
                  <a:lnTo>
                    <a:pt x="584" y="465"/>
                  </a:lnTo>
                  <a:lnTo>
                    <a:pt x="584" y="465"/>
                  </a:lnTo>
                  <a:lnTo>
                    <a:pt x="584" y="465"/>
                  </a:lnTo>
                  <a:lnTo>
                    <a:pt x="584" y="465"/>
                  </a:lnTo>
                  <a:lnTo>
                    <a:pt x="585" y="465"/>
                  </a:lnTo>
                  <a:lnTo>
                    <a:pt x="585" y="465"/>
                  </a:lnTo>
                  <a:lnTo>
                    <a:pt x="585" y="464"/>
                  </a:lnTo>
                  <a:lnTo>
                    <a:pt x="585" y="464"/>
                  </a:lnTo>
                  <a:lnTo>
                    <a:pt x="586" y="464"/>
                  </a:lnTo>
                  <a:lnTo>
                    <a:pt x="586" y="464"/>
                  </a:lnTo>
                  <a:lnTo>
                    <a:pt x="586" y="464"/>
                  </a:lnTo>
                  <a:lnTo>
                    <a:pt x="587" y="464"/>
                  </a:lnTo>
                  <a:lnTo>
                    <a:pt x="587" y="464"/>
                  </a:lnTo>
                  <a:lnTo>
                    <a:pt x="587" y="464"/>
                  </a:lnTo>
                  <a:lnTo>
                    <a:pt x="587" y="464"/>
                  </a:lnTo>
                  <a:lnTo>
                    <a:pt x="588" y="464"/>
                  </a:lnTo>
                  <a:lnTo>
                    <a:pt x="588" y="464"/>
                  </a:lnTo>
                  <a:lnTo>
                    <a:pt x="588" y="464"/>
                  </a:lnTo>
                  <a:lnTo>
                    <a:pt x="588" y="464"/>
                  </a:lnTo>
                  <a:lnTo>
                    <a:pt x="589" y="464"/>
                  </a:lnTo>
                  <a:lnTo>
                    <a:pt x="589" y="464"/>
                  </a:lnTo>
                  <a:lnTo>
                    <a:pt x="590" y="463"/>
                  </a:lnTo>
                  <a:lnTo>
                    <a:pt x="590" y="463"/>
                  </a:lnTo>
                  <a:lnTo>
                    <a:pt x="590" y="463"/>
                  </a:lnTo>
                  <a:lnTo>
                    <a:pt x="590" y="463"/>
                  </a:lnTo>
                  <a:lnTo>
                    <a:pt x="591" y="463"/>
                  </a:lnTo>
                  <a:lnTo>
                    <a:pt x="591" y="463"/>
                  </a:lnTo>
                  <a:lnTo>
                    <a:pt x="591" y="463"/>
                  </a:lnTo>
                  <a:lnTo>
                    <a:pt x="591" y="463"/>
                  </a:lnTo>
                  <a:lnTo>
                    <a:pt x="592" y="462"/>
                  </a:lnTo>
                  <a:lnTo>
                    <a:pt x="592" y="462"/>
                  </a:lnTo>
                  <a:lnTo>
                    <a:pt x="593" y="462"/>
                  </a:lnTo>
                  <a:lnTo>
                    <a:pt x="593" y="462"/>
                  </a:lnTo>
                  <a:lnTo>
                    <a:pt x="593" y="462"/>
                  </a:lnTo>
                  <a:lnTo>
                    <a:pt x="593" y="462"/>
                  </a:lnTo>
                  <a:lnTo>
                    <a:pt x="594" y="462"/>
                  </a:lnTo>
                  <a:lnTo>
                    <a:pt x="594" y="461"/>
                  </a:lnTo>
                  <a:lnTo>
                    <a:pt x="594" y="461"/>
                  </a:lnTo>
                  <a:lnTo>
                    <a:pt x="595" y="461"/>
                  </a:lnTo>
                  <a:lnTo>
                    <a:pt x="595" y="461"/>
                  </a:lnTo>
                  <a:lnTo>
                    <a:pt x="595" y="461"/>
                  </a:lnTo>
                  <a:lnTo>
                    <a:pt x="595" y="461"/>
                  </a:lnTo>
                  <a:lnTo>
                    <a:pt x="596" y="461"/>
                  </a:lnTo>
                  <a:lnTo>
                    <a:pt x="596" y="461"/>
                  </a:lnTo>
                  <a:lnTo>
                    <a:pt x="596" y="461"/>
                  </a:lnTo>
                  <a:lnTo>
                    <a:pt x="596" y="460"/>
                  </a:lnTo>
                  <a:lnTo>
                    <a:pt x="597" y="460"/>
                  </a:lnTo>
                  <a:lnTo>
                    <a:pt x="597" y="460"/>
                  </a:lnTo>
                  <a:lnTo>
                    <a:pt x="598" y="459"/>
                  </a:lnTo>
                  <a:lnTo>
                    <a:pt x="598" y="459"/>
                  </a:lnTo>
                  <a:lnTo>
                    <a:pt x="598" y="459"/>
                  </a:lnTo>
                  <a:lnTo>
                    <a:pt x="598" y="459"/>
                  </a:lnTo>
                  <a:lnTo>
                    <a:pt x="599" y="459"/>
                  </a:lnTo>
                  <a:lnTo>
                    <a:pt x="599" y="459"/>
                  </a:lnTo>
                  <a:lnTo>
                    <a:pt x="599" y="459"/>
                  </a:lnTo>
                  <a:lnTo>
                    <a:pt x="599" y="459"/>
                  </a:lnTo>
                  <a:lnTo>
                    <a:pt x="600" y="459"/>
                  </a:lnTo>
                  <a:lnTo>
                    <a:pt x="600" y="459"/>
                  </a:lnTo>
                  <a:lnTo>
                    <a:pt x="600" y="459"/>
                  </a:lnTo>
                  <a:lnTo>
                    <a:pt x="601" y="459"/>
                  </a:lnTo>
                  <a:lnTo>
                    <a:pt x="601" y="459"/>
                  </a:lnTo>
                  <a:lnTo>
                    <a:pt x="601" y="459"/>
                  </a:lnTo>
                  <a:lnTo>
                    <a:pt x="601" y="459"/>
                  </a:lnTo>
                  <a:lnTo>
                    <a:pt x="602" y="459"/>
                  </a:lnTo>
                  <a:lnTo>
                    <a:pt x="602" y="459"/>
                  </a:lnTo>
                  <a:lnTo>
                    <a:pt x="602" y="459"/>
                  </a:lnTo>
                  <a:lnTo>
                    <a:pt x="603" y="459"/>
                  </a:lnTo>
                  <a:lnTo>
                    <a:pt x="603" y="459"/>
                  </a:lnTo>
                  <a:lnTo>
                    <a:pt x="603" y="459"/>
                  </a:lnTo>
                  <a:lnTo>
                    <a:pt x="604" y="459"/>
                  </a:lnTo>
                  <a:lnTo>
                    <a:pt x="604" y="459"/>
                  </a:lnTo>
                  <a:lnTo>
                    <a:pt x="604" y="460"/>
                  </a:lnTo>
                  <a:lnTo>
                    <a:pt x="604" y="460"/>
                  </a:lnTo>
                  <a:lnTo>
                    <a:pt x="605" y="460"/>
                  </a:lnTo>
                  <a:lnTo>
                    <a:pt x="605" y="460"/>
                  </a:lnTo>
                  <a:lnTo>
                    <a:pt x="605" y="460"/>
                  </a:lnTo>
                  <a:lnTo>
                    <a:pt x="605" y="460"/>
                  </a:lnTo>
                  <a:lnTo>
                    <a:pt x="606" y="460"/>
                  </a:lnTo>
                  <a:lnTo>
                    <a:pt x="606" y="460"/>
                  </a:lnTo>
                  <a:lnTo>
                    <a:pt x="607" y="460"/>
                  </a:lnTo>
                  <a:lnTo>
                    <a:pt x="607" y="460"/>
                  </a:lnTo>
                  <a:lnTo>
                    <a:pt x="607" y="460"/>
                  </a:lnTo>
                  <a:lnTo>
                    <a:pt x="607" y="460"/>
                  </a:lnTo>
                  <a:lnTo>
                    <a:pt x="608" y="460"/>
                  </a:lnTo>
                  <a:lnTo>
                    <a:pt x="608" y="461"/>
                  </a:lnTo>
                  <a:lnTo>
                    <a:pt x="608" y="461"/>
                  </a:lnTo>
                  <a:lnTo>
                    <a:pt x="608" y="461"/>
                  </a:lnTo>
                  <a:lnTo>
                    <a:pt x="609" y="461"/>
                  </a:lnTo>
                  <a:lnTo>
                    <a:pt x="609" y="461"/>
                  </a:lnTo>
                  <a:lnTo>
                    <a:pt x="609" y="461"/>
                  </a:lnTo>
                  <a:lnTo>
                    <a:pt x="610" y="461"/>
                  </a:lnTo>
                  <a:lnTo>
                    <a:pt x="610" y="461"/>
                  </a:lnTo>
                  <a:lnTo>
                    <a:pt x="610" y="461"/>
                  </a:lnTo>
                  <a:lnTo>
                    <a:pt x="610" y="461"/>
                  </a:lnTo>
                  <a:lnTo>
                    <a:pt x="611" y="461"/>
                  </a:lnTo>
                  <a:lnTo>
                    <a:pt x="611" y="461"/>
                  </a:lnTo>
                  <a:lnTo>
                    <a:pt x="611" y="460"/>
                  </a:lnTo>
                  <a:lnTo>
                    <a:pt x="611" y="460"/>
                  </a:lnTo>
                  <a:lnTo>
                    <a:pt x="612" y="460"/>
                  </a:lnTo>
                  <a:lnTo>
                    <a:pt x="612" y="460"/>
                  </a:lnTo>
                  <a:lnTo>
                    <a:pt x="613" y="460"/>
                  </a:lnTo>
                  <a:lnTo>
                    <a:pt x="613" y="460"/>
                  </a:lnTo>
                  <a:lnTo>
                    <a:pt x="613" y="460"/>
                  </a:lnTo>
                  <a:lnTo>
                    <a:pt x="613" y="460"/>
                  </a:lnTo>
                  <a:lnTo>
                    <a:pt x="614" y="460"/>
                  </a:lnTo>
                  <a:lnTo>
                    <a:pt x="614" y="460"/>
                  </a:lnTo>
                  <a:lnTo>
                    <a:pt x="614" y="460"/>
                  </a:lnTo>
                  <a:lnTo>
                    <a:pt x="614" y="459"/>
                  </a:lnTo>
                  <a:lnTo>
                    <a:pt x="615" y="459"/>
                  </a:lnTo>
                  <a:lnTo>
                    <a:pt x="615" y="459"/>
                  </a:lnTo>
                  <a:lnTo>
                    <a:pt x="615" y="459"/>
                  </a:lnTo>
                  <a:lnTo>
                    <a:pt x="616" y="459"/>
                  </a:lnTo>
                  <a:lnTo>
                    <a:pt x="616" y="459"/>
                  </a:lnTo>
                  <a:lnTo>
                    <a:pt x="616" y="459"/>
                  </a:lnTo>
                  <a:lnTo>
                    <a:pt x="617" y="459"/>
                  </a:lnTo>
                  <a:lnTo>
                    <a:pt x="617" y="458"/>
                  </a:lnTo>
                  <a:lnTo>
                    <a:pt x="617" y="458"/>
                  </a:lnTo>
                  <a:lnTo>
                    <a:pt x="617" y="458"/>
                  </a:lnTo>
                  <a:lnTo>
                    <a:pt x="618" y="458"/>
                  </a:lnTo>
                  <a:lnTo>
                    <a:pt x="618" y="458"/>
                  </a:lnTo>
                  <a:lnTo>
                    <a:pt x="618" y="458"/>
                  </a:lnTo>
                  <a:lnTo>
                    <a:pt x="619" y="458"/>
                  </a:lnTo>
                  <a:lnTo>
                    <a:pt x="619" y="458"/>
                  </a:lnTo>
                  <a:lnTo>
                    <a:pt x="619" y="458"/>
                  </a:lnTo>
                  <a:lnTo>
                    <a:pt x="619" y="457"/>
                  </a:lnTo>
                  <a:lnTo>
                    <a:pt x="620" y="457"/>
                  </a:lnTo>
                  <a:lnTo>
                    <a:pt x="620" y="457"/>
                  </a:lnTo>
                  <a:lnTo>
                    <a:pt x="620" y="457"/>
                  </a:lnTo>
                  <a:lnTo>
                    <a:pt x="620" y="457"/>
                  </a:lnTo>
                  <a:lnTo>
                    <a:pt x="621" y="456"/>
                  </a:lnTo>
                  <a:lnTo>
                    <a:pt x="621" y="456"/>
                  </a:lnTo>
                  <a:lnTo>
                    <a:pt x="622" y="456"/>
                  </a:lnTo>
                  <a:lnTo>
                    <a:pt x="622" y="456"/>
                  </a:lnTo>
                  <a:lnTo>
                    <a:pt x="622" y="456"/>
                  </a:lnTo>
                  <a:lnTo>
                    <a:pt x="622" y="455"/>
                  </a:lnTo>
                  <a:lnTo>
                    <a:pt x="623" y="455"/>
                  </a:lnTo>
                  <a:lnTo>
                    <a:pt x="623" y="455"/>
                  </a:lnTo>
                  <a:lnTo>
                    <a:pt x="623" y="455"/>
                  </a:lnTo>
                  <a:lnTo>
                    <a:pt x="623" y="455"/>
                  </a:lnTo>
                  <a:lnTo>
                    <a:pt x="624" y="454"/>
                  </a:lnTo>
                  <a:lnTo>
                    <a:pt x="624" y="454"/>
                  </a:lnTo>
                  <a:lnTo>
                    <a:pt x="624" y="453"/>
                  </a:lnTo>
                  <a:lnTo>
                    <a:pt x="625" y="453"/>
                  </a:lnTo>
                  <a:lnTo>
                    <a:pt x="625" y="453"/>
                  </a:lnTo>
                  <a:lnTo>
                    <a:pt x="625" y="453"/>
                  </a:lnTo>
                  <a:lnTo>
                    <a:pt x="625" y="453"/>
                  </a:lnTo>
                  <a:lnTo>
                    <a:pt x="626" y="453"/>
                  </a:lnTo>
                  <a:lnTo>
                    <a:pt x="626" y="453"/>
                  </a:lnTo>
                  <a:lnTo>
                    <a:pt x="626" y="452"/>
                  </a:lnTo>
                  <a:lnTo>
                    <a:pt x="627" y="452"/>
                  </a:lnTo>
                  <a:lnTo>
                    <a:pt x="627" y="452"/>
                  </a:lnTo>
                  <a:lnTo>
                    <a:pt x="627" y="452"/>
                  </a:lnTo>
                  <a:lnTo>
                    <a:pt x="628" y="452"/>
                  </a:lnTo>
                  <a:lnTo>
                    <a:pt x="628" y="451"/>
                  </a:lnTo>
                  <a:lnTo>
                    <a:pt x="628" y="451"/>
                  </a:lnTo>
                  <a:lnTo>
                    <a:pt x="628" y="451"/>
                  </a:lnTo>
                  <a:lnTo>
                    <a:pt x="629" y="451"/>
                  </a:lnTo>
                  <a:lnTo>
                    <a:pt x="629" y="451"/>
                  </a:lnTo>
                  <a:lnTo>
                    <a:pt x="629" y="450"/>
                  </a:lnTo>
                  <a:lnTo>
                    <a:pt x="629" y="450"/>
                  </a:lnTo>
                  <a:lnTo>
                    <a:pt x="630" y="450"/>
                  </a:lnTo>
                  <a:lnTo>
                    <a:pt x="630" y="450"/>
                  </a:lnTo>
                  <a:lnTo>
                    <a:pt x="631" y="450"/>
                  </a:lnTo>
                  <a:lnTo>
                    <a:pt x="631" y="450"/>
                  </a:lnTo>
                  <a:lnTo>
                    <a:pt x="631" y="450"/>
                  </a:lnTo>
                  <a:lnTo>
                    <a:pt x="631" y="449"/>
                  </a:lnTo>
                  <a:lnTo>
                    <a:pt x="632" y="449"/>
                  </a:lnTo>
                  <a:lnTo>
                    <a:pt x="632" y="449"/>
                  </a:lnTo>
                  <a:lnTo>
                    <a:pt x="632" y="449"/>
                  </a:lnTo>
                  <a:lnTo>
                    <a:pt x="632" y="449"/>
                  </a:lnTo>
                  <a:lnTo>
                    <a:pt x="633" y="449"/>
                  </a:lnTo>
                  <a:lnTo>
                    <a:pt x="633" y="449"/>
                  </a:lnTo>
                  <a:lnTo>
                    <a:pt x="633" y="449"/>
                  </a:lnTo>
                  <a:lnTo>
                    <a:pt x="634" y="449"/>
                  </a:lnTo>
                  <a:lnTo>
                    <a:pt x="634" y="449"/>
                  </a:lnTo>
                  <a:lnTo>
                    <a:pt x="634" y="449"/>
                  </a:lnTo>
                  <a:lnTo>
                    <a:pt x="634" y="449"/>
                  </a:lnTo>
                  <a:lnTo>
                    <a:pt x="635" y="449"/>
                  </a:lnTo>
                  <a:lnTo>
                    <a:pt x="635" y="449"/>
                  </a:lnTo>
                  <a:lnTo>
                    <a:pt x="635" y="449"/>
                  </a:lnTo>
                  <a:lnTo>
                    <a:pt x="635" y="449"/>
                  </a:lnTo>
                  <a:lnTo>
                    <a:pt x="636" y="449"/>
                  </a:lnTo>
                  <a:lnTo>
                    <a:pt x="636" y="449"/>
                  </a:lnTo>
                  <a:lnTo>
                    <a:pt x="637" y="448"/>
                  </a:lnTo>
                  <a:lnTo>
                    <a:pt x="637" y="448"/>
                  </a:lnTo>
                  <a:lnTo>
                    <a:pt x="637" y="448"/>
                  </a:lnTo>
                  <a:lnTo>
                    <a:pt x="637" y="448"/>
                  </a:lnTo>
                  <a:lnTo>
                    <a:pt x="638" y="448"/>
                  </a:lnTo>
                  <a:lnTo>
                    <a:pt x="638" y="447"/>
                  </a:lnTo>
                  <a:lnTo>
                    <a:pt x="638" y="447"/>
                  </a:lnTo>
                  <a:lnTo>
                    <a:pt x="638" y="447"/>
                  </a:lnTo>
                  <a:lnTo>
                    <a:pt x="639" y="447"/>
                  </a:lnTo>
                  <a:lnTo>
                    <a:pt x="639" y="447"/>
                  </a:lnTo>
                  <a:lnTo>
                    <a:pt x="640" y="447"/>
                  </a:lnTo>
                  <a:lnTo>
                    <a:pt x="640" y="447"/>
                  </a:lnTo>
                  <a:lnTo>
                    <a:pt x="640" y="447"/>
                  </a:lnTo>
                  <a:lnTo>
                    <a:pt x="640" y="446"/>
                  </a:lnTo>
                  <a:lnTo>
                    <a:pt x="641" y="446"/>
                  </a:lnTo>
                  <a:lnTo>
                    <a:pt x="641" y="446"/>
                  </a:lnTo>
                  <a:lnTo>
                    <a:pt x="641" y="446"/>
                  </a:lnTo>
                  <a:lnTo>
                    <a:pt x="641" y="446"/>
                  </a:lnTo>
                  <a:lnTo>
                    <a:pt x="642" y="446"/>
                  </a:lnTo>
                  <a:lnTo>
                    <a:pt x="642" y="446"/>
                  </a:lnTo>
                  <a:lnTo>
                    <a:pt x="642" y="446"/>
                  </a:lnTo>
                  <a:lnTo>
                    <a:pt x="643" y="446"/>
                  </a:lnTo>
                  <a:lnTo>
                    <a:pt x="643" y="446"/>
                  </a:lnTo>
                  <a:lnTo>
                    <a:pt x="643" y="446"/>
                  </a:lnTo>
                  <a:lnTo>
                    <a:pt x="643" y="446"/>
                  </a:lnTo>
                  <a:lnTo>
                    <a:pt x="644" y="446"/>
                  </a:lnTo>
                  <a:lnTo>
                    <a:pt x="644" y="446"/>
                  </a:lnTo>
                  <a:lnTo>
                    <a:pt x="644" y="446"/>
                  </a:lnTo>
                  <a:lnTo>
                    <a:pt x="644" y="446"/>
                  </a:lnTo>
                  <a:lnTo>
                    <a:pt x="645" y="446"/>
                  </a:lnTo>
                  <a:lnTo>
                    <a:pt x="645" y="446"/>
                  </a:lnTo>
                  <a:lnTo>
                    <a:pt x="646" y="446"/>
                  </a:lnTo>
                  <a:lnTo>
                    <a:pt x="646" y="446"/>
                  </a:lnTo>
                  <a:lnTo>
                    <a:pt x="646" y="446"/>
                  </a:lnTo>
                  <a:lnTo>
                    <a:pt x="646" y="446"/>
                  </a:lnTo>
                  <a:lnTo>
                    <a:pt x="647" y="446"/>
                  </a:lnTo>
                  <a:lnTo>
                    <a:pt x="647" y="446"/>
                  </a:lnTo>
                  <a:lnTo>
                    <a:pt x="647" y="446"/>
                  </a:lnTo>
                  <a:lnTo>
                    <a:pt x="647" y="446"/>
                  </a:lnTo>
                  <a:lnTo>
                    <a:pt x="648" y="446"/>
                  </a:lnTo>
                  <a:lnTo>
                    <a:pt x="648" y="446"/>
                  </a:lnTo>
                  <a:lnTo>
                    <a:pt x="648" y="446"/>
                  </a:lnTo>
                  <a:lnTo>
                    <a:pt x="649" y="446"/>
                  </a:lnTo>
                  <a:lnTo>
                    <a:pt x="649" y="446"/>
                  </a:lnTo>
                  <a:lnTo>
                    <a:pt x="649" y="446"/>
                  </a:lnTo>
                  <a:lnTo>
                    <a:pt x="650" y="446"/>
                  </a:lnTo>
                  <a:lnTo>
                    <a:pt x="650" y="446"/>
                  </a:lnTo>
                  <a:lnTo>
                    <a:pt x="650" y="446"/>
                  </a:lnTo>
                  <a:lnTo>
                    <a:pt x="650" y="445"/>
                  </a:lnTo>
                  <a:lnTo>
                    <a:pt x="651" y="445"/>
                  </a:lnTo>
                  <a:lnTo>
                    <a:pt x="651" y="445"/>
                  </a:lnTo>
                  <a:lnTo>
                    <a:pt x="651" y="445"/>
                  </a:lnTo>
                  <a:lnTo>
                    <a:pt x="652" y="445"/>
                  </a:lnTo>
                  <a:lnTo>
                    <a:pt x="652" y="445"/>
                  </a:lnTo>
                  <a:lnTo>
                    <a:pt x="652" y="445"/>
                  </a:lnTo>
                  <a:lnTo>
                    <a:pt x="652" y="445"/>
                  </a:lnTo>
                  <a:lnTo>
                    <a:pt x="653" y="445"/>
                  </a:lnTo>
                  <a:lnTo>
                    <a:pt x="653" y="445"/>
                  </a:lnTo>
                  <a:lnTo>
                    <a:pt x="653" y="445"/>
                  </a:lnTo>
                  <a:lnTo>
                    <a:pt x="653" y="445"/>
                  </a:lnTo>
                  <a:lnTo>
                    <a:pt x="654" y="445"/>
                  </a:lnTo>
                  <a:lnTo>
                    <a:pt x="654" y="445"/>
                  </a:lnTo>
                  <a:lnTo>
                    <a:pt x="655" y="445"/>
                  </a:lnTo>
                  <a:lnTo>
                    <a:pt x="655" y="445"/>
                  </a:lnTo>
                  <a:lnTo>
                    <a:pt x="655" y="445"/>
                  </a:lnTo>
                  <a:lnTo>
                    <a:pt x="655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7" y="445"/>
                  </a:lnTo>
                  <a:lnTo>
                    <a:pt x="657" y="445"/>
                  </a:lnTo>
                  <a:lnTo>
                    <a:pt x="657" y="445"/>
                  </a:lnTo>
                  <a:lnTo>
                    <a:pt x="658" y="444"/>
                  </a:lnTo>
                  <a:lnTo>
                    <a:pt x="658" y="444"/>
                  </a:lnTo>
                  <a:lnTo>
                    <a:pt x="658" y="444"/>
                  </a:lnTo>
                  <a:lnTo>
                    <a:pt x="658" y="444"/>
                  </a:lnTo>
                  <a:lnTo>
                    <a:pt x="659" y="444"/>
                  </a:lnTo>
                  <a:lnTo>
                    <a:pt x="659" y="444"/>
                  </a:lnTo>
                  <a:lnTo>
                    <a:pt x="659" y="444"/>
                  </a:lnTo>
                  <a:lnTo>
                    <a:pt x="660" y="444"/>
                  </a:lnTo>
                  <a:lnTo>
                    <a:pt x="660" y="444"/>
                  </a:lnTo>
                  <a:lnTo>
                    <a:pt x="660" y="444"/>
                  </a:lnTo>
                  <a:lnTo>
                    <a:pt x="661" y="444"/>
                  </a:lnTo>
                  <a:lnTo>
                    <a:pt x="661" y="444"/>
                  </a:lnTo>
                  <a:lnTo>
                    <a:pt x="661" y="444"/>
                  </a:lnTo>
                  <a:lnTo>
                    <a:pt x="661" y="444"/>
                  </a:lnTo>
                  <a:lnTo>
                    <a:pt x="662" y="444"/>
                  </a:lnTo>
                  <a:lnTo>
                    <a:pt x="662" y="444"/>
                  </a:lnTo>
                  <a:lnTo>
                    <a:pt x="662" y="444"/>
                  </a:lnTo>
                  <a:lnTo>
                    <a:pt x="662" y="444"/>
                  </a:lnTo>
                  <a:lnTo>
                    <a:pt x="663" y="444"/>
                  </a:lnTo>
                  <a:lnTo>
                    <a:pt x="663" y="444"/>
                  </a:lnTo>
                  <a:lnTo>
                    <a:pt x="664" y="444"/>
                  </a:lnTo>
                  <a:lnTo>
                    <a:pt x="664" y="444"/>
                  </a:lnTo>
                  <a:lnTo>
                    <a:pt x="664" y="444"/>
                  </a:lnTo>
                  <a:lnTo>
                    <a:pt x="664" y="444"/>
                  </a:lnTo>
                  <a:lnTo>
                    <a:pt x="665" y="444"/>
                  </a:lnTo>
                  <a:lnTo>
                    <a:pt x="665" y="444"/>
                  </a:lnTo>
                  <a:lnTo>
                    <a:pt x="665" y="444"/>
                  </a:lnTo>
                  <a:lnTo>
                    <a:pt x="666" y="444"/>
                  </a:lnTo>
                  <a:lnTo>
                    <a:pt x="666" y="444"/>
                  </a:lnTo>
                  <a:lnTo>
                    <a:pt x="666" y="444"/>
                  </a:lnTo>
                  <a:lnTo>
                    <a:pt x="666" y="444"/>
                  </a:lnTo>
                  <a:lnTo>
                    <a:pt x="667" y="444"/>
                  </a:lnTo>
                  <a:lnTo>
                    <a:pt x="667" y="444"/>
                  </a:lnTo>
                  <a:lnTo>
                    <a:pt x="667" y="443"/>
                  </a:lnTo>
                  <a:lnTo>
                    <a:pt x="667" y="443"/>
                  </a:lnTo>
                  <a:lnTo>
                    <a:pt x="668" y="443"/>
                  </a:lnTo>
                  <a:lnTo>
                    <a:pt x="668" y="443"/>
                  </a:lnTo>
                  <a:lnTo>
                    <a:pt x="669" y="443"/>
                  </a:lnTo>
                  <a:lnTo>
                    <a:pt x="669" y="443"/>
                  </a:lnTo>
                  <a:lnTo>
                    <a:pt x="669" y="443"/>
                  </a:lnTo>
                  <a:lnTo>
                    <a:pt x="669" y="443"/>
                  </a:lnTo>
                  <a:lnTo>
                    <a:pt x="670" y="443"/>
                  </a:lnTo>
                  <a:lnTo>
                    <a:pt x="670" y="443"/>
                  </a:lnTo>
                  <a:lnTo>
                    <a:pt x="670" y="443"/>
                  </a:lnTo>
                  <a:lnTo>
                    <a:pt x="670" y="443"/>
                  </a:lnTo>
                  <a:lnTo>
                    <a:pt x="671" y="443"/>
                  </a:lnTo>
                  <a:lnTo>
                    <a:pt x="671" y="443"/>
                  </a:lnTo>
                  <a:lnTo>
                    <a:pt x="671" y="442"/>
                  </a:lnTo>
                  <a:lnTo>
                    <a:pt x="672" y="442"/>
                  </a:lnTo>
                  <a:lnTo>
                    <a:pt x="672" y="442"/>
                  </a:lnTo>
                  <a:lnTo>
                    <a:pt x="672" y="441"/>
                  </a:lnTo>
                  <a:lnTo>
                    <a:pt x="672" y="441"/>
                  </a:lnTo>
                  <a:lnTo>
                    <a:pt x="673" y="441"/>
                  </a:lnTo>
                  <a:lnTo>
                    <a:pt x="673" y="441"/>
                  </a:lnTo>
                  <a:lnTo>
                    <a:pt x="673" y="441"/>
                  </a:lnTo>
                  <a:lnTo>
                    <a:pt x="674" y="441"/>
                  </a:lnTo>
                  <a:lnTo>
                    <a:pt x="674" y="440"/>
                  </a:lnTo>
                  <a:lnTo>
                    <a:pt x="674" y="440"/>
                  </a:lnTo>
                  <a:lnTo>
                    <a:pt x="675" y="440"/>
                  </a:lnTo>
                  <a:lnTo>
                    <a:pt x="675" y="440"/>
                  </a:lnTo>
                  <a:lnTo>
                    <a:pt x="675" y="440"/>
                  </a:lnTo>
                  <a:lnTo>
                    <a:pt x="675" y="440"/>
                  </a:lnTo>
                  <a:lnTo>
                    <a:pt x="676" y="440"/>
                  </a:lnTo>
                  <a:lnTo>
                    <a:pt x="676" y="439"/>
                  </a:lnTo>
                  <a:lnTo>
                    <a:pt x="676" y="439"/>
                  </a:lnTo>
                  <a:lnTo>
                    <a:pt x="676" y="439"/>
                  </a:lnTo>
                  <a:lnTo>
                    <a:pt x="677" y="438"/>
                  </a:lnTo>
                  <a:lnTo>
                    <a:pt x="677" y="438"/>
                  </a:lnTo>
                  <a:lnTo>
                    <a:pt x="678" y="438"/>
                  </a:lnTo>
                  <a:lnTo>
                    <a:pt x="678" y="438"/>
                  </a:lnTo>
                  <a:lnTo>
                    <a:pt x="678" y="437"/>
                  </a:lnTo>
                  <a:lnTo>
                    <a:pt x="678" y="437"/>
                  </a:lnTo>
                  <a:lnTo>
                    <a:pt x="679" y="437"/>
                  </a:lnTo>
                  <a:lnTo>
                    <a:pt x="679" y="437"/>
                  </a:lnTo>
                  <a:lnTo>
                    <a:pt x="679" y="437"/>
                  </a:lnTo>
                  <a:lnTo>
                    <a:pt x="679" y="436"/>
                  </a:lnTo>
                  <a:lnTo>
                    <a:pt x="680" y="436"/>
                  </a:lnTo>
                  <a:lnTo>
                    <a:pt x="680" y="436"/>
                  </a:lnTo>
                  <a:lnTo>
                    <a:pt x="680" y="436"/>
                  </a:lnTo>
                  <a:lnTo>
                    <a:pt x="681" y="436"/>
                  </a:lnTo>
                  <a:lnTo>
                    <a:pt x="681" y="435"/>
                  </a:lnTo>
                  <a:lnTo>
                    <a:pt x="681" y="435"/>
                  </a:lnTo>
                  <a:lnTo>
                    <a:pt x="681" y="435"/>
                  </a:lnTo>
                  <a:lnTo>
                    <a:pt x="682" y="435"/>
                  </a:lnTo>
                  <a:lnTo>
                    <a:pt x="682" y="435"/>
                  </a:lnTo>
                  <a:lnTo>
                    <a:pt x="682" y="435"/>
                  </a:lnTo>
                  <a:lnTo>
                    <a:pt x="682" y="435"/>
                  </a:lnTo>
                  <a:lnTo>
                    <a:pt x="683" y="435"/>
                  </a:lnTo>
                  <a:lnTo>
                    <a:pt x="683" y="435"/>
                  </a:lnTo>
                  <a:lnTo>
                    <a:pt x="684" y="435"/>
                  </a:lnTo>
                  <a:lnTo>
                    <a:pt x="684" y="434"/>
                  </a:lnTo>
                  <a:lnTo>
                    <a:pt x="684" y="434"/>
                  </a:lnTo>
                  <a:lnTo>
                    <a:pt x="684" y="434"/>
                  </a:lnTo>
                  <a:lnTo>
                    <a:pt x="685" y="434"/>
                  </a:lnTo>
                  <a:lnTo>
                    <a:pt x="685" y="434"/>
                  </a:lnTo>
                  <a:lnTo>
                    <a:pt x="685" y="434"/>
                  </a:lnTo>
                  <a:lnTo>
                    <a:pt x="685" y="434"/>
                  </a:lnTo>
                  <a:lnTo>
                    <a:pt x="686" y="434"/>
                  </a:lnTo>
                  <a:lnTo>
                    <a:pt x="686" y="434"/>
                  </a:lnTo>
                  <a:lnTo>
                    <a:pt x="687" y="434"/>
                  </a:lnTo>
                  <a:lnTo>
                    <a:pt x="687" y="434"/>
                  </a:lnTo>
                  <a:lnTo>
                    <a:pt x="687" y="434"/>
                  </a:lnTo>
                  <a:lnTo>
                    <a:pt x="687" y="434"/>
                  </a:lnTo>
                  <a:lnTo>
                    <a:pt x="688" y="434"/>
                  </a:lnTo>
                  <a:lnTo>
                    <a:pt x="688" y="434"/>
                  </a:lnTo>
                  <a:lnTo>
                    <a:pt x="688" y="434"/>
                  </a:lnTo>
                  <a:lnTo>
                    <a:pt x="688" y="434"/>
                  </a:lnTo>
                  <a:lnTo>
                    <a:pt x="689" y="434"/>
                  </a:lnTo>
                  <a:lnTo>
                    <a:pt x="689" y="434"/>
                  </a:lnTo>
                  <a:lnTo>
                    <a:pt x="689" y="434"/>
                  </a:lnTo>
                  <a:lnTo>
                    <a:pt x="690" y="434"/>
                  </a:lnTo>
                  <a:lnTo>
                    <a:pt x="690" y="434"/>
                  </a:lnTo>
                  <a:lnTo>
                    <a:pt x="690" y="434"/>
                  </a:lnTo>
                  <a:lnTo>
                    <a:pt x="690" y="434"/>
                  </a:lnTo>
                  <a:lnTo>
                    <a:pt x="691" y="434"/>
                  </a:lnTo>
                  <a:lnTo>
                    <a:pt x="691" y="434"/>
                  </a:lnTo>
                  <a:lnTo>
                    <a:pt x="691" y="434"/>
                  </a:lnTo>
                  <a:lnTo>
                    <a:pt x="691" y="434"/>
                  </a:lnTo>
                  <a:lnTo>
                    <a:pt x="692" y="435"/>
                  </a:lnTo>
                  <a:lnTo>
                    <a:pt x="692" y="435"/>
                  </a:lnTo>
                  <a:lnTo>
                    <a:pt x="693" y="435"/>
                  </a:lnTo>
                  <a:lnTo>
                    <a:pt x="693" y="435"/>
                  </a:lnTo>
                  <a:lnTo>
                    <a:pt x="693" y="435"/>
                  </a:lnTo>
                  <a:lnTo>
                    <a:pt x="693" y="435"/>
                  </a:lnTo>
                  <a:lnTo>
                    <a:pt x="694" y="435"/>
                  </a:lnTo>
                  <a:lnTo>
                    <a:pt x="694" y="435"/>
                  </a:lnTo>
                  <a:lnTo>
                    <a:pt x="694" y="435"/>
                  </a:lnTo>
                  <a:lnTo>
                    <a:pt x="694" y="435"/>
                  </a:lnTo>
                  <a:lnTo>
                    <a:pt x="695" y="435"/>
                  </a:lnTo>
                  <a:lnTo>
                    <a:pt x="695" y="436"/>
                  </a:lnTo>
                  <a:lnTo>
                    <a:pt x="695" y="436"/>
                  </a:lnTo>
                  <a:lnTo>
                    <a:pt x="696" y="436"/>
                  </a:lnTo>
                  <a:lnTo>
                    <a:pt x="696" y="436"/>
                  </a:lnTo>
                  <a:lnTo>
                    <a:pt x="696" y="436"/>
                  </a:lnTo>
                  <a:lnTo>
                    <a:pt x="697" y="436"/>
                  </a:lnTo>
                  <a:lnTo>
                    <a:pt x="697" y="436"/>
                  </a:lnTo>
                  <a:lnTo>
                    <a:pt x="697" y="436"/>
                  </a:lnTo>
                  <a:lnTo>
                    <a:pt x="697" y="435"/>
                  </a:lnTo>
                  <a:lnTo>
                    <a:pt x="698" y="435"/>
                  </a:lnTo>
                  <a:lnTo>
                    <a:pt x="698" y="435"/>
                  </a:lnTo>
                  <a:lnTo>
                    <a:pt x="698" y="435"/>
                  </a:lnTo>
                  <a:lnTo>
                    <a:pt x="699" y="435"/>
                  </a:lnTo>
                  <a:lnTo>
                    <a:pt x="699" y="435"/>
                  </a:lnTo>
                  <a:lnTo>
                    <a:pt x="699" y="435"/>
                  </a:lnTo>
                  <a:lnTo>
                    <a:pt x="699" y="435"/>
                  </a:lnTo>
                  <a:lnTo>
                    <a:pt x="700" y="435"/>
                  </a:lnTo>
                  <a:lnTo>
                    <a:pt x="700" y="435"/>
                  </a:lnTo>
                  <a:lnTo>
                    <a:pt x="700" y="434"/>
                  </a:lnTo>
                  <a:lnTo>
                    <a:pt x="700" y="434"/>
                  </a:lnTo>
                  <a:lnTo>
                    <a:pt x="701" y="434"/>
                  </a:lnTo>
                  <a:lnTo>
                    <a:pt x="701" y="434"/>
                  </a:lnTo>
                  <a:lnTo>
                    <a:pt x="702" y="434"/>
                  </a:lnTo>
                  <a:lnTo>
                    <a:pt x="702" y="434"/>
                  </a:lnTo>
                  <a:lnTo>
                    <a:pt x="702" y="434"/>
                  </a:lnTo>
                  <a:lnTo>
                    <a:pt x="702" y="434"/>
                  </a:lnTo>
                  <a:lnTo>
                    <a:pt x="703" y="434"/>
                  </a:lnTo>
                  <a:lnTo>
                    <a:pt x="703" y="434"/>
                  </a:lnTo>
                  <a:lnTo>
                    <a:pt x="703" y="433"/>
                  </a:lnTo>
                  <a:lnTo>
                    <a:pt x="703" y="433"/>
                  </a:lnTo>
                  <a:lnTo>
                    <a:pt x="704" y="433"/>
                  </a:lnTo>
                  <a:lnTo>
                    <a:pt x="704" y="433"/>
                  </a:lnTo>
                  <a:lnTo>
                    <a:pt x="704" y="433"/>
                  </a:lnTo>
                  <a:lnTo>
                    <a:pt x="705" y="433"/>
                  </a:lnTo>
                  <a:lnTo>
                    <a:pt x="705" y="433"/>
                  </a:lnTo>
                  <a:lnTo>
                    <a:pt x="705" y="433"/>
                  </a:lnTo>
                  <a:lnTo>
                    <a:pt x="705" y="433"/>
                  </a:lnTo>
                  <a:lnTo>
                    <a:pt x="706" y="433"/>
                  </a:lnTo>
                  <a:lnTo>
                    <a:pt x="706" y="433"/>
                  </a:lnTo>
                  <a:lnTo>
                    <a:pt x="706" y="433"/>
                  </a:lnTo>
                  <a:lnTo>
                    <a:pt x="707" y="433"/>
                  </a:lnTo>
                  <a:lnTo>
                    <a:pt x="707" y="434"/>
                  </a:lnTo>
                  <a:lnTo>
                    <a:pt x="707" y="434"/>
                  </a:lnTo>
                  <a:lnTo>
                    <a:pt x="708" y="434"/>
                  </a:lnTo>
                  <a:lnTo>
                    <a:pt x="708" y="434"/>
                  </a:lnTo>
                  <a:lnTo>
                    <a:pt x="708" y="434"/>
                  </a:lnTo>
                  <a:lnTo>
                    <a:pt x="708" y="434"/>
                  </a:lnTo>
                  <a:lnTo>
                    <a:pt x="709" y="434"/>
                  </a:lnTo>
                  <a:lnTo>
                    <a:pt x="709" y="434"/>
                  </a:lnTo>
                  <a:lnTo>
                    <a:pt x="709" y="434"/>
                  </a:lnTo>
                  <a:lnTo>
                    <a:pt x="709" y="434"/>
                  </a:lnTo>
                  <a:lnTo>
                    <a:pt x="710" y="434"/>
                  </a:lnTo>
                  <a:lnTo>
                    <a:pt x="710" y="434"/>
                  </a:lnTo>
                  <a:lnTo>
                    <a:pt x="711" y="435"/>
                  </a:lnTo>
                  <a:lnTo>
                    <a:pt x="711" y="435"/>
                  </a:lnTo>
                  <a:lnTo>
                    <a:pt x="711" y="435"/>
                  </a:lnTo>
                  <a:lnTo>
                    <a:pt x="711" y="435"/>
                  </a:lnTo>
                  <a:lnTo>
                    <a:pt x="712" y="435"/>
                  </a:lnTo>
                  <a:lnTo>
                    <a:pt x="712" y="435"/>
                  </a:lnTo>
                  <a:lnTo>
                    <a:pt x="712" y="435"/>
                  </a:lnTo>
                  <a:lnTo>
                    <a:pt x="712" y="435"/>
                  </a:lnTo>
                  <a:lnTo>
                    <a:pt x="713" y="435"/>
                  </a:lnTo>
                  <a:lnTo>
                    <a:pt x="713" y="436"/>
                  </a:lnTo>
                  <a:lnTo>
                    <a:pt x="713" y="436"/>
                  </a:lnTo>
                  <a:lnTo>
                    <a:pt x="714" y="436"/>
                  </a:lnTo>
                  <a:lnTo>
                    <a:pt x="714" y="436"/>
                  </a:lnTo>
                  <a:lnTo>
                    <a:pt x="714" y="436"/>
                  </a:lnTo>
                  <a:lnTo>
                    <a:pt x="714" y="436"/>
                  </a:lnTo>
                  <a:lnTo>
                    <a:pt x="715" y="437"/>
                  </a:lnTo>
                  <a:lnTo>
                    <a:pt x="715" y="437"/>
                  </a:lnTo>
                  <a:lnTo>
                    <a:pt x="715" y="437"/>
                  </a:lnTo>
                  <a:lnTo>
                    <a:pt x="715" y="437"/>
                  </a:lnTo>
                  <a:lnTo>
                    <a:pt x="716" y="438"/>
                  </a:lnTo>
                  <a:lnTo>
                    <a:pt x="716" y="438"/>
                  </a:lnTo>
                  <a:lnTo>
                    <a:pt x="717" y="438"/>
                  </a:lnTo>
                  <a:lnTo>
                    <a:pt x="717" y="438"/>
                  </a:lnTo>
                  <a:lnTo>
                    <a:pt x="717" y="439"/>
                  </a:lnTo>
                  <a:lnTo>
                    <a:pt x="717" y="439"/>
                  </a:lnTo>
                  <a:lnTo>
                    <a:pt x="718" y="440"/>
                  </a:lnTo>
                  <a:lnTo>
                    <a:pt x="718" y="440"/>
                  </a:lnTo>
                  <a:lnTo>
                    <a:pt x="718" y="440"/>
                  </a:lnTo>
                  <a:lnTo>
                    <a:pt x="718" y="440"/>
                  </a:lnTo>
                  <a:lnTo>
                    <a:pt x="719" y="441"/>
                  </a:lnTo>
                  <a:lnTo>
                    <a:pt x="719" y="441"/>
                  </a:lnTo>
                  <a:lnTo>
                    <a:pt x="719" y="441"/>
                  </a:lnTo>
                  <a:lnTo>
                    <a:pt x="720" y="441"/>
                  </a:lnTo>
                  <a:lnTo>
                    <a:pt x="720" y="442"/>
                  </a:lnTo>
                  <a:lnTo>
                    <a:pt x="720" y="442"/>
                  </a:lnTo>
                  <a:lnTo>
                    <a:pt x="721" y="443"/>
                  </a:lnTo>
                  <a:lnTo>
                    <a:pt x="721" y="443"/>
                  </a:lnTo>
                  <a:lnTo>
                    <a:pt x="721" y="443"/>
                  </a:lnTo>
                  <a:lnTo>
                    <a:pt x="721" y="443"/>
                  </a:lnTo>
                  <a:lnTo>
                    <a:pt x="722" y="443"/>
                  </a:lnTo>
                  <a:lnTo>
                    <a:pt x="722" y="443"/>
                  </a:lnTo>
                  <a:lnTo>
                    <a:pt x="722" y="444"/>
                  </a:lnTo>
                  <a:lnTo>
                    <a:pt x="723" y="444"/>
                  </a:lnTo>
                  <a:lnTo>
                    <a:pt x="723" y="444"/>
                  </a:lnTo>
                  <a:lnTo>
                    <a:pt x="723" y="444"/>
                  </a:lnTo>
                  <a:lnTo>
                    <a:pt x="723" y="444"/>
                  </a:lnTo>
                  <a:lnTo>
                    <a:pt x="724" y="444"/>
                  </a:lnTo>
                  <a:lnTo>
                    <a:pt x="724" y="445"/>
                  </a:lnTo>
                  <a:lnTo>
                    <a:pt x="724" y="445"/>
                  </a:lnTo>
                  <a:lnTo>
                    <a:pt x="724" y="445"/>
                  </a:lnTo>
                  <a:lnTo>
                    <a:pt x="725" y="446"/>
                  </a:lnTo>
                  <a:lnTo>
                    <a:pt x="725" y="446"/>
                  </a:lnTo>
                  <a:lnTo>
                    <a:pt x="726" y="446"/>
                  </a:lnTo>
                  <a:lnTo>
                    <a:pt x="726" y="446"/>
                  </a:lnTo>
                  <a:lnTo>
                    <a:pt x="726" y="446"/>
                  </a:lnTo>
                  <a:lnTo>
                    <a:pt x="726" y="446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8" y="446"/>
                  </a:lnTo>
                  <a:lnTo>
                    <a:pt x="728" y="446"/>
                  </a:lnTo>
                  <a:lnTo>
                    <a:pt x="728" y="446"/>
                  </a:lnTo>
                  <a:lnTo>
                    <a:pt x="729" y="446"/>
                  </a:lnTo>
                  <a:lnTo>
                    <a:pt x="729" y="446"/>
                  </a:lnTo>
                  <a:lnTo>
                    <a:pt x="729" y="446"/>
                  </a:lnTo>
                  <a:lnTo>
                    <a:pt x="729" y="446"/>
                  </a:lnTo>
                  <a:lnTo>
                    <a:pt x="730" y="446"/>
                  </a:lnTo>
                  <a:lnTo>
                    <a:pt x="730" y="446"/>
                  </a:lnTo>
                  <a:lnTo>
                    <a:pt x="730" y="446"/>
                  </a:lnTo>
                  <a:lnTo>
                    <a:pt x="731" y="446"/>
                  </a:lnTo>
                  <a:lnTo>
                    <a:pt x="731" y="446"/>
                  </a:lnTo>
                  <a:lnTo>
                    <a:pt x="731" y="446"/>
                  </a:lnTo>
                  <a:lnTo>
                    <a:pt x="732" y="446"/>
                  </a:lnTo>
                  <a:lnTo>
                    <a:pt x="732" y="446"/>
                  </a:lnTo>
                  <a:lnTo>
                    <a:pt x="732" y="446"/>
                  </a:lnTo>
                  <a:lnTo>
                    <a:pt x="732" y="445"/>
                  </a:lnTo>
                  <a:lnTo>
                    <a:pt x="733" y="445"/>
                  </a:lnTo>
                  <a:lnTo>
                    <a:pt x="733" y="445"/>
                  </a:lnTo>
                  <a:lnTo>
                    <a:pt x="734" y="444"/>
                  </a:lnTo>
                  <a:lnTo>
                    <a:pt x="734" y="444"/>
                  </a:lnTo>
                  <a:lnTo>
                    <a:pt x="734" y="444"/>
                  </a:lnTo>
                  <a:lnTo>
                    <a:pt x="734" y="444"/>
                  </a:lnTo>
                  <a:lnTo>
                    <a:pt x="735" y="443"/>
                  </a:lnTo>
                  <a:lnTo>
                    <a:pt x="735" y="443"/>
                  </a:lnTo>
                  <a:lnTo>
                    <a:pt x="735" y="443"/>
                  </a:lnTo>
                  <a:lnTo>
                    <a:pt x="735" y="443"/>
                  </a:lnTo>
                  <a:lnTo>
                    <a:pt x="736" y="443"/>
                  </a:lnTo>
                  <a:lnTo>
                    <a:pt x="736" y="443"/>
                  </a:lnTo>
                  <a:lnTo>
                    <a:pt x="736" y="443"/>
                  </a:lnTo>
                  <a:lnTo>
                    <a:pt x="737" y="443"/>
                  </a:lnTo>
                  <a:lnTo>
                    <a:pt x="737" y="442"/>
                  </a:lnTo>
                  <a:lnTo>
                    <a:pt x="737" y="442"/>
                  </a:lnTo>
                  <a:lnTo>
                    <a:pt x="737" y="442"/>
                  </a:lnTo>
                  <a:lnTo>
                    <a:pt x="738" y="442"/>
                  </a:lnTo>
                  <a:lnTo>
                    <a:pt x="738" y="441"/>
                  </a:lnTo>
                  <a:lnTo>
                    <a:pt x="738" y="441"/>
                  </a:lnTo>
                  <a:lnTo>
                    <a:pt x="738" y="441"/>
                  </a:lnTo>
                  <a:lnTo>
                    <a:pt x="739" y="441"/>
                  </a:lnTo>
                  <a:lnTo>
                    <a:pt x="739" y="441"/>
                  </a:lnTo>
                  <a:lnTo>
                    <a:pt x="740" y="440"/>
                  </a:lnTo>
                  <a:lnTo>
                    <a:pt x="740" y="440"/>
                  </a:lnTo>
                  <a:lnTo>
                    <a:pt x="740" y="440"/>
                  </a:lnTo>
                  <a:lnTo>
                    <a:pt x="740" y="440"/>
                  </a:lnTo>
                  <a:lnTo>
                    <a:pt x="741" y="440"/>
                  </a:lnTo>
                  <a:lnTo>
                    <a:pt x="741" y="440"/>
                  </a:lnTo>
                  <a:lnTo>
                    <a:pt x="741" y="439"/>
                  </a:lnTo>
                  <a:lnTo>
                    <a:pt x="741" y="439"/>
                  </a:lnTo>
                  <a:lnTo>
                    <a:pt x="742" y="438"/>
                  </a:lnTo>
                  <a:lnTo>
                    <a:pt x="742" y="438"/>
                  </a:lnTo>
                  <a:lnTo>
                    <a:pt x="742" y="438"/>
                  </a:lnTo>
                  <a:lnTo>
                    <a:pt x="743" y="438"/>
                  </a:lnTo>
                  <a:lnTo>
                    <a:pt x="743" y="438"/>
                  </a:lnTo>
                  <a:lnTo>
                    <a:pt x="743" y="438"/>
                  </a:lnTo>
                  <a:lnTo>
                    <a:pt x="744" y="438"/>
                  </a:lnTo>
                  <a:lnTo>
                    <a:pt x="744" y="437"/>
                  </a:lnTo>
                  <a:lnTo>
                    <a:pt x="744" y="437"/>
                  </a:lnTo>
                  <a:lnTo>
                    <a:pt x="744" y="437"/>
                  </a:lnTo>
                  <a:lnTo>
                    <a:pt x="745" y="437"/>
                  </a:lnTo>
                  <a:lnTo>
                    <a:pt x="745" y="437"/>
                  </a:lnTo>
                  <a:lnTo>
                    <a:pt x="745" y="437"/>
                  </a:lnTo>
                  <a:lnTo>
                    <a:pt x="746" y="437"/>
                  </a:lnTo>
                  <a:lnTo>
                    <a:pt x="746" y="437"/>
                  </a:lnTo>
                  <a:lnTo>
                    <a:pt x="746" y="437"/>
                  </a:lnTo>
                  <a:lnTo>
                    <a:pt x="746" y="437"/>
                  </a:lnTo>
                  <a:lnTo>
                    <a:pt x="747" y="437"/>
                  </a:lnTo>
                  <a:lnTo>
                    <a:pt x="747" y="437"/>
                  </a:lnTo>
                  <a:lnTo>
                    <a:pt x="747" y="437"/>
                  </a:lnTo>
                  <a:lnTo>
                    <a:pt x="747" y="437"/>
                  </a:lnTo>
                  <a:lnTo>
                    <a:pt x="748" y="437"/>
                  </a:lnTo>
                  <a:lnTo>
                    <a:pt x="748" y="437"/>
                  </a:lnTo>
                  <a:lnTo>
                    <a:pt x="749" y="436"/>
                  </a:lnTo>
                  <a:lnTo>
                    <a:pt x="749" y="436"/>
                  </a:lnTo>
                  <a:lnTo>
                    <a:pt x="749" y="436"/>
                  </a:lnTo>
                  <a:lnTo>
                    <a:pt x="749" y="436"/>
                  </a:lnTo>
                  <a:lnTo>
                    <a:pt x="750" y="436"/>
                  </a:lnTo>
                  <a:lnTo>
                    <a:pt x="750" y="436"/>
                  </a:lnTo>
                  <a:lnTo>
                    <a:pt x="750" y="436"/>
                  </a:lnTo>
                  <a:lnTo>
                    <a:pt x="750" y="436"/>
                  </a:lnTo>
                  <a:lnTo>
                    <a:pt x="751" y="437"/>
                  </a:lnTo>
                  <a:lnTo>
                    <a:pt x="751" y="437"/>
                  </a:lnTo>
                  <a:lnTo>
                    <a:pt x="751" y="437"/>
                  </a:lnTo>
                  <a:lnTo>
                    <a:pt x="752" y="437"/>
                  </a:lnTo>
                  <a:lnTo>
                    <a:pt x="752" y="437"/>
                  </a:lnTo>
                  <a:lnTo>
                    <a:pt x="752" y="437"/>
                  </a:lnTo>
                  <a:lnTo>
                    <a:pt x="752" y="437"/>
                  </a:lnTo>
                  <a:lnTo>
                    <a:pt x="753" y="437"/>
                  </a:lnTo>
                  <a:lnTo>
                    <a:pt x="753" y="437"/>
                  </a:lnTo>
                  <a:lnTo>
                    <a:pt x="753" y="438"/>
                  </a:lnTo>
                  <a:lnTo>
                    <a:pt x="754" y="438"/>
                  </a:lnTo>
                  <a:lnTo>
                    <a:pt x="754" y="438"/>
                  </a:lnTo>
                  <a:lnTo>
                    <a:pt x="754" y="438"/>
                  </a:lnTo>
                  <a:lnTo>
                    <a:pt x="755" y="438"/>
                  </a:lnTo>
                  <a:lnTo>
                    <a:pt x="755" y="438"/>
                  </a:lnTo>
                  <a:lnTo>
                    <a:pt x="755" y="438"/>
                  </a:lnTo>
                  <a:lnTo>
                    <a:pt x="755" y="438"/>
                  </a:lnTo>
                  <a:lnTo>
                    <a:pt x="756" y="438"/>
                  </a:lnTo>
                  <a:lnTo>
                    <a:pt x="756" y="439"/>
                  </a:lnTo>
                  <a:lnTo>
                    <a:pt x="756" y="439"/>
                  </a:lnTo>
                  <a:lnTo>
                    <a:pt x="756" y="439"/>
                  </a:lnTo>
                  <a:lnTo>
                    <a:pt x="757" y="439"/>
                  </a:lnTo>
                  <a:lnTo>
                    <a:pt x="757" y="438"/>
                  </a:lnTo>
                  <a:lnTo>
                    <a:pt x="758" y="438"/>
                  </a:lnTo>
                  <a:lnTo>
                    <a:pt x="758" y="438"/>
                  </a:lnTo>
                  <a:lnTo>
                    <a:pt x="758" y="438"/>
                  </a:lnTo>
                  <a:lnTo>
                    <a:pt x="758" y="438"/>
                  </a:lnTo>
                  <a:lnTo>
                    <a:pt x="759" y="438"/>
                  </a:lnTo>
                  <a:lnTo>
                    <a:pt x="759" y="438"/>
                  </a:lnTo>
                  <a:lnTo>
                    <a:pt x="759" y="438"/>
                  </a:lnTo>
                  <a:lnTo>
                    <a:pt x="759" y="438"/>
                  </a:lnTo>
                  <a:lnTo>
                    <a:pt x="760" y="438"/>
                  </a:lnTo>
                  <a:lnTo>
                    <a:pt x="760" y="438"/>
                  </a:lnTo>
                  <a:lnTo>
                    <a:pt x="760" y="438"/>
                  </a:lnTo>
                  <a:lnTo>
                    <a:pt x="761" y="438"/>
                  </a:lnTo>
                  <a:lnTo>
                    <a:pt x="761" y="438"/>
                  </a:lnTo>
                  <a:lnTo>
                    <a:pt x="761" y="438"/>
                  </a:lnTo>
                  <a:lnTo>
                    <a:pt x="761" y="438"/>
                  </a:lnTo>
                  <a:lnTo>
                    <a:pt x="762" y="438"/>
                  </a:lnTo>
                  <a:lnTo>
                    <a:pt x="762" y="438"/>
                  </a:lnTo>
                  <a:lnTo>
                    <a:pt x="762" y="438"/>
                  </a:lnTo>
                  <a:lnTo>
                    <a:pt x="762" y="437"/>
                  </a:lnTo>
                  <a:lnTo>
                    <a:pt x="763" y="437"/>
                  </a:lnTo>
                  <a:lnTo>
                    <a:pt x="763" y="438"/>
                  </a:lnTo>
                  <a:lnTo>
                    <a:pt x="764" y="438"/>
                  </a:lnTo>
                  <a:lnTo>
                    <a:pt x="764" y="438"/>
                  </a:lnTo>
                  <a:lnTo>
                    <a:pt x="764" y="438"/>
                  </a:lnTo>
                  <a:lnTo>
                    <a:pt x="764" y="438"/>
                  </a:lnTo>
                  <a:lnTo>
                    <a:pt x="765" y="438"/>
                  </a:lnTo>
                  <a:lnTo>
                    <a:pt x="765" y="438"/>
                  </a:lnTo>
                  <a:lnTo>
                    <a:pt x="765" y="438"/>
                  </a:lnTo>
                  <a:lnTo>
                    <a:pt x="765" y="438"/>
                  </a:lnTo>
                  <a:lnTo>
                    <a:pt x="766" y="438"/>
                  </a:lnTo>
                  <a:lnTo>
                    <a:pt x="766" y="438"/>
                  </a:lnTo>
                  <a:lnTo>
                    <a:pt x="766" y="439"/>
                  </a:lnTo>
                  <a:lnTo>
                    <a:pt x="767" y="439"/>
                  </a:lnTo>
                  <a:lnTo>
                    <a:pt x="767" y="439"/>
                  </a:lnTo>
                  <a:lnTo>
                    <a:pt x="767" y="440"/>
                  </a:lnTo>
                  <a:lnTo>
                    <a:pt x="768" y="440"/>
                  </a:lnTo>
                  <a:lnTo>
                    <a:pt x="768" y="440"/>
                  </a:lnTo>
                  <a:lnTo>
                    <a:pt x="768" y="440"/>
                  </a:lnTo>
                  <a:lnTo>
                    <a:pt x="768" y="440"/>
                  </a:lnTo>
                  <a:lnTo>
                    <a:pt x="769" y="441"/>
                  </a:lnTo>
                  <a:lnTo>
                    <a:pt x="769" y="441"/>
                  </a:lnTo>
                  <a:lnTo>
                    <a:pt x="769" y="441"/>
                  </a:lnTo>
                  <a:lnTo>
                    <a:pt x="770" y="441"/>
                  </a:lnTo>
                  <a:lnTo>
                    <a:pt x="770" y="441"/>
                  </a:lnTo>
                  <a:lnTo>
                    <a:pt x="770" y="441"/>
                  </a:lnTo>
                  <a:lnTo>
                    <a:pt x="770" y="441"/>
                  </a:lnTo>
                  <a:lnTo>
                    <a:pt x="771" y="442"/>
                  </a:lnTo>
                  <a:lnTo>
                    <a:pt x="771" y="442"/>
                  </a:lnTo>
                  <a:lnTo>
                    <a:pt x="771" y="442"/>
                  </a:lnTo>
                  <a:lnTo>
                    <a:pt x="771" y="442"/>
                  </a:lnTo>
                  <a:lnTo>
                    <a:pt x="772" y="442"/>
                  </a:lnTo>
                  <a:lnTo>
                    <a:pt x="772" y="442"/>
                  </a:lnTo>
                  <a:lnTo>
                    <a:pt x="773" y="442"/>
                  </a:lnTo>
                  <a:lnTo>
                    <a:pt x="773" y="442"/>
                  </a:lnTo>
                  <a:lnTo>
                    <a:pt x="773" y="443"/>
                  </a:lnTo>
                  <a:lnTo>
                    <a:pt x="773" y="443"/>
                  </a:lnTo>
                  <a:lnTo>
                    <a:pt x="774" y="443"/>
                  </a:lnTo>
                  <a:lnTo>
                    <a:pt x="774" y="443"/>
                  </a:lnTo>
                  <a:lnTo>
                    <a:pt x="774" y="443"/>
                  </a:lnTo>
                  <a:lnTo>
                    <a:pt x="774" y="443"/>
                  </a:lnTo>
                  <a:lnTo>
                    <a:pt x="775" y="443"/>
                  </a:lnTo>
                  <a:lnTo>
                    <a:pt x="775" y="443"/>
                  </a:lnTo>
                  <a:lnTo>
                    <a:pt x="775" y="443"/>
                  </a:lnTo>
                  <a:lnTo>
                    <a:pt x="776" y="443"/>
                  </a:lnTo>
                  <a:lnTo>
                    <a:pt x="776" y="443"/>
                  </a:lnTo>
                  <a:lnTo>
                    <a:pt x="776" y="443"/>
                  </a:lnTo>
                  <a:lnTo>
                    <a:pt x="776" y="443"/>
                  </a:lnTo>
                  <a:lnTo>
                    <a:pt x="777" y="443"/>
                  </a:lnTo>
                  <a:lnTo>
                    <a:pt x="777" y="443"/>
                  </a:lnTo>
                  <a:lnTo>
                    <a:pt x="777" y="443"/>
                  </a:lnTo>
                  <a:lnTo>
                    <a:pt x="778" y="443"/>
                  </a:lnTo>
                  <a:lnTo>
                    <a:pt x="778" y="443"/>
                  </a:lnTo>
                  <a:lnTo>
                    <a:pt x="778" y="443"/>
                  </a:lnTo>
                  <a:lnTo>
                    <a:pt x="779" y="443"/>
                  </a:lnTo>
                  <a:lnTo>
                    <a:pt x="779" y="443"/>
                  </a:lnTo>
                  <a:lnTo>
                    <a:pt x="779" y="443"/>
                  </a:lnTo>
                  <a:lnTo>
                    <a:pt x="779" y="443"/>
                  </a:lnTo>
                  <a:lnTo>
                    <a:pt x="780" y="443"/>
                  </a:lnTo>
                  <a:lnTo>
                    <a:pt x="780" y="443"/>
                  </a:lnTo>
                  <a:lnTo>
                    <a:pt x="780" y="443"/>
                  </a:lnTo>
                  <a:lnTo>
                    <a:pt x="780" y="443"/>
                  </a:lnTo>
                  <a:lnTo>
                    <a:pt x="781" y="443"/>
                  </a:lnTo>
                  <a:lnTo>
                    <a:pt x="781" y="443"/>
                  </a:lnTo>
                  <a:lnTo>
                    <a:pt x="782" y="443"/>
                  </a:lnTo>
                  <a:lnTo>
                    <a:pt x="782" y="443"/>
                  </a:lnTo>
                  <a:lnTo>
                    <a:pt x="782" y="443"/>
                  </a:lnTo>
                  <a:lnTo>
                    <a:pt x="782" y="443"/>
                  </a:lnTo>
                  <a:lnTo>
                    <a:pt x="783" y="443"/>
                  </a:lnTo>
                  <a:lnTo>
                    <a:pt x="783" y="443"/>
                  </a:lnTo>
                  <a:lnTo>
                    <a:pt x="783" y="443"/>
                  </a:lnTo>
                  <a:lnTo>
                    <a:pt x="783" y="443"/>
                  </a:lnTo>
                  <a:lnTo>
                    <a:pt x="784" y="443"/>
                  </a:lnTo>
                  <a:lnTo>
                    <a:pt x="784" y="443"/>
                  </a:lnTo>
                  <a:lnTo>
                    <a:pt x="784" y="443"/>
                  </a:lnTo>
                  <a:lnTo>
                    <a:pt x="785" y="443"/>
                  </a:lnTo>
                  <a:lnTo>
                    <a:pt x="785" y="443"/>
                  </a:lnTo>
                  <a:lnTo>
                    <a:pt x="785" y="443"/>
                  </a:lnTo>
                  <a:lnTo>
                    <a:pt x="785" y="443"/>
                  </a:lnTo>
                  <a:lnTo>
                    <a:pt x="786" y="443"/>
                  </a:lnTo>
                  <a:lnTo>
                    <a:pt x="786" y="443"/>
                  </a:lnTo>
                  <a:lnTo>
                    <a:pt x="786" y="443"/>
                  </a:lnTo>
                  <a:lnTo>
                    <a:pt x="786" y="443"/>
                  </a:lnTo>
                  <a:lnTo>
                    <a:pt x="787" y="443"/>
                  </a:lnTo>
                  <a:lnTo>
                    <a:pt x="787" y="443"/>
                  </a:lnTo>
                  <a:lnTo>
                    <a:pt x="788" y="443"/>
                  </a:lnTo>
                  <a:lnTo>
                    <a:pt x="788" y="443"/>
                  </a:lnTo>
                  <a:lnTo>
                    <a:pt x="788" y="443"/>
                  </a:lnTo>
                  <a:lnTo>
                    <a:pt x="788" y="443"/>
                  </a:lnTo>
                  <a:lnTo>
                    <a:pt x="789" y="443"/>
                  </a:lnTo>
                  <a:lnTo>
                    <a:pt x="789" y="443"/>
                  </a:lnTo>
                  <a:lnTo>
                    <a:pt x="789" y="443"/>
                  </a:lnTo>
                  <a:lnTo>
                    <a:pt x="789" y="443"/>
                  </a:lnTo>
                  <a:lnTo>
                    <a:pt x="790" y="443"/>
                  </a:lnTo>
                  <a:lnTo>
                    <a:pt x="790" y="443"/>
                  </a:lnTo>
                  <a:lnTo>
                    <a:pt x="791" y="443"/>
                  </a:lnTo>
                  <a:lnTo>
                    <a:pt x="791" y="443"/>
                  </a:lnTo>
                  <a:lnTo>
                    <a:pt x="791" y="443"/>
                  </a:lnTo>
                  <a:lnTo>
                    <a:pt x="791" y="443"/>
                  </a:lnTo>
                  <a:lnTo>
                    <a:pt x="792" y="443"/>
                  </a:lnTo>
                  <a:lnTo>
                    <a:pt x="792" y="443"/>
                  </a:lnTo>
                  <a:lnTo>
                    <a:pt x="792" y="443"/>
                  </a:lnTo>
                  <a:lnTo>
                    <a:pt x="792" y="443"/>
                  </a:lnTo>
                  <a:lnTo>
                    <a:pt x="793" y="443"/>
                  </a:lnTo>
                  <a:lnTo>
                    <a:pt x="793" y="443"/>
                  </a:lnTo>
                  <a:lnTo>
                    <a:pt x="793" y="443"/>
                  </a:lnTo>
                  <a:lnTo>
                    <a:pt x="794" y="443"/>
                  </a:lnTo>
                  <a:lnTo>
                    <a:pt x="794" y="443"/>
                  </a:lnTo>
                  <a:lnTo>
                    <a:pt x="794" y="443"/>
                  </a:lnTo>
                  <a:lnTo>
                    <a:pt x="794" y="443"/>
                  </a:lnTo>
                  <a:lnTo>
                    <a:pt x="795" y="443"/>
                  </a:lnTo>
                  <a:lnTo>
                    <a:pt x="795" y="443"/>
                  </a:lnTo>
                  <a:lnTo>
                    <a:pt x="795" y="443"/>
                  </a:lnTo>
                  <a:lnTo>
                    <a:pt x="795" y="443"/>
                  </a:lnTo>
                  <a:lnTo>
                    <a:pt x="796" y="443"/>
                  </a:lnTo>
                  <a:lnTo>
                    <a:pt x="796" y="443"/>
                  </a:lnTo>
                  <a:lnTo>
                    <a:pt x="797" y="443"/>
                  </a:lnTo>
                  <a:lnTo>
                    <a:pt x="797" y="443"/>
                  </a:lnTo>
                  <a:lnTo>
                    <a:pt x="797" y="443"/>
                  </a:lnTo>
                  <a:lnTo>
                    <a:pt x="797" y="443"/>
                  </a:lnTo>
                  <a:lnTo>
                    <a:pt x="798" y="443"/>
                  </a:lnTo>
                  <a:lnTo>
                    <a:pt x="798" y="443"/>
                  </a:lnTo>
                  <a:lnTo>
                    <a:pt x="798" y="443"/>
                  </a:lnTo>
                  <a:lnTo>
                    <a:pt x="798" y="444"/>
                  </a:lnTo>
                  <a:lnTo>
                    <a:pt x="799" y="444"/>
                  </a:lnTo>
                  <a:lnTo>
                    <a:pt x="799" y="444"/>
                  </a:lnTo>
                  <a:lnTo>
                    <a:pt x="799" y="444"/>
                  </a:lnTo>
                  <a:lnTo>
                    <a:pt x="800" y="444"/>
                  </a:lnTo>
                  <a:lnTo>
                    <a:pt x="800" y="444"/>
                  </a:lnTo>
                  <a:lnTo>
                    <a:pt x="800" y="444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02" y="444"/>
                  </a:lnTo>
                  <a:lnTo>
                    <a:pt x="802" y="444"/>
                  </a:lnTo>
                  <a:lnTo>
                    <a:pt x="802" y="445"/>
                  </a:lnTo>
                  <a:lnTo>
                    <a:pt x="802" y="445"/>
                  </a:lnTo>
                  <a:lnTo>
                    <a:pt x="803" y="445"/>
                  </a:lnTo>
                  <a:lnTo>
                    <a:pt x="803" y="445"/>
                  </a:lnTo>
                  <a:lnTo>
                    <a:pt x="803" y="445"/>
                  </a:lnTo>
                  <a:lnTo>
                    <a:pt x="803" y="445"/>
                  </a:lnTo>
                  <a:lnTo>
                    <a:pt x="804" y="445"/>
                  </a:lnTo>
                  <a:lnTo>
                    <a:pt x="804" y="446"/>
                  </a:lnTo>
                  <a:lnTo>
                    <a:pt x="805" y="446"/>
                  </a:lnTo>
                  <a:lnTo>
                    <a:pt x="805" y="446"/>
                  </a:lnTo>
                  <a:lnTo>
                    <a:pt x="805" y="446"/>
                  </a:lnTo>
                  <a:lnTo>
                    <a:pt x="805" y="446"/>
                  </a:lnTo>
                  <a:lnTo>
                    <a:pt x="806" y="446"/>
                  </a:lnTo>
                  <a:lnTo>
                    <a:pt x="806" y="447"/>
                  </a:lnTo>
                  <a:lnTo>
                    <a:pt x="806" y="447"/>
                  </a:lnTo>
                  <a:lnTo>
                    <a:pt x="806" y="447"/>
                  </a:lnTo>
                  <a:lnTo>
                    <a:pt x="807" y="447"/>
                  </a:lnTo>
                  <a:lnTo>
                    <a:pt x="807" y="447"/>
                  </a:lnTo>
                  <a:lnTo>
                    <a:pt x="807" y="447"/>
                  </a:lnTo>
                  <a:lnTo>
                    <a:pt x="808" y="447"/>
                  </a:lnTo>
                  <a:lnTo>
                    <a:pt x="808" y="447"/>
                  </a:lnTo>
                  <a:lnTo>
                    <a:pt x="808" y="447"/>
                  </a:lnTo>
                  <a:lnTo>
                    <a:pt x="808" y="448"/>
                  </a:lnTo>
                  <a:lnTo>
                    <a:pt x="809" y="448"/>
                  </a:lnTo>
                  <a:lnTo>
                    <a:pt x="809" y="448"/>
                  </a:lnTo>
                  <a:lnTo>
                    <a:pt x="809" y="448"/>
                  </a:lnTo>
                  <a:lnTo>
                    <a:pt x="809" y="448"/>
                  </a:lnTo>
                  <a:lnTo>
                    <a:pt x="810" y="448"/>
                  </a:lnTo>
                  <a:lnTo>
                    <a:pt x="810" y="448"/>
                  </a:lnTo>
                  <a:lnTo>
                    <a:pt x="811" y="448"/>
                  </a:lnTo>
                  <a:lnTo>
                    <a:pt x="811" y="448"/>
                  </a:lnTo>
                  <a:lnTo>
                    <a:pt x="811" y="448"/>
                  </a:lnTo>
                  <a:lnTo>
                    <a:pt x="811" y="448"/>
                  </a:lnTo>
                  <a:lnTo>
                    <a:pt x="812" y="448"/>
                  </a:lnTo>
                  <a:lnTo>
                    <a:pt x="812" y="448"/>
                  </a:lnTo>
                  <a:lnTo>
                    <a:pt x="812" y="448"/>
                  </a:lnTo>
                  <a:lnTo>
                    <a:pt x="812" y="448"/>
                  </a:lnTo>
                  <a:lnTo>
                    <a:pt x="813" y="448"/>
                  </a:lnTo>
                  <a:lnTo>
                    <a:pt x="813" y="448"/>
                  </a:lnTo>
                  <a:lnTo>
                    <a:pt x="813" y="448"/>
                  </a:lnTo>
                  <a:lnTo>
                    <a:pt x="814" y="448"/>
                  </a:lnTo>
                  <a:lnTo>
                    <a:pt x="814" y="448"/>
                  </a:lnTo>
                  <a:lnTo>
                    <a:pt x="814" y="449"/>
                  </a:lnTo>
                  <a:lnTo>
                    <a:pt x="815" y="449"/>
                  </a:lnTo>
                  <a:lnTo>
                    <a:pt x="815" y="449"/>
                  </a:lnTo>
                  <a:lnTo>
                    <a:pt x="815" y="449"/>
                  </a:lnTo>
                  <a:lnTo>
                    <a:pt x="815" y="449"/>
                  </a:lnTo>
                  <a:lnTo>
                    <a:pt x="816" y="449"/>
                  </a:lnTo>
                  <a:lnTo>
                    <a:pt x="816" y="449"/>
                  </a:lnTo>
                  <a:lnTo>
                    <a:pt x="816" y="450"/>
                  </a:lnTo>
                  <a:lnTo>
                    <a:pt x="817" y="450"/>
                  </a:lnTo>
                  <a:lnTo>
                    <a:pt x="817" y="450"/>
                  </a:lnTo>
                  <a:lnTo>
                    <a:pt x="817" y="450"/>
                  </a:lnTo>
                  <a:lnTo>
                    <a:pt x="817" y="451"/>
                  </a:lnTo>
                  <a:lnTo>
                    <a:pt x="818" y="451"/>
                  </a:lnTo>
                  <a:lnTo>
                    <a:pt x="818" y="451"/>
                  </a:lnTo>
                  <a:lnTo>
                    <a:pt x="818" y="451"/>
                  </a:lnTo>
                  <a:lnTo>
                    <a:pt x="818" y="452"/>
                  </a:lnTo>
                  <a:lnTo>
                    <a:pt x="819" y="452"/>
                  </a:lnTo>
                  <a:lnTo>
                    <a:pt x="819" y="452"/>
                  </a:lnTo>
                  <a:lnTo>
                    <a:pt x="820" y="452"/>
                  </a:lnTo>
                  <a:lnTo>
                    <a:pt x="820" y="453"/>
                  </a:lnTo>
                  <a:lnTo>
                    <a:pt x="820" y="453"/>
                  </a:lnTo>
                  <a:lnTo>
                    <a:pt x="820" y="453"/>
                  </a:lnTo>
                  <a:lnTo>
                    <a:pt x="821" y="453"/>
                  </a:lnTo>
                  <a:lnTo>
                    <a:pt x="821" y="453"/>
                  </a:lnTo>
                  <a:lnTo>
                    <a:pt x="821" y="453"/>
                  </a:lnTo>
                  <a:lnTo>
                    <a:pt x="821" y="454"/>
                  </a:lnTo>
                  <a:lnTo>
                    <a:pt x="822" y="454"/>
                  </a:lnTo>
                  <a:lnTo>
                    <a:pt x="822" y="454"/>
                  </a:lnTo>
                  <a:lnTo>
                    <a:pt x="822" y="454"/>
                  </a:lnTo>
                  <a:lnTo>
                    <a:pt x="823" y="454"/>
                  </a:lnTo>
                  <a:lnTo>
                    <a:pt x="823" y="454"/>
                  </a:lnTo>
                  <a:lnTo>
                    <a:pt x="823" y="454"/>
                  </a:lnTo>
                  <a:lnTo>
                    <a:pt x="823" y="454"/>
                  </a:lnTo>
                  <a:lnTo>
                    <a:pt x="824" y="454"/>
                  </a:lnTo>
                  <a:lnTo>
                    <a:pt x="824" y="454"/>
                  </a:lnTo>
                  <a:lnTo>
                    <a:pt x="824" y="455"/>
                  </a:lnTo>
                  <a:lnTo>
                    <a:pt x="825" y="454"/>
                  </a:lnTo>
                  <a:lnTo>
                    <a:pt x="825" y="454"/>
                  </a:lnTo>
                  <a:lnTo>
                    <a:pt x="825" y="454"/>
                  </a:lnTo>
                  <a:lnTo>
                    <a:pt x="826" y="454"/>
                  </a:lnTo>
                  <a:lnTo>
                    <a:pt x="826" y="454"/>
                  </a:lnTo>
                  <a:lnTo>
                    <a:pt x="826" y="454"/>
                  </a:lnTo>
                  <a:lnTo>
                    <a:pt x="826" y="454"/>
                  </a:lnTo>
                  <a:lnTo>
                    <a:pt x="827" y="454"/>
                  </a:lnTo>
                  <a:lnTo>
                    <a:pt x="827" y="454"/>
                  </a:lnTo>
                  <a:lnTo>
                    <a:pt x="827" y="454"/>
                  </a:lnTo>
                  <a:lnTo>
                    <a:pt x="827" y="454"/>
                  </a:lnTo>
                  <a:lnTo>
                    <a:pt x="828" y="454"/>
                  </a:lnTo>
                  <a:lnTo>
                    <a:pt x="828" y="454"/>
                  </a:lnTo>
                  <a:lnTo>
                    <a:pt x="829" y="453"/>
                  </a:lnTo>
                  <a:lnTo>
                    <a:pt x="829" y="453"/>
                  </a:lnTo>
                  <a:lnTo>
                    <a:pt x="829" y="453"/>
                  </a:lnTo>
                  <a:lnTo>
                    <a:pt x="829" y="453"/>
                  </a:lnTo>
                  <a:lnTo>
                    <a:pt x="830" y="453"/>
                  </a:lnTo>
                  <a:lnTo>
                    <a:pt x="830" y="453"/>
                  </a:lnTo>
                  <a:lnTo>
                    <a:pt x="830" y="453"/>
                  </a:lnTo>
                  <a:lnTo>
                    <a:pt x="830" y="453"/>
                  </a:lnTo>
                  <a:lnTo>
                    <a:pt x="831" y="453"/>
                  </a:lnTo>
                  <a:lnTo>
                    <a:pt x="831" y="453"/>
                  </a:lnTo>
                  <a:lnTo>
                    <a:pt x="831" y="452"/>
                  </a:lnTo>
                  <a:lnTo>
                    <a:pt x="832" y="452"/>
                  </a:lnTo>
                  <a:lnTo>
                    <a:pt x="832" y="452"/>
                  </a:lnTo>
                  <a:lnTo>
                    <a:pt x="832" y="452"/>
                  </a:lnTo>
                  <a:lnTo>
                    <a:pt x="832" y="452"/>
                  </a:lnTo>
                  <a:lnTo>
                    <a:pt x="833" y="452"/>
                  </a:lnTo>
                  <a:lnTo>
                    <a:pt x="833" y="452"/>
                  </a:lnTo>
                  <a:lnTo>
                    <a:pt x="833" y="451"/>
                  </a:lnTo>
                  <a:lnTo>
                    <a:pt x="833" y="451"/>
                  </a:lnTo>
                  <a:lnTo>
                    <a:pt x="834" y="451"/>
                  </a:lnTo>
                  <a:lnTo>
                    <a:pt x="834" y="451"/>
                  </a:lnTo>
                  <a:lnTo>
                    <a:pt x="835" y="451"/>
                  </a:lnTo>
                  <a:lnTo>
                    <a:pt x="835" y="451"/>
                  </a:lnTo>
                  <a:lnTo>
                    <a:pt x="835" y="451"/>
                  </a:lnTo>
                  <a:lnTo>
                    <a:pt x="835" y="451"/>
                  </a:lnTo>
                  <a:lnTo>
                    <a:pt x="836" y="450"/>
                  </a:lnTo>
                  <a:lnTo>
                    <a:pt x="836" y="450"/>
                  </a:lnTo>
                  <a:lnTo>
                    <a:pt x="836" y="450"/>
                  </a:lnTo>
                  <a:lnTo>
                    <a:pt x="836" y="450"/>
                  </a:lnTo>
                  <a:lnTo>
                    <a:pt x="837" y="450"/>
                  </a:lnTo>
                  <a:lnTo>
                    <a:pt x="837" y="450"/>
                  </a:lnTo>
                  <a:lnTo>
                    <a:pt x="837" y="450"/>
                  </a:lnTo>
                  <a:lnTo>
                    <a:pt x="838" y="450"/>
                  </a:lnTo>
                  <a:lnTo>
                    <a:pt x="838" y="449"/>
                  </a:lnTo>
                  <a:lnTo>
                    <a:pt x="838" y="449"/>
                  </a:lnTo>
                  <a:lnTo>
                    <a:pt x="839" y="449"/>
                  </a:lnTo>
                  <a:lnTo>
                    <a:pt x="839" y="449"/>
                  </a:lnTo>
                  <a:lnTo>
                    <a:pt x="839" y="449"/>
                  </a:lnTo>
                  <a:lnTo>
                    <a:pt x="839" y="449"/>
                  </a:lnTo>
                  <a:lnTo>
                    <a:pt x="840" y="448"/>
                  </a:lnTo>
                  <a:lnTo>
                    <a:pt x="840" y="448"/>
                  </a:lnTo>
                  <a:lnTo>
                    <a:pt x="840" y="448"/>
                  </a:lnTo>
                  <a:lnTo>
                    <a:pt x="841" y="447"/>
                  </a:lnTo>
                  <a:lnTo>
                    <a:pt x="841" y="447"/>
                  </a:lnTo>
                  <a:lnTo>
                    <a:pt x="841" y="447"/>
                  </a:lnTo>
                  <a:lnTo>
                    <a:pt x="841" y="447"/>
                  </a:lnTo>
                  <a:lnTo>
                    <a:pt x="842" y="447"/>
                  </a:lnTo>
                  <a:lnTo>
                    <a:pt x="842" y="447"/>
                  </a:lnTo>
                  <a:lnTo>
                    <a:pt x="842" y="447"/>
                  </a:lnTo>
                  <a:lnTo>
                    <a:pt x="842" y="447"/>
                  </a:lnTo>
                  <a:lnTo>
                    <a:pt x="843" y="447"/>
                  </a:lnTo>
                  <a:lnTo>
                    <a:pt x="843" y="446"/>
                  </a:lnTo>
                  <a:lnTo>
                    <a:pt x="844" y="446"/>
                  </a:lnTo>
                  <a:lnTo>
                    <a:pt x="844" y="446"/>
                  </a:lnTo>
                  <a:lnTo>
                    <a:pt x="844" y="446"/>
                  </a:lnTo>
                  <a:lnTo>
                    <a:pt x="844" y="446"/>
                  </a:lnTo>
                  <a:lnTo>
                    <a:pt x="845" y="446"/>
                  </a:lnTo>
                  <a:lnTo>
                    <a:pt x="845" y="446"/>
                  </a:lnTo>
                  <a:lnTo>
                    <a:pt x="845" y="446"/>
                  </a:lnTo>
                  <a:lnTo>
                    <a:pt x="845" y="446"/>
                  </a:lnTo>
                  <a:lnTo>
                    <a:pt x="846" y="446"/>
                  </a:lnTo>
                  <a:lnTo>
                    <a:pt x="846" y="446"/>
                  </a:lnTo>
                  <a:lnTo>
                    <a:pt x="846" y="446"/>
                  </a:lnTo>
                  <a:lnTo>
                    <a:pt x="847" y="446"/>
                  </a:lnTo>
                  <a:lnTo>
                    <a:pt x="847" y="446"/>
                  </a:lnTo>
                  <a:lnTo>
                    <a:pt x="847" y="446"/>
                  </a:lnTo>
                  <a:lnTo>
                    <a:pt x="847" y="446"/>
                  </a:lnTo>
                  <a:lnTo>
                    <a:pt x="848" y="446"/>
                  </a:lnTo>
                  <a:lnTo>
                    <a:pt x="848" y="446"/>
                  </a:lnTo>
                  <a:lnTo>
                    <a:pt x="848" y="446"/>
                  </a:lnTo>
                  <a:lnTo>
                    <a:pt x="849" y="446"/>
                  </a:lnTo>
                  <a:lnTo>
                    <a:pt x="849" y="446"/>
                  </a:lnTo>
                  <a:lnTo>
                    <a:pt x="849" y="446"/>
                  </a:lnTo>
                  <a:lnTo>
                    <a:pt x="850" y="445"/>
                  </a:lnTo>
                  <a:lnTo>
                    <a:pt x="850" y="445"/>
                  </a:lnTo>
                  <a:lnTo>
                    <a:pt x="850" y="445"/>
                  </a:lnTo>
                  <a:lnTo>
                    <a:pt x="850" y="445"/>
                  </a:lnTo>
                  <a:lnTo>
                    <a:pt x="851" y="445"/>
                  </a:lnTo>
                  <a:lnTo>
                    <a:pt x="851" y="444"/>
                  </a:lnTo>
                  <a:lnTo>
                    <a:pt x="851" y="444"/>
                  </a:lnTo>
                  <a:lnTo>
                    <a:pt x="851" y="444"/>
                  </a:lnTo>
                  <a:lnTo>
                    <a:pt x="852" y="444"/>
                  </a:lnTo>
                  <a:lnTo>
                    <a:pt x="852" y="444"/>
                  </a:lnTo>
                  <a:lnTo>
                    <a:pt x="853" y="444"/>
                  </a:lnTo>
                  <a:lnTo>
                    <a:pt x="853" y="444"/>
                  </a:lnTo>
                  <a:lnTo>
                    <a:pt x="853" y="444"/>
                  </a:lnTo>
                  <a:lnTo>
                    <a:pt x="853" y="444"/>
                  </a:lnTo>
                  <a:lnTo>
                    <a:pt x="854" y="444"/>
                  </a:lnTo>
                  <a:lnTo>
                    <a:pt x="854" y="444"/>
                  </a:lnTo>
                  <a:lnTo>
                    <a:pt x="854" y="444"/>
                  </a:lnTo>
                  <a:lnTo>
                    <a:pt x="854" y="443"/>
                  </a:lnTo>
                  <a:lnTo>
                    <a:pt x="855" y="443"/>
                  </a:lnTo>
                  <a:lnTo>
                    <a:pt x="855" y="443"/>
                  </a:lnTo>
                  <a:lnTo>
                    <a:pt x="855" y="443"/>
                  </a:lnTo>
                  <a:lnTo>
                    <a:pt x="856" y="443"/>
                  </a:lnTo>
                  <a:lnTo>
                    <a:pt x="856" y="443"/>
                  </a:lnTo>
                  <a:lnTo>
                    <a:pt x="856" y="443"/>
                  </a:lnTo>
                  <a:lnTo>
                    <a:pt x="856" y="443"/>
                  </a:lnTo>
                  <a:lnTo>
                    <a:pt x="857" y="443"/>
                  </a:lnTo>
                  <a:lnTo>
                    <a:pt x="857" y="443"/>
                  </a:lnTo>
                  <a:lnTo>
                    <a:pt x="857" y="443"/>
                  </a:lnTo>
                  <a:lnTo>
                    <a:pt x="858" y="443"/>
                  </a:lnTo>
                  <a:lnTo>
                    <a:pt x="858" y="443"/>
                  </a:lnTo>
                  <a:lnTo>
                    <a:pt x="858" y="443"/>
                  </a:lnTo>
                  <a:lnTo>
                    <a:pt x="859" y="443"/>
                  </a:lnTo>
                  <a:lnTo>
                    <a:pt x="859" y="443"/>
                  </a:lnTo>
                  <a:lnTo>
                    <a:pt x="859" y="443"/>
                  </a:lnTo>
                  <a:lnTo>
                    <a:pt x="859" y="443"/>
                  </a:lnTo>
                  <a:lnTo>
                    <a:pt x="860" y="443"/>
                  </a:lnTo>
                  <a:lnTo>
                    <a:pt x="860" y="443"/>
                  </a:lnTo>
                  <a:lnTo>
                    <a:pt x="860" y="443"/>
                  </a:lnTo>
                  <a:lnTo>
                    <a:pt x="860" y="443"/>
                  </a:lnTo>
                  <a:lnTo>
                    <a:pt x="861" y="443"/>
                  </a:lnTo>
                  <a:lnTo>
                    <a:pt x="861" y="443"/>
                  </a:lnTo>
                  <a:lnTo>
                    <a:pt x="862" y="443"/>
                  </a:lnTo>
                  <a:lnTo>
                    <a:pt x="862" y="443"/>
                  </a:lnTo>
                  <a:lnTo>
                    <a:pt x="862" y="443"/>
                  </a:lnTo>
                  <a:lnTo>
                    <a:pt x="862" y="443"/>
                  </a:lnTo>
                  <a:lnTo>
                    <a:pt x="863" y="443"/>
                  </a:lnTo>
                  <a:lnTo>
                    <a:pt x="863" y="443"/>
                  </a:lnTo>
                  <a:lnTo>
                    <a:pt x="863" y="443"/>
                  </a:lnTo>
                  <a:lnTo>
                    <a:pt x="863" y="443"/>
                  </a:lnTo>
                  <a:lnTo>
                    <a:pt x="864" y="443"/>
                  </a:lnTo>
                  <a:lnTo>
                    <a:pt x="864" y="443"/>
                  </a:lnTo>
                  <a:lnTo>
                    <a:pt x="864" y="444"/>
                  </a:lnTo>
                  <a:lnTo>
                    <a:pt x="865" y="444"/>
                  </a:lnTo>
                  <a:lnTo>
                    <a:pt x="865" y="444"/>
                  </a:lnTo>
                  <a:lnTo>
                    <a:pt x="865" y="444"/>
                  </a:lnTo>
                  <a:lnTo>
                    <a:pt x="865" y="444"/>
                  </a:lnTo>
                  <a:lnTo>
                    <a:pt x="866" y="444"/>
                  </a:lnTo>
                  <a:lnTo>
                    <a:pt x="866" y="444"/>
                  </a:lnTo>
                  <a:lnTo>
                    <a:pt x="866" y="444"/>
                  </a:lnTo>
                  <a:lnTo>
                    <a:pt x="866" y="444"/>
                  </a:lnTo>
                  <a:lnTo>
                    <a:pt x="867" y="444"/>
                  </a:lnTo>
                  <a:lnTo>
                    <a:pt x="867" y="444"/>
                  </a:lnTo>
                  <a:lnTo>
                    <a:pt x="868" y="444"/>
                  </a:lnTo>
                  <a:lnTo>
                    <a:pt x="868" y="443"/>
                  </a:lnTo>
                  <a:lnTo>
                    <a:pt x="868" y="443"/>
                  </a:lnTo>
                  <a:lnTo>
                    <a:pt x="868" y="443"/>
                  </a:lnTo>
                  <a:lnTo>
                    <a:pt x="869" y="443"/>
                  </a:lnTo>
                  <a:lnTo>
                    <a:pt x="869" y="443"/>
                  </a:lnTo>
                  <a:lnTo>
                    <a:pt x="869" y="443"/>
                  </a:lnTo>
                  <a:lnTo>
                    <a:pt x="870" y="443"/>
                  </a:lnTo>
                  <a:lnTo>
                    <a:pt x="870" y="443"/>
                  </a:lnTo>
                  <a:lnTo>
                    <a:pt x="870" y="443"/>
                  </a:lnTo>
                  <a:lnTo>
                    <a:pt x="870" y="443"/>
                  </a:lnTo>
                  <a:lnTo>
                    <a:pt x="871" y="442"/>
                  </a:lnTo>
                  <a:lnTo>
                    <a:pt x="871" y="442"/>
                  </a:lnTo>
                  <a:lnTo>
                    <a:pt x="871" y="442"/>
                  </a:lnTo>
                  <a:lnTo>
                    <a:pt x="872" y="442"/>
                  </a:lnTo>
                  <a:lnTo>
                    <a:pt x="872" y="442"/>
                  </a:lnTo>
                  <a:lnTo>
                    <a:pt x="872" y="442"/>
                  </a:lnTo>
                  <a:lnTo>
                    <a:pt x="873" y="442"/>
                  </a:lnTo>
                  <a:lnTo>
                    <a:pt x="873" y="441"/>
                  </a:lnTo>
                  <a:lnTo>
                    <a:pt x="873" y="441"/>
                  </a:lnTo>
                  <a:lnTo>
                    <a:pt x="873" y="441"/>
                  </a:lnTo>
                  <a:lnTo>
                    <a:pt x="874" y="441"/>
                  </a:lnTo>
                  <a:lnTo>
                    <a:pt x="874" y="441"/>
                  </a:lnTo>
                  <a:lnTo>
                    <a:pt x="874" y="441"/>
                  </a:lnTo>
                  <a:lnTo>
                    <a:pt x="874" y="441"/>
                  </a:lnTo>
                  <a:lnTo>
                    <a:pt x="875" y="441"/>
                  </a:lnTo>
                  <a:lnTo>
                    <a:pt x="875" y="440"/>
                  </a:lnTo>
                  <a:lnTo>
                    <a:pt x="876" y="440"/>
                  </a:lnTo>
                  <a:lnTo>
                    <a:pt x="876" y="440"/>
                  </a:lnTo>
                  <a:lnTo>
                    <a:pt x="876" y="440"/>
                  </a:lnTo>
                  <a:lnTo>
                    <a:pt x="876" y="440"/>
                  </a:lnTo>
                  <a:lnTo>
                    <a:pt x="877" y="440"/>
                  </a:lnTo>
                  <a:lnTo>
                    <a:pt x="877" y="440"/>
                  </a:lnTo>
                  <a:lnTo>
                    <a:pt x="877" y="440"/>
                  </a:lnTo>
                  <a:lnTo>
                    <a:pt x="877" y="439"/>
                  </a:lnTo>
                  <a:lnTo>
                    <a:pt x="878" y="439"/>
                  </a:lnTo>
                  <a:lnTo>
                    <a:pt x="878" y="439"/>
                  </a:lnTo>
                  <a:lnTo>
                    <a:pt x="878" y="439"/>
                  </a:lnTo>
                  <a:lnTo>
                    <a:pt x="879" y="438"/>
                  </a:lnTo>
                  <a:lnTo>
                    <a:pt x="879" y="438"/>
                  </a:lnTo>
                  <a:lnTo>
                    <a:pt x="879" y="438"/>
                  </a:lnTo>
                  <a:lnTo>
                    <a:pt x="879" y="438"/>
                  </a:lnTo>
                  <a:lnTo>
                    <a:pt x="880" y="438"/>
                  </a:lnTo>
                  <a:lnTo>
                    <a:pt x="880" y="438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81" y="437"/>
                  </a:lnTo>
                  <a:lnTo>
                    <a:pt x="881" y="437"/>
                  </a:lnTo>
                  <a:lnTo>
                    <a:pt x="882" y="436"/>
                  </a:lnTo>
                  <a:lnTo>
                    <a:pt x="882" y="436"/>
                  </a:lnTo>
                  <a:lnTo>
                    <a:pt x="882" y="436"/>
                  </a:lnTo>
                  <a:lnTo>
                    <a:pt x="882" y="436"/>
                  </a:lnTo>
                  <a:lnTo>
                    <a:pt x="883" y="435"/>
                  </a:lnTo>
                  <a:lnTo>
                    <a:pt x="883" y="435"/>
                  </a:lnTo>
                  <a:lnTo>
                    <a:pt x="883" y="435"/>
                  </a:lnTo>
                  <a:lnTo>
                    <a:pt x="883" y="435"/>
                  </a:lnTo>
                  <a:lnTo>
                    <a:pt x="884" y="435"/>
                  </a:lnTo>
                  <a:lnTo>
                    <a:pt x="884" y="435"/>
                  </a:lnTo>
                  <a:lnTo>
                    <a:pt x="884" y="434"/>
                  </a:lnTo>
                  <a:lnTo>
                    <a:pt x="885" y="434"/>
                  </a:lnTo>
                  <a:lnTo>
                    <a:pt x="885" y="434"/>
                  </a:lnTo>
                  <a:lnTo>
                    <a:pt x="885" y="434"/>
                  </a:lnTo>
                  <a:lnTo>
                    <a:pt x="886" y="434"/>
                  </a:lnTo>
                  <a:lnTo>
                    <a:pt x="886" y="433"/>
                  </a:lnTo>
                  <a:lnTo>
                    <a:pt x="886" y="433"/>
                  </a:lnTo>
                  <a:lnTo>
                    <a:pt x="886" y="433"/>
                  </a:lnTo>
                  <a:lnTo>
                    <a:pt x="887" y="432"/>
                  </a:lnTo>
                  <a:lnTo>
                    <a:pt x="887" y="432"/>
                  </a:lnTo>
                  <a:lnTo>
                    <a:pt x="887" y="432"/>
                  </a:lnTo>
                  <a:lnTo>
                    <a:pt x="888" y="432"/>
                  </a:lnTo>
                  <a:lnTo>
                    <a:pt x="888" y="432"/>
                  </a:lnTo>
                  <a:lnTo>
                    <a:pt x="888" y="432"/>
                  </a:lnTo>
                  <a:lnTo>
                    <a:pt x="888" y="431"/>
                  </a:lnTo>
                  <a:lnTo>
                    <a:pt x="889" y="431"/>
                  </a:lnTo>
                  <a:lnTo>
                    <a:pt x="889" y="431"/>
                  </a:lnTo>
                  <a:lnTo>
                    <a:pt x="889" y="431"/>
                  </a:lnTo>
                  <a:lnTo>
                    <a:pt x="889" y="431"/>
                  </a:lnTo>
                  <a:lnTo>
                    <a:pt x="890" y="431"/>
                  </a:lnTo>
                  <a:lnTo>
                    <a:pt x="890" y="431"/>
                  </a:lnTo>
                  <a:lnTo>
                    <a:pt x="891" y="431"/>
                  </a:lnTo>
                  <a:lnTo>
                    <a:pt x="891" y="431"/>
                  </a:lnTo>
                  <a:lnTo>
                    <a:pt x="891" y="431"/>
                  </a:lnTo>
                  <a:lnTo>
                    <a:pt x="891" y="431"/>
                  </a:lnTo>
                  <a:lnTo>
                    <a:pt x="892" y="431"/>
                  </a:lnTo>
                  <a:lnTo>
                    <a:pt x="892" y="431"/>
                  </a:lnTo>
                  <a:lnTo>
                    <a:pt x="892" y="431"/>
                  </a:lnTo>
                  <a:lnTo>
                    <a:pt x="892" y="431"/>
                  </a:lnTo>
                  <a:lnTo>
                    <a:pt x="893" y="431"/>
                  </a:lnTo>
                  <a:lnTo>
                    <a:pt x="893" y="431"/>
                  </a:lnTo>
                  <a:lnTo>
                    <a:pt x="893" y="431"/>
                  </a:lnTo>
                  <a:lnTo>
                    <a:pt x="894" y="431"/>
                  </a:lnTo>
                  <a:lnTo>
                    <a:pt x="894" y="431"/>
                  </a:lnTo>
                  <a:lnTo>
                    <a:pt x="894" y="431"/>
                  </a:lnTo>
                  <a:lnTo>
                    <a:pt x="894" y="431"/>
                  </a:lnTo>
                  <a:lnTo>
                    <a:pt x="895" y="431"/>
                  </a:lnTo>
                  <a:lnTo>
                    <a:pt x="895" y="431"/>
                  </a:lnTo>
                  <a:lnTo>
                    <a:pt x="895" y="431"/>
                  </a:lnTo>
                  <a:lnTo>
                    <a:pt x="896" y="431"/>
                  </a:lnTo>
                  <a:lnTo>
                    <a:pt x="896" y="432"/>
                  </a:lnTo>
                  <a:lnTo>
                    <a:pt x="896" y="432"/>
                  </a:lnTo>
                  <a:lnTo>
                    <a:pt x="897" y="432"/>
                  </a:lnTo>
                  <a:lnTo>
                    <a:pt x="897" y="432"/>
                  </a:lnTo>
                  <a:lnTo>
                    <a:pt x="897" y="432"/>
                  </a:lnTo>
                  <a:lnTo>
                    <a:pt x="897" y="432"/>
                  </a:lnTo>
                  <a:lnTo>
                    <a:pt x="898" y="432"/>
                  </a:lnTo>
                  <a:lnTo>
                    <a:pt x="898" y="432"/>
                  </a:lnTo>
                  <a:lnTo>
                    <a:pt x="898" y="432"/>
                  </a:lnTo>
                  <a:lnTo>
                    <a:pt x="898" y="432"/>
                  </a:lnTo>
                  <a:lnTo>
                    <a:pt x="899" y="432"/>
                  </a:lnTo>
                  <a:lnTo>
                    <a:pt x="899" y="432"/>
                  </a:lnTo>
                  <a:lnTo>
                    <a:pt x="900" y="432"/>
                  </a:lnTo>
                  <a:lnTo>
                    <a:pt x="900" y="432"/>
                  </a:lnTo>
                  <a:lnTo>
                    <a:pt x="900" y="432"/>
                  </a:lnTo>
                  <a:lnTo>
                    <a:pt x="900" y="432"/>
                  </a:lnTo>
                  <a:lnTo>
                    <a:pt x="901" y="432"/>
                  </a:lnTo>
                  <a:lnTo>
                    <a:pt x="901" y="432"/>
                  </a:lnTo>
                  <a:lnTo>
                    <a:pt x="901" y="432"/>
                  </a:lnTo>
                  <a:lnTo>
                    <a:pt x="901" y="432"/>
                  </a:lnTo>
                  <a:lnTo>
                    <a:pt x="902" y="432"/>
                  </a:lnTo>
                  <a:lnTo>
                    <a:pt x="902" y="432"/>
                  </a:lnTo>
                  <a:lnTo>
                    <a:pt x="902" y="432"/>
                  </a:lnTo>
                  <a:lnTo>
                    <a:pt x="903" y="432"/>
                  </a:lnTo>
                  <a:lnTo>
                    <a:pt x="903" y="432"/>
                  </a:lnTo>
                  <a:lnTo>
                    <a:pt x="903" y="432"/>
                  </a:lnTo>
                  <a:lnTo>
                    <a:pt x="903" y="433"/>
                  </a:lnTo>
                  <a:lnTo>
                    <a:pt x="904" y="433"/>
                  </a:lnTo>
                  <a:lnTo>
                    <a:pt x="904" y="433"/>
                  </a:lnTo>
                  <a:lnTo>
                    <a:pt x="904" y="434"/>
                  </a:lnTo>
                  <a:lnTo>
                    <a:pt x="904" y="434"/>
                  </a:lnTo>
                  <a:lnTo>
                    <a:pt x="905" y="434"/>
                  </a:lnTo>
                  <a:lnTo>
                    <a:pt x="905" y="434"/>
                  </a:lnTo>
                  <a:lnTo>
                    <a:pt x="906" y="434"/>
                  </a:lnTo>
                  <a:lnTo>
                    <a:pt x="906" y="434"/>
                  </a:lnTo>
                  <a:lnTo>
                    <a:pt x="906" y="435"/>
                  </a:lnTo>
                  <a:lnTo>
                    <a:pt x="906" y="435"/>
                  </a:lnTo>
                  <a:lnTo>
                    <a:pt x="907" y="435"/>
                  </a:lnTo>
                  <a:lnTo>
                    <a:pt x="907" y="435"/>
                  </a:lnTo>
                  <a:lnTo>
                    <a:pt x="907" y="435"/>
                  </a:lnTo>
                  <a:lnTo>
                    <a:pt x="907" y="435"/>
                  </a:lnTo>
                  <a:lnTo>
                    <a:pt x="908" y="435"/>
                  </a:lnTo>
                  <a:lnTo>
                    <a:pt x="908" y="435"/>
                  </a:lnTo>
                  <a:lnTo>
                    <a:pt x="909" y="436"/>
                  </a:lnTo>
                  <a:lnTo>
                    <a:pt x="909" y="436"/>
                  </a:lnTo>
                  <a:lnTo>
                    <a:pt x="909" y="436"/>
                  </a:lnTo>
                  <a:lnTo>
                    <a:pt x="909" y="436"/>
                  </a:lnTo>
                  <a:lnTo>
                    <a:pt x="910" y="437"/>
                  </a:lnTo>
                  <a:lnTo>
                    <a:pt x="910" y="437"/>
                  </a:lnTo>
                  <a:lnTo>
                    <a:pt x="910" y="437"/>
                  </a:lnTo>
                  <a:lnTo>
                    <a:pt x="910" y="437"/>
                  </a:lnTo>
                  <a:lnTo>
                    <a:pt x="911" y="437"/>
                  </a:lnTo>
                  <a:lnTo>
                    <a:pt x="911" y="438"/>
                  </a:lnTo>
                  <a:lnTo>
                    <a:pt x="911" y="438"/>
                  </a:lnTo>
                  <a:lnTo>
                    <a:pt x="912" y="438"/>
                  </a:lnTo>
                  <a:lnTo>
                    <a:pt x="912" y="438"/>
                  </a:lnTo>
                  <a:lnTo>
                    <a:pt x="912" y="438"/>
                  </a:lnTo>
                  <a:lnTo>
                    <a:pt x="912" y="438"/>
                  </a:lnTo>
                  <a:lnTo>
                    <a:pt x="913" y="438"/>
                  </a:lnTo>
                  <a:lnTo>
                    <a:pt x="913" y="439"/>
                  </a:lnTo>
                  <a:lnTo>
                    <a:pt x="913" y="439"/>
                  </a:lnTo>
                  <a:lnTo>
                    <a:pt x="913" y="439"/>
                  </a:lnTo>
                  <a:lnTo>
                    <a:pt x="914" y="440"/>
                  </a:lnTo>
                  <a:lnTo>
                    <a:pt x="914" y="440"/>
                  </a:lnTo>
                  <a:lnTo>
                    <a:pt x="915" y="440"/>
                  </a:lnTo>
                  <a:lnTo>
                    <a:pt x="915" y="440"/>
                  </a:lnTo>
                  <a:lnTo>
                    <a:pt x="915" y="440"/>
                  </a:lnTo>
                  <a:lnTo>
                    <a:pt x="915" y="440"/>
                  </a:lnTo>
                  <a:lnTo>
                    <a:pt x="916" y="440"/>
                  </a:lnTo>
                  <a:lnTo>
                    <a:pt x="916" y="441"/>
                  </a:lnTo>
                  <a:lnTo>
                    <a:pt x="916" y="441"/>
                  </a:lnTo>
                  <a:lnTo>
                    <a:pt x="916" y="441"/>
                  </a:lnTo>
                  <a:lnTo>
                    <a:pt x="917" y="441"/>
                  </a:lnTo>
                  <a:lnTo>
                    <a:pt x="917" y="441"/>
                  </a:lnTo>
                  <a:lnTo>
                    <a:pt x="917" y="441"/>
                  </a:lnTo>
                  <a:lnTo>
                    <a:pt x="918" y="441"/>
                  </a:lnTo>
                  <a:lnTo>
                    <a:pt x="918" y="441"/>
                  </a:lnTo>
                  <a:lnTo>
                    <a:pt x="918" y="441"/>
                  </a:lnTo>
                  <a:lnTo>
                    <a:pt x="919" y="441"/>
                  </a:lnTo>
                  <a:lnTo>
                    <a:pt x="919" y="441"/>
                  </a:lnTo>
                  <a:lnTo>
                    <a:pt x="919" y="441"/>
                  </a:lnTo>
                  <a:lnTo>
                    <a:pt x="919" y="441"/>
                  </a:lnTo>
                  <a:lnTo>
                    <a:pt x="920" y="441"/>
                  </a:lnTo>
                  <a:lnTo>
                    <a:pt x="920" y="441"/>
                  </a:lnTo>
                  <a:lnTo>
                    <a:pt x="920" y="441"/>
                  </a:lnTo>
                  <a:lnTo>
                    <a:pt x="921" y="441"/>
                  </a:lnTo>
                  <a:lnTo>
                    <a:pt x="921" y="441"/>
                  </a:lnTo>
                  <a:lnTo>
                    <a:pt x="921" y="441"/>
                  </a:lnTo>
                  <a:lnTo>
                    <a:pt x="921" y="441"/>
                  </a:lnTo>
                  <a:lnTo>
                    <a:pt x="922" y="441"/>
                  </a:lnTo>
                  <a:lnTo>
                    <a:pt x="922" y="441"/>
                  </a:lnTo>
                  <a:lnTo>
                    <a:pt x="922" y="441"/>
                  </a:lnTo>
                  <a:lnTo>
                    <a:pt x="922" y="441"/>
                  </a:lnTo>
                  <a:lnTo>
                    <a:pt x="923" y="441"/>
                  </a:lnTo>
                  <a:lnTo>
                    <a:pt x="923" y="440"/>
                  </a:lnTo>
                  <a:lnTo>
                    <a:pt x="924" y="440"/>
                  </a:lnTo>
                  <a:lnTo>
                    <a:pt x="924" y="440"/>
                  </a:lnTo>
                  <a:lnTo>
                    <a:pt x="924" y="440"/>
                  </a:lnTo>
                  <a:lnTo>
                    <a:pt x="924" y="440"/>
                  </a:lnTo>
                  <a:lnTo>
                    <a:pt x="925" y="440"/>
                  </a:lnTo>
                  <a:lnTo>
                    <a:pt x="925" y="440"/>
                  </a:lnTo>
                  <a:lnTo>
                    <a:pt x="925" y="440"/>
                  </a:lnTo>
                  <a:lnTo>
                    <a:pt x="925" y="440"/>
                  </a:lnTo>
                  <a:lnTo>
                    <a:pt x="926" y="440"/>
                  </a:lnTo>
                  <a:lnTo>
                    <a:pt x="926" y="440"/>
                  </a:lnTo>
                  <a:lnTo>
                    <a:pt x="926" y="440"/>
                  </a:lnTo>
                  <a:lnTo>
                    <a:pt x="927" y="440"/>
                  </a:lnTo>
                  <a:lnTo>
                    <a:pt x="927" y="440"/>
                  </a:lnTo>
                  <a:lnTo>
                    <a:pt x="927" y="439"/>
                  </a:lnTo>
                  <a:lnTo>
                    <a:pt x="927" y="439"/>
                  </a:lnTo>
                  <a:lnTo>
                    <a:pt x="928" y="439"/>
                  </a:lnTo>
                  <a:lnTo>
                    <a:pt x="928" y="439"/>
                  </a:lnTo>
                  <a:lnTo>
                    <a:pt x="928" y="439"/>
                  </a:lnTo>
                  <a:lnTo>
                    <a:pt x="929" y="439"/>
                  </a:lnTo>
                  <a:lnTo>
                    <a:pt x="929" y="438"/>
                  </a:lnTo>
                  <a:lnTo>
                    <a:pt x="929" y="438"/>
                  </a:lnTo>
                  <a:lnTo>
                    <a:pt x="930" y="438"/>
                  </a:lnTo>
                  <a:lnTo>
                    <a:pt x="930" y="438"/>
                  </a:lnTo>
                  <a:lnTo>
                    <a:pt x="930" y="438"/>
                  </a:lnTo>
                  <a:lnTo>
                    <a:pt x="930" y="438"/>
                  </a:lnTo>
                  <a:lnTo>
                    <a:pt x="931" y="438"/>
                  </a:lnTo>
                  <a:lnTo>
                    <a:pt x="931" y="438"/>
                  </a:lnTo>
                  <a:lnTo>
                    <a:pt x="931" y="438"/>
                  </a:lnTo>
                  <a:lnTo>
                    <a:pt x="931" y="438"/>
                  </a:lnTo>
                  <a:lnTo>
                    <a:pt x="932" y="438"/>
                  </a:lnTo>
                  <a:lnTo>
                    <a:pt x="932" y="438"/>
                  </a:lnTo>
                  <a:lnTo>
                    <a:pt x="933" y="438"/>
                  </a:lnTo>
                  <a:lnTo>
                    <a:pt x="933" y="438"/>
                  </a:lnTo>
                  <a:lnTo>
                    <a:pt x="933" y="438"/>
                  </a:lnTo>
                  <a:lnTo>
                    <a:pt x="933" y="438"/>
                  </a:lnTo>
                  <a:lnTo>
                    <a:pt x="934" y="438"/>
                  </a:lnTo>
                  <a:lnTo>
                    <a:pt x="934" y="438"/>
                  </a:lnTo>
                  <a:lnTo>
                    <a:pt x="934" y="438"/>
                  </a:lnTo>
                  <a:lnTo>
                    <a:pt x="934" y="438"/>
                  </a:lnTo>
                  <a:lnTo>
                    <a:pt x="935" y="438"/>
                  </a:lnTo>
                  <a:lnTo>
                    <a:pt x="935" y="438"/>
                  </a:lnTo>
                  <a:lnTo>
                    <a:pt x="935" y="438"/>
                  </a:lnTo>
                  <a:lnTo>
                    <a:pt x="936" y="438"/>
                  </a:lnTo>
                  <a:lnTo>
                    <a:pt x="936" y="438"/>
                  </a:lnTo>
                  <a:lnTo>
                    <a:pt x="936" y="438"/>
                  </a:lnTo>
                  <a:lnTo>
                    <a:pt x="936" y="438"/>
                  </a:lnTo>
                  <a:lnTo>
                    <a:pt x="937" y="438"/>
                  </a:lnTo>
                  <a:lnTo>
                    <a:pt x="937" y="438"/>
                  </a:lnTo>
                  <a:lnTo>
                    <a:pt x="937" y="438"/>
                  </a:lnTo>
                  <a:lnTo>
                    <a:pt x="937" y="437"/>
                  </a:lnTo>
                  <a:lnTo>
                    <a:pt x="938" y="437"/>
                  </a:lnTo>
                  <a:lnTo>
                    <a:pt x="938" y="437"/>
                  </a:lnTo>
                  <a:lnTo>
                    <a:pt x="939" y="437"/>
                  </a:lnTo>
                  <a:lnTo>
                    <a:pt x="939" y="437"/>
                  </a:lnTo>
                  <a:lnTo>
                    <a:pt x="939" y="437"/>
                  </a:lnTo>
                  <a:lnTo>
                    <a:pt x="939" y="437"/>
                  </a:lnTo>
                  <a:lnTo>
                    <a:pt x="940" y="436"/>
                  </a:lnTo>
                  <a:lnTo>
                    <a:pt x="940" y="436"/>
                  </a:lnTo>
                  <a:lnTo>
                    <a:pt x="940" y="436"/>
                  </a:lnTo>
                  <a:lnTo>
                    <a:pt x="941" y="436"/>
                  </a:lnTo>
                  <a:lnTo>
                    <a:pt x="941" y="436"/>
                  </a:lnTo>
                  <a:lnTo>
                    <a:pt x="941" y="436"/>
                  </a:lnTo>
                  <a:lnTo>
                    <a:pt x="941" y="436"/>
                  </a:lnTo>
                  <a:lnTo>
                    <a:pt x="942" y="437"/>
                  </a:lnTo>
                  <a:lnTo>
                    <a:pt x="942" y="437"/>
                  </a:lnTo>
                  <a:lnTo>
                    <a:pt x="942" y="437"/>
                  </a:lnTo>
                  <a:lnTo>
                    <a:pt x="943" y="437"/>
                  </a:lnTo>
                  <a:lnTo>
                    <a:pt x="943" y="437"/>
                  </a:lnTo>
                  <a:lnTo>
                    <a:pt x="943" y="437"/>
                  </a:lnTo>
                  <a:lnTo>
                    <a:pt x="944" y="437"/>
                  </a:lnTo>
                  <a:lnTo>
                    <a:pt x="944" y="438"/>
                  </a:lnTo>
                  <a:lnTo>
                    <a:pt x="944" y="438"/>
                  </a:lnTo>
                  <a:lnTo>
                    <a:pt x="944" y="438"/>
                  </a:lnTo>
                  <a:lnTo>
                    <a:pt x="945" y="438"/>
                  </a:lnTo>
                  <a:lnTo>
                    <a:pt x="945" y="438"/>
                  </a:lnTo>
                  <a:lnTo>
                    <a:pt x="945" y="438"/>
                  </a:lnTo>
                  <a:lnTo>
                    <a:pt x="945" y="439"/>
                  </a:lnTo>
                  <a:lnTo>
                    <a:pt x="946" y="439"/>
                  </a:lnTo>
                  <a:lnTo>
                    <a:pt x="946" y="439"/>
                  </a:lnTo>
                  <a:lnTo>
                    <a:pt x="947" y="440"/>
                  </a:lnTo>
                  <a:lnTo>
                    <a:pt x="947" y="440"/>
                  </a:lnTo>
                  <a:lnTo>
                    <a:pt x="947" y="440"/>
                  </a:lnTo>
                  <a:lnTo>
                    <a:pt x="947" y="440"/>
                  </a:lnTo>
                  <a:lnTo>
                    <a:pt x="948" y="440"/>
                  </a:lnTo>
                  <a:lnTo>
                    <a:pt x="948" y="441"/>
                  </a:lnTo>
                  <a:lnTo>
                    <a:pt x="948" y="441"/>
                  </a:lnTo>
                  <a:lnTo>
                    <a:pt x="948" y="441"/>
                  </a:lnTo>
                  <a:lnTo>
                    <a:pt x="949" y="441"/>
                  </a:lnTo>
                  <a:lnTo>
                    <a:pt x="949" y="441"/>
                  </a:lnTo>
                  <a:lnTo>
                    <a:pt x="949" y="441"/>
                  </a:lnTo>
                  <a:lnTo>
                    <a:pt x="950" y="442"/>
                  </a:lnTo>
                  <a:lnTo>
                    <a:pt x="950" y="442"/>
                  </a:lnTo>
                  <a:lnTo>
                    <a:pt x="950" y="442"/>
                  </a:lnTo>
                  <a:lnTo>
                    <a:pt x="950" y="442"/>
                  </a:lnTo>
                  <a:lnTo>
                    <a:pt x="951" y="442"/>
                  </a:lnTo>
                  <a:lnTo>
                    <a:pt x="951" y="442"/>
                  </a:lnTo>
                  <a:lnTo>
                    <a:pt x="951" y="442"/>
                  </a:lnTo>
                  <a:lnTo>
                    <a:pt x="951" y="442"/>
                  </a:lnTo>
                  <a:lnTo>
                    <a:pt x="952" y="442"/>
                  </a:lnTo>
                  <a:lnTo>
                    <a:pt x="952" y="442"/>
                  </a:lnTo>
                  <a:lnTo>
                    <a:pt x="953" y="442"/>
                  </a:lnTo>
                  <a:lnTo>
                    <a:pt x="953" y="442"/>
                  </a:lnTo>
                  <a:lnTo>
                    <a:pt x="953" y="442"/>
                  </a:lnTo>
                  <a:lnTo>
                    <a:pt x="953" y="441"/>
                  </a:lnTo>
                  <a:lnTo>
                    <a:pt x="954" y="441"/>
                  </a:lnTo>
                  <a:lnTo>
                    <a:pt x="954" y="441"/>
                  </a:lnTo>
                  <a:lnTo>
                    <a:pt x="954" y="441"/>
                  </a:lnTo>
                  <a:lnTo>
                    <a:pt x="954" y="441"/>
                  </a:lnTo>
                  <a:lnTo>
                    <a:pt x="955" y="441"/>
                  </a:lnTo>
                  <a:lnTo>
                    <a:pt x="955" y="441"/>
                  </a:lnTo>
                  <a:lnTo>
                    <a:pt x="956" y="441"/>
                  </a:lnTo>
                  <a:lnTo>
                    <a:pt x="956" y="441"/>
                  </a:lnTo>
                  <a:lnTo>
                    <a:pt x="956" y="441"/>
                  </a:lnTo>
                  <a:lnTo>
                    <a:pt x="956" y="441"/>
                  </a:lnTo>
                  <a:lnTo>
                    <a:pt x="957" y="441"/>
                  </a:lnTo>
                  <a:lnTo>
                    <a:pt x="957" y="441"/>
                  </a:lnTo>
                  <a:lnTo>
                    <a:pt x="957" y="441"/>
                  </a:lnTo>
                  <a:lnTo>
                    <a:pt x="957" y="441"/>
                  </a:lnTo>
                  <a:lnTo>
                    <a:pt x="958" y="441"/>
                  </a:lnTo>
                  <a:lnTo>
                    <a:pt x="958" y="441"/>
                  </a:lnTo>
                  <a:lnTo>
                    <a:pt x="958" y="442"/>
                  </a:lnTo>
                  <a:lnTo>
                    <a:pt x="959" y="442"/>
                  </a:lnTo>
                  <a:lnTo>
                    <a:pt x="959" y="442"/>
                  </a:lnTo>
                  <a:lnTo>
                    <a:pt x="959" y="442"/>
                  </a:lnTo>
                  <a:lnTo>
                    <a:pt x="959" y="442"/>
                  </a:lnTo>
                  <a:lnTo>
                    <a:pt x="960" y="442"/>
                  </a:lnTo>
                  <a:lnTo>
                    <a:pt x="960" y="443"/>
                  </a:lnTo>
                  <a:lnTo>
                    <a:pt x="960" y="443"/>
                  </a:lnTo>
                  <a:lnTo>
                    <a:pt x="960" y="443"/>
                  </a:lnTo>
                  <a:lnTo>
                    <a:pt x="961" y="443"/>
                  </a:lnTo>
                  <a:lnTo>
                    <a:pt x="961" y="443"/>
                  </a:lnTo>
                  <a:lnTo>
                    <a:pt x="962" y="443"/>
                  </a:lnTo>
                  <a:lnTo>
                    <a:pt x="962" y="443"/>
                  </a:lnTo>
                  <a:lnTo>
                    <a:pt x="962" y="443"/>
                  </a:lnTo>
                  <a:lnTo>
                    <a:pt x="962" y="443"/>
                  </a:lnTo>
                  <a:lnTo>
                    <a:pt x="963" y="443"/>
                  </a:lnTo>
                  <a:lnTo>
                    <a:pt x="963" y="443"/>
                  </a:lnTo>
                  <a:lnTo>
                    <a:pt x="963" y="444"/>
                  </a:lnTo>
                  <a:lnTo>
                    <a:pt x="963" y="444"/>
                  </a:lnTo>
                  <a:lnTo>
                    <a:pt x="964" y="444"/>
                  </a:lnTo>
                  <a:lnTo>
                    <a:pt x="964" y="444"/>
                  </a:lnTo>
                  <a:lnTo>
                    <a:pt x="964" y="444"/>
                  </a:lnTo>
                  <a:lnTo>
                    <a:pt x="965" y="444"/>
                  </a:lnTo>
                  <a:lnTo>
                    <a:pt x="965" y="444"/>
                  </a:lnTo>
                  <a:lnTo>
                    <a:pt x="965" y="445"/>
                  </a:lnTo>
                  <a:lnTo>
                    <a:pt x="966" y="445"/>
                  </a:lnTo>
                  <a:lnTo>
                    <a:pt x="966" y="445"/>
                  </a:lnTo>
                  <a:lnTo>
                    <a:pt x="966" y="446"/>
                  </a:lnTo>
                  <a:lnTo>
                    <a:pt x="966" y="446"/>
                  </a:lnTo>
                  <a:lnTo>
                    <a:pt x="967" y="446"/>
                  </a:lnTo>
                  <a:lnTo>
                    <a:pt x="967" y="446"/>
                  </a:lnTo>
                  <a:lnTo>
                    <a:pt x="967" y="446"/>
                  </a:lnTo>
                  <a:lnTo>
                    <a:pt x="968" y="446"/>
                  </a:lnTo>
                  <a:lnTo>
                    <a:pt x="968" y="447"/>
                  </a:lnTo>
                  <a:lnTo>
                    <a:pt x="968" y="447"/>
                  </a:lnTo>
                  <a:lnTo>
                    <a:pt x="968" y="447"/>
                  </a:lnTo>
                  <a:lnTo>
                    <a:pt x="969" y="447"/>
                  </a:lnTo>
                  <a:lnTo>
                    <a:pt x="969" y="447"/>
                  </a:lnTo>
                  <a:lnTo>
                    <a:pt x="969" y="448"/>
                  </a:lnTo>
                  <a:lnTo>
                    <a:pt x="969" y="448"/>
                  </a:lnTo>
                  <a:lnTo>
                    <a:pt x="970" y="448"/>
                  </a:lnTo>
                  <a:lnTo>
                    <a:pt x="970" y="449"/>
                  </a:lnTo>
                  <a:lnTo>
                    <a:pt x="971" y="449"/>
                  </a:lnTo>
                  <a:lnTo>
                    <a:pt x="971" y="449"/>
                  </a:lnTo>
                  <a:lnTo>
                    <a:pt x="971" y="449"/>
                  </a:lnTo>
                  <a:lnTo>
                    <a:pt x="971" y="450"/>
                  </a:lnTo>
                  <a:lnTo>
                    <a:pt x="972" y="450"/>
                  </a:lnTo>
                  <a:lnTo>
                    <a:pt x="972" y="450"/>
                  </a:lnTo>
                  <a:lnTo>
                    <a:pt x="972" y="450"/>
                  </a:lnTo>
                  <a:lnTo>
                    <a:pt x="972" y="451"/>
                  </a:lnTo>
                  <a:lnTo>
                    <a:pt x="973" y="451"/>
                  </a:lnTo>
                  <a:lnTo>
                    <a:pt x="973" y="451"/>
                  </a:lnTo>
                  <a:lnTo>
                    <a:pt x="973" y="451"/>
                  </a:lnTo>
                  <a:lnTo>
                    <a:pt x="974" y="451"/>
                  </a:lnTo>
                  <a:lnTo>
                    <a:pt x="974" y="451"/>
                  </a:lnTo>
                  <a:lnTo>
                    <a:pt x="974" y="452"/>
                  </a:lnTo>
                  <a:lnTo>
                    <a:pt x="974" y="452"/>
                  </a:lnTo>
                  <a:lnTo>
                    <a:pt x="975" y="452"/>
                  </a:lnTo>
                  <a:lnTo>
                    <a:pt x="975" y="452"/>
                  </a:lnTo>
                  <a:lnTo>
                    <a:pt x="975" y="452"/>
                  </a:lnTo>
                  <a:lnTo>
                    <a:pt x="976" y="453"/>
                  </a:lnTo>
                  <a:lnTo>
                    <a:pt x="976" y="453"/>
                  </a:lnTo>
                  <a:lnTo>
                    <a:pt x="976" y="453"/>
                  </a:lnTo>
                  <a:lnTo>
                    <a:pt x="977" y="453"/>
                  </a:lnTo>
                  <a:lnTo>
                    <a:pt x="977" y="453"/>
                  </a:lnTo>
                  <a:lnTo>
                    <a:pt x="977" y="453"/>
                  </a:lnTo>
                  <a:lnTo>
                    <a:pt x="977" y="454"/>
                  </a:lnTo>
                  <a:lnTo>
                    <a:pt x="978" y="454"/>
                  </a:lnTo>
                  <a:lnTo>
                    <a:pt x="978" y="454"/>
                  </a:lnTo>
                  <a:lnTo>
                    <a:pt x="978" y="455"/>
                  </a:lnTo>
                  <a:lnTo>
                    <a:pt x="978" y="455"/>
                  </a:lnTo>
                  <a:lnTo>
                    <a:pt x="979" y="455"/>
                  </a:lnTo>
                  <a:lnTo>
                    <a:pt x="979" y="455"/>
                  </a:lnTo>
                  <a:lnTo>
                    <a:pt x="980" y="455"/>
                  </a:lnTo>
                  <a:lnTo>
                    <a:pt x="980" y="455"/>
                  </a:lnTo>
                  <a:lnTo>
                    <a:pt x="980" y="455"/>
                  </a:lnTo>
                  <a:lnTo>
                    <a:pt x="980" y="456"/>
                  </a:lnTo>
                  <a:lnTo>
                    <a:pt x="981" y="456"/>
                  </a:lnTo>
                  <a:lnTo>
                    <a:pt x="981" y="456"/>
                  </a:lnTo>
                  <a:lnTo>
                    <a:pt x="981" y="456"/>
                  </a:lnTo>
                  <a:lnTo>
                    <a:pt x="981" y="456"/>
                  </a:lnTo>
                  <a:lnTo>
                    <a:pt x="982" y="456"/>
                  </a:lnTo>
                  <a:lnTo>
                    <a:pt x="982" y="456"/>
                  </a:lnTo>
                  <a:lnTo>
                    <a:pt x="982" y="456"/>
                  </a:lnTo>
                  <a:lnTo>
                    <a:pt x="983" y="456"/>
                  </a:lnTo>
                  <a:lnTo>
                    <a:pt x="983" y="456"/>
                  </a:lnTo>
                  <a:lnTo>
                    <a:pt x="983" y="456"/>
                  </a:lnTo>
                  <a:lnTo>
                    <a:pt x="983" y="456"/>
                  </a:lnTo>
                  <a:lnTo>
                    <a:pt x="984" y="456"/>
                  </a:lnTo>
                  <a:lnTo>
                    <a:pt x="984" y="456"/>
                  </a:lnTo>
                  <a:lnTo>
                    <a:pt x="984" y="456"/>
                  </a:lnTo>
                  <a:lnTo>
                    <a:pt x="984" y="456"/>
                  </a:lnTo>
                  <a:lnTo>
                    <a:pt x="985" y="456"/>
                  </a:lnTo>
                  <a:lnTo>
                    <a:pt x="985" y="456"/>
                  </a:lnTo>
                  <a:lnTo>
                    <a:pt x="986" y="456"/>
                  </a:lnTo>
                  <a:lnTo>
                    <a:pt x="986" y="456"/>
                  </a:lnTo>
                  <a:lnTo>
                    <a:pt x="986" y="456"/>
                  </a:lnTo>
                  <a:lnTo>
                    <a:pt x="986" y="456"/>
                  </a:lnTo>
                  <a:lnTo>
                    <a:pt x="987" y="456"/>
                  </a:lnTo>
                  <a:lnTo>
                    <a:pt x="987" y="456"/>
                  </a:lnTo>
                  <a:lnTo>
                    <a:pt x="987" y="456"/>
                  </a:lnTo>
                  <a:lnTo>
                    <a:pt x="987" y="456"/>
                  </a:lnTo>
                  <a:lnTo>
                    <a:pt x="988" y="455"/>
                  </a:lnTo>
                  <a:lnTo>
                    <a:pt x="988" y="455"/>
                  </a:lnTo>
                  <a:lnTo>
                    <a:pt x="988" y="455"/>
                  </a:lnTo>
                  <a:lnTo>
                    <a:pt x="989" y="455"/>
                  </a:lnTo>
                  <a:lnTo>
                    <a:pt x="989" y="455"/>
                  </a:lnTo>
                  <a:lnTo>
                    <a:pt x="989" y="455"/>
                  </a:lnTo>
                  <a:lnTo>
                    <a:pt x="990" y="455"/>
                  </a:lnTo>
                  <a:lnTo>
                    <a:pt x="990" y="455"/>
                  </a:lnTo>
                  <a:lnTo>
                    <a:pt x="990" y="455"/>
                  </a:lnTo>
                  <a:lnTo>
                    <a:pt x="990" y="455"/>
                  </a:lnTo>
                  <a:lnTo>
                    <a:pt x="991" y="454"/>
                  </a:lnTo>
                  <a:lnTo>
                    <a:pt x="991" y="454"/>
                  </a:lnTo>
                  <a:lnTo>
                    <a:pt x="991" y="454"/>
                  </a:lnTo>
                  <a:lnTo>
                    <a:pt x="992" y="454"/>
                  </a:lnTo>
                  <a:lnTo>
                    <a:pt x="992" y="453"/>
                  </a:lnTo>
                  <a:lnTo>
                    <a:pt x="992" y="453"/>
                  </a:lnTo>
                  <a:lnTo>
                    <a:pt x="992" y="453"/>
                  </a:lnTo>
                  <a:lnTo>
                    <a:pt x="993" y="453"/>
                  </a:lnTo>
                  <a:lnTo>
                    <a:pt x="993" y="453"/>
                  </a:lnTo>
                  <a:lnTo>
                    <a:pt x="993" y="453"/>
                  </a:lnTo>
                  <a:lnTo>
                    <a:pt x="993" y="453"/>
                  </a:lnTo>
                  <a:lnTo>
                    <a:pt x="994" y="453"/>
                  </a:lnTo>
                  <a:lnTo>
                    <a:pt x="994" y="453"/>
                  </a:lnTo>
                  <a:lnTo>
                    <a:pt x="995" y="453"/>
                  </a:lnTo>
                  <a:lnTo>
                    <a:pt x="995" y="453"/>
                  </a:lnTo>
                  <a:lnTo>
                    <a:pt x="995" y="453"/>
                  </a:lnTo>
                  <a:lnTo>
                    <a:pt x="995" y="453"/>
                  </a:lnTo>
                  <a:lnTo>
                    <a:pt x="996" y="453"/>
                  </a:lnTo>
                  <a:lnTo>
                    <a:pt x="996" y="453"/>
                  </a:lnTo>
                  <a:lnTo>
                    <a:pt x="996" y="452"/>
                  </a:lnTo>
                  <a:lnTo>
                    <a:pt x="996" y="452"/>
                  </a:lnTo>
                  <a:lnTo>
                    <a:pt x="997" y="452"/>
                  </a:lnTo>
                  <a:lnTo>
                    <a:pt x="997" y="452"/>
                  </a:lnTo>
                  <a:lnTo>
                    <a:pt x="997" y="452"/>
                  </a:lnTo>
                  <a:lnTo>
                    <a:pt x="998" y="452"/>
                  </a:lnTo>
                  <a:lnTo>
                    <a:pt x="998" y="452"/>
                  </a:lnTo>
                  <a:lnTo>
                    <a:pt x="998" y="452"/>
                  </a:lnTo>
                  <a:lnTo>
                    <a:pt x="998" y="452"/>
                  </a:lnTo>
                  <a:lnTo>
                    <a:pt x="999" y="452"/>
                  </a:lnTo>
                  <a:lnTo>
                    <a:pt x="999" y="452"/>
                  </a:lnTo>
                  <a:lnTo>
                    <a:pt x="999" y="452"/>
                  </a:lnTo>
                  <a:lnTo>
                    <a:pt x="1000" y="452"/>
                  </a:lnTo>
                  <a:lnTo>
                    <a:pt x="1000" y="452"/>
                  </a:lnTo>
                  <a:lnTo>
                    <a:pt x="1000" y="452"/>
                  </a:lnTo>
                  <a:lnTo>
                    <a:pt x="1001" y="452"/>
                  </a:lnTo>
                  <a:lnTo>
                    <a:pt x="1001" y="452"/>
                  </a:lnTo>
                  <a:lnTo>
                    <a:pt x="1001" y="452"/>
                  </a:lnTo>
                  <a:lnTo>
                    <a:pt x="1001" y="452"/>
                  </a:lnTo>
                  <a:lnTo>
                    <a:pt x="1002" y="452"/>
                  </a:lnTo>
                  <a:lnTo>
                    <a:pt x="1002" y="452"/>
                  </a:lnTo>
                  <a:lnTo>
                    <a:pt x="1002" y="452"/>
                  </a:lnTo>
                  <a:lnTo>
                    <a:pt x="1002" y="452"/>
                  </a:lnTo>
                  <a:lnTo>
                    <a:pt x="1003" y="452"/>
                  </a:lnTo>
                  <a:lnTo>
                    <a:pt x="1003" y="452"/>
                  </a:lnTo>
                  <a:lnTo>
                    <a:pt x="1004" y="452"/>
                  </a:lnTo>
                  <a:lnTo>
                    <a:pt x="1004" y="452"/>
                  </a:lnTo>
                  <a:lnTo>
                    <a:pt x="1004" y="452"/>
                  </a:lnTo>
                  <a:lnTo>
                    <a:pt x="1004" y="453"/>
                  </a:lnTo>
                  <a:lnTo>
                    <a:pt x="1005" y="453"/>
                  </a:lnTo>
                  <a:lnTo>
                    <a:pt x="1005" y="453"/>
                  </a:lnTo>
                  <a:lnTo>
                    <a:pt x="1005" y="453"/>
                  </a:lnTo>
                  <a:lnTo>
                    <a:pt x="1005" y="453"/>
                  </a:lnTo>
                  <a:lnTo>
                    <a:pt x="1006" y="453"/>
                  </a:lnTo>
                  <a:lnTo>
                    <a:pt x="1006" y="453"/>
                  </a:lnTo>
                  <a:lnTo>
                    <a:pt x="1006" y="453"/>
                  </a:lnTo>
                  <a:lnTo>
                    <a:pt x="1007" y="453"/>
                  </a:lnTo>
                  <a:lnTo>
                    <a:pt x="1007" y="453"/>
                  </a:lnTo>
                  <a:lnTo>
                    <a:pt x="1007" y="453"/>
                  </a:lnTo>
                  <a:lnTo>
                    <a:pt x="1007" y="453"/>
                  </a:lnTo>
                  <a:lnTo>
                    <a:pt x="1008" y="453"/>
                  </a:lnTo>
                  <a:lnTo>
                    <a:pt x="1008" y="453"/>
                  </a:lnTo>
                  <a:lnTo>
                    <a:pt x="1009" y="452"/>
                  </a:lnTo>
                  <a:lnTo>
                    <a:pt x="1009" y="452"/>
                  </a:lnTo>
                  <a:lnTo>
                    <a:pt x="1009" y="452"/>
                  </a:lnTo>
                  <a:lnTo>
                    <a:pt x="1009" y="452"/>
                  </a:lnTo>
                  <a:lnTo>
                    <a:pt x="1010" y="452"/>
                  </a:lnTo>
                  <a:lnTo>
                    <a:pt x="1010" y="452"/>
                  </a:lnTo>
                  <a:lnTo>
                    <a:pt x="1010" y="452"/>
                  </a:lnTo>
                  <a:lnTo>
                    <a:pt x="1010" y="452"/>
                  </a:lnTo>
                  <a:lnTo>
                    <a:pt x="1011" y="452"/>
                  </a:lnTo>
                  <a:lnTo>
                    <a:pt x="1011" y="452"/>
                  </a:lnTo>
                  <a:lnTo>
                    <a:pt x="1011" y="452"/>
                  </a:lnTo>
                  <a:lnTo>
                    <a:pt x="1012" y="452"/>
                  </a:lnTo>
                  <a:lnTo>
                    <a:pt x="1012" y="452"/>
                  </a:lnTo>
                  <a:lnTo>
                    <a:pt x="1012" y="452"/>
                  </a:lnTo>
                  <a:lnTo>
                    <a:pt x="1013" y="452"/>
                  </a:lnTo>
                  <a:lnTo>
                    <a:pt x="1013" y="452"/>
                  </a:lnTo>
                  <a:lnTo>
                    <a:pt x="1013" y="452"/>
                  </a:lnTo>
                  <a:lnTo>
                    <a:pt x="1013" y="452"/>
                  </a:lnTo>
                  <a:lnTo>
                    <a:pt x="1014" y="452"/>
                  </a:lnTo>
                  <a:lnTo>
                    <a:pt x="1014" y="452"/>
                  </a:lnTo>
                  <a:lnTo>
                    <a:pt x="1014" y="452"/>
                  </a:lnTo>
                  <a:lnTo>
                    <a:pt x="1015" y="452"/>
                  </a:lnTo>
                  <a:lnTo>
                    <a:pt x="1015" y="452"/>
                  </a:lnTo>
                  <a:lnTo>
                    <a:pt x="1015" y="453"/>
                  </a:lnTo>
                  <a:lnTo>
                    <a:pt x="1015" y="453"/>
                  </a:lnTo>
                  <a:lnTo>
                    <a:pt x="1016" y="453"/>
                  </a:lnTo>
                  <a:lnTo>
                    <a:pt x="1016" y="453"/>
                  </a:lnTo>
                  <a:lnTo>
                    <a:pt x="1016" y="453"/>
                  </a:lnTo>
                  <a:lnTo>
                    <a:pt x="1016" y="453"/>
                  </a:lnTo>
                  <a:lnTo>
                    <a:pt x="1017" y="453"/>
                  </a:lnTo>
                  <a:lnTo>
                    <a:pt x="1017" y="453"/>
                  </a:lnTo>
                  <a:lnTo>
                    <a:pt x="1018" y="454"/>
                  </a:lnTo>
                  <a:lnTo>
                    <a:pt x="1018" y="454"/>
                  </a:lnTo>
                  <a:lnTo>
                    <a:pt x="1018" y="454"/>
                  </a:lnTo>
                  <a:lnTo>
                    <a:pt x="1018" y="454"/>
                  </a:lnTo>
                  <a:lnTo>
                    <a:pt x="1019" y="454"/>
                  </a:lnTo>
                  <a:lnTo>
                    <a:pt x="1019" y="455"/>
                  </a:lnTo>
                  <a:lnTo>
                    <a:pt x="1019" y="455"/>
                  </a:lnTo>
                  <a:lnTo>
                    <a:pt x="1019" y="455"/>
                  </a:lnTo>
                  <a:lnTo>
                    <a:pt x="1020" y="455"/>
                  </a:lnTo>
                  <a:lnTo>
                    <a:pt x="1020" y="455"/>
                  </a:lnTo>
                  <a:lnTo>
                    <a:pt x="1020" y="455"/>
                  </a:lnTo>
                  <a:lnTo>
                    <a:pt x="1021" y="455"/>
                  </a:lnTo>
                  <a:lnTo>
                    <a:pt x="1021" y="455"/>
                  </a:lnTo>
                  <a:lnTo>
                    <a:pt x="1021" y="455"/>
                  </a:lnTo>
                  <a:lnTo>
                    <a:pt x="1021" y="455"/>
                  </a:lnTo>
                  <a:lnTo>
                    <a:pt x="1022" y="456"/>
                  </a:lnTo>
                  <a:lnTo>
                    <a:pt x="1022" y="456"/>
                  </a:lnTo>
                  <a:lnTo>
                    <a:pt x="1022" y="456"/>
                  </a:lnTo>
                  <a:lnTo>
                    <a:pt x="1023" y="456"/>
                  </a:lnTo>
                  <a:lnTo>
                    <a:pt x="1023" y="456"/>
                  </a:lnTo>
                  <a:lnTo>
                    <a:pt x="1023" y="456"/>
                  </a:lnTo>
                  <a:lnTo>
                    <a:pt x="1024" y="456"/>
                  </a:lnTo>
                  <a:lnTo>
                    <a:pt x="1024" y="456"/>
                  </a:lnTo>
                  <a:lnTo>
                    <a:pt x="1024" y="456"/>
                  </a:lnTo>
                  <a:lnTo>
                    <a:pt x="1024" y="457"/>
                  </a:lnTo>
                  <a:lnTo>
                    <a:pt x="1025" y="457"/>
                  </a:lnTo>
                  <a:lnTo>
                    <a:pt x="1025" y="457"/>
                  </a:lnTo>
                  <a:lnTo>
                    <a:pt x="1025" y="457"/>
                  </a:lnTo>
                  <a:lnTo>
                    <a:pt x="1025" y="457"/>
                  </a:lnTo>
                  <a:lnTo>
                    <a:pt x="1026" y="457"/>
                  </a:lnTo>
                  <a:lnTo>
                    <a:pt x="1026" y="458"/>
                  </a:lnTo>
                  <a:lnTo>
                    <a:pt x="1027" y="458"/>
                  </a:lnTo>
                  <a:lnTo>
                    <a:pt x="1027" y="458"/>
                  </a:lnTo>
                  <a:lnTo>
                    <a:pt x="1027" y="458"/>
                  </a:lnTo>
                  <a:lnTo>
                    <a:pt x="1027" y="458"/>
                  </a:lnTo>
                  <a:lnTo>
                    <a:pt x="1028" y="458"/>
                  </a:lnTo>
                  <a:lnTo>
                    <a:pt x="1028" y="458"/>
                  </a:lnTo>
                  <a:lnTo>
                    <a:pt x="1028" y="459"/>
                  </a:lnTo>
                  <a:lnTo>
                    <a:pt x="1028" y="459"/>
                  </a:lnTo>
                  <a:lnTo>
                    <a:pt x="1029" y="459"/>
                  </a:lnTo>
                  <a:lnTo>
                    <a:pt x="1029" y="459"/>
                  </a:lnTo>
                  <a:lnTo>
                    <a:pt x="1029" y="459"/>
                  </a:lnTo>
                  <a:lnTo>
                    <a:pt x="1030" y="459"/>
                  </a:lnTo>
                  <a:lnTo>
                    <a:pt x="1030" y="459"/>
                  </a:lnTo>
                  <a:lnTo>
                    <a:pt x="1030" y="459"/>
                  </a:lnTo>
                  <a:lnTo>
                    <a:pt x="1030" y="460"/>
                  </a:lnTo>
                  <a:lnTo>
                    <a:pt x="1031" y="460"/>
                  </a:lnTo>
                  <a:lnTo>
                    <a:pt x="1031" y="460"/>
                  </a:lnTo>
                  <a:lnTo>
                    <a:pt x="1031" y="460"/>
                  </a:lnTo>
                  <a:lnTo>
                    <a:pt x="1031" y="461"/>
                  </a:lnTo>
                  <a:lnTo>
                    <a:pt x="1032" y="461"/>
                  </a:lnTo>
                  <a:lnTo>
                    <a:pt x="1032" y="461"/>
                  </a:lnTo>
                  <a:lnTo>
                    <a:pt x="1033" y="461"/>
                  </a:lnTo>
                  <a:lnTo>
                    <a:pt x="1033" y="461"/>
                  </a:lnTo>
                  <a:lnTo>
                    <a:pt x="1033" y="461"/>
                  </a:lnTo>
                  <a:lnTo>
                    <a:pt x="1033" y="461"/>
                  </a:lnTo>
                  <a:lnTo>
                    <a:pt x="1034" y="462"/>
                  </a:lnTo>
                  <a:lnTo>
                    <a:pt x="1034" y="462"/>
                  </a:lnTo>
                  <a:lnTo>
                    <a:pt x="1034" y="462"/>
                  </a:lnTo>
                  <a:lnTo>
                    <a:pt x="1034" y="462"/>
                  </a:lnTo>
                  <a:lnTo>
                    <a:pt x="1035" y="462"/>
                  </a:lnTo>
                  <a:lnTo>
                    <a:pt x="1035" y="462"/>
                  </a:lnTo>
                  <a:lnTo>
                    <a:pt x="1035" y="462"/>
                  </a:lnTo>
                  <a:lnTo>
                    <a:pt x="1036" y="462"/>
                  </a:lnTo>
                  <a:lnTo>
                    <a:pt x="1036" y="463"/>
                  </a:lnTo>
                  <a:lnTo>
                    <a:pt x="1036" y="463"/>
                  </a:lnTo>
                  <a:lnTo>
                    <a:pt x="1037" y="463"/>
                  </a:lnTo>
                  <a:lnTo>
                    <a:pt x="1037" y="463"/>
                  </a:lnTo>
                  <a:lnTo>
                    <a:pt x="1037" y="463"/>
                  </a:lnTo>
                  <a:lnTo>
                    <a:pt x="1037" y="463"/>
                  </a:lnTo>
                  <a:lnTo>
                    <a:pt x="1038" y="463"/>
                  </a:lnTo>
                  <a:lnTo>
                    <a:pt x="1038" y="464"/>
                  </a:lnTo>
                  <a:lnTo>
                    <a:pt x="1038" y="464"/>
                  </a:lnTo>
                  <a:lnTo>
                    <a:pt x="1039" y="464"/>
                  </a:lnTo>
                  <a:lnTo>
                    <a:pt x="1039" y="464"/>
                  </a:lnTo>
                  <a:lnTo>
                    <a:pt x="1039" y="464"/>
                  </a:lnTo>
                  <a:lnTo>
                    <a:pt x="1039" y="464"/>
                  </a:lnTo>
                  <a:lnTo>
                    <a:pt x="1040" y="464"/>
                  </a:lnTo>
                  <a:lnTo>
                    <a:pt x="1040" y="465"/>
                  </a:lnTo>
                  <a:lnTo>
                    <a:pt x="1040" y="465"/>
                  </a:lnTo>
                  <a:lnTo>
                    <a:pt x="1040" y="465"/>
                  </a:lnTo>
                  <a:lnTo>
                    <a:pt x="1041" y="465"/>
                  </a:lnTo>
                  <a:lnTo>
                    <a:pt x="1041" y="465"/>
                  </a:lnTo>
                  <a:lnTo>
                    <a:pt x="1042" y="465"/>
                  </a:lnTo>
                  <a:lnTo>
                    <a:pt x="1042" y="466"/>
                  </a:lnTo>
                  <a:lnTo>
                    <a:pt x="1042" y="466"/>
                  </a:lnTo>
                  <a:lnTo>
                    <a:pt x="1042" y="466"/>
                  </a:lnTo>
                  <a:lnTo>
                    <a:pt x="1043" y="466"/>
                  </a:lnTo>
                  <a:lnTo>
                    <a:pt x="1043" y="466"/>
                  </a:lnTo>
                  <a:lnTo>
                    <a:pt x="1043" y="466"/>
                  </a:lnTo>
                  <a:lnTo>
                    <a:pt x="1043" y="466"/>
                  </a:lnTo>
                  <a:lnTo>
                    <a:pt x="1044" y="466"/>
                  </a:lnTo>
                  <a:lnTo>
                    <a:pt x="1044" y="466"/>
                  </a:lnTo>
                  <a:lnTo>
                    <a:pt x="1044" y="466"/>
                  </a:lnTo>
                  <a:lnTo>
                    <a:pt x="1045" y="466"/>
                  </a:lnTo>
                  <a:lnTo>
                    <a:pt x="1045" y="466"/>
                  </a:lnTo>
                  <a:lnTo>
                    <a:pt x="1045" y="466"/>
                  </a:lnTo>
                  <a:lnTo>
                    <a:pt x="1045" y="466"/>
                  </a:lnTo>
                  <a:lnTo>
                    <a:pt x="1046" y="466"/>
                  </a:lnTo>
                  <a:lnTo>
                    <a:pt x="1046" y="466"/>
                  </a:lnTo>
                  <a:lnTo>
                    <a:pt x="1046" y="466"/>
                  </a:lnTo>
                  <a:lnTo>
                    <a:pt x="1047" y="466"/>
                  </a:lnTo>
                  <a:lnTo>
                    <a:pt x="1047" y="465"/>
                  </a:lnTo>
                  <a:lnTo>
                    <a:pt x="1047" y="466"/>
                  </a:lnTo>
                  <a:lnTo>
                    <a:pt x="1048" y="465"/>
                  </a:lnTo>
                  <a:lnTo>
                    <a:pt x="1048" y="465"/>
                  </a:lnTo>
                  <a:lnTo>
                    <a:pt x="1048" y="466"/>
                  </a:lnTo>
                  <a:lnTo>
                    <a:pt x="1048" y="466"/>
                  </a:lnTo>
                  <a:lnTo>
                    <a:pt x="1049" y="465"/>
                  </a:lnTo>
                  <a:lnTo>
                    <a:pt x="1049" y="465"/>
                  </a:lnTo>
                  <a:lnTo>
                    <a:pt x="1049" y="466"/>
                  </a:lnTo>
                  <a:lnTo>
                    <a:pt x="1049" y="465"/>
                  </a:lnTo>
                  <a:lnTo>
                    <a:pt x="1050" y="465"/>
                  </a:lnTo>
                  <a:lnTo>
                    <a:pt x="1050" y="465"/>
                  </a:lnTo>
                  <a:lnTo>
                    <a:pt x="1051" y="465"/>
                  </a:lnTo>
                  <a:lnTo>
                    <a:pt x="1051" y="465"/>
                  </a:lnTo>
                  <a:lnTo>
                    <a:pt x="1051" y="465"/>
                  </a:lnTo>
                  <a:lnTo>
                    <a:pt x="1051" y="465"/>
                  </a:lnTo>
                  <a:lnTo>
                    <a:pt x="1052" y="465"/>
                  </a:lnTo>
                  <a:lnTo>
                    <a:pt x="1052" y="465"/>
                  </a:lnTo>
                  <a:lnTo>
                    <a:pt x="1052" y="465"/>
                  </a:lnTo>
                  <a:lnTo>
                    <a:pt x="1052" y="465"/>
                  </a:lnTo>
                  <a:lnTo>
                    <a:pt x="1053" y="465"/>
                  </a:lnTo>
                  <a:lnTo>
                    <a:pt x="1053" y="464"/>
                  </a:lnTo>
                  <a:lnTo>
                    <a:pt x="1053" y="464"/>
                  </a:lnTo>
                  <a:lnTo>
                    <a:pt x="1054" y="464"/>
                  </a:lnTo>
                  <a:lnTo>
                    <a:pt x="1054" y="464"/>
                  </a:lnTo>
                  <a:lnTo>
                    <a:pt x="1054" y="464"/>
                  </a:lnTo>
                  <a:lnTo>
                    <a:pt x="1054" y="464"/>
                  </a:lnTo>
                  <a:lnTo>
                    <a:pt x="1055" y="464"/>
                  </a:lnTo>
                  <a:lnTo>
                    <a:pt x="1055" y="464"/>
                  </a:lnTo>
                  <a:lnTo>
                    <a:pt x="1055" y="463"/>
                  </a:lnTo>
                  <a:lnTo>
                    <a:pt x="1055" y="463"/>
                  </a:lnTo>
                  <a:lnTo>
                    <a:pt x="1056" y="463"/>
                  </a:lnTo>
                  <a:lnTo>
                    <a:pt x="1056" y="463"/>
                  </a:lnTo>
                  <a:lnTo>
                    <a:pt x="1057" y="463"/>
                  </a:lnTo>
                  <a:lnTo>
                    <a:pt x="1057" y="463"/>
                  </a:lnTo>
                  <a:lnTo>
                    <a:pt x="1057" y="463"/>
                  </a:lnTo>
                  <a:lnTo>
                    <a:pt x="1057" y="463"/>
                  </a:lnTo>
                  <a:lnTo>
                    <a:pt x="1058" y="463"/>
                  </a:lnTo>
                  <a:lnTo>
                    <a:pt x="1058" y="462"/>
                  </a:lnTo>
                  <a:lnTo>
                    <a:pt x="1058" y="462"/>
                  </a:lnTo>
                  <a:lnTo>
                    <a:pt x="1058" y="462"/>
                  </a:lnTo>
                  <a:lnTo>
                    <a:pt x="1059" y="462"/>
                  </a:lnTo>
                  <a:lnTo>
                    <a:pt x="1059" y="462"/>
                  </a:lnTo>
                  <a:lnTo>
                    <a:pt x="1060" y="462"/>
                  </a:lnTo>
                  <a:lnTo>
                    <a:pt x="1060" y="462"/>
                  </a:lnTo>
                  <a:lnTo>
                    <a:pt x="1060" y="462"/>
                  </a:lnTo>
                  <a:lnTo>
                    <a:pt x="1060" y="462"/>
                  </a:lnTo>
                  <a:lnTo>
                    <a:pt x="1061" y="461"/>
                  </a:lnTo>
                  <a:lnTo>
                    <a:pt x="1061" y="461"/>
                  </a:lnTo>
                  <a:lnTo>
                    <a:pt x="1061" y="461"/>
                  </a:lnTo>
                  <a:lnTo>
                    <a:pt x="1061" y="461"/>
                  </a:lnTo>
                  <a:lnTo>
                    <a:pt x="1062" y="461"/>
                  </a:lnTo>
                  <a:lnTo>
                    <a:pt x="1062" y="461"/>
                  </a:lnTo>
                  <a:lnTo>
                    <a:pt x="1062" y="461"/>
                  </a:lnTo>
                  <a:lnTo>
                    <a:pt x="1063" y="461"/>
                  </a:lnTo>
                  <a:lnTo>
                    <a:pt x="1063" y="461"/>
                  </a:lnTo>
                  <a:lnTo>
                    <a:pt x="1063" y="461"/>
                  </a:lnTo>
                  <a:lnTo>
                    <a:pt x="1063" y="461"/>
                  </a:lnTo>
                  <a:lnTo>
                    <a:pt x="1064" y="461"/>
                  </a:lnTo>
                  <a:lnTo>
                    <a:pt x="1064" y="461"/>
                  </a:lnTo>
                  <a:lnTo>
                    <a:pt x="1064" y="461"/>
                  </a:lnTo>
                  <a:lnTo>
                    <a:pt x="1064" y="461"/>
                  </a:lnTo>
                  <a:lnTo>
                    <a:pt x="1065" y="461"/>
                  </a:lnTo>
                  <a:lnTo>
                    <a:pt x="1065" y="461"/>
                  </a:lnTo>
                  <a:lnTo>
                    <a:pt x="1066" y="461"/>
                  </a:lnTo>
                  <a:lnTo>
                    <a:pt x="1066" y="461"/>
                  </a:lnTo>
                  <a:lnTo>
                    <a:pt x="1066" y="460"/>
                  </a:lnTo>
                  <a:lnTo>
                    <a:pt x="1066" y="460"/>
                  </a:lnTo>
                  <a:lnTo>
                    <a:pt x="1067" y="460"/>
                  </a:lnTo>
                  <a:lnTo>
                    <a:pt x="1067" y="460"/>
                  </a:lnTo>
                  <a:lnTo>
                    <a:pt x="1067" y="460"/>
                  </a:lnTo>
                  <a:lnTo>
                    <a:pt x="1067" y="460"/>
                  </a:lnTo>
                  <a:lnTo>
                    <a:pt x="1068" y="459"/>
                  </a:lnTo>
                  <a:lnTo>
                    <a:pt x="1068" y="459"/>
                  </a:lnTo>
                  <a:lnTo>
                    <a:pt x="1068" y="459"/>
                  </a:lnTo>
                  <a:lnTo>
                    <a:pt x="1069" y="459"/>
                  </a:lnTo>
                  <a:lnTo>
                    <a:pt x="1069" y="459"/>
                  </a:lnTo>
                  <a:lnTo>
                    <a:pt x="1069" y="459"/>
                  </a:lnTo>
                  <a:lnTo>
                    <a:pt x="1070" y="459"/>
                  </a:lnTo>
                  <a:lnTo>
                    <a:pt x="1070" y="459"/>
                  </a:lnTo>
                  <a:lnTo>
                    <a:pt x="1070" y="459"/>
                  </a:lnTo>
                  <a:lnTo>
                    <a:pt x="1070" y="459"/>
                  </a:lnTo>
                  <a:lnTo>
                    <a:pt x="1071" y="458"/>
                  </a:lnTo>
                  <a:lnTo>
                    <a:pt x="1071" y="458"/>
                  </a:lnTo>
                  <a:lnTo>
                    <a:pt x="1071" y="458"/>
                  </a:lnTo>
                  <a:lnTo>
                    <a:pt x="1072" y="458"/>
                  </a:lnTo>
                  <a:lnTo>
                    <a:pt x="1072" y="458"/>
                  </a:lnTo>
                  <a:lnTo>
                    <a:pt x="1072" y="458"/>
                  </a:lnTo>
                  <a:lnTo>
                    <a:pt x="1072" y="458"/>
                  </a:lnTo>
                  <a:lnTo>
                    <a:pt x="1073" y="458"/>
                  </a:lnTo>
                  <a:lnTo>
                    <a:pt x="1073" y="458"/>
                  </a:lnTo>
                  <a:lnTo>
                    <a:pt x="1073" y="458"/>
                  </a:lnTo>
                  <a:lnTo>
                    <a:pt x="1073" y="458"/>
                  </a:lnTo>
                  <a:lnTo>
                    <a:pt x="1074" y="458"/>
                  </a:lnTo>
                  <a:lnTo>
                    <a:pt x="1074" y="458"/>
                  </a:lnTo>
                  <a:lnTo>
                    <a:pt x="1075" y="458"/>
                  </a:lnTo>
                  <a:lnTo>
                    <a:pt x="1075" y="458"/>
                  </a:lnTo>
                  <a:lnTo>
                    <a:pt x="1075" y="458"/>
                  </a:lnTo>
                  <a:lnTo>
                    <a:pt x="1075" y="458"/>
                  </a:lnTo>
                  <a:lnTo>
                    <a:pt x="1076" y="458"/>
                  </a:lnTo>
                  <a:lnTo>
                    <a:pt x="1076" y="458"/>
                  </a:lnTo>
                  <a:lnTo>
                    <a:pt x="1076" y="458"/>
                  </a:lnTo>
                  <a:lnTo>
                    <a:pt x="1077" y="458"/>
                  </a:lnTo>
                  <a:lnTo>
                    <a:pt x="1077" y="458"/>
                  </a:lnTo>
                  <a:lnTo>
                    <a:pt x="1077" y="458"/>
                  </a:lnTo>
                  <a:lnTo>
                    <a:pt x="1077" y="458"/>
                  </a:lnTo>
                  <a:lnTo>
                    <a:pt x="1078" y="458"/>
                  </a:lnTo>
                  <a:lnTo>
                    <a:pt x="1078" y="457"/>
                  </a:lnTo>
                  <a:lnTo>
                    <a:pt x="1078" y="457"/>
                  </a:lnTo>
                  <a:lnTo>
                    <a:pt x="1078" y="457"/>
                  </a:lnTo>
                  <a:lnTo>
                    <a:pt x="1079" y="457"/>
                  </a:lnTo>
                  <a:lnTo>
                    <a:pt x="1079" y="457"/>
                  </a:lnTo>
                  <a:lnTo>
                    <a:pt x="1080" y="457"/>
                  </a:lnTo>
                  <a:lnTo>
                    <a:pt x="1080" y="457"/>
                  </a:lnTo>
                  <a:lnTo>
                    <a:pt x="1080" y="457"/>
                  </a:lnTo>
                  <a:lnTo>
                    <a:pt x="1080" y="457"/>
                  </a:lnTo>
                  <a:lnTo>
                    <a:pt x="1081" y="456"/>
                  </a:lnTo>
                  <a:lnTo>
                    <a:pt x="1081" y="456"/>
                  </a:lnTo>
                  <a:lnTo>
                    <a:pt x="1081" y="456"/>
                  </a:lnTo>
                  <a:lnTo>
                    <a:pt x="1081" y="456"/>
                  </a:lnTo>
                  <a:lnTo>
                    <a:pt x="1082" y="456"/>
                  </a:lnTo>
                  <a:lnTo>
                    <a:pt x="1082" y="456"/>
                  </a:lnTo>
                  <a:lnTo>
                    <a:pt x="1082" y="456"/>
                  </a:lnTo>
                  <a:lnTo>
                    <a:pt x="1083" y="456"/>
                  </a:lnTo>
                  <a:lnTo>
                    <a:pt x="1083" y="456"/>
                  </a:lnTo>
                  <a:lnTo>
                    <a:pt x="1083" y="456"/>
                  </a:lnTo>
                  <a:lnTo>
                    <a:pt x="1084" y="455"/>
                  </a:lnTo>
                  <a:lnTo>
                    <a:pt x="1084" y="455"/>
                  </a:lnTo>
                  <a:lnTo>
                    <a:pt x="1084" y="455"/>
                  </a:lnTo>
                  <a:lnTo>
                    <a:pt x="1084" y="455"/>
                  </a:lnTo>
                  <a:lnTo>
                    <a:pt x="1085" y="454"/>
                  </a:lnTo>
                  <a:lnTo>
                    <a:pt x="1085" y="454"/>
                  </a:lnTo>
                  <a:lnTo>
                    <a:pt x="1085" y="454"/>
                  </a:lnTo>
                  <a:lnTo>
                    <a:pt x="1086" y="453"/>
                  </a:lnTo>
                  <a:lnTo>
                    <a:pt x="1086" y="453"/>
                  </a:lnTo>
                  <a:lnTo>
                    <a:pt x="1086" y="453"/>
                  </a:lnTo>
                  <a:lnTo>
                    <a:pt x="1086" y="453"/>
                  </a:lnTo>
                  <a:lnTo>
                    <a:pt x="1087" y="452"/>
                  </a:lnTo>
                  <a:lnTo>
                    <a:pt x="1087" y="452"/>
                  </a:lnTo>
                  <a:lnTo>
                    <a:pt x="1087" y="452"/>
                  </a:lnTo>
                  <a:lnTo>
                    <a:pt x="1087" y="451"/>
                  </a:lnTo>
                  <a:lnTo>
                    <a:pt x="1088" y="451"/>
                  </a:lnTo>
                  <a:lnTo>
                    <a:pt x="1088" y="451"/>
                  </a:lnTo>
                  <a:lnTo>
                    <a:pt x="1089" y="451"/>
                  </a:lnTo>
                  <a:lnTo>
                    <a:pt x="1089" y="451"/>
                  </a:lnTo>
                  <a:lnTo>
                    <a:pt x="1089" y="450"/>
                  </a:lnTo>
                  <a:lnTo>
                    <a:pt x="1089" y="450"/>
                  </a:lnTo>
                  <a:lnTo>
                    <a:pt x="1090" y="450"/>
                  </a:lnTo>
                  <a:lnTo>
                    <a:pt x="1090" y="450"/>
                  </a:lnTo>
                  <a:lnTo>
                    <a:pt x="1090" y="449"/>
                  </a:lnTo>
                  <a:lnTo>
                    <a:pt x="1090" y="449"/>
                  </a:lnTo>
                  <a:lnTo>
                    <a:pt x="1091" y="449"/>
                  </a:lnTo>
                  <a:lnTo>
                    <a:pt x="1091" y="449"/>
                  </a:lnTo>
                  <a:lnTo>
                    <a:pt x="1091" y="449"/>
                  </a:lnTo>
                  <a:lnTo>
                    <a:pt x="1092" y="448"/>
                  </a:lnTo>
                  <a:lnTo>
                    <a:pt x="1092" y="448"/>
                  </a:lnTo>
                  <a:lnTo>
                    <a:pt x="1092" y="447"/>
                  </a:lnTo>
                  <a:lnTo>
                    <a:pt x="1092" y="447"/>
                  </a:lnTo>
                  <a:lnTo>
                    <a:pt x="1093" y="447"/>
                  </a:lnTo>
                  <a:lnTo>
                    <a:pt x="1093" y="447"/>
                  </a:lnTo>
                  <a:lnTo>
                    <a:pt x="1093" y="447"/>
                  </a:lnTo>
                  <a:lnTo>
                    <a:pt x="1094" y="446"/>
                  </a:lnTo>
                  <a:lnTo>
                    <a:pt x="1094" y="446"/>
                  </a:lnTo>
                  <a:lnTo>
                    <a:pt x="1094" y="446"/>
                  </a:lnTo>
                  <a:lnTo>
                    <a:pt x="1095" y="446"/>
                  </a:lnTo>
                  <a:lnTo>
                    <a:pt x="1095" y="446"/>
                  </a:lnTo>
                  <a:lnTo>
                    <a:pt x="1095" y="445"/>
                  </a:lnTo>
                  <a:lnTo>
                    <a:pt x="1095" y="445"/>
                  </a:lnTo>
                  <a:lnTo>
                    <a:pt x="1096" y="444"/>
                  </a:lnTo>
                  <a:lnTo>
                    <a:pt x="1096" y="444"/>
                  </a:lnTo>
                  <a:lnTo>
                    <a:pt x="1096" y="444"/>
                  </a:lnTo>
                  <a:lnTo>
                    <a:pt x="1096" y="444"/>
                  </a:lnTo>
                  <a:lnTo>
                    <a:pt x="1097" y="444"/>
                  </a:lnTo>
                  <a:lnTo>
                    <a:pt x="1097" y="443"/>
                  </a:lnTo>
                  <a:lnTo>
                    <a:pt x="1098" y="443"/>
                  </a:lnTo>
                  <a:lnTo>
                    <a:pt x="1098" y="443"/>
                  </a:lnTo>
                  <a:lnTo>
                    <a:pt x="1098" y="443"/>
                  </a:lnTo>
                  <a:lnTo>
                    <a:pt x="1098" y="443"/>
                  </a:lnTo>
                  <a:lnTo>
                    <a:pt x="1099" y="443"/>
                  </a:lnTo>
                  <a:lnTo>
                    <a:pt x="1099" y="443"/>
                  </a:lnTo>
                  <a:lnTo>
                    <a:pt x="1099" y="443"/>
                  </a:lnTo>
                  <a:lnTo>
                    <a:pt x="1099" y="443"/>
                  </a:lnTo>
                  <a:lnTo>
                    <a:pt x="1100" y="443"/>
                  </a:lnTo>
                  <a:lnTo>
                    <a:pt x="1100" y="442"/>
                  </a:lnTo>
                  <a:lnTo>
                    <a:pt x="1100" y="442"/>
                  </a:lnTo>
                  <a:lnTo>
                    <a:pt x="1101" y="442"/>
                  </a:lnTo>
                  <a:lnTo>
                    <a:pt x="1101" y="442"/>
                  </a:lnTo>
                  <a:lnTo>
                    <a:pt x="1101" y="442"/>
                  </a:lnTo>
                  <a:lnTo>
                    <a:pt x="1101" y="441"/>
                  </a:lnTo>
                  <a:lnTo>
                    <a:pt x="1102" y="441"/>
                  </a:lnTo>
                  <a:lnTo>
                    <a:pt x="1102" y="441"/>
                  </a:lnTo>
                  <a:lnTo>
                    <a:pt x="1102" y="441"/>
                  </a:lnTo>
                  <a:lnTo>
                    <a:pt x="1102" y="441"/>
                  </a:lnTo>
                  <a:lnTo>
                    <a:pt x="1103" y="441"/>
                  </a:lnTo>
                  <a:lnTo>
                    <a:pt x="1103" y="440"/>
                  </a:lnTo>
                  <a:lnTo>
                    <a:pt x="1104" y="440"/>
                  </a:lnTo>
                  <a:lnTo>
                    <a:pt x="1104" y="440"/>
                  </a:lnTo>
                  <a:lnTo>
                    <a:pt x="1104" y="440"/>
                  </a:lnTo>
                  <a:lnTo>
                    <a:pt x="1104" y="440"/>
                  </a:lnTo>
                  <a:lnTo>
                    <a:pt x="1105" y="439"/>
                  </a:lnTo>
                  <a:lnTo>
                    <a:pt x="1105" y="439"/>
                  </a:lnTo>
                  <a:lnTo>
                    <a:pt x="1105" y="439"/>
                  </a:lnTo>
                  <a:lnTo>
                    <a:pt x="1105" y="438"/>
                  </a:lnTo>
                  <a:lnTo>
                    <a:pt x="1106" y="438"/>
                  </a:lnTo>
                  <a:lnTo>
                    <a:pt x="1106" y="438"/>
                  </a:lnTo>
                  <a:lnTo>
                    <a:pt x="1106" y="438"/>
                  </a:lnTo>
                  <a:lnTo>
                    <a:pt x="1107" y="438"/>
                  </a:lnTo>
                  <a:lnTo>
                    <a:pt x="1107" y="438"/>
                  </a:lnTo>
                  <a:lnTo>
                    <a:pt x="1107" y="437"/>
                  </a:lnTo>
                  <a:lnTo>
                    <a:pt x="1108" y="437"/>
                  </a:lnTo>
                  <a:lnTo>
                    <a:pt x="1108" y="437"/>
                  </a:lnTo>
                  <a:lnTo>
                    <a:pt x="1108" y="437"/>
                  </a:lnTo>
                  <a:lnTo>
                    <a:pt x="1108" y="437"/>
                  </a:lnTo>
                  <a:lnTo>
                    <a:pt x="1109" y="437"/>
                  </a:lnTo>
                  <a:lnTo>
                    <a:pt x="1109" y="437"/>
                  </a:lnTo>
                  <a:lnTo>
                    <a:pt x="1109" y="437"/>
                  </a:lnTo>
                  <a:lnTo>
                    <a:pt x="1110" y="437"/>
                  </a:lnTo>
                  <a:lnTo>
                    <a:pt x="1110" y="437"/>
                  </a:lnTo>
                  <a:lnTo>
                    <a:pt x="1110" y="437"/>
                  </a:lnTo>
                  <a:lnTo>
                    <a:pt x="1110" y="437"/>
                  </a:lnTo>
                  <a:lnTo>
                    <a:pt x="1111" y="437"/>
                  </a:lnTo>
                  <a:lnTo>
                    <a:pt x="1111" y="437"/>
                  </a:lnTo>
                  <a:lnTo>
                    <a:pt x="1111" y="437"/>
                  </a:lnTo>
                  <a:lnTo>
                    <a:pt x="1111" y="437"/>
                  </a:lnTo>
                  <a:lnTo>
                    <a:pt x="1112" y="437"/>
                  </a:lnTo>
                  <a:lnTo>
                    <a:pt x="1112" y="437"/>
                  </a:lnTo>
                  <a:lnTo>
                    <a:pt x="1113" y="436"/>
                  </a:lnTo>
                  <a:lnTo>
                    <a:pt x="1113" y="436"/>
                  </a:lnTo>
                  <a:lnTo>
                    <a:pt x="1113" y="436"/>
                  </a:lnTo>
                  <a:lnTo>
                    <a:pt x="1113" y="436"/>
                  </a:lnTo>
                  <a:lnTo>
                    <a:pt x="1114" y="436"/>
                  </a:lnTo>
                  <a:lnTo>
                    <a:pt x="1114" y="436"/>
                  </a:lnTo>
                  <a:lnTo>
                    <a:pt x="1114" y="436"/>
                  </a:lnTo>
                  <a:lnTo>
                    <a:pt x="1114" y="436"/>
                  </a:lnTo>
                  <a:lnTo>
                    <a:pt x="1115" y="436"/>
                  </a:lnTo>
                  <a:lnTo>
                    <a:pt x="1115" y="436"/>
                  </a:lnTo>
                  <a:lnTo>
                    <a:pt x="1115" y="435"/>
                  </a:lnTo>
                  <a:lnTo>
                    <a:pt x="1116" y="435"/>
                  </a:lnTo>
                  <a:lnTo>
                    <a:pt x="1116" y="435"/>
                  </a:lnTo>
                  <a:lnTo>
                    <a:pt x="1116" y="435"/>
                  </a:lnTo>
                  <a:lnTo>
                    <a:pt x="1117" y="435"/>
                  </a:lnTo>
                  <a:lnTo>
                    <a:pt x="1117" y="436"/>
                  </a:lnTo>
                  <a:lnTo>
                    <a:pt x="1117" y="436"/>
                  </a:lnTo>
                  <a:lnTo>
                    <a:pt x="1117" y="436"/>
                  </a:lnTo>
                  <a:lnTo>
                    <a:pt x="1118" y="436"/>
                  </a:lnTo>
                  <a:lnTo>
                    <a:pt x="1118" y="436"/>
                  </a:lnTo>
                  <a:lnTo>
                    <a:pt x="1118" y="436"/>
                  </a:lnTo>
                  <a:lnTo>
                    <a:pt x="1119" y="436"/>
                  </a:lnTo>
                  <a:lnTo>
                    <a:pt x="1119" y="436"/>
                  </a:lnTo>
                  <a:lnTo>
                    <a:pt x="1119" y="436"/>
                  </a:lnTo>
                  <a:lnTo>
                    <a:pt x="1119" y="436"/>
                  </a:lnTo>
                  <a:lnTo>
                    <a:pt x="1120" y="436"/>
                  </a:lnTo>
                  <a:lnTo>
                    <a:pt x="1120" y="437"/>
                  </a:lnTo>
                  <a:lnTo>
                    <a:pt x="1120" y="437"/>
                  </a:lnTo>
                  <a:lnTo>
                    <a:pt x="1120" y="437"/>
                  </a:lnTo>
                  <a:lnTo>
                    <a:pt x="1121" y="437"/>
                  </a:lnTo>
                  <a:lnTo>
                    <a:pt x="1121" y="437"/>
                  </a:lnTo>
                  <a:lnTo>
                    <a:pt x="1122" y="437"/>
                  </a:lnTo>
                  <a:lnTo>
                    <a:pt x="1122" y="437"/>
                  </a:lnTo>
                  <a:lnTo>
                    <a:pt x="1122" y="438"/>
                  </a:lnTo>
                  <a:lnTo>
                    <a:pt x="1122" y="438"/>
                  </a:lnTo>
                  <a:lnTo>
                    <a:pt x="1123" y="438"/>
                  </a:lnTo>
                  <a:lnTo>
                    <a:pt x="1123" y="438"/>
                  </a:lnTo>
                  <a:lnTo>
                    <a:pt x="1123" y="438"/>
                  </a:lnTo>
                  <a:lnTo>
                    <a:pt x="1123" y="438"/>
                  </a:lnTo>
                  <a:lnTo>
                    <a:pt x="1124" y="438"/>
                  </a:lnTo>
                  <a:lnTo>
                    <a:pt x="1124" y="438"/>
                  </a:lnTo>
                  <a:lnTo>
                    <a:pt x="1124" y="438"/>
                  </a:lnTo>
                  <a:lnTo>
                    <a:pt x="1125" y="438"/>
                  </a:lnTo>
                  <a:lnTo>
                    <a:pt x="1125" y="439"/>
                  </a:lnTo>
                  <a:lnTo>
                    <a:pt x="1125" y="439"/>
                  </a:lnTo>
                  <a:lnTo>
                    <a:pt x="1125" y="439"/>
                  </a:lnTo>
                  <a:lnTo>
                    <a:pt x="1126" y="440"/>
                  </a:lnTo>
                  <a:lnTo>
                    <a:pt x="1126" y="440"/>
                  </a:lnTo>
                  <a:lnTo>
                    <a:pt x="1126" y="440"/>
                  </a:lnTo>
                  <a:lnTo>
                    <a:pt x="1127" y="440"/>
                  </a:lnTo>
                  <a:lnTo>
                    <a:pt x="1127" y="440"/>
                  </a:lnTo>
                  <a:lnTo>
                    <a:pt x="1127" y="441"/>
                  </a:lnTo>
                  <a:lnTo>
                    <a:pt x="1128" y="441"/>
                  </a:lnTo>
                  <a:lnTo>
                    <a:pt x="1128" y="441"/>
                  </a:lnTo>
                  <a:lnTo>
                    <a:pt x="1128" y="441"/>
                  </a:lnTo>
                  <a:lnTo>
                    <a:pt x="1128" y="441"/>
                  </a:lnTo>
                  <a:lnTo>
                    <a:pt x="1129" y="441"/>
                  </a:lnTo>
                  <a:lnTo>
                    <a:pt x="1129" y="441"/>
                  </a:lnTo>
                  <a:lnTo>
                    <a:pt x="1129" y="442"/>
                  </a:lnTo>
                  <a:lnTo>
                    <a:pt x="1129" y="442"/>
                  </a:lnTo>
                  <a:lnTo>
                    <a:pt x="1130" y="442"/>
                  </a:lnTo>
                  <a:lnTo>
                    <a:pt x="1130" y="442"/>
                  </a:lnTo>
                  <a:lnTo>
                    <a:pt x="1131" y="442"/>
                  </a:lnTo>
                  <a:lnTo>
                    <a:pt x="1131" y="442"/>
                  </a:lnTo>
                  <a:lnTo>
                    <a:pt x="1131" y="442"/>
                  </a:lnTo>
                  <a:lnTo>
                    <a:pt x="1131" y="443"/>
                  </a:lnTo>
                  <a:lnTo>
                    <a:pt x="1132" y="443"/>
                  </a:lnTo>
                  <a:lnTo>
                    <a:pt x="1132" y="443"/>
                  </a:lnTo>
                  <a:lnTo>
                    <a:pt x="1132" y="443"/>
                  </a:lnTo>
                  <a:lnTo>
                    <a:pt x="1132" y="443"/>
                  </a:lnTo>
                  <a:lnTo>
                    <a:pt x="1133" y="443"/>
                  </a:lnTo>
                  <a:lnTo>
                    <a:pt x="1133" y="443"/>
                  </a:lnTo>
                  <a:lnTo>
                    <a:pt x="1133" y="443"/>
                  </a:lnTo>
                  <a:lnTo>
                    <a:pt x="1134" y="443"/>
                  </a:lnTo>
                  <a:lnTo>
                    <a:pt x="1134" y="443"/>
                  </a:lnTo>
                  <a:lnTo>
                    <a:pt x="1134" y="443"/>
                  </a:lnTo>
                  <a:lnTo>
                    <a:pt x="1134" y="443"/>
                  </a:lnTo>
                  <a:lnTo>
                    <a:pt x="1135" y="443"/>
                  </a:lnTo>
                  <a:lnTo>
                    <a:pt x="1135" y="443"/>
                  </a:lnTo>
                  <a:lnTo>
                    <a:pt x="1135" y="443"/>
                  </a:lnTo>
                  <a:lnTo>
                    <a:pt x="1135" y="443"/>
                  </a:lnTo>
                  <a:lnTo>
                    <a:pt x="1136" y="443"/>
                  </a:lnTo>
                  <a:lnTo>
                    <a:pt x="1136" y="443"/>
                  </a:lnTo>
                  <a:lnTo>
                    <a:pt x="1137" y="443"/>
                  </a:lnTo>
                  <a:lnTo>
                    <a:pt x="1137" y="443"/>
                  </a:lnTo>
                  <a:lnTo>
                    <a:pt x="1137" y="443"/>
                  </a:lnTo>
                  <a:lnTo>
                    <a:pt x="1137" y="443"/>
                  </a:lnTo>
                  <a:lnTo>
                    <a:pt x="1138" y="443"/>
                  </a:lnTo>
                  <a:lnTo>
                    <a:pt x="1138" y="443"/>
                  </a:lnTo>
                  <a:lnTo>
                    <a:pt x="1138" y="443"/>
                  </a:lnTo>
                  <a:lnTo>
                    <a:pt x="1138" y="442"/>
                  </a:lnTo>
                  <a:lnTo>
                    <a:pt x="1139" y="442"/>
                  </a:lnTo>
                  <a:lnTo>
                    <a:pt x="1139" y="442"/>
                  </a:lnTo>
                  <a:lnTo>
                    <a:pt x="1139" y="442"/>
                  </a:lnTo>
                  <a:lnTo>
                    <a:pt x="1140" y="442"/>
                  </a:lnTo>
                  <a:lnTo>
                    <a:pt x="1140" y="442"/>
                  </a:lnTo>
                  <a:lnTo>
                    <a:pt x="1140" y="441"/>
                  </a:lnTo>
                  <a:lnTo>
                    <a:pt x="1141" y="441"/>
                  </a:lnTo>
                  <a:lnTo>
                    <a:pt x="1141" y="441"/>
                  </a:lnTo>
                  <a:lnTo>
                    <a:pt x="1141" y="441"/>
                  </a:lnTo>
                  <a:lnTo>
                    <a:pt x="1141" y="441"/>
                  </a:lnTo>
                  <a:lnTo>
                    <a:pt x="1142" y="441"/>
                  </a:lnTo>
                  <a:lnTo>
                    <a:pt x="1142" y="441"/>
                  </a:lnTo>
                  <a:lnTo>
                    <a:pt x="1142" y="441"/>
                  </a:lnTo>
                  <a:lnTo>
                    <a:pt x="1143" y="441"/>
                  </a:lnTo>
                  <a:lnTo>
                    <a:pt x="1143" y="441"/>
                  </a:lnTo>
                  <a:lnTo>
                    <a:pt x="1143" y="441"/>
                  </a:lnTo>
                  <a:lnTo>
                    <a:pt x="1143" y="441"/>
                  </a:lnTo>
                  <a:lnTo>
                    <a:pt x="1144" y="441"/>
                  </a:lnTo>
                  <a:lnTo>
                    <a:pt x="1144" y="441"/>
                  </a:lnTo>
                  <a:lnTo>
                    <a:pt x="1144" y="441"/>
                  </a:lnTo>
                  <a:lnTo>
                    <a:pt x="1144" y="441"/>
                  </a:lnTo>
                  <a:lnTo>
                    <a:pt x="1145" y="441"/>
                  </a:lnTo>
                  <a:lnTo>
                    <a:pt x="1145" y="441"/>
                  </a:lnTo>
                  <a:lnTo>
                    <a:pt x="1146" y="441"/>
                  </a:lnTo>
                  <a:lnTo>
                    <a:pt x="1146" y="441"/>
                  </a:lnTo>
                  <a:lnTo>
                    <a:pt x="1146" y="441"/>
                  </a:lnTo>
                  <a:lnTo>
                    <a:pt x="1146" y="441"/>
                  </a:lnTo>
                  <a:lnTo>
                    <a:pt x="1147" y="441"/>
                  </a:lnTo>
                  <a:lnTo>
                    <a:pt x="1147" y="441"/>
                  </a:lnTo>
                  <a:lnTo>
                    <a:pt x="1147" y="441"/>
                  </a:lnTo>
                  <a:lnTo>
                    <a:pt x="1148" y="441"/>
                  </a:lnTo>
                  <a:lnTo>
                    <a:pt x="1148" y="441"/>
                  </a:lnTo>
                  <a:lnTo>
                    <a:pt x="1148" y="441"/>
                  </a:lnTo>
                  <a:lnTo>
                    <a:pt x="1148" y="441"/>
                  </a:lnTo>
                  <a:lnTo>
                    <a:pt x="1149" y="441"/>
                  </a:lnTo>
                  <a:lnTo>
                    <a:pt x="1149" y="442"/>
                  </a:lnTo>
                  <a:lnTo>
                    <a:pt x="1149" y="442"/>
                  </a:lnTo>
                  <a:lnTo>
                    <a:pt x="1149" y="442"/>
                  </a:lnTo>
                  <a:lnTo>
                    <a:pt x="1150" y="442"/>
                  </a:lnTo>
                  <a:lnTo>
                    <a:pt x="1150" y="442"/>
                  </a:lnTo>
                  <a:lnTo>
                    <a:pt x="1151" y="442"/>
                  </a:lnTo>
                  <a:lnTo>
                    <a:pt x="1151" y="442"/>
                  </a:lnTo>
                  <a:lnTo>
                    <a:pt x="1151" y="442"/>
                  </a:lnTo>
                  <a:lnTo>
                    <a:pt x="1151" y="442"/>
                  </a:lnTo>
                  <a:lnTo>
                    <a:pt x="1152" y="442"/>
                  </a:lnTo>
                  <a:lnTo>
                    <a:pt x="1152" y="442"/>
                  </a:lnTo>
                  <a:lnTo>
                    <a:pt x="1152" y="442"/>
                  </a:lnTo>
                  <a:lnTo>
                    <a:pt x="1152" y="443"/>
                  </a:lnTo>
                  <a:lnTo>
                    <a:pt x="1153" y="443"/>
                  </a:lnTo>
                  <a:lnTo>
                    <a:pt x="1153" y="443"/>
                  </a:lnTo>
                  <a:lnTo>
                    <a:pt x="1153" y="443"/>
                  </a:lnTo>
                  <a:lnTo>
                    <a:pt x="1154" y="443"/>
                  </a:lnTo>
                  <a:lnTo>
                    <a:pt x="1154" y="443"/>
                  </a:lnTo>
                  <a:lnTo>
                    <a:pt x="1154" y="443"/>
                  </a:lnTo>
                  <a:lnTo>
                    <a:pt x="1155" y="443"/>
                  </a:lnTo>
                  <a:lnTo>
                    <a:pt x="1155" y="443"/>
                  </a:lnTo>
                  <a:lnTo>
                    <a:pt x="1155" y="442"/>
                  </a:lnTo>
                  <a:lnTo>
                    <a:pt x="1155" y="442"/>
                  </a:lnTo>
                  <a:lnTo>
                    <a:pt x="1156" y="442"/>
                  </a:lnTo>
                  <a:lnTo>
                    <a:pt x="1156" y="442"/>
                  </a:lnTo>
                  <a:lnTo>
                    <a:pt x="1156" y="442"/>
                  </a:lnTo>
                  <a:lnTo>
                    <a:pt x="1157" y="442"/>
                  </a:lnTo>
                  <a:lnTo>
                    <a:pt x="1157" y="442"/>
                  </a:lnTo>
                  <a:lnTo>
                    <a:pt x="1157" y="441"/>
                  </a:lnTo>
                  <a:lnTo>
                    <a:pt x="1157" y="441"/>
                  </a:lnTo>
                  <a:lnTo>
                    <a:pt x="1158" y="441"/>
                  </a:lnTo>
                  <a:lnTo>
                    <a:pt x="1158" y="441"/>
                  </a:lnTo>
                  <a:lnTo>
                    <a:pt x="1158" y="441"/>
                  </a:lnTo>
                  <a:lnTo>
                    <a:pt x="1158" y="441"/>
                  </a:lnTo>
                  <a:lnTo>
                    <a:pt x="1159" y="440"/>
                  </a:lnTo>
                  <a:lnTo>
                    <a:pt x="1159" y="440"/>
                  </a:lnTo>
                  <a:lnTo>
                    <a:pt x="1160" y="440"/>
                  </a:lnTo>
                  <a:lnTo>
                    <a:pt x="1160" y="440"/>
                  </a:lnTo>
                  <a:lnTo>
                    <a:pt x="1160" y="440"/>
                  </a:lnTo>
                  <a:lnTo>
                    <a:pt x="1160" y="439"/>
                  </a:lnTo>
                  <a:lnTo>
                    <a:pt x="1161" y="439"/>
                  </a:lnTo>
                  <a:lnTo>
                    <a:pt x="1161" y="439"/>
                  </a:lnTo>
                  <a:lnTo>
                    <a:pt x="1161" y="438"/>
                  </a:lnTo>
                  <a:lnTo>
                    <a:pt x="1161" y="438"/>
                  </a:lnTo>
                  <a:lnTo>
                    <a:pt x="1162" y="438"/>
                  </a:lnTo>
                  <a:lnTo>
                    <a:pt x="1162" y="438"/>
                  </a:lnTo>
                  <a:lnTo>
                    <a:pt x="1162" y="437"/>
                  </a:lnTo>
                  <a:lnTo>
                    <a:pt x="1163" y="437"/>
                  </a:lnTo>
                  <a:lnTo>
                    <a:pt x="1163" y="437"/>
                  </a:lnTo>
                  <a:lnTo>
                    <a:pt x="1163" y="437"/>
                  </a:lnTo>
                  <a:lnTo>
                    <a:pt x="1163" y="437"/>
                  </a:lnTo>
                  <a:lnTo>
                    <a:pt x="1164" y="437"/>
                  </a:lnTo>
                  <a:lnTo>
                    <a:pt x="1164" y="436"/>
                  </a:lnTo>
                  <a:lnTo>
                    <a:pt x="1164" y="436"/>
                  </a:lnTo>
                  <a:lnTo>
                    <a:pt x="1165" y="436"/>
                  </a:lnTo>
                  <a:lnTo>
                    <a:pt x="1165" y="436"/>
                  </a:lnTo>
                  <a:lnTo>
                    <a:pt x="1165" y="436"/>
                  </a:lnTo>
                  <a:lnTo>
                    <a:pt x="1166" y="435"/>
                  </a:lnTo>
                  <a:lnTo>
                    <a:pt x="1166" y="435"/>
                  </a:lnTo>
                  <a:lnTo>
                    <a:pt x="1166" y="435"/>
                  </a:lnTo>
                  <a:lnTo>
                    <a:pt x="1166" y="435"/>
                  </a:lnTo>
                  <a:lnTo>
                    <a:pt x="1167" y="435"/>
                  </a:lnTo>
                  <a:lnTo>
                    <a:pt x="1167" y="434"/>
                  </a:lnTo>
                  <a:lnTo>
                    <a:pt x="1167" y="434"/>
                  </a:lnTo>
                  <a:lnTo>
                    <a:pt x="1167" y="434"/>
                  </a:lnTo>
                  <a:lnTo>
                    <a:pt x="1168" y="434"/>
                  </a:lnTo>
                  <a:lnTo>
                    <a:pt x="1168" y="434"/>
                  </a:lnTo>
                  <a:lnTo>
                    <a:pt x="1169" y="433"/>
                  </a:lnTo>
                  <a:lnTo>
                    <a:pt x="1169" y="433"/>
                  </a:lnTo>
                  <a:lnTo>
                    <a:pt x="1169" y="433"/>
                  </a:lnTo>
                  <a:lnTo>
                    <a:pt x="1169" y="432"/>
                  </a:lnTo>
                  <a:lnTo>
                    <a:pt x="1170" y="432"/>
                  </a:lnTo>
                  <a:lnTo>
                    <a:pt x="1170" y="432"/>
                  </a:lnTo>
                  <a:lnTo>
                    <a:pt x="1170" y="432"/>
                  </a:lnTo>
                  <a:lnTo>
                    <a:pt x="1170" y="432"/>
                  </a:lnTo>
                  <a:lnTo>
                    <a:pt x="1171" y="432"/>
                  </a:lnTo>
                  <a:lnTo>
                    <a:pt x="1171" y="432"/>
                  </a:lnTo>
                  <a:lnTo>
                    <a:pt x="1171" y="432"/>
                  </a:lnTo>
                  <a:lnTo>
                    <a:pt x="1172" y="432"/>
                  </a:lnTo>
                  <a:lnTo>
                    <a:pt x="1172" y="432"/>
                  </a:lnTo>
                  <a:lnTo>
                    <a:pt x="1172" y="432"/>
                  </a:lnTo>
                  <a:lnTo>
                    <a:pt x="1172" y="432"/>
                  </a:lnTo>
                  <a:lnTo>
                    <a:pt x="1173" y="432"/>
                  </a:lnTo>
                  <a:lnTo>
                    <a:pt x="1173" y="432"/>
                  </a:lnTo>
                  <a:lnTo>
                    <a:pt x="1173" y="432"/>
                  </a:lnTo>
                  <a:lnTo>
                    <a:pt x="1173" y="432"/>
                  </a:lnTo>
                  <a:lnTo>
                    <a:pt x="1174" y="432"/>
                  </a:lnTo>
                  <a:lnTo>
                    <a:pt x="1174" y="432"/>
                  </a:lnTo>
                  <a:lnTo>
                    <a:pt x="1175" y="432"/>
                  </a:lnTo>
                  <a:lnTo>
                    <a:pt x="1175" y="432"/>
                  </a:lnTo>
                  <a:lnTo>
                    <a:pt x="1175" y="432"/>
                  </a:lnTo>
                  <a:lnTo>
                    <a:pt x="1175" y="432"/>
                  </a:lnTo>
                  <a:lnTo>
                    <a:pt x="1176" y="433"/>
                  </a:lnTo>
                  <a:lnTo>
                    <a:pt x="1176" y="433"/>
                  </a:lnTo>
                  <a:lnTo>
                    <a:pt x="1176" y="433"/>
                  </a:lnTo>
                  <a:lnTo>
                    <a:pt x="1176" y="433"/>
                  </a:lnTo>
                  <a:lnTo>
                    <a:pt x="1177" y="433"/>
                  </a:lnTo>
                  <a:lnTo>
                    <a:pt x="1177" y="433"/>
                  </a:lnTo>
                  <a:lnTo>
                    <a:pt x="1178" y="433"/>
                  </a:lnTo>
                  <a:lnTo>
                    <a:pt x="1178" y="434"/>
                  </a:lnTo>
                  <a:lnTo>
                    <a:pt x="1178" y="434"/>
                  </a:lnTo>
                  <a:lnTo>
                    <a:pt x="1178" y="434"/>
                  </a:lnTo>
                  <a:lnTo>
                    <a:pt x="1179" y="434"/>
                  </a:lnTo>
                  <a:lnTo>
                    <a:pt x="1179" y="434"/>
                  </a:lnTo>
                  <a:lnTo>
                    <a:pt x="1179" y="434"/>
                  </a:lnTo>
                  <a:lnTo>
                    <a:pt x="1179" y="434"/>
                  </a:lnTo>
                  <a:lnTo>
                    <a:pt x="1180" y="434"/>
                  </a:lnTo>
                  <a:lnTo>
                    <a:pt x="1180" y="433"/>
                  </a:lnTo>
                  <a:lnTo>
                    <a:pt x="1180" y="433"/>
                  </a:lnTo>
                  <a:lnTo>
                    <a:pt x="1181" y="433"/>
                  </a:lnTo>
                  <a:lnTo>
                    <a:pt x="1181" y="433"/>
                  </a:lnTo>
                  <a:lnTo>
                    <a:pt x="1181" y="433"/>
                  </a:lnTo>
                  <a:lnTo>
                    <a:pt x="1181" y="433"/>
                  </a:lnTo>
                  <a:lnTo>
                    <a:pt x="1182" y="433"/>
                  </a:lnTo>
                  <a:lnTo>
                    <a:pt x="1182" y="433"/>
                  </a:lnTo>
                  <a:lnTo>
                    <a:pt x="1182" y="433"/>
                  </a:lnTo>
                  <a:lnTo>
                    <a:pt x="1182" y="433"/>
                  </a:lnTo>
                  <a:lnTo>
                    <a:pt x="1183" y="433"/>
                  </a:lnTo>
                  <a:lnTo>
                    <a:pt x="1183" y="433"/>
                  </a:lnTo>
                  <a:lnTo>
                    <a:pt x="1184" y="434"/>
                  </a:lnTo>
                  <a:lnTo>
                    <a:pt x="1184" y="434"/>
                  </a:lnTo>
                  <a:lnTo>
                    <a:pt x="1184" y="434"/>
                  </a:lnTo>
                  <a:lnTo>
                    <a:pt x="1184" y="434"/>
                  </a:lnTo>
                  <a:lnTo>
                    <a:pt x="1185" y="434"/>
                  </a:lnTo>
                  <a:lnTo>
                    <a:pt x="1185" y="434"/>
                  </a:lnTo>
                  <a:lnTo>
                    <a:pt x="1185" y="434"/>
                  </a:lnTo>
                  <a:lnTo>
                    <a:pt x="1185" y="434"/>
                  </a:lnTo>
                  <a:lnTo>
                    <a:pt x="1186" y="434"/>
                  </a:lnTo>
                  <a:lnTo>
                    <a:pt x="1186" y="434"/>
                  </a:lnTo>
                  <a:lnTo>
                    <a:pt x="1186" y="434"/>
                  </a:lnTo>
                  <a:lnTo>
                    <a:pt x="1187" y="434"/>
                  </a:lnTo>
                  <a:lnTo>
                    <a:pt x="1187" y="434"/>
                  </a:lnTo>
                  <a:lnTo>
                    <a:pt x="1187" y="434"/>
                  </a:lnTo>
                  <a:lnTo>
                    <a:pt x="1188" y="434"/>
                  </a:lnTo>
                  <a:lnTo>
                    <a:pt x="1188" y="434"/>
                  </a:lnTo>
                  <a:lnTo>
                    <a:pt x="1188" y="434"/>
                  </a:lnTo>
                  <a:lnTo>
                    <a:pt x="1188" y="434"/>
                  </a:lnTo>
                  <a:lnTo>
                    <a:pt x="1189" y="434"/>
                  </a:lnTo>
                  <a:lnTo>
                    <a:pt x="1189" y="434"/>
                  </a:lnTo>
                  <a:lnTo>
                    <a:pt x="1189" y="434"/>
                  </a:lnTo>
                  <a:lnTo>
                    <a:pt x="1190" y="434"/>
                  </a:lnTo>
                  <a:lnTo>
                    <a:pt x="1190" y="434"/>
                  </a:lnTo>
                  <a:lnTo>
                    <a:pt x="1190" y="434"/>
                  </a:lnTo>
                  <a:lnTo>
                    <a:pt x="1190" y="434"/>
                  </a:lnTo>
                  <a:lnTo>
                    <a:pt x="1191" y="434"/>
                  </a:lnTo>
                  <a:lnTo>
                    <a:pt x="1191" y="434"/>
                  </a:lnTo>
                  <a:lnTo>
                    <a:pt x="1191" y="434"/>
                  </a:lnTo>
                  <a:lnTo>
                    <a:pt x="1191" y="434"/>
                  </a:lnTo>
                  <a:lnTo>
                    <a:pt x="1192" y="435"/>
                  </a:lnTo>
                  <a:lnTo>
                    <a:pt x="1192" y="435"/>
                  </a:lnTo>
                  <a:lnTo>
                    <a:pt x="1193" y="435"/>
                  </a:lnTo>
                  <a:lnTo>
                    <a:pt x="1193" y="435"/>
                  </a:lnTo>
                  <a:lnTo>
                    <a:pt x="1193" y="435"/>
                  </a:lnTo>
                  <a:lnTo>
                    <a:pt x="1193" y="435"/>
                  </a:lnTo>
                  <a:lnTo>
                    <a:pt x="1194" y="435"/>
                  </a:lnTo>
                  <a:lnTo>
                    <a:pt x="1194" y="435"/>
                  </a:lnTo>
                  <a:lnTo>
                    <a:pt x="1194" y="435"/>
                  </a:lnTo>
                  <a:lnTo>
                    <a:pt x="1194" y="435"/>
                  </a:lnTo>
                  <a:lnTo>
                    <a:pt x="1195" y="435"/>
                  </a:lnTo>
                  <a:lnTo>
                    <a:pt x="1195" y="435"/>
                  </a:lnTo>
                  <a:lnTo>
                    <a:pt x="1195" y="435"/>
                  </a:lnTo>
                  <a:lnTo>
                    <a:pt x="1196" y="435"/>
                  </a:lnTo>
                  <a:lnTo>
                    <a:pt x="1196" y="436"/>
                  </a:lnTo>
                  <a:lnTo>
                    <a:pt x="1196" y="436"/>
                  </a:lnTo>
                  <a:lnTo>
                    <a:pt x="1196" y="436"/>
                  </a:lnTo>
                  <a:lnTo>
                    <a:pt x="1197" y="436"/>
                  </a:lnTo>
                  <a:lnTo>
                    <a:pt x="1197" y="436"/>
                  </a:lnTo>
                  <a:lnTo>
                    <a:pt x="1197" y="436"/>
                  </a:lnTo>
                  <a:lnTo>
                    <a:pt x="1198" y="436"/>
                  </a:lnTo>
                  <a:lnTo>
                    <a:pt x="1198" y="436"/>
                  </a:lnTo>
                  <a:lnTo>
                    <a:pt x="1198" y="436"/>
                  </a:lnTo>
                  <a:lnTo>
                    <a:pt x="1199" y="436"/>
                  </a:lnTo>
                  <a:lnTo>
                    <a:pt x="1199" y="436"/>
                  </a:lnTo>
                  <a:lnTo>
                    <a:pt x="1199" y="436"/>
                  </a:lnTo>
                  <a:lnTo>
                    <a:pt x="1199" y="436"/>
                  </a:lnTo>
                  <a:lnTo>
                    <a:pt x="1200" y="436"/>
                  </a:lnTo>
                  <a:lnTo>
                    <a:pt x="1200" y="436"/>
                  </a:lnTo>
                  <a:lnTo>
                    <a:pt x="1200" y="436"/>
                  </a:lnTo>
                  <a:lnTo>
                    <a:pt x="1200" y="436"/>
                  </a:lnTo>
                  <a:lnTo>
                    <a:pt x="1201" y="436"/>
                  </a:lnTo>
                  <a:lnTo>
                    <a:pt x="1201" y="436"/>
                  </a:lnTo>
                  <a:lnTo>
                    <a:pt x="1202" y="436"/>
                  </a:lnTo>
                  <a:lnTo>
                    <a:pt x="1202" y="436"/>
                  </a:lnTo>
                  <a:lnTo>
                    <a:pt x="1202" y="437"/>
                  </a:lnTo>
                  <a:lnTo>
                    <a:pt x="1202" y="437"/>
                  </a:lnTo>
                  <a:lnTo>
                    <a:pt x="1203" y="437"/>
                  </a:lnTo>
                  <a:lnTo>
                    <a:pt x="1203" y="437"/>
                  </a:lnTo>
                  <a:lnTo>
                    <a:pt x="1203" y="437"/>
                  </a:lnTo>
                  <a:lnTo>
                    <a:pt x="1203" y="437"/>
                  </a:lnTo>
                  <a:lnTo>
                    <a:pt x="1204" y="437"/>
                  </a:lnTo>
                  <a:lnTo>
                    <a:pt x="1204" y="437"/>
                  </a:lnTo>
                  <a:lnTo>
                    <a:pt x="1204" y="437"/>
                  </a:lnTo>
                  <a:lnTo>
                    <a:pt x="1205" y="437"/>
                  </a:lnTo>
                  <a:lnTo>
                    <a:pt x="1205" y="437"/>
                  </a:lnTo>
                  <a:lnTo>
                    <a:pt x="1205" y="437"/>
                  </a:lnTo>
                  <a:lnTo>
                    <a:pt x="1205" y="437"/>
                  </a:lnTo>
                  <a:lnTo>
                    <a:pt x="1206" y="437"/>
                  </a:lnTo>
                  <a:lnTo>
                    <a:pt x="1206" y="437"/>
                  </a:lnTo>
                  <a:lnTo>
                    <a:pt x="1206" y="437"/>
                  </a:lnTo>
                  <a:lnTo>
                    <a:pt x="1206" y="437"/>
                  </a:lnTo>
                  <a:lnTo>
                    <a:pt x="1207" y="437"/>
                  </a:lnTo>
                  <a:lnTo>
                    <a:pt x="1207" y="437"/>
                  </a:lnTo>
                  <a:lnTo>
                    <a:pt x="1208" y="437"/>
                  </a:lnTo>
                  <a:lnTo>
                    <a:pt x="1208" y="437"/>
                  </a:lnTo>
                  <a:lnTo>
                    <a:pt x="1208" y="437"/>
                  </a:lnTo>
                  <a:lnTo>
                    <a:pt x="1208" y="437"/>
                  </a:lnTo>
                  <a:lnTo>
                    <a:pt x="1209" y="437"/>
                  </a:lnTo>
                  <a:lnTo>
                    <a:pt x="1209" y="436"/>
                  </a:lnTo>
                  <a:lnTo>
                    <a:pt x="1209" y="436"/>
                  </a:lnTo>
                  <a:lnTo>
                    <a:pt x="1209" y="436"/>
                  </a:lnTo>
                  <a:lnTo>
                    <a:pt x="1210" y="436"/>
                  </a:lnTo>
                  <a:lnTo>
                    <a:pt x="1210" y="436"/>
                  </a:lnTo>
                  <a:lnTo>
                    <a:pt x="1210" y="436"/>
                  </a:lnTo>
                  <a:lnTo>
                    <a:pt x="1211" y="436"/>
                  </a:lnTo>
                  <a:lnTo>
                    <a:pt x="1211" y="436"/>
                  </a:lnTo>
                  <a:lnTo>
                    <a:pt x="1211" y="436"/>
                  </a:lnTo>
                  <a:lnTo>
                    <a:pt x="1212" y="436"/>
                  </a:lnTo>
                  <a:lnTo>
                    <a:pt x="1212" y="436"/>
                  </a:lnTo>
                  <a:lnTo>
                    <a:pt x="1212" y="436"/>
                  </a:lnTo>
                  <a:lnTo>
                    <a:pt x="1212" y="436"/>
                  </a:lnTo>
                  <a:lnTo>
                    <a:pt x="1213" y="436"/>
                  </a:lnTo>
                  <a:lnTo>
                    <a:pt x="1213" y="436"/>
                  </a:lnTo>
                  <a:lnTo>
                    <a:pt x="1213" y="436"/>
                  </a:lnTo>
                  <a:lnTo>
                    <a:pt x="1214" y="436"/>
                  </a:lnTo>
                  <a:lnTo>
                    <a:pt x="1214" y="436"/>
                  </a:lnTo>
                  <a:lnTo>
                    <a:pt x="1214" y="436"/>
                  </a:lnTo>
                  <a:lnTo>
                    <a:pt x="1214" y="437"/>
                  </a:lnTo>
                  <a:lnTo>
                    <a:pt x="1215" y="437"/>
                  </a:lnTo>
                  <a:lnTo>
                    <a:pt x="1215" y="437"/>
                  </a:lnTo>
                  <a:lnTo>
                    <a:pt x="1216" y="437"/>
                  </a:lnTo>
                  <a:lnTo>
                    <a:pt x="1216" y="437"/>
                  </a:lnTo>
                  <a:lnTo>
                    <a:pt x="1216" y="437"/>
                  </a:lnTo>
                  <a:lnTo>
                    <a:pt x="1216" y="438"/>
                  </a:lnTo>
                  <a:lnTo>
                    <a:pt x="1217" y="438"/>
                  </a:lnTo>
                  <a:lnTo>
                    <a:pt x="1217" y="438"/>
                  </a:lnTo>
                  <a:lnTo>
                    <a:pt x="1217" y="438"/>
                  </a:lnTo>
                  <a:lnTo>
                    <a:pt x="1217" y="438"/>
                  </a:lnTo>
                  <a:lnTo>
                    <a:pt x="1218" y="438"/>
                  </a:lnTo>
                  <a:lnTo>
                    <a:pt x="1218" y="438"/>
                  </a:lnTo>
                  <a:lnTo>
                    <a:pt x="1218" y="439"/>
                  </a:lnTo>
                  <a:lnTo>
                    <a:pt x="1219" y="439"/>
                  </a:lnTo>
                  <a:lnTo>
                    <a:pt x="1219" y="439"/>
                  </a:lnTo>
                  <a:lnTo>
                    <a:pt x="1219" y="439"/>
                  </a:lnTo>
                  <a:lnTo>
                    <a:pt x="1219" y="439"/>
                  </a:lnTo>
                  <a:lnTo>
                    <a:pt x="1220" y="439"/>
                  </a:lnTo>
                  <a:lnTo>
                    <a:pt x="1220" y="439"/>
                  </a:lnTo>
                  <a:lnTo>
                    <a:pt x="1220" y="439"/>
                  </a:lnTo>
                  <a:lnTo>
                    <a:pt x="1220" y="440"/>
                  </a:lnTo>
                  <a:lnTo>
                    <a:pt x="1221" y="440"/>
                  </a:lnTo>
                  <a:lnTo>
                    <a:pt x="1221" y="440"/>
                  </a:lnTo>
                  <a:lnTo>
                    <a:pt x="1222" y="440"/>
                  </a:lnTo>
                  <a:lnTo>
                    <a:pt x="1222" y="440"/>
                  </a:lnTo>
                  <a:lnTo>
                    <a:pt x="1222" y="440"/>
                  </a:lnTo>
                  <a:lnTo>
                    <a:pt x="1222" y="440"/>
                  </a:lnTo>
                  <a:lnTo>
                    <a:pt x="1223" y="440"/>
                  </a:lnTo>
                  <a:lnTo>
                    <a:pt x="1223" y="440"/>
                  </a:lnTo>
                  <a:lnTo>
                    <a:pt x="1223" y="440"/>
                  </a:lnTo>
                  <a:lnTo>
                    <a:pt x="1223" y="439"/>
                  </a:lnTo>
                  <a:lnTo>
                    <a:pt x="1224" y="439"/>
                  </a:lnTo>
                  <a:lnTo>
                    <a:pt x="1224" y="439"/>
                  </a:lnTo>
                  <a:lnTo>
                    <a:pt x="1225" y="439"/>
                  </a:lnTo>
                  <a:lnTo>
                    <a:pt x="1225" y="439"/>
                  </a:lnTo>
                  <a:lnTo>
                    <a:pt x="1225" y="439"/>
                  </a:lnTo>
                  <a:lnTo>
                    <a:pt x="1225" y="439"/>
                  </a:lnTo>
                  <a:lnTo>
                    <a:pt x="1226" y="439"/>
                  </a:lnTo>
                  <a:lnTo>
                    <a:pt x="1226" y="439"/>
                  </a:lnTo>
                  <a:lnTo>
                    <a:pt x="1226" y="439"/>
                  </a:lnTo>
                  <a:lnTo>
                    <a:pt x="1226" y="439"/>
                  </a:lnTo>
                  <a:lnTo>
                    <a:pt x="1227" y="439"/>
                  </a:lnTo>
                  <a:lnTo>
                    <a:pt x="1227" y="439"/>
                  </a:lnTo>
                  <a:lnTo>
                    <a:pt x="1227" y="439"/>
                  </a:lnTo>
                  <a:lnTo>
                    <a:pt x="1228" y="439"/>
                  </a:lnTo>
                  <a:lnTo>
                    <a:pt x="1228" y="439"/>
                  </a:lnTo>
                  <a:lnTo>
                    <a:pt x="1228" y="439"/>
                  </a:lnTo>
                  <a:lnTo>
                    <a:pt x="1228" y="440"/>
                  </a:lnTo>
                  <a:lnTo>
                    <a:pt x="1229" y="440"/>
                  </a:lnTo>
                  <a:lnTo>
                    <a:pt x="1229" y="440"/>
                  </a:lnTo>
                  <a:lnTo>
                    <a:pt x="1229" y="440"/>
                  </a:lnTo>
                  <a:lnTo>
                    <a:pt x="1229" y="440"/>
                  </a:lnTo>
                  <a:lnTo>
                    <a:pt x="1230" y="440"/>
                  </a:lnTo>
                  <a:lnTo>
                    <a:pt x="1230" y="440"/>
                  </a:lnTo>
                  <a:lnTo>
                    <a:pt x="1231" y="440"/>
                  </a:lnTo>
                  <a:lnTo>
                    <a:pt x="1231" y="440"/>
                  </a:lnTo>
                  <a:lnTo>
                    <a:pt x="1231" y="440"/>
                  </a:lnTo>
                  <a:lnTo>
                    <a:pt x="1231" y="440"/>
                  </a:lnTo>
                  <a:lnTo>
                    <a:pt x="1232" y="440"/>
                  </a:lnTo>
                  <a:lnTo>
                    <a:pt x="1232" y="440"/>
                  </a:lnTo>
                  <a:lnTo>
                    <a:pt x="1232" y="440"/>
                  </a:lnTo>
                  <a:lnTo>
                    <a:pt x="1232" y="440"/>
                  </a:lnTo>
                  <a:lnTo>
                    <a:pt x="1233" y="440"/>
                  </a:lnTo>
                  <a:lnTo>
                    <a:pt x="1233" y="440"/>
                  </a:lnTo>
                  <a:lnTo>
                    <a:pt x="1233" y="440"/>
                  </a:lnTo>
                  <a:lnTo>
                    <a:pt x="1234" y="440"/>
                  </a:lnTo>
                  <a:lnTo>
                    <a:pt x="1234" y="440"/>
                  </a:lnTo>
                  <a:lnTo>
                    <a:pt x="1234" y="439"/>
                  </a:lnTo>
                  <a:lnTo>
                    <a:pt x="1235" y="439"/>
                  </a:lnTo>
                  <a:lnTo>
                    <a:pt x="1235" y="439"/>
                  </a:lnTo>
                  <a:lnTo>
                    <a:pt x="1235" y="439"/>
                  </a:lnTo>
                  <a:lnTo>
                    <a:pt x="1235" y="438"/>
                  </a:lnTo>
                  <a:lnTo>
                    <a:pt x="1236" y="438"/>
                  </a:lnTo>
                  <a:lnTo>
                    <a:pt x="1236" y="438"/>
                  </a:lnTo>
                  <a:lnTo>
                    <a:pt x="1236" y="438"/>
                  </a:lnTo>
                  <a:lnTo>
                    <a:pt x="1237" y="438"/>
                  </a:lnTo>
                  <a:lnTo>
                    <a:pt x="1237" y="438"/>
                  </a:lnTo>
                  <a:lnTo>
                    <a:pt x="1237" y="438"/>
                  </a:lnTo>
                  <a:lnTo>
                    <a:pt x="1237" y="438"/>
                  </a:lnTo>
                  <a:lnTo>
                    <a:pt x="1238" y="437"/>
                  </a:lnTo>
                  <a:lnTo>
                    <a:pt x="1238" y="437"/>
                  </a:lnTo>
                  <a:lnTo>
                    <a:pt x="1238" y="437"/>
                  </a:lnTo>
                  <a:lnTo>
                    <a:pt x="1238" y="437"/>
                  </a:lnTo>
                  <a:lnTo>
                    <a:pt x="1239" y="437"/>
                  </a:lnTo>
                  <a:lnTo>
                    <a:pt x="1239" y="437"/>
                  </a:lnTo>
                  <a:lnTo>
                    <a:pt x="1240" y="437"/>
                  </a:lnTo>
                  <a:lnTo>
                    <a:pt x="1240" y="437"/>
                  </a:lnTo>
                  <a:lnTo>
                    <a:pt x="1240" y="437"/>
                  </a:lnTo>
                  <a:lnTo>
                    <a:pt x="1240" y="437"/>
                  </a:lnTo>
                  <a:lnTo>
                    <a:pt x="1241" y="437"/>
                  </a:lnTo>
                  <a:lnTo>
                    <a:pt x="1241" y="437"/>
                  </a:lnTo>
                  <a:lnTo>
                    <a:pt x="1241" y="437"/>
                  </a:lnTo>
                  <a:lnTo>
                    <a:pt x="1241" y="437"/>
                  </a:lnTo>
                  <a:lnTo>
                    <a:pt x="1242" y="437"/>
                  </a:lnTo>
                  <a:lnTo>
                    <a:pt x="1242" y="437"/>
                  </a:lnTo>
                  <a:lnTo>
                    <a:pt x="1242" y="437"/>
                  </a:lnTo>
                  <a:lnTo>
                    <a:pt x="1243" y="437"/>
                  </a:lnTo>
                  <a:lnTo>
                    <a:pt x="1243" y="437"/>
                  </a:lnTo>
                  <a:lnTo>
                    <a:pt x="1243" y="437"/>
                  </a:lnTo>
                  <a:lnTo>
                    <a:pt x="1243" y="437"/>
                  </a:lnTo>
                  <a:lnTo>
                    <a:pt x="1244" y="437"/>
                  </a:lnTo>
                  <a:lnTo>
                    <a:pt x="1244" y="437"/>
                  </a:lnTo>
                  <a:lnTo>
                    <a:pt x="1244" y="437"/>
                  </a:lnTo>
                  <a:lnTo>
                    <a:pt x="1245" y="437"/>
                  </a:lnTo>
                  <a:lnTo>
                    <a:pt x="1245" y="438"/>
                  </a:lnTo>
                  <a:lnTo>
                    <a:pt x="1245" y="438"/>
                  </a:lnTo>
                  <a:lnTo>
                    <a:pt x="1246" y="438"/>
                  </a:lnTo>
                  <a:lnTo>
                    <a:pt x="1246" y="438"/>
                  </a:lnTo>
                  <a:lnTo>
                    <a:pt x="1246" y="438"/>
                  </a:lnTo>
                  <a:lnTo>
                    <a:pt x="1246" y="438"/>
                  </a:lnTo>
                  <a:lnTo>
                    <a:pt x="1247" y="439"/>
                  </a:lnTo>
                  <a:lnTo>
                    <a:pt x="1247" y="439"/>
                  </a:lnTo>
                  <a:lnTo>
                    <a:pt x="1247" y="440"/>
                  </a:lnTo>
                  <a:lnTo>
                    <a:pt x="1247" y="440"/>
                  </a:lnTo>
                  <a:lnTo>
                    <a:pt x="1248" y="440"/>
                  </a:lnTo>
                  <a:lnTo>
                    <a:pt x="1248" y="440"/>
                  </a:lnTo>
                  <a:lnTo>
                    <a:pt x="1249" y="441"/>
                  </a:lnTo>
                  <a:lnTo>
                    <a:pt x="1249" y="441"/>
                  </a:lnTo>
                  <a:lnTo>
                    <a:pt x="1249" y="441"/>
                  </a:lnTo>
                  <a:lnTo>
                    <a:pt x="1249" y="441"/>
                  </a:lnTo>
                  <a:lnTo>
                    <a:pt x="1250" y="441"/>
                  </a:lnTo>
                  <a:lnTo>
                    <a:pt x="1250" y="442"/>
                  </a:lnTo>
                  <a:lnTo>
                    <a:pt x="1250" y="443"/>
                  </a:lnTo>
                  <a:lnTo>
                    <a:pt x="1250" y="443"/>
                  </a:lnTo>
                  <a:lnTo>
                    <a:pt x="1251" y="443"/>
                  </a:lnTo>
                  <a:lnTo>
                    <a:pt x="1251" y="443"/>
                  </a:lnTo>
                  <a:lnTo>
                    <a:pt x="1251" y="443"/>
                  </a:lnTo>
                  <a:lnTo>
                    <a:pt x="1252" y="443"/>
                  </a:lnTo>
                  <a:lnTo>
                    <a:pt x="1252" y="443"/>
                  </a:lnTo>
                  <a:lnTo>
                    <a:pt x="1252" y="444"/>
                  </a:lnTo>
                  <a:lnTo>
                    <a:pt x="1252" y="444"/>
                  </a:lnTo>
                  <a:lnTo>
                    <a:pt x="1253" y="444"/>
                  </a:lnTo>
                  <a:lnTo>
                    <a:pt x="1253" y="444"/>
                  </a:lnTo>
                  <a:lnTo>
                    <a:pt x="1253" y="444"/>
                  </a:lnTo>
                  <a:lnTo>
                    <a:pt x="1253" y="445"/>
                  </a:lnTo>
                  <a:lnTo>
                    <a:pt x="1254" y="445"/>
                  </a:lnTo>
                  <a:lnTo>
                    <a:pt x="1254" y="445"/>
                  </a:lnTo>
                  <a:lnTo>
                    <a:pt x="1255" y="446"/>
                  </a:lnTo>
                  <a:lnTo>
                    <a:pt x="1255" y="446"/>
                  </a:lnTo>
                  <a:lnTo>
                    <a:pt x="1255" y="446"/>
                  </a:lnTo>
                  <a:lnTo>
                    <a:pt x="1255" y="446"/>
                  </a:lnTo>
                  <a:lnTo>
                    <a:pt x="1256" y="446"/>
                  </a:lnTo>
                  <a:lnTo>
                    <a:pt x="1256" y="446"/>
                  </a:lnTo>
                  <a:lnTo>
                    <a:pt x="1256" y="447"/>
                  </a:lnTo>
                  <a:lnTo>
                    <a:pt x="1256" y="447"/>
                  </a:lnTo>
                  <a:lnTo>
                    <a:pt x="1257" y="447"/>
                  </a:lnTo>
                  <a:lnTo>
                    <a:pt x="1257" y="447"/>
                  </a:lnTo>
                  <a:lnTo>
                    <a:pt x="1257" y="447"/>
                  </a:lnTo>
                  <a:lnTo>
                    <a:pt x="1258" y="447"/>
                  </a:lnTo>
                  <a:lnTo>
                    <a:pt x="1258" y="447"/>
                  </a:lnTo>
                  <a:lnTo>
                    <a:pt x="1258" y="448"/>
                  </a:lnTo>
                  <a:lnTo>
                    <a:pt x="1259" y="448"/>
                  </a:lnTo>
                  <a:lnTo>
                    <a:pt x="1259" y="448"/>
                  </a:lnTo>
                  <a:lnTo>
                    <a:pt x="1259" y="448"/>
                  </a:lnTo>
                  <a:lnTo>
                    <a:pt x="1259" y="448"/>
                  </a:lnTo>
                  <a:lnTo>
                    <a:pt x="1260" y="449"/>
                  </a:lnTo>
                  <a:lnTo>
                    <a:pt x="1260" y="449"/>
                  </a:lnTo>
                  <a:lnTo>
                    <a:pt x="1260" y="449"/>
                  </a:lnTo>
                  <a:lnTo>
                    <a:pt x="1261" y="449"/>
                  </a:lnTo>
                  <a:lnTo>
                    <a:pt x="1261" y="449"/>
                  </a:lnTo>
                  <a:lnTo>
                    <a:pt x="1261" y="449"/>
                  </a:lnTo>
                  <a:lnTo>
                    <a:pt x="1261" y="449"/>
                  </a:lnTo>
                  <a:lnTo>
                    <a:pt x="1262" y="449"/>
                  </a:lnTo>
                  <a:lnTo>
                    <a:pt x="1262" y="449"/>
                  </a:lnTo>
                  <a:lnTo>
                    <a:pt x="1262" y="449"/>
                  </a:lnTo>
                  <a:lnTo>
                    <a:pt x="1262" y="449"/>
                  </a:lnTo>
                  <a:lnTo>
                    <a:pt x="1263" y="449"/>
                  </a:lnTo>
                  <a:lnTo>
                    <a:pt x="1263" y="449"/>
                  </a:lnTo>
                  <a:lnTo>
                    <a:pt x="1264" y="449"/>
                  </a:lnTo>
                  <a:lnTo>
                    <a:pt x="1264" y="449"/>
                  </a:lnTo>
                  <a:lnTo>
                    <a:pt x="1264" y="449"/>
                  </a:lnTo>
                  <a:lnTo>
                    <a:pt x="1264" y="449"/>
                  </a:lnTo>
                  <a:lnTo>
                    <a:pt x="1265" y="450"/>
                  </a:lnTo>
                  <a:lnTo>
                    <a:pt x="1265" y="450"/>
                  </a:lnTo>
                  <a:lnTo>
                    <a:pt x="1265" y="450"/>
                  </a:lnTo>
                  <a:lnTo>
                    <a:pt x="1265" y="450"/>
                  </a:lnTo>
                  <a:lnTo>
                    <a:pt x="1266" y="450"/>
                  </a:lnTo>
                  <a:lnTo>
                    <a:pt x="1266" y="450"/>
                  </a:lnTo>
                  <a:lnTo>
                    <a:pt x="1266" y="450"/>
                  </a:lnTo>
                  <a:lnTo>
                    <a:pt x="1267" y="450"/>
                  </a:lnTo>
                  <a:lnTo>
                    <a:pt x="1267" y="450"/>
                  </a:lnTo>
                  <a:lnTo>
                    <a:pt x="1267" y="450"/>
                  </a:lnTo>
                  <a:lnTo>
                    <a:pt x="1267" y="450"/>
                  </a:lnTo>
                  <a:lnTo>
                    <a:pt x="1268" y="450"/>
                  </a:lnTo>
                  <a:lnTo>
                    <a:pt x="1268" y="450"/>
                  </a:lnTo>
                  <a:lnTo>
                    <a:pt x="1268" y="450"/>
                  </a:lnTo>
                  <a:lnTo>
                    <a:pt x="1269" y="450"/>
                  </a:lnTo>
                  <a:lnTo>
                    <a:pt x="1269" y="450"/>
                  </a:lnTo>
                  <a:lnTo>
                    <a:pt x="1269" y="450"/>
                  </a:lnTo>
                  <a:lnTo>
                    <a:pt x="1270" y="450"/>
                  </a:lnTo>
                  <a:lnTo>
                    <a:pt x="1270" y="451"/>
                  </a:lnTo>
                  <a:lnTo>
                    <a:pt x="1270" y="451"/>
                  </a:lnTo>
                  <a:lnTo>
                    <a:pt x="1270" y="451"/>
                  </a:lnTo>
                  <a:lnTo>
                    <a:pt x="1271" y="451"/>
                  </a:lnTo>
                  <a:lnTo>
                    <a:pt x="1271" y="452"/>
                  </a:lnTo>
                  <a:lnTo>
                    <a:pt x="1271" y="452"/>
                  </a:lnTo>
                  <a:lnTo>
                    <a:pt x="1271" y="452"/>
                  </a:lnTo>
                  <a:lnTo>
                    <a:pt x="1272" y="452"/>
                  </a:lnTo>
                  <a:lnTo>
                    <a:pt x="1272" y="452"/>
                  </a:lnTo>
                  <a:lnTo>
                    <a:pt x="1273" y="453"/>
                  </a:lnTo>
                  <a:lnTo>
                    <a:pt x="1273" y="453"/>
                  </a:lnTo>
                  <a:lnTo>
                    <a:pt x="1273" y="453"/>
                  </a:lnTo>
                  <a:lnTo>
                    <a:pt x="1273" y="453"/>
                  </a:lnTo>
                  <a:lnTo>
                    <a:pt x="1274" y="454"/>
                  </a:lnTo>
                  <a:lnTo>
                    <a:pt x="1274" y="454"/>
                  </a:lnTo>
                  <a:lnTo>
                    <a:pt x="1274" y="455"/>
                  </a:lnTo>
                  <a:lnTo>
                    <a:pt x="1274" y="455"/>
                  </a:lnTo>
                  <a:lnTo>
                    <a:pt x="1275" y="455"/>
                  </a:lnTo>
                  <a:lnTo>
                    <a:pt x="1275" y="455"/>
                  </a:lnTo>
                  <a:lnTo>
                    <a:pt x="1275" y="456"/>
                  </a:lnTo>
                  <a:lnTo>
                    <a:pt x="1276" y="456"/>
                  </a:lnTo>
                  <a:lnTo>
                    <a:pt x="1276" y="456"/>
                  </a:lnTo>
                  <a:lnTo>
                    <a:pt x="1276" y="456"/>
                  </a:lnTo>
                  <a:lnTo>
                    <a:pt x="1276" y="457"/>
                  </a:lnTo>
                  <a:lnTo>
                    <a:pt x="1277" y="457"/>
                  </a:lnTo>
                  <a:lnTo>
                    <a:pt x="1277" y="457"/>
                  </a:lnTo>
                  <a:lnTo>
                    <a:pt x="1277" y="458"/>
                  </a:lnTo>
                  <a:lnTo>
                    <a:pt x="1277" y="458"/>
                  </a:lnTo>
                  <a:lnTo>
                    <a:pt x="1278" y="458"/>
                  </a:lnTo>
                  <a:lnTo>
                    <a:pt x="1278" y="459"/>
                  </a:lnTo>
                  <a:lnTo>
                    <a:pt x="1279" y="459"/>
                  </a:lnTo>
                  <a:lnTo>
                    <a:pt x="1279" y="459"/>
                  </a:lnTo>
                  <a:lnTo>
                    <a:pt x="1279" y="460"/>
                  </a:lnTo>
                  <a:lnTo>
                    <a:pt x="1279" y="460"/>
                  </a:lnTo>
                  <a:lnTo>
                    <a:pt x="1280" y="461"/>
                  </a:lnTo>
                  <a:lnTo>
                    <a:pt x="1280" y="461"/>
                  </a:lnTo>
                  <a:lnTo>
                    <a:pt x="1280" y="461"/>
                  </a:lnTo>
                  <a:lnTo>
                    <a:pt x="1280" y="461"/>
                  </a:lnTo>
                  <a:lnTo>
                    <a:pt x="1281" y="462"/>
                  </a:lnTo>
                  <a:lnTo>
                    <a:pt x="1281" y="462"/>
                  </a:lnTo>
                  <a:lnTo>
                    <a:pt x="1282" y="462"/>
                  </a:lnTo>
                  <a:lnTo>
                    <a:pt x="1282" y="462"/>
                  </a:lnTo>
                  <a:lnTo>
                    <a:pt x="1282" y="462"/>
                  </a:lnTo>
                  <a:lnTo>
                    <a:pt x="1282" y="462"/>
                  </a:lnTo>
                  <a:lnTo>
                    <a:pt x="1283" y="463"/>
                  </a:lnTo>
                  <a:lnTo>
                    <a:pt x="1283" y="463"/>
                  </a:lnTo>
                  <a:lnTo>
                    <a:pt x="1283" y="463"/>
                  </a:lnTo>
                  <a:lnTo>
                    <a:pt x="1284" y="463"/>
                  </a:lnTo>
                  <a:lnTo>
                    <a:pt x="1284" y="463"/>
                  </a:lnTo>
                  <a:lnTo>
                    <a:pt x="1284" y="463"/>
                  </a:lnTo>
                  <a:lnTo>
                    <a:pt x="1284" y="463"/>
                  </a:lnTo>
                  <a:lnTo>
                    <a:pt x="1285" y="463"/>
                  </a:lnTo>
                  <a:lnTo>
                    <a:pt x="1285" y="463"/>
                  </a:lnTo>
                  <a:lnTo>
                    <a:pt x="1285" y="463"/>
                  </a:lnTo>
                  <a:lnTo>
                    <a:pt x="1285" y="463"/>
                  </a:lnTo>
                  <a:lnTo>
                    <a:pt x="1286" y="463"/>
                  </a:lnTo>
                  <a:lnTo>
                    <a:pt x="1286" y="462"/>
                  </a:lnTo>
                  <a:lnTo>
                    <a:pt x="1287" y="462"/>
                  </a:lnTo>
                  <a:lnTo>
                    <a:pt x="1287" y="462"/>
                  </a:lnTo>
                  <a:lnTo>
                    <a:pt x="1287" y="462"/>
                  </a:lnTo>
                  <a:lnTo>
                    <a:pt x="1287" y="462"/>
                  </a:lnTo>
                  <a:lnTo>
                    <a:pt x="1288" y="462"/>
                  </a:lnTo>
                  <a:lnTo>
                    <a:pt x="1288" y="462"/>
                  </a:lnTo>
                  <a:lnTo>
                    <a:pt x="1288" y="462"/>
                  </a:lnTo>
                  <a:lnTo>
                    <a:pt x="1288" y="461"/>
                  </a:lnTo>
                  <a:lnTo>
                    <a:pt x="1289" y="461"/>
                  </a:lnTo>
                  <a:lnTo>
                    <a:pt x="1289" y="461"/>
                  </a:lnTo>
                  <a:lnTo>
                    <a:pt x="1289" y="461"/>
                  </a:lnTo>
                  <a:lnTo>
                    <a:pt x="1290" y="461"/>
                  </a:lnTo>
                  <a:lnTo>
                    <a:pt x="1290" y="461"/>
                  </a:lnTo>
                  <a:lnTo>
                    <a:pt x="1290" y="461"/>
                  </a:lnTo>
                  <a:lnTo>
                    <a:pt x="1290" y="461"/>
                  </a:lnTo>
                  <a:lnTo>
                    <a:pt x="1291" y="461"/>
                  </a:lnTo>
                  <a:lnTo>
                    <a:pt x="1291" y="461"/>
                  </a:lnTo>
                  <a:lnTo>
                    <a:pt x="1291" y="461"/>
                  </a:lnTo>
                  <a:lnTo>
                    <a:pt x="1292" y="461"/>
                  </a:lnTo>
                  <a:lnTo>
                    <a:pt x="1292" y="461"/>
                  </a:lnTo>
                  <a:lnTo>
                    <a:pt x="1292" y="461"/>
                  </a:lnTo>
                  <a:lnTo>
                    <a:pt x="1293" y="461"/>
                  </a:lnTo>
                  <a:lnTo>
                    <a:pt x="1293" y="461"/>
                  </a:lnTo>
                  <a:lnTo>
                    <a:pt x="1293" y="461"/>
                  </a:lnTo>
                  <a:lnTo>
                    <a:pt x="1293" y="461"/>
                  </a:lnTo>
                  <a:lnTo>
                    <a:pt x="1294" y="461"/>
                  </a:lnTo>
                  <a:lnTo>
                    <a:pt x="1294" y="461"/>
                  </a:lnTo>
                  <a:lnTo>
                    <a:pt x="1294" y="461"/>
                  </a:lnTo>
                  <a:lnTo>
                    <a:pt x="1294" y="461"/>
                  </a:lnTo>
                  <a:lnTo>
                    <a:pt x="1295" y="461"/>
                  </a:lnTo>
                  <a:lnTo>
                    <a:pt x="1295" y="461"/>
                  </a:lnTo>
                  <a:lnTo>
                    <a:pt x="1296" y="461"/>
                  </a:lnTo>
                  <a:lnTo>
                    <a:pt x="1296" y="461"/>
                  </a:lnTo>
                  <a:lnTo>
                    <a:pt x="1296" y="461"/>
                  </a:lnTo>
                  <a:lnTo>
                    <a:pt x="1296" y="461"/>
                  </a:lnTo>
                  <a:lnTo>
                    <a:pt x="1297" y="461"/>
                  </a:lnTo>
                  <a:lnTo>
                    <a:pt x="1297" y="461"/>
                  </a:lnTo>
                  <a:lnTo>
                    <a:pt x="1297" y="461"/>
                  </a:lnTo>
                  <a:lnTo>
                    <a:pt x="1297" y="461"/>
                  </a:lnTo>
                  <a:lnTo>
                    <a:pt x="1298" y="461"/>
                  </a:lnTo>
                  <a:lnTo>
                    <a:pt x="1298" y="461"/>
                  </a:lnTo>
                  <a:lnTo>
                    <a:pt x="1298" y="461"/>
                  </a:lnTo>
                  <a:lnTo>
                    <a:pt x="1299" y="461"/>
                  </a:lnTo>
                  <a:lnTo>
                    <a:pt x="1299" y="461"/>
                  </a:lnTo>
                  <a:lnTo>
                    <a:pt x="1299" y="461"/>
                  </a:lnTo>
                  <a:lnTo>
                    <a:pt x="1299" y="461"/>
                  </a:lnTo>
                  <a:lnTo>
                    <a:pt x="1300" y="461"/>
                  </a:lnTo>
                  <a:lnTo>
                    <a:pt x="1300" y="461"/>
                  </a:lnTo>
                  <a:lnTo>
                    <a:pt x="1300" y="461"/>
                  </a:lnTo>
                  <a:lnTo>
                    <a:pt x="1300" y="461"/>
                  </a:lnTo>
                  <a:lnTo>
                    <a:pt x="1301" y="461"/>
                  </a:lnTo>
                  <a:lnTo>
                    <a:pt x="1301" y="461"/>
                  </a:lnTo>
                  <a:lnTo>
                    <a:pt x="1302" y="461"/>
                  </a:lnTo>
                  <a:lnTo>
                    <a:pt x="1302" y="461"/>
                  </a:lnTo>
                  <a:lnTo>
                    <a:pt x="1302" y="461"/>
                  </a:lnTo>
                  <a:lnTo>
                    <a:pt x="1302" y="461"/>
                  </a:lnTo>
                  <a:lnTo>
                    <a:pt x="1303" y="461"/>
                  </a:lnTo>
                  <a:lnTo>
                    <a:pt x="1303" y="461"/>
                  </a:lnTo>
                  <a:lnTo>
                    <a:pt x="1303" y="461"/>
                  </a:lnTo>
                  <a:lnTo>
                    <a:pt x="1303" y="461"/>
                  </a:lnTo>
                  <a:lnTo>
                    <a:pt x="1304" y="461"/>
                  </a:lnTo>
                  <a:lnTo>
                    <a:pt x="1304" y="461"/>
                  </a:lnTo>
                  <a:lnTo>
                    <a:pt x="1304" y="461"/>
                  </a:lnTo>
                  <a:lnTo>
                    <a:pt x="1305" y="461"/>
                  </a:lnTo>
                  <a:lnTo>
                    <a:pt x="1305" y="462"/>
                  </a:lnTo>
                  <a:lnTo>
                    <a:pt x="1305" y="462"/>
                  </a:lnTo>
                  <a:lnTo>
                    <a:pt x="1306" y="462"/>
                  </a:lnTo>
                  <a:lnTo>
                    <a:pt x="1306" y="462"/>
                  </a:lnTo>
                  <a:lnTo>
                    <a:pt x="1306" y="462"/>
                  </a:lnTo>
                  <a:lnTo>
                    <a:pt x="1306" y="462"/>
                  </a:lnTo>
                  <a:lnTo>
                    <a:pt x="1307" y="462"/>
                  </a:lnTo>
                  <a:lnTo>
                    <a:pt x="1307" y="462"/>
                  </a:lnTo>
                  <a:lnTo>
                    <a:pt x="1307" y="462"/>
                  </a:lnTo>
                  <a:lnTo>
                    <a:pt x="1308" y="462"/>
                  </a:lnTo>
                  <a:lnTo>
                    <a:pt x="1308" y="461"/>
                  </a:lnTo>
                  <a:lnTo>
                    <a:pt x="1308" y="461"/>
                  </a:lnTo>
                  <a:lnTo>
                    <a:pt x="1308" y="461"/>
                  </a:lnTo>
                  <a:lnTo>
                    <a:pt x="1309" y="461"/>
                  </a:lnTo>
                  <a:lnTo>
                    <a:pt x="1309" y="461"/>
                  </a:lnTo>
                  <a:lnTo>
                    <a:pt x="1309" y="461"/>
                  </a:lnTo>
                  <a:lnTo>
                    <a:pt x="1309" y="461"/>
                  </a:lnTo>
                  <a:lnTo>
                    <a:pt x="1310" y="461"/>
                  </a:lnTo>
                  <a:lnTo>
                    <a:pt x="1310" y="461"/>
                  </a:lnTo>
                  <a:lnTo>
                    <a:pt x="1311" y="461"/>
                  </a:lnTo>
                  <a:lnTo>
                    <a:pt x="1311" y="461"/>
                  </a:lnTo>
                  <a:lnTo>
                    <a:pt x="1311" y="461"/>
                  </a:lnTo>
                  <a:lnTo>
                    <a:pt x="1311" y="460"/>
                  </a:lnTo>
                  <a:lnTo>
                    <a:pt x="1312" y="460"/>
                  </a:lnTo>
                  <a:lnTo>
                    <a:pt x="1312" y="460"/>
                  </a:lnTo>
                  <a:lnTo>
                    <a:pt x="1312" y="460"/>
                  </a:lnTo>
                  <a:lnTo>
                    <a:pt x="1312" y="459"/>
                  </a:lnTo>
                  <a:lnTo>
                    <a:pt x="1313" y="459"/>
                  </a:lnTo>
                  <a:lnTo>
                    <a:pt x="1313" y="459"/>
                  </a:lnTo>
                  <a:lnTo>
                    <a:pt x="1313" y="459"/>
                  </a:lnTo>
                  <a:lnTo>
                    <a:pt x="1314" y="459"/>
                  </a:lnTo>
                  <a:lnTo>
                    <a:pt x="1314" y="459"/>
                  </a:lnTo>
                  <a:lnTo>
                    <a:pt x="1314" y="459"/>
                  </a:lnTo>
                  <a:lnTo>
                    <a:pt x="1314" y="459"/>
                  </a:lnTo>
                  <a:lnTo>
                    <a:pt x="1315" y="459"/>
                  </a:lnTo>
                  <a:lnTo>
                    <a:pt x="1315" y="459"/>
                  </a:lnTo>
                  <a:lnTo>
                    <a:pt x="1315" y="459"/>
                  </a:lnTo>
                  <a:lnTo>
                    <a:pt x="1316" y="459"/>
                  </a:lnTo>
                  <a:lnTo>
                    <a:pt x="1316" y="459"/>
                  </a:lnTo>
                  <a:lnTo>
                    <a:pt x="1316" y="459"/>
                  </a:lnTo>
                  <a:lnTo>
                    <a:pt x="1317" y="459"/>
                  </a:lnTo>
                  <a:lnTo>
                    <a:pt x="1317" y="459"/>
                  </a:lnTo>
                  <a:lnTo>
                    <a:pt x="1317" y="459"/>
                  </a:lnTo>
                  <a:lnTo>
                    <a:pt x="1317" y="459"/>
                  </a:lnTo>
                  <a:lnTo>
                    <a:pt x="1318" y="459"/>
                  </a:lnTo>
                  <a:lnTo>
                    <a:pt x="1318" y="459"/>
                  </a:lnTo>
                  <a:lnTo>
                    <a:pt x="1318" y="459"/>
                  </a:lnTo>
                  <a:lnTo>
                    <a:pt x="1318" y="459"/>
                  </a:lnTo>
                  <a:lnTo>
                    <a:pt x="1319" y="459"/>
                  </a:lnTo>
                  <a:lnTo>
                    <a:pt x="1319" y="459"/>
                  </a:lnTo>
                  <a:lnTo>
                    <a:pt x="1320" y="459"/>
                  </a:lnTo>
                  <a:lnTo>
                    <a:pt x="1320" y="459"/>
                  </a:lnTo>
                  <a:lnTo>
                    <a:pt x="1320" y="459"/>
                  </a:lnTo>
                  <a:lnTo>
                    <a:pt x="1320" y="459"/>
                  </a:lnTo>
                  <a:lnTo>
                    <a:pt x="1321" y="459"/>
                  </a:lnTo>
                  <a:lnTo>
                    <a:pt x="1321" y="459"/>
                  </a:lnTo>
                  <a:lnTo>
                    <a:pt x="1321" y="459"/>
                  </a:lnTo>
                  <a:lnTo>
                    <a:pt x="1321" y="459"/>
                  </a:lnTo>
                  <a:lnTo>
                    <a:pt x="1322" y="459"/>
                  </a:lnTo>
                  <a:lnTo>
                    <a:pt x="1322" y="459"/>
                  </a:lnTo>
                  <a:lnTo>
                    <a:pt x="1322" y="459"/>
                  </a:lnTo>
                  <a:lnTo>
                    <a:pt x="1323" y="459"/>
                  </a:lnTo>
                  <a:lnTo>
                    <a:pt x="1323" y="459"/>
                  </a:lnTo>
                  <a:lnTo>
                    <a:pt x="1323" y="459"/>
                  </a:lnTo>
                  <a:lnTo>
                    <a:pt x="1323" y="459"/>
                  </a:lnTo>
                  <a:lnTo>
                    <a:pt x="1324" y="459"/>
                  </a:lnTo>
                  <a:lnTo>
                    <a:pt x="1324" y="459"/>
                  </a:lnTo>
                  <a:lnTo>
                    <a:pt x="1324" y="459"/>
                  </a:lnTo>
                  <a:lnTo>
                    <a:pt x="1324" y="459"/>
                  </a:lnTo>
                  <a:lnTo>
                    <a:pt x="1325" y="459"/>
                  </a:lnTo>
                  <a:lnTo>
                    <a:pt x="1325" y="459"/>
                  </a:lnTo>
                  <a:lnTo>
                    <a:pt x="1326" y="459"/>
                  </a:lnTo>
                  <a:lnTo>
                    <a:pt x="1326" y="458"/>
                  </a:lnTo>
                  <a:lnTo>
                    <a:pt x="1326" y="458"/>
                  </a:lnTo>
                  <a:lnTo>
                    <a:pt x="1326" y="458"/>
                  </a:lnTo>
                  <a:lnTo>
                    <a:pt x="1327" y="458"/>
                  </a:lnTo>
                  <a:lnTo>
                    <a:pt x="1327" y="458"/>
                  </a:lnTo>
                  <a:lnTo>
                    <a:pt x="1327" y="458"/>
                  </a:lnTo>
                  <a:lnTo>
                    <a:pt x="1327" y="458"/>
                  </a:lnTo>
                  <a:lnTo>
                    <a:pt x="1328" y="458"/>
                  </a:lnTo>
                  <a:lnTo>
                    <a:pt x="1328" y="458"/>
                  </a:lnTo>
                  <a:lnTo>
                    <a:pt x="1329" y="458"/>
                  </a:lnTo>
                  <a:lnTo>
                    <a:pt x="1329" y="457"/>
                  </a:lnTo>
                  <a:lnTo>
                    <a:pt x="1329" y="457"/>
                  </a:lnTo>
                  <a:lnTo>
                    <a:pt x="1329" y="457"/>
                  </a:lnTo>
                  <a:lnTo>
                    <a:pt x="1330" y="457"/>
                  </a:lnTo>
                  <a:lnTo>
                    <a:pt x="1330" y="457"/>
                  </a:lnTo>
                  <a:lnTo>
                    <a:pt x="1330" y="457"/>
                  </a:lnTo>
                  <a:lnTo>
                    <a:pt x="1330" y="457"/>
                  </a:lnTo>
                  <a:lnTo>
                    <a:pt x="1331" y="457"/>
                  </a:lnTo>
                  <a:lnTo>
                    <a:pt x="1331" y="457"/>
                  </a:lnTo>
                  <a:lnTo>
                    <a:pt x="1331" y="457"/>
                  </a:lnTo>
                  <a:lnTo>
                    <a:pt x="1332" y="457"/>
                  </a:lnTo>
                  <a:lnTo>
                    <a:pt x="1332" y="456"/>
                  </a:lnTo>
                  <a:lnTo>
                    <a:pt x="1332" y="456"/>
                  </a:lnTo>
                  <a:lnTo>
                    <a:pt x="1332" y="456"/>
                  </a:lnTo>
                  <a:lnTo>
                    <a:pt x="1333" y="456"/>
                  </a:lnTo>
                  <a:lnTo>
                    <a:pt x="1333" y="456"/>
                  </a:lnTo>
                  <a:lnTo>
                    <a:pt x="1333" y="456"/>
                  </a:lnTo>
                  <a:lnTo>
                    <a:pt x="1333" y="455"/>
                  </a:lnTo>
                  <a:lnTo>
                    <a:pt x="1334" y="455"/>
                  </a:lnTo>
                  <a:lnTo>
                    <a:pt x="1334" y="455"/>
                  </a:lnTo>
                  <a:lnTo>
                    <a:pt x="1335" y="455"/>
                  </a:lnTo>
                  <a:lnTo>
                    <a:pt x="1335" y="455"/>
                  </a:lnTo>
                  <a:lnTo>
                    <a:pt x="1335" y="454"/>
                  </a:lnTo>
                  <a:lnTo>
                    <a:pt x="1335" y="454"/>
                  </a:lnTo>
                  <a:lnTo>
                    <a:pt x="1336" y="454"/>
                  </a:lnTo>
                  <a:lnTo>
                    <a:pt x="1336" y="453"/>
                  </a:lnTo>
                  <a:lnTo>
                    <a:pt x="1336" y="453"/>
                  </a:lnTo>
                  <a:lnTo>
                    <a:pt x="1336" y="453"/>
                  </a:lnTo>
                  <a:lnTo>
                    <a:pt x="1337" y="453"/>
                  </a:lnTo>
                  <a:lnTo>
                    <a:pt x="1337" y="453"/>
                  </a:lnTo>
                  <a:lnTo>
                    <a:pt x="1337" y="453"/>
                  </a:lnTo>
                  <a:lnTo>
                    <a:pt x="1338" y="453"/>
                  </a:lnTo>
                  <a:lnTo>
                    <a:pt x="1338" y="453"/>
                  </a:lnTo>
                  <a:lnTo>
                    <a:pt x="1338" y="453"/>
                  </a:lnTo>
                  <a:lnTo>
                    <a:pt x="1339" y="453"/>
                  </a:lnTo>
                  <a:lnTo>
                    <a:pt x="1339" y="453"/>
                  </a:lnTo>
                  <a:lnTo>
                    <a:pt x="1339" y="453"/>
                  </a:lnTo>
                  <a:lnTo>
                    <a:pt x="1339" y="453"/>
                  </a:lnTo>
                  <a:lnTo>
                    <a:pt x="1340" y="452"/>
                  </a:lnTo>
                  <a:lnTo>
                    <a:pt x="1340" y="452"/>
                  </a:lnTo>
                  <a:lnTo>
                    <a:pt x="1340" y="452"/>
                  </a:lnTo>
                  <a:lnTo>
                    <a:pt x="1341" y="452"/>
                  </a:lnTo>
                  <a:lnTo>
                    <a:pt x="1341" y="452"/>
                  </a:lnTo>
                  <a:lnTo>
                    <a:pt x="1341" y="452"/>
                  </a:lnTo>
                  <a:lnTo>
                    <a:pt x="1341" y="452"/>
                  </a:lnTo>
                  <a:lnTo>
                    <a:pt x="1342" y="452"/>
                  </a:lnTo>
                  <a:lnTo>
                    <a:pt x="1342" y="452"/>
                  </a:lnTo>
                  <a:lnTo>
                    <a:pt x="1342" y="452"/>
                  </a:lnTo>
                  <a:lnTo>
                    <a:pt x="1342" y="452"/>
                  </a:lnTo>
                  <a:lnTo>
                    <a:pt x="1343" y="452"/>
                  </a:lnTo>
                  <a:lnTo>
                    <a:pt x="1343" y="452"/>
                  </a:lnTo>
                  <a:lnTo>
                    <a:pt x="1344" y="452"/>
                  </a:lnTo>
                  <a:lnTo>
                    <a:pt x="1344" y="452"/>
                  </a:lnTo>
                  <a:lnTo>
                    <a:pt x="1344" y="452"/>
                  </a:lnTo>
                  <a:lnTo>
                    <a:pt x="1344" y="452"/>
                  </a:lnTo>
                  <a:lnTo>
                    <a:pt x="1345" y="452"/>
                  </a:lnTo>
                  <a:lnTo>
                    <a:pt x="1345" y="452"/>
                  </a:lnTo>
                  <a:lnTo>
                    <a:pt x="1345" y="452"/>
                  </a:lnTo>
                  <a:lnTo>
                    <a:pt x="1345" y="452"/>
                  </a:lnTo>
                  <a:lnTo>
                    <a:pt x="1346" y="452"/>
                  </a:lnTo>
                  <a:lnTo>
                    <a:pt x="1346" y="452"/>
                  </a:lnTo>
                  <a:lnTo>
                    <a:pt x="1346" y="452"/>
                  </a:lnTo>
                  <a:lnTo>
                    <a:pt x="1347" y="452"/>
                  </a:lnTo>
                  <a:lnTo>
                    <a:pt x="1347" y="452"/>
                  </a:lnTo>
                  <a:lnTo>
                    <a:pt x="1347" y="451"/>
                  </a:lnTo>
                  <a:lnTo>
                    <a:pt x="1347" y="451"/>
                  </a:lnTo>
                  <a:lnTo>
                    <a:pt x="1348" y="451"/>
                  </a:lnTo>
                  <a:lnTo>
                    <a:pt x="1348" y="451"/>
                  </a:lnTo>
                  <a:lnTo>
                    <a:pt x="1348" y="451"/>
                  </a:lnTo>
                  <a:lnTo>
                    <a:pt x="1349" y="451"/>
                  </a:lnTo>
                  <a:lnTo>
                    <a:pt x="1349" y="451"/>
                  </a:lnTo>
                  <a:lnTo>
                    <a:pt x="1349" y="451"/>
                  </a:lnTo>
                  <a:lnTo>
                    <a:pt x="1350" y="451"/>
                  </a:lnTo>
                  <a:lnTo>
                    <a:pt x="1350" y="450"/>
                  </a:lnTo>
                  <a:lnTo>
                    <a:pt x="1350" y="450"/>
                  </a:lnTo>
                  <a:lnTo>
                    <a:pt x="1350" y="450"/>
                  </a:lnTo>
                  <a:lnTo>
                    <a:pt x="1351" y="450"/>
                  </a:lnTo>
                  <a:lnTo>
                    <a:pt x="1351" y="450"/>
                  </a:lnTo>
                  <a:lnTo>
                    <a:pt x="1351" y="449"/>
                  </a:lnTo>
                  <a:lnTo>
                    <a:pt x="1352" y="449"/>
                  </a:lnTo>
                  <a:lnTo>
                    <a:pt x="1352" y="449"/>
                  </a:lnTo>
                  <a:lnTo>
                    <a:pt x="1352" y="449"/>
                  </a:lnTo>
                  <a:lnTo>
                    <a:pt x="1353" y="449"/>
                  </a:lnTo>
                  <a:lnTo>
                    <a:pt x="1353" y="448"/>
                  </a:lnTo>
                  <a:lnTo>
                    <a:pt x="1353" y="448"/>
                  </a:lnTo>
                  <a:lnTo>
                    <a:pt x="1353" y="448"/>
                  </a:lnTo>
                  <a:lnTo>
                    <a:pt x="1354" y="447"/>
                  </a:lnTo>
                  <a:lnTo>
                    <a:pt x="1354" y="447"/>
                  </a:lnTo>
                  <a:lnTo>
                    <a:pt x="1354" y="447"/>
                  </a:lnTo>
                  <a:lnTo>
                    <a:pt x="1355" y="447"/>
                  </a:lnTo>
                  <a:lnTo>
                    <a:pt x="1355" y="446"/>
                  </a:lnTo>
                  <a:lnTo>
                    <a:pt x="1355" y="446"/>
                  </a:lnTo>
                  <a:lnTo>
                    <a:pt x="1355" y="446"/>
                  </a:lnTo>
                  <a:lnTo>
                    <a:pt x="1356" y="446"/>
                  </a:lnTo>
                  <a:lnTo>
                    <a:pt x="1356" y="445"/>
                  </a:lnTo>
                  <a:lnTo>
                    <a:pt x="1356" y="445"/>
                  </a:lnTo>
                  <a:lnTo>
                    <a:pt x="1356" y="445"/>
                  </a:lnTo>
                  <a:lnTo>
                    <a:pt x="1357" y="444"/>
                  </a:lnTo>
                  <a:lnTo>
                    <a:pt x="1357" y="444"/>
                  </a:lnTo>
                  <a:lnTo>
                    <a:pt x="1358" y="444"/>
                  </a:lnTo>
                  <a:lnTo>
                    <a:pt x="1358" y="444"/>
                  </a:lnTo>
                  <a:lnTo>
                    <a:pt x="1358" y="443"/>
                  </a:lnTo>
                  <a:lnTo>
                    <a:pt x="1358" y="443"/>
                  </a:lnTo>
                  <a:lnTo>
                    <a:pt x="1359" y="443"/>
                  </a:lnTo>
                  <a:lnTo>
                    <a:pt x="1359" y="443"/>
                  </a:lnTo>
                  <a:lnTo>
                    <a:pt x="1359" y="443"/>
                  </a:lnTo>
                  <a:lnTo>
                    <a:pt x="1359" y="443"/>
                  </a:lnTo>
                  <a:lnTo>
                    <a:pt x="1360" y="443"/>
                  </a:lnTo>
                  <a:lnTo>
                    <a:pt x="1360" y="442"/>
                  </a:lnTo>
                  <a:lnTo>
                    <a:pt x="1360" y="442"/>
                  </a:lnTo>
                  <a:lnTo>
                    <a:pt x="1361" y="442"/>
                  </a:lnTo>
                  <a:lnTo>
                    <a:pt x="1361" y="441"/>
                  </a:lnTo>
                  <a:lnTo>
                    <a:pt x="1361" y="441"/>
                  </a:lnTo>
                  <a:lnTo>
                    <a:pt x="1361" y="441"/>
                  </a:lnTo>
                  <a:lnTo>
                    <a:pt x="1362" y="441"/>
                  </a:lnTo>
                  <a:lnTo>
                    <a:pt x="1362" y="441"/>
                  </a:lnTo>
                  <a:lnTo>
                    <a:pt x="1362" y="441"/>
                  </a:lnTo>
                  <a:lnTo>
                    <a:pt x="1363" y="441"/>
                  </a:lnTo>
                  <a:lnTo>
                    <a:pt x="1363" y="441"/>
                  </a:lnTo>
                  <a:lnTo>
                    <a:pt x="1363" y="441"/>
                  </a:lnTo>
                  <a:lnTo>
                    <a:pt x="1364" y="441"/>
                  </a:lnTo>
                  <a:lnTo>
                    <a:pt x="1364" y="441"/>
                  </a:lnTo>
                  <a:lnTo>
                    <a:pt x="1364" y="441"/>
                  </a:lnTo>
                  <a:lnTo>
                    <a:pt x="1364" y="441"/>
                  </a:lnTo>
                  <a:lnTo>
                    <a:pt x="1365" y="441"/>
                  </a:lnTo>
                  <a:lnTo>
                    <a:pt x="1365" y="441"/>
                  </a:lnTo>
                  <a:lnTo>
                    <a:pt x="1365" y="441"/>
                  </a:lnTo>
                  <a:lnTo>
                    <a:pt x="1365" y="440"/>
                  </a:lnTo>
                  <a:lnTo>
                    <a:pt x="1366" y="441"/>
                  </a:lnTo>
                  <a:lnTo>
                    <a:pt x="1366" y="441"/>
                  </a:lnTo>
                  <a:lnTo>
                    <a:pt x="1367" y="441"/>
                  </a:lnTo>
                  <a:lnTo>
                    <a:pt x="1367" y="441"/>
                  </a:lnTo>
                  <a:lnTo>
                    <a:pt x="1367" y="441"/>
                  </a:lnTo>
                  <a:lnTo>
                    <a:pt x="1367" y="441"/>
                  </a:lnTo>
                  <a:lnTo>
                    <a:pt x="1368" y="441"/>
                  </a:lnTo>
                  <a:lnTo>
                    <a:pt x="1368" y="441"/>
                  </a:lnTo>
                  <a:lnTo>
                    <a:pt x="1368" y="441"/>
                  </a:lnTo>
                  <a:lnTo>
                    <a:pt x="1368" y="441"/>
                  </a:lnTo>
                  <a:lnTo>
                    <a:pt x="1369" y="441"/>
                  </a:lnTo>
                  <a:lnTo>
                    <a:pt x="1369" y="441"/>
                  </a:lnTo>
                  <a:lnTo>
                    <a:pt x="1369" y="441"/>
                  </a:lnTo>
                  <a:lnTo>
                    <a:pt x="1370" y="441"/>
                  </a:lnTo>
                  <a:lnTo>
                    <a:pt x="1370" y="441"/>
                  </a:lnTo>
                  <a:lnTo>
                    <a:pt x="1370" y="441"/>
                  </a:lnTo>
                  <a:lnTo>
                    <a:pt x="1370" y="441"/>
                  </a:lnTo>
                  <a:lnTo>
                    <a:pt x="1371" y="441"/>
                  </a:lnTo>
                  <a:lnTo>
                    <a:pt x="1371" y="440"/>
                  </a:lnTo>
                  <a:lnTo>
                    <a:pt x="1371" y="440"/>
                  </a:lnTo>
                  <a:lnTo>
                    <a:pt x="1371" y="440"/>
                  </a:lnTo>
                  <a:lnTo>
                    <a:pt x="1372" y="440"/>
                  </a:lnTo>
                  <a:lnTo>
                    <a:pt x="1372" y="440"/>
                  </a:lnTo>
                  <a:lnTo>
                    <a:pt x="1373" y="440"/>
                  </a:lnTo>
                  <a:lnTo>
                    <a:pt x="1373" y="440"/>
                  </a:lnTo>
                  <a:lnTo>
                    <a:pt x="1373" y="439"/>
                  </a:lnTo>
                  <a:lnTo>
                    <a:pt x="1373" y="439"/>
                  </a:lnTo>
                  <a:lnTo>
                    <a:pt x="1374" y="438"/>
                  </a:lnTo>
                  <a:lnTo>
                    <a:pt x="1374" y="438"/>
                  </a:lnTo>
                  <a:lnTo>
                    <a:pt x="1374" y="438"/>
                  </a:lnTo>
                  <a:lnTo>
                    <a:pt x="1374" y="438"/>
                  </a:lnTo>
                  <a:lnTo>
                    <a:pt x="1375" y="438"/>
                  </a:lnTo>
                  <a:lnTo>
                    <a:pt x="1375" y="438"/>
                  </a:lnTo>
                  <a:lnTo>
                    <a:pt x="1376" y="437"/>
                  </a:lnTo>
                  <a:lnTo>
                    <a:pt x="1376" y="437"/>
                  </a:lnTo>
                  <a:lnTo>
                    <a:pt x="1376" y="437"/>
                  </a:lnTo>
                  <a:lnTo>
                    <a:pt x="1376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78" y="437"/>
                  </a:lnTo>
                  <a:lnTo>
                    <a:pt x="1378" y="437"/>
                  </a:lnTo>
                  <a:lnTo>
                    <a:pt x="1378" y="437"/>
                  </a:lnTo>
                  <a:lnTo>
                    <a:pt x="1379" y="437"/>
                  </a:lnTo>
                  <a:lnTo>
                    <a:pt x="1379" y="437"/>
                  </a:lnTo>
                  <a:lnTo>
                    <a:pt x="1379" y="437"/>
                  </a:lnTo>
                  <a:lnTo>
                    <a:pt x="1379" y="437"/>
                  </a:lnTo>
                  <a:lnTo>
                    <a:pt x="1380" y="437"/>
                  </a:lnTo>
                  <a:lnTo>
                    <a:pt x="1380" y="437"/>
                  </a:lnTo>
                  <a:lnTo>
                    <a:pt x="1380" y="436"/>
                  </a:lnTo>
                  <a:lnTo>
                    <a:pt x="1380" y="436"/>
                  </a:lnTo>
                  <a:lnTo>
                    <a:pt x="1381" y="436"/>
                  </a:lnTo>
                  <a:lnTo>
                    <a:pt x="1381" y="436"/>
                  </a:lnTo>
                  <a:lnTo>
                    <a:pt x="1382" y="436"/>
                  </a:lnTo>
                  <a:lnTo>
                    <a:pt x="1382" y="436"/>
                  </a:lnTo>
                  <a:lnTo>
                    <a:pt x="1382" y="436"/>
                  </a:lnTo>
                  <a:lnTo>
                    <a:pt x="1382" y="435"/>
                  </a:lnTo>
                  <a:lnTo>
                    <a:pt x="1383" y="435"/>
                  </a:lnTo>
                  <a:lnTo>
                    <a:pt x="1383" y="435"/>
                  </a:lnTo>
                  <a:lnTo>
                    <a:pt x="1383" y="435"/>
                  </a:lnTo>
                  <a:lnTo>
                    <a:pt x="1383" y="435"/>
                  </a:lnTo>
                  <a:lnTo>
                    <a:pt x="1384" y="435"/>
                  </a:lnTo>
                  <a:lnTo>
                    <a:pt x="1384" y="435"/>
                  </a:lnTo>
                  <a:lnTo>
                    <a:pt x="1384" y="435"/>
                  </a:lnTo>
                  <a:lnTo>
                    <a:pt x="1385" y="435"/>
                  </a:lnTo>
                  <a:lnTo>
                    <a:pt x="1385" y="435"/>
                  </a:lnTo>
                  <a:lnTo>
                    <a:pt x="1385" y="435"/>
                  </a:lnTo>
                  <a:lnTo>
                    <a:pt x="1386" y="435"/>
                  </a:lnTo>
                  <a:lnTo>
                    <a:pt x="1386" y="435"/>
                  </a:lnTo>
                  <a:lnTo>
                    <a:pt x="1386" y="435"/>
                  </a:lnTo>
                  <a:lnTo>
                    <a:pt x="1386" y="435"/>
                  </a:lnTo>
                  <a:lnTo>
                    <a:pt x="1387" y="435"/>
                  </a:lnTo>
                  <a:lnTo>
                    <a:pt x="1387" y="435"/>
                  </a:lnTo>
                  <a:lnTo>
                    <a:pt x="1387" y="435"/>
                  </a:lnTo>
                  <a:lnTo>
                    <a:pt x="1388" y="435"/>
                  </a:lnTo>
                  <a:lnTo>
                    <a:pt x="1388" y="435"/>
                  </a:lnTo>
                  <a:lnTo>
                    <a:pt x="1388" y="435"/>
                  </a:lnTo>
                  <a:lnTo>
                    <a:pt x="1388" y="435"/>
                  </a:lnTo>
                  <a:lnTo>
                    <a:pt x="1389" y="435"/>
                  </a:lnTo>
                  <a:lnTo>
                    <a:pt x="1389" y="435"/>
                  </a:lnTo>
                  <a:lnTo>
                    <a:pt x="1389" y="435"/>
                  </a:lnTo>
                  <a:lnTo>
                    <a:pt x="1389" y="435"/>
                  </a:lnTo>
                  <a:lnTo>
                    <a:pt x="1390" y="435"/>
                  </a:lnTo>
                  <a:lnTo>
                    <a:pt x="1390" y="435"/>
                  </a:lnTo>
                  <a:lnTo>
                    <a:pt x="1391" y="435"/>
                  </a:lnTo>
                  <a:lnTo>
                    <a:pt x="1391" y="435"/>
                  </a:lnTo>
                  <a:lnTo>
                    <a:pt x="1391" y="435"/>
                  </a:lnTo>
                  <a:lnTo>
                    <a:pt x="1391" y="436"/>
                  </a:lnTo>
                  <a:lnTo>
                    <a:pt x="1392" y="436"/>
                  </a:lnTo>
                  <a:lnTo>
                    <a:pt x="1392" y="436"/>
                  </a:lnTo>
                  <a:lnTo>
                    <a:pt x="1392" y="436"/>
                  </a:lnTo>
                  <a:lnTo>
                    <a:pt x="1392" y="436"/>
                  </a:lnTo>
                  <a:lnTo>
                    <a:pt x="1393" y="437"/>
                  </a:lnTo>
                  <a:lnTo>
                    <a:pt x="1393" y="437"/>
                  </a:lnTo>
                  <a:lnTo>
                    <a:pt x="1393" y="437"/>
                  </a:lnTo>
                  <a:lnTo>
                    <a:pt x="1394" y="437"/>
                  </a:lnTo>
                  <a:lnTo>
                    <a:pt x="1394" y="438"/>
                  </a:lnTo>
                  <a:lnTo>
                    <a:pt x="1394" y="438"/>
                  </a:lnTo>
                  <a:lnTo>
                    <a:pt x="1394" y="438"/>
                  </a:lnTo>
                  <a:lnTo>
                    <a:pt x="1395" y="438"/>
                  </a:lnTo>
                  <a:lnTo>
                    <a:pt x="1395" y="439"/>
                  </a:lnTo>
                  <a:lnTo>
                    <a:pt x="1395" y="439"/>
                  </a:lnTo>
                  <a:lnTo>
                    <a:pt x="1396" y="439"/>
                  </a:lnTo>
                  <a:lnTo>
                    <a:pt x="1396" y="440"/>
                  </a:lnTo>
                  <a:lnTo>
                    <a:pt x="1396" y="440"/>
                  </a:lnTo>
                  <a:lnTo>
                    <a:pt x="1397" y="440"/>
                  </a:lnTo>
                  <a:lnTo>
                    <a:pt x="1397" y="440"/>
                  </a:lnTo>
                  <a:lnTo>
                    <a:pt x="1397" y="440"/>
                  </a:lnTo>
                  <a:lnTo>
                    <a:pt x="1397" y="440"/>
                  </a:lnTo>
                  <a:lnTo>
                    <a:pt x="1398" y="441"/>
                  </a:lnTo>
                  <a:lnTo>
                    <a:pt x="1398" y="441"/>
                  </a:lnTo>
                  <a:lnTo>
                    <a:pt x="1398" y="441"/>
                  </a:lnTo>
                  <a:lnTo>
                    <a:pt x="1398" y="441"/>
                  </a:lnTo>
                  <a:lnTo>
                    <a:pt x="1399" y="441"/>
                  </a:lnTo>
                  <a:lnTo>
                    <a:pt x="1399" y="441"/>
                  </a:lnTo>
                  <a:lnTo>
                    <a:pt x="1400" y="441"/>
                  </a:lnTo>
                  <a:lnTo>
                    <a:pt x="1400" y="442"/>
                  </a:lnTo>
                  <a:lnTo>
                    <a:pt x="1400" y="442"/>
                  </a:lnTo>
                  <a:lnTo>
                    <a:pt x="1400" y="442"/>
                  </a:lnTo>
                  <a:lnTo>
                    <a:pt x="1401" y="443"/>
                  </a:lnTo>
                  <a:lnTo>
                    <a:pt x="1401" y="443"/>
                  </a:lnTo>
                  <a:lnTo>
                    <a:pt x="1401" y="443"/>
                  </a:lnTo>
                  <a:lnTo>
                    <a:pt x="1401" y="443"/>
                  </a:lnTo>
                  <a:lnTo>
                    <a:pt x="1402" y="443"/>
                  </a:lnTo>
                  <a:lnTo>
                    <a:pt x="1402" y="443"/>
                  </a:lnTo>
                  <a:lnTo>
                    <a:pt x="1402" y="443"/>
                  </a:lnTo>
                  <a:lnTo>
                    <a:pt x="1403" y="443"/>
                  </a:lnTo>
                  <a:lnTo>
                    <a:pt x="1403" y="443"/>
                  </a:lnTo>
                  <a:lnTo>
                    <a:pt x="1403" y="443"/>
                  </a:lnTo>
                  <a:lnTo>
                    <a:pt x="1403" y="443"/>
                  </a:lnTo>
                  <a:lnTo>
                    <a:pt x="1404" y="443"/>
                  </a:lnTo>
                  <a:lnTo>
                    <a:pt x="1404" y="443"/>
                  </a:lnTo>
                  <a:lnTo>
                    <a:pt x="1404" y="443"/>
                  </a:lnTo>
                  <a:lnTo>
                    <a:pt x="1404" y="443"/>
                  </a:lnTo>
                  <a:lnTo>
                    <a:pt x="1405" y="443"/>
                  </a:lnTo>
                  <a:lnTo>
                    <a:pt x="1405" y="443"/>
                  </a:lnTo>
                  <a:lnTo>
                    <a:pt x="1406" y="443"/>
                  </a:lnTo>
                  <a:lnTo>
                    <a:pt x="1406" y="444"/>
                  </a:lnTo>
                  <a:lnTo>
                    <a:pt x="1406" y="444"/>
                  </a:lnTo>
                  <a:lnTo>
                    <a:pt x="1406" y="444"/>
                  </a:lnTo>
                  <a:lnTo>
                    <a:pt x="1407" y="444"/>
                  </a:lnTo>
                  <a:lnTo>
                    <a:pt x="1407" y="444"/>
                  </a:lnTo>
                  <a:lnTo>
                    <a:pt x="1407" y="444"/>
                  </a:lnTo>
                  <a:lnTo>
                    <a:pt x="1407" y="444"/>
                  </a:lnTo>
                  <a:lnTo>
                    <a:pt x="1408" y="444"/>
                  </a:lnTo>
                  <a:lnTo>
                    <a:pt x="1408" y="444"/>
                  </a:lnTo>
                  <a:lnTo>
                    <a:pt x="1408" y="444"/>
                  </a:lnTo>
                  <a:lnTo>
                    <a:pt x="1409" y="444"/>
                  </a:lnTo>
                  <a:lnTo>
                    <a:pt x="1409" y="445"/>
                  </a:lnTo>
                  <a:lnTo>
                    <a:pt x="1409" y="445"/>
                  </a:lnTo>
                  <a:lnTo>
                    <a:pt x="1410" y="445"/>
                  </a:lnTo>
                  <a:lnTo>
                    <a:pt x="1410" y="445"/>
                  </a:lnTo>
                  <a:lnTo>
                    <a:pt x="1410" y="446"/>
                  </a:lnTo>
                  <a:lnTo>
                    <a:pt x="1410" y="446"/>
                  </a:lnTo>
                  <a:lnTo>
                    <a:pt x="1411" y="446"/>
                  </a:lnTo>
                  <a:lnTo>
                    <a:pt x="1411" y="446"/>
                  </a:lnTo>
                  <a:lnTo>
                    <a:pt x="1411" y="446"/>
                  </a:lnTo>
                  <a:lnTo>
                    <a:pt x="1412" y="446"/>
                  </a:lnTo>
                  <a:lnTo>
                    <a:pt x="1412" y="446"/>
                  </a:lnTo>
                  <a:lnTo>
                    <a:pt x="1412" y="446"/>
                  </a:lnTo>
                  <a:lnTo>
                    <a:pt x="1412" y="446"/>
                  </a:lnTo>
                  <a:lnTo>
                    <a:pt x="1413" y="446"/>
                  </a:lnTo>
                  <a:lnTo>
                    <a:pt x="1413" y="447"/>
                  </a:lnTo>
                  <a:lnTo>
                    <a:pt x="1413" y="447"/>
                  </a:lnTo>
                  <a:lnTo>
                    <a:pt x="1413" y="447"/>
                  </a:lnTo>
                  <a:lnTo>
                    <a:pt x="1414" y="447"/>
                  </a:lnTo>
                  <a:lnTo>
                    <a:pt x="1414" y="447"/>
                  </a:lnTo>
                  <a:lnTo>
                    <a:pt x="1415" y="447"/>
                  </a:lnTo>
                  <a:lnTo>
                    <a:pt x="1415" y="447"/>
                  </a:lnTo>
                  <a:lnTo>
                    <a:pt x="1415" y="447"/>
                  </a:lnTo>
                  <a:lnTo>
                    <a:pt x="1415" y="447"/>
                  </a:lnTo>
                  <a:lnTo>
                    <a:pt x="1416" y="447"/>
                  </a:lnTo>
                  <a:lnTo>
                    <a:pt x="1416" y="447"/>
                  </a:lnTo>
                  <a:lnTo>
                    <a:pt x="1416" y="447"/>
                  </a:lnTo>
                  <a:lnTo>
                    <a:pt x="1416" y="447"/>
                  </a:lnTo>
                  <a:lnTo>
                    <a:pt x="1417" y="447"/>
                  </a:lnTo>
                  <a:lnTo>
                    <a:pt x="1417" y="447"/>
                  </a:lnTo>
                  <a:lnTo>
                    <a:pt x="1417" y="447"/>
                  </a:lnTo>
                  <a:lnTo>
                    <a:pt x="1418" y="447"/>
                  </a:lnTo>
                  <a:lnTo>
                    <a:pt x="1418" y="447"/>
                  </a:lnTo>
                  <a:lnTo>
                    <a:pt x="1418" y="447"/>
                  </a:lnTo>
                  <a:lnTo>
                    <a:pt x="1418" y="447"/>
                  </a:lnTo>
                  <a:lnTo>
                    <a:pt x="1419" y="447"/>
                  </a:lnTo>
                  <a:lnTo>
                    <a:pt x="1419" y="447"/>
                  </a:lnTo>
                  <a:lnTo>
                    <a:pt x="1419" y="447"/>
                  </a:lnTo>
                  <a:lnTo>
                    <a:pt x="1420" y="447"/>
                  </a:lnTo>
                  <a:lnTo>
                    <a:pt x="1420" y="447"/>
                  </a:lnTo>
                  <a:lnTo>
                    <a:pt x="1420" y="447"/>
                  </a:lnTo>
                  <a:lnTo>
                    <a:pt x="1421" y="447"/>
                  </a:lnTo>
                  <a:lnTo>
                    <a:pt x="1421" y="447"/>
                  </a:lnTo>
                  <a:lnTo>
                    <a:pt x="1421" y="447"/>
                  </a:lnTo>
                  <a:lnTo>
                    <a:pt x="1421" y="447"/>
                  </a:lnTo>
                  <a:lnTo>
                    <a:pt x="1422" y="447"/>
                  </a:lnTo>
                  <a:lnTo>
                    <a:pt x="1422" y="447"/>
                  </a:lnTo>
                  <a:lnTo>
                    <a:pt x="1422" y="447"/>
                  </a:lnTo>
                  <a:lnTo>
                    <a:pt x="1423" y="447"/>
                  </a:lnTo>
                  <a:lnTo>
                    <a:pt x="1423" y="447"/>
                  </a:lnTo>
                  <a:lnTo>
                    <a:pt x="1423" y="447"/>
                  </a:lnTo>
                  <a:lnTo>
                    <a:pt x="1424" y="447"/>
                  </a:lnTo>
                  <a:lnTo>
                    <a:pt x="1424" y="447"/>
                  </a:lnTo>
                  <a:lnTo>
                    <a:pt x="1424" y="447"/>
                  </a:lnTo>
                  <a:lnTo>
                    <a:pt x="1424" y="446"/>
                  </a:lnTo>
                  <a:lnTo>
                    <a:pt x="1425" y="446"/>
                  </a:lnTo>
                  <a:lnTo>
                    <a:pt x="1425" y="446"/>
                  </a:lnTo>
                  <a:lnTo>
                    <a:pt x="1425" y="446"/>
                  </a:lnTo>
                  <a:lnTo>
                    <a:pt x="1426" y="446"/>
                  </a:lnTo>
                  <a:lnTo>
                    <a:pt x="1426" y="446"/>
                  </a:lnTo>
                  <a:lnTo>
                    <a:pt x="1426" y="446"/>
                  </a:lnTo>
                  <a:lnTo>
                    <a:pt x="1426" y="446"/>
                  </a:lnTo>
                  <a:lnTo>
                    <a:pt x="1427" y="446"/>
                  </a:lnTo>
                  <a:lnTo>
                    <a:pt x="1427" y="446"/>
                  </a:lnTo>
                  <a:lnTo>
                    <a:pt x="1427" y="446"/>
                  </a:lnTo>
                  <a:lnTo>
                    <a:pt x="1427" y="446"/>
                  </a:lnTo>
                  <a:lnTo>
                    <a:pt x="1428" y="446"/>
                  </a:lnTo>
                  <a:lnTo>
                    <a:pt x="1428" y="446"/>
                  </a:lnTo>
                  <a:lnTo>
                    <a:pt x="1429" y="446"/>
                  </a:lnTo>
                  <a:lnTo>
                    <a:pt x="1429" y="446"/>
                  </a:lnTo>
                  <a:lnTo>
                    <a:pt x="1429" y="446"/>
                  </a:lnTo>
                  <a:lnTo>
                    <a:pt x="1429" y="445"/>
                  </a:lnTo>
                  <a:lnTo>
                    <a:pt x="1430" y="445"/>
                  </a:lnTo>
                  <a:lnTo>
                    <a:pt x="1430" y="445"/>
                  </a:lnTo>
                  <a:lnTo>
                    <a:pt x="1430" y="444"/>
                  </a:lnTo>
                  <a:lnTo>
                    <a:pt x="1430" y="444"/>
                  </a:lnTo>
                  <a:lnTo>
                    <a:pt x="1431" y="444"/>
                  </a:lnTo>
                  <a:lnTo>
                    <a:pt x="1431" y="444"/>
                  </a:lnTo>
                  <a:lnTo>
                    <a:pt x="1431" y="443"/>
                  </a:lnTo>
                  <a:lnTo>
                    <a:pt x="1432" y="443"/>
                  </a:lnTo>
                  <a:lnTo>
                    <a:pt x="1432" y="443"/>
                  </a:lnTo>
                  <a:lnTo>
                    <a:pt x="1432" y="443"/>
                  </a:lnTo>
                  <a:lnTo>
                    <a:pt x="1432" y="443"/>
                  </a:lnTo>
                  <a:lnTo>
                    <a:pt x="1433" y="443"/>
                  </a:lnTo>
                  <a:lnTo>
                    <a:pt x="1433" y="443"/>
                  </a:lnTo>
                  <a:lnTo>
                    <a:pt x="1433" y="442"/>
                  </a:lnTo>
                  <a:lnTo>
                    <a:pt x="1434" y="442"/>
                  </a:lnTo>
                  <a:lnTo>
                    <a:pt x="1434" y="442"/>
                  </a:lnTo>
                  <a:lnTo>
                    <a:pt x="1434" y="441"/>
                  </a:lnTo>
                  <a:lnTo>
                    <a:pt x="1435" y="441"/>
                  </a:lnTo>
                  <a:lnTo>
                    <a:pt x="1435" y="441"/>
                  </a:lnTo>
                  <a:lnTo>
                    <a:pt x="1435" y="441"/>
                  </a:lnTo>
                  <a:lnTo>
                    <a:pt x="1435" y="441"/>
                  </a:lnTo>
                  <a:lnTo>
                    <a:pt x="1436" y="440"/>
                  </a:lnTo>
                  <a:lnTo>
                    <a:pt x="1436" y="440"/>
                  </a:lnTo>
                  <a:lnTo>
                    <a:pt x="1436" y="440"/>
                  </a:lnTo>
                  <a:lnTo>
                    <a:pt x="1436" y="440"/>
                  </a:lnTo>
                  <a:lnTo>
                    <a:pt x="1437" y="439"/>
                  </a:lnTo>
                  <a:lnTo>
                    <a:pt x="1437" y="439"/>
                  </a:lnTo>
                  <a:lnTo>
                    <a:pt x="1438" y="438"/>
                  </a:lnTo>
                  <a:lnTo>
                    <a:pt x="1438" y="438"/>
                  </a:lnTo>
                  <a:lnTo>
                    <a:pt x="1438" y="438"/>
                  </a:lnTo>
                  <a:lnTo>
                    <a:pt x="1438" y="438"/>
                  </a:lnTo>
                  <a:lnTo>
                    <a:pt x="1439" y="438"/>
                  </a:lnTo>
                  <a:lnTo>
                    <a:pt x="1439" y="438"/>
                  </a:lnTo>
                  <a:lnTo>
                    <a:pt x="1439" y="438"/>
                  </a:lnTo>
                  <a:lnTo>
                    <a:pt x="1439" y="438"/>
                  </a:lnTo>
                  <a:lnTo>
                    <a:pt x="1440" y="438"/>
                  </a:lnTo>
                  <a:lnTo>
                    <a:pt x="1440" y="437"/>
                  </a:lnTo>
                  <a:lnTo>
                    <a:pt x="1440" y="437"/>
                  </a:lnTo>
                  <a:lnTo>
                    <a:pt x="1441" y="437"/>
                  </a:lnTo>
                  <a:lnTo>
                    <a:pt x="1441" y="437"/>
                  </a:lnTo>
                  <a:lnTo>
                    <a:pt x="1441" y="437"/>
                  </a:lnTo>
                  <a:lnTo>
                    <a:pt x="1441" y="437"/>
                  </a:lnTo>
                  <a:lnTo>
                    <a:pt x="1442" y="437"/>
                  </a:lnTo>
                  <a:lnTo>
                    <a:pt x="1442" y="437"/>
                  </a:lnTo>
                  <a:lnTo>
                    <a:pt x="1442" y="437"/>
                  </a:lnTo>
                  <a:lnTo>
                    <a:pt x="1443" y="437"/>
                  </a:lnTo>
                  <a:lnTo>
                    <a:pt x="1443" y="437"/>
                  </a:lnTo>
                  <a:lnTo>
                    <a:pt x="1443" y="437"/>
                  </a:lnTo>
                  <a:lnTo>
                    <a:pt x="1444" y="437"/>
                  </a:lnTo>
                  <a:lnTo>
                    <a:pt x="1444" y="437"/>
                  </a:lnTo>
                  <a:lnTo>
                    <a:pt x="1444" y="437"/>
                  </a:lnTo>
                  <a:lnTo>
                    <a:pt x="1444" y="437"/>
                  </a:lnTo>
                  <a:lnTo>
                    <a:pt x="1445" y="437"/>
                  </a:lnTo>
                  <a:lnTo>
                    <a:pt x="1445" y="437"/>
                  </a:lnTo>
                  <a:lnTo>
                    <a:pt x="1445" y="437"/>
                  </a:lnTo>
                  <a:lnTo>
                    <a:pt x="1445" y="437"/>
                  </a:lnTo>
                  <a:lnTo>
                    <a:pt x="1446" y="437"/>
                  </a:lnTo>
                  <a:lnTo>
                    <a:pt x="1446" y="437"/>
                  </a:lnTo>
                  <a:lnTo>
                    <a:pt x="1447" y="437"/>
                  </a:lnTo>
                  <a:lnTo>
                    <a:pt x="1447" y="438"/>
                  </a:lnTo>
                  <a:lnTo>
                    <a:pt x="1447" y="438"/>
                  </a:lnTo>
                  <a:lnTo>
                    <a:pt x="1447" y="438"/>
                  </a:lnTo>
                  <a:lnTo>
                    <a:pt x="1448" y="438"/>
                  </a:lnTo>
                  <a:lnTo>
                    <a:pt x="1448" y="438"/>
                  </a:lnTo>
                  <a:lnTo>
                    <a:pt x="1448" y="439"/>
                  </a:lnTo>
                  <a:lnTo>
                    <a:pt x="1448" y="439"/>
                  </a:lnTo>
                  <a:lnTo>
                    <a:pt x="1449" y="439"/>
                  </a:lnTo>
                  <a:lnTo>
                    <a:pt x="1449" y="440"/>
                  </a:lnTo>
                  <a:lnTo>
                    <a:pt x="1449" y="440"/>
                  </a:lnTo>
                  <a:lnTo>
                    <a:pt x="1450" y="440"/>
                  </a:lnTo>
                  <a:lnTo>
                    <a:pt x="1450" y="440"/>
                  </a:lnTo>
                  <a:lnTo>
                    <a:pt x="1450" y="440"/>
                  </a:lnTo>
                  <a:lnTo>
                    <a:pt x="1450" y="441"/>
                  </a:lnTo>
                  <a:lnTo>
                    <a:pt x="1451" y="441"/>
                  </a:lnTo>
                  <a:lnTo>
                    <a:pt x="1451" y="441"/>
                  </a:lnTo>
                  <a:lnTo>
                    <a:pt x="1451" y="441"/>
                  </a:lnTo>
                  <a:lnTo>
                    <a:pt x="1451" y="441"/>
                  </a:lnTo>
                  <a:lnTo>
                    <a:pt x="1452" y="441"/>
                  </a:lnTo>
                  <a:lnTo>
                    <a:pt x="1452" y="441"/>
                  </a:lnTo>
                  <a:lnTo>
                    <a:pt x="1453" y="442"/>
                  </a:lnTo>
                  <a:lnTo>
                    <a:pt x="1453" y="442"/>
                  </a:lnTo>
                  <a:lnTo>
                    <a:pt x="1453" y="442"/>
                  </a:lnTo>
                  <a:lnTo>
                    <a:pt x="1453" y="443"/>
                  </a:lnTo>
                  <a:lnTo>
                    <a:pt x="1454" y="443"/>
                  </a:lnTo>
                  <a:lnTo>
                    <a:pt x="1454" y="443"/>
                  </a:lnTo>
                  <a:lnTo>
                    <a:pt x="1454" y="443"/>
                  </a:lnTo>
                  <a:lnTo>
                    <a:pt x="1454" y="443"/>
                  </a:lnTo>
                  <a:lnTo>
                    <a:pt x="1455" y="443"/>
                  </a:lnTo>
                  <a:lnTo>
                    <a:pt x="1455" y="444"/>
                  </a:lnTo>
                  <a:lnTo>
                    <a:pt x="1455" y="444"/>
                  </a:lnTo>
                  <a:lnTo>
                    <a:pt x="1456" y="444"/>
                  </a:lnTo>
                  <a:lnTo>
                    <a:pt x="1456" y="444"/>
                  </a:lnTo>
                  <a:lnTo>
                    <a:pt x="1456" y="445"/>
                  </a:lnTo>
                  <a:lnTo>
                    <a:pt x="1457" y="446"/>
                  </a:lnTo>
                  <a:lnTo>
                    <a:pt x="1457" y="446"/>
                  </a:lnTo>
                  <a:lnTo>
                    <a:pt x="1457" y="446"/>
                  </a:lnTo>
                  <a:lnTo>
                    <a:pt x="1457" y="446"/>
                  </a:lnTo>
                  <a:lnTo>
                    <a:pt x="1458" y="447"/>
                  </a:lnTo>
                  <a:lnTo>
                    <a:pt x="1458" y="447"/>
                  </a:lnTo>
                  <a:lnTo>
                    <a:pt x="1458" y="447"/>
                  </a:lnTo>
                  <a:lnTo>
                    <a:pt x="1459" y="447"/>
                  </a:lnTo>
                  <a:lnTo>
                    <a:pt x="1459" y="447"/>
                  </a:lnTo>
                  <a:lnTo>
                    <a:pt x="1459" y="448"/>
                  </a:lnTo>
                  <a:lnTo>
                    <a:pt x="1459" y="448"/>
                  </a:lnTo>
                  <a:lnTo>
                    <a:pt x="1460" y="448"/>
                  </a:lnTo>
                  <a:lnTo>
                    <a:pt x="1460" y="449"/>
                  </a:lnTo>
                  <a:lnTo>
                    <a:pt x="1460" y="449"/>
                  </a:lnTo>
                  <a:lnTo>
                    <a:pt x="1460" y="449"/>
                  </a:lnTo>
                  <a:lnTo>
                    <a:pt x="1461" y="449"/>
                  </a:lnTo>
                  <a:lnTo>
                    <a:pt x="1461" y="449"/>
                  </a:lnTo>
                  <a:lnTo>
                    <a:pt x="1462" y="449"/>
                  </a:lnTo>
                  <a:lnTo>
                    <a:pt x="1462" y="449"/>
                  </a:lnTo>
                  <a:lnTo>
                    <a:pt x="1462" y="450"/>
                  </a:lnTo>
                  <a:lnTo>
                    <a:pt x="1462" y="450"/>
                  </a:lnTo>
                  <a:lnTo>
                    <a:pt x="1463" y="450"/>
                  </a:lnTo>
                  <a:lnTo>
                    <a:pt x="1463" y="450"/>
                  </a:lnTo>
                  <a:lnTo>
                    <a:pt x="1463" y="450"/>
                  </a:lnTo>
                  <a:lnTo>
                    <a:pt x="1463" y="451"/>
                  </a:lnTo>
                  <a:lnTo>
                    <a:pt x="1464" y="451"/>
                  </a:lnTo>
                  <a:lnTo>
                    <a:pt x="1464" y="451"/>
                  </a:lnTo>
                  <a:lnTo>
                    <a:pt x="1464" y="451"/>
                  </a:lnTo>
                  <a:lnTo>
                    <a:pt x="1465" y="451"/>
                  </a:lnTo>
                  <a:lnTo>
                    <a:pt x="1465" y="452"/>
                  </a:lnTo>
                  <a:lnTo>
                    <a:pt x="1465" y="452"/>
                  </a:lnTo>
                  <a:lnTo>
                    <a:pt x="1465" y="452"/>
                  </a:lnTo>
                  <a:lnTo>
                    <a:pt x="1466" y="452"/>
                  </a:lnTo>
                  <a:lnTo>
                    <a:pt x="1466" y="452"/>
                  </a:lnTo>
                  <a:lnTo>
                    <a:pt x="1466" y="452"/>
                  </a:lnTo>
                  <a:lnTo>
                    <a:pt x="1467" y="452"/>
                  </a:lnTo>
                  <a:lnTo>
                    <a:pt x="1467" y="452"/>
                  </a:lnTo>
                  <a:lnTo>
                    <a:pt x="1467" y="453"/>
                  </a:lnTo>
                  <a:lnTo>
                    <a:pt x="1468" y="453"/>
                  </a:lnTo>
                  <a:lnTo>
                    <a:pt x="1468" y="453"/>
                  </a:lnTo>
                  <a:lnTo>
                    <a:pt x="1468" y="453"/>
                  </a:lnTo>
                  <a:lnTo>
                    <a:pt x="1468" y="453"/>
                  </a:lnTo>
                  <a:lnTo>
                    <a:pt x="1469" y="453"/>
                  </a:lnTo>
                  <a:lnTo>
                    <a:pt x="1469" y="453"/>
                  </a:lnTo>
                  <a:lnTo>
                    <a:pt x="1469" y="453"/>
                  </a:lnTo>
                  <a:lnTo>
                    <a:pt x="1469" y="454"/>
                  </a:lnTo>
                  <a:lnTo>
                    <a:pt x="1470" y="454"/>
                  </a:lnTo>
                  <a:lnTo>
                    <a:pt x="1470" y="455"/>
                  </a:lnTo>
                  <a:lnTo>
                    <a:pt x="1471" y="455"/>
                  </a:lnTo>
                  <a:lnTo>
                    <a:pt x="1471" y="455"/>
                  </a:lnTo>
                  <a:lnTo>
                    <a:pt x="1471" y="455"/>
                  </a:lnTo>
                  <a:lnTo>
                    <a:pt x="1471" y="456"/>
                  </a:lnTo>
                  <a:lnTo>
                    <a:pt x="1472" y="456"/>
                  </a:lnTo>
                  <a:lnTo>
                    <a:pt x="1472" y="456"/>
                  </a:lnTo>
                  <a:lnTo>
                    <a:pt x="1472" y="456"/>
                  </a:lnTo>
                  <a:lnTo>
                    <a:pt x="1472" y="456"/>
                  </a:lnTo>
                  <a:lnTo>
                    <a:pt x="1473" y="457"/>
                  </a:lnTo>
                  <a:lnTo>
                    <a:pt x="1473" y="457"/>
                  </a:lnTo>
                  <a:lnTo>
                    <a:pt x="1473" y="457"/>
                  </a:lnTo>
                  <a:lnTo>
                    <a:pt x="1474" y="457"/>
                  </a:lnTo>
                  <a:lnTo>
                    <a:pt x="1474" y="457"/>
                  </a:lnTo>
                  <a:lnTo>
                    <a:pt x="1474" y="457"/>
                  </a:lnTo>
                  <a:lnTo>
                    <a:pt x="1474" y="458"/>
                  </a:lnTo>
                  <a:lnTo>
                    <a:pt x="1475" y="458"/>
                  </a:lnTo>
                  <a:lnTo>
                    <a:pt x="1475" y="458"/>
                  </a:lnTo>
                  <a:lnTo>
                    <a:pt x="1475" y="458"/>
                  </a:lnTo>
                  <a:lnTo>
                    <a:pt x="1475" y="458"/>
                  </a:lnTo>
                  <a:lnTo>
                    <a:pt x="1476" y="458"/>
                  </a:lnTo>
                  <a:lnTo>
                    <a:pt x="1476" y="458"/>
                  </a:lnTo>
                  <a:lnTo>
                    <a:pt x="1477" y="459"/>
                  </a:lnTo>
                  <a:lnTo>
                    <a:pt x="1477" y="459"/>
                  </a:lnTo>
                  <a:lnTo>
                    <a:pt x="1477" y="459"/>
                  </a:lnTo>
                  <a:lnTo>
                    <a:pt x="1477" y="459"/>
                  </a:lnTo>
                  <a:lnTo>
                    <a:pt x="1478" y="459"/>
                  </a:lnTo>
                  <a:lnTo>
                    <a:pt x="1478" y="459"/>
                  </a:lnTo>
                  <a:lnTo>
                    <a:pt x="1478" y="459"/>
                  </a:lnTo>
                  <a:lnTo>
                    <a:pt x="1478" y="459"/>
                  </a:lnTo>
                  <a:lnTo>
                    <a:pt x="1479" y="459"/>
                  </a:lnTo>
                  <a:lnTo>
                    <a:pt x="1479" y="459"/>
                  </a:lnTo>
                  <a:lnTo>
                    <a:pt x="1479" y="459"/>
                  </a:lnTo>
                  <a:lnTo>
                    <a:pt x="1480" y="459"/>
                  </a:lnTo>
                  <a:lnTo>
                    <a:pt x="1480" y="459"/>
                  </a:lnTo>
                  <a:lnTo>
                    <a:pt x="1480" y="459"/>
                  </a:lnTo>
                  <a:lnTo>
                    <a:pt x="1481" y="459"/>
                  </a:lnTo>
                  <a:lnTo>
                    <a:pt x="1481" y="459"/>
                  </a:lnTo>
                  <a:lnTo>
                    <a:pt x="1481" y="459"/>
                  </a:lnTo>
                  <a:lnTo>
                    <a:pt x="1481" y="458"/>
                  </a:lnTo>
                  <a:lnTo>
                    <a:pt x="1482" y="458"/>
                  </a:lnTo>
                  <a:lnTo>
                    <a:pt x="1482" y="458"/>
                  </a:lnTo>
                  <a:lnTo>
                    <a:pt x="1482" y="458"/>
                  </a:lnTo>
                  <a:lnTo>
                    <a:pt x="1483" y="458"/>
                  </a:lnTo>
                  <a:lnTo>
                    <a:pt x="1483" y="458"/>
                  </a:lnTo>
                  <a:lnTo>
                    <a:pt x="1483" y="458"/>
                  </a:lnTo>
                  <a:lnTo>
                    <a:pt x="1483" y="458"/>
                  </a:lnTo>
                  <a:lnTo>
                    <a:pt x="1484" y="458"/>
                  </a:lnTo>
                  <a:lnTo>
                    <a:pt x="1484" y="458"/>
                  </a:lnTo>
                  <a:lnTo>
                    <a:pt x="1484" y="457"/>
                  </a:lnTo>
                  <a:lnTo>
                    <a:pt x="1484" y="457"/>
                  </a:lnTo>
                  <a:lnTo>
                    <a:pt x="1485" y="457"/>
                  </a:lnTo>
                  <a:lnTo>
                    <a:pt x="1485" y="457"/>
                  </a:lnTo>
                  <a:lnTo>
                    <a:pt x="1486" y="457"/>
                  </a:lnTo>
                  <a:lnTo>
                    <a:pt x="1486" y="457"/>
                  </a:lnTo>
                  <a:lnTo>
                    <a:pt x="1486" y="456"/>
                  </a:lnTo>
                  <a:lnTo>
                    <a:pt x="1486" y="456"/>
                  </a:lnTo>
                  <a:lnTo>
                    <a:pt x="1487" y="456"/>
                  </a:lnTo>
                  <a:lnTo>
                    <a:pt x="1487" y="456"/>
                  </a:lnTo>
                  <a:lnTo>
                    <a:pt x="1487" y="456"/>
                  </a:lnTo>
                  <a:lnTo>
                    <a:pt x="1487" y="456"/>
                  </a:lnTo>
                  <a:lnTo>
                    <a:pt x="1488" y="455"/>
                  </a:lnTo>
                  <a:lnTo>
                    <a:pt x="1488" y="455"/>
                  </a:lnTo>
                  <a:lnTo>
                    <a:pt x="1488" y="455"/>
                  </a:lnTo>
                  <a:lnTo>
                    <a:pt x="1489" y="455"/>
                  </a:lnTo>
                  <a:lnTo>
                    <a:pt x="1489" y="454"/>
                  </a:lnTo>
                  <a:lnTo>
                    <a:pt x="1489" y="454"/>
                  </a:lnTo>
                  <a:lnTo>
                    <a:pt x="1489" y="453"/>
                  </a:lnTo>
                  <a:lnTo>
                    <a:pt x="1490" y="453"/>
                  </a:lnTo>
                  <a:lnTo>
                    <a:pt x="1490" y="453"/>
                  </a:lnTo>
                  <a:lnTo>
                    <a:pt x="1491" y="453"/>
                  </a:lnTo>
                  <a:lnTo>
                    <a:pt x="1491" y="452"/>
                  </a:lnTo>
                  <a:lnTo>
                    <a:pt x="1491" y="452"/>
                  </a:lnTo>
                  <a:lnTo>
                    <a:pt x="1491" y="452"/>
                  </a:lnTo>
                  <a:lnTo>
                    <a:pt x="1492" y="452"/>
                  </a:lnTo>
                  <a:lnTo>
                    <a:pt x="1492" y="452"/>
                  </a:lnTo>
                  <a:lnTo>
                    <a:pt x="1492" y="451"/>
                  </a:lnTo>
                  <a:lnTo>
                    <a:pt x="1492" y="451"/>
                  </a:lnTo>
                  <a:lnTo>
                    <a:pt x="1493" y="451"/>
                  </a:lnTo>
                  <a:lnTo>
                    <a:pt x="1493" y="451"/>
                  </a:lnTo>
                  <a:lnTo>
                    <a:pt x="1494" y="451"/>
                  </a:lnTo>
                  <a:lnTo>
                    <a:pt x="1494" y="451"/>
                  </a:lnTo>
                  <a:lnTo>
                    <a:pt x="1494" y="451"/>
                  </a:lnTo>
                  <a:lnTo>
                    <a:pt x="1494" y="451"/>
                  </a:lnTo>
                  <a:lnTo>
                    <a:pt x="1495" y="451"/>
                  </a:lnTo>
                  <a:lnTo>
                    <a:pt x="1495" y="451"/>
                  </a:lnTo>
                  <a:lnTo>
                    <a:pt x="1495" y="451"/>
                  </a:lnTo>
                  <a:lnTo>
                    <a:pt x="1495" y="451"/>
                  </a:lnTo>
                  <a:lnTo>
                    <a:pt x="1496" y="451"/>
                  </a:lnTo>
                  <a:lnTo>
                    <a:pt x="1496" y="451"/>
                  </a:lnTo>
                  <a:lnTo>
                    <a:pt x="1496" y="451"/>
                  </a:lnTo>
                  <a:lnTo>
                    <a:pt x="1497" y="451"/>
                  </a:lnTo>
                  <a:lnTo>
                    <a:pt x="1497" y="451"/>
                  </a:lnTo>
                  <a:lnTo>
                    <a:pt x="1497" y="450"/>
                  </a:lnTo>
                  <a:lnTo>
                    <a:pt x="1497" y="450"/>
                  </a:lnTo>
                  <a:lnTo>
                    <a:pt x="1498" y="450"/>
                  </a:lnTo>
                  <a:lnTo>
                    <a:pt x="1498" y="450"/>
                  </a:lnTo>
                  <a:lnTo>
                    <a:pt x="1498" y="450"/>
                  </a:lnTo>
                  <a:lnTo>
                    <a:pt x="1498" y="450"/>
                  </a:lnTo>
                  <a:lnTo>
                    <a:pt x="1499" y="450"/>
                  </a:lnTo>
                  <a:lnTo>
                    <a:pt x="1499" y="450"/>
                  </a:lnTo>
                  <a:lnTo>
                    <a:pt x="1500" y="450"/>
                  </a:lnTo>
                  <a:lnTo>
                    <a:pt x="1500" y="450"/>
                  </a:lnTo>
                  <a:lnTo>
                    <a:pt x="1500" y="449"/>
                  </a:lnTo>
                  <a:lnTo>
                    <a:pt x="1500" y="449"/>
                  </a:lnTo>
                  <a:lnTo>
                    <a:pt x="1501" y="449"/>
                  </a:lnTo>
                  <a:lnTo>
                    <a:pt x="1501" y="449"/>
                  </a:lnTo>
                  <a:lnTo>
                    <a:pt x="1501" y="449"/>
                  </a:lnTo>
                  <a:lnTo>
                    <a:pt x="1501" y="449"/>
                  </a:lnTo>
                  <a:lnTo>
                    <a:pt x="1502" y="449"/>
                  </a:lnTo>
                  <a:lnTo>
                    <a:pt x="1502" y="449"/>
                  </a:lnTo>
                  <a:lnTo>
                    <a:pt x="1502" y="449"/>
                  </a:lnTo>
                  <a:lnTo>
                    <a:pt x="1503" y="449"/>
                  </a:lnTo>
                  <a:lnTo>
                    <a:pt x="1503" y="449"/>
                  </a:lnTo>
                  <a:lnTo>
                    <a:pt x="1503" y="449"/>
                  </a:lnTo>
                  <a:lnTo>
                    <a:pt x="1504" y="449"/>
                  </a:lnTo>
                  <a:lnTo>
                    <a:pt x="1504" y="449"/>
                  </a:lnTo>
                  <a:lnTo>
                    <a:pt x="1504" y="449"/>
                  </a:lnTo>
                  <a:lnTo>
                    <a:pt x="1504" y="449"/>
                  </a:lnTo>
                  <a:lnTo>
                    <a:pt x="1505" y="449"/>
                  </a:lnTo>
                  <a:lnTo>
                    <a:pt x="1505" y="449"/>
                  </a:lnTo>
                  <a:lnTo>
                    <a:pt x="1505" y="450"/>
                  </a:lnTo>
                  <a:lnTo>
                    <a:pt x="1506" y="450"/>
                  </a:lnTo>
                  <a:lnTo>
                    <a:pt x="1506" y="450"/>
                  </a:lnTo>
                  <a:lnTo>
                    <a:pt x="1506" y="450"/>
                  </a:lnTo>
                  <a:lnTo>
                    <a:pt x="1506" y="450"/>
                  </a:lnTo>
                  <a:lnTo>
                    <a:pt x="1507" y="450"/>
                  </a:lnTo>
                  <a:lnTo>
                    <a:pt x="1507" y="450"/>
                  </a:lnTo>
                  <a:lnTo>
                    <a:pt x="1507" y="450"/>
                  </a:lnTo>
                  <a:lnTo>
                    <a:pt x="1507" y="450"/>
                  </a:lnTo>
                  <a:lnTo>
                    <a:pt x="1508" y="450"/>
                  </a:lnTo>
                  <a:lnTo>
                    <a:pt x="1508" y="451"/>
                  </a:lnTo>
                  <a:lnTo>
                    <a:pt x="1509" y="451"/>
                  </a:lnTo>
                  <a:lnTo>
                    <a:pt x="1509" y="451"/>
                  </a:lnTo>
                  <a:lnTo>
                    <a:pt x="1509" y="451"/>
                  </a:lnTo>
                  <a:lnTo>
                    <a:pt x="1509" y="451"/>
                  </a:lnTo>
                  <a:lnTo>
                    <a:pt x="1510" y="451"/>
                  </a:lnTo>
                  <a:lnTo>
                    <a:pt x="1510" y="451"/>
                  </a:lnTo>
                  <a:lnTo>
                    <a:pt x="1510" y="451"/>
                  </a:lnTo>
                  <a:lnTo>
                    <a:pt x="1510" y="451"/>
                  </a:lnTo>
                  <a:lnTo>
                    <a:pt x="1511" y="451"/>
                  </a:lnTo>
                  <a:lnTo>
                    <a:pt x="1511" y="451"/>
                  </a:lnTo>
                  <a:lnTo>
                    <a:pt x="1511" y="451"/>
                  </a:lnTo>
                  <a:lnTo>
                    <a:pt x="1512" y="451"/>
                  </a:lnTo>
                  <a:lnTo>
                    <a:pt x="1512" y="452"/>
                  </a:lnTo>
                  <a:lnTo>
                    <a:pt x="1512" y="452"/>
                  </a:lnTo>
                  <a:lnTo>
                    <a:pt x="1512" y="452"/>
                  </a:lnTo>
                  <a:lnTo>
                    <a:pt x="1513" y="452"/>
                  </a:lnTo>
                  <a:lnTo>
                    <a:pt x="1513" y="452"/>
                  </a:lnTo>
                  <a:lnTo>
                    <a:pt x="1513" y="452"/>
                  </a:lnTo>
                  <a:lnTo>
                    <a:pt x="1514" y="452"/>
                  </a:lnTo>
                  <a:lnTo>
                    <a:pt x="1514" y="452"/>
                  </a:lnTo>
                  <a:lnTo>
                    <a:pt x="1514" y="452"/>
                  </a:lnTo>
                  <a:lnTo>
                    <a:pt x="1515" y="453"/>
                  </a:lnTo>
                  <a:lnTo>
                    <a:pt x="1515" y="453"/>
                  </a:lnTo>
                  <a:lnTo>
                    <a:pt x="1515" y="453"/>
                  </a:lnTo>
                  <a:lnTo>
                    <a:pt x="1515" y="453"/>
                  </a:lnTo>
                  <a:lnTo>
                    <a:pt x="1516" y="453"/>
                  </a:lnTo>
                  <a:lnTo>
                    <a:pt x="1516" y="453"/>
                  </a:lnTo>
                  <a:lnTo>
                    <a:pt x="1516" y="453"/>
                  </a:lnTo>
                  <a:lnTo>
                    <a:pt x="1516" y="453"/>
                  </a:lnTo>
                  <a:lnTo>
                    <a:pt x="1517" y="453"/>
                  </a:lnTo>
                  <a:lnTo>
                    <a:pt x="1517" y="453"/>
                  </a:lnTo>
                  <a:lnTo>
                    <a:pt x="1518" y="453"/>
                  </a:lnTo>
                  <a:lnTo>
                    <a:pt x="1518" y="454"/>
                  </a:lnTo>
                  <a:lnTo>
                    <a:pt x="1518" y="454"/>
                  </a:lnTo>
                  <a:lnTo>
                    <a:pt x="1518" y="454"/>
                  </a:lnTo>
                  <a:lnTo>
                    <a:pt x="1519" y="454"/>
                  </a:lnTo>
                  <a:lnTo>
                    <a:pt x="1519" y="454"/>
                  </a:lnTo>
                  <a:lnTo>
                    <a:pt x="1519" y="454"/>
                  </a:lnTo>
                  <a:lnTo>
                    <a:pt x="1519" y="454"/>
                  </a:lnTo>
                  <a:lnTo>
                    <a:pt x="1520" y="454"/>
                  </a:lnTo>
                  <a:lnTo>
                    <a:pt x="1520" y="454"/>
                  </a:lnTo>
                  <a:lnTo>
                    <a:pt x="1520" y="454"/>
                  </a:lnTo>
                  <a:lnTo>
                    <a:pt x="1521" y="454"/>
                  </a:lnTo>
                  <a:lnTo>
                    <a:pt x="1521" y="454"/>
                  </a:lnTo>
                  <a:lnTo>
                    <a:pt x="1521" y="453"/>
                  </a:lnTo>
                  <a:lnTo>
                    <a:pt x="1521" y="453"/>
                  </a:lnTo>
                  <a:lnTo>
                    <a:pt x="1522" y="453"/>
                  </a:lnTo>
                  <a:lnTo>
                    <a:pt x="1522" y="453"/>
                  </a:lnTo>
                  <a:lnTo>
                    <a:pt x="1522" y="453"/>
                  </a:lnTo>
                  <a:lnTo>
                    <a:pt x="1522" y="453"/>
                  </a:lnTo>
                  <a:lnTo>
                    <a:pt x="1523" y="453"/>
                  </a:lnTo>
                  <a:lnTo>
                    <a:pt x="1523" y="453"/>
                  </a:lnTo>
                  <a:lnTo>
                    <a:pt x="1524" y="453"/>
                  </a:lnTo>
                  <a:lnTo>
                    <a:pt x="1524" y="452"/>
                  </a:lnTo>
                  <a:lnTo>
                    <a:pt x="1524" y="452"/>
                  </a:lnTo>
                  <a:lnTo>
                    <a:pt x="1524" y="452"/>
                  </a:lnTo>
                  <a:lnTo>
                    <a:pt x="1525" y="452"/>
                  </a:lnTo>
                  <a:lnTo>
                    <a:pt x="1525" y="452"/>
                  </a:lnTo>
                  <a:lnTo>
                    <a:pt x="1525" y="452"/>
                  </a:lnTo>
                  <a:lnTo>
                    <a:pt x="1525" y="452"/>
                  </a:lnTo>
                  <a:lnTo>
                    <a:pt x="1526" y="452"/>
                  </a:lnTo>
                  <a:lnTo>
                    <a:pt x="1526" y="452"/>
                  </a:lnTo>
                  <a:lnTo>
                    <a:pt x="1526" y="452"/>
                  </a:lnTo>
                  <a:lnTo>
                    <a:pt x="1527" y="452"/>
                  </a:lnTo>
                  <a:lnTo>
                    <a:pt x="1527" y="452"/>
                  </a:lnTo>
                  <a:lnTo>
                    <a:pt x="1527" y="452"/>
                  </a:lnTo>
                  <a:lnTo>
                    <a:pt x="1528" y="452"/>
                  </a:lnTo>
                  <a:lnTo>
                    <a:pt x="1528" y="452"/>
                  </a:lnTo>
                  <a:lnTo>
                    <a:pt x="1528" y="452"/>
                  </a:lnTo>
                  <a:lnTo>
                    <a:pt x="1528" y="453"/>
                  </a:lnTo>
                  <a:lnTo>
                    <a:pt x="1529" y="453"/>
                  </a:lnTo>
                  <a:lnTo>
                    <a:pt x="1529" y="453"/>
                  </a:lnTo>
                  <a:lnTo>
                    <a:pt x="1529" y="453"/>
                  </a:lnTo>
                  <a:lnTo>
                    <a:pt x="1530" y="453"/>
                  </a:lnTo>
                  <a:lnTo>
                    <a:pt x="1530" y="453"/>
                  </a:lnTo>
                  <a:lnTo>
                    <a:pt x="1530" y="453"/>
                  </a:lnTo>
                  <a:lnTo>
                    <a:pt x="1530" y="454"/>
                  </a:lnTo>
                  <a:lnTo>
                    <a:pt x="1531" y="454"/>
                  </a:lnTo>
                  <a:lnTo>
                    <a:pt x="1531" y="454"/>
                  </a:lnTo>
                  <a:lnTo>
                    <a:pt x="1531" y="455"/>
                  </a:lnTo>
                  <a:lnTo>
                    <a:pt x="1531" y="455"/>
                  </a:lnTo>
                  <a:lnTo>
                    <a:pt x="1532" y="455"/>
                  </a:lnTo>
                  <a:lnTo>
                    <a:pt x="1532" y="455"/>
                  </a:lnTo>
                  <a:lnTo>
                    <a:pt x="1533" y="455"/>
                  </a:lnTo>
                  <a:lnTo>
                    <a:pt x="1533" y="455"/>
                  </a:lnTo>
                  <a:lnTo>
                    <a:pt x="1533" y="456"/>
                  </a:lnTo>
                  <a:lnTo>
                    <a:pt x="1533" y="456"/>
                  </a:lnTo>
                  <a:lnTo>
                    <a:pt x="1534" y="456"/>
                  </a:lnTo>
                  <a:lnTo>
                    <a:pt x="1534" y="456"/>
                  </a:lnTo>
                  <a:lnTo>
                    <a:pt x="1534" y="456"/>
                  </a:lnTo>
                  <a:lnTo>
                    <a:pt x="1534" y="456"/>
                  </a:lnTo>
                  <a:lnTo>
                    <a:pt x="1535" y="456"/>
                  </a:lnTo>
                  <a:lnTo>
                    <a:pt x="1535" y="456"/>
                  </a:lnTo>
                  <a:lnTo>
                    <a:pt x="1535" y="456"/>
                  </a:lnTo>
                  <a:lnTo>
                    <a:pt x="1536" y="456"/>
                  </a:lnTo>
                  <a:lnTo>
                    <a:pt x="1536" y="456"/>
                  </a:lnTo>
                  <a:lnTo>
                    <a:pt x="1536" y="457"/>
                  </a:lnTo>
                  <a:lnTo>
                    <a:pt x="1536" y="457"/>
                  </a:lnTo>
                  <a:lnTo>
                    <a:pt x="1537" y="457"/>
                  </a:lnTo>
                  <a:lnTo>
                    <a:pt x="1537" y="457"/>
                  </a:lnTo>
                  <a:lnTo>
                    <a:pt x="1537" y="457"/>
                  </a:lnTo>
                  <a:lnTo>
                    <a:pt x="1538" y="457"/>
                  </a:lnTo>
                  <a:lnTo>
                    <a:pt x="1538" y="457"/>
                  </a:lnTo>
                  <a:lnTo>
                    <a:pt x="1538" y="457"/>
                  </a:lnTo>
                  <a:lnTo>
                    <a:pt x="1539" y="457"/>
                  </a:lnTo>
                  <a:lnTo>
                    <a:pt x="1539" y="457"/>
                  </a:lnTo>
                  <a:lnTo>
                    <a:pt x="1539" y="457"/>
                  </a:lnTo>
                  <a:lnTo>
                    <a:pt x="1539" y="458"/>
                  </a:lnTo>
                  <a:lnTo>
                    <a:pt x="1540" y="458"/>
                  </a:lnTo>
                  <a:lnTo>
                    <a:pt x="1540" y="458"/>
                  </a:lnTo>
                  <a:lnTo>
                    <a:pt x="1540" y="458"/>
                  </a:lnTo>
                  <a:lnTo>
                    <a:pt x="1540" y="458"/>
                  </a:lnTo>
                  <a:lnTo>
                    <a:pt x="1541" y="458"/>
                  </a:lnTo>
                  <a:lnTo>
                    <a:pt x="1541" y="458"/>
                  </a:lnTo>
                  <a:lnTo>
                    <a:pt x="1542" y="458"/>
                  </a:lnTo>
                  <a:lnTo>
                    <a:pt x="1542" y="458"/>
                  </a:lnTo>
                  <a:lnTo>
                    <a:pt x="1542" y="458"/>
                  </a:lnTo>
                  <a:lnTo>
                    <a:pt x="1542" y="458"/>
                  </a:lnTo>
                  <a:lnTo>
                    <a:pt x="1543" y="458"/>
                  </a:lnTo>
                  <a:lnTo>
                    <a:pt x="1543" y="458"/>
                  </a:lnTo>
                  <a:lnTo>
                    <a:pt x="1543" y="458"/>
                  </a:lnTo>
                  <a:lnTo>
                    <a:pt x="1543" y="459"/>
                  </a:lnTo>
                  <a:lnTo>
                    <a:pt x="1544" y="459"/>
                  </a:lnTo>
                  <a:lnTo>
                    <a:pt x="1544" y="459"/>
                  </a:lnTo>
                  <a:lnTo>
                    <a:pt x="1544" y="459"/>
                  </a:lnTo>
                  <a:lnTo>
                    <a:pt x="1545" y="459"/>
                  </a:lnTo>
                  <a:lnTo>
                    <a:pt x="1545" y="459"/>
                  </a:lnTo>
                  <a:lnTo>
                    <a:pt x="1545" y="459"/>
                  </a:lnTo>
                  <a:lnTo>
                    <a:pt x="1545" y="459"/>
                  </a:lnTo>
                  <a:lnTo>
                    <a:pt x="1546" y="459"/>
                  </a:lnTo>
                  <a:lnTo>
                    <a:pt x="1546" y="459"/>
                  </a:lnTo>
                  <a:lnTo>
                    <a:pt x="1546" y="459"/>
                  </a:lnTo>
                  <a:lnTo>
                    <a:pt x="1546" y="459"/>
                  </a:lnTo>
                  <a:lnTo>
                    <a:pt x="1547" y="459"/>
                  </a:lnTo>
                  <a:lnTo>
                    <a:pt x="1547" y="459"/>
                  </a:lnTo>
                  <a:lnTo>
                    <a:pt x="1548" y="459"/>
                  </a:lnTo>
                  <a:lnTo>
                    <a:pt x="1548" y="459"/>
                  </a:lnTo>
                  <a:lnTo>
                    <a:pt x="1548" y="458"/>
                  </a:lnTo>
                  <a:lnTo>
                    <a:pt x="1548" y="458"/>
                  </a:lnTo>
                  <a:lnTo>
                    <a:pt x="1549" y="458"/>
                  </a:lnTo>
                  <a:lnTo>
                    <a:pt x="1549" y="458"/>
                  </a:lnTo>
                  <a:lnTo>
                    <a:pt x="1549" y="458"/>
                  </a:lnTo>
                  <a:lnTo>
                    <a:pt x="1549" y="458"/>
                  </a:lnTo>
                  <a:lnTo>
                    <a:pt x="1550" y="458"/>
                  </a:lnTo>
                  <a:lnTo>
                    <a:pt x="1550" y="458"/>
                  </a:lnTo>
                  <a:lnTo>
                    <a:pt x="1551" y="458"/>
                  </a:lnTo>
                  <a:lnTo>
                    <a:pt x="1551" y="458"/>
                  </a:lnTo>
                  <a:lnTo>
                    <a:pt x="1551" y="458"/>
                  </a:lnTo>
                  <a:lnTo>
                    <a:pt x="1551" y="458"/>
                  </a:lnTo>
                  <a:lnTo>
                    <a:pt x="1552" y="458"/>
                  </a:lnTo>
                  <a:lnTo>
                    <a:pt x="1552" y="458"/>
                  </a:lnTo>
                  <a:lnTo>
                    <a:pt x="1552" y="458"/>
                  </a:lnTo>
                  <a:lnTo>
                    <a:pt x="1552" y="458"/>
                  </a:lnTo>
                  <a:lnTo>
                    <a:pt x="1553" y="458"/>
                  </a:lnTo>
                  <a:lnTo>
                    <a:pt x="1553" y="458"/>
                  </a:lnTo>
                  <a:lnTo>
                    <a:pt x="1553" y="458"/>
                  </a:lnTo>
                  <a:lnTo>
                    <a:pt x="1554" y="458"/>
                  </a:lnTo>
                  <a:lnTo>
                    <a:pt x="1554" y="458"/>
                  </a:lnTo>
                  <a:lnTo>
                    <a:pt x="1554" y="458"/>
                  </a:lnTo>
                  <a:lnTo>
                    <a:pt x="1554" y="458"/>
                  </a:lnTo>
                  <a:lnTo>
                    <a:pt x="1555" y="458"/>
                  </a:lnTo>
                  <a:lnTo>
                    <a:pt x="1555" y="458"/>
                  </a:lnTo>
                  <a:lnTo>
                    <a:pt x="1555" y="458"/>
                  </a:lnTo>
                  <a:lnTo>
                    <a:pt x="1555" y="458"/>
                  </a:lnTo>
                  <a:lnTo>
                    <a:pt x="1556" y="458"/>
                  </a:lnTo>
                  <a:lnTo>
                    <a:pt x="1556" y="458"/>
                  </a:lnTo>
                  <a:lnTo>
                    <a:pt x="1557" y="458"/>
                  </a:lnTo>
                  <a:lnTo>
                    <a:pt x="1557" y="458"/>
                  </a:lnTo>
                  <a:lnTo>
                    <a:pt x="1557" y="458"/>
                  </a:lnTo>
                  <a:lnTo>
                    <a:pt x="1557" y="458"/>
                  </a:lnTo>
                  <a:lnTo>
                    <a:pt x="1558" y="458"/>
                  </a:lnTo>
                  <a:lnTo>
                    <a:pt x="1558" y="458"/>
                  </a:lnTo>
                  <a:lnTo>
                    <a:pt x="1558" y="458"/>
                  </a:lnTo>
                  <a:lnTo>
                    <a:pt x="1559" y="458"/>
                  </a:lnTo>
                  <a:lnTo>
                    <a:pt x="1559" y="458"/>
                  </a:lnTo>
                  <a:lnTo>
                    <a:pt x="1559" y="459"/>
                  </a:lnTo>
                  <a:lnTo>
                    <a:pt x="1559" y="459"/>
                  </a:lnTo>
                  <a:lnTo>
                    <a:pt x="1560" y="458"/>
                  </a:lnTo>
                  <a:lnTo>
                    <a:pt x="1560" y="459"/>
                  </a:lnTo>
                  <a:lnTo>
                    <a:pt x="1560" y="459"/>
                  </a:lnTo>
                  <a:lnTo>
                    <a:pt x="1561" y="459"/>
                  </a:lnTo>
                  <a:lnTo>
                    <a:pt x="1561" y="459"/>
                  </a:lnTo>
                  <a:lnTo>
                    <a:pt x="1561" y="459"/>
                  </a:lnTo>
                  <a:lnTo>
                    <a:pt x="1562" y="459"/>
                  </a:lnTo>
                  <a:lnTo>
                    <a:pt x="1562" y="459"/>
                  </a:lnTo>
                  <a:lnTo>
                    <a:pt x="1562" y="459"/>
                  </a:lnTo>
                  <a:lnTo>
                    <a:pt x="1562" y="459"/>
                  </a:lnTo>
                  <a:lnTo>
                    <a:pt x="1563" y="459"/>
                  </a:lnTo>
                  <a:lnTo>
                    <a:pt x="1563" y="459"/>
                  </a:lnTo>
                  <a:lnTo>
                    <a:pt x="1563" y="459"/>
                  </a:lnTo>
                  <a:lnTo>
                    <a:pt x="1563" y="459"/>
                  </a:lnTo>
                  <a:lnTo>
                    <a:pt x="1564" y="459"/>
                  </a:lnTo>
                  <a:lnTo>
                    <a:pt x="1564" y="459"/>
                  </a:lnTo>
                  <a:lnTo>
                    <a:pt x="1565" y="459"/>
                  </a:lnTo>
                  <a:lnTo>
                    <a:pt x="1565" y="459"/>
                  </a:lnTo>
                  <a:lnTo>
                    <a:pt x="1565" y="459"/>
                  </a:lnTo>
                  <a:lnTo>
                    <a:pt x="1565" y="459"/>
                  </a:lnTo>
                  <a:lnTo>
                    <a:pt x="1566" y="460"/>
                  </a:lnTo>
                  <a:lnTo>
                    <a:pt x="1566" y="460"/>
                  </a:lnTo>
                  <a:lnTo>
                    <a:pt x="1566" y="460"/>
                  </a:lnTo>
                  <a:lnTo>
                    <a:pt x="1566" y="460"/>
                  </a:lnTo>
                  <a:lnTo>
                    <a:pt x="1567" y="461"/>
                  </a:lnTo>
                  <a:lnTo>
                    <a:pt x="1567" y="461"/>
                  </a:lnTo>
                  <a:lnTo>
                    <a:pt x="1567" y="461"/>
                  </a:lnTo>
                  <a:lnTo>
                    <a:pt x="1568" y="461"/>
                  </a:lnTo>
                  <a:lnTo>
                    <a:pt x="1568" y="461"/>
                  </a:lnTo>
                  <a:lnTo>
                    <a:pt x="1568" y="461"/>
                  </a:lnTo>
                  <a:lnTo>
                    <a:pt x="1568" y="461"/>
                  </a:lnTo>
                  <a:lnTo>
                    <a:pt x="1569" y="461"/>
                  </a:lnTo>
                  <a:lnTo>
                    <a:pt x="1569" y="461"/>
                  </a:lnTo>
                  <a:lnTo>
                    <a:pt x="1569" y="461"/>
                  </a:lnTo>
                  <a:lnTo>
                    <a:pt x="1569" y="461"/>
                  </a:lnTo>
                  <a:lnTo>
                    <a:pt x="1570" y="461"/>
                  </a:lnTo>
                  <a:lnTo>
                    <a:pt x="1570" y="461"/>
                  </a:lnTo>
                  <a:lnTo>
                    <a:pt x="1571" y="461"/>
                  </a:lnTo>
                  <a:lnTo>
                    <a:pt x="1571" y="461"/>
                  </a:lnTo>
                  <a:lnTo>
                    <a:pt x="1571" y="461"/>
                  </a:lnTo>
                  <a:lnTo>
                    <a:pt x="1571" y="461"/>
                  </a:lnTo>
                  <a:lnTo>
                    <a:pt x="1572" y="461"/>
                  </a:lnTo>
                  <a:lnTo>
                    <a:pt x="1572" y="461"/>
                  </a:lnTo>
                  <a:lnTo>
                    <a:pt x="1572" y="461"/>
                  </a:lnTo>
                  <a:lnTo>
                    <a:pt x="1572" y="461"/>
                  </a:lnTo>
                  <a:lnTo>
                    <a:pt x="1573" y="461"/>
                  </a:lnTo>
                  <a:lnTo>
                    <a:pt x="1573" y="461"/>
                  </a:lnTo>
                  <a:lnTo>
                    <a:pt x="1573" y="461"/>
                  </a:lnTo>
                  <a:lnTo>
                    <a:pt x="1574" y="461"/>
                  </a:lnTo>
                  <a:lnTo>
                    <a:pt x="1574" y="461"/>
                  </a:lnTo>
                  <a:lnTo>
                    <a:pt x="1574" y="461"/>
                  </a:lnTo>
                  <a:lnTo>
                    <a:pt x="1575" y="461"/>
                  </a:lnTo>
                  <a:lnTo>
                    <a:pt x="1575" y="461"/>
                  </a:lnTo>
                  <a:lnTo>
                    <a:pt x="1575" y="461"/>
                  </a:lnTo>
                  <a:lnTo>
                    <a:pt x="1575" y="461"/>
                  </a:lnTo>
                  <a:lnTo>
                    <a:pt x="1576" y="461"/>
                  </a:lnTo>
                  <a:lnTo>
                    <a:pt x="1576" y="461"/>
                  </a:lnTo>
                  <a:lnTo>
                    <a:pt x="1576" y="461"/>
                  </a:lnTo>
                  <a:lnTo>
                    <a:pt x="1577" y="461"/>
                  </a:lnTo>
                  <a:lnTo>
                    <a:pt x="1577" y="461"/>
                  </a:lnTo>
                  <a:lnTo>
                    <a:pt x="1577" y="461"/>
                  </a:lnTo>
                  <a:lnTo>
                    <a:pt x="1577" y="461"/>
                  </a:lnTo>
                  <a:lnTo>
                    <a:pt x="1578" y="461"/>
                  </a:lnTo>
                  <a:lnTo>
                    <a:pt x="1578" y="461"/>
                  </a:lnTo>
                  <a:lnTo>
                    <a:pt x="1578" y="461"/>
                  </a:lnTo>
                  <a:lnTo>
                    <a:pt x="1578" y="461"/>
                  </a:lnTo>
                  <a:lnTo>
                    <a:pt x="1579" y="461"/>
                  </a:lnTo>
                  <a:lnTo>
                    <a:pt x="1579" y="461"/>
                  </a:lnTo>
                  <a:lnTo>
                    <a:pt x="1580" y="461"/>
                  </a:lnTo>
                  <a:lnTo>
                    <a:pt x="1580" y="461"/>
                  </a:lnTo>
                  <a:lnTo>
                    <a:pt x="1580" y="462"/>
                  </a:lnTo>
                  <a:lnTo>
                    <a:pt x="1580" y="462"/>
                  </a:lnTo>
                  <a:lnTo>
                    <a:pt x="1581" y="462"/>
                  </a:lnTo>
                  <a:lnTo>
                    <a:pt x="1581" y="462"/>
                  </a:lnTo>
                  <a:lnTo>
                    <a:pt x="1581" y="462"/>
                  </a:lnTo>
                  <a:lnTo>
                    <a:pt x="1581" y="462"/>
                  </a:lnTo>
                  <a:lnTo>
                    <a:pt x="1582" y="462"/>
                  </a:lnTo>
                  <a:lnTo>
                    <a:pt x="1582" y="462"/>
                  </a:lnTo>
                  <a:lnTo>
                    <a:pt x="1582" y="462"/>
                  </a:lnTo>
                  <a:lnTo>
                    <a:pt x="1583" y="462"/>
                  </a:lnTo>
                  <a:lnTo>
                    <a:pt x="1583" y="462"/>
                  </a:lnTo>
                  <a:lnTo>
                    <a:pt x="1583" y="462"/>
                  </a:lnTo>
                  <a:lnTo>
                    <a:pt x="1583" y="462"/>
                  </a:lnTo>
                  <a:lnTo>
                    <a:pt x="1584" y="462"/>
                  </a:lnTo>
                  <a:lnTo>
                    <a:pt x="1584" y="462"/>
                  </a:lnTo>
                  <a:lnTo>
                    <a:pt x="1584" y="463"/>
                  </a:lnTo>
                  <a:lnTo>
                    <a:pt x="1585" y="462"/>
                  </a:lnTo>
                  <a:lnTo>
                    <a:pt x="1585" y="462"/>
                  </a:lnTo>
                  <a:lnTo>
                    <a:pt x="1585" y="463"/>
                  </a:lnTo>
                  <a:lnTo>
                    <a:pt x="1586" y="463"/>
                  </a:lnTo>
                  <a:lnTo>
                    <a:pt x="1586" y="462"/>
                  </a:lnTo>
                  <a:lnTo>
                    <a:pt x="1586" y="463"/>
                  </a:lnTo>
                  <a:lnTo>
                    <a:pt x="1586" y="462"/>
                  </a:lnTo>
                  <a:lnTo>
                    <a:pt x="1587" y="462"/>
                  </a:lnTo>
                  <a:lnTo>
                    <a:pt x="1587" y="462"/>
                  </a:lnTo>
                  <a:lnTo>
                    <a:pt x="1587" y="462"/>
                  </a:lnTo>
                  <a:lnTo>
                    <a:pt x="1587" y="462"/>
                  </a:lnTo>
                  <a:lnTo>
                    <a:pt x="1588" y="462"/>
                  </a:lnTo>
                  <a:lnTo>
                    <a:pt x="1588" y="462"/>
                  </a:lnTo>
                  <a:lnTo>
                    <a:pt x="1589" y="462"/>
                  </a:lnTo>
                  <a:lnTo>
                    <a:pt x="1589" y="462"/>
                  </a:lnTo>
                  <a:lnTo>
                    <a:pt x="1589" y="462"/>
                  </a:lnTo>
                  <a:lnTo>
                    <a:pt x="1589" y="462"/>
                  </a:lnTo>
                  <a:lnTo>
                    <a:pt x="1590" y="462"/>
                  </a:lnTo>
                  <a:lnTo>
                    <a:pt x="1590" y="461"/>
                  </a:lnTo>
                  <a:lnTo>
                    <a:pt x="1590" y="461"/>
                  </a:lnTo>
                  <a:lnTo>
                    <a:pt x="1590" y="461"/>
                  </a:lnTo>
                  <a:lnTo>
                    <a:pt x="1591" y="461"/>
                  </a:lnTo>
                  <a:lnTo>
                    <a:pt x="1591" y="460"/>
                  </a:lnTo>
                  <a:lnTo>
                    <a:pt x="1591" y="460"/>
                  </a:lnTo>
                  <a:lnTo>
                    <a:pt x="1592" y="460"/>
                  </a:lnTo>
                  <a:lnTo>
                    <a:pt x="1592" y="459"/>
                  </a:lnTo>
                  <a:lnTo>
                    <a:pt x="1592" y="459"/>
                  </a:lnTo>
                  <a:lnTo>
                    <a:pt x="1592" y="459"/>
                  </a:lnTo>
                  <a:lnTo>
                    <a:pt x="1593" y="459"/>
                  </a:lnTo>
                  <a:lnTo>
                    <a:pt x="1593" y="458"/>
                  </a:lnTo>
                  <a:lnTo>
                    <a:pt x="1593" y="458"/>
                  </a:lnTo>
                  <a:lnTo>
                    <a:pt x="1593" y="458"/>
                  </a:lnTo>
                  <a:lnTo>
                    <a:pt x="1594" y="458"/>
                  </a:lnTo>
                  <a:lnTo>
                    <a:pt x="1594" y="457"/>
                  </a:lnTo>
                  <a:lnTo>
                    <a:pt x="1595" y="457"/>
                  </a:lnTo>
                  <a:lnTo>
                    <a:pt x="1595" y="457"/>
                  </a:lnTo>
                  <a:lnTo>
                    <a:pt x="1595" y="457"/>
                  </a:lnTo>
                  <a:lnTo>
                    <a:pt x="1595" y="456"/>
                  </a:lnTo>
                  <a:lnTo>
                    <a:pt x="1596" y="456"/>
                  </a:lnTo>
                  <a:lnTo>
                    <a:pt x="1596" y="456"/>
                  </a:lnTo>
                  <a:lnTo>
                    <a:pt x="1596" y="456"/>
                  </a:lnTo>
                  <a:lnTo>
                    <a:pt x="1596" y="455"/>
                  </a:lnTo>
                  <a:lnTo>
                    <a:pt x="1597" y="455"/>
                  </a:lnTo>
                  <a:lnTo>
                    <a:pt x="1597" y="455"/>
                  </a:lnTo>
                  <a:lnTo>
                    <a:pt x="1598" y="455"/>
                  </a:lnTo>
                  <a:lnTo>
                    <a:pt x="1598" y="455"/>
                  </a:lnTo>
                  <a:lnTo>
                    <a:pt x="1598" y="454"/>
                  </a:lnTo>
                  <a:lnTo>
                    <a:pt x="1598" y="454"/>
                  </a:lnTo>
                  <a:lnTo>
                    <a:pt x="1599" y="453"/>
                  </a:lnTo>
                  <a:lnTo>
                    <a:pt x="1599" y="453"/>
                  </a:lnTo>
                  <a:lnTo>
                    <a:pt x="1599" y="453"/>
                  </a:lnTo>
                  <a:lnTo>
                    <a:pt x="1599" y="453"/>
                  </a:lnTo>
                  <a:lnTo>
                    <a:pt x="1600" y="452"/>
                  </a:lnTo>
                  <a:lnTo>
                    <a:pt x="1600" y="452"/>
                  </a:lnTo>
                  <a:lnTo>
                    <a:pt x="1600" y="452"/>
                  </a:lnTo>
                  <a:lnTo>
                    <a:pt x="1601" y="451"/>
                  </a:lnTo>
                  <a:lnTo>
                    <a:pt x="1601" y="451"/>
                  </a:lnTo>
                  <a:lnTo>
                    <a:pt x="1601" y="451"/>
                  </a:lnTo>
                  <a:lnTo>
                    <a:pt x="1601" y="451"/>
                  </a:lnTo>
                  <a:lnTo>
                    <a:pt x="1602" y="451"/>
                  </a:lnTo>
                  <a:lnTo>
                    <a:pt x="1602" y="450"/>
                  </a:lnTo>
                  <a:lnTo>
                    <a:pt x="1602" y="450"/>
                  </a:lnTo>
                  <a:lnTo>
                    <a:pt x="1602" y="450"/>
                  </a:lnTo>
                  <a:lnTo>
                    <a:pt x="1603" y="450"/>
                  </a:lnTo>
                  <a:lnTo>
                    <a:pt x="1603" y="450"/>
                  </a:lnTo>
                  <a:lnTo>
                    <a:pt x="1604" y="449"/>
                  </a:lnTo>
                  <a:lnTo>
                    <a:pt x="1604" y="449"/>
                  </a:lnTo>
                  <a:lnTo>
                    <a:pt x="1604" y="449"/>
                  </a:lnTo>
                  <a:lnTo>
                    <a:pt x="1604" y="449"/>
                  </a:lnTo>
                  <a:lnTo>
                    <a:pt x="1605" y="449"/>
                  </a:lnTo>
                  <a:lnTo>
                    <a:pt x="1605" y="448"/>
                  </a:lnTo>
                  <a:lnTo>
                    <a:pt x="1605" y="448"/>
                  </a:lnTo>
                  <a:lnTo>
                    <a:pt x="1605" y="448"/>
                  </a:lnTo>
                  <a:lnTo>
                    <a:pt x="1606" y="447"/>
                  </a:lnTo>
                  <a:lnTo>
                    <a:pt x="1606" y="447"/>
                  </a:lnTo>
                  <a:lnTo>
                    <a:pt x="1606" y="447"/>
                  </a:lnTo>
                  <a:lnTo>
                    <a:pt x="1607" y="447"/>
                  </a:lnTo>
                  <a:lnTo>
                    <a:pt x="1607" y="446"/>
                  </a:lnTo>
                  <a:lnTo>
                    <a:pt x="1607" y="446"/>
                  </a:lnTo>
                  <a:lnTo>
                    <a:pt x="1608" y="446"/>
                  </a:lnTo>
                  <a:lnTo>
                    <a:pt x="1608" y="446"/>
                  </a:lnTo>
                  <a:lnTo>
                    <a:pt x="1608" y="446"/>
                  </a:lnTo>
                  <a:lnTo>
                    <a:pt x="1608" y="445"/>
                  </a:lnTo>
                  <a:lnTo>
                    <a:pt x="1609" y="445"/>
                  </a:lnTo>
                  <a:lnTo>
                    <a:pt x="1609" y="445"/>
                  </a:lnTo>
                  <a:lnTo>
                    <a:pt x="1609" y="444"/>
                  </a:lnTo>
                  <a:lnTo>
                    <a:pt x="1610" y="444"/>
                  </a:lnTo>
                  <a:lnTo>
                    <a:pt x="1610" y="444"/>
                  </a:lnTo>
                  <a:lnTo>
                    <a:pt x="1610" y="444"/>
                  </a:lnTo>
                  <a:lnTo>
                    <a:pt x="1610" y="444"/>
                  </a:lnTo>
                  <a:lnTo>
                    <a:pt x="1611" y="444"/>
                  </a:lnTo>
                  <a:lnTo>
                    <a:pt x="1611" y="443"/>
                  </a:lnTo>
                  <a:lnTo>
                    <a:pt x="1611" y="443"/>
                  </a:lnTo>
                  <a:lnTo>
                    <a:pt x="1611" y="443"/>
                  </a:lnTo>
                  <a:lnTo>
                    <a:pt x="1612" y="443"/>
                  </a:lnTo>
                  <a:lnTo>
                    <a:pt x="1612" y="443"/>
                  </a:lnTo>
                  <a:lnTo>
                    <a:pt x="1613" y="443"/>
                  </a:lnTo>
                  <a:lnTo>
                    <a:pt x="1613" y="443"/>
                  </a:lnTo>
                  <a:lnTo>
                    <a:pt x="1613" y="443"/>
                  </a:lnTo>
                  <a:lnTo>
                    <a:pt x="1613" y="443"/>
                  </a:lnTo>
                  <a:lnTo>
                    <a:pt x="1614" y="443"/>
                  </a:lnTo>
                  <a:lnTo>
                    <a:pt x="1614" y="443"/>
                  </a:lnTo>
                  <a:lnTo>
                    <a:pt x="1614" y="443"/>
                  </a:lnTo>
                  <a:lnTo>
                    <a:pt x="1614" y="442"/>
                  </a:lnTo>
                  <a:lnTo>
                    <a:pt x="1615" y="442"/>
                  </a:lnTo>
                  <a:lnTo>
                    <a:pt x="1615" y="442"/>
                  </a:lnTo>
                  <a:lnTo>
                    <a:pt x="1615" y="442"/>
                  </a:lnTo>
                  <a:lnTo>
                    <a:pt x="1616" y="442"/>
                  </a:lnTo>
                  <a:lnTo>
                    <a:pt x="1616" y="442"/>
                  </a:lnTo>
                  <a:lnTo>
                    <a:pt x="1616" y="442"/>
                  </a:lnTo>
                  <a:lnTo>
                    <a:pt x="1616" y="442"/>
                  </a:lnTo>
                  <a:lnTo>
                    <a:pt x="1617" y="441"/>
                  </a:lnTo>
                  <a:lnTo>
                    <a:pt x="1617" y="441"/>
                  </a:lnTo>
                  <a:lnTo>
                    <a:pt x="1617" y="441"/>
                  </a:lnTo>
                  <a:lnTo>
                    <a:pt x="1618" y="441"/>
                  </a:lnTo>
                  <a:lnTo>
                    <a:pt x="1618" y="441"/>
                  </a:lnTo>
                  <a:lnTo>
                    <a:pt x="1618" y="441"/>
                  </a:lnTo>
                  <a:lnTo>
                    <a:pt x="1619" y="441"/>
                  </a:lnTo>
                  <a:lnTo>
                    <a:pt x="1619" y="441"/>
                  </a:lnTo>
                  <a:lnTo>
                    <a:pt x="1619" y="441"/>
                  </a:lnTo>
                  <a:lnTo>
                    <a:pt x="1619" y="441"/>
                  </a:lnTo>
                  <a:lnTo>
                    <a:pt x="1620" y="441"/>
                  </a:lnTo>
                  <a:lnTo>
                    <a:pt x="1620" y="441"/>
                  </a:lnTo>
                  <a:lnTo>
                    <a:pt x="1620" y="441"/>
                  </a:lnTo>
                  <a:lnTo>
                    <a:pt x="1620" y="441"/>
                  </a:lnTo>
                  <a:lnTo>
                    <a:pt x="1621" y="441"/>
                  </a:lnTo>
                  <a:lnTo>
                    <a:pt x="1621" y="441"/>
                  </a:lnTo>
                  <a:lnTo>
                    <a:pt x="1622" y="441"/>
                  </a:lnTo>
                  <a:lnTo>
                    <a:pt x="1622" y="441"/>
                  </a:lnTo>
                  <a:lnTo>
                    <a:pt x="1622" y="441"/>
                  </a:lnTo>
                  <a:lnTo>
                    <a:pt x="1622" y="441"/>
                  </a:lnTo>
                  <a:lnTo>
                    <a:pt x="1623" y="441"/>
                  </a:lnTo>
                  <a:lnTo>
                    <a:pt x="1623" y="441"/>
                  </a:lnTo>
                  <a:lnTo>
                    <a:pt x="1623" y="441"/>
                  </a:lnTo>
                  <a:lnTo>
                    <a:pt x="1623" y="441"/>
                  </a:lnTo>
                  <a:lnTo>
                    <a:pt x="1624" y="441"/>
                  </a:lnTo>
                  <a:lnTo>
                    <a:pt x="1624" y="441"/>
                  </a:lnTo>
                  <a:lnTo>
                    <a:pt x="1624" y="441"/>
                  </a:lnTo>
                  <a:lnTo>
                    <a:pt x="1625" y="441"/>
                  </a:lnTo>
                  <a:lnTo>
                    <a:pt x="1625" y="441"/>
                  </a:lnTo>
                  <a:lnTo>
                    <a:pt x="1625" y="441"/>
                  </a:lnTo>
                  <a:lnTo>
                    <a:pt x="1625" y="441"/>
                  </a:lnTo>
                  <a:lnTo>
                    <a:pt x="1626" y="441"/>
                  </a:lnTo>
                  <a:lnTo>
                    <a:pt x="1626" y="441"/>
                  </a:lnTo>
                  <a:lnTo>
                    <a:pt x="1626" y="441"/>
                  </a:lnTo>
                  <a:lnTo>
                    <a:pt x="1626" y="441"/>
                  </a:lnTo>
                  <a:lnTo>
                    <a:pt x="1627" y="441"/>
                  </a:lnTo>
                  <a:lnTo>
                    <a:pt x="1627" y="441"/>
                  </a:lnTo>
                  <a:lnTo>
                    <a:pt x="1628" y="441"/>
                  </a:lnTo>
                  <a:lnTo>
                    <a:pt x="1628" y="442"/>
                  </a:lnTo>
                  <a:lnTo>
                    <a:pt x="1628" y="442"/>
                  </a:lnTo>
                  <a:lnTo>
                    <a:pt x="1628" y="442"/>
                  </a:lnTo>
                  <a:lnTo>
                    <a:pt x="1629" y="442"/>
                  </a:lnTo>
                  <a:lnTo>
                    <a:pt x="1629" y="442"/>
                  </a:lnTo>
                  <a:lnTo>
                    <a:pt x="1629" y="442"/>
                  </a:lnTo>
                  <a:lnTo>
                    <a:pt x="1630" y="442"/>
                  </a:lnTo>
                  <a:lnTo>
                    <a:pt x="1630" y="442"/>
                  </a:lnTo>
                  <a:lnTo>
                    <a:pt x="1630" y="442"/>
                  </a:lnTo>
                  <a:lnTo>
                    <a:pt x="1630" y="442"/>
                  </a:lnTo>
                  <a:lnTo>
                    <a:pt x="1631" y="442"/>
                  </a:lnTo>
                  <a:lnTo>
                    <a:pt x="1631" y="442"/>
                  </a:lnTo>
                  <a:lnTo>
                    <a:pt x="1631" y="442"/>
                  </a:lnTo>
                  <a:lnTo>
                    <a:pt x="1632" y="443"/>
                  </a:lnTo>
                  <a:lnTo>
                    <a:pt x="1632" y="443"/>
                  </a:lnTo>
                  <a:lnTo>
                    <a:pt x="1632" y="443"/>
                  </a:lnTo>
                  <a:lnTo>
                    <a:pt x="1633" y="443"/>
                  </a:lnTo>
                  <a:lnTo>
                    <a:pt x="1633" y="443"/>
                  </a:lnTo>
                  <a:lnTo>
                    <a:pt x="1633" y="443"/>
                  </a:lnTo>
                  <a:lnTo>
                    <a:pt x="1633" y="443"/>
                  </a:lnTo>
                  <a:lnTo>
                    <a:pt x="1634" y="443"/>
                  </a:lnTo>
                  <a:lnTo>
                    <a:pt x="1634" y="443"/>
                  </a:lnTo>
                  <a:lnTo>
                    <a:pt x="1634" y="443"/>
                  </a:lnTo>
                  <a:lnTo>
                    <a:pt x="1634" y="443"/>
                  </a:lnTo>
                  <a:lnTo>
                    <a:pt x="1635" y="443"/>
                  </a:lnTo>
                  <a:lnTo>
                    <a:pt x="1635" y="443"/>
                  </a:lnTo>
                  <a:lnTo>
                    <a:pt x="1636" y="444"/>
                  </a:lnTo>
                  <a:lnTo>
                    <a:pt x="1636" y="444"/>
                  </a:lnTo>
                  <a:lnTo>
                    <a:pt x="1636" y="444"/>
                  </a:lnTo>
                  <a:lnTo>
                    <a:pt x="1636" y="444"/>
                  </a:lnTo>
                  <a:lnTo>
                    <a:pt x="1637" y="444"/>
                  </a:lnTo>
                  <a:lnTo>
                    <a:pt x="1637" y="444"/>
                  </a:lnTo>
                  <a:lnTo>
                    <a:pt x="1637" y="445"/>
                  </a:lnTo>
                  <a:lnTo>
                    <a:pt x="1637" y="445"/>
                  </a:lnTo>
                  <a:lnTo>
                    <a:pt x="1638" y="446"/>
                  </a:lnTo>
                  <a:lnTo>
                    <a:pt x="1638" y="446"/>
                  </a:lnTo>
                  <a:lnTo>
                    <a:pt x="1638" y="446"/>
                  </a:lnTo>
                  <a:lnTo>
                    <a:pt x="1639" y="446"/>
                  </a:lnTo>
                  <a:lnTo>
                    <a:pt x="1639" y="446"/>
                  </a:lnTo>
                  <a:lnTo>
                    <a:pt x="1639" y="446"/>
                  </a:lnTo>
                  <a:lnTo>
                    <a:pt x="1639" y="446"/>
                  </a:lnTo>
                  <a:lnTo>
                    <a:pt x="1640" y="446"/>
                  </a:lnTo>
                  <a:lnTo>
                    <a:pt x="1640" y="446"/>
                  </a:lnTo>
                  <a:lnTo>
                    <a:pt x="1640" y="446"/>
                  </a:lnTo>
                  <a:lnTo>
                    <a:pt x="1640" y="446"/>
                  </a:lnTo>
                  <a:lnTo>
                    <a:pt x="1641" y="447"/>
                  </a:lnTo>
                  <a:lnTo>
                    <a:pt x="1641" y="447"/>
                  </a:lnTo>
                  <a:lnTo>
                    <a:pt x="1642" y="447"/>
                  </a:lnTo>
                  <a:lnTo>
                    <a:pt x="1642" y="447"/>
                  </a:lnTo>
                  <a:lnTo>
                    <a:pt x="1642" y="447"/>
                  </a:lnTo>
                  <a:lnTo>
                    <a:pt x="1642" y="447"/>
                  </a:lnTo>
                  <a:lnTo>
                    <a:pt x="1643" y="447"/>
                  </a:lnTo>
                  <a:lnTo>
                    <a:pt x="1643" y="447"/>
                  </a:lnTo>
                  <a:lnTo>
                    <a:pt x="1643" y="448"/>
                  </a:lnTo>
                  <a:lnTo>
                    <a:pt x="1643" y="448"/>
                  </a:lnTo>
                  <a:lnTo>
                    <a:pt x="1644" y="448"/>
                  </a:lnTo>
                  <a:lnTo>
                    <a:pt x="1644" y="448"/>
                  </a:lnTo>
                  <a:lnTo>
                    <a:pt x="1645" y="448"/>
                  </a:lnTo>
                  <a:lnTo>
                    <a:pt x="1645" y="448"/>
                  </a:lnTo>
                  <a:lnTo>
                    <a:pt x="1645" y="448"/>
                  </a:lnTo>
                  <a:lnTo>
                    <a:pt x="1645" y="449"/>
                  </a:lnTo>
                  <a:lnTo>
                    <a:pt x="1646" y="449"/>
                  </a:lnTo>
                  <a:lnTo>
                    <a:pt x="1646" y="449"/>
                  </a:lnTo>
                  <a:lnTo>
                    <a:pt x="1646" y="449"/>
                  </a:lnTo>
                  <a:lnTo>
                    <a:pt x="1646" y="449"/>
                  </a:lnTo>
                  <a:lnTo>
                    <a:pt x="1647" y="449"/>
                  </a:lnTo>
                  <a:lnTo>
                    <a:pt x="1647" y="449"/>
                  </a:lnTo>
                  <a:lnTo>
                    <a:pt x="1647" y="449"/>
                  </a:lnTo>
                  <a:lnTo>
                    <a:pt x="1648" y="449"/>
                  </a:lnTo>
                  <a:lnTo>
                    <a:pt x="1648" y="449"/>
                  </a:lnTo>
                  <a:lnTo>
                    <a:pt x="1648" y="449"/>
                  </a:lnTo>
                  <a:lnTo>
                    <a:pt x="1648" y="449"/>
                  </a:lnTo>
                  <a:lnTo>
                    <a:pt x="1649" y="449"/>
                  </a:lnTo>
                  <a:lnTo>
                    <a:pt x="1649" y="449"/>
                  </a:lnTo>
                  <a:lnTo>
                    <a:pt x="1649" y="449"/>
                  </a:lnTo>
                  <a:lnTo>
                    <a:pt x="1649" y="449"/>
                  </a:lnTo>
                  <a:lnTo>
                    <a:pt x="1650" y="449"/>
                  </a:lnTo>
                  <a:lnTo>
                    <a:pt x="1650" y="449"/>
                  </a:lnTo>
                  <a:lnTo>
                    <a:pt x="1651" y="449"/>
                  </a:lnTo>
                  <a:lnTo>
                    <a:pt x="1651" y="449"/>
                  </a:lnTo>
                  <a:lnTo>
                    <a:pt x="1651" y="449"/>
                  </a:lnTo>
                  <a:lnTo>
                    <a:pt x="1651" y="449"/>
                  </a:lnTo>
                  <a:lnTo>
                    <a:pt x="1652" y="449"/>
                  </a:lnTo>
                  <a:lnTo>
                    <a:pt x="1652" y="449"/>
                  </a:lnTo>
                  <a:lnTo>
                    <a:pt x="1652" y="449"/>
                  </a:lnTo>
                  <a:lnTo>
                    <a:pt x="1652" y="449"/>
                  </a:lnTo>
                  <a:lnTo>
                    <a:pt x="1653" y="449"/>
                  </a:lnTo>
                  <a:lnTo>
                    <a:pt x="1653" y="449"/>
                  </a:lnTo>
                  <a:lnTo>
                    <a:pt x="1653" y="449"/>
                  </a:lnTo>
                  <a:lnTo>
                    <a:pt x="1654" y="449"/>
                  </a:lnTo>
                  <a:lnTo>
                    <a:pt x="1654" y="449"/>
                  </a:lnTo>
                  <a:lnTo>
                    <a:pt x="1654" y="448"/>
                  </a:lnTo>
                  <a:lnTo>
                    <a:pt x="1655" y="448"/>
                  </a:lnTo>
                  <a:lnTo>
                    <a:pt x="1655" y="448"/>
                  </a:lnTo>
                  <a:lnTo>
                    <a:pt x="1655" y="448"/>
                  </a:lnTo>
                  <a:lnTo>
                    <a:pt x="1655" y="447"/>
                  </a:lnTo>
                  <a:lnTo>
                    <a:pt x="1656" y="447"/>
                  </a:lnTo>
                  <a:lnTo>
                    <a:pt x="1656" y="447"/>
                  </a:lnTo>
                  <a:lnTo>
                    <a:pt x="1656" y="447"/>
                  </a:lnTo>
                  <a:lnTo>
                    <a:pt x="1657" y="447"/>
                  </a:lnTo>
                  <a:lnTo>
                    <a:pt x="1657" y="447"/>
                  </a:lnTo>
                  <a:lnTo>
                    <a:pt x="1657" y="446"/>
                  </a:lnTo>
                  <a:lnTo>
                    <a:pt x="1657" y="446"/>
                  </a:lnTo>
                  <a:lnTo>
                    <a:pt x="1658" y="446"/>
                  </a:lnTo>
                  <a:lnTo>
                    <a:pt x="1658" y="446"/>
                  </a:lnTo>
                  <a:lnTo>
                    <a:pt x="1658" y="446"/>
                  </a:lnTo>
                  <a:lnTo>
                    <a:pt x="1658" y="446"/>
                  </a:lnTo>
                  <a:lnTo>
                    <a:pt x="1659" y="446"/>
                  </a:lnTo>
                  <a:lnTo>
                    <a:pt x="1659" y="446"/>
                  </a:lnTo>
                  <a:lnTo>
                    <a:pt x="1660" y="446"/>
                  </a:lnTo>
                  <a:lnTo>
                    <a:pt x="1660" y="446"/>
                  </a:lnTo>
                  <a:lnTo>
                    <a:pt x="1660" y="446"/>
                  </a:lnTo>
                  <a:lnTo>
                    <a:pt x="1660" y="446"/>
                  </a:lnTo>
                  <a:lnTo>
                    <a:pt x="1661" y="446"/>
                  </a:lnTo>
                  <a:lnTo>
                    <a:pt x="1661" y="445"/>
                  </a:lnTo>
                  <a:lnTo>
                    <a:pt x="1661" y="445"/>
                  </a:lnTo>
                  <a:lnTo>
                    <a:pt x="1661" y="445"/>
                  </a:lnTo>
                  <a:lnTo>
                    <a:pt x="1662" y="445"/>
                  </a:lnTo>
                  <a:lnTo>
                    <a:pt x="1662" y="444"/>
                  </a:lnTo>
                  <a:lnTo>
                    <a:pt x="1662" y="444"/>
                  </a:lnTo>
                  <a:lnTo>
                    <a:pt x="1663" y="444"/>
                  </a:lnTo>
                  <a:lnTo>
                    <a:pt x="1663" y="444"/>
                  </a:lnTo>
                  <a:lnTo>
                    <a:pt x="1663" y="444"/>
                  </a:lnTo>
                  <a:lnTo>
                    <a:pt x="1663" y="444"/>
                  </a:lnTo>
                  <a:lnTo>
                    <a:pt x="1664" y="444"/>
                  </a:lnTo>
                  <a:lnTo>
                    <a:pt x="1664" y="444"/>
                  </a:lnTo>
                  <a:lnTo>
                    <a:pt x="1664" y="444"/>
                  </a:lnTo>
                  <a:lnTo>
                    <a:pt x="1665" y="444"/>
                  </a:lnTo>
                  <a:lnTo>
                    <a:pt x="1665" y="443"/>
                  </a:lnTo>
                  <a:lnTo>
                    <a:pt x="1665" y="443"/>
                  </a:lnTo>
                  <a:lnTo>
                    <a:pt x="1666" y="443"/>
                  </a:lnTo>
                  <a:lnTo>
                    <a:pt x="1666" y="443"/>
                  </a:lnTo>
                  <a:lnTo>
                    <a:pt x="1666" y="443"/>
                  </a:lnTo>
                  <a:lnTo>
                    <a:pt x="1666" y="443"/>
                  </a:lnTo>
                  <a:lnTo>
                    <a:pt x="1667" y="443"/>
                  </a:lnTo>
                  <a:lnTo>
                    <a:pt x="1667" y="443"/>
                  </a:lnTo>
                  <a:lnTo>
                    <a:pt x="1667" y="443"/>
                  </a:lnTo>
                  <a:lnTo>
                    <a:pt x="1667" y="443"/>
                  </a:lnTo>
                  <a:lnTo>
                    <a:pt x="1668" y="443"/>
                  </a:lnTo>
                  <a:lnTo>
                    <a:pt x="1668" y="443"/>
                  </a:lnTo>
                  <a:lnTo>
                    <a:pt x="1669" y="442"/>
                  </a:lnTo>
                  <a:lnTo>
                    <a:pt x="1669" y="442"/>
                  </a:lnTo>
                  <a:lnTo>
                    <a:pt x="1669" y="442"/>
                  </a:lnTo>
                  <a:lnTo>
                    <a:pt x="1669" y="442"/>
                  </a:lnTo>
                  <a:lnTo>
                    <a:pt x="1670" y="442"/>
                  </a:lnTo>
                  <a:lnTo>
                    <a:pt x="1670" y="442"/>
                  </a:lnTo>
                  <a:lnTo>
                    <a:pt x="1670" y="442"/>
                  </a:lnTo>
                  <a:lnTo>
                    <a:pt x="1670" y="442"/>
                  </a:lnTo>
                  <a:lnTo>
                    <a:pt x="1671" y="442"/>
                  </a:lnTo>
                  <a:lnTo>
                    <a:pt x="1671" y="442"/>
                  </a:lnTo>
                  <a:lnTo>
                    <a:pt x="1671" y="442"/>
                  </a:lnTo>
                  <a:lnTo>
                    <a:pt x="1672" y="442"/>
                  </a:lnTo>
                  <a:lnTo>
                    <a:pt x="1672" y="442"/>
                  </a:lnTo>
                  <a:lnTo>
                    <a:pt x="1672" y="441"/>
                  </a:lnTo>
                  <a:lnTo>
                    <a:pt x="1672" y="441"/>
                  </a:lnTo>
                  <a:lnTo>
                    <a:pt x="1673" y="441"/>
                  </a:lnTo>
                  <a:lnTo>
                    <a:pt x="1673" y="441"/>
                  </a:lnTo>
                  <a:lnTo>
                    <a:pt x="1673" y="441"/>
                  </a:lnTo>
                  <a:lnTo>
                    <a:pt x="1673" y="441"/>
                  </a:lnTo>
                  <a:lnTo>
                    <a:pt x="1674" y="441"/>
                  </a:lnTo>
                  <a:lnTo>
                    <a:pt x="1674" y="441"/>
                  </a:lnTo>
                  <a:lnTo>
                    <a:pt x="1675" y="441"/>
                  </a:lnTo>
                  <a:lnTo>
                    <a:pt x="1675" y="441"/>
                  </a:lnTo>
                  <a:lnTo>
                    <a:pt x="1675" y="441"/>
                  </a:lnTo>
                  <a:lnTo>
                    <a:pt x="1675" y="441"/>
                  </a:lnTo>
                  <a:lnTo>
                    <a:pt x="1676" y="441"/>
                  </a:lnTo>
                  <a:lnTo>
                    <a:pt x="1676" y="441"/>
                  </a:lnTo>
                  <a:lnTo>
                    <a:pt x="1676" y="441"/>
                  </a:lnTo>
                  <a:lnTo>
                    <a:pt x="1676" y="441"/>
                  </a:lnTo>
                  <a:lnTo>
                    <a:pt x="1677" y="441"/>
                  </a:lnTo>
                  <a:lnTo>
                    <a:pt x="1677" y="441"/>
                  </a:lnTo>
                  <a:lnTo>
                    <a:pt x="1677" y="441"/>
                  </a:lnTo>
                  <a:lnTo>
                    <a:pt x="1678" y="441"/>
                  </a:lnTo>
                  <a:lnTo>
                    <a:pt x="1678" y="441"/>
                  </a:lnTo>
                  <a:lnTo>
                    <a:pt x="1678" y="441"/>
                  </a:lnTo>
                  <a:lnTo>
                    <a:pt x="1679" y="441"/>
                  </a:lnTo>
                  <a:lnTo>
                    <a:pt x="1679" y="441"/>
                  </a:lnTo>
                  <a:lnTo>
                    <a:pt x="1679" y="441"/>
                  </a:lnTo>
                  <a:lnTo>
                    <a:pt x="1679" y="441"/>
                  </a:lnTo>
                  <a:lnTo>
                    <a:pt x="1680" y="441"/>
                  </a:lnTo>
                  <a:lnTo>
                    <a:pt x="1680" y="441"/>
                  </a:lnTo>
                  <a:lnTo>
                    <a:pt x="1680" y="441"/>
                  </a:lnTo>
                  <a:lnTo>
                    <a:pt x="1681" y="441"/>
                  </a:lnTo>
                  <a:lnTo>
                    <a:pt x="1681" y="441"/>
                  </a:lnTo>
                  <a:lnTo>
                    <a:pt x="1681" y="441"/>
                  </a:lnTo>
                  <a:lnTo>
                    <a:pt x="1681" y="441"/>
                  </a:lnTo>
                  <a:lnTo>
                    <a:pt x="1682" y="441"/>
                  </a:lnTo>
                  <a:lnTo>
                    <a:pt x="1682" y="441"/>
                  </a:lnTo>
                  <a:lnTo>
                    <a:pt x="1682" y="441"/>
                  </a:lnTo>
                  <a:lnTo>
                    <a:pt x="1682" y="441"/>
                  </a:lnTo>
                  <a:lnTo>
                    <a:pt x="1683" y="441"/>
                  </a:lnTo>
                  <a:lnTo>
                    <a:pt x="1683" y="441"/>
                  </a:lnTo>
                  <a:lnTo>
                    <a:pt x="1684" y="441"/>
                  </a:lnTo>
                  <a:lnTo>
                    <a:pt x="1684" y="441"/>
                  </a:lnTo>
                  <a:lnTo>
                    <a:pt x="1684" y="441"/>
                  </a:lnTo>
                  <a:lnTo>
                    <a:pt x="1684" y="441"/>
                  </a:lnTo>
                  <a:lnTo>
                    <a:pt x="1685" y="441"/>
                  </a:lnTo>
                  <a:lnTo>
                    <a:pt x="1685" y="441"/>
                  </a:lnTo>
                  <a:lnTo>
                    <a:pt x="1685" y="441"/>
                  </a:lnTo>
                  <a:lnTo>
                    <a:pt x="1685" y="441"/>
                  </a:lnTo>
                  <a:lnTo>
                    <a:pt x="1686" y="441"/>
                  </a:lnTo>
                  <a:lnTo>
                    <a:pt x="1686" y="441"/>
                  </a:lnTo>
                  <a:lnTo>
                    <a:pt x="1686" y="441"/>
                  </a:lnTo>
                  <a:lnTo>
                    <a:pt x="1687" y="441"/>
                  </a:lnTo>
                  <a:lnTo>
                    <a:pt x="1687" y="440"/>
                  </a:lnTo>
                  <a:lnTo>
                    <a:pt x="1687" y="440"/>
                  </a:lnTo>
                  <a:lnTo>
                    <a:pt x="1687" y="440"/>
                  </a:lnTo>
                  <a:lnTo>
                    <a:pt x="1688" y="440"/>
                  </a:lnTo>
                  <a:lnTo>
                    <a:pt x="1688" y="440"/>
                  </a:lnTo>
                  <a:lnTo>
                    <a:pt x="1688" y="440"/>
                  </a:lnTo>
                  <a:lnTo>
                    <a:pt x="1689" y="440"/>
                  </a:lnTo>
                  <a:lnTo>
                    <a:pt x="1689" y="440"/>
                  </a:lnTo>
                  <a:lnTo>
                    <a:pt x="1689" y="440"/>
                  </a:lnTo>
                  <a:lnTo>
                    <a:pt x="1690" y="439"/>
                  </a:lnTo>
                  <a:lnTo>
                    <a:pt x="1690" y="439"/>
                  </a:lnTo>
                  <a:lnTo>
                    <a:pt x="1690" y="439"/>
                  </a:lnTo>
                  <a:lnTo>
                    <a:pt x="1690" y="439"/>
                  </a:lnTo>
                  <a:lnTo>
                    <a:pt x="1691" y="439"/>
                  </a:lnTo>
                  <a:lnTo>
                    <a:pt x="1691" y="438"/>
                  </a:lnTo>
                  <a:lnTo>
                    <a:pt x="1691" y="438"/>
                  </a:lnTo>
                  <a:lnTo>
                    <a:pt x="1691" y="438"/>
                  </a:lnTo>
                  <a:lnTo>
                    <a:pt x="1692" y="438"/>
                  </a:lnTo>
                  <a:lnTo>
                    <a:pt x="1692" y="438"/>
                  </a:lnTo>
                  <a:lnTo>
                    <a:pt x="1693" y="438"/>
                  </a:lnTo>
                  <a:lnTo>
                    <a:pt x="1693" y="438"/>
                  </a:lnTo>
                  <a:lnTo>
                    <a:pt x="1693" y="438"/>
                  </a:lnTo>
                  <a:lnTo>
                    <a:pt x="1693" y="438"/>
                  </a:lnTo>
                  <a:lnTo>
                    <a:pt x="1694" y="438"/>
                  </a:lnTo>
                  <a:lnTo>
                    <a:pt x="1694" y="438"/>
                  </a:lnTo>
                  <a:lnTo>
                    <a:pt x="1694" y="438"/>
                  </a:lnTo>
                  <a:lnTo>
                    <a:pt x="1694" y="438"/>
                  </a:lnTo>
                  <a:lnTo>
                    <a:pt x="1695" y="438"/>
                  </a:lnTo>
                  <a:lnTo>
                    <a:pt x="1695" y="438"/>
                  </a:lnTo>
                  <a:lnTo>
                    <a:pt x="1695" y="438"/>
                  </a:lnTo>
                  <a:lnTo>
                    <a:pt x="1696" y="438"/>
                  </a:lnTo>
                  <a:lnTo>
                    <a:pt x="1696" y="438"/>
                  </a:lnTo>
                  <a:lnTo>
                    <a:pt x="1696" y="438"/>
                  </a:lnTo>
                  <a:lnTo>
                    <a:pt x="1696" y="438"/>
                  </a:lnTo>
                  <a:lnTo>
                    <a:pt x="1697" y="438"/>
                  </a:lnTo>
                  <a:lnTo>
                    <a:pt x="1697" y="438"/>
                  </a:lnTo>
                  <a:lnTo>
                    <a:pt x="1698" y="438"/>
                  </a:lnTo>
                  <a:lnTo>
                    <a:pt x="1698" y="438"/>
                  </a:lnTo>
                  <a:lnTo>
                    <a:pt x="1698" y="438"/>
                  </a:lnTo>
                  <a:lnTo>
                    <a:pt x="1698" y="438"/>
                  </a:lnTo>
                  <a:lnTo>
                    <a:pt x="1699" y="437"/>
                  </a:lnTo>
                  <a:lnTo>
                    <a:pt x="1699" y="437"/>
                  </a:lnTo>
                  <a:lnTo>
                    <a:pt x="1699" y="437"/>
                  </a:lnTo>
                  <a:lnTo>
                    <a:pt x="1699" y="437"/>
                  </a:lnTo>
                  <a:lnTo>
                    <a:pt x="1700" y="437"/>
                  </a:lnTo>
                  <a:lnTo>
                    <a:pt x="1700" y="437"/>
                  </a:lnTo>
                  <a:lnTo>
                    <a:pt x="1700" y="437"/>
                  </a:lnTo>
                  <a:lnTo>
                    <a:pt x="1701" y="437"/>
                  </a:lnTo>
                  <a:lnTo>
                    <a:pt x="1701" y="437"/>
                  </a:lnTo>
                  <a:lnTo>
                    <a:pt x="1701" y="437"/>
                  </a:lnTo>
                  <a:lnTo>
                    <a:pt x="1702" y="437"/>
                  </a:lnTo>
                  <a:lnTo>
                    <a:pt x="1702" y="437"/>
                  </a:lnTo>
                  <a:lnTo>
                    <a:pt x="1702" y="437"/>
                  </a:lnTo>
                  <a:lnTo>
                    <a:pt x="1702" y="437"/>
                  </a:lnTo>
                  <a:lnTo>
                    <a:pt x="1703" y="437"/>
                  </a:lnTo>
                  <a:lnTo>
                    <a:pt x="1703" y="437"/>
                  </a:lnTo>
                  <a:lnTo>
                    <a:pt x="1703" y="437"/>
                  </a:lnTo>
                  <a:lnTo>
                    <a:pt x="1704" y="437"/>
                  </a:lnTo>
                  <a:lnTo>
                    <a:pt x="1704" y="437"/>
                  </a:lnTo>
                  <a:lnTo>
                    <a:pt x="1704" y="437"/>
                  </a:lnTo>
                  <a:lnTo>
                    <a:pt x="1704" y="437"/>
                  </a:lnTo>
                  <a:lnTo>
                    <a:pt x="1705" y="437"/>
                  </a:lnTo>
                  <a:lnTo>
                    <a:pt x="1705" y="437"/>
                  </a:lnTo>
                  <a:lnTo>
                    <a:pt x="1705" y="437"/>
                  </a:lnTo>
                  <a:lnTo>
                    <a:pt x="1705" y="437"/>
                  </a:lnTo>
                  <a:lnTo>
                    <a:pt x="1706" y="437"/>
                  </a:lnTo>
                  <a:lnTo>
                    <a:pt x="1706" y="437"/>
                  </a:lnTo>
                  <a:lnTo>
                    <a:pt x="1707" y="437"/>
                  </a:lnTo>
                  <a:lnTo>
                    <a:pt x="1707" y="437"/>
                  </a:lnTo>
                  <a:lnTo>
                    <a:pt x="1707" y="437"/>
                  </a:lnTo>
                  <a:lnTo>
                    <a:pt x="1707" y="437"/>
                  </a:lnTo>
                  <a:lnTo>
                    <a:pt x="1708" y="437"/>
                  </a:lnTo>
                  <a:lnTo>
                    <a:pt x="1708" y="437"/>
                  </a:lnTo>
                  <a:lnTo>
                    <a:pt x="1708" y="437"/>
                  </a:lnTo>
                  <a:lnTo>
                    <a:pt x="1708" y="437"/>
                  </a:lnTo>
                  <a:lnTo>
                    <a:pt x="1709" y="437"/>
                  </a:lnTo>
                  <a:lnTo>
                    <a:pt x="1709" y="437"/>
                  </a:lnTo>
                  <a:lnTo>
                    <a:pt x="1709" y="437"/>
                  </a:lnTo>
                  <a:lnTo>
                    <a:pt x="1710" y="437"/>
                  </a:lnTo>
                  <a:lnTo>
                    <a:pt x="1710" y="437"/>
                  </a:lnTo>
                  <a:lnTo>
                    <a:pt x="1710" y="437"/>
                  </a:lnTo>
                  <a:lnTo>
                    <a:pt x="1710" y="437"/>
                  </a:lnTo>
                  <a:lnTo>
                    <a:pt x="1711" y="437"/>
                  </a:lnTo>
                  <a:lnTo>
                    <a:pt x="1711" y="437"/>
                  </a:lnTo>
                  <a:lnTo>
                    <a:pt x="1711" y="437"/>
                  </a:lnTo>
                  <a:lnTo>
                    <a:pt x="1712" y="437"/>
                  </a:lnTo>
                  <a:lnTo>
                    <a:pt x="1712" y="437"/>
                  </a:lnTo>
                  <a:lnTo>
                    <a:pt x="1712" y="437"/>
                  </a:lnTo>
                  <a:lnTo>
                    <a:pt x="1713" y="437"/>
                  </a:lnTo>
                  <a:lnTo>
                    <a:pt x="1713" y="437"/>
                  </a:lnTo>
                  <a:lnTo>
                    <a:pt x="1713" y="438"/>
                  </a:lnTo>
                  <a:lnTo>
                    <a:pt x="1713" y="438"/>
                  </a:lnTo>
                  <a:lnTo>
                    <a:pt x="1714" y="438"/>
                  </a:lnTo>
                  <a:lnTo>
                    <a:pt x="1714" y="438"/>
                  </a:lnTo>
                  <a:lnTo>
                    <a:pt x="1714" y="438"/>
                  </a:lnTo>
                  <a:lnTo>
                    <a:pt x="1714" y="438"/>
                  </a:lnTo>
                  <a:lnTo>
                    <a:pt x="1715" y="438"/>
                  </a:lnTo>
                  <a:lnTo>
                    <a:pt x="1715" y="438"/>
                  </a:lnTo>
                  <a:lnTo>
                    <a:pt x="1716" y="438"/>
                  </a:lnTo>
                  <a:lnTo>
                    <a:pt x="1716" y="438"/>
                  </a:lnTo>
                  <a:lnTo>
                    <a:pt x="1716" y="438"/>
                  </a:lnTo>
                  <a:lnTo>
                    <a:pt x="1716" y="438"/>
                  </a:lnTo>
                  <a:lnTo>
                    <a:pt x="1717" y="438"/>
                  </a:lnTo>
                  <a:lnTo>
                    <a:pt x="1717" y="438"/>
                  </a:lnTo>
                  <a:lnTo>
                    <a:pt x="1717" y="438"/>
                  </a:lnTo>
                  <a:lnTo>
                    <a:pt x="1717" y="438"/>
                  </a:lnTo>
                  <a:lnTo>
                    <a:pt x="1718" y="438"/>
                  </a:lnTo>
                  <a:lnTo>
                    <a:pt x="1718" y="438"/>
                  </a:lnTo>
                  <a:lnTo>
                    <a:pt x="1718" y="438"/>
                  </a:lnTo>
                  <a:lnTo>
                    <a:pt x="1719" y="438"/>
                  </a:lnTo>
                  <a:lnTo>
                    <a:pt x="1719" y="438"/>
                  </a:lnTo>
                  <a:lnTo>
                    <a:pt x="1719" y="438"/>
                  </a:lnTo>
                  <a:lnTo>
                    <a:pt x="1719" y="438"/>
                  </a:lnTo>
                  <a:lnTo>
                    <a:pt x="1720" y="438"/>
                  </a:lnTo>
                  <a:lnTo>
                    <a:pt x="1720" y="438"/>
                  </a:lnTo>
                  <a:lnTo>
                    <a:pt x="1720" y="438"/>
                  </a:lnTo>
                  <a:lnTo>
                    <a:pt x="1720" y="438"/>
                  </a:lnTo>
                  <a:lnTo>
                    <a:pt x="1721" y="438"/>
                  </a:lnTo>
                  <a:lnTo>
                    <a:pt x="1721" y="438"/>
                  </a:lnTo>
                  <a:lnTo>
                    <a:pt x="1722" y="438"/>
                  </a:lnTo>
                  <a:lnTo>
                    <a:pt x="1722" y="438"/>
                  </a:lnTo>
                  <a:lnTo>
                    <a:pt x="1722" y="438"/>
                  </a:lnTo>
                  <a:lnTo>
                    <a:pt x="1722" y="438"/>
                  </a:lnTo>
                  <a:lnTo>
                    <a:pt x="1723" y="438"/>
                  </a:lnTo>
                  <a:lnTo>
                    <a:pt x="1723" y="438"/>
                  </a:lnTo>
                  <a:lnTo>
                    <a:pt x="1723" y="438"/>
                  </a:lnTo>
                  <a:lnTo>
                    <a:pt x="1723" y="438"/>
                  </a:lnTo>
                  <a:lnTo>
                    <a:pt x="1724" y="438"/>
                  </a:lnTo>
                  <a:lnTo>
                    <a:pt x="1724" y="438"/>
                  </a:lnTo>
                  <a:lnTo>
                    <a:pt x="1724" y="438"/>
                  </a:lnTo>
                  <a:lnTo>
                    <a:pt x="1725" y="438"/>
                  </a:lnTo>
                  <a:lnTo>
                    <a:pt x="1725" y="438"/>
                  </a:lnTo>
                  <a:lnTo>
                    <a:pt x="1725" y="438"/>
                  </a:lnTo>
                  <a:lnTo>
                    <a:pt x="1726" y="438"/>
                  </a:lnTo>
                  <a:lnTo>
                    <a:pt x="1726" y="438"/>
                  </a:lnTo>
                  <a:lnTo>
                    <a:pt x="1726" y="438"/>
                  </a:lnTo>
                  <a:lnTo>
                    <a:pt x="1726" y="438"/>
                  </a:lnTo>
                  <a:lnTo>
                    <a:pt x="1727" y="438"/>
                  </a:lnTo>
                  <a:lnTo>
                    <a:pt x="1727" y="438"/>
                  </a:lnTo>
                  <a:lnTo>
                    <a:pt x="1727" y="438"/>
                  </a:lnTo>
                  <a:lnTo>
                    <a:pt x="1728" y="438"/>
                  </a:lnTo>
                  <a:lnTo>
                    <a:pt x="1728" y="438"/>
                  </a:lnTo>
                  <a:lnTo>
                    <a:pt x="1728" y="438"/>
                  </a:lnTo>
                  <a:lnTo>
                    <a:pt x="1728" y="438"/>
                  </a:lnTo>
                  <a:lnTo>
                    <a:pt x="1729" y="438"/>
                  </a:lnTo>
                  <a:lnTo>
                    <a:pt x="1729" y="438"/>
                  </a:lnTo>
                  <a:lnTo>
                    <a:pt x="1729" y="438"/>
                  </a:lnTo>
                  <a:lnTo>
                    <a:pt x="1729" y="438"/>
                  </a:lnTo>
                  <a:lnTo>
                    <a:pt x="1730" y="438"/>
                  </a:lnTo>
                  <a:lnTo>
                    <a:pt x="1730" y="438"/>
                  </a:lnTo>
                  <a:lnTo>
                    <a:pt x="1731" y="438"/>
                  </a:lnTo>
                  <a:lnTo>
                    <a:pt x="1731" y="438"/>
                  </a:lnTo>
                  <a:lnTo>
                    <a:pt x="1731" y="438"/>
                  </a:lnTo>
                  <a:lnTo>
                    <a:pt x="1731" y="439"/>
                  </a:lnTo>
                  <a:lnTo>
                    <a:pt x="1732" y="439"/>
                  </a:lnTo>
                  <a:lnTo>
                    <a:pt x="1732" y="439"/>
                  </a:lnTo>
                  <a:lnTo>
                    <a:pt x="1732" y="439"/>
                  </a:lnTo>
                  <a:lnTo>
                    <a:pt x="1732" y="439"/>
                  </a:lnTo>
                  <a:lnTo>
                    <a:pt x="1733" y="440"/>
                  </a:lnTo>
                  <a:lnTo>
                    <a:pt x="1733" y="440"/>
                  </a:lnTo>
                  <a:lnTo>
                    <a:pt x="1733" y="440"/>
                  </a:lnTo>
                  <a:lnTo>
                    <a:pt x="1734" y="440"/>
                  </a:lnTo>
                  <a:lnTo>
                    <a:pt x="1734" y="440"/>
                  </a:lnTo>
                  <a:lnTo>
                    <a:pt x="1734" y="440"/>
                  </a:lnTo>
                  <a:lnTo>
                    <a:pt x="1734" y="440"/>
                  </a:lnTo>
                  <a:lnTo>
                    <a:pt x="1735" y="440"/>
                  </a:lnTo>
                  <a:lnTo>
                    <a:pt x="1735" y="440"/>
                  </a:lnTo>
                  <a:lnTo>
                    <a:pt x="1735" y="441"/>
                  </a:lnTo>
                  <a:lnTo>
                    <a:pt x="1736" y="441"/>
                  </a:lnTo>
                  <a:lnTo>
                    <a:pt x="1736" y="441"/>
                  </a:lnTo>
                  <a:lnTo>
                    <a:pt x="1736" y="441"/>
                  </a:lnTo>
                  <a:lnTo>
                    <a:pt x="1737" y="441"/>
                  </a:lnTo>
                  <a:lnTo>
                    <a:pt x="1737" y="441"/>
                  </a:lnTo>
                  <a:lnTo>
                    <a:pt x="1737" y="441"/>
                  </a:lnTo>
                  <a:lnTo>
                    <a:pt x="1737" y="441"/>
                  </a:lnTo>
                  <a:lnTo>
                    <a:pt x="1738" y="441"/>
                  </a:lnTo>
                  <a:lnTo>
                    <a:pt x="1738" y="442"/>
                  </a:lnTo>
                  <a:lnTo>
                    <a:pt x="1738" y="442"/>
                  </a:lnTo>
                  <a:lnTo>
                    <a:pt x="1738" y="442"/>
                  </a:lnTo>
                  <a:lnTo>
                    <a:pt x="1739" y="442"/>
                  </a:lnTo>
                  <a:lnTo>
                    <a:pt x="1739" y="442"/>
                  </a:lnTo>
                  <a:lnTo>
                    <a:pt x="1740" y="442"/>
                  </a:lnTo>
                  <a:lnTo>
                    <a:pt x="1740" y="443"/>
                  </a:lnTo>
                  <a:lnTo>
                    <a:pt x="1740" y="443"/>
                  </a:lnTo>
                  <a:lnTo>
                    <a:pt x="1740" y="443"/>
                  </a:lnTo>
                  <a:lnTo>
                    <a:pt x="1741" y="443"/>
                  </a:lnTo>
                  <a:lnTo>
                    <a:pt x="1741" y="443"/>
                  </a:lnTo>
                  <a:lnTo>
                    <a:pt x="1741" y="443"/>
                  </a:lnTo>
                  <a:lnTo>
                    <a:pt x="1741" y="443"/>
                  </a:lnTo>
                  <a:lnTo>
                    <a:pt x="1742" y="443"/>
                  </a:lnTo>
                  <a:lnTo>
                    <a:pt x="1742" y="443"/>
                  </a:lnTo>
                  <a:lnTo>
                    <a:pt x="1742" y="443"/>
                  </a:lnTo>
                  <a:lnTo>
                    <a:pt x="1743" y="443"/>
                  </a:lnTo>
                  <a:lnTo>
                    <a:pt x="1743" y="443"/>
                  </a:lnTo>
                  <a:lnTo>
                    <a:pt x="1743" y="443"/>
                  </a:lnTo>
                  <a:lnTo>
                    <a:pt x="1743" y="443"/>
                  </a:lnTo>
                  <a:lnTo>
                    <a:pt x="1744" y="443"/>
                  </a:lnTo>
                  <a:lnTo>
                    <a:pt x="1744" y="443"/>
                  </a:lnTo>
                  <a:lnTo>
                    <a:pt x="1744" y="443"/>
                  </a:lnTo>
                  <a:lnTo>
                    <a:pt x="1744" y="443"/>
                  </a:lnTo>
                  <a:lnTo>
                    <a:pt x="1745" y="443"/>
                  </a:lnTo>
                  <a:lnTo>
                    <a:pt x="1745" y="443"/>
                  </a:lnTo>
                  <a:lnTo>
                    <a:pt x="1746" y="443"/>
                  </a:lnTo>
                  <a:lnTo>
                    <a:pt x="1746" y="443"/>
                  </a:lnTo>
                  <a:lnTo>
                    <a:pt x="1746" y="443"/>
                  </a:lnTo>
                  <a:lnTo>
                    <a:pt x="1746" y="443"/>
                  </a:lnTo>
                  <a:lnTo>
                    <a:pt x="1747" y="443"/>
                  </a:lnTo>
                  <a:lnTo>
                    <a:pt x="1747" y="443"/>
                  </a:lnTo>
                  <a:lnTo>
                    <a:pt x="1747" y="443"/>
                  </a:lnTo>
                  <a:lnTo>
                    <a:pt x="1747" y="443"/>
                  </a:lnTo>
                  <a:lnTo>
                    <a:pt x="1748" y="443"/>
                  </a:lnTo>
                  <a:lnTo>
                    <a:pt x="1748" y="443"/>
                  </a:lnTo>
                  <a:lnTo>
                    <a:pt x="1748" y="443"/>
                  </a:lnTo>
                  <a:lnTo>
                    <a:pt x="1749" y="443"/>
                  </a:lnTo>
                  <a:lnTo>
                    <a:pt x="1749" y="443"/>
                  </a:lnTo>
                  <a:lnTo>
                    <a:pt x="1749" y="443"/>
                  </a:lnTo>
                  <a:lnTo>
                    <a:pt x="1750" y="443"/>
                  </a:lnTo>
                  <a:lnTo>
                    <a:pt x="1750" y="443"/>
                  </a:lnTo>
                  <a:lnTo>
                    <a:pt x="1750" y="443"/>
                  </a:lnTo>
                  <a:lnTo>
                    <a:pt x="1750" y="443"/>
                  </a:lnTo>
                  <a:lnTo>
                    <a:pt x="1751" y="443"/>
                  </a:lnTo>
                  <a:lnTo>
                    <a:pt x="1751" y="443"/>
                  </a:lnTo>
                  <a:lnTo>
                    <a:pt x="1751" y="443"/>
                  </a:lnTo>
                  <a:lnTo>
                    <a:pt x="1752" y="443"/>
                  </a:lnTo>
                  <a:lnTo>
                    <a:pt x="1752" y="442"/>
                  </a:lnTo>
                  <a:lnTo>
                    <a:pt x="1752" y="442"/>
                  </a:lnTo>
                  <a:lnTo>
                    <a:pt x="1752" y="442"/>
                  </a:lnTo>
                  <a:lnTo>
                    <a:pt x="1753" y="442"/>
                  </a:lnTo>
                  <a:lnTo>
                    <a:pt x="1753" y="442"/>
                  </a:lnTo>
                  <a:lnTo>
                    <a:pt x="1753" y="442"/>
                  </a:lnTo>
                  <a:lnTo>
                    <a:pt x="1753" y="442"/>
                  </a:lnTo>
                  <a:lnTo>
                    <a:pt x="1754" y="442"/>
                  </a:lnTo>
                  <a:lnTo>
                    <a:pt x="1754" y="442"/>
                  </a:lnTo>
                  <a:lnTo>
                    <a:pt x="1755" y="441"/>
                  </a:lnTo>
                  <a:lnTo>
                    <a:pt x="1755" y="441"/>
                  </a:lnTo>
                  <a:lnTo>
                    <a:pt x="1755" y="441"/>
                  </a:lnTo>
                  <a:lnTo>
                    <a:pt x="1755" y="441"/>
                  </a:lnTo>
                  <a:lnTo>
                    <a:pt x="1756" y="441"/>
                  </a:lnTo>
                  <a:lnTo>
                    <a:pt x="1756" y="441"/>
                  </a:lnTo>
                  <a:lnTo>
                    <a:pt x="1756" y="441"/>
                  </a:lnTo>
                  <a:lnTo>
                    <a:pt x="1756" y="441"/>
                  </a:lnTo>
                  <a:lnTo>
                    <a:pt x="1757" y="441"/>
                  </a:lnTo>
                  <a:lnTo>
                    <a:pt x="1757" y="441"/>
                  </a:lnTo>
                  <a:lnTo>
                    <a:pt x="1757" y="441"/>
                  </a:lnTo>
                  <a:lnTo>
                    <a:pt x="1758" y="441"/>
                  </a:lnTo>
                  <a:lnTo>
                    <a:pt x="1758" y="441"/>
                  </a:lnTo>
                  <a:lnTo>
                    <a:pt x="1758" y="441"/>
                  </a:lnTo>
                  <a:lnTo>
                    <a:pt x="1758" y="441"/>
                  </a:lnTo>
                  <a:lnTo>
                    <a:pt x="1759" y="441"/>
                  </a:lnTo>
                  <a:lnTo>
                    <a:pt x="1759" y="441"/>
                  </a:lnTo>
                  <a:lnTo>
                    <a:pt x="1759" y="441"/>
                  </a:lnTo>
                  <a:lnTo>
                    <a:pt x="1760" y="441"/>
                  </a:lnTo>
                  <a:lnTo>
                    <a:pt x="1760" y="441"/>
                  </a:lnTo>
                  <a:lnTo>
                    <a:pt x="1760" y="442"/>
                  </a:lnTo>
                  <a:lnTo>
                    <a:pt x="1761" y="442"/>
                  </a:lnTo>
                  <a:lnTo>
                    <a:pt x="1761" y="442"/>
                  </a:lnTo>
                  <a:lnTo>
                    <a:pt x="1761" y="442"/>
                  </a:lnTo>
                  <a:lnTo>
                    <a:pt x="1761" y="442"/>
                  </a:lnTo>
                  <a:lnTo>
                    <a:pt x="1762" y="442"/>
                  </a:lnTo>
                  <a:lnTo>
                    <a:pt x="1762" y="442"/>
                  </a:lnTo>
                  <a:lnTo>
                    <a:pt x="1762" y="442"/>
                  </a:lnTo>
                  <a:lnTo>
                    <a:pt x="1762" y="442"/>
                  </a:lnTo>
                  <a:lnTo>
                    <a:pt x="1763" y="442"/>
                  </a:lnTo>
                  <a:lnTo>
                    <a:pt x="1763" y="442"/>
                  </a:lnTo>
                  <a:lnTo>
                    <a:pt x="1764" y="442"/>
                  </a:lnTo>
                  <a:lnTo>
                    <a:pt x="1764" y="442"/>
                  </a:lnTo>
                  <a:lnTo>
                    <a:pt x="1764" y="442"/>
                  </a:lnTo>
                  <a:lnTo>
                    <a:pt x="1764" y="442"/>
                  </a:lnTo>
                  <a:lnTo>
                    <a:pt x="1765" y="442"/>
                  </a:lnTo>
                  <a:lnTo>
                    <a:pt x="1765" y="442"/>
                  </a:lnTo>
                  <a:lnTo>
                    <a:pt x="1765" y="442"/>
                  </a:lnTo>
                  <a:lnTo>
                    <a:pt x="1766" y="442"/>
                  </a:lnTo>
                  <a:lnTo>
                    <a:pt x="1766" y="442"/>
                  </a:lnTo>
                  <a:lnTo>
                    <a:pt x="1766" y="442"/>
                  </a:lnTo>
                  <a:lnTo>
                    <a:pt x="1766" y="442"/>
                  </a:lnTo>
                  <a:lnTo>
                    <a:pt x="1767" y="442"/>
                  </a:lnTo>
                  <a:lnTo>
                    <a:pt x="1767" y="442"/>
                  </a:lnTo>
                  <a:lnTo>
                    <a:pt x="1767" y="442"/>
                  </a:lnTo>
                  <a:lnTo>
                    <a:pt x="1767" y="442"/>
                  </a:lnTo>
                  <a:lnTo>
                    <a:pt x="1768" y="443"/>
                  </a:lnTo>
                  <a:lnTo>
                    <a:pt x="1768" y="443"/>
                  </a:lnTo>
                  <a:lnTo>
                    <a:pt x="1769" y="443"/>
                  </a:lnTo>
                  <a:lnTo>
                    <a:pt x="1769" y="443"/>
                  </a:lnTo>
                  <a:lnTo>
                    <a:pt x="1769" y="443"/>
                  </a:lnTo>
                  <a:lnTo>
                    <a:pt x="1769" y="443"/>
                  </a:lnTo>
                  <a:lnTo>
                    <a:pt x="1770" y="443"/>
                  </a:lnTo>
                  <a:lnTo>
                    <a:pt x="1770" y="443"/>
                  </a:lnTo>
                  <a:lnTo>
                    <a:pt x="1770" y="443"/>
                  </a:lnTo>
                  <a:lnTo>
                    <a:pt x="1770" y="443"/>
                  </a:lnTo>
                  <a:lnTo>
                    <a:pt x="1771" y="443"/>
                  </a:lnTo>
                  <a:lnTo>
                    <a:pt x="1771" y="443"/>
                  </a:lnTo>
                  <a:lnTo>
                    <a:pt x="1771" y="443"/>
                  </a:lnTo>
                  <a:lnTo>
                    <a:pt x="1772" y="443"/>
                  </a:lnTo>
                  <a:lnTo>
                    <a:pt x="1772" y="443"/>
                  </a:lnTo>
                  <a:lnTo>
                    <a:pt x="1772" y="443"/>
                  </a:lnTo>
                  <a:lnTo>
                    <a:pt x="1773" y="443"/>
                  </a:lnTo>
                  <a:lnTo>
                    <a:pt x="1773" y="443"/>
                  </a:lnTo>
                  <a:lnTo>
                    <a:pt x="1773" y="443"/>
                  </a:lnTo>
                  <a:lnTo>
                    <a:pt x="1773" y="443"/>
                  </a:lnTo>
                  <a:lnTo>
                    <a:pt x="1774" y="443"/>
                  </a:lnTo>
                  <a:lnTo>
                    <a:pt x="1774" y="443"/>
                  </a:lnTo>
                  <a:lnTo>
                    <a:pt x="1774" y="443"/>
                  </a:lnTo>
                  <a:lnTo>
                    <a:pt x="1775" y="443"/>
                  </a:lnTo>
                  <a:lnTo>
                    <a:pt x="1775" y="443"/>
                  </a:lnTo>
                  <a:lnTo>
                    <a:pt x="1775" y="443"/>
                  </a:lnTo>
                  <a:lnTo>
                    <a:pt x="1775" y="443"/>
                  </a:lnTo>
                  <a:lnTo>
                    <a:pt x="1776" y="443"/>
                  </a:lnTo>
                  <a:lnTo>
                    <a:pt x="1776" y="443"/>
                  </a:lnTo>
                  <a:lnTo>
                    <a:pt x="1776" y="443"/>
                  </a:lnTo>
                  <a:lnTo>
                    <a:pt x="1776" y="443"/>
                  </a:lnTo>
                  <a:lnTo>
                    <a:pt x="1777" y="443"/>
                  </a:lnTo>
                  <a:lnTo>
                    <a:pt x="1777" y="443"/>
                  </a:lnTo>
                  <a:lnTo>
                    <a:pt x="1778" y="443"/>
                  </a:lnTo>
                  <a:lnTo>
                    <a:pt x="1778" y="443"/>
                  </a:lnTo>
                  <a:lnTo>
                    <a:pt x="1778" y="443"/>
                  </a:lnTo>
                  <a:lnTo>
                    <a:pt x="1778" y="443"/>
                  </a:lnTo>
                  <a:lnTo>
                    <a:pt x="1779" y="442"/>
                  </a:lnTo>
                  <a:lnTo>
                    <a:pt x="1779" y="442"/>
                  </a:lnTo>
                  <a:lnTo>
                    <a:pt x="1779" y="442"/>
                  </a:lnTo>
                  <a:lnTo>
                    <a:pt x="1779" y="442"/>
                  </a:lnTo>
                  <a:lnTo>
                    <a:pt x="1780" y="442"/>
                  </a:lnTo>
                  <a:lnTo>
                    <a:pt x="1780" y="441"/>
                  </a:lnTo>
                  <a:lnTo>
                    <a:pt x="1780" y="441"/>
                  </a:lnTo>
                  <a:lnTo>
                    <a:pt x="1781" y="441"/>
                  </a:lnTo>
                  <a:lnTo>
                    <a:pt x="1781" y="441"/>
                  </a:lnTo>
                  <a:lnTo>
                    <a:pt x="1781" y="441"/>
                  </a:lnTo>
                  <a:lnTo>
                    <a:pt x="1781" y="441"/>
                  </a:lnTo>
                  <a:lnTo>
                    <a:pt x="1782" y="441"/>
                  </a:lnTo>
                  <a:lnTo>
                    <a:pt x="1782" y="441"/>
                  </a:lnTo>
                  <a:lnTo>
                    <a:pt x="1782" y="441"/>
                  </a:lnTo>
                  <a:lnTo>
                    <a:pt x="1783" y="441"/>
                  </a:lnTo>
                  <a:lnTo>
                    <a:pt x="1783" y="441"/>
                  </a:lnTo>
                  <a:lnTo>
                    <a:pt x="1783" y="441"/>
                  </a:lnTo>
                  <a:lnTo>
                    <a:pt x="1784" y="441"/>
                  </a:lnTo>
                  <a:lnTo>
                    <a:pt x="1784" y="441"/>
                  </a:lnTo>
                  <a:lnTo>
                    <a:pt x="1784" y="441"/>
                  </a:lnTo>
                  <a:lnTo>
                    <a:pt x="1784" y="441"/>
                  </a:lnTo>
                  <a:lnTo>
                    <a:pt x="1785" y="441"/>
                  </a:lnTo>
                  <a:lnTo>
                    <a:pt x="1785" y="441"/>
                  </a:lnTo>
                  <a:lnTo>
                    <a:pt x="1785" y="441"/>
                  </a:lnTo>
                  <a:lnTo>
                    <a:pt x="1785" y="441"/>
                  </a:lnTo>
                  <a:lnTo>
                    <a:pt x="1786" y="441"/>
                  </a:lnTo>
                  <a:lnTo>
                    <a:pt x="1786" y="441"/>
                  </a:lnTo>
                  <a:lnTo>
                    <a:pt x="1787" y="441"/>
                  </a:lnTo>
                  <a:lnTo>
                    <a:pt x="1787" y="441"/>
                  </a:lnTo>
                  <a:lnTo>
                    <a:pt x="1787" y="442"/>
                  </a:lnTo>
                  <a:lnTo>
                    <a:pt x="1787" y="442"/>
                  </a:lnTo>
                  <a:lnTo>
                    <a:pt x="1788" y="442"/>
                  </a:lnTo>
                  <a:lnTo>
                    <a:pt x="1788" y="442"/>
                  </a:lnTo>
                  <a:lnTo>
                    <a:pt x="1788" y="442"/>
                  </a:lnTo>
                  <a:lnTo>
                    <a:pt x="1788" y="441"/>
                  </a:lnTo>
                  <a:lnTo>
                    <a:pt x="1789" y="441"/>
                  </a:lnTo>
                  <a:lnTo>
                    <a:pt x="1789" y="441"/>
                  </a:lnTo>
                  <a:lnTo>
                    <a:pt x="1789" y="441"/>
                  </a:lnTo>
                  <a:lnTo>
                    <a:pt x="1790" y="441"/>
                  </a:lnTo>
                  <a:lnTo>
                    <a:pt x="1790" y="441"/>
                  </a:lnTo>
                  <a:lnTo>
                    <a:pt x="1790" y="441"/>
                  </a:lnTo>
                  <a:lnTo>
                    <a:pt x="1790" y="441"/>
                  </a:lnTo>
                  <a:lnTo>
                    <a:pt x="1791" y="441"/>
                  </a:lnTo>
                  <a:lnTo>
                    <a:pt x="1791" y="441"/>
                  </a:lnTo>
                  <a:lnTo>
                    <a:pt x="1791" y="441"/>
                  </a:lnTo>
                  <a:lnTo>
                    <a:pt x="1791" y="441"/>
                  </a:lnTo>
                  <a:lnTo>
                    <a:pt x="1792" y="441"/>
                  </a:lnTo>
                  <a:lnTo>
                    <a:pt x="1792" y="441"/>
                  </a:lnTo>
                  <a:lnTo>
                    <a:pt x="1793" y="441"/>
                  </a:lnTo>
                  <a:lnTo>
                    <a:pt x="1793" y="441"/>
                  </a:lnTo>
                  <a:lnTo>
                    <a:pt x="1793" y="441"/>
                  </a:lnTo>
                  <a:lnTo>
                    <a:pt x="1793" y="441"/>
                  </a:lnTo>
                  <a:lnTo>
                    <a:pt x="1794" y="441"/>
                  </a:lnTo>
                  <a:lnTo>
                    <a:pt x="1794" y="441"/>
                  </a:lnTo>
                  <a:lnTo>
                    <a:pt x="1794" y="441"/>
                  </a:lnTo>
                  <a:lnTo>
                    <a:pt x="1794" y="441"/>
                  </a:lnTo>
                  <a:lnTo>
                    <a:pt x="1795" y="441"/>
                  </a:lnTo>
                  <a:lnTo>
                    <a:pt x="1795" y="441"/>
                  </a:lnTo>
                  <a:lnTo>
                    <a:pt x="1795" y="441"/>
                  </a:lnTo>
                  <a:lnTo>
                    <a:pt x="1796" y="441"/>
                  </a:lnTo>
                  <a:lnTo>
                    <a:pt x="1796" y="441"/>
                  </a:lnTo>
                  <a:lnTo>
                    <a:pt x="1796" y="441"/>
                  </a:lnTo>
                  <a:lnTo>
                    <a:pt x="1797" y="441"/>
                  </a:lnTo>
                  <a:lnTo>
                    <a:pt x="1797" y="441"/>
                  </a:lnTo>
                  <a:lnTo>
                    <a:pt x="1797" y="441"/>
                  </a:lnTo>
                  <a:lnTo>
                    <a:pt x="1797" y="441"/>
                  </a:lnTo>
                  <a:lnTo>
                    <a:pt x="1798" y="442"/>
                  </a:lnTo>
                  <a:lnTo>
                    <a:pt x="1798" y="442"/>
                  </a:lnTo>
                  <a:lnTo>
                    <a:pt x="1798" y="442"/>
                  </a:lnTo>
                  <a:lnTo>
                    <a:pt x="1799" y="442"/>
                  </a:lnTo>
                  <a:lnTo>
                    <a:pt x="1799" y="442"/>
                  </a:lnTo>
                  <a:lnTo>
                    <a:pt x="1799" y="443"/>
                  </a:lnTo>
                  <a:lnTo>
                    <a:pt x="1799" y="443"/>
                  </a:lnTo>
                  <a:lnTo>
                    <a:pt x="1800" y="443"/>
                  </a:lnTo>
                  <a:lnTo>
                    <a:pt x="1800" y="443"/>
                  </a:lnTo>
                  <a:lnTo>
                    <a:pt x="1800" y="443"/>
                  </a:lnTo>
                  <a:lnTo>
                    <a:pt x="1800" y="443"/>
                  </a:lnTo>
                  <a:lnTo>
                    <a:pt x="1801" y="443"/>
                  </a:lnTo>
                  <a:lnTo>
                    <a:pt x="1801" y="443"/>
                  </a:lnTo>
                  <a:lnTo>
                    <a:pt x="1802" y="444"/>
                  </a:lnTo>
                  <a:lnTo>
                    <a:pt x="1802" y="444"/>
                  </a:lnTo>
                  <a:lnTo>
                    <a:pt x="1802" y="444"/>
                  </a:lnTo>
                  <a:lnTo>
                    <a:pt x="1802" y="444"/>
                  </a:lnTo>
                  <a:lnTo>
                    <a:pt x="1803" y="444"/>
                  </a:lnTo>
                  <a:lnTo>
                    <a:pt x="1803" y="445"/>
                  </a:lnTo>
                  <a:lnTo>
                    <a:pt x="1803" y="445"/>
                  </a:lnTo>
                  <a:lnTo>
                    <a:pt x="1803" y="445"/>
                  </a:lnTo>
                  <a:lnTo>
                    <a:pt x="1804" y="446"/>
                  </a:lnTo>
                  <a:lnTo>
                    <a:pt x="1804" y="446"/>
                  </a:lnTo>
                  <a:lnTo>
                    <a:pt x="1804" y="446"/>
                  </a:lnTo>
                  <a:lnTo>
                    <a:pt x="1805" y="446"/>
                  </a:lnTo>
                  <a:lnTo>
                    <a:pt x="1805" y="446"/>
                  </a:lnTo>
                  <a:lnTo>
                    <a:pt x="1805" y="447"/>
                  </a:lnTo>
                  <a:lnTo>
                    <a:pt x="1805" y="447"/>
                  </a:lnTo>
                  <a:lnTo>
                    <a:pt x="1806" y="447"/>
                  </a:lnTo>
                  <a:lnTo>
                    <a:pt x="1806" y="447"/>
                  </a:lnTo>
                  <a:lnTo>
                    <a:pt x="1806" y="447"/>
                  </a:lnTo>
                  <a:lnTo>
                    <a:pt x="1807" y="447"/>
                  </a:lnTo>
                  <a:lnTo>
                    <a:pt x="1807" y="447"/>
                  </a:lnTo>
                  <a:lnTo>
                    <a:pt x="1807" y="447"/>
                  </a:lnTo>
                  <a:lnTo>
                    <a:pt x="1808" y="447"/>
                  </a:lnTo>
                  <a:lnTo>
                    <a:pt x="1808" y="448"/>
                  </a:lnTo>
                  <a:lnTo>
                    <a:pt x="1808" y="448"/>
                  </a:lnTo>
                  <a:lnTo>
                    <a:pt x="1808" y="448"/>
                  </a:lnTo>
                  <a:lnTo>
                    <a:pt x="1809" y="448"/>
                  </a:lnTo>
                  <a:lnTo>
                    <a:pt x="1809" y="448"/>
                  </a:lnTo>
                  <a:lnTo>
                    <a:pt x="1809" y="449"/>
                  </a:lnTo>
                  <a:lnTo>
                    <a:pt x="1809" y="449"/>
                  </a:lnTo>
                  <a:lnTo>
                    <a:pt x="1810" y="449"/>
                  </a:lnTo>
                  <a:lnTo>
                    <a:pt x="1810" y="449"/>
                  </a:lnTo>
                  <a:lnTo>
                    <a:pt x="1811" y="449"/>
                  </a:lnTo>
                  <a:lnTo>
                    <a:pt x="1811" y="449"/>
                  </a:lnTo>
                  <a:lnTo>
                    <a:pt x="1811" y="449"/>
                  </a:lnTo>
                  <a:lnTo>
                    <a:pt x="1811" y="449"/>
                  </a:lnTo>
                  <a:lnTo>
                    <a:pt x="1812" y="449"/>
                  </a:lnTo>
                  <a:lnTo>
                    <a:pt x="1812" y="449"/>
                  </a:lnTo>
                  <a:lnTo>
                    <a:pt x="1812" y="449"/>
                  </a:lnTo>
                  <a:lnTo>
                    <a:pt x="1812" y="449"/>
                  </a:lnTo>
                  <a:lnTo>
                    <a:pt x="1813" y="449"/>
                  </a:lnTo>
                  <a:lnTo>
                    <a:pt x="1813" y="449"/>
                  </a:lnTo>
                  <a:lnTo>
                    <a:pt x="1813" y="449"/>
                  </a:lnTo>
                  <a:lnTo>
                    <a:pt x="1814" y="449"/>
                  </a:lnTo>
                  <a:lnTo>
                    <a:pt x="1814" y="449"/>
                  </a:lnTo>
                  <a:lnTo>
                    <a:pt x="1814" y="449"/>
                  </a:lnTo>
                  <a:lnTo>
                    <a:pt x="1814" y="449"/>
                  </a:lnTo>
                  <a:lnTo>
                    <a:pt x="1815" y="449"/>
                  </a:lnTo>
                  <a:lnTo>
                    <a:pt x="1815" y="449"/>
                  </a:lnTo>
                  <a:lnTo>
                    <a:pt x="1815" y="449"/>
                  </a:lnTo>
                  <a:lnTo>
                    <a:pt x="1815" y="449"/>
                  </a:lnTo>
                  <a:lnTo>
                    <a:pt x="1816" y="449"/>
                  </a:lnTo>
                  <a:lnTo>
                    <a:pt x="1816" y="449"/>
                  </a:lnTo>
                  <a:lnTo>
                    <a:pt x="1817" y="449"/>
                  </a:lnTo>
                  <a:lnTo>
                    <a:pt x="1817" y="449"/>
                  </a:lnTo>
                  <a:lnTo>
                    <a:pt x="1817" y="449"/>
                  </a:lnTo>
                  <a:lnTo>
                    <a:pt x="1817" y="450"/>
                  </a:lnTo>
                  <a:lnTo>
                    <a:pt x="1818" y="450"/>
                  </a:lnTo>
                  <a:lnTo>
                    <a:pt x="1818" y="450"/>
                  </a:lnTo>
                  <a:lnTo>
                    <a:pt x="1818" y="450"/>
                  </a:lnTo>
                  <a:lnTo>
                    <a:pt x="1818" y="450"/>
                  </a:lnTo>
                  <a:lnTo>
                    <a:pt x="1819" y="450"/>
                  </a:lnTo>
                  <a:lnTo>
                    <a:pt x="1819" y="450"/>
                  </a:lnTo>
                  <a:lnTo>
                    <a:pt x="1820" y="450"/>
                  </a:lnTo>
                  <a:lnTo>
                    <a:pt x="1820" y="450"/>
                  </a:lnTo>
                  <a:lnTo>
                    <a:pt x="1820" y="450"/>
                  </a:lnTo>
                  <a:lnTo>
                    <a:pt x="1820" y="450"/>
                  </a:lnTo>
                  <a:lnTo>
                    <a:pt x="1821" y="450"/>
                  </a:lnTo>
                  <a:lnTo>
                    <a:pt x="1821" y="450"/>
                  </a:lnTo>
                  <a:lnTo>
                    <a:pt x="1821" y="451"/>
                  </a:lnTo>
                  <a:lnTo>
                    <a:pt x="1821" y="451"/>
                  </a:lnTo>
                  <a:lnTo>
                    <a:pt x="1822" y="451"/>
                  </a:lnTo>
                  <a:lnTo>
                    <a:pt x="1822" y="451"/>
                  </a:lnTo>
                  <a:lnTo>
                    <a:pt x="1822" y="451"/>
                  </a:lnTo>
                  <a:lnTo>
                    <a:pt x="1823" y="451"/>
                  </a:lnTo>
                  <a:lnTo>
                    <a:pt x="1823" y="451"/>
                  </a:lnTo>
                  <a:lnTo>
                    <a:pt x="1823" y="451"/>
                  </a:lnTo>
                  <a:lnTo>
                    <a:pt x="1823" y="451"/>
                  </a:lnTo>
                  <a:lnTo>
                    <a:pt x="1824" y="451"/>
                  </a:lnTo>
                  <a:lnTo>
                    <a:pt x="1824" y="451"/>
                  </a:lnTo>
                  <a:lnTo>
                    <a:pt x="1824" y="451"/>
                  </a:lnTo>
                  <a:lnTo>
                    <a:pt x="1824" y="451"/>
                  </a:lnTo>
                  <a:lnTo>
                    <a:pt x="1825" y="451"/>
                  </a:lnTo>
                  <a:lnTo>
                    <a:pt x="1825" y="451"/>
                  </a:lnTo>
                  <a:lnTo>
                    <a:pt x="1826" y="451"/>
                  </a:lnTo>
                  <a:lnTo>
                    <a:pt x="1826" y="451"/>
                  </a:lnTo>
                  <a:lnTo>
                    <a:pt x="1826" y="451"/>
                  </a:lnTo>
                  <a:lnTo>
                    <a:pt x="1826" y="451"/>
                  </a:lnTo>
                  <a:lnTo>
                    <a:pt x="1827" y="452"/>
                  </a:lnTo>
                  <a:lnTo>
                    <a:pt x="1827" y="452"/>
                  </a:lnTo>
                  <a:lnTo>
                    <a:pt x="1827" y="452"/>
                  </a:lnTo>
                  <a:lnTo>
                    <a:pt x="1827" y="452"/>
                  </a:lnTo>
                  <a:lnTo>
                    <a:pt x="1828" y="452"/>
                  </a:lnTo>
                  <a:lnTo>
                    <a:pt x="1828" y="452"/>
                  </a:lnTo>
                  <a:lnTo>
                    <a:pt x="1828" y="452"/>
                  </a:lnTo>
                  <a:lnTo>
                    <a:pt x="1829" y="452"/>
                  </a:lnTo>
                  <a:lnTo>
                    <a:pt x="1829" y="452"/>
                  </a:lnTo>
                  <a:lnTo>
                    <a:pt x="1829" y="452"/>
                  </a:lnTo>
                  <a:lnTo>
                    <a:pt x="1830" y="452"/>
                  </a:lnTo>
                  <a:lnTo>
                    <a:pt x="1830" y="452"/>
                  </a:lnTo>
                  <a:lnTo>
                    <a:pt x="1830" y="452"/>
                  </a:lnTo>
                  <a:lnTo>
                    <a:pt x="1830" y="452"/>
                  </a:lnTo>
                  <a:lnTo>
                    <a:pt x="1831" y="452"/>
                  </a:lnTo>
                  <a:lnTo>
                    <a:pt x="1831" y="453"/>
                  </a:lnTo>
                  <a:lnTo>
                    <a:pt x="1831" y="453"/>
                  </a:lnTo>
                  <a:lnTo>
                    <a:pt x="1832" y="453"/>
                  </a:lnTo>
                  <a:lnTo>
                    <a:pt x="1832" y="453"/>
                  </a:lnTo>
                  <a:lnTo>
                    <a:pt x="1832" y="453"/>
                  </a:lnTo>
                  <a:lnTo>
                    <a:pt x="1832" y="453"/>
                  </a:lnTo>
                  <a:lnTo>
                    <a:pt x="1833" y="453"/>
                  </a:lnTo>
                  <a:lnTo>
                    <a:pt x="1833" y="452"/>
                  </a:lnTo>
                  <a:lnTo>
                    <a:pt x="1833" y="452"/>
                  </a:lnTo>
                  <a:lnTo>
                    <a:pt x="1833" y="452"/>
                  </a:lnTo>
                  <a:lnTo>
                    <a:pt x="1834" y="452"/>
                  </a:lnTo>
                  <a:lnTo>
                    <a:pt x="1834" y="452"/>
                  </a:lnTo>
                  <a:lnTo>
                    <a:pt x="1835" y="452"/>
                  </a:lnTo>
                  <a:lnTo>
                    <a:pt x="1835" y="452"/>
                  </a:lnTo>
                  <a:lnTo>
                    <a:pt x="1835" y="452"/>
                  </a:lnTo>
                  <a:lnTo>
                    <a:pt x="1835" y="451"/>
                  </a:lnTo>
                  <a:lnTo>
                    <a:pt x="1836" y="451"/>
                  </a:lnTo>
                  <a:lnTo>
                    <a:pt x="1836" y="451"/>
                  </a:lnTo>
                  <a:lnTo>
                    <a:pt x="1836" y="451"/>
                  </a:lnTo>
                  <a:lnTo>
                    <a:pt x="1837" y="450"/>
                  </a:lnTo>
                  <a:lnTo>
                    <a:pt x="1837" y="450"/>
                  </a:lnTo>
                  <a:lnTo>
                    <a:pt x="1837" y="450"/>
                  </a:lnTo>
                  <a:lnTo>
                    <a:pt x="1837" y="449"/>
                  </a:lnTo>
                  <a:lnTo>
                    <a:pt x="1838" y="449"/>
                  </a:lnTo>
                  <a:lnTo>
                    <a:pt x="1838" y="449"/>
                  </a:lnTo>
                  <a:lnTo>
                    <a:pt x="1838" y="448"/>
                  </a:lnTo>
                  <a:lnTo>
                    <a:pt x="1838" y="448"/>
                  </a:lnTo>
                  <a:lnTo>
                    <a:pt x="1839" y="447"/>
                  </a:lnTo>
                  <a:lnTo>
                    <a:pt x="1839" y="447"/>
                  </a:lnTo>
                  <a:lnTo>
                    <a:pt x="1840" y="447"/>
                  </a:lnTo>
                  <a:lnTo>
                    <a:pt x="1840" y="446"/>
                  </a:lnTo>
                  <a:lnTo>
                    <a:pt x="1840" y="446"/>
                  </a:lnTo>
                  <a:lnTo>
                    <a:pt x="1840" y="446"/>
                  </a:lnTo>
                  <a:lnTo>
                    <a:pt x="1841" y="445"/>
                  </a:lnTo>
                  <a:lnTo>
                    <a:pt x="1841" y="444"/>
                  </a:lnTo>
                  <a:lnTo>
                    <a:pt x="1841" y="444"/>
                  </a:lnTo>
                  <a:lnTo>
                    <a:pt x="1841" y="444"/>
                  </a:lnTo>
                  <a:lnTo>
                    <a:pt x="1842" y="444"/>
                  </a:lnTo>
                  <a:lnTo>
                    <a:pt x="1842" y="443"/>
                  </a:lnTo>
                  <a:lnTo>
                    <a:pt x="1842" y="443"/>
                  </a:lnTo>
                  <a:lnTo>
                    <a:pt x="1843" y="443"/>
                  </a:lnTo>
                  <a:lnTo>
                    <a:pt x="1843" y="443"/>
                  </a:lnTo>
                  <a:lnTo>
                    <a:pt x="1843" y="443"/>
                  </a:lnTo>
                  <a:lnTo>
                    <a:pt x="1844" y="443"/>
                  </a:lnTo>
                  <a:lnTo>
                    <a:pt x="1844" y="442"/>
                  </a:lnTo>
                  <a:lnTo>
                    <a:pt x="1844" y="441"/>
                  </a:lnTo>
                  <a:lnTo>
                    <a:pt x="1844" y="441"/>
                  </a:lnTo>
                  <a:lnTo>
                    <a:pt x="1845" y="441"/>
                  </a:lnTo>
                  <a:lnTo>
                    <a:pt x="1845" y="440"/>
                  </a:lnTo>
                  <a:lnTo>
                    <a:pt x="1845" y="440"/>
                  </a:lnTo>
                  <a:lnTo>
                    <a:pt x="1846" y="440"/>
                  </a:lnTo>
                  <a:lnTo>
                    <a:pt x="1846" y="440"/>
                  </a:lnTo>
                  <a:lnTo>
                    <a:pt x="1846" y="439"/>
                  </a:lnTo>
                  <a:lnTo>
                    <a:pt x="1846" y="438"/>
                  </a:lnTo>
                  <a:lnTo>
                    <a:pt x="1847" y="438"/>
                  </a:lnTo>
                  <a:lnTo>
                    <a:pt x="1847" y="438"/>
                  </a:lnTo>
                  <a:lnTo>
                    <a:pt x="1847" y="437"/>
                  </a:lnTo>
                  <a:lnTo>
                    <a:pt x="1847" y="437"/>
                  </a:lnTo>
                  <a:lnTo>
                    <a:pt x="1848" y="437"/>
                  </a:lnTo>
                  <a:lnTo>
                    <a:pt x="1848" y="437"/>
                  </a:lnTo>
                  <a:lnTo>
                    <a:pt x="1849" y="436"/>
                  </a:lnTo>
                  <a:lnTo>
                    <a:pt x="1849" y="436"/>
                  </a:lnTo>
                  <a:lnTo>
                    <a:pt x="1849" y="436"/>
                  </a:lnTo>
                  <a:lnTo>
                    <a:pt x="1849" y="436"/>
                  </a:lnTo>
                  <a:lnTo>
                    <a:pt x="1850" y="435"/>
                  </a:lnTo>
                  <a:lnTo>
                    <a:pt x="1850" y="435"/>
                  </a:lnTo>
                  <a:lnTo>
                    <a:pt x="1850" y="435"/>
                  </a:lnTo>
                  <a:lnTo>
                    <a:pt x="1850" y="435"/>
                  </a:lnTo>
                  <a:lnTo>
                    <a:pt x="1851" y="435"/>
                  </a:lnTo>
                  <a:lnTo>
                    <a:pt x="1851" y="435"/>
                  </a:lnTo>
                  <a:lnTo>
                    <a:pt x="1851" y="435"/>
                  </a:lnTo>
                  <a:lnTo>
                    <a:pt x="1852" y="435"/>
                  </a:lnTo>
                  <a:lnTo>
                    <a:pt x="1852" y="435"/>
                  </a:lnTo>
                  <a:lnTo>
                    <a:pt x="1852" y="435"/>
                  </a:lnTo>
                  <a:lnTo>
                    <a:pt x="1852" y="435"/>
                  </a:lnTo>
                  <a:lnTo>
                    <a:pt x="1853" y="435"/>
                  </a:lnTo>
                  <a:lnTo>
                    <a:pt x="1853" y="435"/>
                  </a:lnTo>
                  <a:lnTo>
                    <a:pt x="1853" y="435"/>
                  </a:lnTo>
                  <a:lnTo>
                    <a:pt x="1854" y="435"/>
                  </a:lnTo>
                  <a:lnTo>
                    <a:pt x="1854" y="435"/>
                  </a:lnTo>
                  <a:lnTo>
                    <a:pt x="1854" y="435"/>
                  </a:lnTo>
                  <a:lnTo>
                    <a:pt x="1855" y="435"/>
                  </a:lnTo>
                  <a:lnTo>
                    <a:pt x="1855" y="436"/>
                  </a:lnTo>
                  <a:lnTo>
                    <a:pt x="1855" y="436"/>
                  </a:lnTo>
                  <a:lnTo>
                    <a:pt x="1855" y="436"/>
                  </a:lnTo>
                  <a:lnTo>
                    <a:pt x="1856" y="436"/>
                  </a:lnTo>
                  <a:lnTo>
                    <a:pt x="1856" y="436"/>
                  </a:lnTo>
                  <a:lnTo>
                    <a:pt x="1856" y="437"/>
                  </a:lnTo>
                  <a:lnTo>
                    <a:pt x="1856" y="437"/>
                  </a:lnTo>
                  <a:lnTo>
                    <a:pt x="1857" y="437"/>
                  </a:lnTo>
                  <a:lnTo>
                    <a:pt x="1857" y="437"/>
                  </a:lnTo>
                  <a:lnTo>
                    <a:pt x="1858" y="437"/>
                  </a:lnTo>
                  <a:lnTo>
                    <a:pt x="1858" y="437"/>
                  </a:lnTo>
                  <a:lnTo>
                    <a:pt x="1858" y="437"/>
                  </a:lnTo>
                  <a:lnTo>
                    <a:pt x="1858" y="438"/>
                  </a:lnTo>
                  <a:lnTo>
                    <a:pt x="1859" y="438"/>
                  </a:lnTo>
                  <a:lnTo>
                    <a:pt x="1859" y="438"/>
                  </a:lnTo>
                  <a:lnTo>
                    <a:pt x="1859" y="438"/>
                  </a:lnTo>
                  <a:lnTo>
                    <a:pt x="1859" y="438"/>
                  </a:lnTo>
                  <a:lnTo>
                    <a:pt x="1860" y="438"/>
                  </a:lnTo>
                  <a:lnTo>
                    <a:pt x="1860" y="438"/>
                  </a:lnTo>
                  <a:lnTo>
                    <a:pt x="1860" y="438"/>
                  </a:lnTo>
                  <a:lnTo>
                    <a:pt x="1861" y="438"/>
                  </a:lnTo>
                  <a:lnTo>
                    <a:pt x="1861" y="438"/>
                  </a:lnTo>
                  <a:lnTo>
                    <a:pt x="1861" y="438"/>
                  </a:lnTo>
                  <a:lnTo>
                    <a:pt x="1861" y="438"/>
                  </a:lnTo>
                  <a:lnTo>
                    <a:pt x="1862" y="439"/>
                  </a:lnTo>
                  <a:lnTo>
                    <a:pt x="1862" y="439"/>
                  </a:lnTo>
                  <a:lnTo>
                    <a:pt x="1862" y="439"/>
                  </a:lnTo>
                  <a:lnTo>
                    <a:pt x="1862" y="440"/>
                  </a:lnTo>
                  <a:lnTo>
                    <a:pt x="1863" y="440"/>
                  </a:lnTo>
                  <a:lnTo>
                    <a:pt x="1863" y="440"/>
                  </a:lnTo>
                  <a:lnTo>
                    <a:pt x="1864" y="440"/>
                  </a:lnTo>
                  <a:lnTo>
                    <a:pt x="1864" y="440"/>
                  </a:lnTo>
                  <a:lnTo>
                    <a:pt x="1864" y="440"/>
                  </a:lnTo>
                  <a:lnTo>
                    <a:pt x="1864" y="441"/>
                  </a:lnTo>
                  <a:lnTo>
                    <a:pt x="1865" y="441"/>
                  </a:lnTo>
                  <a:lnTo>
                    <a:pt x="1865" y="441"/>
                  </a:lnTo>
                  <a:lnTo>
                    <a:pt x="1865" y="441"/>
                  </a:lnTo>
                  <a:lnTo>
                    <a:pt x="1865" y="441"/>
                  </a:lnTo>
                  <a:lnTo>
                    <a:pt x="1866" y="442"/>
                  </a:lnTo>
                  <a:lnTo>
                    <a:pt x="1866" y="442"/>
                  </a:lnTo>
                  <a:lnTo>
                    <a:pt x="1867" y="442"/>
                  </a:lnTo>
                  <a:lnTo>
                    <a:pt x="1867" y="443"/>
                  </a:lnTo>
                  <a:lnTo>
                    <a:pt x="1867" y="443"/>
                  </a:lnTo>
                  <a:lnTo>
                    <a:pt x="1867" y="443"/>
                  </a:lnTo>
                  <a:lnTo>
                    <a:pt x="1868" y="443"/>
                  </a:lnTo>
                  <a:lnTo>
                    <a:pt x="1868" y="443"/>
                  </a:lnTo>
                  <a:lnTo>
                    <a:pt x="1868" y="443"/>
                  </a:lnTo>
                  <a:lnTo>
                    <a:pt x="1868" y="443"/>
                  </a:lnTo>
                  <a:lnTo>
                    <a:pt x="1869" y="443"/>
                  </a:lnTo>
                  <a:lnTo>
                    <a:pt x="1869" y="443"/>
                  </a:lnTo>
                  <a:lnTo>
                    <a:pt x="1869" y="443"/>
                  </a:lnTo>
                  <a:lnTo>
                    <a:pt x="1870" y="443"/>
                  </a:lnTo>
                  <a:lnTo>
                    <a:pt x="1870" y="444"/>
                  </a:lnTo>
                  <a:lnTo>
                    <a:pt x="1870" y="444"/>
                  </a:lnTo>
                  <a:lnTo>
                    <a:pt x="1870" y="444"/>
                  </a:lnTo>
                  <a:lnTo>
                    <a:pt x="1871" y="444"/>
                  </a:lnTo>
                  <a:lnTo>
                    <a:pt x="1871" y="444"/>
                  </a:lnTo>
                  <a:lnTo>
                    <a:pt x="1871" y="444"/>
                  </a:lnTo>
                  <a:lnTo>
                    <a:pt x="1871" y="444"/>
                  </a:lnTo>
                  <a:lnTo>
                    <a:pt x="1872" y="444"/>
                  </a:lnTo>
                  <a:lnTo>
                    <a:pt x="1872" y="445"/>
                  </a:lnTo>
                  <a:lnTo>
                    <a:pt x="1873" y="445"/>
                  </a:lnTo>
                  <a:lnTo>
                    <a:pt x="1873" y="445"/>
                  </a:lnTo>
                  <a:lnTo>
                    <a:pt x="1873" y="445"/>
                  </a:lnTo>
                  <a:lnTo>
                    <a:pt x="1873" y="446"/>
                  </a:lnTo>
                  <a:lnTo>
                    <a:pt x="1874" y="446"/>
                  </a:lnTo>
                  <a:lnTo>
                    <a:pt x="1874" y="446"/>
                  </a:lnTo>
                  <a:lnTo>
                    <a:pt x="1874" y="446"/>
                  </a:lnTo>
                  <a:lnTo>
                    <a:pt x="1874" y="446"/>
                  </a:lnTo>
                  <a:lnTo>
                    <a:pt x="1875" y="446"/>
                  </a:lnTo>
                  <a:lnTo>
                    <a:pt x="1875" y="447"/>
                  </a:lnTo>
                  <a:lnTo>
                    <a:pt x="1875" y="447"/>
                  </a:lnTo>
                  <a:lnTo>
                    <a:pt x="1876" y="447"/>
                  </a:lnTo>
                  <a:lnTo>
                    <a:pt x="1876" y="447"/>
                  </a:lnTo>
                  <a:lnTo>
                    <a:pt x="1876" y="447"/>
                  </a:lnTo>
                  <a:lnTo>
                    <a:pt x="1877" y="447"/>
                  </a:lnTo>
                  <a:lnTo>
                    <a:pt x="1877" y="448"/>
                  </a:lnTo>
                  <a:lnTo>
                    <a:pt x="1877" y="448"/>
                  </a:lnTo>
                  <a:lnTo>
                    <a:pt x="1877" y="449"/>
                  </a:lnTo>
                  <a:lnTo>
                    <a:pt x="1878" y="449"/>
                  </a:lnTo>
                  <a:lnTo>
                    <a:pt x="1878" y="449"/>
                  </a:lnTo>
                  <a:lnTo>
                    <a:pt x="1878" y="449"/>
                  </a:lnTo>
                  <a:lnTo>
                    <a:pt x="1879" y="449"/>
                  </a:lnTo>
                  <a:lnTo>
                    <a:pt x="1879" y="450"/>
                  </a:lnTo>
                  <a:lnTo>
                    <a:pt x="1879" y="450"/>
                  </a:lnTo>
                  <a:lnTo>
                    <a:pt x="1879" y="450"/>
                  </a:lnTo>
                  <a:lnTo>
                    <a:pt x="1880" y="450"/>
                  </a:lnTo>
                  <a:lnTo>
                    <a:pt x="1880" y="451"/>
                  </a:lnTo>
                  <a:lnTo>
                    <a:pt x="1880" y="451"/>
                  </a:lnTo>
                  <a:lnTo>
                    <a:pt x="1880" y="451"/>
                  </a:lnTo>
                  <a:lnTo>
                    <a:pt x="1881" y="451"/>
                  </a:lnTo>
                  <a:lnTo>
                    <a:pt x="1881" y="452"/>
                  </a:lnTo>
                  <a:lnTo>
                    <a:pt x="1882" y="452"/>
                  </a:lnTo>
                  <a:lnTo>
                    <a:pt x="1882" y="452"/>
                  </a:lnTo>
                  <a:lnTo>
                    <a:pt x="1882" y="452"/>
                  </a:lnTo>
                  <a:lnTo>
                    <a:pt x="1882" y="452"/>
                  </a:lnTo>
                  <a:lnTo>
                    <a:pt x="1883" y="453"/>
                  </a:lnTo>
                  <a:lnTo>
                    <a:pt x="1883" y="453"/>
                  </a:lnTo>
                  <a:lnTo>
                    <a:pt x="1883" y="453"/>
                  </a:lnTo>
                  <a:lnTo>
                    <a:pt x="1883" y="453"/>
                  </a:lnTo>
                  <a:lnTo>
                    <a:pt x="1884" y="453"/>
                  </a:lnTo>
                  <a:lnTo>
                    <a:pt x="1884" y="453"/>
                  </a:lnTo>
                  <a:lnTo>
                    <a:pt x="1884" y="453"/>
                  </a:lnTo>
                  <a:lnTo>
                    <a:pt x="1885" y="454"/>
                  </a:lnTo>
                  <a:lnTo>
                    <a:pt x="1885" y="454"/>
                  </a:lnTo>
                  <a:lnTo>
                    <a:pt x="1885" y="454"/>
                  </a:lnTo>
                  <a:lnTo>
                    <a:pt x="1885" y="454"/>
                  </a:lnTo>
                  <a:lnTo>
                    <a:pt x="1886" y="454"/>
                  </a:lnTo>
                  <a:lnTo>
                    <a:pt x="1886" y="454"/>
                  </a:lnTo>
                  <a:lnTo>
                    <a:pt x="1886" y="454"/>
                  </a:lnTo>
                  <a:lnTo>
                    <a:pt x="1887" y="454"/>
                  </a:lnTo>
                  <a:lnTo>
                    <a:pt x="1887" y="454"/>
                  </a:lnTo>
                  <a:lnTo>
                    <a:pt x="1887" y="454"/>
                  </a:lnTo>
                  <a:lnTo>
                    <a:pt x="1888" y="454"/>
                  </a:lnTo>
                  <a:lnTo>
                    <a:pt x="1888" y="453"/>
                  </a:lnTo>
                  <a:lnTo>
                    <a:pt x="1888" y="453"/>
                  </a:lnTo>
                  <a:lnTo>
                    <a:pt x="1888" y="453"/>
                  </a:lnTo>
                  <a:lnTo>
                    <a:pt x="1889" y="453"/>
                  </a:lnTo>
                  <a:lnTo>
                    <a:pt x="1889" y="453"/>
                  </a:lnTo>
                  <a:lnTo>
                    <a:pt x="1889" y="453"/>
                  </a:lnTo>
                  <a:lnTo>
                    <a:pt x="1889" y="453"/>
                  </a:lnTo>
                  <a:lnTo>
                    <a:pt x="1890" y="453"/>
                  </a:lnTo>
                  <a:lnTo>
                    <a:pt x="1890" y="453"/>
                  </a:lnTo>
                  <a:lnTo>
                    <a:pt x="1891" y="453"/>
                  </a:lnTo>
                  <a:lnTo>
                    <a:pt x="1891" y="452"/>
                  </a:lnTo>
                  <a:lnTo>
                    <a:pt x="1891" y="452"/>
                  </a:lnTo>
                  <a:lnTo>
                    <a:pt x="1891" y="452"/>
                  </a:lnTo>
                  <a:lnTo>
                    <a:pt x="1892" y="452"/>
                  </a:lnTo>
                  <a:lnTo>
                    <a:pt x="1892" y="452"/>
                  </a:lnTo>
                  <a:lnTo>
                    <a:pt x="1892" y="452"/>
                  </a:lnTo>
                  <a:lnTo>
                    <a:pt x="1892" y="452"/>
                  </a:lnTo>
                  <a:lnTo>
                    <a:pt x="1893" y="451"/>
                  </a:lnTo>
                  <a:lnTo>
                    <a:pt x="1893" y="451"/>
                  </a:lnTo>
                  <a:lnTo>
                    <a:pt x="1893" y="451"/>
                  </a:lnTo>
                  <a:lnTo>
                    <a:pt x="1894" y="451"/>
                  </a:lnTo>
                  <a:lnTo>
                    <a:pt x="1894" y="451"/>
                  </a:lnTo>
                  <a:lnTo>
                    <a:pt x="1894" y="451"/>
                  </a:lnTo>
                  <a:lnTo>
                    <a:pt x="1894" y="451"/>
                  </a:lnTo>
                  <a:lnTo>
                    <a:pt x="1895" y="451"/>
                  </a:lnTo>
                  <a:lnTo>
                    <a:pt x="1895" y="451"/>
                  </a:lnTo>
                  <a:lnTo>
                    <a:pt x="1895" y="451"/>
                  </a:lnTo>
                  <a:lnTo>
                    <a:pt x="1895" y="451"/>
                  </a:lnTo>
                  <a:lnTo>
                    <a:pt x="1896" y="451"/>
                  </a:lnTo>
                  <a:lnTo>
                    <a:pt x="1896" y="451"/>
                  </a:lnTo>
                  <a:lnTo>
                    <a:pt x="1897" y="451"/>
                  </a:lnTo>
                  <a:lnTo>
                    <a:pt x="1897" y="451"/>
                  </a:lnTo>
                  <a:lnTo>
                    <a:pt x="1897" y="451"/>
                  </a:lnTo>
                  <a:lnTo>
                    <a:pt x="1897" y="451"/>
                  </a:lnTo>
                  <a:lnTo>
                    <a:pt x="1898" y="451"/>
                  </a:lnTo>
                  <a:lnTo>
                    <a:pt x="1898" y="451"/>
                  </a:lnTo>
                  <a:lnTo>
                    <a:pt x="1898" y="451"/>
                  </a:lnTo>
                  <a:lnTo>
                    <a:pt x="1898" y="451"/>
                  </a:lnTo>
                  <a:lnTo>
                    <a:pt x="1899" y="451"/>
                  </a:lnTo>
                  <a:lnTo>
                    <a:pt x="1899" y="451"/>
                  </a:lnTo>
                  <a:lnTo>
                    <a:pt x="1899" y="451"/>
                  </a:lnTo>
                  <a:lnTo>
                    <a:pt x="1900" y="451"/>
                  </a:lnTo>
                  <a:lnTo>
                    <a:pt x="1900" y="451"/>
                  </a:lnTo>
                  <a:lnTo>
                    <a:pt x="1900" y="451"/>
                  </a:lnTo>
                  <a:lnTo>
                    <a:pt x="1901" y="451"/>
                  </a:lnTo>
                  <a:lnTo>
                    <a:pt x="1901" y="451"/>
                  </a:lnTo>
                  <a:lnTo>
                    <a:pt x="1901" y="451"/>
                  </a:lnTo>
                  <a:lnTo>
                    <a:pt x="1901" y="451"/>
                  </a:lnTo>
                  <a:lnTo>
                    <a:pt x="1902" y="451"/>
                  </a:lnTo>
                  <a:lnTo>
                    <a:pt x="1902" y="451"/>
                  </a:lnTo>
                  <a:lnTo>
                    <a:pt x="1902" y="451"/>
                  </a:lnTo>
                  <a:lnTo>
                    <a:pt x="1903" y="451"/>
                  </a:lnTo>
                  <a:lnTo>
                    <a:pt x="1903" y="451"/>
                  </a:lnTo>
                  <a:lnTo>
                    <a:pt x="1903" y="451"/>
                  </a:lnTo>
                  <a:lnTo>
                    <a:pt x="1903" y="451"/>
                  </a:lnTo>
                  <a:lnTo>
                    <a:pt x="1904" y="451"/>
                  </a:lnTo>
                  <a:lnTo>
                    <a:pt x="1904" y="451"/>
                  </a:lnTo>
                  <a:lnTo>
                    <a:pt x="1905" y="451"/>
                  </a:lnTo>
                  <a:lnTo>
                    <a:pt x="1905" y="451"/>
                  </a:lnTo>
                  <a:lnTo>
                    <a:pt x="1905" y="451"/>
                  </a:lnTo>
                  <a:lnTo>
                    <a:pt x="1905" y="451"/>
                  </a:lnTo>
                  <a:lnTo>
                    <a:pt x="1906" y="451"/>
                  </a:lnTo>
                  <a:lnTo>
                    <a:pt x="1906" y="451"/>
                  </a:lnTo>
                  <a:lnTo>
                    <a:pt x="1906" y="451"/>
                  </a:lnTo>
                  <a:lnTo>
                    <a:pt x="1906" y="451"/>
                  </a:lnTo>
                  <a:lnTo>
                    <a:pt x="1907" y="451"/>
                  </a:lnTo>
                  <a:lnTo>
                    <a:pt x="1907" y="451"/>
                  </a:lnTo>
                  <a:lnTo>
                    <a:pt x="1907" y="451"/>
                  </a:lnTo>
                  <a:lnTo>
                    <a:pt x="1908" y="451"/>
                  </a:lnTo>
                  <a:lnTo>
                    <a:pt x="1908" y="451"/>
                  </a:lnTo>
                  <a:lnTo>
                    <a:pt x="1908" y="452"/>
                  </a:lnTo>
                  <a:lnTo>
                    <a:pt x="1908" y="452"/>
                  </a:lnTo>
                  <a:lnTo>
                    <a:pt x="1909" y="452"/>
                  </a:lnTo>
                  <a:lnTo>
                    <a:pt x="1909" y="452"/>
                  </a:lnTo>
                  <a:lnTo>
                    <a:pt x="1909" y="452"/>
                  </a:lnTo>
                  <a:lnTo>
                    <a:pt x="1909" y="452"/>
                  </a:lnTo>
                  <a:lnTo>
                    <a:pt x="1910" y="452"/>
                  </a:lnTo>
                  <a:lnTo>
                    <a:pt x="1910" y="452"/>
                  </a:lnTo>
                  <a:lnTo>
                    <a:pt x="1911" y="452"/>
                  </a:lnTo>
                  <a:lnTo>
                    <a:pt x="1911" y="452"/>
                  </a:lnTo>
                  <a:lnTo>
                    <a:pt x="1911" y="452"/>
                  </a:lnTo>
                  <a:lnTo>
                    <a:pt x="1911" y="452"/>
                  </a:lnTo>
                  <a:lnTo>
                    <a:pt x="1912" y="452"/>
                  </a:lnTo>
                  <a:lnTo>
                    <a:pt x="1912" y="452"/>
                  </a:lnTo>
                  <a:lnTo>
                    <a:pt x="1912" y="452"/>
                  </a:lnTo>
                  <a:lnTo>
                    <a:pt x="1912" y="452"/>
                  </a:lnTo>
                  <a:lnTo>
                    <a:pt x="1913" y="452"/>
                  </a:lnTo>
                  <a:lnTo>
                    <a:pt x="1913" y="452"/>
                  </a:lnTo>
                  <a:lnTo>
                    <a:pt x="1914" y="453"/>
                  </a:lnTo>
                  <a:lnTo>
                    <a:pt x="1914" y="453"/>
                  </a:lnTo>
                  <a:lnTo>
                    <a:pt x="1914" y="453"/>
                  </a:lnTo>
                  <a:lnTo>
                    <a:pt x="1914" y="453"/>
                  </a:lnTo>
                  <a:lnTo>
                    <a:pt x="1915" y="453"/>
                  </a:lnTo>
                  <a:lnTo>
                    <a:pt x="1915" y="453"/>
                  </a:lnTo>
                  <a:lnTo>
                    <a:pt x="1915" y="453"/>
                  </a:lnTo>
                  <a:lnTo>
                    <a:pt x="1915" y="453"/>
                  </a:lnTo>
                  <a:lnTo>
                    <a:pt x="1916" y="453"/>
                  </a:lnTo>
                  <a:lnTo>
                    <a:pt x="1916" y="453"/>
                  </a:lnTo>
                  <a:lnTo>
                    <a:pt x="1916" y="453"/>
                  </a:lnTo>
                  <a:lnTo>
                    <a:pt x="1917" y="453"/>
                  </a:lnTo>
                  <a:lnTo>
                    <a:pt x="1917" y="453"/>
                  </a:lnTo>
                  <a:lnTo>
                    <a:pt x="1917" y="453"/>
                  </a:lnTo>
                  <a:lnTo>
                    <a:pt x="1917" y="454"/>
                  </a:lnTo>
                  <a:lnTo>
                    <a:pt x="1918" y="454"/>
                  </a:lnTo>
                  <a:lnTo>
                    <a:pt x="1918" y="454"/>
                  </a:lnTo>
                  <a:lnTo>
                    <a:pt x="1918" y="454"/>
                  </a:lnTo>
                  <a:lnTo>
                    <a:pt x="1918" y="455"/>
                  </a:lnTo>
                  <a:lnTo>
                    <a:pt x="1919" y="455"/>
                  </a:lnTo>
                  <a:lnTo>
                    <a:pt x="1919" y="455"/>
                  </a:lnTo>
                  <a:lnTo>
                    <a:pt x="1920" y="455"/>
                  </a:lnTo>
                  <a:lnTo>
                    <a:pt x="1920" y="455"/>
                  </a:lnTo>
                  <a:lnTo>
                    <a:pt x="1920" y="455"/>
                  </a:lnTo>
                  <a:lnTo>
                    <a:pt x="1920" y="456"/>
                  </a:lnTo>
                  <a:lnTo>
                    <a:pt x="1921" y="456"/>
                  </a:lnTo>
                  <a:lnTo>
                    <a:pt x="1921" y="456"/>
                  </a:lnTo>
                  <a:lnTo>
                    <a:pt x="1921" y="456"/>
                  </a:lnTo>
                  <a:lnTo>
                    <a:pt x="1921" y="456"/>
                  </a:lnTo>
                  <a:lnTo>
                    <a:pt x="1922" y="456"/>
                  </a:lnTo>
                  <a:lnTo>
                    <a:pt x="1922" y="457"/>
                  </a:lnTo>
                  <a:lnTo>
                    <a:pt x="1922" y="457"/>
                  </a:lnTo>
                  <a:lnTo>
                    <a:pt x="1923" y="457"/>
                  </a:lnTo>
                  <a:lnTo>
                    <a:pt x="1923" y="457"/>
                  </a:lnTo>
                  <a:lnTo>
                    <a:pt x="1923" y="457"/>
                  </a:lnTo>
                  <a:lnTo>
                    <a:pt x="1924" y="458"/>
                  </a:lnTo>
                  <a:lnTo>
                    <a:pt x="1924" y="458"/>
                  </a:lnTo>
                  <a:lnTo>
                    <a:pt x="1924" y="458"/>
                  </a:lnTo>
                  <a:lnTo>
                    <a:pt x="1924" y="458"/>
                  </a:lnTo>
                  <a:lnTo>
                    <a:pt x="1925" y="458"/>
                  </a:lnTo>
                  <a:lnTo>
                    <a:pt x="1925" y="459"/>
                  </a:lnTo>
                  <a:lnTo>
                    <a:pt x="1925" y="459"/>
                  </a:lnTo>
                  <a:lnTo>
                    <a:pt x="1926" y="459"/>
                  </a:lnTo>
                  <a:lnTo>
                    <a:pt x="1926" y="459"/>
                  </a:lnTo>
                  <a:lnTo>
                    <a:pt x="1926" y="459"/>
                  </a:lnTo>
                  <a:lnTo>
                    <a:pt x="1926" y="460"/>
                  </a:lnTo>
                  <a:lnTo>
                    <a:pt x="1927" y="460"/>
                  </a:lnTo>
                  <a:lnTo>
                    <a:pt x="1927" y="460"/>
                  </a:lnTo>
                  <a:lnTo>
                    <a:pt x="1927" y="460"/>
                  </a:lnTo>
                  <a:lnTo>
                    <a:pt x="1927" y="461"/>
                  </a:lnTo>
                  <a:lnTo>
                    <a:pt x="1928" y="461"/>
                  </a:lnTo>
                  <a:lnTo>
                    <a:pt x="1928" y="461"/>
                  </a:lnTo>
                  <a:lnTo>
                    <a:pt x="1929" y="461"/>
                  </a:lnTo>
                  <a:lnTo>
                    <a:pt x="1929" y="461"/>
                  </a:lnTo>
                  <a:lnTo>
                    <a:pt x="1929" y="461"/>
                  </a:lnTo>
                  <a:lnTo>
                    <a:pt x="1929" y="461"/>
                  </a:lnTo>
                  <a:lnTo>
                    <a:pt x="1930" y="461"/>
                  </a:lnTo>
                  <a:lnTo>
                    <a:pt x="1930" y="462"/>
                  </a:lnTo>
                  <a:lnTo>
                    <a:pt x="1930" y="462"/>
                  </a:lnTo>
                  <a:lnTo>
                    <a:pt x="1930" y="462"/>
                  </a:lnTo>
                  <a:lnTo>
                    <a:pt x="1931" y="462"/>
                  </a:lnTo>
                  <a:lnTo>
                    <a:pt x="1931" y="462"/>
                  </a:lnTo>
                  <a:lnTo>
                    <a:pt x="1931" y="462"/>
                  </a:lnTo>
                  <a:lnTo>
                    <a:pt x="1932" y="462"/>
                  </a:lnTo>
                  <a:lnTo>
                    <a:pt x="1932" y="462"/>
                  </a:lnTo>
                  <a:lnTo>
                    <a:pt x="1932" y="462"/>
                  </a:lnTo>
                  <a:lnTo>
                    <a:pt x="1932" y="462"/>
                  </a:lnTo>
                  <a:lnTo>
                    <a:pt x="1933" y="462"/>
                  </a:lnTo>
                  <a:lnTo>
                    <a:pt x="1933" y="463"/>
                  </a:lnTo>
                  <a:lnTo>
                    <a:pt x="1933" y="463"/>
                  </a:lnTo>
                  <a:lnTo>
                    <a:pt x="1934" y="463"/>
                  </a:lnTo>
                  <a:lnTo>
                    <a:pt x="1934" y="463"/>
                  </a:lnTo>
                  <a:lnTo>
                    <a:pt x="1934" y="463"/>
                  </a:lnTo>
                  <a:lnTo>
                    <a:pt x="1935" y="463"/>
                  </a:lnTo>
                  <a:lnTo>
                    <a:pt x="1935" y="463"/>
                  </a:lnTo>
                  <a:lnTo>
                    <a:pt x="1935" y="463"/>
                  </a:lnTo>
                  <a:lnTo>
                    <a:pt x="1935" y="463"/>
                  </a:lnTo>
                  <a:lnTo>
                    <a:pt x="1936" y="463"/>
                  </a:lnTo>
                  <a:lnTo>
                    <a:pt x="1936" y="463"/>
                  </a:lnTo>
                  <a:lnTo>
                    <a:pt x="1936" y="463"/>
                  </a:lnTo>
                  <a:lnTo>
                    <a:pt x="1936" y="463"/>
                  </a:lnTo>
                  <a:lnTo>
                    <a:pt x="1937" y="463"/>
                  </a:lnTo>
                  <a:lnTo>
                    <a:pt x="1937" y="464"/>
                  </a:lnTo>
                  <a:lnTo>
                    <a:pt x="1938" y="464"/>
                  </a:lnTo>
                  <a:lnTo>
                    <a:pt x="1938" y="464"/>
                  </a:lnTo>
                  <a:lnTo>
                    <a:pt x="1938" y="464"/>
                  </a:lnTo>
                  <a:lnTo>
                    <a:pt x="1938" y="464"/>
                  </a:lnTo>
                  <a:lnTo>
                    <a:pt x="1939" y="464"/>
                  </a:lnTo>
                  <a:lnTo>
                    <a:pt x="1939" y="464"/>
                  </a:lnTo>
                  <a:lnTo>
                    <a:pt x="1939" y="464"/>
                  </a:lnTo>
                  <a:lnTo>
                    <a:pt x="1939" y="464"/>
                  </a:lnTo>
                  <a:lnTo>
                    <a:pt x="1940" y="464"/>
                  </a:lnTo>
                  <a:lnTo>
                    <a:pt x="1940" y="464"/>
                  </a:lnTo>
                  <a:lnTo>
                    <a:pt x="1940" y="464"/>
                  </a:lnTo>
                  <a:lnTo>
                    <a:pt x="1941" y="464"/>
                  </a:lnTo>
                  <a:lnTo>
                    <a:pt x="1941" y="464"/>
                  </a:lnTo>
                  <a:lnTo>
                    <a:pt x="1941" y="464"/>
                  </a:lnTo>
                  <a:lnTo>
                    <a:pt x="1941" y="464"/>
                  </a:lnTo>
                  <a:lnTo>
                    <a:pt x="1942" y="464"/>
                  </a:lnTo>
                  <a:lnTo>
                    <a:pt x="1942" y="464"/>
                  </a:lnTo>
                  <a:lnTo>
                    <a:pt x="1942" y="464"/>
                  </a:lnTo>
                  <a:lnTo>
                    <a:pt x="1942" y="464"/>
                  </a:lnTo>
                  <a:lnTo>
                    <a:pt x="1943" y="464"/>
                  </a:lnTo>
                  <a:lnTo>
                    <a:pt x="1943" y="463"/>
                  </a:lnTo>
                  <a:lnTo>
                    <a:pt x="1944" y="463"/>
                  </a:lnTo>
                  <a:lnTo>
                    <a:pt x="1944" y="463"/>
                  </a:lnTo>
                  <a:lnTo>
                    <a:pt x="1944" y="463"/>
                  </a:lnTo>
                  <a:lnTo>
                    <a:pt x="1944" y="463"/>
                  </a:lnTo>
                  <a:lnTo>
                    <a:pt x="1945" y="463"/>
                  </a:lnTo>
                  <a:lnTo>
                    <a:pt x="1945" y="463"/>
                  </a:lnTo>
                  <a:lnTo>
                    <a:pt x="1945" y="463"/>
                  </a:lnTo>
                  <a:lnTo>
                    <a:pt x="1945" y="463"/>
                  </a:lnTo>
                  <a:lnTo>
                    <a:pt x="1946" y="463"/>
                  </a:lnTo>
                  <a:lnTo>
                    <a:pt x="1946" y="463"/>
                  </a:lnTo>
                  <a:lnTo>
                    <a:pt x="1946" y="463"/>
                  </a:lnTo>
                  <a:lnTo>
                    <a:pt x="1947" y="463"/>
                  </a:lnTo>
                  <a:lnTo>
                    <a:pt x="1947" y="463"/>
                  </a:lnTo>
                  <a:lnTo>
                    <a:pt x="1947" y="463"/>
                  </a:lnTo>
                  <a:lnTo>
                    <a:pt x="1948" y="463"/>
                  </a:lnTo>
                  <a:lnTo>
                    <a:pt x="1948" y="463"/>
                  </a:lnTo>
                  <a:lnTo>
                    <a:pt x="1948" y="463"/>
                  </a:lnTo>
                  <a:lnTo>
                    <a:pt x="1948" y="463"/>
                  </a:lnTo>
                  <a:lnTo>
                    <a:pt x="1949" y="463"/>
                  </a:lnTo>
                  <a:lnTo>
                    <a:pt x="1949" y="463"/>
                  </a:lnTo>
                  <a:lnTo>
                    <a:pt x="1949" y="463"/>
                  </a:lnTo>
                  <a:lnTo>
                    <a:pt x="1950" y="463"/>
                  </a:lnTo>
                  <a:lnTo>
                    <a:pt x="1950" y="463"/>
                  </a:lnTo>
                  <a:lnTo>
                    <a:pt x="1950" y="464"/>
                  </a:lnTo>
                  <a:lnTo>
                    <a:pt x="1950" y="464"/>
                  </a:lnTo>
                  <a:lnTo>
                    <a:pt x="1951" y="464"/>
                  </a:lnTo>
                  <a:lnTo>
                    <a:pt x="1951" y="464"/>
                  </a:lnTo>
                  <a:lnTo>
                    <a:pt x="1951" y="464"/>
                  </a:lnTo>
                  <a:lnTo>
                    <a:pt x="1951" y="464"/>
                  </a:lnTo>
                  <a:lnTo>
                    <a:pt x="1952" y="464"/>
                  </a:lnTo>
                  <a:lnTo>
                    <a:pt x="1952" y="464"/>
                  </a:lnTo>
                  <a:lnTo>
                    <a:pt x="1953" y="464"/>
                  </a:lnTo>
                  <a:lnTo>
                    <a:pt x="1953" y="464"/>
                  </a:lnTo>
                  <a:lnTo>
                    <a:pt x="1953" y="464"/>
                  </a:lnTo>
                  <a:lnTo>
                    <a:pt x="1953" y="464"/>
                  </a:lnTo>
                  <a:lnTo>
                    <a:pt x="1954" y="463"/>
                  </a:lnTo>
                  <a:lnTo>
                    <a:pt x="1954" y="463"/>
                  </a:lnTo>
                  <a:lnTo>
                    <a:pt x="1954" y="463"/>
                  </a:lnTo>
                  <a:lnTo>
                    <a:pt x="1954" y="463"/>
                  </a:lnTo>
                  <a:lnTo>
                    <a:pt x="1955" y="463"/>
                  </a:lnTo>
                  <a:lnTo>
                    <a:pt x="1955" y="463"/>
                  </a:lnTo>
                  <a:lnTo>
                    <a:pt x="1955" y="463"/>
                  </a:lnTo>
                  <a:lnTo>
                    <a:pt x="1956" y="463"/>
                  </a:lnTo>
                  <a:lnTo>
                    <a:pt x="1956" y="462"/>
                  </a:lnTo>
                  <a:lnTo>
                    <a:pt x="1956" y="462"/>
                  </a:lnTo>
                  <a:lnTo>
                    <a:pt x="1956" y="462"/>
                  </a:lnTo>
                  <a:lnTo>
                    <a:pt x="1957" y="462"/>
                  </a:lnTo>
                  <a:lnTo>
                    <a:pt x="1957" y="462"/>
                  </a:lnTo>
                  <a:lnTo>
                    <a:pt x="1957" y="462"/>
                  </a:lnTo>
                  <a:lnTo>
                    <a:pt x="1958" y="462"/>
                  </a:lnTo>
                  <a:lnTo>
                    <a:pt x="1958" y="462"/>
                  </a:lnTo>
                  <a:lnTo>
                    <a:pt x="1958" y="462"/>
                  </a:lnTo>
                  <a:lnTo>
                    <a:pt x="1959" y="462"/>
                  </a:lnTo>
                  <a:lnTo>
                    <a:pt x="1959" y="462"/>
                  </a:lnTo>
                  <a:lnTo>
                    <a:pt x="1959" y="462"/>
                  </a:lnTo>
                  <a:lnTo>
                    <a:pt x="1959" y="462"/>
                  </a:lnTo>
                  <a:lnTo>
                    <a:pt x="1960" y="462"/>
                  </a:lnTo>
                  <a:lnTo>
                    <a:pt x="1960" y="462"/>
                  </a:lnTo>
                  <a:lnTo>
                    <a:pt x="1960" y="462"/>
                  </a:lnTo>
                  <a:lnTo>
                    <a:pt x="1960" y="462"/>
                  </a:lnTo>
                  <a:lnTo>
                    <a:pt x="1961" y="462"/>
                  </a:lnTo>
                  <a:lnTo>
                    <a:pt x="1961" y="461"/>
                  </a:lnTo>
                  <a:lnTo>
                    <a:pt x="1962" y="461"/>
                  </a:lnTo>
                  <a:lnTo>
                    <a:pt x="1962" y="461"/>
                  </a:lnTo>
                  <a:lnTo>
                    <a:pt x="1962" y="461"/>
                  </a:lnTo>
                  <a:lnTo>
                    <a:pt x="1962" y="461"/>
                  </a:lnTo>
                  <a:lnTo>
                    <a:pt x="1963" y="461"/>
                  </a:lnTo>
                  <a:lnTo>
                    <a:pt x="1963" y="461"/>
                  </a:lnTo>
                  <a:lnTo>
                    <a:pt x="1963" y="461"/>
                  </a:lnTo>
                  <a:lnTo>
                    <a:pt x="1963" y="461"/>
                  </a:lnTo>
                  <a:lnTo>
                    <a:pt x="1964" y="461"/>
                  </a:lnTo>
                  <a:lnTo>
                    <a:pt x="1964" y="461"/>
                  </a:lnTo>
                  <a:lnTo>
                    <a:pt x="1964" y="461"/>
                  </a:lnTo>
                  <a:lnTo>
                    <a:pt x="1965" y="461"/>
                  </a:lnTo>
                  <a:lnTo>
                    <a:pt x="1965" y="461"/>
                  </a:lnTo>
                  <a:lnTo>
                    <a:pt x="1965" y="461"/>
                  </a:lnTo>
                  <a:lnTo>
                    <a:pt x="1965" y="461"/>
                  </a:lnTo>
                  <a:lnTo>
                    <a:pt x="1966" y="461"/>
                  </a:lnTo>
                  <a:lnTo>
                    <a:pt x="1966" y="461"/>
                  </a:lnTo>
                  <a:lnTo>
                    <a:pt x="1966" y="461"/>
                  </a:lnTo>
                  <a:lnTo>
                    <a:pt x="1966" y="461"/>
                  </a:lnTo>
                  <a:lnTo>
                    <a:pt x="1967" y="461"/>
                  </a:lnTo>
                  <a:lnTo>
                    <a:pt x="1967" y="461"/>
                  </a:lnTo>
                  <a:lnTo>
                    <a:pt x="1968" y="461"/>
                  </a:lnTo>
                  <a:lnTo>
                    <a:pt x="1968" y="461"/>
                  </a:lnTo>
                  <a:lnTo>
                    <a:pt x="1968" y="461"/>
                  </a:lnTo>
                  <a:lnTo>
                    <a:pt x="1968" y="461"/>
                  </a:lnTo>
                  <a:lnTo>
                    <a:pt x="1969" y="461"/>
                  </a:lnTo>
                  <a:lnTo>
                    <a:pt x="1969" y="461"/>
                  </a:lnTo>
                  <a:lnTo>
                    <a:pt x="1969" y="462"/>
                  </a:lnTo>
                  <a:lnTo>
                    <a:pt x="1969" y="462"/>
                  </a:lnTo>
                  <a:lnTo>
                    <a:pt x="1970" y="462"/>
                  </a:lnTo>
                  <a:lnTo>
                    <a:pt x="1970" y="462"/>
                  </a:lnTo>
                  <a:lnTo>
                    <a:pt x="1971" y="462"/>
                  </a:lnTo>
                  <a:lnTo>
                    <a:pt x="1971" y="462"/>
                  </a:lnTo>
                  <a:lnTo>
                    <a:pt x="1971" y="462"/>
                  </a:lnTo>
                  <a:lnTo>
                    <a:pt x="1971" y="462"/>
                  </a:lnTo>
                  <a:lnTo>
                    <a:pt x="1972" y="462"/>
                  </a:lnTo>
                  <a:lnTo>
                    <a:pt x="1972" y="462"/>
                  </a:lnTo>
                  <a:lnTo>
                    <a:pt x="1972" y="462"/>
                  </a:lnTo>
                  <a:lnTo>
                    <a:pt x="1973" y="462"/>
                  </a:lnTo>
                  <a:lnTo>
                    <a:pt x="1973" y="462"/>
                  </a:lnTo>
                  <a:lnTo>
                    <a:pt x="1973" y="462"/>
                  </a:lnTo>
                  <a:lnTo>
                    <a:pt x="1973" y="462"/>
                  </a:lnTo>
                  <a:lnTo>
                    <a:pt x="1974" y="462"/>
                  </a:lnTo>
                  <a:lnTo>
                    <a:pt x="1974" y="462"/>
                  </a:lnTo>
                  <a:lnTo>
                    <a:pt x="1974" y="462"/>
                  </a:lnTo>
                  <a:lnTo>
                    <a:pt x="1974" y="462"/>
                  </a:lnTo>
                  <a:lnTo>
                    <a:pt x="1975" y="462"/>
                  </a:lnTo>
                  <a:lnTo>
                    <a:pt x="1975" y="462"/>
                  </a:lnTo>
                  <a:lnTo>
                    <a:pt x="1976" y="462"/>
                  </a:lnTo>
                  <a:lnTo>
                    <a:pt x="1976" y="462"/>
                  </a:lnTo>
                  <a:lnTo>
                    <a:pt x="1976" y="462"/>
                  </a:lnTo>
                  <a:lnTo>
                    <a:pt x="1976" y="462"/>
                  </a:lnTo>
                  <a:lnTo>
                    <a:pt x="1977" y="462"/>
                  </a:lnTo>
                  <a:lnTo>
                    <a:pt x="1977" y="462"/>
                  </a:lnTo>
                  <a:lnTo>
                    <a:pt x="1977" y="462"/>
                  </a:lnTo>
                  <a:lnTo>
                    <a:pt x="1977" y="462"/>
                  </a:lnTo>
                  <a:lnTo>
                    <a:pt x="1978" y="462"/>
                  </a:lnTo>
                  <a:lnTo>
                    <a:pt x="1978" y="462"/>
                  </a:lnTo>
                  <a:lnTo>
                    <a:pt x="1978" y="462"/>
                  </a:lnTo>
                  <a:lnTo>
                    <a:pt x="1979" y="462"/>
                  </a:lnTo>
                  <a:lnTo>
                    <a:pt x="1979" y="462"/>
                  </a:lnTo>
                  <a:lnTo>
                    <a:pt x="1979" y="462"/>
                  </a:lnTo>
                  <a:lnTo>
                    <a:pt x="1979" y="461"/>
                  </a:lnTo>
                  <a:lnTo>
                    <a:pt x="1980" y="461"/>
                  </a:lnTo>
                  <a:lnTo>
                    <a:pt x="1980" y="461"/>
                  </a:lnTo>
                  <a:lnTo>
                    <a:pt x="1980" y="461"/>
                  </a:lnTo>
                  <a:lnTo>
                    <a:pt x="1981" y="461"/>
                  </a:lnTo>
                  <a:lnTo>
                    <a:pt x="1981" y="461"/>
                  </a:lnTo>
                  <a:lnTo>
                    <a:pt x="1981" y="461"/>
                  </a:lnTo>
                  <a:lnTo>
                    <a:pt x="1982" y="461"/>
                  </a:lnTo>
                  <a:lnTo>
                    <a:pt x="1982" y="461"/>
                  </a:lnTo>
                  <a:lnTo>
                    <a:pt x="1982" y="461"/>
                  </a:lnTo>
                  <a:lnTo>
                    <a:pt x="1982" y="461"/>
                  </a:lnTo>
                  <a:lnTo>
                    <a:pt x="1983" y="461"/>
                  </a:lnTo>
                  <a:lnTo>
                    <a:pt x="1983" y="461"/>
                  </a:lnTo>
                  <a:lnTo>
                    <a:pt x="1983" y="461"/>
                  </a:lnTo>
                  <a:lnTo>
                    <a:pt x="1983" y="461"/>
                  </a:lnTo>
                  <a:lnTo>
                    <a:pt x="1984" y="461"/>
                  </a:lnTo>
                  <a:lnTo>
                    <a:pt x="1984" y="461"/>
                  </a:lnTo>
                  <a:lnTo>
                    <a:pt x="1985" y="461"/>
                  </a:lnTo>
                  <a:lnTo>
                    <a:pt x="1985" y="461"/>
                  </a:lnTo>
                  <a:lnTo>
                    <a:pt x="1985" y="461"/>
                  </a:lnTo>
                  <a:lnTo>
                    <a:pt x="1985" y="461"/>
                  </a:lnTo>
                  <a:lnTo>
                    <a:pt x="1986" y="461"/>
                  </a:lnTo>
                  <a:lnTo>
                    <a:pt x="1986" y="461"/>
                  </a:lnTo>
                  <a:lnTo>
                    <a:pt x="1986" y="461"/>
                  </a:lnTo>
                  <a:lnTo>
                    <a:pt x="1986" y="461"/>
                  </a:lnTo>
                  <a:lnTo>
                    <a:pt x="1987" y="461"/>
                  </a:lnTo>
                  <a:lnTo>
                    <a:pt x="1987" y="461"/>
                  </a:lnTo>
                  <a:lnTo>
                    <a:pt x="1987" y="461"/>
                  </a:lnTo>
                  <a:lnTo>
                    <a:pt x="1988" y="461"/>
                  </a:lnTo>
                  <a:lnTo>
                    <a:pt x="1988" y="461"/>
                  </a:lnTo>
                  <a:lnTo>
                    <a:pt x="1988" y="461"/>
                  </a:lnTo>
                  <a:lnTo>
                    <a:pt x="1988" y="461"/>
                  </a:lnTo>
                  <a:lnTo>
                    <a:pt x="1989" y="461"/>
                  </a:lnTo>
                  <a:lnTo>
                    <a:pt x="1989" y="461"/>
                  </a:lnTo>
                  <a:lnTo>
                    <a:pt x="1989" y="461"/>
                  </a:lnTo>
                  <a:lnTo>
                    <a:pt x="1989" y="461"/>
                  </a:lnTo>
                  <a:lnTo>
                    <a:pt x="1990" y="461"/>
                  </a:lnTo>
                  <a:lnTo>
                    <a:pt x="1990" y="461"/>
                  </a:lnTo>
                  <a:lnTo>
                    <a:pt x="1991" y="461"/>
                  </a:lnTo>
                  <a:lnTo>
                    <a:pt x="1991" y="461"/>
                  </a:lnTo>
                  <a:lnTo>
                    <a:pt x="1991" y="461"/>
                  </a:lnTo>
                  <a:lnTo>
                    <a:pt x="1991" y="461"/>
                  </a:lnTo>
                  <a:lnTo>
                    <a:pt x="1992" y="461"/>
                  </a:lnTo>
                  <a:lnTo>
                    <a:pt x="1992" y="461"/>
                  </a:lnTo>
                  <a:lnTo>
                    <a:pt x="1992" y="461"/>
                  </a:lnTo>
                  <a:lnTo>
                    <a:pt x="1992" y="461"/>
                  </a:lnTo>
                  <a:lnTo>
                    <a:pt x="1993" y="461"/>
                  </a:lnTo>
                  <a:lnTo>
                    <a:pt x="1993" y="461"/>
                  </a:lnTo>
                  <a:lnTo>
                    <a:pt x="1993" y="461"/>
                  </a:lnTo>
                  <a:lnTo>
                    <a:pt x="1994" y="461"/>
                  </a:lnTo>
                  <a:lnTo>
                    <a:pt x="1994" y="461"/>
                  </a:lnTo>
                  <a:lnTo>
                    <a:pt x="1994" y="461"/>
                  </a:lnTo>
                  <a:lnTo>
                    <a:pt x="1995" y="461"/>
                  </a:lnTo>
                  <a:lnTo>
                    <a:pt x="1995" y="461"/>
                  </a:lnTo>
                  <a:lnTo>
                    <a:pt x="1995" y="461"/>
                  </a:lnTo>
                  <a:lnTo>
                    <a:pt x="1995" y="460"/>
                  </a:lnTo>
                  <a:lnTo>
                    <a:pt x="1996" y="460"/>
                  </a:lnTo>
                  <a:lnTo>
                    <a:pt x="1996" y="460"/>
                  </a:lnTo>
                  <a:lnTo>
                    <a:pt x="1996" y="460"/>
                  </a:lnTo>
                  <a:lnTo>
                    <a:pt x="1997" y="459"/>
                  </a:lnTo>
                  <a:lnTo>
                    <a:pt x="1997" y="459"/>
                  </a:lnTo>
                  <a:lnTo>
                    <a:pt x="1997" y="459"/>
                  </a:lnTo>
                  <a:lnTo>
                    <a:pt x="1997" y="459"/>
                  </a:lnTo>
                  <a:lnTo>
                    <a:pt x="1998" y="459"/>
                  </a:lnTo>
                  <a:lnTo>
                    <a:pt x="1998" y="459"/>
                  </a:lnTo>
                  <a:lnTo>
                    <a:pt x="1998" y="458"/>
                  </a:lnTo>
                  <a:lnTo>
                    <a:pt x="1998" y="458"/>
                  </a:lnTo>
                  <a:lnTo>
                    <a:pt x="1999" y="458"/>
                  </a:lnTo>
                  <a:lnTo>
                    <a:pt x="1999" y="458"/>
                  </a:lnTo>
                  <a:lnTo>
                    <a:pt x="2000" y="458"/>
                  </a:lnTo>
                  <a:lnTo>
                    <a:pt x="2000" y="458"/>
                  </a:lnTo>
                  <a:lnTo>
                    <a:pt x="2000" y="457"/>
                  </a:lnTo>
                  <a:lnTo>
                    <a:pt x="2000" y="457"/>
                  </a:lnTo>
                  <a:lnTo>
                    <a:pt x="2001" y="457"/>
                  </a:lnTo>
                  <a:lnTo>
                    <a:pt x="2001" y="457"/>
                  </a:lnTo>
                  <a:lnTo>
                    <a:pt x="2001" y="457"/>
                  </a:lnTo>
                  <a:lnTo>
                    <a:pt x="2001" y="457"/>
                  </a:lnTo>
                  <a:lnTo>
                    <a:pt x="2002" y="456"/>
                  </a:lnTo>
                  <a:lnTo>
                    <a:pt x="2002" y="456"/>
                  </a:lnTo>
                  <a:lnTo>
                    <a:pt x="2002" y="456"/>
                  </a:lnTo>
                  <a:lnTo>
                    <a:pt x="2003" y="456"/>
                  </a:lnTo>
                  <a:lnTo>
                    <a:pt x="2003" y="456"/>
                  </a:lnTo>
                  <a:lnTo>
                    <a:pt x="2003" y="456"/>
                  </a:lnTo>
                  <a:lnTo>
                    <a:pt x="2003" y="455"/>
                  </a:lnTo>
                  <a:lnTo>
                    <a:pt x="2004" y="455"/>
                  </a:lnTo>
                  <a:lnTo>
                    <a:pt x="2004" y="455"/>
                  </a:lnTo>
                  <a:lnTo>
                    <a:pt x="2004" y="455"/>
                  </a:lnTo>
                  <a:lnTo>
                    <a:pt x="2005" y="455"/>
                  </a:lnTo>
                  <a:lnTo>
                    <a:pt x="2005" y="455"/>
                  </a:lnTo>
                  <a:lnTo>
                    <a:pt x="2005" y="454"/>
                  </a:lnTo>
                  <a:lnTo>
                    <a:pt x="2006" y="454"/>
                  </a:lnTo>
                  <a:lnTo>
                    <a:pt x="2006" y="454"/>
                  </a:lnTo>
                  <a:lnTo>
                    <a:pt x="2006" y="453"/>
                  </a:lnTo>
                  <a:lnTo>
                    <a:pt x="2006" y="453"/>
                  </a:lnTo>
                  <a:lnTo>
                    <a:pt x="2007" y="453"/>
                  </a:lnTo>
                  <a:lnTo>
                    <a:pt x="2007" y="453"/>
                  </a:lnTo>
                  <a:lnTo>
                    <a:pt x="2007" y="453"/>
                  </a:lnTo>
                  <a:lnTo>
                    <a:pt x="2007" y="453"/>
                  </a:lnTo>
                  <a:lnTo>
                    <a:pt x="2008" y="453"/>
                  </a:lnTo>
                  <a:lnTo>
                    <a:pt x="2008" y="453"/>
                  </a:lnTo>
                  <a:lnTo>
                    <a:pt x="2009" y="453"/>
                  </a:lnTo>
                  <a:lnTo>
                    <a:pt x="2009" y="452"/>
                  </a:lnTo>
                  <a:lnTo>
                    <a:pt x="2009" y="452"/>
                  </a:lnTo>
                  <a:lnTo>
                    <a:pt x="2009" y="452"/>
                  </a:lnTo>
                  <a:lnTo>
                    <a:pt x="2010" y="452"/>
                  </a:lnTo>
                  <a:lnTo>
                    <a:pt x="2010" y="452"/>
                  </a:lnTo>
                  <a:lnTo>
                    <a:pt x="2010" y="452"/>
                  </a:lnTo>
                  <a:lnTo>
                    <a:pt x="2010" y="452"/>
                  </a:lnTo>
                  <a:lnTo>
                    <a:pt x="2011" y="452"/>
                  </a:lnTo>
                  <a:lnTo>
                    <a:pt x="2011" y="452"/>
                  </a:lnTo>
                  <a:lnTo>
                    <a:pt x="2011" y="452"/>
                  </a:lnTo>
                  <a:lnTo>
                    <a:pt x="2012" y="452"/>
                  </a:lnTo>
                  <a:lnTo>
                    <a:pt x="2012" y="451"/>
                  </a:lnTo>
                  <a:lnTo>
                    <a:pt x="2012" y="451"/>
                  </a:lnTo>
                  <a:lnTo>
                    <a:pt x="2012" y="451"/>
                  </a:lnTo>
                  <a:lnTo>
                    <a:pt x="2013" y="451"/>
                  </a:lnTo>
                  <a:lnTo>
                    <a:pt x="2013" y="451"/>
                  </a:lnTo>
                  <a:lnTo>
                    <a:pt x="2013" y="451"/>
                  </a:lnTo>
                  <a:lnTo>
                    <a:pt x="2013" y="451"/>
                  </a:lnTo>
                  <a:lnTo>
                    <a:pt x="2014" y="451"/>
                  </a:lnTo>
                  <a:lnTo>
                    <a:pt x="2014" y="451"/>
                  </a:lnTo>
                  <a:lnTo>
                    <a:pt x="2015" y="451"/>
                  </a:lnTo>
                  <a:lnTo>
                    <a:pt x="2015" y="451"/>
                  </a:lnTo>
                  <a:lnTo>
                    <a:pt x="2015" y="451"/>
                  </a:lnTo>
                  <a:lnTo>
                    <a:pt x="2015" y="451"/>
                  </a:lnTo>
                  <a:lnTo>
                    <a:pt x="2016" y="450"/>
                  </a:lnTo>
                  <a:lnTo>
                    <a:pt x="2016" y="450"/>
                  </a:lnTo>
                  <a:lnTo>
                    <a:pt x="2016" y="450"/>
                  </a:lnTo>
                  <a:lnTo>
                    <a:pt x="2016" y="450"/>
                  </a:lnTo>
                  <a:lnTo>
                    <a:pt x="2017" y="450"/>
                  </a:lnTo>
                  <a:lnTo>
                    <a:pt x="2017" y="450"/>
                  </a:lnTo>
                  <a:lnTo>
                    <a:pt x="2017" y="450"/>
                  </a:lnTo>
                  <a:lnTo>
                    <a:pt x="2018" y="450"/>
                  </a:lnTo>
                  <a:lnTo>
                    <a:pt x="2018" y="450"/>
                  </a:lnTo>
                  <a:lnTo>
                    <a:pt x="2018" y="450"/>
                  </a:lnTo>
                  <a:lnTo>
                    <a:pt x="2019" y="450"/>
                  </a:lnTo>
                  <a:lnTo>
                    <a:pt x="2019" y="450"/>
                  </a:lnTo>
                  <a:lnTo>
                    <a:pt x="2019" y="450"/>
                  </a:lnTo>
                  <a:lnTo>
                    <a:pt x="2019" y="450"/>
                  </a:lnTo>
                  <a:lnTo>
                    <a:pt x="2020" y="450"/>
                  </a:lnTo>
                  <a:lnTo>
                    <a:pt x="2020" y="450"/>
                  </a:lnTo>
                  <a:lnTo>
                    <a:pt x="2020" y="450"/>
                  </a:lnTo>
                  <a:lnTo>
                    <a:pt x="2021" y="450"/>
                  </a:lnTo>
                  <a:lnTo>
                    <a:pt x="2021" y="450"/>
                  </a:lnTo>
                  <a:lnTo>
                    <a:pt x="2021" y="450"/>
                  </a:lnTo>
                  <a:lnTo>
                    <a:pt x="2021" y="450"/>
                  </a:lnTo>
                  <a:lnTo>
                    <a:pt x="2022" y="450"/>
                  </a:lnTo>
                  <a:lnTo>
                    <a:pt x="2022" y="450"/>
                  </a:lnTo>
                  <a:lnTo>
                    <a:pt x="2022" y="450"/>
                  </a:lnTo>
                  <a:lnTo>
                    <a:pt x="2022" y="450"/>
                  </a:lnTo>
                  <a:lnTo>
                    <a:pt x="2023" y="450"/>
                  </a:lnTo>
                  <a:lnTo>
                    <a:pt x="2023" y="450"/>
                  </a:lnTo>
                  <a:lnTo>
                    <a:pt x="2024" y="450"/>
                  </a:lnTo>
                  <a:lnTo>
                    <a:pt x="2024" y="450"/>
                  </a:lnTo>
                  <a:lnTo>
                    <a:pt x="2024" y="450"/>
                  </a:lnTo>
                  <a:lnTo>
                    <a:pt x="2024" y="450"/>
                  </a:lnTo>
                  <a:lnTo>
                    <a:pt x="2025" y="450"/>
                  </a:lnTo>
                  <a:lnTo>
                    <a:pt x="2025" y="450"/>
                  </a:lnTo>
                  <a:lnTo>
                    <a:pt x="2025" y="450"/>
                  </a:lnTo>
                  <a:lnTo>
                    <a:pt x="2025" y="450"/>
                  </a:lnTo>
                  <a:lnTo>
                    <a:pt x="2026" y="450"/>
                  </a:lnTo>
                  <a:lnTo>
                    <a:pt x="2026" y="449"/>
                  </a:lnTo>
                  <a:lnTo>
                    <a:pt x="2026" y="449"/>
                  </a:lnTo>
                  <a:lnTo>
                    <a:pt x="2027" y="449"/>
                  </a:lnTo>
                  <a:lnTo>
                    <a:pt x="2027" y="449"/>
                  </a:lnTo>
                  <a:lnTo>
                    <a:pt x="2027" y="449"/>
                  </a:lnTo>
                  <a:lnTo>
                    <a:pt x="2028" y="449"/>
                  </a:lnTo>
                  <a:lnTo>
                    <a:pt x="2028" y="449"/>
                  </a:lnTo>
                  <a:lnTo>
                    <a:pt x="2028" y="448"/>
                  </a:lnTo>
                  <a:lnTo>
                    <a:pt x="2028" y="448"/>
                  </a:lnTo>
                  <a:lnTo>
                    <a:pt x="2029" y="448"/>
                  </a:lnTo>
                  <a:lnTo>
                    <a:pt x="2029" y="448"/>
                  </a:lnTo>
                  <a:lnTo>
                    <a:pt x="2029" y="448"/>
                  </a:lnTo>
                  <a:lnTo>
                    <a:pt x="2030" y="448"/>
                  </a:lnTo>
                  <a:lnTo>
                    <a:pt x="2030" y="447"/>
                  </a:lnTo>
                  <a:lnTo>
                    <a:pt x="2030" y="447"/>
                  </a:lnTo>
                  <a:lnTo>
                    <a:pt x="2030" y="447"/>
                  </a:lnTo>
                  <a:lnTo>
                    <a:pt x="2031" y="447"/>
                  </a:lnTo>
                  <a:lnTo>
                    <a:pt x="2031" y="447"/>
                  </a:lnTo>
                  <a:lnTo>
                    <a:pt x="2031" y="447"/>
                  </a:lnTo>
                  <a:lnTo>
                    <a:pt x="2031" y="447"/>
                  </a:lnTo>
                  <a:lnTo>
                    <a:pt x="2032" y="446"/>
                  </a:lnTo>
                  <a:lnTo>
                    <a:pt x="2032" y="446"/>
                  </a:lnTo>
                  <a:lnTo>
                    <a:pt x="2033" y="446"/>
                  </a:lnTo>
                  <a:lnTo>
                    <a:pt x="2033" y="446"/>
                  </a:lnTo>
                  <a:lnTo>
                    <a:pt x="2033" y="446"/>
                  </a:lnTo>
                  <a:lnTo>
                    <a:pt x="2033" y="446"/>
                  </a:lnTo>
                  <a:lnTo>
                    <a:pt x="2034" y="446"/>
                  </a:lnTo>
                  <a:lnTo>
                    <a:pt x="2034" y="446"/>
                  </a:lnTo>
                  <a:lnTo>
                    <a:pt x="2034" y="446"/>
                  </a:lnTo>
                  <a:lnTo>
                    <a:pt x="2034" y="445"/>
                  </a:lnTo>
                  <a:lnTo>
                    <a:pt x="2035" y="445"/>
                  </a:lnTo>
                  <a:lnTo>
                    <a:pt x="2035" y="445"/>
                  </a:lnTo>
                  <a:lnTo>
                    <a:pt x="2035" y="444"/>
                  </a:lnTo>
                  <a:lnTo>
                    <a:pt x="2036" y="444"/>
                  </a:lnTo>
                  <a:lnTo>
                    <a:pt x="2036" y="444"/>
                  </a:lnTo>
                  <a:lnTo>
                    <a:pt x="2036" y="444"/>
                  </a:lnTo>
                  <a:lnTo>
                    <a:pt x="2036" y="444"/>
                  </a:lnTo>
                  <a:lnTo>
                    <a:pt x="2037" y="444"/>
                  </a:lnTo>
                  <a:lnTo>
                    <a:pt x="2037" y="444"/>
                  </a:lnTo>
                  <a:lnTo>
                    <a:pt x="2037" y="443"/>
                  </a:lnTo>
                  <a:lnTo>
                    <a:pt x="2038" y="443"/>
                  </a:lnTo>
                  <a:lnTo>
                    <a:pt x="2038" y="443"/>
                  </a:lnTo>
                  <a:lnTo>
                    <a:pt x="2038" y="443"/>
                  </a:lnTo>
                  <a:lnTo>
                    <a:pt x="2039" y="443"/>
                  </a:lnTo>
                  <a:lnTo>
                    <a:pt x="2039" y="443"/>
                  </a:lnTo>
                  <a:lnTo>
                    <a:pt x="2039" y="443"/>
                  </a:lnTo>
                  <a:lnTo>
                    <a:pt x="2039" y="443"/>
                  </a:lnTo>
                  <a:lnTo>
                    <a:pt x="2040" y="443"/>
                  </a:lnTo>
                  <a:lnTo>
                    <a:pt x="2040" y="443"/>
                  </a:lnTo>
                  <a:lnTo>
                    <a:pt x="2040" y="443"/>
                  </a:lnTo>
                  <a:lnTo>
                    <a:pt x="2041" y="443"/>
                  </a:lnTo>
                  <a:lnTo>
                    <a:pt x="2041" y="443"/>
                  </a:lnTo>
                  <a:lnTo>
                    <a:pt x="2041" y="443"/>
                  </a:lnTo>
                  <a:lnTo>
                    <a:pt x="2042" y="443"/>
                  </a:lnTo>
                  <a:lnTo>
                    <a:pt x="2042" y="443"/>
                  </a:lnTo>
                  <a:lnTo>
                    <a:pt x="2042" y="443"/>
                  </a:lnTo>
                  <a:lnTo>
                    <a:pt x="2042" y="443"/>
                  </a:lnTo>
                  <a:lnTo>
                    <a:pt x="2043" y="442"/>
                  </a:lnTo>
                  <a:lnTo>
                    <a:pt x="2043" y="442"/>
                  </a:lnTo>
                  <a:lnTo>
                    <a:pt x="2043" y="442"/>
                  </a:lnTo>
                  <a:lnTo>
                    <a:pt x="2044" y="442"/>
                  </a:lnTo>
                  <a:lnTo>
                    <a:pt x="2044" y="442"/>
                  </a:lnTo>
                  <a:lnTo>
                    <a:pt x="2044" y="442"/>
                  </a:lnTo>
                  <a:lnTo>
                    <a:pt x="2044" y="442"/>
                  </a:lnTo>
                  <a:lnTo>
                    <a:pt x="2045" y="442"/>
                  </a:lnTo>
                  <a:lnTo>
                    <a:pt x="2045" y="442"/>
                  </a:lnTo>
                  <a:lnTo>
                    <a:pt x="2045" y="443"/>
                  </a:lnTo>
                  <a:lnTo>
                    <a:pt x="2045" y="443"/>
                  </a:lnTo>
                  <a:lnTo>
                    <a:pt x="2046" y="443"/>
                  </a:lnTo>
                  <a:lnTo>
                    <a:pt x="2046" y="443"/>
                  </a:lnTo>
                  <a:lnTo>
                    <a:pt x="2047" y="443"/>
                  </a:lnTo>
                  <a:lnTo>
                    <a:pt x="2047" y="443"/>
                  </a:lnTo>
                  <a:lnTo>
                    <a:pt x="2047" y="443"/>
                  </a:lnTo>
                  <a:lnTo>
                    <a:pt x="2047" y="443"/>
                  </a:lnTo>
                  <a:lnTo>
                    <a:pt x="2048" y="443"/>
                  </a:lnTo>
                  <a:lnTo>
                    <a:pt x="2048" y="444"/>
                  </a:lnTo>
                  <a:lnTo>
                    <a:pt x="2048" y="444"/>
                  </a:lnTo>
                  <a:lnTo>
                    <a:pt x="2048" y="444"/>
                  </a:lnTo>
                  <a:lnTo>
                    <a:pt x="2049" y="444"/>
                  </a:lnTo>
                  <a:lnTo>
                    <a:pt x="2049" y="444"/>
                  </a:lnTo>
                  <a:lnTo>
                    <a:pt x="2049" y="444"/>
                  </a:lnTo>
                  <a:lnTo>
                    <a:pt x="2050" y="444"/>
                  </a:lnTo>
                  <a:lnTo>
                    <a:pt x="2050" y="444"/>
                  </a:lnTo>
                  <a:lnTo>
                    <a:pt x="2050" y="444"/>
                  </a:lnTo>
                  <a:lnTo>
                    <a:pt x="2050" y="444"/>
                  </a:lnTo>
                  <a:lnTo>
                    <a:pt x="2051" y="444"/>
                  </a:lnTo>
                  <a:lnTo>
                    <a:pt x="2051" y="444"/>
                  </a:lnTo>
                  <a:lnTo>
                    <a:pt x="2051" y="444"/>
                  </a:lnTo>
                  <a:lnTo>
                    <a:pt x="2052" y="444"/>
                  </a:lnTo>
                  <a:lnTo>
                    <a:pt x="2052" y="444"/>
                  </a:lnTo>
                  <a:lnTo>
                    <a:pt x="2052" y="443"/>
                  </a:lnTo>
                  <a:lnTo>
                    <a:pt x="2053" y="444"/>
                  </a:lnTo>
                  <a:lnTo>
                    <a:pt x="2053" y="444"/>
                  </a:lnTo>
                  <a:lnTo>
                    <a:pt x="2053" y="444"/>
                  </a:lnTo>
                  <a:lnTo>
                    <a:pt x="2053" y="444"/>
                  </a:lnTo>
                  <a:lnTo>
                    <a:pt x="2054" y="444"/>
                  </a:lnTo>
                  <a:lnTo>
                    <a:pt x="2054" y="444"/>
                  </a:lnTo>
                  <a:lnTo>
                    <a:pt x="2054" y="444"/>
                  </a:lnTo>
                  <a:lnTo>
                    <a:pt x="2054" y="444"/>
                  </a:lnTo>
                  <a:lnTo>
                    <a:pt x="2055" y="444"/>
                  </a:lnTo>
                  <a:lnTo>
                    <a:pt x="2055" y="444"/>
                  </a:lnTo>
                  <a:lnTo>
                    <a:pt x="2056" y="444"/>
                  </a:lnTo>
                  <a:lnTo>
                    <a:pt x="2056" y="444"/>
                  </a:lnTo>
                  <a:lnTo>
                    <a:pt x="2056" y="444"/>
                  </a:lnTo>
                  <a:lnTo>
                    <a:pt x="2056" y="444"/>
                  </a:lnTo>
                  <a:lnTo>
                    <a:pt x="2057" y="444"/>
                  </a:lnTo>
                  <a:lnTo>
                    <a:pt x="2057" y="444"/>
                  </a:lnTo>
                  <a:lnTo>
                    <a:pt x="2057" y="444"/>
                  </a:lnTo>
                  <a:lnTo>
                    <a:pt x="2057" y="444"/>
                  </a:lnTo>
                  <a:lnTo>
                    <a:pt x="2058" y="444"/>
                  </a:lnTo>
                  <a:lnTo>
                    <a:pt x="2058" y="444"/>
                  </a:lnTo>
                  <a:lnTo>
                    <a:pt x="2058" y="444"/>
                  </a:lnTo>
                  <a:lnTo>
                    <a:pt x="2059" y="444"/>
                  </a:lnTo>
                  <a:lnTo>
                    <a:pt x="2059" y="443"/>
                  </a:lnTo>
                  <a:lnTo>
                    <a:pt x="2059" y="443"/>
                  </a:lnTo>
                  <a:lnTo>
                    <a:pt x="2059" y="443"/>
                  </a:lnTo>
                  <a:lnTo>
                    <a:pt x="2060" y="443"/>
                  </a:lnTo>
                  <a:lnTo>
                    <a:pt x="2060" y="443"/>
                  </a:lnTo>
                  <a:lnTo>
                    <a:pt x="2060" y="443"/>
                  </a:lnTo>
                  <a:lnTo>
                    <a:pt x="2060" y="443"/>
                  </a:lnTo>
                  <a:lnTo>
                    <a:pt x="2061" y="443"/>
                  </a:lnTo>
                  <a:lnTo>
                    <a:pt x="2061" y="443"/>
                  </a:lnTo>
                  <a:lnTo>
                    <a:pt x="2062" y="443"/>
                  </a:lnTo>
                  <a:lnTo>
                    <a:pt x="2062" y="443"/>
                  </a:lnTo>
                  <a:lnTo>
                    <a:pt x="2062" y="443"/>
                  </a:lnTo>
                  <a:lnTo>
                    <a:pt x="2062" y="443"/>
                  </a:lnTo>
                  <a:lnTo>
                    <a:pt x="2063" y="443"/>
                  </a:lnTo>
                  <a:lnTo>
                    <a:pt x="2063" y="442"/>
                  </a:lnTo>
                  <a:lnTo>
                    <a:pt x="2063" y="443"/>
                  </a:lnTo>
                  <a:lnTo>
                    <a:pt x="2063" y="443"/>
                  </a:lnTo>
                  <a:lnTo>
                    <a:pt x="2064" y="443"/>
                  </a:lnTo>
                  <a:lnTo>
                    <a:pt x="2064" y="443"/>
                  </a:lnTo>
                  <a:lnTo>
                    <a:pt x="2064" y="443"/>
                  </a:lnTo>
                  <a:lnTo>
                    <a:pt x="2065" y="443"/>
                  </a:lnTo>
                  <a:lnTo>
                    <a:pt x="2065" y="443"/>
                  </a:lnTo>
                  <a:lnTo>
                    <a:pt x="2065" y="443"/>
                  </a:lnTo>
                  <a:lnTo>
                    <a:pt x="2066" y="443"/>
                  </a:lnTo>
                  <a:lnTo>
                    <a:pt x="2066" y="443"/>
                  </a:lnTo>
                  <a:lnTo>
                    <a:pt x="2066" y="443"/>
                  </a:lnTo>
                  <a:lnTo>
                    <a:pt x="2066" y="443"/>
                  </a:lnTo>
                  <a:lnTo>
                    <a:pt x="2067" y="443"/>
                  </a:lnTo>
                  <a:lnTo>
                    <a:pt x="2067" y="443"/>
                  </a:lnTo>
                  <a:lnTo>
                    <a:pt x="2067" y="443"/>
                  </a:lnTo>
                  <a:lnTo>
                    <a:pt x="2068" y="443"/>
                  </a:lnTo>
                  <a:lnTo>
                    <a:pt x="2068" y="443"/>
                  </a:lnTo>
                  <a:lnTo>
                    <a:pt x="2068" y="443"/>
                  </a:lnTo>
                  <a:lnTo>
                    <a:pt x="2068" y="443"/>
                  </a:lnTo>
                  <a:lnTo>
                    <a:pt x="2069" y="442"/>
                  </a:lnTo>
                  <a:lnTo>
                    <a:pt x="2069" y="442"/>
                  </a:lnTo>
                  <a:lnTo>
                    <a:pt x="2069" y="442"/>
                  </a:lnTo>
                  <a:lnTo>
                    <a:pt x="2069" y="442"/>
                  </a:lnTo>
                  <a:lnTo>
                    <a:pt x="2070" y="443"/>
                  </a:lnTo>
                  <a:lnTo>
                    <a:pt x="2070" y="443"/>
                  </a:lnTo>
                  <a:lnTo>
                    <a:pt x="2071" y="443"/>
                  </a:lnTo>
                  <a:lnTo>
                    <a:pt x="2071" y="443"/>
                  </a:lnTo>
                  <a:lnTo>
                    <a:pt x="2071" y="443"/>
                  </a:lnTo>
                  <a:lnTo>
                    <a:pt x="2071" y="443"/>
                  </a:lnTo>
                  <a:lnTo>
                    <a:pt x="2072" y="443"/>
                  </a:lnTo>
                  <a:lnTo>
                    <a:pt x="2072" y="443"/>
                  </a:lnTo>
                  <a:lnTo>
                    <a:pt x="2072" y="443"/>
                  </a:lnTo>
                  <a:lnTo>
                    <a:pt x="2072" y="443"/>
                  </a:lnTo>
                  <a:lnTo>
                    <a:pt x="2073" y="443"/>
                  </a:lnTo>
                  <a:lnTo>
                    <a:pt x="2073" y="443"/>
                  </a:lnTo>
                  <a:lnTo>
                    <a:pt x="2073" y="443"/>
                  </a:lnTo>
                  <a:lnTo>
                    <a:pt x="2074" y="443"/>
                  </a:lnTo>
                  <a:lnTo>
                    <a:pt x="2074" y="443"/>
                  </a:lnTo>
                  <a:lnTo>
                    <a:pt x="2074" y="443"/>
                  </a:lnTo>
                  <a:lnTo>
                    <a:pt x="2074" y="443"/>
                  </a:lnTo>
                  <a:lnTo>
                    <a:pt x="2075" y="443"/>
                  </a:lnTo>
                  <a:lnTo>
                    <a:pt x="2075" y="443"/>
                  </a:lnTo>
                  <a:lnTo>
                    <a:pt x="2075" y="443"/>
                  </a:lnTo>
                  <a:lnTo>
                    <a:pt x="2076" y="443"/>
                  </a:lnTo>
                  <a:lnTo>
                    <a:pt x="2076" y="443"/>
                  </a:lnTo>
                  <a:lnTo>
                    <a:pt x="2076" y="443"/>
                  </a:lnTo>
                  <a:lnTo>
                    <a:pt x="2077" y="443"/>
                  </a:lnTo>
                  <a:lnTo>
                    <a:pt x="2077" y="443"/>
                  </a:lnTo>
                  <a:lnTo>
                    <a:pt x="2077" y="443"/>
                  </a:lnTo>
                  <a:lnTo>
                    <a:pt x="2077" y="443"/>
                  </a:lnTo>
                  <a:lnTo>
                    <a:pt x="2078" y="443"/>
                  </a:lnTo>
                  <a:lnTo>
                    <a:pt x="2078" y="443"/>
                  </a:lnTo>
                  <a:lnTo>
                    <a:pt x="2078" y="443"/>
                  </a:lnTo>
                  <a:lnTo>
                    <a:pt x="2078" y="444"/>
                  </a:lnTo>
                  <a:lnTo>
                    <a:pt x="2079" y="444"/>
                  </a:lnTo>
                  <a:lnTo>
                    <a:pt x="2079" y="444"/>
                  </a:lnTo>
                  <a:lnTo>
                    <a:pt x="2080" y="444"/>
                  </a:lnTo>
                  <a:lnTo>
                    <a:pt x="2080" y="444"/>
                  </a:lnTo>
                  <a:lnTo>
                    <a:pt x="2080" y="444"/>
                  </a:lnTo>
                  <a:lnTo>
                    <a:pt x="2080" y="444"/>
                  </a:lnTo>
                  <a:lnTo>
                    <a:pt x="2081" y="444"/>
                  </a:lnTo>
                  <a:lnTo>
                    <a:pt x="2081" y="444"/>
                  </a:lnTo>
                  <a:lnTo>
                    <a:pt x="2081" y="444"/>
                  </a:lnTo>
                  <a:lnTo>
                    <a:pt x="2081" y="444"/>
                  </a:lnTo>
                  <a:lnTo>
                    <a:pt x="2082" y="444"/>
                  </a:lnTo>
                  <a:lnTo>
                    <a:pt x="2082" y="445"/>
                  </a:lnTo>
                  <a:lnTo>
                    <a:pt x="2082" y="445"/>
                  </a:lnTo>
                  <a:lnTo>
                    <a:pt x="2083" y="445"/>
                  </a:lnTo>
                  <a:lnTo>
                    <a:pt x="2083" y="445"/>
                  </a:lnTo>
                  <a:lnTo>
                    <a:pt x="2083" y="445"/>
                  </a:lnTo>
                  <a:lnTo>
                    <a:pt x="2083" y="445"/>
                  </a:lnTo>
                  <a:lnTo>
                    <a:pt x="2084" y="445"/>
                  </a:lnTo>
                  <a:lnTo>
                    <a:pt x="2084" y="445"/>
                  </a:lnTo>
                  <a:lnTo>
                    <a:pt x="2084" y="445"/>
                  </a:lnTo>
                  <a:lnTo>
                    <a:pt x="2084" y="445"/>
                  </a:lnTo>
                  <a:lnTo>
                    <a:pt x="2085" y="445"/>
                  </a:lnTo>
                  <a:lnTo>
                    <a:pt x="2085" y="445"/>
                  </a:lnTo>
                  <a:lnTo>
                    <a:pt x="2086" y="445"/>
                  </a:lnTo>
                  <a:lnTo>
                    <a:pt x="2086" y="445"/>
                  </a:lnTo>
                  <a:lnTo>
                    <a:pt x="2086" y="444"/>
                  </a:lnTo>
                  <a:lnTo>
                    <a:pt x="2086" y="444"/>
                  </a:lnTo>
                  <a:lnTo>
                    <a:pt x="2087" y="444"/>
                  </a:lnTo>
                  <a:lnTo>
                    <a:pt x="2087" y="444"/>
                  </a:lnTo>
                  <a:lnTo>
                    <a:pt x="2087" y="444"/>
                  </a:lnTo>
                  <a:lnTo>
                    <a:pt x="2087" y="444"/>
                  </a:lnTo>
                  <a:lnTo>
                    <a:pt x="2088" y="444"/>
                  </a:lnTo>
                  <a:lnTo>
                    <a:pt x="2088" y="444"/>
                  </a:lnTo>
                  <a:lnTo>
                    <a:pt x="2089" y="444"/>
                  </a:lnTo>
                  <a:lnTo>
                    <a:pt x="2089" y="444"/>
                  </a:lnTo>
                  <a:lnTo>
                    <a:pt x="2089" y="444"/>
                  </a:lnTo>
                  <a:lnTo>
                    <a:pt x="2089" y="443"/>
                  </a:lnTo>
                  <a:lnTo>
                    <a:pt x="2090" y="443"/>
                  </a:lnTo>
                  <a:lnTo>
                    <a:pt x="2090" y="443"/>
                  </a:lnTo>
                  <a:lnTo>
                    <a:pt x="2090" y="443"/>
                  </a:lnTo>
                  <a:lnTo>
                    <a:pt x="2090" y="443"/>
                  </a:lnTo>
                  <a:lnTo>
                    <a:pt x="2091" y="443"/>
                  </a:lnTo>
                  <a:lnTo>
                    <a:pt x="2091" y="443"/>
                  </a:lnTo>
                  <a:lnTo>
                    <a:pt x="2091" y="443"/>
                  </a:lnTo>
                  <a:lnTo>
                    <a:pt x="2092" y="443"/>
                  </a:lnTo>
                  <a:lnTo>
                    <a:pt x="2092" y="443"/>
                  </a:lnTo>
                  <a:lnTo>
                    <a:pt x="2092" y="443"/>
                  </a:lnTo>
                  <a:lnTo>
                    <a:pt x="2092" y="443"/>
                  </a:lnTo>
                  <a:lnTo>
                    <a:pt x="2093" y="443"/>
                  </a:lnTo>
                  <a:lnTo>
                    <a:pt x="2093" y="443"/>
                  </a:lnTo>
                  <a:lnTo>
                    <a:pt x="2093" y="443"/>
                  </a:lnTo>
                  <a:lnTo>
                    <a:pt x="2093" y="443"/>
                  </a:lnTo>
                  <a:lnTo>
                    <a:pt x="2094" y="443"/>
                  </a:lnTo>
                  <a:lnTo>
                    <a:pt x="2094" y="442"/>
                  </a:lnTo>
                  <a:lnTo>
                    <a:pt x="2095" y="442"/>
                  </a:lnTo>
                  <a:lnTo>
                    <a:pt x="2095" y="442"/>
                  </a:lnTo>
                  <a:lnTo>
                    <a:pt x="2095" y="442"/>
                  </a:lnTo>
                  <a:lnTo>
                    <a:pt x="2095" y="442"/>
                  </a:lnTo>
                  <a:lnTo>
                    <a:pt x="2096" y="442"/>
                  </a:lnTo>
                  <a:lnTo>
                    <a:pt x="2096" y="442"/>
                  </a:lnTo>
                  <a:lnTo>
                    <a:pt x="2096" y="442"/>
                  </a:lnTo>
                  <a:lnTo>
                    <a:pt x="2096" y="441"/>
                  </a:lnTo>
                  <a:lnTo>
                    <a:pt x="2097" y="441"/>
                  </a:lnTo>
                  <a:lnTo>
                    <a:pt x="2097" y="441"/>
                  </a:lnTo>
                  <a:lnTo>
                    <a:pt x="2097" y="441"/>
                  </a:lnTo>
                  <a:lnTo>
                    <a:pt x="2098" y="441"/>
                  </a:lnTo>
                  <a:lnTo>
                    <a:pt x="2098" y="441"/>
                  </a:lnTo>
                  <a:lnTo>
                    <a:pt x="2098" y="441"/>
                  </a:lnTo>
                  <a:lnTo>
                    <a:pt x="2099" y="441"/>
                  </a:lnTo>
                  <a:lnTo>
                    <a:pt x="2099" y="441"/>
                  </a:lnTo>
                  <a:lnTo>
                    <a:pt x="2099" y="441"/>
                  </a:lnTo>
                  <a:lnTo>
                    <a:pt x="2099" y="441"/>
                  </a:lnTo>
                  <a:lnTo>
                    <a:pt x="2100" y="441"/>
                  </a:lnTo>
                  <a:lnTo>
                    <a:pt x="2100" y="441"/>
                  </a:lnTo>
                  <a:lnTo>
                    <a:pt x="2100" y="441"/>
                  </a:lnTo>
                  <a:lnTo>
                    <a:pt x="2101" y="441"/>
                  </a:lnTo>
                  <a:lnTo>
                    <a:pt x="2101" y="441"/>
                  </a:lnTo>
                  <a:lnTo>
                    <a:pt x="2101" y="441"/>
                  </a:lnTo>
                  <a:lnTo>
                    <a:pt x="2101" y="441"/>
                  </a:lnTo>
                  <a:lnTo>
                    <a:pt x="2102" y="441"/>
                  </a:lnTo>
                  <a:lnTo>
                    <a:pt x="2102" y="441"/>
                  </a:lnTo>
                  <a:lnTo>
                    <a:pt x="2102" y="441"/>
                  </a:lnTo>
                  <a:lnTo>
                    <a:pt x="2102" y="441"/>
                  </a:lnTo>
                  <a:lnTo>
                    <a:pt x="2103" y="441"/>
                  </a:lnTo>
                  <a:lnTo>
                    <a:pt x="2103" y="441"/>
                  </a:lnTo>
                  <a:lnTo>
                    <a:pt x="2104" y="441"/>
                  </a:lnTo>
                  <a:lnTo>
                    <a:pt x="2104" y="441"/>
                  </a:lnTo>
                  <a:lnTo>
                    <a:pt x="2104" y="441"/>
                  </a:lnTo>
                  <a:lnTo>
                    <a:pt x="2104" y="441"/>
                  </a:lnTo>
                  <a:lnTo>
                    <a:pt x="2105" y="441"/>
                  </a:lnTo>
                  <a:lnTo>
                    <a:pt x="2105" y="441"/>
                  </a:lnTo>
                  <a:lnTo>
                    <a:pt x="2105" y="441"/>
                  </a:lnTo>
                  <a:lnTo>
                    <a:pt x="2105" y="441"/>
                  </a:lnTo>
                  <a:lnTo>
                    <a:pt x="2106" y="441"/>
                  </a:lnTo>
                  <a:lnTo>
                    <a:pt x="2106" y="441"/>
                  </a:lnTo>
                  <a:lnTo>
                    <a:pt x="2106" y="441"/>
                  </a:lnTo>
                  <a:lnTo>
                    <a:pt x="2107" y="441"/>
                  </a:lnTo>
                  <a:lnTo>
                    <a:pt x="2107" y="441"/>
                  </a:lnTo>
                  <a:lnTo>
                    <a:pt x="2107" y="440"/>
                  </a:lnTo>
                  <a:lnTo>
                    <a:pt x="2107" y="440"/>
                  </a:lnTo>
                  <a:lnTo>
                    <a:pt x="2108" y="440"/>
                  </a:lnTo>
                  <a:lnTo>
                    <a:pt x="2108" y="440"/>
                  </a:lnTo>
                  <a:lnTo>
                    <a:pt x="2108" y="440"/>
                  </a:lnTo>
                  <a:lnTo>
                    <a:pt x="2109" y="440"/>
                  </a:lnTo>
                  <a:lnTo>
                    <a:pt x="2109" y="440"/>
                  </a:lnTo>
                  <a:lnTo>
                    <a:pt x="2109" y="440"/>
                  </a:lnTo>
                  <a:lnTo>
                    <a:pt x="2110" y="439"/>
                  </a:lnTo>
                  <a:lnTo>
                    <a:pt x="2110" y="439"/>
                  </a:lnTo>
                  <a:lnTo>
                    <a:pt x="2110" y="439"/>
                  </a:lnTo>
                  <a:lnTo>
                    <a:pt x="2110" y="438"/>
                  </a:lnTo>
                  <a:lnTo>
                    <a:pt x="2111" y="438"/>
                  </a:lnTo>
                  <a:lnTo>
                    <a:pt x="2111" y="438"/>
                  </a:lnTo>
                  <a:lnTo>
                    <a:pt x="2111" y="438"/>
                  </a:lnTo>
                  <a:lnTo>
                    <a:pt x="2112" y="438"/>
                  </a:lnTo>
                  <a:lnTo>
                    <a:pt x="2112" y="438"/>
                  </a:lnTo>
                  <a:lnTo>
                    <a:pt x="2112" y="437"/>
                  </a:lnTo>
                  <a:lnTo>
                    <a:pt x="2113" y="437"/>
                  </a:lnTo>
                  <a:lnTo>
                    <a:pt x="2113" y="437"/>
                  </a:lnTo>
                  <a:lnTo>
                    <a:pt x="2113" y="437"/>
                  </a:lnTo>
                  <a:lnTo>
                    <a:pt x="2113" y="437"/>
                  </a:lnTo>
                  <a:lnTo>
                    <a:pt x="2114" y="437"/>
                  </a:lnTo>
                  <a:lnTo>
                    <a:pt x="2114" y="436"/>
                  </a:lnTo>
                  <a:lnTo>
                    <a:pt x="2114" y="436"/>
                  </a:lnTo>
                  <a:lnTo>
                    <a:pt x="2115" y="436"/>
                  </a:lnTo>
                  <a:lnTo>
                    <a:pt x="2115" y="436"/>
                  </a:lnTo>
                  <a:lnTo>
                    <a:pt x="2115" y="436"/>
                  </a:lnTo>
                  <a:lnTo>
                    <a:pt x="2115" y="436"/>
                  </a:lnTo>
                  <a:lnTo>
                    <a:pt x="2116" y="436"/>
                  </a:lnTo>
                  <a:lnTo>
                    <a:pt x="2116" y="436"/>
                  </a:lnTo>
                  <a:lnTo>
                    <a:pt x="2116" y="436"/>
                  </a:lnTo>
                  <a:lnTo>
                    <a:pt x="2116" y="435"/>
                  </a:lnTo>
                  <a:lnTo>
                    <a:pt x="2117" y="435"/>
                  </a:lnTo>
                  <a:lnTo>
                    <a:pt x="2117" y="435"/>
                  </a:lnTo>
                  <a:lnTo>
                    <a:pt x="2118" y="435"/>
                  </a:lnTo>
                  <a:lnTo>
                    <a:pt x="2118" y="435"/>
                  </a:lnTo>
                  <a:lnTo>
                    <a:pt x="2118" y="435"/>
                  </a:lnTo>
                  <a:lnTo>
                    <a:pt x="2118" y="434"/>
                  </a:lnTo>
                  <a:lnTo>
                    <a:pt x="2119" y="434"/>
                  </a:lnTo>
                  <a:lnTo>
                    <a:pt x="2119" y="434"/>
                  </a:lnTo>
                  <a:lnTo>
                    <a:pt x="2119" y="434"/>
                  </a:lnTo>
                  <a:lnTo>
                    <a:pt x="2119" y="434"/>
                  </a:lnTo>
                  <a:lnTo>
                    <a:pt x="2120" y="433"/>
                  </a:lnTo>
                  <a:lnTo>
                    <a:pt x="2120" y="433"/>
                  </a:lnTo>
                  <a:lnTo>
                    <a:pt x="2120" y="433"/>
                  </a:lnTo>
                  <a:lnTo>
                    <a:pt x="2121" y="432"/>
                  </a:lnTo>
                  <a:lnTo>
                    <a:pt x="2121" y="432"/>
                  </a:lnTo>
                  <a:lnTo>
                    <a:pt x="2121" y="432"/>
                  </a:lnTo>
                  <a:lnTo>
                    <a:pt x="2121" y="432"/>
                  </a:lnTo>
                  <a:lnTo>
                    <a:pt x="2122" y="432"/>
                  </a:lnTo>
                  <a:lnTo>
                    <a:pt x="2122" y="432"/>
                  </a:lnTo>
                  <a:lnTo>
                    <a:pt x="2122" y="432"/>
                  </a:lnTo>
                  <a:lnTo>
                    <a:pt x="2123" y="432"/>
                  </a:lnTo>
                  <a:lnTo>
                    <a:pt x="2123" y="432"/>
                  </a:lnTo>
                  <a:lnTo>
                    <a:pt x="2123" y="432"/>
                  </a:lnTo>
                  <a:lnTo>
                    <a:pt x="2124" y="432"/>
                  </a:lnTo>
                  <a:lnTo>
                    <a:pt x="2124" y="432"/>
                  </a:lnTo>
                  <a:lnTo>
                    <a:pt x="2124" y="432"/>
                  </a:lnTo>
                  <a:lnTo>
                    <a:pt x="2124" y="432"/>
                  </a:lnTo>
                  <a:lnTo>
                    <a:pt x="2125" y="432"/>
                  </a:lnTo>
                  <a:lnTo>
                    <a:pt x="2125" y="432"/>
                  </a:lnTo>
                  <a:lnTo>
                    <a:pt x="2125" y="432"/>
                  </a:lnTo>
                  <a:lnTo>
                    <a:pt x="2125" y="432"/>
                  </a:lnTo>
                  <a:lnTo>
                    <a:pt x="2126" y="432"/>
                  </a:lnTo>
                  <a:lnTo>
                    <a:pt x="2126" y="432"/>
                  </a:lnTo>
                  <a:lnTo>
                    <a:pt x="2127" y="432"/>
                  </a:lnTo>
                  <a:lnTo>
                    <a:pt x="2127" y="432"/>
                  </a:lnTo>
                  <a:lnTo>
                    <a:pt x="2127" y="433"/>
                  </a:lnTo>
                  <a:lnTo>
                    <a:pt x="2127" y="433"/>
                  </a:lnTo>
                  <a:lnTo>
                    <a:pt x="2128" y="432"/>
                  </a:lnTo>
                  <a:lnTo>
                    <a:pt x="2128" y="432"/>
                  </a:lnTo>
                  <a:lnTo>
                    <a:pt x="2128" y="432"/>
                  </a:lnTo>
                  <a:lnTo>
                    <a:pt x="2128" y="432"/>
                  </a:lnTo>
                  <a:lnTo>
                    <a:pt x="2129" y="432"/>
                  </a:lnTo>
                  <a:lnTo>
                    <a:pt x="2129" y="432"/>
                  </a:lnTo>
                  <a:lnTo>
                    <a:pt x="2129" y="432"/>
                  </a:lnTo>
                  <a:lnTo>
                    <a:pt x="2130" y="432"/>
                  </a:lnTo>
                  <a:lnTo>
                    <a:pt x="2130" y="432"/>
                  </a:lnTo>
                  <a:lnTo>
                    <a:pt x="2130" y="432"/>
                  </a:lnTo>
                  <a:lnTo>
                    <a:pt x="2130" y="432"/>
                  </a:lnTo>
                  <a:lnTo>
                    <a:pt x="2131" y="432"/>
                  </a:lnTo>
                  <a:lnTo>
                    <a:pt x="2131" y="432"/>
                  </a:lnTo>
                  <a:lnTo>
                    <a:pt x="2131" y="432"/>
                  </a:lnTo>
                  <a:lnTo>
                    <a:pt x="2131" y="432"/>
                  </a:lnTo>
                  <a:lnTo>
                    <a:pt x="2132" y="432"/>
                  </a:lnTo>
                  <a:lnTo>
                    <a:pt x="2132" y="431"/>
                  </a:lnTo>
                  <a:lnTo>
                    <a:pt x="2133" y="431"/>
                  </a:lnTo>
                  <a:lnTo>
                    <a:pt x="2133" y="431"/>
                  </a:lnTo>
                  <a:lnTo>
                    <a:pt x="2133" y="431"/>
                  </a:lnTo>
                  <a:lnTo>
                    <a:pt x="2133" y="431"/>
                  </a:lnTo>
                  <a:lnTo>
                    <a:pt x="2134" y="431"/>
                  </a:lnTo>
                  <a:lnTo>
                    <a:pt x="2134" y="431"/>
                  </a:lnTo>
                  <a:lnTo>
                    <a:pt x="2134" y="431"/>
                  </a:lnTo>
                  <a:lnTo>
                    <a:pt x="2134" y="431"/>
                  </a:lnTo>
                  <a:lnTo>
                    <a:pt x="2135" y="431"/>
                  </a:lnTo>
                  <a:lnTo>
                    <a:pt x="2135" y="431"/>
                  </a:lnTo>
                  <a:lnTo>
                    <a:pt x="2136" y="431"/>
                  </a:lnTo>
                  <a:lnTo>
                    <a:pt x="2136" y="431"/>
                  </a:lnTo>
                  <a:lnTo>
                    <a:pt x="2136" y="431"/>
                  </a:lnTo>
                  <a:lnTo>
                    <a:pt x="2136" y="431"/>
                  </a:lnTo>
                  <a:lnTo>
                    <a:pt x="2137" y="431"/>
                  </a:lnTo>
                  <a:lnTo>
                    <a:pt x="2137" y="431"/>
                  </a:lnTo>
                  <a:lnTo>
                    <a:pt x="2137" y="431"/>
                  </a:lnTo>
                  <a:lnTo>
                    <a:pt x="2137" y="431"/>
                  </a:lnTo>
                  <a:lnTo>
                    <a:pt x="2138" y="431"/>
                  </a:lnTo>
                  <a:lnTo>
                    <a:pt x="2138" y="431"/>
                  </a:lnTo>
                  <a:lnTo>
                    <a:pt x="2138" y="431"/>
                  </a:lnTo>
                  <a:lnTo>
                    <a:pt x="2139" y="431"/>
                  </a:lnTo>
                  <a:lnTo>
                    <a:pt x="2139" y="431"/>
                  </a:lnTo>
                  <a:lnTo>
                    <a:pt x="2139" y="431"/>
                  </a:lnTo>
                  <a:lnTo>
                    <a:pt x="2139" y="431"/>
                  </a:lnTo>
                  <a:lnTo>
                    <a:pt x="2140" y="431"/>
                  </a:lnTo>
                  <a:lnTo>
                    <a:pt x="2140" y="431"/>
                  </a:lnTo>
                  <a:lnTo>
                    <a:pt x="2140" y="432"/>
                  </a:lnTo>
                  <a:lnTo>
                    <a:pt x="2140" y="432"/>
                  </a:lnTo>
                  <a:lnTo>
                    <a:pt x="2141" y="432"/>
                  </a:lnTo>
                  <a:lnTo>
                    <a:pt x="2141" y="432"/>
                  </a:lnTo>
                  <a:lnTo>
                    <a:pt x="2142" y="432"/>
                  </a:lnTo>
                  <a:lnTo>
                    <a:pt x="2142" y="432"/>
                  </a:lnTo>
                  <a:lnTo>
                    <a:pt x="2142" y="432"/>
                  </a:lnTo>
                  <a:lnTo>
                    <a:pt x="2142" y="433"/>
                  </a:lnTo>
                  <a:lnTo>
                    <a:pt x="2143" y="433"/>
                  </a:lnTo>
                  <a:lnTo>
                    <a:pt x="2143" y="433"/>
                  </a:lnTo>
                  <a:lnTo>
                    <a:pt x="2143" y="433"/>
                  </a:lnTo>
                  <a:lnTo>
                    <a:pt x="2143" y="434"/>
                  </a:lnTo>
                  <a:lnTo>
                    <a:pt x="2144" y="434"/>
                  </a:lnTo>
                  <a:lnTo>
                    <a:pt x="2144" y="434"/>
                  </a:lnTo>
                  <a:lnTo>
                    <a:pt x="2144" y="434"/>
                  </a:lnTo>
                  <a:lnTo>
                    <a:pt x="2145" y="434"/>
                  </a:lnTo>
                  <a:lnTo>
                    <a:pt x="2145" y="434"/>
                  </a:lnTo>
                  <a:lnTo>
                    <a:pt x="2145" y="434"/>
                  </a:lnTo>
                  <a:lnTo>
                    <a:pt x="2146" y="434"/>
                  </a:lnTo>
                  <a:lnTo>
                    <a:pt x="2146" y="435"/>
                  </a:lnTo>
                  <a:lnTo>
                    <a:pt x="2146" y="435"/>
                  </a:lnTo>
                  <a:lnTo>
                    <a:pt x="2146" y="435"/>
                  </a:lnTo>
                  <a:lnTo>
                    <a:pt x="2147" y="435"/>
                  </a:lnTo>
                  <a:lnTo>
                    <a:pt x="2147" y="435"/>
                  </a:lnTo>
                  <a:lnTo>
                    <a:pt x="2147" y="436"/>
                  </a:lnTo>
                  <a:lnTo>
                    <a:pt x="2148" y="436"/>
                  </a:lnTo>
                  <a:lnTo>
                    <a:pt x="2148" y="436"/>
                  </a:lnTo>
                  <a:lnTo>
                    <a:pt x="2148" y="436"/>
                  </a:lnTo>
                  <a:lnTo>
                    <a:pt x="2148" y="436"/>
                  </a:lnTo>
                  <a:lnTo>
                    <a:pt x="2149" y="437"/>
                  </a:lnTo>
                  <a:lnTo>
                    <a:pt x="2149" y="437"/>
                  </a:lnTo>
                  <a:lnTo>
                    <a:pt x="2149" y="437"/>
                  </a:lnTo>
                  <a:lnTo>
                    <a:pt x="2149" y="437"/>
                  </a:lnTo>
                  <a:lnTo>
                    <a:pt x="2150" y="437"/>
                  </a:lnTo>
                  <a:lnTo>
                    <a:pt x="2150" y="438"/>
                  </a:lnTo>
                  <a:lnTo>
                    <a:pt x="2151" y="438"/>
                  </a:lnTo>
                  <a:lnTo>
                    <a:pt x="2151" y="438"/>
                  </a:lnTo>
                  <a:lnTo>
                    <a:pt x="2151" y="438"/>
                  </a:lnTo>
                  <a:lnTo>
                    <a:pt x="2151" y="439"/>
                  </a:lnTo>
                  <a:lnTo>
                    <a:pt x="2152" y="439"/>
                  </a:lnTo>
                  <a:lnTo>
                    <a:pt x="2152" y="440"/>
                  </a:lnTo>
                  <a:lnTo>
                    <a:pt x="2152" y="440"/>
                  </a:lnTo>
                  <a:lnTo>
                    <a:pt x="2152" y="440"/>
                  </a:lnTo>
                  <a:lnTo>
                    <a:pt x="2153" y="440"/>
                  </a:lnTo>
                  <a:lnTo>
                    <a:pt x="2153" y="441"/>
                  </a:lnTo>
                  <a:lnTo>
                    <a:pt x="2153" y="441"/>
                  </a:lnTo>
                  <a:lnTo>
                    <a:pt x="2154" y="441"/>
                  </a:lnTo>
                  <a:lnTo>
                    <a:pt x="2154" y="442"/>
                  </a:lnTo>
                  <a:lnTo>
                    <a:pt x="2154" y="442"/>
                  </a:lnTo>
                  <a:lnTo>
                    <a:pt x="2154" y="443"/>
                  </a:lnTo>
                  <a:lnTo>
                    <a:pt x="2155" y="443"/>
                  </a:lnTo>
                  <a:lnTo>
                    <a:pt x="2155" y="443"/>
                  </a:lnTo>
                  <a:lnTo>
                    <a:pt x="2155" y="443"/>
                  </a:lnTo>
                  <a:lnTo>
                    <a:pt x="2156" y="443"/>
                  </a:lnTo>
                  <a:lnTo>
                    <a:pt x="2156" y="443"/>
                  </a:lnTo>
                  <a:lnTo>
                    <a:pt x="2156" y="443"/>
                  </a:lnTo>
                  <a:lnTo>
                    <a:pt x="2157" y="444"/>
                  </a:lnTo>
                  <a:lnTo>
                    <a:pt x="2157" y="444"/>
                  </a:lnTo>
                  <a:lnTo>
                    <a:pt x="2157" y="444"/>
                  </a:lnTo>
                  <a:lnTo>
                    <a:pt x="2157" y="444"/>
                  </a:lnTo>
                  <a:lnTo>
                    <a:pt x="2158" y="444"/>
                  </a:lnTo>
                  <a:lnTo>
                    <a:pt x="2158" y="444"/>
                  </a:lnTo>
                  <a:lnTo>
                    <a:pt x="2158" y="445"/>
                  </a:lnTo>
                  <a:lnTo>
                    <a:pt x="2158" y="445"/>
                  </a:lnTo>
                  <a:lnTo>
                    <a:pt x="2159" y="445"/>
                  </a:lnTo>
                  <a:lnTo>
                    <a:pt x="2159" y="446"/>
                  </a:lnTo>
                  <a:lnTo>
                    <a:pt x="2160" y="446"/>
                  </a:lnTo>
                  <a:lnTo>
                    <a:pt x="2160" y="446"/>
                  </a:lnTo>
                  <a:lnTo>
                    <a:pt x="2160" y="446"/>
                  </a:lnTo>
                  <a:lnTo>
                    <a:pt x="2160" y="446"/>
                  </a:lnTo>
                  <a:lnTo>
                    <a:pt x="2161" y="446"/>
                  </a:lnTo>
                  <a:lnTo>
                    <a:pt x="2161" y="446"/>
                  </a:lnTo>
                  <a:lnTo>
                    <a:pt x="2161" y="446"/>
                  </a:lnTo>
                  <a:lnTo>
                    <a:pt x="2161" y="446"/>
                  </a:lnTo>
                  <a:lnTo>
                    <a:pt x="2162" y="446"/>
                  </a:lnTo>
                  <a:lnTo>
                    <a:pt x="2162" y="446"/>
                  </a:lnTo>
                  <a:lnTo>
                    <a:pt x="2162" y="446"/>
                  </a:lnTo>
                  <a:lnTo>
                    <a:pt x="2163" y="446"/>
                  </a:lnTo>
                  <a:lnTo>
                    <a:pt x="2163" y="446"/>
                  </a:lnTo>
                  <a:lnTo>
                    <a:pt x="2163" y="446"/>
                  </a:lnTo>
                  <a:lnTo>
                    <a:pt x="2163" y="446"/>
                  </a:lnTo>
                  <a:lnTo>
                    <a:pt x="2164" y="445"/>
                  </a:lnTo>
                  <a:lnTo>
                    <a:pt x="2164" y="445"/>
                  </a:lnTo>
                  <a:lnTo>
                    <a:pt x="2164" y="445"/>
                  </a:lnTo>
                  <a:lnTo>
                    <a:pt x="2164" y="444"/>
                  </a:lnTo>
                  <a:lnTo>
                    <a:pt x="2165" y="444"/>
                  </a:lnTo>
                  <a:lnTo>
                    <a:pt x="2165" y="444"/>
                  </a:lnTo>
                  <a:lnTo>
                    <a:pt x="2166" y="444"/>
                  </a:lnTo>
                  <a:lnTo>
                    <a:pt x="2166" y="443"/>
                  </a:lnTo>
                  <a:lnTo>
                    <a:pt x="2166" y="443"/>
                  </a:lnTo>
                  <a:lnTo>
                    <a:pt x="2166" y="443"/>
                  </a:lnTo>
                  <a:lnTo>
                    <a:pt x="2167" y="443"/>
                  </a:lnTo>
                  <a:lnTo>
                    <a:pt x="2167" y="443"/>
                  </a:lnTo>
                  <a:lnTo>
                    <a:pt x="2167" y="443"/>
                  </a:lnTo>
                  <a:lnTo>
                    <a:pt x="2167" y="443"/>
                  </a:lnTo>
                  <a:lnTo>
                    <a:pt x="2168" y="443"/>
                  </a:lnTo>
                  <a:lnTo>
                    <a:pt x="2168" y="442"/>
                  </a:lnTo>
                  <a:lnTo>
                    <a:pt x="2168" y="442"/>
                  </a:lnTo>
                  <a:lnTo>
                    <a:pt x="2169" y="442"/>
                  </a:lnTo>
                  <a:lnTo>
                    <a:pt x="2169" y="441"/>
                  </a:lnTo>
                  <a:lnTo>
                    <a:pt x="2169" y="441"/>
                  </a:lnTo>
                  <a:lnTo>
                    <a:pt x="2170" y="441"/>
                  </a:lnTo>
                  <a:lnTo>
                    <a:pt x="2170" y="441"/>
                  </a:lnTo>
                  <a:lnTo>
                    <a:pt x="2170" y="441"/>
                  </a:lnTo>
                  <a:lnTo>
                    <a:pt x="2170" y="441"/>
                  </a:lnTo>
                  <a:lnTo>
                    <a:pt x="2171" y="441"/>
                  </a:lnTo>
                  <a:lnTo>
                    <a:pt x="2171" y="440"/>
                  </a:lnTo>
                  <a:lnTo>
                    <a:pt x="2171" y="440"/>
                  </a:lnTo>
                  <a:lnTo>
                    <a:pt x="2172" y="440"/>
                  </a:lnTo>
                  <a:lnTo>
                    <a:pt x="2172" y="440"/>
                  </a:lnTo>
                  <a:lnTo>
                    <a:pt x="2172" y="440"/>
                  </a:lnTo>
                  <a:lnTo>
                    <a:pt x="2172" y="440"/>
                  </a:lnTo>
                  <a:lnTo>
                    <a:pt x="2173" y="440"/>
                  </a:lnTo>
                  <a:lnTo>
                    <a:pt x="2173" y="440"/>
                  </a:lnTo>
                  <a:lnTo>
                    <a:pt x="2173" y="440"/>
                  </a:lnTo>
                  <a:lnTo>
                    <a:pt x="2173" y="440"/>
                  </a:lnTo>
                  <a:lnTo>
                    <a:pt x="2174" y="440"/>
                  </a:lnTo>
                  <a:lnTo>
                    <a:pt x="2174" y="440"/>
                  </a:lnTo>
                  <a:lnTo>
                    <a:pt x="2175" y="440"/>
                  </a:lnTo>
                  <a:lnTo>
                    <a:pt x="2175" y="440"/>
                  </a:lnTo>
                  <a:lnTo>
                    <a:pt x="2175" y="440"/>
                  </a:lnTo>
                  <a:lnTo>
                    <a:pt x="2175" y="440"/>
                  </a:lnTo>
                  <a:lnTo>
                    <a:pt x="2176" y="439"/>
                  </a:lnTo>
                  <a:lnTo>
                    <a:pt x="2176" y="439"/>
                  </a:lnTo>
                  <a:lnTo>
                    <a:pt x="2176" y="439"/>
                  </a:lnTo>
                  <a:lnTo>
                    <a:pt x="2176" y="439"/>
                  </a:lnTo>
                  <a:lnTo>
                    <a:pt x="2177" y="439"/>
                  </a:lnTo>
                  <a:lnTo>
                    <a:pt x="2177" y="439"/>
                  </a:lnTo>
                  <a:lnTo>
                    <a:pt x="2177" y="439"/>
                  </a:lnTo>
                  <a:lnTo>
                    <a:pt x="2178" y="439"/>
                  </a:lnTo>
                  <a:lnTo>
                    <a:pt x="2178" y="439"/>
                  </a:lnTo>
                  <a:lnTo>
                    <a:pt x="2178" y="439"/>
                  </a:lnTo>
                  <a:lnTo>
                    <a:pt x="2178" y="439"/>
                  </a:lnTo>
                  <a:lnTo>
                    <a:pt x="2179" y="439"/>
                  </a:lnTo>
                  <a:lnTo>
                    <a:pt x="2179" y="440"/>
                  </a:lnTo>
                  <a:lnTo>
                    <a:pt x="2180" y="440"/>
                  </a:lnTo>
                  <a:lnTo>
                    <a:pt x="2180" y="440"/>
                  </a:lnTo>
                  <a:lnTo>
                    <a:pt x="2180" y="440"/>
                  </a:lnTo>
                  <a:lnTo>
                    <a:pt x="2180" y="440"/>
                  </a:lnTo>
                  <a:lnTo>
                    <a:pt x="2181" y="440"/>
                  </a:lnTo>
                  <a:lnTo>
                    <a:pt x="2181" y="440"/>
                  </a:lnTo>
                  <a:lnTo>
                    <a:pt x="2181" y="441"/>
                  </a:lnTo>
                  <a:lnTo>
                    <a:pt x="2181" y="441"/>
                  </a:lnTo>
                  <a:lnTo>
                    <a:pt x="2182" y="441"/>
                  </a:lnTo>
                  <a:lnTo>
                    <a:pt x="2182" y="441"/>
                  </a:lnTo>
                  <a:lnTo>
                    <a:pt x="2183" y="442"/>
                  </a:lnTo>
                  <a:lnTo>
                    <a:pt x="2183" y="442"/>
                  </a:lnTo>
                  <a:lnTo>
                    <a:pt x="2183" y="443"/>
                  </a:lnTo>
                  <a:lnTo>
                    <a:pt x="2183" y="443"/>
                  </a:lnTo>
                  <a:lnTo>
                    <a:pt x="2184" y="443"/>
                  </a:lnTo>
                  <a:lnTo>
                    <a:pt x="2184" y="443"/>
                  </a:lnTo>
                  <a:lnTo>
                    <a:pt x="2184" y="443"/>
                  </a:lnTo>
                  <a:lnTo>
                    <a:pt x="2184" y="443"/>
                  </a:lnTo>
                  <a:lnTo>
                    <a:pt x="2185" y="443"/>
                  </a:lnTo>
                  <a:lnTo>
                    <a:pt x="2185" y="444"/>
                  </a:lnTo>
                  <a:lnTo>
                    <a:pt x="2185" y="444"/>
                  </a:lnTo>
                  <a:lnTo>
                    <a:pt x="2186" y="444"/>
                  </a:lnTo>
                  <a:lnTo>
                    <a:pt x="2186" y="445"/>
                  </a:lnTo>
                  <a:lnTo>
                    <a:pt x="2186" y="445"/>
                  </a:lnTo>
                  <a:lnTo>
                    <a:pt x="2186" y="445"/>
                  </a:lnTo>
                  <a:lnTo>
                    <a:pt x="2187" y="446"/>
                  </a:lnTo>
                  <a:lnTo>
                    <a:pt x="2187" y="446"/>
                  </a:lnTo>
                  <a:lnTo>
                    <a:pt x="2187" y="446"/>
                  </a:lnTo>
                  <a:lnTo>
                    <a:pt x="2187" y="446"/>
                  </a:lnTo>
                  <a:lnTo>
                    <a:pt x="2188" y="446"/>
                  </a:lnTo>
                  <a:lnTo>
                    <a:pt x="2188" y="446"/>
                  </a:lnTo>
                  <a:lnTo>
                    <a:pt x="2189" y="446"/>
                  </a:lnTo>
                  <a:lnTo>
                    <a:pt x="2189" y="446"/>
                  </a:lnTo>
                  <a:lnTo>
                    <a:pt x="2189" y="446"/>
                  </a:lnTo>
                  <a:lnTo>
                    <a:pt x="2189" y="446"/>
                  </a:lnTo>
                  <a:lnTo>
                    <a:pt x="2190" y="446"/>
                  </a:lnTo>
                  <a:lnTo>
                    <a:pt x="2190" y="446"/>
                  </a:lnTo>
                  <a:lnTo>
                    <a:pt x="2190" y="447"/>
                  </a:lnTo>
                  <a:lnTo>
                    <a:pt x="2190" y="447"/>
                  </a:lnTo>
                  <a:lnTo>
                    <a:pt x="2191" y="447"/>
                  </a:lnTo>
                  <a:lnTo>
                    <a:pt x="2191" y="447"/>
                  </a:lnTo>
                  <a:lnTo>
                    <a:pt x="2191" y="447"/>
                  </a:lnTo>
                  <a:lnTo>
                    <a:pt x="2192" y="447"/>
                  </a:lnTo>
                  <a:lnTo>
                    <a:pt x="2192" y="447"/>
                  </a:lnTo>
                  <a:lnTo>
                    <a:pt x="2192" y="447"/>
                  </a:lnTo>
                  <a:lnTo>
                    <a:pt x="2193" y="447"/>
                  </a:lnTo>
                  <a:lnTo>
                    <a:pt x="2193" y="447"/>
                  </a:lnTo>
                  <a:lnTo>
                    <a:pt x="2193" y="447"/>
                  </a:lnTo>
                  <a:lnTo>
                    <a:pt x="2193" y="447"/>
                  </a:lnTo>
                  <a:lnTo>
                    <a:pt x="2194" y="447"/>
                  </a:lnTo>
                  <a:lnTo>
                    <a:pt x="2194" y="447"/>
                  </a:lnTo>
                  <a:lnTo>
                    <a:pt x="2194" y="447"/>
                  </a:lnTo>
                  <a:lnTo>
                    <a:pt x="2195" y="447"/>
                  </a:lnTo>
                  <a:lnTo>
                    <a:pt x="2195" y="447"/>
                  </a:lnTo>
                  <a:lnTo>
                    <a:pt x="2195" y="447"/>
                  </a:lnTo>
                  <a:lnTo>
                    <a:pt x="2195" y="447"/>
                  </a:lnTo>
                  <a:lnTo>
                    <a:pt x="2196" y="447"/>
                  </a:lnTo>
                  <a:lnTo>
                    <a:pt x="2196" y="447"/>
                  </a:lnTo>
                  <a:lnTo>
                    <a:pt x="2196" y="447"/>
                  </a:lnTo>
                  <a:lnTo>
                    <a:pt x="2196" y="447"/>
                  </a:lnTo>
                  <a:lnTo>
                    <a:pt x="2197" y="447"/>
                  </a:lnTo>
                  <a:lnTo>
                    <a:pt x="2197" y="447"/>
                  </a:lnTo>
                  <a:lnTo>
                    <a:pt x="2198" y="447"/>
                  </a:lnTo>
                  <a:lnTo>
                    <a:pt x="2198" y="447"/>
                  </a:lnTo>
                  <a:lnTo>
                    <a:pt x="2198" y="447"/>
                  </a:lnTo>
                  <a:lnTo>
                    <a:pt x="2198" y="447"/>
                  </a:lnTo>
                  <a:lnTo>
                    <a:pt x="2199" y="447"/>
                  </a:lnTo>
                  <a:lnTo>
                    <a:pt x="2199" y="447"/>
                  </a:lnTo>
                  <a:lnTo>
                    <a:pt x="2199" y="447"/>
                  </a:lnTo>
                  <a:lnTo>
                    <a:pt x="2199" y="448"/>
                  </a:lnTo>
                  <a:lnTo>
                    <a:pt x="2200" y="448"/>
                  </a:lnTo>
                  <a:lnTo>
                    <a:pt x="2200" y="448"/>
                  </a:lnTo>
                  <a:lnTo>
                    <a:pt x="2200" y="448"/>
                  </a:lnTo>
                  <a:lnTo>
                    <a:pt x="2201" y="448"/>
                  </a:lnTo>
                  <a:lnTo>
                    <a:pt x="2201" y="448"/>
                  </a:lnTo>
                  <a:lnTo>
                    <a:pt x="2201" y="448"/>
                  </a:lnTo>
                  <a:lnTo>
                    <a:pt x="2201" y="449"/>
                  </a:lnTo>
                  <a:lnTo>
                    <a:pt x="2202" y="449"/>
                  </a:lnTo>
                  <a:lnTo>
                    <a:pt x="2202" y="449"/>
                  </a:lnTo>
                  <a:lnTo>
                    <a:pt x="2202" y="449"/>
                  </a:lnTo>
                  <a:lnTo>
                    <a:pt x="2203" y="449"/>
                  </a:lnTo>
                  <a:lnTo>
                    <a:pt x="2203" y="449"/>
                  </a:lnTo>
                  <a:lnTo>
                    <a:pt x="2203" y="449"/>
                  </a:lnTo>
                  <a:lnTo>
                    <a:pt x="2204" y="450"/>
                  </a:lnTo>
                  <a:lnTo>
                    <a:pt x="2204" y="450"/>
                  </a:lnTo>
                  <a:lnTo>
                    <a:pt x="2204" y="450"/>
                  </a:lnTo>
                  <a:lnTo>
                    <a:pt x="2204" y="450"/>
                  </a:lnTo>
                  <a:lnTo>
                    <a:pt x="2205" y="450"/>
                  </a:lnTo>
                  <a:lnTo>
                    <a:pt x="2205" y="450"/>
                  </a:lnTo>
                  <a:lnTo>
                    <a:pt x="2205" y="450"/>
                  </a:lnTo>
                  <a:lnTo>
                    <a:pt x="2205" y="450"/>
                  </a:lnTo>
                  <a:lnTo>
                    <a:pt x="2206" y="451"/>
                  </a:lnTo>
                  <a:lnTo>
                    <a:pt x="2206" y="451"/>
                  </a:lnTo>
                  <a:lnTo>
                    <a:pt x="2207" y="451"/>
                  </a:lnTo>
                  <a:lnTo>
                    <a:pt x="2207" y="451"/>
                  </a:lnTo>
                  <a:lnTo>
                    <a:pt x="2207" y="451"/>
                  </a:lnTo>
                  <a:lnTo>
                    <a:pt x="2207" y="451"/>
                  </a:lnTo>
                  <a:lnTo>
                    <a:pt x="2208" y="452"/>
                  </a:lnTo>
                  <a:lnTo>
                    <a:pt x="2208" y="452"/>
                  </a:lnTo>
                  <a:lnTo>
                    <a:pt x="2208" y="452"/>
                  </a:lnTo>
                  <a:lnTo>
                    <a:pt x="2208" y="452"/>
                  </a:lnTo>
                  <a:lnTo>
                    <a:pt x="2209" y="452"/>
                  </a:lnTo>
                  <a:lnTo>
                    <a:pt x="2209" y="452"/>
                  </a:lnTo>
                  <a:lnTo>
                    <a:pt x="2209" y="452"/>
                  </a:lnTo>
                  <a:lnTo>
                    <a:pt x="2210" y="453"/>
                  </a:lnTo>
                  <a:lnTo>
                    <a:pt x="2210" y="453"/>
                  </a:lnTo>
                  <a:lnTo>
                    <a:pt x="2210" y="453"/>
                  </a:lnTo>
                  <a:lnTo>
                    <a:pt x="2210" y="453"/>
                  </a:lnTo>
                  <a:lnTo>
                    <a:pt x="2211" y="453"/>
                  </a:lnTo>
                  <a:lnTo>
                    <a:pt x="2211" y="453"/>
                  </a:lnTo>
                  <a:lnTo>
                    <a:pt x="2211" y="453"/>
                  </a:lnTo>
                  <a:lnTo>
                    <a:pt x="2211" y="453"/>
                  </a:lnTo>
                  <a:lnTo>
                    <a:pt x="2212" y="453"/>
                  </a:lnTo>
                  <a:lnTo>
                    <a:pt x="2212" y="453"/>
                  </a:lnTo>
                  <a:lnTo>
                    <a:pt x="2213" y="453"/>
                  </a:lnTo>
                  <a:lnTo>
                    <a:pt x="2213" y="453"/>
                  </a:lnTo>
                  <a:lnTo>
                    <a:pt x="2213" y="453"/>
                  </a:lnTo>
                  <a:lnTo>
                    <a:pt x="2213" y="453"/>
                  </a:lnTo>
                  <a:lnTo>
                    <a:pt x="2214" y="453"/>
                  </a:lnTo>
                  <a:lnTo>
                    <a:pt x="2214" y="453"/>
                  </a:lnTo>
                  <a:lnTo>
                    <a:pt x="2214" y="454"/>
                  </a:lnTo>
                  <a:lnTo>
                    <a:pt x="2214" y="454"/>
                  </a:lnTo>
                  <a:lnTo>
                    <a:pt x="2215" y="454"/>
                  </a:lnTo>
                  <a:lnTo>
                    <a:pt x="2215" y="455"/>
                  </a:lnTo>
                  <a:lnTo>
                    <a:pt x="2215" y="455"/>
                  </a:lnTo>
                  <a:lnTo>
                    <a:pt x="2216" y="455"/>
                  </a:lnTo>
                  <a:lnTo>
                    <a:pt x="2216" y="455"/>
                  </a:lnTo>
                  <a:lnTo>
                    <a:pt x="2216" y="455"/>
                  </a:lnTo>
                  <a:lnTo>
                    <a:pt x="2217" y="455"/>
                  </a:lnTo>
                  <a:lnTo>
                    <a:pt x="2217" y="456"/>
                  </a:lnTo>
                  <a:lnTo>
                    <a:pt x="2217" y="456"/>
                  </a:lnTo>
                  <a:lnTo>
                    <a:pt x="2217" y="456"/>
                  </a:lnTo>
                  <a:lnTo>
                    <a:pt x="2218" y="456"/>
                  </a:lnTo>
                  <a:lnTo>
                    <a:pt x="2218" y="456"/>
                  </a:lnTo>
                  <a:lnTo>
                    <a:pt x="2218" y="456"/>
                  </a:lnTo>
                  <a:lnTo>
                    <a:pt x="2219" y="456"/>
                  </a:lnTo>
                  <a:lnTo>
                    <a:pt x="2219" y="456"/>
                  </a:lnTo>
                  <a:lnTo>
                    <a:pt x="2219" y="456"/>
                  </a:lnTo>
                  <a:lnTo>
                    <a:pt x="2219" y="456"/>
                  </a:lnTo>
                  <a:lnTo>
                    <a:pt x="2220" y="456"/>
                  </a:lnTo>
                  <a:lnTo>
                    <a:pt x="2220" y="457"/>
                  </a:lnTo>
                  <a:lnTo>
                    <a:pt x="2220" y="456"/>
                  </a:lnTo>
                  <a:lnTo>
                    <a:pt x="2220" y="456"/>
                  </a:lnTo>
                  <a:lnTo>
                    <a:pt x="2221" y="456"/>
                  </a:lnTo>
                  <a:lnTo>
                    <a:pt x="2221" y="456"/>
                  </a:lnTo>
                  <a:lnTo>
                    <a:pt x="2222" y="456"/>
                  </a:lnTo>
                  <a:lnTo>
                    <a:pt x="2222" y="456"/>
                  </a:lnTo>
                  <a:lnTo>
                    <a:pt x="2222" y="456"/>
                  </a:lnTo>
                  <a:lnTo>
                    <a:pt x="2222" y="456"/>
                  </a:lnTo>
                  <a:lnTo>
                    <a:pt x="2223" y="456"/>
                  </a:lnTo>
                  <a:lnTo>
                    <a:pt x="2223" y="456"/>
                  </a:lnTo>
                  <a:lnTo>
                    <a:pt x="2223" y="456"/>
                  </a:lnTo>
                  <a:lnTo>
                    <a:pt x="2223" y="456"/>
                  </a:lnTo>
                  <a:lnTo>
                    <a:pt x="2224" y="456"/>
                  </a:lnTo>
                  <a:lnTo>
                    <a:pt x="2224" y="456"/>
                  </a:lnTo>
                  <a:lnTo>
                    <a:pt x="2224" y="455"/>
                  </a:lnTo>
                  <a:lnTo>
                    <a:pt x="2225" y="456"/>
                  </a:lnTo>
                  <a:lnTo>
                    <a:pt x="2225" y="455"/>
                  </a:lnTo>
                  <a:lnTo>
                    <a:pt x="2225" y="455"/>
                  </a:lnTo>
                  <a:lnTo>
                    <a:pt x="2225" y="455"/>
                  </a:lnTo>
                  <a:lnTo>
                    <a:pt x="2226" y="455"/>
                  </a:lnTo>
                  <a:lnTo>
                    <a:pt x="2226" y="455"/>
                  </a:lnTo>
                  <a:lnTo>
                    <a:pt x="2226" y="455"/>
                  </a:lnTo>
                  <a:lnTo>
                    <a:pt x="2227" y="455"/>
                  </a:lnTo>
                  <a:lnTo>
                    <a:pt x="2227" y="455"/>
                  </a:lnTo>
                  <a:lnTo>
                    <a:pt x="2227" y="455"/>
                  </a:lnTo>
                  <a:lnTo>
                    <a:pt x="2228" y="455"/>
                  </a:lnTo>
                  <a:lnTo>
                    <a:pt x="2228" y="455"/>
                  </a:lnTo>
                  <a:lnTo>
                    <a:pt x="2228" y="455"/>
                  </a:lnTo>
                  <a:lnTo>
                    <a:pt x="2228" y="455"/>
                  </a:lnTo>
                  <a:lnTo>
                    <a:pt x="2229" y="454"/>
                  </a:lnTo>
                  <a:lnTo>
                    <a:pt x="2229" y="454"/>
                  </a:lnTo>
                  <a:lnTo>
                    <a:pt x="2229" y="454"/>
                  </a:lnTo>
                  <a:lnTo>
                    <a:pt x="2229" y="454"/>
                  </a:lnTo>
                  <a:lnTo>
                    <a:pt x="2230" y="453"/>
                  </a:lnTo>
                  <a:lnTo>
                    <a:pt x="2230" y="453"/>
                  </a:lnTo>
                  <a:lnTo>
                    <a:pt x="2231" y="453"/>
                  </a:lnTo>
                  <a:lnTo>
                    <a:pt x="2231" y="453"/>
                  </a:lnTo>
                  <a:lnTo>
                    <a:pt x="2231" y="453"/>
                  </a:lnTo>
                  <a:lnTo>
                    <a:pt x="2231" y="453"/>
                  </a:lnTo>
                  <a:lnTo>
                    <a:pt x="2232" y="453"/>
                  </a:lnTo>
                  <a:lnTo>
                    <a:pt x="2232" y="452"/>
                  </a:lnTo>
                  <a:lnTo>
                    <a:pt x="2232" y="452"/>
                  </a:lnTo>
                  <a:lnTo>
                    <a:pt x="2232" y="452"/>
                  </a:lnTo>
                  <a:lnTo>
                    <a:pt x="2233" y="452"/>
                  </a:lnTo>
                  <a:lnTo>
                    <a:pt x="2233" y="452"/>
                  </a:lnTo>
                  <a:lnTo>
                    <a:pt x="2233" y="452"/>
                  </a:lnTo>
                  <a:lnTo>
                    <a:pt x="2234" y="451"/>
                  </a:lnTo>
                  <a:lnTo>
                    <a:pt x="2234" y="451"/>
                  </a:lnTo>
                  <a:lnTo>
                    <a:pt x="2234" y="451"/>
                  </a:lnTo>
                  <a:lnTo>
                    <a:pt x="2234" y="451"/>
                  </a:lnTo>
                  <a:lnTo>
                    <a:pt x="2235" y="451"/>
                  </a:lnTo>
                  <a:lnTo>
                    <a:pt x="2235" y="450"/>
                  </a:lnTo>
                  <a:lnTo>
                    <a:pt x="2235" y="450"/>
                  </a:lnTo>
                  <a:lnTo>
                    <a:pt x="2235" y="450"/>
                  </a:lnTo>
                  <a:lnTo>
                    <a:pt x="2236" y="450"/>
                  </a:lnTo>
                  <a:lnTo>
                    <a:pt x="2236" y="450"/>
                  </a:lnTo>
                  <a:lnTo>
                    <a:pt x="2237" y="450"/>
                  </a:lnTo>
                  <a:lnTo>
                    <a:pt x="2237" y="450"/>
                  </a:lnTo>
                  <a:lnTo>
                    <a:pt x="2237" y="450"/>
                  </a:lnTo>
                  <a:lnTo>
                    <a:pt x="2237" y="450"/>
                  </a:lnTo>
                  <a:lnTo>
                    <a:pt x="2238" y="450"/>
                  </a:lnTo>
                  <a:lnTo>
                    <a:pt x="2238" y="450"/>
                  </a:lnTo>
                  <a:lnTo>
                    <a:pt x="2238" y="450"/>
                  </a:lnTo>
                  <a:lnTo>
                    <a:pt x="2238" y="450"/>
                  </a:lnTo>
                  <a:lnTo>
                    <a:pt x="2239" y="450"/>
                  </a:lnTo>
                  <a:lnTo>
                    <a:pt x="2239" y="450"/>
                  </a:lnTo>
                  <a:lnTo>
                    <a:pt x="2240" y="450"/>
                  </a:lnTo>
                  <a:lnTo>
                    <a:pt x="2240" y="450"/>
                  </a:lnTo>
                  <a:lnTo>
                    <a:pt x="2240" y="450"/>
                  </a:lnTo>
                  <a:lnTo>
                    <a:pt x="2240" y="451"/>
                  </a:lnTo>
                  <a:lnTo>
                    <a:pt x="2241" y="451"/>
                  </a:lnTo>
                  <a:lnTo>
                    <a:pt x="2241" y="451"/>
                  </a:lnTo>
                  <a:lnTo>
                    <a:pt x="2241" y="451"/>
                  </a:lnTo>
                  <a:lnTo>
                    <a:pt x="2241" y="451"/>
                  </a:lnTo>
                  <a:lnTo>
                    <a:pt x="2242" y="451"/>
                  </a:lnTo>
                  <a:lnTo>
                    <a:pt x="2242" y="451"/>
                  </a:lnTo>
                  <a:lnTo>
                    <a:pt x="2242" y="451"/>
                  </a:lnTo>
                  <a:lnTo>
                    <a:pt x="2243" y="451"/>
                  </a:lnTo>
                  <a:lnTo>
                    <a:pt x="2243" y="451"/>
                  </a:lnTo>
                  <a:lnTo>
                    <a:pt x="2243" y="451"/>
                  </a:lnTo>
                  <a:lnTo>
                    <a:pt x="2243" y="451"/>
                  </a:lnTo>
                  <a:lnTo>
                    <a:pt x="2244" y="452"/>
                  </a:lnTo>
                  <a:lnTo>
                    <a:pt x="2244" y="452"/>
                  </a:lnTo>
                  <a:lnTo>
                    <a:pt x="2244" y="452"/>
                  </a:lnTo>
                  <a:lnTo>
                    <a:pt x="2244" y="452"/>
                  </a:lnTo>
                  <a:lnTo>
                    <a:pt x="2245" y="452"/>
                  </a:lnTo>
                  <a:lnTo>
                    <a:pt x="2245" y="452"/>
                  </a:lnTo>
                  <a:lnTo>
                    <a:pt x="2246" y="452"/>
                  </a:lnTo>
                  <a:lnTo>
                    <a:pt x="2246" y="453"/>
                  </a:lnTo>
                  <a:lnTo>
                    <a:pt x="2246" y="453"/>
                  </a:lnTo>
                  <a:lnTo>
                    <a:pt x="2246" y="453"/>
                  </a:lnTo>
                  <a:lnTo>
                    <a:pt x="2247" y="453"/>
                  </a:lnTo>
                  <a:lnTo>
                    <a:pt x="2247" y="453"/>
                  </a:lnTo>
                  <a:lnTo>
                    <a:pt x="2247" y="453"/>
                  </a:lnTo>
                  <a:lnTo>
                    <a:pt x="2248" y="454"/>
                  </a:lnTo>
                  <a:lnTo>
                    <a:pt x="2248" y="454"/>
                  </a:lnTo>
                  <a:lnTo>
                    <a:pt x="2248" y="454"/>
                  </a:lnTo>
                  <a:lnTo>
                    <a:pt x="2248" y="454"/>
                  </a:lnTo>
                  <a:lnTo>
                    <a:pt x="2249" y="455"/>
                  </a:lnTo>
                  <a:lnTo>
                    <a:pt x="2249" y="455"/>
                  </a:lnTo>
                  <a:lnTo>
                    <a:pt x="2249" y="455"/>
                  </a:lnTo>
                  <a:lnTo>
                    <a:pt x="2250" y="455"/>
                  </a:lnTo>
                  <a:lnTo>
                    <a:pt x="2250" y="455"/>
                  </a:lnTo>
                  <a:lnTo>
                    <a:pt x="2250" y="455"/>
                  </a:lnTo>
                  <a:lnTo>
                    <a:pt x="2251" y="455"/>
                  </a:lnTo>
                  <a:lnTo>
                    <a:pt x="2251" y="455"/>
                  </a:lnTo>
                  <a:lnTo>
                    <a:pt x="2251" y="455"/>
                  </a:lnTo>
                  <a:lnTo>
                    <a:pt x="2251" y="455"/>
                  </a:lnTo>
                  <a:lnTo>
                    <a:pt x="2252" y="455"/>
                  </a:lnTo>
                  <a:lnTo>
                    <a:pt x="2252" y="455"/>
                  </a:lnTo>
                  <a:lnTo>
                    <a:pt x="2252" y="455"/>
                  </a:lnTo>
                  <a:lnTo>
                    <a:pt x="2252" y="455"/>
                  </a:lnTo>
                  <a:lnTo>
                    <a:pt x="2253" y="455"/>
                  </a:lnTo>
                  <a:lnTo>
                    <a:pt x="2253" y="455"/>
                  </a:lnTo>
                  <a:lnTo>
                    <a:pt x="2254" y="455"/>
                  </a:lnTo>
                  <a:lnTo>
                    <a:pt x="2254" y="455"/>
                  </a:lnTo>
                  <a:lnTo>
                    <a:pt x="2254" y="455"/>
                  </a:lnTo>
                  <a:lnTo>
                    <a:pt x="2254" y="455"/>
                  </a:lnTo>
                  <a:lnTo>
                    <a:pt x="2255" y="455"/>
                  </a:lnTo>
                  <a:lnTo>
                    <a:pt x="2255" y="455"/>
                  </a:lnTo>
                  <a:lnTo>
                    <a:pt x="2255" y="455"/>
                  </a:lnTo>
                  <a:lnTo>
                    <a:pt x="2255" y="455"/>
                  </a:lnTo>
                  <a:lnTo>
                    <a:pt x="2256" y="455"/>
                  </a:lnTo>
                  <a:lnTo>
                    <a:pt x="2256" y="455"/>
                  </a:lnTo>
                  <a:lnTo>
                    <a:pt x="2256" y="455"/>
                  </a:lnTo>
                  <a:lnTo>
                    <a:pt x="2257" y="455"/>
                  </a:lnTo>
                  <a:lnTo>
                    <a:pt x="2257" y="455"/>
                  </a:lnTo>
                  <a:lnTo>
                    <a:pt x="2257" y="455"/>
                  </a:lnTo>
                  <a:lnTo>
                    <a:pt x="2257" y="455"/>
                  </a:lnTo>
                  <a:lnTo>
                    <a:pt x="2258" y="455"/>
                  </a:lnTo>
                  <a:lnTo>
                    <a:pt x="2258" y="455"/>
                  </a:lnTo>
                  <a:lnTo>
                    <a:pt x="2258" y="455"/>
                  </a:lnTo>
                  <a:lnTo>
                    <a:pt x="2258" y="456"/>
                  </a:lnTo>
                  <a:lnTo>
                    <a:pt x="2259" y="456"/>
                  </a:lnTo>
                  <a:lnTo>
                    <a:pt x="2259" y="456"/>
                  </a:lnTo>
                  <a:lnTo>
                    <a:pt x="2260" y="456"/>
                  </a:lnTo>
                  <a:lnTo>
                    <a:pt x="2260" y="456"/>
                  </a:lnTo>
                  <a:lnTo>
                    <a:pt x="2260" y="456"/>
                  </a:lnTo>
                  <a:lnTo>
                    <a:pt x="2260" y="456"/>
                  </a:lnTo>
                  <a:lnTo>
                    <a:pt x="2261" y="456"/>
                  </a:lnTo>
                  <a:lnTo>
                    <a:pt x="2261" y="456"/>
                  </a:lnTo>
                  <a:lnTo>
                    <a:pt x="2261" y="456"/>
                  </a:lnTo>
                  <a:lnTo>
                    <a:pt x="2261" y="455"/>
                  </a:lnTo>
                  <a:lnTo>
                    <a:pt x="2262" y="455"/>
                  </a:lnTo>
                  <a:lnTo>
                    <a:pt x="2262" y="455"/>
                  </a:lnTo>
                  <a:lnTo>
                    <a:pt x="2262" y="455"/>
                  </a:lnTo>
                  <a:lnTo>
                    <a:pt x="2263" y="455"/>
                  </a:lnTo>
                  <a:lnTo>
                    <a:pt x="2263" y="455"/>
                  </a:lnTo>
                  <a:lnTo>
                    <a:pt x="2263" y="455"/>
                  </a:lnTo>
                  <a:lnTo>
                    <a:pt x="2264" y="455"/>
                  </a:lnTo>
                  <a:lnTo>
                    <a:pt x="2264" y="455"/>
                  </a:lnTo>
                  <a:lnTo>
                    <a:pt x="2264" y="455"/>
                  </a:lnTo>
                  <a:lnTo>
                    <a:pt x="2264" y="455"/>
                  </a:lnTo>
                  <a:lnTo>
                    <a:pt x="2265" y="455"/>
                  </a:lnTo>
                  <a:lnTo>
                    <a:pt x="2265" y="455"/>
                  </a:lnTo>
                  <a:lnTo>
                    <a:pt x="2265" y="455"/>
                  </a:lnTo>
                  <a:lnTo>
                    <a:pt x="2266" y="455"/>
                  </a:lnTo>
                  <a:lnTo>
                    <a:pt x="2266" y="454"/>
                  </a:lnTo>
                  <a:lnTo>
                    <a:pt x="2266" y="454"/>
                  </a:lnTo>
                  <a:lnTo>
                    <a:pt x="2266" y="454"/>
                  </a:lnTo>
                  <a:lnTo>
                    <a:pt x="2267" y="454"/>
                  </a:lnTo>
                  <a:lnTo>
                    <a:pt x="2267" y="454"/>
                  </a:lnTo>
                  <a:lnTo>
                    <a:pt x="2267" y="454"/>
                  </a:lnTo>
                  <a:lnTo>
                    <a:pt x="2267" y="454"/>
                  </a:lnTo>
                  <a:lnTo>
                    <a:pt x="2268" y="454"/>
                  </a:lnTo>
                  <a:lnTo>
                    <a:pt x="2268" y="454"/>
                  </a:lnTo>
                  <a:lnTo>
                    <a:pt x="2269" y="454"/>
                  </a:lnTo>
                  <a:lnTo>
                    <a:pt x="2269" y="453"/>
                  </a:lnTo>
                  <a:lnTo>
                    <a:pt x="2269" y="453"/>
                  </a:lnTo>
                  <a:lnTo>
                    <a:pt x="2269" y="453"/>
                  </a:lnTo>
                  <a:lnTo>
                    <a:pt x="2270" y="453"/>
                  </a:lnTo>
                  <a:lnTo>
                    <a:pt x="2270" y="453"/>
                  </a:lnTo>
                  <a:lnTo>
                    <a:pt x="2270" y="453"/>
                  </a:lnTo>
                  <a:lnTo>
                    <a:pt x="2270" y="453"/>
                  </a:lnTo>
                  <a:lnTo>
                    <a:pt x="2271" y="453"/>
                  </a:lnTo>
                  <a:lnTo>
                    <a:pt x="2271" y="453"/>
                  </a:lnTo>
                  <a:lnTo>
                    <a:pt x="2271" y="453"/>
                  </a:lnTo>
                  <a:lnTo>
                    <a:pt x="2272" y="453"/>
                  </a:lnTo>
                  <a:lnTo>
                    <a:pt x="2272" y="453"/>
                  </a:lnTo>
                  <a:lnTo>
                    <a:pt x="2272" y="453"/>
                  </a:lnTo>
                  <a:lnTo>
                    <a:pt x="2272" y="453"/>
                  </a:lnTo>
                  <a:lnTo>
                    <a:pt x="2273" y="453"/>
                  </a:lnTo>
                  <a:lnTo>
                    <a:pt x="2273" y="453"/>
                  </a:lnTo>
                  <a:lnTo>
                    <a:pt x="2273" y="453"/>
                  </a:lnTo>
                  <a:lnTo>
                    <a:pt x="2274" y="453"/>
                  </a:lnTo>
                  <a:lnTo>
                    <a:pt x="2274" y="453"/>
                  </a:lnTo>
                  <a:lnTo>
                    <a:pt x="2274" y="453"/>
                  </a:lnTo>
                  <a:lnTo>
                    <a:pt x="2275" y="453"/>
                  </a:lnTo>
                  <a:lnTo>
                    <a:pt x="2275" y="453"/>
                  </a:lnTo>
                  <a:lnTo>
                    <a:pt x="2275" y="453"/>
                  </a:lnTo>
                  <a:lnTo>
                    <a:pt x="2275" y="453"/>
                  </a:lnTo>
                  <a:lnTo>
                    <a:pt x="2276" y="453"/>
                  </a:lnTo>
                  <a:lnTo>
                    <a:pt x="2276" y="453"/>
                  </a:lnTo>
                  <a:lnTo>
                    <a:pt x="2276" y="453"/>
                  </a:lnTo>
                  <a:lnTo>
                    <a:pt x="2276" y="453"/>
                  </a:lnTo>
                  <a:lnTo>
                    <a:pt x="2277" y="453"/>
                  </a:lnTo>
                  <a:lnTo>
                    <a:pt x="2277" y="453"/>
                  </a:lnTo>
                  <a:lnTo>
                    <a:pt x="2278" y="453"/>
                  </a:lnTo>
                  <a:lnTo>
                    <a:pt x="2278" y="453"/>
                  </a:lnTo>
                  <a:lnTo>
                    <a:pt x="2278" y="453"/>
                  </a:lnTo>
                  <a:lnTo>
                    <a:pt x="2278" y="453"/>
                  </a:lnTo>
                  <a:lnTo>
                    <a:pt x="2279" y="453"/>
                  </a:lnTo>
                  <a:lnTo>
                    <a:pt x="2279" y="453"/>
                  </a:lnTo>
                  <a:lnTo>
                    <a:pt x="2279" y="453"/>
                  </a:lnTo>
                  <a:lnTo>
                    <a:pt x="2279" y="453"/>
                  </a:lnTo>
                  <a:lnTo>
                    <a:pt x="2280" y="453"/>
                  </a:lnTo>
                  <a:lnTo>
                    <a:pt x="2280" y="453"/>
                  </a:lnTo>
                  <a:lnTo>
                    <a:pt x="2280" y="453"/>
                  </a:lnTo>
                  <a:lnTo>
                    <a:pt x="2281" y="453"/>
                  </a:lnTo>
                  <a:lnTo>
                    <a:pt x="2281" y="453"/>
                  </a:lnTo>
                  <a:lnTo>
                    <a:pt x="2281" y="453"/>
                  </a:lnTo>
                  <a:lnTo>
                    <a:pt x="2281" y="453"/>
                  </a:lnTo>
                  <a:lnTo>
                    <a:pt x="2282" y="453"/>
                  </a:lnTo>
                  <a:lnTo>
                    <a:pt x="2282" y="453"/>
                  </a:lnTo>
                  <a:lnTo>
                    <a:pt x="2282" y="453"/>
                  </a:lnTo>
                  <a:lnTo>
                    <a:pt x="2282" y="453"/>
                  </a:lnTo>
                  <a:lnTo>
                    <a:pt x="2283" y="453"/>
                  </a:lnTo>
                  <a:lnTo>
                    <a:pt x="2283" y="453"/>
                  </a:lnTo>
                  <a:lnTo>
                    <a:pt x="2284" y="453"/>
                  </a:lnTo>
                  <a:lnTo>
                    <a:pt x="2284" y="453"/>
                  </a:lnTo>
                  <a:lnTo>
                    <a:pt x="2284" y="453"/>
                  </a:lnTo>
                  <a:lnTo>
                    <a:pt x="2284" y="453"/>
                  </a:lnTo>
                  <a:lnTo>
                    <a:pt x="2285" y="453"/>
                  </a:lnTo>
                  <a:lnTo>
                    <a:pt x="2285" y="453"/>
                  </a:lnTo>
                  <a:lnTo>
                    <a:pt x="2285" y="453"/>
                  </a:lnTo>
                  <a:lnTo>
                    <a:pt x="2285" y="453"/>
                  </a:lnTo>
                  <a:lnTo>
                    <a:pt x="2286" y="453"/>
                  </a:lnTo>
                  <a:lnTo>
                    <a:pt x="2286" y="453"/>
                  </a:lnTo>
                  <a:lnTo>
                    <a:pt x="2286" y="453"/>
                  </a:lnTo>
                  <a:lnTo>
                    <a:pt x="2287" y="453"/>
                  </a:lnTo>
                  <a:lnTo>
                    <a:pt x="2287" y="452"/>
                  </a:lnTo>
                  <a:lnTo>
                    <a:pt x="2287" y="453"/>
                  </a:lnTo>
                  <a:lnTo>
                    <a:pt x="2288" y="453"/>
                  </a:lnTo>
                  <a:lnTo>
                    <a:pt x="2288" y="453"/>
                  </a:lnTo>
                  <a:lnTo>
                    <a:pt x="2288" y="453"/>
                  </a:lnTo>
                  <a:lnTo>
                    <a:pt x="2288" y="453"/>
                  </a:lnTo>
                  <a:lnTo>
                    <a:pt x="2289" y="453"/>
                  </a:lnTo>
                  <a:lnTo>
                    <a:pt x="2289" y="453"/>
                  </a:lnTo>
                  <a:lnTo>
                    <a:pt x="2289" y="453"/>
                  </a:lnTo>
                  <a:lnTo>
                    <a:pt x="2290" y="453"/>
                  </a:lnTo>
                  <a:lnTo>
                    <a:pt x="2290" y="453"/>
                  </a:lnTo>
                  <a:lnTo>
                    <a:pt x="2290" y="453"/>
                  </a:lnTo>
                  <a:lnTo>
                    <a:pt x="2290" y="453"/>
                  </a:lnTo>
                  <a:lnTo>
                    <a:pt x="2291" y="453"/>
                  </a:lnTo>
                  <a:lnTo>
                    <a:pt x="2291" y="453"/>
                  </a:lnTo>
                  <a:lnTo>
                    <a:pt x="2291" y="453"/>
                  </a:lnTo>
                  <a:lnTo>
                    <a:pt x="2291" y="453"/>
                  </a:lnTo>
                  <a:lnTo>
                    <a:pt x="2292" y="453"/>
                  </a:lnTo>
                  <a:lnTo>
                    <a:pt x="2292" y="453"/>
                  </a:lnTo>
                  <a:lnTo>
                    <a:pt x="2293" y="453"/>
                  </a:lnTo>
                  <a:lnTo>
                    <a:pt x="2293" y="453"/>
                  </a:lnTo>
                  <a:lnTo>
                    <a:pt x="2293" y="453"/>
                  </a:lnTo>
                  <a:lnTo>
                    <a:pt x="2293" y="453"/>
                  </a:lnTo>
                  <a:lnTo>
                    <a:pt x="2294" y="453"/>
                  </a:lnTo>
                  <a:lnTo>
                    <a:pt x="2294" y="453"/>
                  </a:lnTo>
                  <a:lnTo>
                    <a:pt x="2294" y="453"/>
                  </a:lnTo>
                  <a:lnTo>
                    <a:pt x="2294" y="453"/>
                  </a:lnTo>
                  <a:lnTo>
                    <a:pt x="2295" y="453"/>
                  </a:lnTo>
                  <a:lnTo>
                    <a:pt x="2295" y="453"/>
                  </a:lnTo>
                  <a:lnTo>
                    <a:pt x="2295" y="453"/>
                  </a:lnTo>
                  <a:lnTo>
                    <a:pt x="2296" y="453"/>
                  </a:lnTo>
                  <a:lnTo>
                    <a:pt x="2296" y="453"/>
                  </a:lnTo>
                  <a:lnTo>
                    <a:pt x="2296" y="453"/>
                  </a:lnTo>
                  <a:lnTo>
                    <a:pt x="2297" y="453"/>
                  </a:lnTo>
                  <a:lnTo>
                    <a:pt x="2297" y="453"/>
                  </a:lnTo>
                  <a:lnTo>
                    <a:pt x="2297" y="453"/>
                  </a:lnTo>
                  <a:lnTo>
                    <a:pt x="2297" y="453"/>
                  </a:lnTo>
                  <a:lnTo>
                    <a:pt x="2298" y="453"/>
                  </a:lnTo>
                  <a:lnTo>
                    <a:pt x="2298" y="453"/>
                  </a:lnTo>
                  <a:lnTo>
                    <a:pt x="2298" y="453"/>
                  </a:lnTo>
                  <a:lnTo>
                    <a:pt x="2299" y="453"/>
                  </a:lnTo>
                  <a:lnTo>
                    <a:pt x="2299" y="453"/>
                  </a:lnTo>
                  <a:lnTo>
                    <a:pt x="2299" y="453"/>
                  </a:lnTo>
                  <a:lnTo>
                    <a:pt x="2299" y="453"/>
                  </a:lnTo>
                  <a:lnTo>
                    <a:pt x="2300" y="453"/>
                  </a:lnTo>
                  <a:lnTo>
                    <a:pt x="2300" y="453"/>
                  </a:lnTo>
                  <a:lnTo>
                    <a:pt x="2300" y="453"/>
                  </a:lnTo>
                  <a:lnTo>
                    <a:pt x="2300" y="453"/>
                  </a:lnTo>
                  <a:lnTo>
                    <a:pt x="2301" y="453"/>
                  </a:lnTo>
                  <a:lnTo>
                    <a:pt x="2301" y="453"/>
                  </a:lnTo>
                  <a:lnTo>
                    <a:pt x="2302" y="453"/>
                  </a:lnTo>
                  <a:lnTo>
                    <a:pt x="2302" y="453"/>
                  </a:lnTo>
                  <a:lnTo>
                    <a:pt x="2302" y="453"/>
                  </a:lnTo>
                  <a:lnTo>
                    <a:pt x="2302" y="453"/>
                  </a:lnTo>
                  <a:lnTo>
                    <a:pt x="2303" y="453"/>
                  </a:lnTo>
                  <a:lnTo>
                    <a:pt x="2303" y="453"/>
                  </a:lnTo>
                  <a:lnTo>
                    <a:pt x="2303" y="453"/>
                  </a:lnTo>
                  <a:lnTo>
                    <a:pt x="2303" y="453"/>
                  </a:lnTo>
                  <a:lnTo>
                    <a:pt x="2304" y="453"/>
                  </a:lnTo>
                  <a:lnTo>
                    <a:pt x="2304" y="453"/>
                  </a:lnTo>
                  <a:lnTo>
                    <a:pt x="2304" y="453"/>
                  </a:lnTo>
                  <a:lnTo>
                    <a:pt x="2305" y="453"/>
                  </a:lnTo>
                  <a:lnTo>
                    <a:pt x="2305" y="453"/>
                  </a:lnTo>
                  <a:lnTo>
                    <a:pt x="2305" y="453"/>
                  </a:lnTo>
                  <a:lnTo>
                    <a:pt x="2305" y="453"/>
                  </a:lnTo>
                  <a:lnTo>
                    <a:pt x="2306" y="453"/>
                  </a:lnTo>
                  <a:lnTo>
                    <a:pt x="2306" y="453"/>
                  </a:lnTo>
                  <a:lnTo>
                    <a:pt x="2306" y="453"/>
                  </a:lnTo>
                  <a:lnTo>
                    <a:pt x="2307" y="453"/>
                  </a:lnTo>
                  <a:lnTo>
                    <a:pt x="2307" y="453"/>
                  </a:lnTo>
                  <a:lnTo>
                    <a:pt x="2307" y="453"/>
                  </a:lnTo>
                  <a:lnTo>
                    <a:pt x="2308" y="453"/>
                  </a:lnTo>
                  <a:lnTo>
                    <a:pt x="2308" y="453"/>
                  </a:lnTo>
                  <a:lnTo>
                    <a:pt x="2308" y="453"/>
                  </a:lnTo>
                  <a:lnTo>
                    <a:pt x="2308" y="453"/>
                  </a:lnTo>
                  <a:lnTo>
                    <a:pt x="2309" y="453"/>
                  </a:lnTo>
                  <a:lnTo>
                    <a:pt x="2309" y="453"/>
                  </a:lnTo>
                  <a:lnTo>
                    <a:pt x="2309" y="453"/>
                  </a:lnTo>
                  <a:lnTo>
                    <a:pt x="2309" y="453"/>
                  </a:lnTo>
                  <a:lnTo>
                    <a:pt x="2310" y="453"/>
                  </a:lnTo>
                  <a:lnTo>
                    <a:pt x="2310" y="453"/>
                  </a:lnTo>
                  <a:lnTo>
                    <a:pt x="2311" y="453"/>
                  </a:lnTo>
                  <a:lnTo>
                    <a:pt x="2311" y="453"/>
                  </a:lnTo>
                  <a:lnTo>
                    <a:pt x="2311" y="453"/>
                  </a:lnTo>
                  <a:lnTo>
                    <a:pt x="2311" y="453"/>
                  </a:lnTo>
                  <a:lnTo>
                    <a:pt x="2312" y="453"/>
                  </a:lnTo>
                  <a:lnTo>
                    <a:pt x="2312" y="453"/>
                  </a:lnTo>
                  <a:lnTo>
                    <a:pt x="2312" y="453"/>
                  </a:lnTo>
                  <a:lnTo>
                    <a:pt x="2312" y="453"/>
                  </a:lnTo>
                  <a:lnTo>
                    <a:pt x="2313" y="453"/>
                  </a:lnTo>
                  <a:lnTo>
                    <a:pt x="2313" y="453"/>
                  </a:lnTo>
                  <a:lnTo>
                    <a:pt x="2313" y="453"/>
                  </a:lnTo>
                  <a:lnTo>
                    <a:pt x="2314" y="453"/>
                  </a:lnTo>
                  <a:lnTo>
                    <a:pt x="2314" y="453"/>
                  </a:lnTo>
                  <a:lnTo>
                    <a:pt x="2314" y="453"/>
                  </a:lnTo>
                  <a:lnTo>
                    <a:pt x="2314" y="453"/>
                  </a:lnTo>
                  <a:lnTo>
                    <a:pt x="2315" y="453"/>
                  </a:lnTo>
                  <a:lnTo>
                    <a:pt x="2315" y="453"/>
                  </a:lnTo>
                  <a:lnTo>
                    <a:pt x="2315" y="453"/>
                  </a:lnTo>
                  <a:lnTo>
                    <a:pt x="2315" y="453"/>
                  </a:lnTo>
                  <a:lnTo>
                    <a:pt x="2316" y="453"/>
                  </a:lnTo>
                  <a:lnTo>
                    <a:pt x="2316" y="453"/>
                  </a:lnTo>
                  <a:lnTo>
                    <a:pt x="2317" y="453"/>
                  </a:lnTo>
                  <a:lnTo>
                    <a:pt x="2317" y="453"/>
                  </a:lnTo>
                  <a:lnTo>
                    <a:pt x="2317" y="453"/>
                  </a:lnTo>
                  <a:lnTo>
                    <a:pt x="2317" y="453"/>
                  </a:lnTo>
                  <a:lnTo>
                    <a:pt x="2318" y="453"/>
                  </a:lnTo>
                  <a:lnTo>
                    <a:pt x="2318" y="453"/>
                  </a:lnTo>
                  <a:lnTo>
                    <a:pt x="2318" y="453"/>
                  </a:lnTo>
                  <a:lnTo>
                    <a:pt x="2319" y="453"/>
                  </a:lnTo>
                  <a:lnTo>
                    <a:pt x="2319" y="453"/>
                  </a:lnTo>
                  <a:lnTo>
                    <a:pt x="2319" y="453"/>
                  </a:lnTo>
                  <a:lnTo>
                    <a:pt x="2319" y="453"/>
                  </a:lnTo>
                  <a:lnTo>
                    <a:pt x="2320" y="453"/>
                  </a:lnTo>
                  <a:lnTo>
                    <a:pt x="2320" y="453"/>
                  </a:lnTo>
                  <a:lnTo>
                    <a:pt x="2320" y="453"/>
                  </a:lnTo>
                  <a:lnTo>
                    <a:pt x="2321" y="453"/>
                  </a:lnTo>
                  <a:lnTo>
                    <a:pt x="2321" y="453"/>
                  </a:lnTo>
                  <a:lnTo>
                    <a:pt x="2321" y="453"/>
                  </a:lnTo>
                  <a:lnTo>
                    <a:pt x="2322" y="453"/>
                  </a:lnTo>
                  <a:lnTo>
                    <a:pt x="2322" y="453"/>
                  </a:lnTo>
                  <a:lnTo>
                    <a:pt x="2322" y="453"/>
                  </a:lnTo>
                  <a:lnTo>
                    <a:pt x="2322" y="453"/>
                  </a:lnTo>
                  <a:lnTo>
                    <a:pt x="2323" y="453"/>
                  </a:lnTo>
                  <a:lnTo>
                    <a:pt x="2323" y="453"/>
                  </a:lnTo>
                  <a:lnTo>
                    <a:pt x="2323" y="453"/>
                  </a:lnTo>
                  <a:lnTo>
                    <a:pt x="2323" y="453"/>
                  </a:lnTo>
                  <a:lnTo>
                    <a:pt x="2324" y="453"/>
                  </a:lnTo>
                  <a:lnTo>
                    <a:pt x="2324" y="453"/>
                  </a:lnTo>
                  <a:lnTo>
                    <a:pt x="2325" y="453"/>
                  </a:lnTo>
                  <a:lnTo>
                    <a:pt x="2325" y="453"/>
                  </a:lnTo>
                  <a:lnTo>
                    <a:pt x="2325" y="453"/>
                  </a:lnTo>
                  <a:lnTo>
                    <a:pt x="2325" y="453"/>
                  </a:lnTo>
                  <a:lnTo>
                    <a:pt x="2326" y="453"/>
                  </a:lnTo>
                  <a:lnTo>
                    <a:pt x="2326" y="453"/>
                  </a:lnTo>
                  <a:lnTo>
                    <a:pt x="2326" y="453"/>
                  </a:lnTo>
                  <a:lnTo>
                    <a:pt x="2326" y="453"/>
                  </a:lnTo>
                  <a:lnTo>
                    <a:pt x="2327" y="453"/>
                  </a:lnTo>
                  <a:lnTo>
                    <a:pt x="2327" y="453"/>
                  </a:lnTo>
                  <a:lnTo>
                    <a:pt x="2327" y="453"/>
                  </a:lnTo>
                  <a:lnTo>
                    <a:pt x="2328" y="453"/>
                  </a:lnTo>
                  <a:lnTo>
                    <a:pt x="2328" y="452"/>
                  </a:lnTo>
                  <a:lnTo>
                    <a:pt x="2328" y="452"/>
                  </a:lnTo>
                  <a:lnTo>
                    <a:pt x="2328" y="452"/>
                  </a:lnTo>
                  <a:lnTo>
                    <a:pt x="2329" y="452"/>
                  </a:lnTo>
                  <a:lnTo>
                    <a:pt x="2329" y="452"/>
                  </a:lnTo>
                  <a:lnTo>
                    <a:pt x="2329" y="452"/>
                  </a:lnTo>
                  <a:lnTo>
                    <a:pt x="2329" y="452"/>
                  </a:lnTo>
                  <a:lnTo>
                    <a:pt x="2330" y="452"/>
                  </a:lnTo>
                  <a:lnTo>
                    <a:pt x="2330" y="452"/>
                  </a:lnTo>
                  <a:lnTo>
                    <a:pt x="2331" y="452"/>
                  </a:lnTo>
                  <a:lnTo>
                    <a:pt x="2331" y="452"/>
                  </a:lnTo>
                  <a:lnTo>
                    <a:pt x="2331" y="452"/>
                  </a:lnTo>
                  <a:lnTo>
                    <a:pt x="2331" y="451"/>
                  </a:lnTo>
                  <a:lnTo>
                    <a:pt x="2332" y="451"/>
                  </a:lnTo>
                  <a:lnTo>
                    <a:pt x="2332" y="451"/>
                  </a:lnTo>
                  <a:lnTo>
                    <a:pt x="2332" y="451"/>
                  </a:lnTo>
                  <a:lnTo>
                    <a:pt x="2332" y="451"/>
                  </a:lnTo>
                  <a:lnTo>
                    <a:pt x="2333" y="451"/>
                  </a:lnTo>
                  <a:lnTo>
                    <a:pt x="2333" y="451"/>
                  </a:lnTo>
                  <a:lnTo>
                    <a:pt x="2333" y="451"/>
                  </a:lnTo>
                  <a:lnTo>
                    <a:pt x="2334" y="451"/>
                  </a:lnTo>
                  <a:lnTo>
                    <a:pt x="2334" y="451"/>
                  </a:lnTo>
                  <a:lnTo>
                    <a:pt x="2334" y="451"/>
                  </a:lnTo>
                  <a:lnTo>
                    <a:pt x="2335" y="451"/>
                  </a:lnTo>
                  <a:lnTo>
                    <a:pt x="2335" y="451"/>
                  </a:lnTo>
                  <a:lnTo>
                    <a:pt x="2335" y="451"/>
                  </a:lnTo>
                  <a:lnTo>
                    <a:pt x="2335" y="451"/>
                  </a:lnTo>
                  <a:lnTo>
                    <a:pt x="2336" y="451"/>
                  </a:lnTo>
                  <a:lnTo>
                    <a:pt x="2336" y="451"/>
                  </a:lnTo>
                  <a:lnTo>
                    <a:pt x="2336" y="451"/>
                  </a:lnTo>
                  <a:lnTo>
                    <a:pt x="2337" y="451"/>
                  </a:lnTo>
                  <a:lnTo>
                    <a:pt x="2337" y="451"/>
                  </a:lnTo>
                  <a:lnTo>
                    <a:pt x="2337" y="451"/>
                  </a:lnTo>
                  <a:lnTo>
                    <a:pt x="2337" y="451"/>
                  </a:lnTo>
                  <a:lnTo>
                    <a:pt x="2338" y="451"/>
                  </a:lnTo>
                  <a:lnTo>
                    <a:pt x="2338" y="451"/>
                  </a:lnTo>
                  <a:lnTo>
                    <a:pt x="2338" y="451"/>
                  </a:lnTo>
                  <a:lnTo>
                    <a:pt x="2338" y="451"/>
                  </a:lnTo>
                  <a:lnTo>
                    <a:pt x="2339" y="451"/>
                  </a:lnTo>
                  <a:lnTo>
                    <a:pt x="2339" y="451"/>
                  </a:lnTo>
                  <a:lnTo>
                    <a:pt x="2340" y="451"/>
                  </a:lnTo>
                  <a:lnTo>
                    <a:pt x="2340" y="451"/>
                  </a:lnTo>
                  <a:lnTo>
                    <a:pt x="2340" y="451"/>
                  </a:lnTo>
                  <a:lnTo>
                    <a:pt x="2340" y="451"/>
                  </a:lnTo>
                  <a:lnTo>
                    <a:pt x="2341" y="451"/>
                  </a:lnTo>
                  <a:lnTo>
                    <a:pt x="2341" y="451"/>
                  </a:lnTo>
                  <a:lnTo>
                    <a:pt x="2341" y="451"/>
                  </a:lnTo>
                  <a:lnTo>
                    <a:pt x="2341" y="451"/>
                  </a:lnTo>
                  <a:lnTo>
                    <a:pt x="2342" y="451"/>
                  </a:lnTo>
                  <a:lnTo>
                    <a:pt x="2342" y="451"/>
                  </a:lnTo>
                  <a:lnTo>
                    <a:pt x="2342" y="451"/>
                  </a:lnTo>
                  <a:lnTo>
                    <a:pt x="2343" y="451"/>
                  </a:lnTo>
                  <a:lnTo>
                    <a:pt x="2343" y="451"/>
                  </a:lnTo>
                  <a:lnTo>
                    <a:pt x="2343" y="451"/>
                  </a:lnTo>
                  <a:lnTo>
                    <a:pt x="2343" y="451"/>
                  </a:lnTo>
                  <a:lnTo>
                    <a:pt x="2344" y="451"/>
                  </a:lnTo>
                  <a:lnTo>
                    <a:pt x="2344" y="450"/>
                  </a:lnTo>
                  <a:lnTo>
                    <a:pt x="2344" y="450"/>
                  </a:lnTo>
                  <a:lnTo>
                    <a:pt x="2345" y="450"/>
                  </a:lnTo>
                  <a:lnTo>
                    <a:pt x="2345" y="450"/>
                  </a:lnTo>
                  <a:lnTo>
                    <a:pt x="2345" y="450"/>
                  </a:lnTo>
                  <a:lnTo>
                    <a:pt x="2346" y="450"/>
                  </a:lnTo>
                  <a:lnTo>
                    <a:pt x="2346" y="450"/>
                  </a:lnTo>
                  <a:lnTo>
                    <a:pt x="2346" y="450"/>
                  </a:lnTo>
                  <a:lnTo>
                    <a:pt x="2346" y="450"/>
                  </a:lnTo>
                  <a:lnTo>
                    <a:pt x="2347" y="449"/>
                  </a:lnTo>
                  <a:lnTo>
                    <a:pt x="2347" y="449"/>
                  </a:lnTo>
                  <a:lnTo>
                    <a:pt x="2347" y="449"/>
                  </a:lnTo>
                  <a:lnTo>
                    <a:pt x="2347" y="449"/>
                  </a:lnTo>
                  <a:lnTo>
                    <a:pt x="2348" y="449"/>
                  </a:lnTo>
                  <a:lnTo>
                    <a:pt x="2348" y="449"/>
                  </a:lnTo>
                  <a:lnTo>
                    <a:pt x="2349" y="449"/>
                  </a:lnTo>
                  <a:lnTo>
                    <a:pt x="2349" y="449"/>
                  </a:lnTo>
                  <a:lnTo>
                    <a:pt x="2349" y="449"/>
                  </a:lnTo>
                  <a:lnTo>
                    <a:pt x="2349" y="449"/>
                  </a:lnTo>
                  <a:lnTo>
                    <a:pt x="2350" y="449"/>
                  </a:lnTo>
                  <a:lnTo>
                    <a:pt x="2350" y="449"/>
                  </a:lnTo>
                  <a:lnTo>
                    <a:pt x="2350" y="449"/>
                  </a:lnTo>
                  <a:lnTo>
                    <a:pt x="2350" y="449"/>
                  </a:lnTo>
                  <a:lnTo>
                    <a:pt x="2351" y="449"/>
                  </a:lnTo>
                  <a:lnTo>
                    <a:pt x="2351" y="449"/>
                  </a:lnTo>
                  <a:lnTo>
                    <a:pt x="2351" y="448"/>
                  </a:lnTo>
                  <a:lnTo>
                    <a:pt x="2352" y="448"/>
                  </a:lnTo>
                  <a:lnTo>
                    <a:pt x="2352" y="448"/>
                  </a:lnTo>
                  <a:lnTo>
                    <a:pt x="2352" y="448"/>
                  </a:lnTo>
                  <a:lnTo>
                    <a:pt x="2352" y="448"/>
                  </a:lnTo>
                  <a:lnTo>
                    <a:pt x="2353" y="448"/>
                  </a:lnTo>
                  <a:lnTo>
                    <a:pt x="2353" y="447"/>
                  </a:lnTo>
                  <a:lnTo>
                    <a:pt x="2353" y="447"/>
                  </a:lnTo>
                  <a:lnTo>
                    <a:pt x="2354" y="447"/>
                  </a:lnTo>
                  <a:lnTo>
                    <a:pt x="2354" y="447"/>
                  </a:lnTo>
                  <a:lnTo>
                    <a:pt x="2354" y="447"/>
                  </a:lnTo>
                  <a:lnTo>
                    <a:pt x="2355" y="447"/>
                  </a:lnTo>
                  <a:lnTo>
                    <a:pt x="2355" y="447"/>
                  </a:lnTo>
                  <a:lnTo>
                    <a:pt x="2355" y="447"/>
                  </a:lnTo>
                  <a:lnTo>
                    <a:pt x="2355" y="447"/>
                  </a:lnTo>
                  <a:lnTo>
                    <a:pt x="2356" y="447"/>
                  </a:lnTo>
                  <a:lnTo>
                    <a:pt x="2356" y="447"/>
                  </a:lnTo>
                  <a:lnTo>
                    <a:pt x="2356" y="447"/>
                  </a:lnTo>
                  <a:lnTo>
                    <a:pt x="2356" y="447"/>
                  </a:lnTo>
                  <a:lnTo>
                    <a:pt x="2357" y="447"/>
                  </a:lnTo>
                  <a:lnTo>
                    <a:pt x="2357" y="447"/>
                  </a:lnTo>
                  <a:lnTo>
                    <a:pt x="2358" y="447"/>
                  </a:lnTo>
                  <a:lnTo>
                    <a:pt x="2358" y="447"/>
                  </a:lnTo>
                  <a:lnTo>
                    <a:pt x="2358" y="447"/>
                  </a:lnTo>
                  <a:lnTo>
                    <a:pt x="2358" y="447"/>
                  </a:lnTo>
                  <a:lnTo>
                    <a:pt x="2359" y="447"/>
                  </a:lnTo>
                  <a:lnTo>
                    <a:pt x="2359" y="447"/>
                  </a:lnTo>
                  <a:lnTo>
                    <a:pt x="2359" y="447"/>
                  </a:lnTo>
                  <a:lnTo>
                    <a:pt x="2359" y="447"/>
                  </a:lnTo>
                  <a:lnTo>
                    <a:pt x="2360" y="447"/>
                  </a:lnTo>
                  <a:lnTo>
                    <a:pt x="2360" y="447"/>
                  </a:lnTo>
                  <a:lnTo>
                    <a:pt x="2360" y="447"/>
                  </a:lnTo>
                  <a:lnTo>
                    <a:pt x="2361" y="448"/>
                  </a:lnTo>
                  <a:lnTo>
                    <a:pt x="2361" y="448"/>
                  </a:lnTo>
                  <a:lnTo>
                    <a:pt x="2361" y="448"/>
                  </a:lnTo>
                  <a:lnTo>
                    <a:pt x="2361" y="448"/>
                  </a:lnTo>
                  <a:lnTo>
                    <a:pt x="2362" y="448"/>
                  </a:lnTo>
                  <a:lnTo>
                    <a:pt x="2362" y="449"/>
                  </a:lnTo>
                  <a:lnTo>
                    <a:pt x="2362" y="449"/>
                  </a:lnTo>
                  <a:lnTo>
                    <a:pt x="2362" y="449"/>
                  </a:lnTo>
                  <a:lnTo>
                    <a:pt x="2363" y="449"/>
                  </a:lnTo>
                  <a:lnTo>
                    <a:pt x="2363" y="449"/>
                  </a:lnTo>
                  <a:lnTo>
                    <a:pt x="2364" y="450"/>
                  </a:lnTo>
                  <a:lnTo>
                    <a:pt x="2364" y="450"/>
                  </a:lnTo>
                  <a:lnTo>
                    <a:pt x="2364" y="450"/>
                  </a:lnTo>
                  <a:lnTo>
                    <a:pt x="2364" y="450"/>
                  </a:lnTo>
                  <a:lnTo>
                    <a:pt x="2365" y="450"/>
                  </a:lnTo>
                  <a:lnTo>
                    <a:pt x="2365" y="451"/>
                  </a:lnTo>
                  <a:lnTo>
                    <a:pt x="2365" y="451"/>
                  </a:lnTo>
                  <a:lnTo>
                    <a:pt x="2365" y="451"/>
                  </a:lnTo>
                  <a:lnTo>
                    <a:pt x="2366" y="451"/>
                  </a:lnTo>
                  <a:lnTo>
                    <a:pt x="2366" y="452"/>
                  </a:lnTo>
                  <a:lnTo>
                    <a:pt x="2366" y="452"/>
                  </a:lnTo>
                  <a:lnTo>
                    <a:pt x="2367" y="452"/>
                  </a:lnTo>
                  <a:lnTo>
                    <a:pt x="2367" y="452"/>
                  </a:lnTo>
                  <a:lnTo>
                    <a:pt x="2367" y="452"/>
                  </a:lnTo>
                  <a:lnTo>
                    <a:pt x="2368" y="453"/>
                  </a:lnTo>
                  <a:lnTo>
                    <a:pt x="2368" y="453"/>
                  </a:lnTo>
                  <a:lnTo>
                    <a:pt x="2368" y="453"/>
                  </a:lnTo>
                  <a:lnTo>
                    <a:pt x="2368" y="453"/>
                  </a:lnTo>
                  <a:lnTo>
                    <a:pt x="2369" y="453"/>
                  </a:lnTo>
                  <a:lnTo>
                    <a:pt x="2369" y="453"/>
                  </a:lnTo>
                  <a:lnTo>
                    <a:pt x="2369" y="453"/>
                  </a:lnTo>
                  <a:lnTo>
                    <a:pt x="2370" y="453"/>
                  </a:lnTo>
                  <a:lnTo>
                    <a:pt x="2370" y="453"/>
                  </a:lnTo>
                  <a:lnTo>
                    <a:pt x="2370" y="453"/>
                  </a:lnTo>
                  <a:lnTo>
                    <a:pt x="2370" y="454"/>
                  </a:lnTo>
                  <a:lnTo>
                    <a:pt x="2371" y="454"/>
                  </a:lnTo>
                  <a:lnTo>
                    <a:pt x="2371" y="454"/>
                  </a:lnTo>
                  <a:lnTo>
                    <a:pt x="2371" y="454"/>
                  </a:lnTo>
                  <a:lnTo>
                    <a:pt x="2371" y="454"/>
                  </a:lnTo>
                  <a:lnTo>
                    <a:pt x="2372" y="455"/>
                  </a:lnTo>
                  <a:lnTo>
                    <a:pt x="2372" y="455"/>
                  </a:lnTo>
                  <a:lnTo>
                    <a:pt x="2373" y="455"/>
                  </a:lnTo>
                  <a:lnTo>
                    <a:pt x="2373" y="455"/>
                  </a:lnTo>
                  <a:lnTo>
                    <a:pt x="2373" y="455"/>
                  </a:lnTo>
                  <a:lnTo>
                    <a:pt x="2373" y="455"/>
                  </a:lnTo>
                  <a:lnTo>
                    <a:pt x="2374" y="455"/>
                  </a:lnTo>
                  <a:lnTo>
                    <a:pt x="2374" y="455"/>
                  </a:lnTo>
                  <a:lnTo>
                    <a:pt x="2374" y="455"/>
                  </a:lnTo>
                  <a:lnTo>
                    <a:pt x="2374" y="456"/>
                  </a:lnTo>
                  <a:lnTo>
                    <a:pt x="2375" y="456"/>
                  </a:lnTo>
                </a:path>
              </a:pathLst>
            </a:custGeom>
            <a:noFill/>
            <a:ln w="57150" cap="flat">
              <a:solidFill>
                <a:srgbClr val="FF0000">
                  <a:alpha val="40000"/>
                </a:srgb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95">
              <a:extLst>
                <a:ext uri="{FF2B5EF4-FFF2-40B4-BE49-F238E27FC236}">
                  <a16:creationId xmlns:a16="http://schemas.microsoft.com/office/drawing/2014/main" id="{ED48BCB2-A6FD-622A-4A32-2A9B39F6F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265" y="2710791"/>
              <a:ext cx="13355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Occurred after 6 hours, 44 minutes </a:t>
              </a:r>
              <a:endPara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95">
              <a:extLst>
                <a:ext uri="{FF2B5EF4-FFF2-40B4-BE49-F238E27FC236}">
                  <a16:creationId xmlns:a16="http://schemas.microsoft.com/office/drawing/2014/main" id="{35FDD345-A232-EA45-5DCE-9CC9F5CE3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265" y="2291747"/>
              <a:ext cx="13895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panose="020B0604020202020204" pitchFamily="34" charset="0"/>
                </a:rPr>
                <a:t>Occurred after 6 hours, 43 minutes </a:t>
              </a:r>
              <a:endPara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2844F6B-21FC-5077-4E8B-C81FA2917EAB}"/>
                </a:ext>
              </a:extLst>
            </p:cNvPr>
            <p:cNvCxnSpPr/>
            <p:nvPr/>
          </p:nvCxnSpPr>
          <p:spPr>
            <a:xfrm flipH="1">
              <a:off x="7983550" y="2512068"/>
              <a:ext cx="123825" cy="168734"/>
            </a:xfrm>
            <a:prstGeom prst="straightConnector1">
              <a:avLst/>
            </a:prstGeom>
            <a:ln w="9525">
              <a:solidFill>
                <a:schemeClr val="bg1">
                  <a:lumMod val="75000"/>
                </a:scheme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077690C-8FDC-1519-BAB8-A882F2CDD70E}"/>
                </a:ext>
              </a:extLst>
            </p:cNvPr>
            <p:cNvGrpSpPr/>
            <p:nvPr/>
          </p:nvGrpSpPr>
          <p:grpSpPr>
            <a:xfrm>
              <a:off x="3674696" y="3315607"/>
              <a:ext cx="4242921" cy="540197"/>
              <a:chOff x="4397311" y="2316165"/>
              <a:chExt cx="2806700" cy="540197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257D66F1-5296-7E6A-273F-D5249EAB45CB}"/>
                  </a:ext>
                </a:extLst>
              </p:cNvPr>
              <p:cNvSpPr/>
              <p:nvPr/>
            </p:nvSpPr>
            <p:spPr>
              <a:xfrm>
                <a:off x="4397311" y="2316165"/>
                <a:ext cx="2806700" cy="54019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 44">
                <a:extLst>
                  <a:ext uri="{FF2B5EF4-FFF2-40B4-BE49-F238E27FC236}">
                    <a16:creationId xmlns:a16="http://schemas.microsoft.com/office/drawing/2014/main" id="{E9DE2B72-FCE2-C975-117A-C7DAAFD23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2364" y="2326541"/>
                <a:ext cx="2721970" cy="483258"/>
              </a:xfrm>
              <a:custGeom>
                <a:avLst/>
                <a:gdLst>
                  <a:gd name="T0" fmla="*/ 56 w 3725"/>
                  <a:gd name="T1" fmla="*/ 552 h 1254"/>
                  <a:gd name="T2" fmla="*/ 115 w 3725"/>
                  <a:gd name="T3" fmla="*/ 566 h 1254"/>
                  <a:gd name="T4" fmla="*/ 174 w 3725"/>
                  <a:gd name="T5" fmla="*/ 577 h 1254"/>
                  <a:gd name="T6" fmla="*/ 232 w 3725"/>
                  <a:gd name="T7" fmla="*/ 578 h 1254"/>
                  <a:gd name="T8" fmla="*/ 290 w 3725"/>
                  <a:gd name="T9" fmla="*/ 548 h 1254"/>
                  <a:gd name="T10" fmla="*/ 347 w 3725"/>
                  <a:gd name="T11" fmla="*/ 558 h 1254"/>
                  <a:gd name="T12" fmla="*/ 405 w 3725"/>
                  <a:gd name="T13" fmla="*/ 589 h 1254"/>
                  <a:gd name="T14" fmla="*/ 462 w 3725"/>
                  <a:gd name="T15" fmla="*/ 550 h 1254"/>
                  <a:gd name="T16" fmla="*/ 520 w 3725"/>
                  <a:gd name="T17" fmla="*/ 545 h 1254"/>
                  <a:gd name="T18" fmla="*/ 579 w 3725"/>
                  <a:gd name="T19" fmla="*/ 560 h 1254"/>
                  <a:gd name="T20" fmla="*/ 637 w 3725"/>
                  <a:gd name="T21" fmla="*/ 566 h 1254"/>
                  <a:gd name="T22" fmla="*/ 695 w 3725"/>
                  <a:gd name="T23" fmla="*/ 572 h 1254"/>
                  <a:gd name="T24" fmla="*/ 752 w 3725"/>
                  <a:gd name="T25" fmla="*/ 576 h 1254"/>
                  <a:gd name="T26" fmla="*/ 811 w 3725"/>
                  <a:gd name="T27" fmla="*/ 557 h 1254"/>
                  <a:gd name="T28" fmla="*/ 871 w 3725"/>
                  <a:gd name="T29" fmla="*/ 577 h 1254"/>
                  <a:gd name="T30" fmla="*/ 928 w 3725"/>
                  <a:gd name="T31" fmla="*/ 543 h 1254"/>
                  <a:gd name="T32" fmla="*/ 988 w 3725"/>
                  <a:gd name="T33" fmla="*/ 561 h 1254"/>
                  <a:gd name="T34" fmla="*/ 1045 w 3725"/>
                  <a:gd name="T35" fmla="*/ 574 h 1254"/>
                  <a:gd name="T36" fmla="*/ 1104 w 3725"/>
                  <a:gd name="T37" fmla="*/ 553 h 1254"/>
                  <a:gd name="T38" fmla="*/ 1162 w 3725"/>
                  <a:gd name="T39" fmla="*/ 561 h 1254"/>
                  <a:gd name="T40" fmla="*/ 1222 w 3725"/>
                  <a:gd name="T41" fmla="*/ 602 h 1254"/>
                  <a:gd name="T42" fmla="*/ 1282 w 3725"/>
                  <a:gd name="T43" fmla="*/ 568 h 1254"/>
                  <a:gd name="T44" fmla="*/ 1340 w 3725"/>
                  <a:gd name="T45" fmla="*/ 573 h 1254"/>
                  <a:gd name="T46" fmla="*/ 1400 w 3725"/>
                  <a:gd name="T47" fmla="*/ 568 h 1254"/>
                  <a:gd name="T48" fmla="*/ 1458 w 3725"/>
                  <a:gd name="T49" fmla="*/ 558 h 1254"/>
                  <a:gd name="T50" fmla="*/ 1516 w 3725"/>
                  <a:gd name="T51" fmla="*/ 560 h 1254"/>
                  <a:gd name="T52" fmla="*/ 1575 w 3725"/>
                  <a:gd name="T53" fmla="*/ 582 h 1254"/>
                  <a:gd name="T54" fmla="*/ 1634 w 3725"/>
                  <a:gd name="T55" fmla="*/ 552 h 1254"/>
                  <a:gd name="T56" fmla="*/ 1693 w 3725"/>
                  <a:gd name="T57" fmla="*/ 558 h 1254"/>
                  <a:gd name="T58" fmla="*/ 1749 w 3725"/>
                  <a:gd name="T59" fmla="*/ 540 h 1254"/>
                  <a:gd name="T60" fmla="*/ 1808 w 3725"/>
                  <a:gd name="T61" fmla="*/ 571 h 1254"/>
                  <a:gd name="T62" fmla="*/ 1866 w 3725"/>
                  <a:gd name="T63" fmla="*/ 577 h 1254"/>
                  <a:gd name="T64" fmla="*/ 1923 w 3725"/>
                  <a:gd name="T65" fmla="*/ 548 h 1254"/>
                  <a:gd name="T66" fmla="*/ 1983 w 3725"/>
                  <a:gd name="T67" fmla="*/ 564 h 1254"/>
                  <a:gd name="T68" fmla="*/ 2042 w 3725"/>
                  <a:gd name="T69" fmla="*/ 553 h 1254"/>
                  <a:gd name="T70" fmla="*/ 2100 w 3725"/>
                  <a:gd name="T71" fmla="*/ 552 h 1254"/>
                  <a:gd name="T72" fmla="*/ 2160 w 3725"/>
                  <a:gd name="T73" fmla="*/ 561 h 1254"/>
                  <a:gd name="T74" fmla="*/ 2217 w 3725"/>
                  <a:gd name="T75" fmla="*/ 558 h 1254"/>
                  <a:gd name="T76" fmla="*/ 2276 w 3725"/>
                  <a:gd name="T77" fmla="*/ 555 h 1254"/>
                  <a:gd name="T78" fmla="*/ 2336 w 3725"/>
                  <a:gd name="T79" fmla="*/ 581 h 1254"/>
                  <a:gd name="T80" fmla="*/ 2394 w 3725"/>
                  <a:gd name="T81" fmla="*/ 577 h 1254"/>
                  <a:gd name="T82" fmla="*/ 2454 w 3725"/>
                  <a:gd name="T83" fmla="*/ 566 h 1254"/>
                  <a:gd name="T84" fmla="*/ 2512 w 3725"/>
                  <a:gd name="T85" fmla="*/ 556 h 1254"/>
                  <a:gd name="T86" fmla="*/ 2570 w 3725"/>
                  <a:gd name="T87" fmla="*/ 561 h 1254"/>
                  <a:gd name="T88" fmla="*/ 2628 w 3725"/>
                  <a:gd name="T89" fmla="*/ 557 h 1254"/>
                  <a:gd name="T90" fmla="*/ 2685 w 3725"/>
                  <a:gd name="T91" fmla="*/ 574 h 1254"/>
                  <a:gd name="T92" fmla="*/ 2745 w 3725"/>
                  <a:gd name="T93" fmla="*/ 573 h 1254"/>
                  <a:gd name="T94" fmla="*/ 2805 w 3725"/>
                  <a:gd name="T95" fmla="*/ 564 h 1254"/>
                  <a:gd name="T96" fmla="*/ 2862 w 3725"/>
                  <a:gd name="T97" fmla="*/ 577 h 1254"/>
                  <a:gd name="T98" fmla="*/ 2921 w 3725"/>
                  <a:gd name="T99" fmla="*/ 515 h 1254"/>
                  <a:gd name="T100" fmla="*/ 2980 w 3725"/>
                  <a:gd name="T101" fmla="*/ 605 h 1254"/>
                  <a:gd name="T102" fmla="*/ 3039 w 3725"/>
                  <a:gd name="T103" fmla="*/ 514 h 1254"/>
                  <a:gd name="T104" fmla="*/ 3096 w 3725"/>
                  <a:gd name="T105" fmla="*/ 599 h 1254"/>
                  <a:gd name="T106" fmla="*/ 3153 w 3725"/>
                  <a:gd name="T107" fmla="*/ 493 h 1254"/>
                  <a:gd name="T108" fmla="*/ 3211 w 3725"/>
                  <a:gd name="T109" fmla="*/ 595 h 1254"/>
                  <a:gd name="T110" fmla="*/ 3269 w 3725"/>
                  <a:gd name="T111" fmla="*/ 659 h 1254"/>
                  <a:gd name="T112" fmla="*/ 3328 w 3725"/>
                  <a:gd name="T113" fmla="*/ 623 h 1254"/>
                  <a:gd name="T114" fmla="*/ 3385 w 3725"/>
                  <a:gd name="T115" fmla="*/ 558 h 1254"/>
                  <a:gd name="T116" fmla="*/ 3445 w 3725"/>
                  <a:gd name="T117" fmla="*/ 521 h 1254"/>
                  <a:gd name="T118" fmla="*/ 3504 w 3725"/>
                  <a:gd name="T119" fmla="*/ 569 h 1254"/>
                  <a:gd name="T120" fmla="*/ 3563 w 3725"/>
                  <a:gd name="T121" fmla="*/ 579 h 1254"/>
                  <a:gd name="T122" fmla="*/ 3620 w 3725"/>
                  <a:gd name="T123" fmla="*/ 545 h 1254"/>
                  <a:gd name="T124" fmla="*/ 3679 w 3725"/>
                  <a:gd name="T125" fmla="*/ 491 h 1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725" h="1254">
                    <a:moveTo>
                      <a:pt x="0" y="533"/>
                    </a:moveTo>
                    <a:lnTo>
                      <a:pt x="0" y="522"/>
                    </a:lnTo>
                    <a:lnTo>
                      <a:pt x="0" y="549"/>
                    </a:lnTo>
                    <a:lnTo>
                      <a:pt x="0" y="539"/>
                    </a:lnTo>
                    <a:lnTo>
                      <a:pt x="0" y="539"/>
                    </a:lnTo>
                    <a:lnTo>
                      <a:pt x="1" y="599"/>
                    </a:lnTo>
                    <a:lnTo>
                      <a:pt x="1" y="499"/>
                    </a:lnTo>
                    <a:lnTo>
                      <a:pt x="2" y="562"/>
                    </a:lnTo>
                    <a:lnTo>
                      <a:pt x="2" y="562"/>
                    </a:lnTo>
                    <a:lnTo>
                      <a:pt x="3" y="610"/>
                    </a:lnTo>
                    <a:lnTo>
                      <a:pt x="4" y="515"/>
                    </a:lnTo>
                    <a:lnTo>
                      <a:pt x="4" y="552"/>
                    </a:lnTo>
                    <a:lnTo>
                      <a:pt x="4" y="552"/>
                    </a:lnTo>
                    <a:lnTo>
                      <a:pt x="5" y="574"/>
                    </a:lnTo>
                    <a:lnTo>
                      <a:pt x="5" y="550"/>
                    </a:lnTo>
                    <a:lnTo>
                      <a:pt x="6" y="560"/>
                    </a:lnTo>
                    <a:lnTo>
                      <a:pt x="6" y="560"/>
                    </a:lnTo>
                    <a:lnTo>
                      <a:pt x="6" y="574"/>
                    </a:lnTo>
                    <a:lnTo>
                      <a:pt x="8" y="556"/>
                    </a:lnTo>
                    <a:lnTo>
                      <a:pt x="8" y="562"/>
                    </a:lnTo>
                    <a:lnTo>
                      <a:pt x="8" y="562"/>
                    </a:lnTo>
                    <a:lnTo>
                      <a:pt x="10" y="0"/>
                    </a:lnTo>
                    <a:lnTo>
                      <a:pt x="10" y="812"/>
                    </a:lnTo>
                    <a:lnTo>
                      <a:pt x="10" y="510"/>
                    </a:lnTo>
                    <a:lnTo>
                      <a:pt x="10" y="510"/>
                    </a:lnTo>
                    <a:lnTo>
                      <a:pt x="10" y="507"/>
                    </a:lnTo>
                    <a:lnTo>
                      <a:pt x="12" y="567"/>
                    </a:lnTo>
                    <a:lnTo>
                      <a:pt x="12" y="557"/>
                    </a:lnTo>
                    <a:lnTo>
                      <a:pt x="12" y="557"/>
                    </a:lnTo>
                    <a:lnTo>
                      <a:pt x="13" y="571"/>
                    </a:lnTo>
                    <a:lnTo>
                      <a:pt x="13" y="550"/>
                    </a:lnTo>
                    <a:lnTo>
                      <a:pt x="14" y="558"/>
                    </a:lnTo>
                    <a:lnTo>
                      <a:pt x="14" y="558"/>
                    </a:lnTo>
                    <a:lnTo>
                      <a:pt x="16" y="571"/>
                    </a:lnTo>
                    <a:lnTo>
                      <a:pt x="16" y="553"/>
                    </a:lnTo>
                    <a:lnTo>
                      <a:pt x="16" y="562"/>
                    </a:lnTo>
                    <a:lnTo>
                      <a:pt x="16" y="562"/>
                    </a:lnTo>
                    <a:lnTo>
                      <a:pt x="18" y="549"/>
                    </a:lnTo>
                    <a:lnTo>
                      <a:pt x="18" y="571"/>
                    </a:lnTo>
                    <a:lnTo>
                      <a:pt x="18" y="565"/>
                    </a:lnTo>
                    <a:lnTo>
                      <a:pt x="18" y="565"/>
                    </a:lnTo>
                    <a:lnTo>
                      <a:pt x="18" y="567"/>
                    </a:lnTo>
                    <a:lnTo>
                      <a:pt x="19" y="553"/>
                    </a:lnTo>
                    <a:lnTo>
                      <a:pt x="20" y="560"/>
                    </a:lnTo>
                    <a:lnTo>
                      <a:pt x="20" y="560"/>
                    </a:lnTo>
                    <a:lnTo>
                      <a:pt x="21" y="550"/>
                    </a:lnTo>
                    <a:lnTo>
                      <a:pt x="21" y="573"/>
                    </a:lnTo>
                    <a:lnTo>
                      <a:pt x="22" y="565"/>
                    </a:lnTo>
                    <a:lnTo>
                      <a:pt x="22" y="565"/>
                    </a:lnTo>
                    <a:lnTo>
                      <a:pt x="23" y="569"/>
                    </a:lnTo>
                    <a:lnTo>
                      <a:pt x="24" y="551"/>
                    </a:lnTo>
                    <a:lnTo>
                      <a:pt x="24" y="564"/>
                    </a:lnTo>
                    <a:lnTo>
                      <a:pt x="24" y="564"/>
                    </a:lnTo>
                    <a:lnTo>
                      <a:pt x="25" y="570"/>
                    </a:lnTo>
                    <a:lnTo>
                      <a:pt x="26" y="550"/>
                    </a:lnTo>
                    <a:lnTo>
                      <a:pt x="26" y="553"/>
                    </a:lnTo>
                    <a:lnTo>
                      <a:pt x="26" y="553"/>
                    </a:lnTo>
                    <a:lnTo>
                      <a:pt x="26" y="574"/>
                    </a:lnTo>
                    <a:lnTo>
                      <a:pt x="28" y="548"/>
                    </a:lnTo>
                    <a:lnTo>
                      <a:pt x="28" y="550"/>
                    </a:lnTo>
                    <a:lnTo>
                      <a:pt x="28" y="550"/>
                    </a:lnTo>
                    <a:lnTo>
                      <a:pt x="30" y="692"/>
                    </a:lnTo>
                    <a:lnTo>
                      <a:pt x="30" y="482"/>
                    </a:lnTo>
                    <a:lnTo>
                      <a:pt x="30" y="497"/>
                    </a:lnTo>
                    <a:lnTo>
                      <a:pt x="30" y="497"/>
                    </a:lnTo>
                    <a:lnTo>
                      <a:pt x="30" y="460"/>
                    </a:lnTo>
                    <a:lnTo>
                      <a:pt x="31" y="635"/>
                    </a:lnTo>
                    <a:lnTo>
                      <a:pt x="32" y="561"/>
                    </a:lnTo>
                    <a:lnTo>
                      <a:pt x="32" y="561"/>
                    </a:lnTo>
                    <a:lnTo>
                      <a:pt x="34" y="373"/>
                    </a:lnTo>
                    <a:lnTo>
                      <a:pt x="34" y="717"/>
                    </a:lnTo>
                    <a:lnTo>
                      <a:pt x="34" y="663"/>
                    </a:lnTo>
                    <a:lnTo>
                      <a:pt x="34" y="662"/>
                    </a:lnTo>
                    <a:lnTo>
                      <a:pt x="35" y="534"/>
                    </a:lnTo>
                    <a:lnTo>
                      <a:pt x="36" y="571"/>
                    </a:lnTo>
                    <a:lnTo>
                      <a:pt x="36" y="571"/>
                    </a:lnTo>
                    <a:lnTo>
                      <a:pt x="38" y="551"/>
                    </a:lnTo>
                    <a:lnTo>
                      <a:pt x="38" y="570"/>
                    </a:lnTo>
                    <a:lnTo>
                      <a:pt x="38" y="570"/>
                    </a:lnTo>
                    <a:lnTo>
                      <a:pt x="38" y="549"/>
                    </a:lnTo>
                    <a:lnTo>
                      <a:pt x="39" y="575"/>
                    </a:lnTo>
                    <a:lnTo>
                      <a:pt x="40" y="551"/>
                    </a:lnTo>
                    <a:lnTo>
                      <a:pt x="40" y="551"/>
                    </a:lnTo>
                    <a:lnTo>
                      <a:pt x="41" y="644"/>
                    </a:lnTo>
                    <a:lnTo>
                      <a:pt x="42" y="475"/>
                    </a:lnTo>
                    <a:lnTo>
                      <a:pt x="42" y="623"/>
                    </a:lnTo>
                    <a:lnTo>
                      <a:pt x="42" y="624"/>
                    </a:lnTo>
                    <a:lnTo>
                      <a:pt x="42" y="663"/>
                    </a:lnTo>
                    <a:lnTo>
                      <a:pt x="43" y="487"/>
                    </a:lnTo>
                    <a:lnTo>
                      <a:pt x="44" y="545"/>
                    </a:lnTo>
                    <a:lnTo>
                      <a:pt x="44" y="545"/>
                    </a:lnTo>
                    <a:lnTo>
                      <a:pt x="44" y="529"/>
                    </a:lnTo>
                    <a:lnTo>
                      <a:pt x="46" y="571"/>
                    </a:lnTo>
                    <a:lnTo>
                      <a:pt x="46" y="558"/>
                    </a:lnTo>
                    <a:lnTo>
                      <a:pt x="46" y="558"/>
                    </a:lnTo>
                    <a:lnTo>
                      <a:pt x="47" y="394"/>
                    </a:lnTo>
                    <a:lnTo>
                      <a:pt x="47" y="743"/>
                    </a:lnTo>
                    <a:lnTo>
                      <a:pt x="48" y="552"/>
                    </a:lnTo>
                    <a:lnTo>
                      <a:pt x="48" y="553"/>
                    </a:lnTo>
                    <a:lnTo>
                      <a:pt x="49" y="631"/>
                    </a:lnTo>
                    <a:lnTo>
                      <a:pt x="50" y="514"/>
                    </a:lnTo>
                    <a:lnTo>
                      <a:pt x="50" y="513"/>
                    </a:lnTo>
                    <a:lnTo>
                      <a:pt x="51" y="889"/>
                    </a:lnTo>
                    <a:lnTo>
                      <a:pt x="51" y="407"/>
                    </a:lnTo>
                    <a:lnTo>
                      <a:pt x="52" y="566"/>
                    </a:lnTo>
                    <a:lnTo>
                      <a:pt x="52" y="565"/>
                    </a:lnTo>
                    <a:lnTo>
                      <a:pt x="53" y="580"/>
                    </a:lnTo>
                    <a:lnTo>
                      <a:pt x="53" y="540"/>
                    </a:lnTo>
                    <a:lnTo>
                      <a:pt x="54" y="567"/>
                    </a:lnTo>
                    <a:lnTo>
                      <a:pt x="54" y="567"/>
                    </a:lnTo>
                    <a:lnTo>
                      <a:pt x="54" y="572"/>
                    </a:lnTo>
                    <a:lnTo>
                      <a:pt x="56" y="552"/>
                    </a:lnTo>
                    <a:lnTo>
                      <a:pt x="56" y="569"/>
                    </a:lnTo>
                    <a:lnTo>
                      <a:pt x="56" y="569"/>
                    </a:lnTo>
                    <a:lnTo>
                      <a:pt x="56" y="552"/>
                    </a:lnTo>
                    <a:lnTo>
                      <a:pt x="57" y="570"/>
                    </a:lnTo>
                    <a:lnTo>
                      <a:pt x="58" y="561"/>
                    </a:lnTo>
                    <a:lnTo>
                      <a:pt x="58" y="561"/>
                    </a:lnTo>
                    <a:lnTo>
                      <a:pt x="60" y="551"/>
                    </a:lnTo>
                    <a:lnTo>
                      <a:pt x="60" y="583"/>
                    </a:lnTo>
                    <a:lnTo>
                      <a:pt x="60" y="561"/>
                    </a:lnTo>
                    <a:lnTo>
                      <a:pt x="60" y="561"/>
                    </a:lnTo>
                    <a:lnTo>
                      <a:pt x="60" y="527"/>
                    </a:lnTo>
                    <a:lnTo>
                      <a:pt x="61" y="580"/>
                    </a:lnTo>
                    <a:lnTo>
                      <a:pt x="62" y="559"/>
                    </a:lnTo>
                    <a:lnTo>
                      <a:pt x="62" y="559"/>
                    </a:lnTo>
                    <a:lnTo>
                      <a:pt x="64" y="570"/>
                    </a:lnTo>
                    <a:lnTo>
                      <a:pt x="64" y="553"/>
                    </a:lnTo>
                    <a:lnTo>
                      <a:pt x="64" y="560"/>
                    </a:lnTo>
                    <a:lnTo>
                      <a:pt x="64" y="560"/>
                    </a:lnTo>
                    <a:lnTo>
                      <a:pt x="66" y="575"/>
                    </a:lnTo>
                    <a:lnTo>
                      <a:pt x="66" y="543"/>
                    </a:lnTo>
                    <a:lnTo>
                      <a:pt x="66" y="569"/>
                    </a:lnTo>
                    <a:lnTo>
                      <a:pt x="66" y="569"/>
                    </a:lnTo>
                    <a:lnTo>
                      <a:pt x="67" y="550"/>
                    </a:lnTo>
                    <a:lnTo>
                      <a:pt x="68" y="570"/>
                    </a:lnTo>
                    <a:lnTo>
                      <a:pt x="68" y="566"/>
                    </a:lnTo>
                    <a:lnTo>
                      <a:pt x="68" y="566"/>
                    </a:lnTo>
                    <a:lnTo>
                      <a:pt x="69" y="571"/>
                    </a:lnTo>
                    <a:lnTo>
                      <a:pt x="69" y="553"/>
                    </a:lnTo>
                    <a:lnTo>
                      <a:pt x="70" y="564"/>
                    </a:lnTo>
                    <a:lnTo>
                      <a:pt x="70" y="564"/>
                    </a:lnTo>
                    <a:lnTo>
                      <a:pt x="70" y="554"/>
                    </a:lnTo>
                    <a:lnTo>
                      <a:pt x="71" y="571"/>
                    </a:lnTo>
                    <a:lnTo>
                      <a:pt x="72" y="561"/>
                    </a:lnTo>
                    <a:lnTo>
                      <a:pt x="72" y="561"/>
                    </a:lnTo>
                    <a:lnTo>
                      <a:pt x="74" y="819"/>
                    </a:lnTo>
                    <a:lnTo>
                      <a:pt x="74" y="366"/>
                    </a:lnTo>
                    <a:lnTo>
                      <a:pt x="74" y="561"/>
                    </a:lnTo>
                    <a:lnTo>
                      <a:pt x="74" y="562"/>
                    </a:lnTo>
                    <a:lnTo>
                      <a:pt x="74" y="604"/>
                    </a:lnTo>
                    <a:lnTo>
                      <a:pt x="76" y="553"/>
                    </a:lnTo>
                    <a:lnTo>
                      <a:pt x="76" y="564"/>
                    </a:lnTo>
                    <a:lnTo>
                      <a:pt x="76" y="564"/>
                    </a:lnTo>
                    <a:lnTo>
                      <a:pt x="76" y="569"/>
                    </a:lnTo>
                    <a:lnTo>
                      <a:pt x="77" y="554"/>
                    </a:lnTo>
                    <a:lnTo>
                      <a:pt x="78" y="566"/>
                    </a:lnTo>
                    <a:lnTo>
                      <a:pt x="78" y="566"/>
                    </a:lnTo>
                    <a:lnTo>
                      <a:pt x="79" y="557"/>
                    </a:lnTo>
                    <a:lnTo>
                      <a:pt x="80" y="567"/>
                    </a:lnTo>
                    <a:lnTo>
                      <a:pt x="80" y="561"/>
                    </a:lnTo>
                    <a:lnTo>
                      <a:pt x="80" y="561"/>
                    </a:lnTo>
                    <a:lnTo>
                      <a:pt x="80" y="567"/>
                    </a:lnTo>
                    <a:lnTo>
                      <a:pt x="81" y="555"/>
                    </a:lnTo>
                    <a:lnTo>
                      <a:pt x="82" y="558"/>
                    </a:lnTo>
                    <a:lnTo>
                      <a:pt x="82" y="558"/>
                    </a:lnTo>
                    <a:lnTo>
                      <a:pt x="84" y="436"/>
                    </a:lnTo>
                    <a:lnTo>
                      <a:pt x="84" y="636"/>
                    </a:lnTo>
                    <a:lnTo>
                      <a:pt x="84" y="637"/>
                    </a:lnTo>
                    <a:lnTo>
                      <a:pt x="84" y="686"/>
                    </a:lnTo>
                    <a:lnTo>
                      <a:pt x="85" y="497"/>
                    </a:lnTo>
                    <a:lnTo>
                      <a:pt x="86" y="560"/>
                    </a:lnTo>
                    <a:lnTo>
                      <a:pt x="86" y="560"/>
                    </a:lnTo>
                    <a:lnTo>
                      <a:pt x="87" y="569"/>
                    </a:lnTo>
                    <a:lnTo>
                      <a:pt x="87" y="555"/>
                    </a:lnTo>
                    <a:lnTo>
                      <a:pt x="88" y="560"/>
                    </a:lnTo>
                    <a:lnTo>
                      <a:pt x="88" y="561"/>
                    </a:lnTo>
                    <a:lnTo>
                      <a:pt x="90" y="568"/>
                    </a:lnTo>
                    <a:lnTo>
                      <a:pt x="90" y="556"/>
                    </a:lnTo>
                    <a:lnTo>
                      <a:pt x="90" y="561"/>
                    </a:lnTo>
                    <a:lnTo>
                      <a:pt x="90" y="561"/>
                    </a:lnTo>
                    <a:lnTo>
                      <a:pt x="91" y="568"/>
                    </a:lnTo>
                    <a:lnTo>
                      <a:pt x="91" y="555"/>
                    </a:lnTo>
                    <a:lnTo>
                      <a:pt x="93" y="565"/>
                    </a:lnTo>
                    <a:lnTo>
                      <a:pt x="93" y="565"/>
                    </a:lnTo>
                    <a:lnTo>
                      <a:pt x="93" y="567"/>
                    </a:lnTo>
                    <a:lnTo>
                      <a:pt x="94" y="555"/>
                    </a:lnTo>
                    <a:lnTo>
                      <a:pt x="94" y="564"/>
                    </a:lnTo>
                    <a:lnTo>
                      <a:pt x="94" y="564"/>
                    </a:lnTo>
                    <a:lnTo>
                      <a:pt x="96" y="423"/>
                    </a:lnTo>
                    <a:lnTo>
                      <a:pt x="96" y="651"/>
                    </a:lnTo>
                    <a:lnTo>
                      <a:pt x="96" y="637"/>
                    </a:lnTo>
                    <a:lnTo>
                      <a:pt x="96" y="636"/>
                    </a:lnTo>
                    <a:lnTo>
                      <a:pt x="97" y="709"/>
                    </a:lnTo>
                    <a:lnTo>
                      <a:pt x="97" y="401"/>
                    </a:lnTo>
                    <a:lnTo>
                      <a:pt x="99" y="561"/>
                    </a:lnTo>
                    <a:lnTo>
                      <a:pt x="99" y="561"/>
                    </a:lnTo>
                    <a:lnTo>
                      <a:pt x="99" y="555"/>
                    </a:lnTo>
                    <a:lnTo>
                      <a:pt x="99" y="568"/>
                    </a:lnTo>
                    <a:lnTo>
                      <a:pt x="100" y="560"/>
                    </a:lnTo>
                    <a:lnTo>
                      <a:pt x="100" y="560"/>
                    </a:lnTo>
                    <a:lnTo>
                      <a:pt x="102" y="549"/>
                    </a:lnTo>
                    <a:lnTo>
                      <a:pt x="102" y="573"/>
                    </a:lnTo>
                    <a:lnTo>
                      <a:pt x="102" y="562"/>
                    </a:lnTo>
                    <a:lnTo>
                      <a:pt x="102" y="562"/>
                    </a:lnTo>
                    <a:lnTo>
                      <a:pt x="103" y="551"/>
                    </a:lnTo>
                    <a:lnTo>
                      <a:pt x="103" y="574"/>
                    </a:lnTo>
                    <a:lnTo>
                      <a:pt x="105" y="563"/>
                    </a:lnTo>
                    <a:lnTo>
                      <a:pt x="105" y="563"/>
                    </a:lnTo>
                    <a:lnTo>
                      <a:pt x="105" y="566"/>
                    </a:lnTo>
                    <a:lnTo>
                      <a:pt x="105" y="555"/>
                    </a:lnTo>
                    <a:lnTo>
                      <a:pt x="106" y="560"/>
                    </a:lnTo>
                    <a:lnTo>
                      <a:pt x="106" y="560"/>
                    </a:lnTo>
                    <a:lnTo>
                      <a:pt x="106" y="567"/>
                    </a:lnTo>
                    <a:lnTo>
                      <a:pt x="107" y="556"/>
                    </a:lnTo>
                    <a:lnTo>
                      <a:pt x="108" y="558"/>
                    </a:lnTo>
                    <a:lnTo>
                      <a:pt x="108" y="558"/>
                    </a:lnTo>
                    <a:lnTo>
                      <a:pt x="109" y="557"/>
                    </a:lnTo>
                    <a:lnTo>
                      <a:pt x="109" y="566"/>
                    </a:lnTo>
                    <a:lnTo>
                      <a:pt x="111" y="558"/>
                    </a:lnTo>
                    <a:lnTo>
                      <a:pt x="111" y="558"/>
                    </a:lnTo>
                    <a:lnTo>
                      <a:pt x="112" y="558"/>
                    </a:lnTo>
                    <a:lnTo>
                      <a:pt x="112" y="566"/>
                    </a:lnTo>
                    <a:lnTo>
                      <a:pt x="112" y="562"/>
                    </a:lnTo>
                    <a:lnTo>
                      <a:pt x="112" y="562"/>
                    </a:lnTo>
                    <a:lnTo>
                      <a:pt x="113" y="566"/>
                    </a:lnTo>
                    <a:lnTo>
                      <a:pt x="114" y="557"/>
                    </a:lnTo>
                    <a:lnTo>
                      <a:pt x="114" y="563"/>
                    </a:lnTo>
                    <a:lnTo>
                      <a:pt x="114" y="563"/>
                    </a:lnTo>
                    <a:lnTo>
                      <a:pt x="115" y="566"/>
                    </a:lnTo>
                    <a:lnTo>
                      <a:pt x="116" y="557"/>
                    </a:lnTo>
                    <a:lnTo>
                      <a:pt x="117" y="558"/>
                    </a:lnTo>
                    <a:lnTo>
                      <a:pt x="117" y="558"/>
                    </a:lnTo>
                    <a:lnTo>
                      <a:pt x="118" y="557"/>
                    </a:lnTo>
                    <a:lnTo>
                      <a:pt x="118" y="567"/>
                    </a:lnTo>
                    <a:lnTo>
                      <a:pt x="118" y="567"/>
                    </a:lnTo>
                    <a:lnTo>
                      <a:pt x="119" y="556"/>
                    </a:lnTo>
                    <a:lnTo>
                      <a:pt x="120" y="560"/>
                    </a:lnTo>
                    <a:lnTo>
                      <a:pt x="120" y="560"/>
                    </a:lnTo>
                    <a:lnTo>
                      <a:pt x="122" y="567"/>
                    </a:lnTo>
                    <a:lnTo>
                      <a:pt x="122" y="555"/>
                    </a:lnTo>
                    <a:lnTo>
                      <a:pt x="123" y="560"/>
                    </a:lnTo>
                    <a:lnTo>
                      <a:pt x="123" y="560"/>
                    </a:lnTo>
                    <a:lnTo>
                      <a:pt x="123" y="571"/>
                    </a:lnTo>
                    <a:lnTo>
                      <a:pt x="124" y="546"/>
                    </a:lnTo>
                    <a:lnTo>
                      <a:pt x="124" y="562"/>
                    </a:lnTo>
                    <a:lnTo>
                      <a:pt x="124" y="562"/>
                    </a:lnTo>
                    <a:lnTo>
                      <a:pt x="125" y="558"/>
                    </a:lnTo>
                    <a:lnTo>
                      <a:pt x="126" y="568"/>
                    </a:lnTo>
                    <a:lnTo>
                      <a:pt x="126" y="561"/>
                    </a:lnTo>
                    <a:lnTo>
                      <a:pt x="126" y="561"/>
                    </a:lnTo>
                    <a:lnTo>
                      <a:pt x="127" y="556"/>
                    </a:lnTo>
                    <a:lnTo>
                      <a:pt x="128" y="566"/>
                    </a:lnTo>
                    <a:lnTo>
                      <a:pt x="129" y="561"/>
                    </a:lnTo>
                    <a:lnTo>
                      <a:pt x="129" y="561"/>
                    </a:lnTo>
                    <a:lnTo>
                      <a:pt x="129" y="567"/>
                    </a:lnTo>
                    <a:lnTo>
                      <a:pt x="130" y="554"/>
                    </a:lnTo>
                    <a:lnTo>
                      <a:pt x="130" y="558"/>
                    </a:lnTo>
                    <a:lnTo>
                      <a:pt x="130" y="558"/>
                    </a:lnTo>
                    <a:lnTo>
                      <a:pt x="132" y="152"/>
                    </a:lnTo>
                    <a:lnTo>
                      <a:pt x="132" y="1164"/>
                    </a:lnTo>
                    <a:lnTo>
                      <a:pt x="132" y="548"/>
                    </a:lnTo>
                    <a:lnTo>
                      <a:pt x="132" y="548"/>
                    </a:lnTo>
                    <a:lnTo>
                      <a:pt x="133" y="597"/>
                    </a:lnTo>
                    <a:lnTo>
                      <a:pt x="133" y="544"/>
                    </a:lnTo>
                    <a:lnTo>
                      <a:pt x="135" y="569"/>
                    </a:lnTo>
                    <a:lnTo>
                      <a:pt x="135" y="569"/>
                    </a:lnTo>
                    <a:lnTo>
                      <a:pt x="136" y="543"/>
                    </a:lnTo>
                    <a:lnTo>
                      <a:pt x="136" y="578"/>
                    </a:lnTo>
                    <a:lnTo>
                      <a:pt x="136" y="554"/>
                    </a:lnTo>
                    <a:lnTo>
                      <a:pt x="136" y="554"/>
                    </a:lnTo>
                    <a:lnTo>
                      <a:pt x="138" y="572"/>
                    </a:lnTo>
                    <a:lnTo>
                      <a:pt x="138" y="548"/>
                    </a:lnTo>
                    <a:lnTo>
                      <a:pt x="138" y="548"/>
                    </a:lnTo>
                    <a:lnTo>
                      <a:pt x="138" y="548"/>
                    </a:lnTo>
                    <a:lnTo>
                      <a:pt x="139" y="464"/>
                    </a:lnTo>
                    <a:lnTo>
                      <a:pt x="139" y="596"/>
                    </a:lnTo>
                    <a:lnTo>
                      <a:pt x="141" y="557"/>
                    </a:lnTo>
                    <a:lnTo>
                      <a:pt x="141" y="557"/>
                    </a:lnTo>
                    <a:lnTo>
                      <a:pt x="141" y="551"/>
                    </a:lnTo>
                    <a:lnTo>
                      <a:pt x="141" y="568"/>
                    </a:lnTo>
                    <a:lnTo>
                      <a:pt x="142" y="560"/>
                    </a:lnTo>
                    <a:lnTo>
                      <a:pt x="142" y="561"/>
                    </a:lnTo>
                    <a:lnTo>
                      <a:pt x="144" y="539"/>
                    </a:lnTo>
                    <a:lnTo>
                      <a:pt x="144" y="577"/>
                    </a:lnTo>
                    <a:lnTo>
                      <a:pt x="144" y="560"/>
                    </a:lnTo>
                    <a:lnTo>
                      <a:pt x="144" y="560"/>
                    </a:lnTo>
                    <a:lnTo>
                      <a:pt x="145" y="533"/>
                    </a:lnTo>
                    <a:lnTo>
                      <a:pt x="146" y="591"/>
                    </a:lnTo>
                    <a:lnTo>
                      <a:pt x="147" y="559"/>
                    </a:lnTo>
                    <a:lnTo>
                      <a:pt x="147" y="559"/>
                    </a:lnTo>
                    <a:lnTo>
                      <a:pt x="148" y="152"/>
                    </a:lnTo>
                    <a:lnTo>
                      <a:pt x="148" y="808"/>
                    </a:lnTo>
                    <a:lnTo>
                      <a:pt x="148" y="754"/>
                    </a:lnTo>
                    <a:lnTo>
                      <a:pt x="148" y="753"/>
                    </a:lnTo>
                    <a:lnTo>
                      <a:pt x="148" y="836"/>
                    </a:lnTo>
                    <a:lnTo>
                      <a:pt x="149" y="309"/>
                    </a:lnTo>
                    <a:lnTo>
                      <a:pt x="150" y="560"/>
                    </a:lnTo>
                    <a:lnTo>
                      <a:pt x="150" y="560"/>
                    </a:lnTo>
                    <a:lnTo>
                      <a:pt x="152" y="569"/>
                    </a:lnTo>
                    <a:lnTo>
                      <a:pt x="152" y="552"/>
                    </a:lnTo>
                    <a:lnTo>
                      <a:pt x="153" y="567"/>
                    </a:lnTo>
                    <a:lnTo>
                      <a:pt x="153" y="567"/>
                    </a:lnTo>
                    <a:lnTo>
                      <a:pt x="153" y="569"/>
                    </a:lnTo>
                    <a:lnTo>
                      <a:pt x="154" y="551"/>
                    </a:lnTo>
                    <a:lnTo>
                      <a:pt x="154" y="555"/>
                    </a:lnTo>
                    <a:lnTo>
                      <a:pt x="154" y="555"/>
                    </a:lnTo>
                    <a:lnTo>
                      <a:pt x="156" y="568"/>
                    </a:lnTo>
                    <a:lnTo>
                      <a:pt x="156" y="555"/>
                    </a:lnTo>
                    <a:lnTo>
                      <a:pt x="156" y="558"/>
                    </a:lnTo>
                    <a:lnTo>
                      <a:pt x="156" y="558"/>
                    </a:lnTo>
                    <a:lnTo>
                      <a:pt x="157" y="567"/>
                    </a:lnTo>
                    <a:lnTo>
                      <a:pt x="157" y="553"/>
                    </a:lnTo>
                    <a:lnTo>
                      <a:pt x="159" y="563"/>
                    </a:lnTo>
                    <a:lnTo>
                      <a:pt x="159" y="563"/>
                    </a:lnTo>
                    <a:lnTo>
                      <a:pt x="159" y="568"/>
                    </a:lnTo>
                    <a:lnTo>
                      <a:pt x="159" y="553"/>
                    </a:lnTo>
                    <a:lnTo>
                      <a:pt x="160" y="563"/>
                    </a:lnTo>
                    <a:lnTo>
                      <a:pt x="160" y="563"/>
                    </a:lnTo>
                    <a:lnTo>
                      <a:pt x="162" y="569"/>
                    </a:lnTo>
                    <a:lnTo>
                      <a:pt x="162" y="553"/>
                    </a:lnTo>
                    <a:lnTo>
                      <a:pt x="162" y="561"/>
                    </a:lnTo>
                    <a:lnTo>
                      <a:pt x="162" y="561"/>
                    </a:lnTo>
                    <a:lnTo>
                      <a:pt x="163" y="548"/>
                    </a:lnTo>
                    <a:lnTo>
                      <a:pt x="163" y="572"/>
                    </a:lnTo>
                    <a:lnTo>
                      <a:pt x="165" y="554"/>
                    </a:lnTo>
                    <a:lnTo>
                      <a:pt x="165" y="554"/>
                    </a:lnTo>
                    <a:lnTo>
                      <a:pt x="165" y="540"/>
                    </a:lnTo>
                    <a:lnTo>
                      <a:pt x="166" y="584"/>
                    </a:lnTo>
                    <a:lnTo>
                      <a:pt x="166" y="555"/>
                    </a:lnTo>
                    <a:lnTo>
                      <a:pt x="166" y="555"/>
                    </a:lnTo>
                    <a:lnTo>
                      <a:pt x="168" y="545"/>
                    </a:lnTo>
                    <a:lnTo>
                      <a:pt x="168" y="573"/>
                    </a:lnTo>
                    <a:lnTo>
                      <a:pt x="168" y="573"/>
                    </a:lnTo>
                    <a:lnTo>
                      <a:pt x="168" y="573"/>
                    </a:lnTo>
                    <a:lnTo>
                      <a:pt x="169" y="574"/>
                    </a:lnTo>
                    <a:lnTo>
                      <a:pt x="169" y="546"/>
                    </a:lnTo>
                    <a:lnTo>
                      <a:pt x="171" y="563"/>
                    </a:lnTo>
                    <a:lnTo>
                      <a:pt x="171" y="563"/>
                    </a:lnTo>
                    <a:lnTo>
                      <a:pt x="172" y="548"/>
                    </a:lnTo>
                    <a:lnTo>
                      <a:pt x="172" y="571"/>
                    </a:lnTo>
                    <a:lnTo>
                      <a:pt x="172" y="571"/>
                    </a:lnTo>
                    <a:lnTo>
                      <a:pt x="172" y="571"/>
                    </a:lnTo>
                    <a:lnTo>
                      <a:pt x="174" y="543"/>
                    </a:lnTo>
                    <a:lnTo>
                      <a:pt x="174" y="577"/>
                    </a:lnTo>
                    <a:lnTo>
                      <a:pt x="174" y="560"/>
                    </a:lnTo>
                    <a:lnTo>
                      <a:pt x="174" y="560"/>
                    </a:lnTo>
                    <a:lnTo>
                      <a:pt x="175" y="573"/>
                    </a:lnTo>
                    <a:lnTo>
                      <a:pt x="175" y="545"/>
                    </a:lnTo>
                    <a:lnTo>
                      <a:pt x="177" y="557"/>
                    </a:lnTo>
                    <a:lnTo>
                      <a:pt x="177" y="557"/>
                    </a:lnTo>
                    <a:lnTo>
                      <a:pt x="178" y="586"/>
                    </a:lnTo>
                    <a:lnTo>
                      <a:pt x="178" y="512"/>
                    </a:lnTo>
                    <a:lnTo>
                      <a:pt x="178" y="512"/>
                    </a:lnTo>
                    <a:lnTo>
                      <a:pt x="178" y="503"/>
                    </a:lnTo>
                    <a:lnTo>
                      <a:pt x="179" y="601"/>
                    </a:lnTo>
                    <a:lnTo>
                      <a:pt x="180" y="549"/>
                    </a:lnTo>
                    <a:lnTo>
                      <a:pt x="180" y="549"/>
                    </a:lnTo>
                    <a:lnTo>
                      <a:pt x="181" y="577"/>
                    </a:lnTo>
                    <a:lnTo>
                      <a:pt x="182" y="545"/>
                    </a:lnTo>
                    <a:lnTo>
                      <a:pt x="183" y="555"/>
                    </a:lnTo>
                    <a:lnTo>
                      <a:pt x="183" y="556"/>
                    </a:lnTo>
                    <a:lnTo>
                      <a:pt x="183" y="549"/>
                    </a:lnTo>
                    <a:lnTo>
                      <a:pt x="184" y="571"/>
                    </a:lnTo>
                    <a:lnTo>
                      <a:pt x="184" y="560"/>
                    </a:lnTo>
                    <a:lnTo>
                      <a:pt x="184" y="560"/>
                    </a:lnTo>
                    <a:lnTo>
                      <a:pt x="186" y="578"/>
                    </a:lnTo>
                    <a:lnTo>
                      <a:pt x="186" y="547"/>
                    </a:lnTo>
                    <a:lnTo>
                      <a:pt x="186" y="555"/>
                    </a:lnTo>
                    <a:lnTo>
                      <a:pt x="186" y="555"/>
                    </a:lnTo>
                    <a:lnTo>
                      <a:pt x="188" y="583"/>
                    </a:lnTo>
                    <a:lnTo>
                      <a:pt x="189" y="539"/>
                    </a:lnTo>
                    <a:lnTo>
                      <a:pt x="189" y="552"/>
                    </a:lnTo>
                    <a:lnTo>
                      <a:pt x="189" y="552"/>
                    </a:lnTo>
                    <a:lnTo>
                      <a:pt x="190" y="542"/>
                    </a:lnTo>
                    <a:lnTo>
                      <a:pt x="190" y="577"/>
                    </a:lnTo>
                    <a:lnTo>
                      <a:pt x="190" y="565"/>
                    </a:lnTo>
                    <a:lnTo>
                      <a:pt x="190" y="565"/>
                    </a:lnTo>
                    <a:lnTo>
                      <a:pt x="191" y="573"/>
                    </a:lnTo>
                    <a:lnTo>
                      <a:pt x="192" y="549"/>
                    </a:lnTo>
                    <a:lnTo>
                      <a:pt x="192" y="570"/>
                    </a:lnTo>
                    <a:lnTo>
                      <a:pt x="192" y="570"/>
                    </a:lnTo>
                    <a:lnTo>
                      <a:pt x="193" y="543"/>
                    </a:lnTo>
                    <a:lnTo>
                      <a:pt x="194" y="577"/>
                    </a:lnTo>
                    <a:lnTo>
                      <a:pt x="195" y="566"/>
                    </a:lnTo>
                    <a:lnTo>
                      <a:pt x="195" y="566"/>
                    </a:lnTo>
                    <a:lnTo>
                      <a:pt x="195" y="578"/>
                    </a:lnTo>
                    <a:lnTo>
                      <a:pt x="196" y="541"/>
                    </a:lnTo>
                    <a:lnTo>
                      <a:pt x="196" y="541"/>
                    </a:lnTo>
                    <a:lnTo>
                      <a:pt x="196" y="541"/>
                    </a:lnTo>
                    <a:lnTo>
                      <a:pt x="196" y="537"/>
                    </a:lnTo>
                    <a:lnTo>
                      <a:pt x="197" y="578"/>
                    </a:lnTo>
                    <a:lnTo>
                      <a:pt x="198" y="570"/>
                    </a:lnTo>
                    <a:lnTo>
                      <a:pt x="198" y="570"/>
                    </a:lnTo>
                    <a:lnTo>
                      <a:pt x="200" y="536"/>
                    </a:lnTo>
                    <a:lnTo>
                      <a:pt x="200" y="578"/>
                    </a:lnTo>
                    <a:lnTo>
                      <a:pt x="201" y="568"/>
                    </a:lnTo>
                    <a:lnTo>
                      <a:pt x="201" y="568"/>
                    </a:lnTo>
                    <a:lnTo>
                      <a:pt x="201" y="495"/>
                    </a:lnTo>
                    <a:lnTo>
                      <a:pt x="201" y="613"/>
                    </a:lnTo>
                    <a:lnTo>
                      <a:pt x="203" y="556"/>
                    </a:lnTo>
                    <a:lnTo>
                      <a:pt x="203" y="556"/>
                    </a:lnTo>
                    <a:lnTo>
                      <a:pt x="204" y="546"/>
                    </a:lnTo>
                    <a:lnTo>
                      <a:pt x="204" y="578"/>
                    </a:lnTo>
                    <a:lnTo>
                      <a:pt x="204" y="577"/>
                    </a:lnTo>
                    <a:lnTo>
                      <a:pt x="204" y="577"/>
                    </a:lnTo>
                    <a:lnTo>
                      <a:pt x="205" y="543"/>
                    </a:lnTo>
                    <a:lnTo>
                      <a:pt x="205" y="579"/>
                    </a:lnTo>
                    <a:lnTo>
                      <a:pt x="207" y="551"/>
                    </a:lnTo>
                    <a:lnTo>
                      <a:pt x="207" y="551"/>
                    </a:lnTo>
                    <a:lnTo>
                      <a:pt x="208" y="542"/>
                    </a:lnTo>
                    <a:lnTo>
                      <a:pt x="208" y="579"/>
                    </a:lnTo>
                    <a:lnTo>
                      <a:pt x="209" y="559"/>
                    </a:lnTo>
                    <a:lnTo>
                      <a:pt x="209" y="559"/>
                    </a:lnTo>
                    <a:lnTo>
                      <a:pt x="209" y="542"/>
                    </a:lnTo>
                    <a:lnTo>
                      <a:pt x="210" y="574"/>
                    </a:lnTo>
                    <a:lnTo>
                      <a:pt x="210" y="544"/>
                    </a:lnTo>
                    <a:lnTo>
                      <a:pt x="210" y="544"/>
                    </a:lnTo>
                    <a:lnTo>
                      <a:pt x="210" y="542"/>
                    </a:lnTo>
                    <a:lnTo>
                      <a:pt x="212" y="583"/>
                    </a:lnTo>
                    <a:lnTo>
                      <a:pt x="213" y="567"/>
                    </a:lnTo>
                    <a:lnTo>
                      <a:pt x="213" y="567"/>
                    </a:lnTo>
                    <a:lnTo>
                      <a:pt x="213" y="526"/>
                    </a:lnTo>
                    <a:lnTo>
                      <a:pt x="213" y="582"/>
                    </a:lnTo>
                    <a:lnTo>
                      <a:pt x="215" y="562"/>
                    </a:lnTo>
                    <a:lnTo>
                      <a:pt x="215" y="562"/>
                    </a:lnTo>
                    <a:lnTo>
                      <a:pt x="215" y="548"/>
                    </a:lnTo>
                    <a:lnTo>
                      <a:pt x="216" y="576"/>
                    </a:lnTo>
                    <a:lnTo>
                      <a:pt x="216" y="548"/>
                    </a:lnTo>
                    <a:lnTo>
                      <a:pt x="216" y="548"/>
                    </a:lnTo>
                    <a:lnTo>
                      <a:pt x="218" y="540"/>
                    </a:lnTo>
                    <a:lnTo>
                      <a:pt x="218" y="575"/>
                    </a:lnTo>
                    <a:lnTo>
                      <a:pt x="219" y="543"/>
                    </a:lnTo>
                    <a:lnTo>
                      <a:pt x="219" y="543"/>
                    </a:lnTo>
                    <a:lnTo>
                      <a:pt x="220" y="667"/>
                    </a:lnTo>
                    <a:lnTo>
                      <a:pt x="220" y="478"/>
                    </a:lnTo>
                    <a:lnTo>
                      <a:pt x="221" y="529"/>
                    </a:lnTo>
                    <a:lnTo>
                      <a:pt x="221" y="529"/>
                    </a:lnTo>
                    <a:lnTo>
                      <a:pt x="221" y="523"/>
                    </a:lnTo>
                    <a:lnTo>
                      <a:pt x="221" y="601"/>
                    </a:lnTo>
                    <a:lnTo>
                      <a:pt x="222" y="552"/>
                    </a:lnTo>
                    <a:lnTo>
                      <a:pt x="222" y="552"/>
                    </a:lnTo>
                    <a:lnTo>
                      <a:pt x="223" y="587"/>
                    </a:lnTo>
                    <a:lnTo>
                      <a:pt x="223" y="515"/>
                    </a:lnTo>
                    <a:lnTo>
                      <a:pt x="225" y="560"/>
                    </a:lnTo>
                    <a:lnTo>
                      <a:pt x="225" y="560"/>
                    </a:lnTo>
                    <a:lnTo>
                      <a:pt x="225" y="511"/>
                    </a:lnTo>
                    <a:lnTo>
                      <a:pt x="225" y="599"/>
                    </a:lnTo>
                    <a:lnTo>
                      <a:pt x="227" y="559"/>
                    </a:lnTo>
                    <a:lnTo>
                      <a:pt x="227" y="559"/>
                    </a:lnTo>
                    <a:lnTo>
                      <a:pt x="227" y="529"/>
                    </a:lnTo>
                    <a:lnTo>
                      <a:pt x="227" y="580"/>
                    </a:lnTo>
                    <a:lnTo>
                      <a:pt x="228" y="571"/>
                    </a:lnTo>
                    <a:lnTo>
                      <a:pt x="228" y="571"/>
                    </a:lnTo>
                    <a:lnTo>
                      <a:pt x="228" y="572"/>
                    </a:lnTo>
                    <a:lnTo>
                      <a:pt x="229" y="549"/>
                    </a:lnTo>
                    <a:lnTo>
                      <a:pt x="231" y="558"/>
                    </a:lnTo>
                    <a:lnTo>
                      <a:pt x="231" y="558"/>
                    </a:lnTo>
                    <a:lnTo>
                      <a:pt x="231" y="534"/>
                    </a:lnTo>
                    <a:lnTo>
                      <a:pt x="232" y="578"/>
                    </a:lnTo>
                    <a:lnTo>
                      <a:pt x="233" y="562"/>
                    </a:lnTo>
                    <a:lnTo>
                      <a:pt x="233" y="562"/>
                    </a:lnTo>
                    <a:lnTo>
                      <a:pt x="233" y="548"/>
                    </a:lnTo>
                    <a:lnTo>
                      <a:pt x="233" y="571"/>
                    </a:lnTo>
                    <a:lnTo>
                      <a:pt x="234" y="558"/>
                    </a:lnTo>
                    <a:lnTo>
                      <a:pt x="234" y="558"/>
                    </a:lnTo>
                    <a:lnTo>
                      <a:pt x="235" y="552"/>
                    </a:lnTo>
                    <a:lnTo>
                      <a:pt x="236" y="573"/>
                    </a:lnTo>
                    <a:lnTo>
                      <a:pt x="237" y="558"/>
                    </a:lnTo>
                    <a:lnTo>
                      <a:pt x="237" y="558"/>
                    </a:lnTo>
                    <a:lnTo>
                      <a:pt x="237" y="549"/>
                    </a:lnTo>
                    <a:lnTo>
                      <a:pt x="237" y="576"/>
                    </a:lnTo>
                    <a:lnTo>
                      <a:pt x="239" y="567"/>
                    </a:lnTo>
                    <a:lnTo>
                      <a:pt x="239" y="567"/>
                    </a:lnTo>
                    <a:lnTo>
                      <a:pt x="239" y="554"/>
                    </a:lnTo>
                    <a:lnTo>
                      <a:pt x="240" y="572"/>
                    </a:lnTo>
                    <a:lnTo>
                      <a:pt x="240" y="559"/>
                    </a:lnTo>
                    <a:lnTo>
                      <a:pt x="240" y="559"/>
                    </a:lnTo>
                    <a:lnTo>
                      <a:pt x="242" y="547"/>
                    </a:lnTo>
                    <a:lnTo>
                      <a:pt x="242" y="574"/>
                    </a:lnTo>
                    <a:lnTo>
                      <a:pt x="243" y="554"/>
                    </a:lnTo>
                    <a:lnTo>
                      <a:pt x="243" y="554"/>
                    </a:lnTo>
                    <a:lnTo>
                      <a:pt x="243" y="548"/>
                    </a:lnTo>
                    <a:lnTo>
                      <a:pt x="243" y="571"/>
                    </a:lnTo>
                    <a:lnTo>
                      <a:pt x="245" y="564"/>
                    </a:lnTo>
                    <a:lnTo>
                      <a:pt x="245" y="564"/>
                    </a:lnTo>
                    <a:lnTo>
                      <a:pt x="246" y="576"/>
                    </a:lnTo>
                    <a:lnTo>
                      <a:pt x="246" y="545"/>
                    </a:lnTo>
                    <a:lnTo>
                      <a:pt x="246" y="566"/>
                    </a:lnTo>
                    <a:lnTo>
                      <a:pt x="246" y="566"/>
                    </a:lnTo>
                    <a:lnTo>
                      <a:pt x="247" y="571"/>
                    </a:lnTo>
                    <a:lnTo>
                      <a:pt x="247" y="550"/>
                    </a:lnTo>
                    <a:lnTo>
                      <a:pt x="249" y="561"/>
                    </a:lnTo>
                    <a:lnTo>
                      <a:pt x="249" y="561"/>
                    </a:lnTo>
                    <a:lnTo>
                      <a:pt x="249" y="549"/>
                    </a:lnTo>
                    <a:lnTo>
                      <a:pt x="250" y="574"/>
                    </a:lnTo>
                    <a:lnTo>
                      <a:pt x="251" y="569"/>
                    </a:lnTo>
                    <a:lnTo>
                      <a:pt x="251" y="569"/>
                    </a:lnTo>
                    <a:lnTo>
                      <a:pt x="252" y="546"/>
                    </a:lnTo>
                    <a:lnTo>
                      <a:pt x="252" y="577"/>
                    </a:lnTo>
                    <a:lnTo>
                      <a:pt x="252" y="562"/>
                    </a:lnTo>
                    <a:lnTo>
                      <a:pt x="252" y="562"/>
                    </a:lnTo>
                    <a:lnTo>
                      <a:pt x="254" y="552"/>
                    </a:lnTo>
                    <a:lnTo>
                      <a:pt x="254" y="574"/>
                    </a:lnTo>
                    <a:lnTo>
                      <a:pt x="255" y="565"/>
                    </a:lnTo>
                    <a:lnTo>
                      <a:pt x="255" y="565"/>
                    </a:lnTo>
                    <a:lnTo>
                      <a:pt x="256" y="568"/>
                    </a:lnTo>
                    <a:lnTo>
                      <a:pt x="256" y="548"/>
                    </a:lnTo>
                    <a:lnTo>
                      <a:pt x="257" y="557"/>
                    </a:lnTo>
                    <a:lnTo>
                      <a:pt x="257" y="558"/>
                    </a:lnTo>
                    <a:lnTo>
                      <a:pt x="257" y="550"/>
                    </a:lnTo>
                    <a:lnTo>
                      <a:pt x="258" y="575"/>
                    </a:lnTo>
                    <a:lnTo>
                      <a:pt x="258" y="556"/>
                    </a:lnTo>
                    <a:lnTo>
                      <a:pt x="258" y="556"/>
                    </a:lnTo>
                    <a:lnTo>
                      <a:pt x="259" y="546"/>
                    </a:lnTo>
                    <a:lnTo>
                      <a:pt x="259" y="574"/>
                    </a:lnTo>
                    <a:lnTo>
                      <a:pt x="261" y="561"/>
                    </a:lnTo>
                    <a:lnTo>
                      <a:pt x="261" y="561"/>
                    </a:lnTo>
                    <a:lnTo>
                      <a:pt x="262" y="553"/>
                    </a:lnTo>
                    <a:lnTo>
                      <a:pt x="263" y="571"/>
                    </a:lnTo>
                    <a:lnTo>
                      <a:pt x="263" y="556"/>
                    </a:lnTo>
                    <a:lnTo>
                      <a:pt x="263" y="556"/>
                    </a:lnTo>
                    <a:lnTo>
                      <a:pt x="264" y="625"/>
                    </a:lnTo>
                    <a:lnTo>
                      <a:pt x="264" y="492"/>
                    </a:lnTo>
                    <a:lnTo>
                      <a:pt x="264" y="588"/>
                    </a:lnTo>
                    <a:lnTo>
                      <a:pt x="264" y="588"/>
                    </a:lnTo>
                    <a:lnTo>
                      <a:pt x="265" y="589"/>
                    </a:lnTo>
                    <a:lnTo>
                      <a:pt x="265" y="539"/>
                    </a:lnTo>
                    <a:lnTo>
                      <a:pt x="267" y="575"/>
                    </a:lnTo>
                    <a:lnTo>
                      <a:pt x="267" y="575"/>
                    </a:lnTo>
                    <a:lnTo>
                      <a:pt x="267" y="579"/>
                    </a:lnTo>
                    <a:lnTo>
                      <a:pt x="267" y="536"/>
                    </a:lnTo>
                    <a:lnTo>
                      <a:pt x="269" y="563"/>
                    </a:lnTo>
                    <a:lnTo>
                      <a:pt x="269" y="563"/>
                    </a:lnTo>
                    <a:lnTo>
                      <a:pt x="269" y="574"/>
                    </a:lnTo>
                    <a:lnTo>
                      <a:pt x="270" y="546"/>
                    </a:lnTo>
                    <a:lnTo>
                      <a:pt x="270" y="551"/>
                    </a:lnTo>
                    <a:lnTo>
                      <a:pt x="270" y="550"/>
                    </a:lnTo>
                    <a:lnTo>
                      <a:pt x="272" y="578"/>
                    </a:lnTo>
                    <a:lnTo>
                      <a:pt x="272" y="547"/>
                    </a:lnTo>
                    <a:lnTo>
                      <a:pt x="273" y="565"/>
                    </a:lnTo>
                    <a:lnTo>
                      <a:pt x="273" y="565"/>
                    </a:lnTo>
                    <a:lnTo>
                      <a:pt x="273" y="593"/>
                    </a:lnTo>
                    <a:lnTo>
                      <a:pt x="273" y="501"/>
                    </a:lnTo>
                    <a:lnTo>
                      <a:pt x="275" y="569"/>
                    </a:lnTo>
                    <a:lnTo>
                      <a:pt x="275" y="570"/>
                    </a:lnTo>
                    <a:lnTo>
                      <a:pt x="276" y="543"/>
                    </a:lnTo>
                    <a:lnTo>
                      <a:pt x="276" y="577"/>
                    </a:lnTo>
                    <a:lnTo>
                      <a:pt x="276" y="571"/>
                    </a:lnTo>
                    <a:lnTo>
                      <a:pt x="276" y="571"/>
                    </a:lnTo>
                    <a:lnTo>
                      <a:pt x="277" y="542"/>
                    </a:lnTo>
                    <a:lnTo>
                      <a:pt x="278" y="582"/>
                    </a:lnTo>
                    <a:lnTo>
                      <a:pt x="279" y="564"/>
                    </a:lnTo>
                    <a:lnTo>
                      <a:pt x="279" y="564"/>
                    </a:lnTo>
                    <a:lnTo>
                      <a:pt x="279" y="580"/>
                    </a:lnTo>
                    <a:lnTo>
                      <a:pt x="280" y="543"/>
                    </a:lnTo>
                    <a:lnTo>
                      <a:pt x="281" y="572"/>
                    </a:lnTo>
                    <a:lnTo>
                      <a:pt x="281" y="572"/>
                    </a:lnTo>
                    <a:lnTo>
                      <a:pt x="282" y="578"/>
                    </a:lnTo>
                    <a:lnTo>
                      <a:pt x="282" y="543"/>
                    </a:lnTo>
                    <a:lnTo>
                      <a:pt x="282" y="571"/>
                    </a:lnTo>
                    <a:lnTo>
                      <a:pt x="282" y="571"/>
                    </a:lnTo>
                    <a:lnTo>
                      <a:pt x="284" y="598"/>
                    </a:lnTo>
                    <a:lnTo>
                      <a:pt x="284" y="487"/>
                    </a:lnTo>
                    <a:lnTo>
                      <a:pt x="285" y="576"/>
                    </a:lnTo>
                    <a:lnTo>
                      <a:pt x="285" y="576"/>
                    </a:lnTo>
                    <a:lnTo>
                      <a:pt x="285" y="592"/>
                    </a:lnTo>
                    <a:lnTo>
                      <a:pt x="286" y="546"/>
                    </a:lnTo>
                    <a:lnTo>
                      <a:pt x="287" y="548"/>
                    </a:lnTo>
                    <a:lnTo>
                      <a:pt x="287" y="548"/>
                    </a:lnTo>
                    <a:lnTo>
                      <a:pt x="288" y="577"/>
                    </a:lnTo>
                    <a:lnTo>
                      <a:pt x="288" y="545"/>
                    </a:lnTo>
                    <a:lnTo>
                      <a:pt x="288" y="554"/>
                    </a:lnTo>
                    <a:lnTo>
                      <a:pt x="288" y="554"/>
                    </a:lnTo>
                    <a:lnTo>
                      <a:pt x="290" y="548"/>
                    </a:lnTo>
                    <a:lnTo>
                      <a:pt x="290" y="575"/>
                    </a:lnTo>
                    <a:lnTo>
                      <a:pt x="291" y="568"/>
                    </a:lnTo>
                    <a:lnTo>
                      <a:pt x="291" y="568"/>
                    </a:lnTo>
                    <a:lnTo>
                      <a:pt x="291" y="542"/>
                    </a:lnTo>
                    <a:lnTo>
                      <a:pt x="291" y="580"/>
                    </a:lnTo>
                    <a:lnTo>
                      <a:pt x="293" y="569"/>
                    </a:lnTo>
                    <a:lnTo>
                      <a:pt x="293" y="569"/>
                    </a:lnTo>
                    <a:lnTo>
                      <a:pt x="293" y="576"/>
                    </a:lnTo>
                    <a:lnTo>
                      <a:pt x="294" y="542"/>
                    </a:lnTo>
                    <a:lnTo>
                      <a:pt x="294" y="569"/>
                    </a:lnTo>
                    <a:lnTo>
                      <a:pt x="294" y="569"/>
                    </a:lnTo>
                    <a:lnTo>
                      <a:pt x="295" y="543"/>
                    </a:lnTo>
                    <a:lnTo>
                      <a:pt x="295" y="580"/>
                    </a:lnTo>
                    <a:lnTo>
                      <a:pt x="297" y="563"/>
                    </a:lnTo>
                    <a:lnTo>
                      <a:pt x="297" y="563"/>
                    </a:lnTo>
                    <a:lnTo>
                      <a:pt x="298" y="541"/>
                    </a:lnTo>
                    <a:lnTo>
                      <a:pt x="298" y="578"/>
                    </a:lnTo>
                    <a:lnTo>
                      <a:pt x="299" y="548"/>
                    </a:lnTo>
                    <a:lnTo>
                      <a:pt x="299" y="548"/>
                    </a:lnTo>
                    <a:lnTo>
                      <a:pt x="299" y="539"/>
                    </a:lnTo>
                    <a:lnTo>
                      <a:pt x="300" y="582"/>
                    </a:lnTo>
                    <a:lnTo>
                      <a:pt x="300" y="569"/>
                    </a:lnTo>
                    <a:lnTo>
                      <a:pt x="300" y="570"/>
                    </a:lnTo>
                    <a:lnTo>
                      <a:pt x="301" y="582"/>
                    </a:lnTo>
                    <a:lnTo>
                      <a:pt x="301" y="545"/>
                    </a:lnTo>
                    <a:lnTo>
                      <a:pt x="303" y="557"/>
                    </a:lnTo>
                    <a:lnTo>
                      <a:pt x="303" y="557"/>
                    </a:lnTo>
                    <a:lnTo>
                      <a:pt x="304" y="582"/>
                    </a:lnTo>
                    <a:lnTo>
                      <a:pt x="305" y="542"/>
                    </a:lnTo>
                    <a:lnTo>
                      <a:pt x="305" y="566"/>
                    </a:lnTo>
                    <a:lnTo>
                      <a:pt x="305" y="566"/>
                    </a:lnTo>
                    <a:lnTo>
                      <a:pt x="306" y="537"/>
                    </a:lnTo>
                    <a:lnTo>
                      <a:pt x="306" y="583"/>
                    </a:lnTo>
                    <a:lnTo>
                      <a:pt x="306" y="549"/>
                    </a:lnTo>
                    <a:lnTo>
                      <a:pt x="306" y="549"/>
                    </a:lnTo>
                    <a:lnTo>
                      <a:pt x="307" y="586"/>
                    </a:lnTo>
                    <a:lnTo>
                      <a:pt x="308" y="540"/>
                    </a:lnTo>
                    <a:lnTo>
                      <a:pt x="309" y="555"/>
                    </a:lnTo>
                    <a:lnTo>
                      <a:pt x="309" y="555"/>
                    </a:lnTo>
                    <a:lnTo>
                      <a:pt x="309" y="540"/>
                    </a:lnTo>
                    <a:lnTo>
                      <a:pt x="311" y="579"/>
                    </a:lnTo>
                    <a:lnTo>
                      <a:pt x="311" y="554"/>
                    </a:lnTo>
                    <a:lnTo>
                      <a:pt x="311" y="553"/>
                    </a:lnTo>
                    <a:lnTo>
                      <a:pt x="311" y="535"/>
                    </a:lnTo>
                    <a:lnTo>
                      <a:pt x="312" y="588"/>
                    </a:lnTo>
                    <a:lnTo>
                      <a:pt x="313" y="542"/>
                    </a:lnTo>
                    <a:lnTo>
                      <a:pt x="313" y="543"/>
                    </a:lnTo>
                    <a:lnTo>
                      <a:pt x="314" y="584"/>
                    </a:lnTo>
                    <a:lnTo>
                      <a:pt x="314" y="535"/>
                    </a:lnTo>
                    <a:lnTo>
                      <a:pt x="315" y="546"/>
                    </a:lnTo>
                    <a:lnTo>
                      <a:pt x="315" y="546"/>
                    </a:lnTo>
                    <a:lnTo>
                      <a:pt x="315" y="581"/>
                    </a:lnTo>
                    <a:lnTo>
                      <a:pt x="316" y="537"/>
                    </a:lnTo>
                    <a:lnTo>
                      <a:pt x="317" y="557"/>
                    </a:lnTo>
                    <a:lnTo>
                      <a:pt x="317" y="558"/>
                    </a:lnTo>
                    <a:lnTo>
                      <a:pt x="318" y="580"/>
                    </a:lnTo>
                    <a:lnTo>
                      <a:pt x="318" y="539"/>
                    </a:lnTo>
                    <a:lnTo>
                      <a:pt x="319" y="566"/>
                    </a:lnTo>
                    <a:lnTo>
                      <a:pt x="319" y="566"/>
                    </a:lnTo>
                    <a:lnTo>
                      <a:pt x="320" y="539"/>
                    </a:lnTo>
                    <a:lnTo>
                      <a:pt x="320" y="582"/>
                    </a:lnTo>
                    <a:lnTo>
                      <a:pt x="321" y="563"/>
                    </a:lnTo>
                    <a:lnTo>
                      <a:pt x="321" y="563"/>
                    </a:lnTo>
                    <a:lnTo>
                      <a:pt x="321" y="536"/>
                    </a:lnTo>
                    <a:lnTo>
                      <a:pt x="322" y="583"/>
                    </a:lnTo>
                    <a:lnTo>
                      <a:pt x="323" y="565"/>
                    </a:lnTo>
                    <a:lnTo>
                      <a:pt x="323" y="565"/>
                    </a:lnTo>
                    <a:lnTo>
                      <a:pt x="323" y="540"/>
                    </a:lnTo>
                    <a:lnTo>
                      <a:pt x="324" y="583"/>
                    </a:lnTo>
                    <a:lnTo>
                      <a:pt x="325" y="571"/>
                    </a:lnTo>
                    <a:lnTo>
                      <a:pt x="325" y="571"/>
                    </a:lnTo>
                    <a:lnTo>
                      <a:pt x="325" y="536"/>
                    </a:lnTo>
                    <a:lnTo>
                      <a:pt x="325" y="584"/>
                    </a:lnTo>
                    <a:lnTo>
                      <a:pt x="327" y="580"/>
                    </a:lnTo>
                    <a:lnTo>
                      <a:pt x="327" y="581"/>
                    </a:lnTo>
                    <a:lnTo>
                      <a:pt x="328" y="586"/>
                    </a:lnTo>
                    <a:lnTo>
                      <a:pt x="328" y="537"/>
                    </a:lnTo>
                    <a:lnTo>
                      <a:pt x="329" y="550"/>
                    </a:lnTo>
                    <a:lnTo>
                      <a:pt x="329" y="550"/>
                    </a:lnTo>
                    <a:lnTo>
                      <a:pt x="330" y="538"/>
                    </a:lnTo>
                    <a:lnTo>
                      <a:pt x="330" y="584"/>
                    </a:lnTo>
                    <a:lnTo>
                      <a:pt x="331" y="565"/>
                    </a:lnTo>
                    <a:lnTo>
                      <a:pt x="331" y="566"/>
                    </a:lnTo>
                    <a:lnTo>
                      <a:pt x="331" y="583"/>
                    </a:lnTo>
                    <a:lnTo>
                      <a:pt x="331" y="541"/>
                    </a:lnTo>
                    <a:lnTo>
                      <a:pt x="333" y="566"/>
                    </a:lnTo>
                    <a:lnTo>
                      <a:pt x="333" y="566"/>
                    </a:lnTo>
                    <a:lnTo>
                      <a:pt x="334" y="586"/>
                    </a:lnTo>
                    <a:lnTo>
                      <a:pt x="334" y="539"/>
                    </a:lnTo>
                    <a:lnTo>
                      <a:pt x="335" y="546"/>
                    </a:lnTo>
                    <a:lnTo>
                      <a:pt x="335" y="546"/>
                    </a:lnTo>
                    <a:lnTo>
                      <a:pt x="336" y="583"/>
                    </a:lnTo>
                    <a:lnTo>
                      <a:pt x="336" y="540"/>
                    </a:lnTo>
                    <a:lnTo>
                      <a:pt x="337" y="542"/>
                    </a:lnTo>
                    <a:lnTo>
                      <a:pt x="337" y="542"/>
                    </a:lnTo>
                    <a:lnTo>
                      <a:pt x="338" y="581"/>
                    </a:lnTo>
                    <a:lnTo>
                      <a:pt x="338" y="539"/>
                    </a:lnTo>
                    <a:lnTo>
                      <a:pt x="339" y="554"/>
                    </a:lnTo>
                    <a:lnTo>
                      <a:pt x="339" y="554"/>
                    </a:lnTo>
                    <a:lnTo>
                      <a:pt x="339" y="581"/>
                    </a:lnTo>
                    <a:lnTo>
                      <a:pt x="340" y="538"/>
                    </a:lnTo>
                    <a:lnTo>
                      <a:pt x="341" y="557"/>
                    </a:lnTo>
                    <a:lnTo>
                      <a:pt x="341" y="557"/>
                    </a:lnTo>
                    <a:lnTo>
                      <a:pt x="341" y="591"/>
                    </a:lnTo>
                    <a:lnTo>
                      <a:pt x="342" y="534"/>
                    </a:lnTo>
                    <a:lnTo>
                      <a:pt x="343" y="554"/>
                    </a:lnTo>
                    <a:lnTo>
                      <a:pt x="343" y="554"/>
                    </a:lnTo>
                    <a:lnTo>
                      <a:pt x="343" y="586"/>
                    </a:lnTo>
                    <a:lnTo>
                      <a:pt x="344" y="540"/>
                    </a:lnTo>
                    <a:lnTo>
                      <a:pt x="345" y="569"/>
                    </a:lnTo>
                    <a:lnTo>
                      <a:pt x="345" y="569"/>
                    </a:lnTo>
                    <a:lnTo>
                      <a:pt x="346" y="530"/>
                    </a:lnTo>
                    <a:lnTo>
                      <a:pt x="346" y="595"/>
                    </a:lnTo>
                    <a:lnTo>
                      <a:pt x="347" y="558"/>
                    </a:lnTo>
                    <a:lnTo>
                      <a:pt x="347" y="558"/>
                    </a:lnTo>
                    <a:lnTo>
                      <a:pt x="347" y="537"/>
                    </a:lnTo>
                    <a:lnTo>
                      <a:pt x="348" y="586"/>
                    </a:lnTo>
                    <a:lnTo>
                      <a:pt x="349" y="585"/>
                    </a:lnTo>
                    <a:lnTo>
                      <a:pt x="349" y="585"/>
                    </a:lnTo>
                    <a:lnTo>
                      <a:pt x="350" y="532"/>
                    </a:lnTo>
                    <a:lnTo>
                      <a:pt x="350" y="586"/>
                    </a:lnTo>
                    <a:lnTo>
                      <a:pt x="351" y="552"/>
                    </a:lnTo>
                    <a:lnTo>
                      <a:pt x="351" y="552"/>
                    </a:lnTo>
                    <a:lnTo>
                      <a:pt x="351" y="582"/>
                    </a:lnTo>
                    <a:lnTo>
                      <a:pt x="351" y="544"/>
                    </a:lnTo>
                    <a:lnTo>
                      <a:pt x="353" y="569"/>
                    </a:lnTo>
                    <a:lnTo>
                      <a:pt x="353" y="569"/>
                    </a:lnTo>
                    <a:lnTo>
                      <a:pt x="353" y="578"/>
                    </a:lnTo>
                    <a:lnTo>
                      <a:pt x="354" y="542"/>
                    </a:lnTo>
                    <a:lnTo>
                      <a:pt x="355" y="553"/>
                    </a:lnTo>
                    <a:lnTo>
                      <a:pt x="355" y="553"/>
                    </a:lnTo>
                    <a:lnTo>
                      <a:pt x="356" y="576"/>
                    </a:lnTo>
                    <a:lnTo>
                      <a:pt x="356" y="541"/>
                    </a:lnTo>
                    <a:lnTo>
                      <a:pt x="357" y="568"/>
                    </a:lnTo>
                    <a:lnTo>
                      <a:pt x="357" y="568"/>
                    </a:lnTo>
                    <a:lnTo>
                      <a:pt x="357" y="538"/>
                    </a:lnTo>
                    <a:lnTo>
                      <a:pt x="358" y="576"/>
                    </a:lnTo>
                    <a:lnTo>
                      <a:pt x="359" y="549"/>
                    </a:lnTo>
                    <a:lnTo>
                      <a:pt x="359" y="549"/>
                    </a:lnTo>
                    <a:lnTo>
                      <a:pt x="360" y="506"/>
                    </a:lnTo>
                    <a:lnTo>
                      <a:pt x="361" y="598"/>
                    </a:lnTo>
                    <a:lnTo>
                      <a:pt x="361" y="569"/>
                    </a:lnTo>
                    <a:lnTo>
                      <a:pt x="361" y="568"/>
                    </a:lnTo>
                    <a:lnTo>
                      <a:pt x="361" y="531"/>
                    </a:lnTo>
                    <a:lnTo>
                      <a:pt x="361" y="585"/>
                    </a:lnTo>
                    <a:lnTo>
                      <a:pt x="363" y="547"/>
                    </a:lnTo>
                    <a:lnTo>
                      <a:pt x="363" y="547"/>
                    </a:lnTo>
                    <a:lnTo>
                      <a:pt x="364" y="573"/>
                    </a:lnTo>
                    <a:lnTo>
                      <a:pt x="364" y="543"/>
                    </a:lnTo>
                    <a:lnTo>
                      <a:pt x="365" y="555"/>
                    </a:lnTo>
                    <a:lnTo>
                      <a:pt x="365" y="555"/>
                    </a:lnTo>
                    <a:lnTo>
                      <a:pt x="365" y="583"/>
                    </a:lnTo>
                    <a:lnTo>
                      <a:pt x="366" y="534"/>
                    </a:lnTo>
                    <a:lnTo>
                      <a:pt x="367" y="567"/>
                    </a:lnTo>
                    <a:lnTo>
                      <a:pt x="367" y="568"/>
                    </a:lnTo>
                    <a:lnTo>
                      <a:pt x="367" y="580"/>
                    </a:lnTo>
                    <a:lnTo>
                      <a:pt x="369" y="543"/>
                    </a:lnTo>
                    <a:lnTo>
                      <a:pt x="369" y="551"/>
                    </a:lnTo>
                    <a:lnTo>
                      <a:pt x="369" y="551"/>
                    </a:lnTo>
                    <a:lnTo>
                      <a:pt x="369" y="581"/>
                    </a:lnTo>
                    <a:lnTo>
                      <a:pt x="370" y="540"/>
                    </a:lnTo>
                    <a:lnTo>
                      <a:pt x="371" y="563"/>
                    </a:lnTo>
                    <a:lnTo>
                      <a:pt x="371" y="563"/>
                    </a:lnTo>
                    <a:lnTo>
                      <a:pt x="371" y="583"/>
                    </a:lnTo>
                    <a:lnTo>
                      <a:pt x="373" y="539"/>
                    </a:lnTo>
                    <a:lnTo>
                      <a:pt x="373" y="556"/>
                    </a:lnTo>
                    <a:lnTo>
                      <a:pt x="373" y="556"/>
                    </a:lnTo>
                    <a:lnTo>
                      <a:pt x="374" y="542"/>
                    </a:lnTo>
                    <a:lnTo>
                      <a:pt x="374" y="583"/>
                    </a:lnTo>
                    <a:lnTo>
                      <a:pt x="375" y="576"/>
                    </a:lnTo>
                    <a:lnTo>
                      <a:pt x="375" y="576"/>
                    </a:lnTo>
                    <a:lnTo>
                      <a:pt x="376" y="600"/>
                    </a:lnTo>
                    <a:lnTo>
                      <a:pt x="376" y="539"/>
                    </a:lnTo>
                    <a:lnTo>
                      <a:pt x="377" y="587"/>
                    </a:lnTo>
                    <a:lnTo>
                      <a:pt x="377" y="587"/>
                    </a:lnTo>
                    <a:lnTo>
                      <a:pt x="377" y="540"/>
                    </a:lnTo>
                    <a:lnTo>
                      <a:pt x="378" y="589"/>
                    </a:lnTo>
                    <a:lnTo>
                      <a:pt x="379" y="578"/>
                    </a:lnTo>
                    <a:lnTo>
                      <a:pt x="379" y="578"/>
                    </a:lnTo>
                    <a:lnTo>
                      <a:pt x="380" y="536"/>
                    </a:lnTo>
                    <a:lnTo>
                      <a:pt x="380" y="590"/>
                    </a:lnTo>
                    <a:lnTo>
                      <a:pt x="381" y="580"/>
                    </a:lnTo>
                    <a:lnTo>
                      <a:pt x="381" y="580"/>
                    </a:lnTo>
                    <a:lnTo>
                      <a:pt x="381" y="534"/>
                    </a:lnTo>
                    <a:lnTo>
                      <a:pt x="383" y="588"/>
                    </a:lnTo>
                    <a:lnTo>
                      <a:pt x="383" y="536"/>
                    </a:lnTo>
                    <a:lnTo>
                      <a:pt x="383" y="536"/>
                    </a:lnTo>
                    <a:lnTo>
                      <a:pt x="383" y="587"/>
                    </a:lnTo>
                    <a:lnTo>
                      <a:pt x="384" y="536"/>
                    </a:lnTo>
                    <a:lnTo>
                      <a:pt x="385" y="554"/>
                    </a:lnTo>
                    <a:lnTo>
                      <a:pt x="385" y="554"/>
                    </a:lnTo>
                    <a:lnTo>
                      <a:pt x="386" y="586"/>
                    </a:lnTo>
                    <a:lnTo>
                      <a:pt x="387" y="536"/>
                    </a:lnTo>
                    <a:lnTo>
                      <a:pt x="387" y="547"/>
                    </a:lnTo>
                    <a:lnTo>
                      <a:pt x="387" y="547"/>
                    </a:lnTo>
                    <a:lnTo>
                      <a:pt x="387" y="585"/>
                    </a:lnTo>
                    <a:lnTo>
                      <a:pt x="389" y="534"/>
                    </a:lnTo>
                    <a:lnTo>
                      <a:pt x="389" y="566"/>
                    </a:lnTo>
                    <a:lnTo>
                      <a:pt x="389" y="566"/>
                    </a:lnTo>
                    <a:lnTo>
                      <a:pt x="389" y="537"/>
                    </a:lnTo>
                    <a:lnTo>
                      <a:pt x="390" y="589"/>
                    </a:lnTo>
                    <a:lnTo>
                      <a:pt x="391" y="551"/>
                    </a:lnTo>
                    <a:lnTo>
                      <a:pt x="391" y="552"/>
                    </a:lnTo>
                    <a:lnTo>
                      <a:pt x="391" y="539"/>
                    </a:lnTo>
                    <a:lnTo>
                      <a:pt x="392" y="586"/>
                    </a:lnTo>
                    <a:lnTo>
                      <a:pt x="393" y="569"/>
                    </a:lnTo>
                    <a:lnTo>
                      <a:pt x="393" y="569"/>
                    </a:lnTo>
                    <a:lnTo>
                      <a:pt x="393" y="540"/>
                    </a:lnTo>
                    <a:lnTo>
                      <a:pt x="394" y="585"/>
                    </a:lnTo>
                    <a:lnTo>
                      <a:pt x="395" y="542"/>
                    </a:lnTo>
                    <a:lnTo>
                      <a:pt x="395" y="542"/>
                    </a:lnTo>
                    <a:lnTo>
                      <a:pt x="395" y="536"/>
                    </a:lnTo>
                    <a:lnTo>
                      <a:pt x="395" y="586"/>
                    </a:lnTo>
                    <a:lnTo>
                      <a:pt x="397" y="561"/>
                    </a:lnTo>
                    <a:lnTo>
                      <a:pt x="397" y="561"/>
                    </a:lnTo>
                    <a:lnTo>
                      <a:pt x="397" y="537"/>
                    </a:lnTo>
                    <a:lnTo>
                      <a:pt x="398" y="587"/>
                    </a:lnTo>
                    <a:lnTo>
                      <a:pt x="399" y="558"/>
                    </a:lnTo>
                    <a:lnTo>
                      <a:pt x="399" y="558"/>
                    </a:lnTo>
                    <a:lnTo>
                      <a:pt x="400" y="594"/>
                    </a:lnTo>
                    <a:lnTo>
                      <a:pt x="400" y="545"/>
                    </a:lnTo>
                    <a:lnTo>
                      <a:pt x="401" y="579"/>
                    </a:lnTo>
                    <a:lnTo>
                      <a:pt x="401" y="580"/>
                    </a:lnTo>
                    <a:lnTo>
                      <a:pt x="403" y="596"/>
                    </a:lnTo>
                    <a:lnTo>
                      <a:pt x="403" y="539"/>
                    </a:lnTo>
                    <a:lnTo>
                      <a:pt x="403" y="583"/>
                    </a:lnTo>
                    <a:lnTo>
                      <a:pt x="403" y="584"/>
                    </a:lnTo>
                    <a:lnTo>
                      <a:pt x="403" y="596"/>
                    </a:lnTo>
                    <a:lnTo>
                      <a:pt x="404" y="539"/>
                    </a:lnTo>
                    <a:lnTo>
                      <a:pt x="405" y="589"/>
                    </a:lnTo>
                    <a:lnTo>
                      <a:pt x="405" y="589"/>
                    </a:lnTo>
                    <a:lnTo>
                      <a:pt x="406" y="600"/>
                    </a:lnTo>
                    <a:lnTo>
                      <a:pt x="406" y="540"/>
                    </a:lnTo>
                    <a:lnTo>
                      <a:pt x="407" y="554"/>
                    </a:lnTo>
                    <a:lnTo>
                      <a:pt x="407" y="554"/>
                    </a:lnTo>
                    <a:lnTo>
                      <a:pt x="407" y="598"/>
                    </a:lnTo>
                    <a:lnTo>
                      <a:pt x="407" y="542"/>
                    </a:lnTo>
                    <a:lnTo>
                      <a:pt x="409" y="563"/>
                    </a:lnTo>
                    <a:lnTo>
                      <a:pt x="409" y="563"/>
                    </a:lnTo>
                    <a:lnTo>
                      <a:pt x="409" y="539"/>
                    </a:lnTo>
                    <a:lnTo>
                      <a:pt x="410" y="601"/>
                    </a:lnTo>
                    <a:lnTo>
                      <a:pt x="411" y="554"/>
                    </a:lnTo>
                    <a:lnTo>
                      <a:pt x="411" y="554"/>
                    </a:lnTo>
                    <a:lnTo>
                      <a:pt x="411" y="597"/>
                    </a:lnTo>
                    <a:lnTo>
                      <a:pt x="412" y="540"/>
                    </a:lnTo>
                    <a:lnTo>
                      <a:pt x="413" y="561"/>
                    </a:lnTo>
                    <a:lnTo>
                      <a:pt x="413" y="561"/>
                    </a:lnTo>
                    <a:lnTo>
                      <a:pt x="413" y="597"/>
                    </a:lnTo>
                    <a:lnTo>
                      <a:pt x="413" y="537"/>
                    </a:lnTo>
                    <a:lnTo>
                      <a:pt x="415" y="565"/>
                    </a:lnTo>
                    <a:lnTo>
                      <a:pt x="415" y="564"/>
                    </a:lnTo>
                    <a:lnTo>
                      <a:pt x="415" y="599"/>
                    </a:lnTo>
                    <a:lnTo>
                      <a:pt x="415" y="538"/>
                    </a:lnTo>
                    <a:lnTo>
                      <a:pt x="417" y="565"/>
                    </a:lnTo>
                    <a:lnTo>
                      <a:pt x="417" y="565"/>
                    </a:lnTo>
                    <a:lnTo>
                      <a:pt x="417" y="600"/>
                    </a:lnTo>
                    <a:lnTo>
                      <a:pt x="419" y="538"/>
                    </a:lnTo>
                    <a:lnTo>
                      <a:pt x="419" y="562"/>
                    </a:lnTo>
                    <a:lnTo>
                      <a:pt x="419" y="562"/>
                    </a:lnTo>
                    <a:lnTo>
                      <a:pt x="419" y="597"/>
                    </a:lnTo>
                    <a:lnTo>
                      <a:pt x="419" y="535"/>
                    </a:lnTo>
                    <a:lnTo>
                      <a:pt x="421" y="547"/>
                    </a:lnTo>
                    <a:lnTo>
                      <a:pt x="421" y="547"/>
                    </a:lnTo>
                    <a:lnTo>
                      <a:pt x="422" y="536"/>
                    </a:lnTo>
                    <a:lnTo>
                      <a:pt x="422" y="589"/>
                    </a:lnTo>
                    <a:lnTo>
                      <a:pt x="423" y="568"/>
                    </a:lnTo>
                    <a:lnTo>
                      <a:pt x="423" y="568"/>
                    </a:lnTo>
                    <a:lnTo>
                      <a:pt x="423" y="586"/>
                    </a:lnTo>
                    <a:lnTo>
                      <a:pt x="424" y="534"/>
                    </a:lnTo>
                    <a:lnTo>
                      <a:pt x="425" y="573"/>
                    </a:lnTo>
                    <a:lnTo>
                      <a:pt x="425" y="573"/>
                    </a:lnTo>
                    <a:lnTo>
                      <a:pt x="426" y="533"/>
                    </a:lnTo>
                    <a:lnTo>
                      <a:pt x="426" y="591"/>
                    </a:lnTo>
                    <a:lnTo>
                      <a:pt x="427" y="571"/>
                    </a:lnTo>
                    <a:lnTo>
                      <a:pt x="427" y="571"/>
                    </a:lnTo>
                    <a:lnTo>
                      <a:pt x="428" y="632"/>
                    </a:lnTo>
                    <a:lnTo>
                      <a:pt x="428" y="472"/>
                    </a:lnTo>
                    <a:lnTo>
                      <a:pt x="429" y="574"/>
                    </a:lnTo>
                    <a:lnTo>
                      <a:pt x="429" y="574"/>
                    </a:lnTo>
                    <a:lnTo>
                      <a:pt x="429" y="489"/>
                    </a:lnTo>
                    <a:lnTo>
                      <a:pt x="429" y="639"/>
                    </a:lnTo>
                    <a:lnTo>
                      <a:pt x="431" y="558"/>
                    </a:lnTo>
                    <a:lnTo>
                      <a:pt x="431" y="558"/>
                    </a:lnTo>
                    <a:lnTo>
                      <a:pt x="432" y="592"/>
                    </a:lnTo>
                    <a:lnTo>
                      <a:pt x="432" y="530"/>
                    </a:lnTo>
                    <a:lnTo>
                      <a:pt x="433" y="569"/>
                    </a:lnTo>
                    <a:lnTo>
                      <a:pt x="433" y="569"/>
                    </a:lnTo>
                    <a:lnTo>
                      <a:pt x="434" y="543"/>
                    </a:lnTo>
                    <a:lnTo>
                      <a:pt x="435" y="582"/>
                    </a:lnTo>
                    <a:lnTo>
                      <a:pt x="435" y="560"/>
                    </a:lnTo>
                    <a:lnTo>
                      <a:pt x="435" y="560"/>
                    </a:lnTo>
                    <a:lnTo>
                      <a:pt x="435" y="547"/>
                    </a:lnTo>
                    <a:lnTo>
                      <a:pt x="436" y="571"/>
                    </a:lnTo>
                    <a:lnTo>
                      <a:pt x="437" y="567"/>
                    </a:lnTo>
                    <a:lnTo>
                      <a:pt x="437" y="567"/>
                    </a:lnTo>
                    <a:lnTo>
                      <a:pt x="439" y="549"/>
                    </a:lnTo>
                    <a:lnTo>
                      <a:pt x="439" y="575"/>
                    </a:lnTo>
                    <a:lnTo>
                      <a:pt x="439" y="562"/>
                    </a:lnTo>
                    <a:lnTo>
                      <a:pt x="439" y="562"/>
                    </a:lnTo>
                    <a:lnTo>
                      <a:pt x="439" y="575"/>
                    </a:lnTo>
                    <a:lnTo>
                      <a:pt x="439" y="549"/>
                    </a:lnTo>
                    <a:lnTo>
                      <a:pt x="441" y="557"/>
                    </a:lnTo>
                    <a:lnTo>
                      <a:pt x="441" y="557"/>
                    </a:lnTo>
                    <a:lnTo>
                      <a:pt x="441" y="548"/>
                    </a:lnTo>
                    <a:lnTo>
                      <a:pt x="441" y="577"/>
                    </a:lnTo>
                    <a:lnTo>
                      <a:pt x="443" y="568"/>
                    </a:lnTo>
                    <a:lnTo>
                      <a:pt x="443" y="568"/>
                    </a:lnTo>
                    <a:lnTo>
                      <a:pt x="444" y="580"/>
                    </a:lnTo>
                    <a:lnTo>
                      <a:pt x="445" y="543"/>
                    </a:lnTo>
                    <a:lnTo>
                      <a:pt x="445" y="575"/>
                    </a:lnTo>
                    <a:lnTo>
                      <a:pt x="445" y="575"/>
                    </a:lnTo>
                    <a:lnTo>
                      <a:pt x="446" y="541"/>
                    </a:lnTo>
                    <a:lnTo>
                      <a:pt x="446" y="583"/>
                    </a:lnTo>
                    <a:lnTo>
                      <a:pt x="447" y="576"/>
                    </a:lnTo>
                    <a:lnTo>
                      <a:pt x="447" y="576"/>
                    </a:lnTo>
                    <a:lnTo>
                      <a:pt x="447" y="578"/>
                    </a:lnTo>
                    <a:lnTo>
                      <a:pt x="448" y="542"/>
                    </a:lnTo>
                    <a:lnTo>
                      <a:pt x="449" y="552"/>
                    </a:lnTo>
                    <a:lnTo>
                      <a:pt x="449" y="552"/>
                    </a:lnTo>
                    <a:lnTo>
                      <a:pt x="449" y="580"/>
                    </a:lnTo>
                    <a:lnTo>
                      <a:pt x="449" y="543"/>
                    </a:lnTo>
                    <a:lnTo>
                      <a:pt x="451" y="558"/>
                    </a:lnTo>
                    <a:lnTo>
                      <a:pt x="451" y="558"/>
                    </a:lnTo>
                    <a:lnTo>
                      <a:pt x="453" y="619"/>
                    </a:lnTo>
                    <a:lnTo>
                      <a:pt x="453" y="516"/>
                    </a:lnTo>
                    <a:lnTo>
                      <a:pt x="453" y="556"/>
                    </a:lnTo>
                    <a:lnTo>
                      <a:pt x="453" y="556"/>
                    </a:lnTo>
                    <a:lnTo>
                      <a:pt x="454" y="541"/>
                    </a:lnTo>
                    <a:lnTo>
                      <a:pt x="455" y="581"/>
                    </a:lnTo>
                    <a:lnTo>
                      <a:pt x="455" y="571"/>
                    </a:lnTo>
                    <a:lnTo>
                      <a:pt x="455" y="571"/>
                    </a:lnTo>
                    <a:lnTo>
                      <a:pt x="455" y="579"/>
                    </a:lnTo>
                    <a:lnTo>
                      <a:pt x="457" y="545"/>
                    </a:lnTo>
                    <a:lnTo>
                      <a:pt x="457" y="565"/>
                    </a:lnTo>
                    <a:lnTo>
                      <a:pt x="457" y="564"/>
                    </a:lnTo>
                    <a:lnTo>
                      <a:pt x="457" y="584"/>
                    </a:lnTo>
                    <a:lnTo>
                      <a:pt x="458" y="504"/>
                    </a:lnTo>
                    <a:lnTo>
                      <a:pt x="459" y="572"/>
                    </a:lnTo>
                    <a:lnTo>
                      <a:pt x="459" y="572"/>
                    </a:lnTo>
                    <a:lnTo>
                      <a:pt x="459" y="547"/>
                    </a:lnTo>
                    <a:lnTo>
                      <a:pt x="461" y="578"/>
                    </a:lnTo>
                    <a:lnTo>
                      <a:pt x="461" y="561"/>
                    </a:lnTo>
                    <a:lnTo>
                      <a:pt x="461" y="561"/>
                    </a:lnTo>
                    <a:lnTo>
                      <a:pt x="461" y="573"/>
                    </a:lnTo>
                    <a:lnTo>
                      <a:pt x="462" y="550"/>
                    </a:lnTo>
                    <a:lnTo>
                      <a:pt x="463" y="562"/>
                    </a:lnTo>
                    <a:lnTo>
                      <a:pt x="463" y="562"/>
                    </a:lnTo>
                    <a:lnTo>
                      <a:pt x="463" y="550"/>
                    </a:lnTo>
                    <a:lnTo>
                      <a:pt x="465" y="574"/>
                    </a:lnTo>
                    <a:lnTo>
                      <a:pt x="465" y="563"/>
                    </a:lnTo>
                    <a:lnTo>
                      <a:pt x="465" y="563"/>
                    </a:lnTo>
                    <a:lnTo>
                      <a:pt x="466" y="545"/>
                    </a:lnTo>
                    <a:lnTo>
                      <a:pt x="467" y="571"/>
                    </a:lnTo>
                    <a:lnTo>
                      <a:pt x="467" y="563"/>
                    </a:lnTo>
                    <a:lnTo>
                      <a:pt x="467" y="563"/>
                    </a:lnTo>
                    <a:lnTo>
                      <a:pt x="467" y="548"/>
                    </a:lnTo>
                    <a:lnTo>
                      <a:pt x="467" y="575"/>
                    </a:lnTo>
                    <a:lnTo>
                      <a:pt x="469" y="559"/>
                    </a:lnTo>
                    <a:lnTo>
                      <a:pt x="469" y="559"/>
                    </a:lnTo>
                    <a:lnTo>
                      <a:pt x="469" y="546"/>
                    </a:lnTo>
                    <a:lnTo>
                      <a:pt x="469" y="571"/>
                    </a:lnTo>
                    <a:lnTo>
                      <a:pt x="471" y="566"/>
                    </a:lnTo>
                    <a:lnTo>
                      <a:pt x="471" y="566"/>
                    </a:lnTo>
                    <a:lnTo>
                      <a:pt x="471" y="550"/>
                    </a:lnTo>
                    <a:lnTo>
                      <a:pt x="473" y="574"/>
                    </a:lnTo>
                    <a:lnTo>
                      <a:pt x="473" y="573"/>
                    </a:lnTo>
                    <a:lnTo>
                      <a:pt x="473" y="573"/>
                    </a:lnTo>
                    <a:lnTo>
                      <a:pt x="475" y="598"/>
                    </a:lnTo>
                    <a:lnTo>
                      <a:pt x="475" y="512"/>
                    </a:lnTo>
                    <a:lnTo>
                      <a:pt x="475" y="512"/>
                    </a:lnTo>
                    <a:lnTo>
                      <a:pt x="475" y="504"/>
                    </a:lnTo>
                    <a:lnTo>
                      <a:pt x="475" y="595"/>
                    </a:lnTo>
                    <a:lnTo>
                      <a:pt x="477" y="551"/>
                    </a:lnTo>
                    <a:lnTo>
                      <a:pt x="477" y="551"/>
                    </a:lnTo>
                    <a:lnTo>
                      <a:pt x="478" y="587"/>
                    </a:lnTo>
                    <a:lnTo>
                      <a:pt x="478" y="538"/>
                    </a:lnTo>
                    <a:lnTo>
                      <a:pt x="479" y="549"/>
                    </a:lnTo>
                    <a:lnTo>
                      <a:pt x="479" y="549"/>
                    </a:lnTo>
                    <a:lnTo>
                      <a:pt x="479" y="581"/>
                    </a:lnTo>
                    <a:lnTo>
                      <a:pt x="480" y="548"/>
                    </a:lnTo>
                    <a:lnTo>
                      <a:pt x="481" y="553"/>
                    </a:lnTo>
                    <a:lnTo>
                      <a:pt x="481" y="553"/>
                    </a:lnTo>
                    <a:lnTo>
                      <a:pt x="482" y="366"/>
                    </a:lnTo>
                    <a:lnTo>
                      <a:pt x="482" y="692"/>
                    </a:lnTo>
                    <a:lnTo>
                      <a:pt x="483" y="540"/>
                    </a:lnTo>
                    <a:lnTo>
                      <a:pt x="483" y="540"/>
                    </a:lnTo>
                    <a:lnTo>
                      <a:pt x="483" y="540"/>
                    </a:lnTo>
                    <a:lnTo>
                      <a:pt x="484" y="583"/>
                    </a:lnTo>
                    <a:lnTo>
                      <a:pt x="485" y="574"/>
                    </a:lnTo>
                    <a:lnTo>
                      <a:pt x="485" y="574"/>
                    </a:lnTo>
                    <a:lnTo>
                      <a:pt x="486" y="604"/>
                    </a:lnTo>
                    <a:lnTo>
                      <a:pt x="486" y="537"/>
                    </a:lnTo>
                    <a:lnTo>
                      <a:pt x="487" y="563"/>
                    </a:lnTo>
                    <a:lnTo>
                      <a:pt x="487" y="563"/>
                    </a:lnTo>
                    <a:lnTo>
                      <a:pt x="487" y="573"/>
                    </a:lnTo>
                    <a:lnTo>
                      <a:pt x="489" y="552"/>
                    </a:lnTo>
                    <a:lnTo>
                      <a:pt x="489" y="554"/>
                    </a:lnTo>
                    <a:lnTo>
                      <a:pt x="489" y="554"/>
                    </a:lnTo>
                    <a:lnTo>
                      <a:pt x="489" y="575"/>
                    </a:lnTo>
                    <a:lnTo>
                      <a:pt x="490" y="552"/>
                    </a:lnTo>
                    <a:lnTo>
                      <a:pt x="491" y="569"/>
                    </a:lnTo>
                    <a:lnTo>
                      <a:pt x="491" y="569"/>
                    </a:lnTo>
                    <a:lnTo>
                      <a:pt x="492" y="553"/>
                    </a:lnTo>
                    <a:lnTo>
                      <a:pt x="492" y="570"/>
                    </a:lnTo>
                    <a:lnTo>
                      <a:pt x="493" y="564"/>
                    </a:lnTo>
                    <a:lnTo>
                      <a:pt x="493" y="564"/>
                    </a:lnTo>
                    <a:lnTo>
                      <a:pt x="494" y="553"/>
                    </a:lnTo>
                    <a:lnTo>
                      <a:pt x="494" y="570"/>
                    </a:lnTo>
                    <a:lnTo>
                      <a:pt x="495" y="560"/>
                    </a:lnTo>
                    <a:lnTo>
                      <a:pt x="495" y="560"/>
                    </a:lnTo>
                    <a:lnTo>
                      <a:pt x="497" y="552"/>
                    </a:lnTo>
                    <a:lnTo>
                      <a:pt x="497" y="570"/>
                    </a:lnTo>
                    <a:lnTo>
                      <a:pt x="497" y="563"/>
                    </a:lnTo>
                    <a:lnTo>
                      <a:pt x="497" y="563"/>
                    </a:lnTo>
                    <a:lnTo>
                      <a:pt x="497" y="555"/>
                    </a:lnTo>
                    <a:lnTo>
                      <a:pt x="497" y="569"/>
                    </a:lnTo>
                    <a:lnTo>
                      <a:pt x="499" y="561"/>
                    </a:lnTo>
                    <a:lnTo>
                      <a:pt x="499" y="561"/>
                    </a:lnTo>
                    <a:lnTo>
                      <a:pt x="500" y="567"/>
                    </a:lnTo>
                    <a:lnTo>
                      <a:pt x="501" y="555"/>
                    </a:lnTo>
                    <a:lnTo>
                      <a:pt x="501" y="563"/>
                    </a:lnTo>
                    <a:lnTo>
                      <a:pt x="501" y="563"/>
                    </a:lnTo>
                    <a:lnTo>
                      <a:pt x="502" y="551"/>
                    </a:lnTo>
                    <a:lnTo>
                      <a:pt x="502" y="570"/>
                    </a:lnTo>
                    <a:lnTo>
                      <a:pt x="503" y="557"/>
                    </a:lnTo>
                    <a:lnTo>
                      <a:pt x="503" y="557"/>
                    </a:lnTo>
                    <a:lnTo>
                      <a:pt x="503" y="569"/>
                    </a:lnTo>
                    <a:lnTo>
                      <a:pt x="505" y="552"/>
                    </a:lnTo>
                    <a:lnTo>
                      <a:pt x="505" y="552"/>
                    </a:lnTo>
                    <a:lnTo>
                      <a:pt x="505" y="552"/>
                    </a:lnTo>
                    <a:lnTo>
                      <a:pt x="505" y="575"/>
                    </a:lnTo>
                    <a:lnTo>
                      <a:pt x="505" y="551"/>
                    </a:lnTo>
                    <a:lnTo>
                      <a:pt x="507" y="557"/>
                    </a:lnTo>
                    <a:lnTo>
                      <a:pt x="507" y="557"/>
                    </a:lnTo>
                    <a:lnTo>
                      <a:pt x="507" y="427"/>
                    </a:lnTo>
                    <a:lnTo>
                      <a:pt x="507" y="759"/>
                    </a:lnTo>
                    <a:lnTo>
                      <a:pt x="509" y="565"/>
                    </a:lnTo>
                    <a:lnTo>
                      <a:pt x="509" y="565"/>
                    </a:lnTo>
                    <a:lnTo>
                      <a:pt x="510" y="546"/>
                    </a:lnTo>
                    <a:lnTo>
                      <a:pt x="510" y="581"/>
                    </a:lnTo>
                    <a:lnTo>
                      <a:pt x="511" y="566"/>
                    </a:lnTo>
                    <a:lnTo>
                      <a:pt x="511" y="566"/>
                    </a:lnTo>
                    <a:lnTo>
                      <a:pt x="512" y="584"/>
                    </a:lnTo>
                    <a:lnTo>
                      <a:pt x="513" y="545"/>
                    </a:lnTo>
                    <a:lnTo>
                      <a:pt x="513" y="550"/>
                    </a:lnTo>
                    <a:lnTo>
                      <a:pt x="513" y="550"/>
                    </a:lnTo>
                    <a:lnTo>
                      <a:pt x="513" y="546"/>
                    </a:lnTo>
                    <a:lnTo>
                      <a:pt x="514" y="574"/>
                    </a:lnTo>
                    <a:lnTo>
                      <a:pt x="515" y="560"/>
                    </a:lnTo>
                    <a:lnTo>
                      <a:pt x="515" y="559"/>
                    </a:lnTo>
                    <a:lnTo>
                      <a:pt x="515" y="544"/>
                    </a:lnTo>
                    <a:lnTo>
                      <a:pt x="516" y="578"/>
                    </a:lnTo>
                    <a:lnTo>
                      <a:pt x="517" y="569"/>
                    </a:lnTo>
                    <a:lnTo>
                      <a:pt x="517" y="569"/>
                    </a:lnTo>
                    <a:lnTo>
                      <a:pt x="517" y="575"/>
                    </a:lnTo>
                    <a:lnTo>
                      <a:pt x="519" y="546"/>
                    </a:lnTo>
                    <a:lnTo>
                      <a:pt x="519" y="557"/>
                    </a:lnTo>
                    <a:lnTo>
                      <a:pt x="519" y="557"/>
                    </a:lnTo>
                    <a:lnTo>
                      <a:pt x="519" y="579"/>
                    </a:lnTo>
                    <a:lnTo>
                      <a:pt x="520" y="545"/>
                    </a:lnTo>
                    <a:lnTo>
                      <a:pt x="521" y="551"/>
                    </a:lnTo>
                    <a:lnTo>
                      <a:pt x="521" y="551"/>
                    </a:lnTo>
                    <a:lnTo>
                      <a:pt x="522" y="544"/>
                    </a:lnTo>
                    <a:lnTo>
                      <a:pt x="522" y="583"/>
                    </a:lnTo>
                    <a:lnTo>
                      <a:pt x="523" y="568"/>
                    </a:lnTo>
                    <a:lnTo>
                      <a:pt x="523" y="568"/>
                    </a:lnTo>
                    <a:lnTo>
                      <a:pt x="523" y="540"/>
                    </a:lnTo>
                    <a:lnTo>
                      <a:pt x="523" y="574"/>
                    </a:lnTo>
                    <a:lnTo>
                      <a:pt x="525" y="564"/>
                    </a:lnTo>
                    <a:lnTo>
                      <a:pt x="525" y="564"/>
                    </a:lnTo>
                    <a:lnTo>
                      <a:pt x="526" y="574"/>
                    </a:lnTo>
                    <a:lnTo>
                      <a:pt x="527" y="537"/>
                    </a:lnTo>
                    <a:lnTo>
                      <a:pt x="527" y="544"/>
                    </a:lnTo>
                    <a:lnTo>
                      <a:pt x="527" y="544"/>
                    </a:lnTo>
                    <a:lnTo>
                      <a:pt x="528" y="528"/>
                    </a:lnTo>
                    <a:lnTo>
                      <a:pt x="528" y="596"/>
                    </a:lnTo>
                    <a:lnTo>
                      <a:pt x="529" y="561"/>
                    </a:lnTo>
                    <a:lnTo>
                      <a:pt x="529" y="561"/>
                    </a:lnTo>
                    <a:lnTo>
                      <a:pt x="530" y="149"/>
                    </a:lnTo>
                    <a:lnTo>
                      <a:pt x="530" y="779"/>
                    </a:lnTo>
                    <a:lnTo>
                      <a:pt x="531" y="578"/>
                    </a:lnTo>
                    <a:lnTo>
                      <a:pt x="531" y="577"/>
                    </a:lnTo>
                    <a:lnTo>
                      <a:pt x="531" y="478"/>
                    </a:lnTo>
                    <a:lnTo>
                      <a:pt x="532" y="625"/>
                    </a:lnTo>
                    <a:lnTo>
                      <a:pt x="533" y="554"/>
                    </a:lnTo>
                    <a:lnTo>
                      <a:pt x="533" y="554"/>
                    </a:lnTo>
                    <a:lnTo>
                      <a:pt x="534" y="537"/>
                    </a:lnTo>
                    <a:lnTo>
                      <a:pt x="534" y="592"/>
                    </a:lnTo>
                    <a:lnTo>
                      <a:pt x="535" y="565"/>
                    </a:lnTo>
                    <a:lnTo>
                      <a:pt x="535" y="565"/>
                    </a:lnTo>
                    <a:lnTo>
                      <a:pt x="535" y="544"/>
                    </a:lnTo>
                    <a:lnTo>
                      <a:pt x="536" y="580"/>
                    </a:lnTo>
                    <a:lnTo>
                      <a:pt x="537" y="572"/>
                    </a:lnTo>
                    <a:lnTo>
                      <a:pt x="537" y="572"/>
                    </a:lnTo>
                    <a:lnTo>
                      <a:pt x="537" y="549"/>
                    </a:lnTo>
                    <a:lnTo>
                      <a:pt x="537" y="579"/>
                    </a:lnTo>
                    <a:lnTo>
                      <a:pt x="539" y="564"/>
                    </a:lnTo>
                    <a:lnTo>
                      <a:pt x="539" y="564"/>
                    </a:lnTo>
                    <a:lnTo>
                      <a:pt x="540" y="552"/>
                    </a:lnTo>
                    <a:lnTo>
                      <a:pt x="540" y="570"/>
                    </a:lnTo>
                    <a:lnTo>
                      <a:pt x="541" y="560"/>
                    </a:lnTo>
                    <a:lnTo>
                      <a:pt x="541" y="560"/>
                    </a:lnTo>
                    <a:lnTo>
                      <a:pt x="542" y="568"/>
                    </a:lnTo>
                    <a:lnTo>
                      <a:pt x="543" y="550"/>
                    </a:lnTo>
                    <a:lnTo>
                      <a:pt x="543" y="561"/>
                    </a:lnTo>
                    <a:lnTo>
                      <a:pt x="543" y="561"/>
                    </a:lnTo>
                    <a:lnTo>
                      <a:pt x="544" y="551"/>
                    </a:lnTo>
                    <a:lnTo>
                      <a:pt x="545" y="572"/>
                    </a:lnTo>
                    <a:lnTo>
                      <a:pt x="545" y="567"/>
                    </a:lnTo>
                    <a:lnTo>
                      <a:pt x="545" y="567"/>
                    </a:lnTo>
                    <a:lnTo>
                      <a:pt x="546" y="543"/>
                    </a:lnTo>
                    <a:lnTo>
                      <a:pt x="546" y="580"/>
                    </a:lnTo>
                    <a:lnTo>
                      <a:pt x="547" y="556"/>
                    </a:lnTo>
                    <a:lnTo>
                      <a:pt x="547" y="556"/>
                    </a:lnTo>
                    <a:lnTo>
                      <a:pt x="548" y="549"/>
                    </a:lnTo>
                    <a:lnTo>
                      <a:pt x="548" y="574"/>
                    </a:lnTo>
                    <a:lnTo>
                      <a:pt x="549" y="556"/>
                    </a:lnTo>
                    <a:lnTo>
                      <a:pt x="549" y="556"/>
                    </a:lnTo>
                    <a:lnTo>
                      <a:pt x="550" y="573"/>
                    </a:lnTo>
                    <a:lnTo>
                      <a:pt x="551" y="552"/>
                    </a:lnTo>
                    <a:lnTo>
                      <a:pt x="551" y="556"/>
                    </a:lnTo>
                    <a:lnTo>
                      <a:pt x="551" y="556"/>
                    </a:lnTo>
                    <a:lnTo>
                      <a:pt x="552" y="536"/>
                    </a:lnTo>
                    <a:lnTo>
                      <a:pt x="552" y="583"/>
                    </a:lnTo>
                    <a:lnTo>
                      <a:pt x="553" y="568"/>
                    </a:lnTo>
                    <a:lnTo>
                      <a:pt x="553" y="568"/>
                    </a:lnTo>
                    <a:lnTo>
                      <a:pt x="554" y="574"/>
                    </a:lnTo>
                    <a:lnTo>
                      <a:pt x="554" y="548"/>
                    </a:lnTo>
                    <a:lnTo>
                      <a:pt x="555" y="571"/>
                    </a:lnTo>
                    <a:lnTo>
                      <a:pt x="555" y="571"/>
                    </a:lnTo>
                    <a:lnTo>
                      <a:pt x="557" y="510"/>
                    </a:lnTo>
                    <a:lnTo>
                      <a:pt x="557" y="610"/>
                    </a:lnTo>
                    <a:lnTo>
                      <a:pt x="557" y="556"/>
                    </a:lnTo>
                    <a:lnTo>
                      <a:pt x="557" y="556"/>
                    </a:lnTo>
                    <a:lnTo>
                      <a:pt x="557" y="574"/>
                    </a:lnTo>
                    <a:lnTo>
                      <a:pt x="558" y="551"/>
                    </a:lnTo>
                    <a:lnTo>
                      <a:pt x="559" y="568"/>
                    </a:lnTo>
                    <a:lnTo>
                      <a:pt x="559" y="568"/>
                    </a:lnTo>
                    <a:lnTo>
                      <a:pt x="561" y="658"/>
                    </a:lnTo>
                    <a:lnTo>
                      <a:pt x="561" y="416"/>
                    </a:lnTo>
                    <a:lnTo>
                      <a:pt x="561" y="416"/>
                    </a:lnTo>
                    <a:lnTo>
                      <a:pt x="561" y="416"/>
                    </a:lnTo>
                    <a:lnTo>
                      <a:pt x="562" y="412"/>
                    </a:lnTo>
                    <a:lnTo>
                      <a:pt x="562" y="816"/>
                    </a:lnTo>
                    <a:lnTo>
                      <a:pt x="563" y="557"/>
                    </a:lnTo>
                    <a:lnTo>
                      <a:pt x="563" y="557"/>
                    </a:lnTo>
                    <a:lnTo>
                      <a:pt x="564" y="553"/>
                    </a:lnTo>
                    <a:lnTo>
                      <a:pt x="564" y="571"/>
                    </a:lnTo>
                    <a:lnTo>
                      <a:pt x="565" y="569"/>
                    </a:lnTo>
                    <a:lnTo>
                      <a:pt x="565" y="569"/>
                    </a:lnTo>
                    <a:lnTo>
                      <a:pt x="566" y="554"/>
                    </a:lnTo>
                    <a:lnTo>
                      <a:pt x="567" y="563"/>
                    </a:lnTo>
                    <a:lnTo>
                      <a:pt x="567" y="563"/>
                    </a:lnTo>
                    <a:lnTo>
                      <a:pt x="567" y="556"/>
                    </a:lnTo>
                    <a:lnTo>
                      <a:pt x="569" y="569"/>
                    </a:lnTo>
                    <a:lnTo>
                      <a:pt x="569" y="558"/>
                    </a:lnTo>
                    <a:lnTo>
                      <a:pt x="569" y="558"/>
                    </a:lnTo>
                    <a:lnTo>
                      <a:pt x="570" y="569"/>
                    </a:lnTo>
                    <a:lnTo>
                      <a:pt x="570" y="553"/>
                    </a:lnTo>
                    <a:lnTo>
                      <a:pt x="571" y="560"/>
                    </a:lnTo>
                    <a:lnTo>
                      <a:pt x="571" y="560"/>
                    </a:lnTo>
                    <a:lnTo>
                      <a:pt x="572" y="569"/>
                    </a:lnTo>
                    <a:lnTo>
                      <a:pt x="573" y="552"/>
                    </a:lnTo>
                    <a:lnTo>
                      <a:pt x="573" y="551"/>
                    </a:lnTo>
                    <a:lnTo>
                      <a:pt x="573" y="546"/>
                    </a:lnTo>
                    <a:lnTo>
                      <a:pt x="574" y="570"/>
                    </a:lnTo>
                    <a:lnTo>
                      <a:pt x="575" y="560"/>
                    </a:lnTo>
                    <a:lnTo>
                      <a:pt x="575" y="560"/>
                    </a:lnTo>
                    <a:lnTo>
                      <a:pt x="576" y="567"/>
                    </a:lnTo>
                    <a:lnTo>
                      <a:pt x="576" y="555"/>
                    </a:lnTo>
                    <a:lnTo>
                      <a:pt x="577" y="562"/>
                    </a:lnTo>
                    <a:lnTo>
                      <a:pt x="577" y="562"/>
                    </a:lnTo>
                    <a:lnTo>
                      <a:pt x="578" y="553"/>
                    </a:lnTo>
                    <a:lnTo>
                      <a:pt x="578" y="576"/>
                    </a:lnTo>
                    <a:lnTo>
                      <a:pt x="579" y="560"/>
                    </a:lnTo>
                    <a:lnTo>
                      <a:pt x="579" y="559"/>
                    </a:lnTo>
                    <a:lnTo>
                      <a:pt x="581" y="385"/>
                    </a:lnTo>
                    <a:lnTo>
                      <a:pt x="581" y="711"/>
                    </a:lnTo>
                    <a:lnTo>
                      <a:pt x="581" y="594"/>
                    </a:lnTo>
                    <a:lnTo>
                      <a:pt x="581" y="594"/>
                    </a:lnTo>
                    <a:lnTo>
                      <a:pt x="582" y="648"/>
                    </a:lnTo>
                    <a:lnTo>
                      <a:pt x="582" y="439"/>
                    </a:lnTo>
                    <a:lnTo>
                      <a:pt x="583" y="596"/>
                    </a:lnTo>
                    <a:lnTo>
                      <a:pt x="583" y="596"/>
                    </a:lnTo>
                    <a:lnTo>
                      <a:pt x="583" y="597"/>
                    </a:lnTo>
                    <a:lnTo>
                      <a:pt x="584" y="550"/>
                    </a:lnTo>
                    <a:lnTo>
                      <a:pt x="585" y="562"/>
                    </a:lnTo>
                    <a:lnTo>
                      <a:pt x="585" y="562"/>
                    </a:lnTo>
                    <a:lnTo>
                      <a:pt x="586" y="554"/>
                    </a:lnTo>
                    <a:lnTo>
                      <a:pt x="586" y="569"/>
                    </a:lnTo>
                    <a:lnTo>
                      <a:pt x="587" y="563"/>
                    </a:lnTo>
                    <a:lnTo>
                      <a:pt x="587" y="563"/>
                    </a:lnTo>
                    <a:lnTo>
                      <a:pt x="587" y="553"/>
                    </a:lnTo>
                    <a:lnTo>
                      <a:pt x="589" y="571"/>
                    </a:lnTo>
                    <a:lnTo>
                      <a:pt x="589" y="561"/>
                    </a:lnTo>
                    <a:lnTo>
                      <a:pt x="589" y="561"/>
                    </a:lnTo>
                    <a:lnTo>
                      <a:pt x="590" y="569"/>
                    </a:lnTo>
                    <a:lnTo>
                      <a:pt x="590" y="549"/>
                    </a:lnTo>
                    <a:lnTo>
                      <a:pt x="591" y="569"/>
                    </a:lnTo>
                    <a:lnTo>
                      <a:pt x="591" y="569"/>
                    </a:lnTo>
                    <a:lnTo>
                      <a:pt x="591" y="569"/>
                    </a:lnTo>
                    <a:lnTo>
                      <a:pt x="592" y="555"/>
                    </a:lnTo>
                    <a:lnTo>
                      <a:pt x="593" y="565"/>
                    </a:lnTo>
                    <a:lnTo>
                      <a:pt x="593" y="565"/>
                    </a:lnTo>
                    <a:lnTo>
                      <a:pt x="593" y="570"/>
                    </a:lnTo>
                    <a:lnTo>
                      <a:pt x="594" y="552"/>
                    </a:lnTo>
                    <a:lnTo>
                      <a:pt x="595" y="557"/>
                    </a:lnTo>
                    <a:lnTo>
                      <a:pt x="595" y="557"/>
                    </a:lnTo>
                    <a:lnTo>
                      <a:pt x="595" y="576"/>
                    </a:lnTo>
                    <a:lnTo>
                      <a:pt x="596" y="553"/>
                    </a:lnTo>
                    <a:lnTo>
                      <a:pt x="597" y="558"/>
                    </a:lnTo>
                    <a:lnTo>
                      <a:pt x="597" y="558"/>
                    </a:lnTo>
                    <a:lnTo>
                      <a:pt x="599" y="552"/>
                    </a:lnTo>
                    <a:lnTo>
                      <a:pt x="599" y="571"/>
                    </a:lnTo>
                    <a:lnTo>
                      <a:pt x="599" y="566"/>
                    </a:lnTo>
                    <a:lnTo>
                      <a:pt x="599" y="566"/>
                    </a:lnTo>
                    <a:lnTo>
                      <a:pt x="600" y="550"/>
                    </a:lnTo>
                    <a:lnTo>
                      <a:pt x="601" y="575"/>
                    </a:lnTo>
                    <a:lnTo>
                      <a:pt x="601" y="561"/>
                    </a:lnTo>
                    <a:lnTo>
                      <a:pt x="601" y="561"/>
                    </a:lnTo>
                    <a:lnTo>
                      <a:pt x="601" y="552"/>
                    </a:lnTo>
                    <a:lnTo>
                      <a:pt x="603" y="570"/>
                    </a:lnTo>
                    <a:lnTo>
                      <a:pt x="603" y="564"/>
                    </a:lnTo>
                    <a:lnTo>
                      <a:pt x="603" y="564"/>
                    </a:lnTo>
                    <a:lnTo>
                      <a:pt x="604" y="535"/>
                    </a:lnTo>
                    <a:lnTo>
                      <a:pt x="604" y="594"/>
                    </a:lnTo>
                    <a:lnTo>
                      <a:pt x="605" y="558"/>
                    </a:lnTo>
                    <a:lnTo>
                      <a:pt x="605" y="558"/>
                    </a:lnTo>
                    <a:lnTo>
                      <a:pt x="606" y="571"/>
                    </a:lnTo>
                    <a:lnTo>
                      <a:pt x="607" y="552"/>
                    </a:lnTo>
                    <a:lnTo>
                      <a:pt x="607" y="566"/>
                    </a:lnTo>
                    <a:lnTo>
                      <a:pt x="607" y="566"/>
                    </a:lnTo>
                    <a:lnTo>
                      <a:pt x="608" y="550"/>
                    </a:lnTo>
                    <a:lnTo>
                      <a:pt x="609" y="571"/>
                    </a:lnTo>
                    <a:lnTo>
                      <a:pt x="609" y="565"/>
                    </a:lnTo>
                    <a:lnTo>
                      <a:pt x="609" y="565"/>
                    </a:lnTo>
                    <a:lnTo>
                      <a:pt x="610" y="550"/>
                    </a:lnTo>
                    <a:lnTo>
                      <a:pt x="610" y="579"/>
                    </a:lnTo>
                    <a:lnTo>
                      <a:pt x="611" y="574"/>
                    </a:lnTo>
                    <a:lnTo>
                      <a:pt x="611" y="574"/>
                    </a:lnTo>
                    <a:lnTo>
                      <a:pt x="611" y="574"/>
                    </a:lnTo>
                    <a:lnTo>
                      <a:pt x="611" y="553"/>
                    </a:lnTo>
                    <a:lnTo>
                      <a:pt x="613" y="553"/>
                    </a:lnTo>
                    <a:lnTo>
                      <a:pt x="613" y="553"/>
                    </a:lnTo>
                    <a:lnTo>
                      <a:pt x="614" y="573"/>
                    </a:lnTo>
                    <a:lnTo>
                      <a:pt x="615" y="550"/>
                    </a:lnTo>
                    <a:lnTo>
                      <a:pt x="615" y="569"/>
                    </a:lnTo>
                    <a:lnTo>
                      <a:pt x="615" y="569"/>
                    </a:lnTo>
                    <a:lnTo>
                      <a:pt x="616" y="401"/>
                    </a:lnTo>
                    <a:lnTo>
                      <a:pt x="617" y="748"/>
                    </a:lnTo>
                    <a:lnTo>
                      <a:pt x="617" y="521"/>
                    </a:lnTo>
                    <a:lnTo>
                      <a:pt x="617" y="522"/>
                    </a:lnTo>
                    <a:lnTo>
                      <a:pt x="618" y="583"/>
                    </a:lnTo>
                    <a:lnTo>
                      <a:pt x="619" y="552"/>
                    </a:lnTo>
                    <a:lnTo>
                      <a:pt x="619" y="552"/>
                    </a:lnTo>
                    <a:lnTo>
                      <a:pt x="620" y="550"/>
                    </a:lnTo>
                    <a:lnTo>
                      <a:pt x="620" y="570"/>
                    </a:lnTo>
                    <a:lnTo>
                      <a:pt x="621" y="561"/>
                    </a:lnTo>
                    <a:lnTo>
                      <a:pt x="621" y="561"/>
                    </a:lnTo>
                    <a:lnTo>
                      <a:pt x="621" y="551"/>
                    </a:lnTo>
                    <a:lnTo>
                      <a:pt x="623" y="571"/>
                    </a:lnTo>
                    <a:lnTo>
                      <a:pt x="623" y="553"/>
                    </a:lnTo>
                    <a:lnTo>
                      <a:pt x="623" y="553"/>
                    </a:lnTo>
                    <a:lnTo>
                      <a:pt x="624" y="549"/>
                    </a:lnTo>
                    <a:lnTo>
                      <a:pt x="625" y="574"/>
                    </a:lnTo>
                    <a:lnTo>
                      <a:pt x="625" y="564"/>
                    </a:lnTo>
                    <a:lnTo>
                      <a:pt x="625" y="564"/>
                    </a:lnTo>
                    <a:lnTo>
                      <a:pt x="626" y="553"/>
                    </a:lnTo>
                    <a:lnTo>
                      <a:pt x="627" y="569"/>
                    </a:lnTo>
                    <a:lnTo>
                      <a:pt x="627" y="563"/>
                    </a:lnTo>
                    <a:lnTo>
                      <a:pt x="627" y="563"/>
                    </a:lnTo>
                    <a:lnTo>
                      <a:pt x="628" y="340"/>
                    </a:lnTo>
                    <a:lnTo>
                      <a:pt x="628" y="693"/>
                    </a:lnTo>
                    <a:lnTo>
                      <a:pt x="629" y="571"/>
                    </a:lnTo>
                    <a:lnTo>
                      <a:pt x="629" y="571"/>
                    </a:lnTo>
                    <a:lnTo>
                      <a:pt x="630" y="584"/>
                    </a:lnTo>
                    <a:lnTo>
                      <a:pt x="630" y="548"/>
                    </a:lnTo>
                    <a:lnTo>
                      <a:pt x="631" y="556"/>
                    </a:lnTo>
                    <a:lnTo>
                      <a:pt x="631" y="556"/>
                    </a:lnTo>
                    <a:lnTo>
                      <a:pt x="632" y="540"/>
                    </a:lnTo>
                    <a:lnTo>
                      <a:pt x="633" y="586"/>
                    </a:lnTo>
                    <a:lnTo>
                      <a:pt x="633" y="555"/>
                    </a:lnTo>
                    <a:lnTo>
                      <a:pt x="633" y="555"/>
                    </a:lnTo>
                    <a:lnTo>
                      <a:pt x="633" y="577"/>
                    </a:lnTo>
                    <a:lnTo>
                      <a:pt x="635" y="546"/>
                    </a:lnTo>
                    <a:lnTo>
                      <a:pt x="635" y="563"/>
                    </a:lnTo>
                    <a:lnTo>
                      <a:pt x="635" y="563"/>
                    </a:lnTo>
                    <a:lnTo>
                      <a:pt x="635" y="545"/>
                    </a:lnTo>
                    <a:lnTo>
                      <a:pt x="635" y="579"/>
                    </a:lnTo>
                    <a:lnTo>
                      <a:pt x="637" y="566"/>
                    </a:lnTo>
                    <a:lnTo>
                      <a:pt x="637" y="565"/>
                    </a:lnTo>
                    <a:lnTo>
                      <a:pt x="638" y="574"/>
                    </a:lnTo>
                    <a:lnTo>
                      <a:pt x="638" y="545"/>
                    </a:lnTo>
                    <a:lnTo>
                      <a:pt x="639" y="563"/>
                    </a:lnTo>
                    <a:lnTo>
                      <a:pt x="639" y="563"/>
                    </a:lnTo>
                    <a:lnTo>
                      <a:pt x="639" y="572"/>
                    </a:lnTo>
                    <a:lnTo>
                      <a:pt x="640" y="549"/>
                    </a:lnTo>
                    <a:lnTo>
                      <a:pt x="641" y="566"/>
                    </a:lnTo>
                    <a:lnTo>
                      <a:pt x="641" y="566"/>
                    </a:lnTo>
                    <a:lnTo>
                      <a:pt x="642" y="571"/>
                    </a:lnTo>
                    <a:lnTo>
                      <a:pt x="643" y="553"/>
                    </a:lnTo>
                    <a:lnTo>
                      <a:pt x="643" y="569"/>
                    </a:lnTo>
                    <a:lnTo>
                      <a:pt x="643" y="569"/>
                    </a:lnTo>
                    <a:lnTo>
                      <a:pt x="644" y="683"/>
                    </a:lnTo>
                    <a:lnTo>
                      <a:pt x="644" y="326"/>
                    </a:lnTo>
                    <a:lnTo>
                      <a:pt x="645" y="561"/>
                    </a:lnTo>
                    <a:lnTo>
                      <a:pt x="645" y="561"/>
                    </a:lnTo>
                    <a:lnTo>
                      <a:pt x="646" y="554"/>
                    </a:lnTo>
                    <a:lnTo>
                      <a:pt x="647" y="574"/>
                    </a:lnTo>
                    <a:lnTo>
                      <a:pt x="647" y="557"/>
                    </a:lnTo>
                    <a:lnTo>
                      <a:pt x="647" y="557"/>
                    </a:lnTo>
                    <a:lnTo>
                      <a:pt x="648" y="577"/>
                    </a:lnTo>
                    <a:lnTo>
                      <a:pt x="648" y="550"/>
                    </a:lnTo>
                    <a:lnTo>
                      <a:pt x="649" y="556"/>
                    </a:lnTo>
                    <a:lnTo>
                      <a:pt x="649" y="556"/>
                    </a:lnTo>
                    <a:lnTo>
                      <a:pt x="650" y="571"/>
                    </a:lnTo>
                    <a:lnTo>
                      <a:pt x="651" y="552"/>
                    </a:lnTo>
                    <a:lnTo>
                      <a:pt x="651" y="563"/>
                    </a:lnTo>
                    <a:lnTo>
                      <a:pt x="651" y="563"/>
                    </a:lnTo>
                    <a:lnTo>
                      <a:pt x="652" y="547"/>
                    </a:lnTo>
                    <a:lnTo>
                      <a:pt x="653" y="575"/>
                    </a:lnTo>
                    <a:lnTo>
                      <a:pt x="653" y="562"/>
                    </a:lnTo>
                    <a:lnTo>
                      <a:pt x="653" y="562"/>
                    </a:lnTo>
                    <a:lnTo>
                      <a:pt x="655" y="281"/>
                    </a:lnTo>
                    <a:lnTo>
                      <a:pt x="655" y="736"/>
                    </a:lnTo>
                    <a:lnTo>
                      <a:pt x="655" y="634"/>
                    </a:lnTo>
                    <a:lnTo>
                      <a:pt x="655" y="634"/>
                    </a:lnTo>
                    <a:lnTo>
                      <a:pt x="655" y="973"/>
                    </a:lnTo>
                    <a:lnTo>
                      <a:pt x="656" y="328"/>
                    </a:lnTo>
                    <a:lnTo>
                      <a:pt x="657" y="570"/>
                    </a:lnTo>
                    <a:lnTo>
                      <a:pt x="657" y="569"/>
                    </a:lnTo>
                    <a:lnTo>
                      <a:pt x="658" y="548"/>
                    </a:lnTo>
                    <a:lnTo>
                      <a:pt x="658" y="574"/>
                    </a:lnTo>
                    <a:lnTo>
                      <a:pt x="659" y="565"/>
                    </a:lnTo>
                    <a:lnTo>
                      <a:pt x="659" y="565"/>
                    </a:lnTo>
                    <a:lnTo>
                      <a:pt x="661" y="552"/>
                    </a:lnTo>
                    <a:lnTo>
                      <a:pt x="661" y="575"/>
                    </a:lnTo>
                    <a:lnTo>
                      <a:pt x="661" y="561"/>
                    </a:lnTo>
                    <a:lnTo>
                      <a:pt x="661" y="561"/>
                    </a:lnTo>
                    <a:lnTo>
                      <a:pt x="662" y="571"/>
                    </a:lnTo>
                    <a:lnTo>
                      <a:pt x="662" y="550"/>
                    </a:lnTo>
                    <a:lnTo>
                      <a:pt x="663" y="565"/>
                    </a:lnTo>
                    <a:lnTo>
                      <a:pt x="663" y="566"/>
                    </a:lnTo>
                    <a:lnTo>
                      <a:pt x="664" y="572"/>
                    </a:lnTo>
                    <a:lnTo>
                      <a:pt x="664" y="551"/>
                    </a:lnTo>
                    <a:lnTo>
                      <a:pt x="665" y="558"/>
                    </a:lnTo>
                    <a:lnTo>
                      <a:pt x="665" y="558"/>
                    </a:lnTo>
                    <a:lnTo>
                      <a:pt x="666" y="574"/>
                    </a:lnTo>
                    <a:lnTo>
                      <a:pt x="666" y="548"/>
                    </a:lnTo>
                    <a:lnTo>
                      <a:pt x="667" y="565"/>
                    </a:lnTo>
                    <a:lnTo>
                      <a:pt x="667" y="565"/>
                    </a:lnTo>
                    <a:lnTo>
                      <a:pt x="668" y="574"/>
                    </a:lnTo>
                    <a:lnTo>
                      <a:pt x="668" y="550"/>
                    </a:lnTo>
                    <a:lnTo>
                      <a:pt x="669" y="562"/>
                    </a:lnTo>
                    <a:lnTo>
                      <a:pt x="669" y="562"/>
                    </a:lnTo>
                    <a:lnTo>
                      <a:pt x="669" y="550"/>
                    </a:lnTo>
                    <a:lnTo>
                      <a:pt x="670" y="579"/>
                    </a:lnTo>
                    <a:lnTo>
                      <a:pt x="671" y="568"/>
                    </a:lnTo>
                    <a:lnTo>
                      <a:pt x="671" y="569"/>
                    </a:lnTo>
                    <a:lnTo>
                      <a:pt x="671" y="548"/>
                    </a:lnTo>
                    <a:lnTo>
                      <a:pt x="672" y="572"/>
                    </a:lnTo>
                    <a:lnTo>
                      <a:pt x="673" y="567"/>
                    </a:lnTo>
                    <a:lnTo>
                      <a:pt x="673" y="567"/>
                    </a:lnTo>
                    <a:lnTo>
                      <a:pt x="674" y="578"/>
                    </a:lnTo>
                    <a:lnTo>
                      <a:pt x="674" y="549"/>
                    </a:lnTo>
                    <a:lnTo>
                      <a:pt x="675" y="554"/>
                    </a:lnTo>
                    <a:lnTo>
                      <a:pt x="675" y="554"/>
                    </a:lnTo>
                    <a:lnTo>
                      <a:pt x="676" y="543"/>
                    </a:lnTo>
                    <a:lnTo>
                      <a:pt x="677" y="575"/>
                    </a:lnTo>
                    <a:lnTo>
                      <a:pt x="677" y="554"/>
                    </a:lnTo>
                    <a:lnTo>
                      <a:pt x="677" y="554"/>
                    </a:lnTo>
                    <a:lnTo>
                      <a:pt x="677" y="611"/>
                    </a:lnTo>
                    <a:lnTo>
                      <a:pt x="678" y="502"/>
                    </a:lnTo>
                    <a:lnTo>
                      <a:pt x="679" y="561"/>
                    </a:lnTo>
                    <a:lnTo>
                      <a:pt x="679" y="561"/>
                    </a:lnTo>
                    <a:lnTo>
                      <a:pt x="679" y="574"/>
                    </a:lnTo>
                    <a:lnTo>
                      <a:pt x="680" y="552"/>
                    </a:lnTo>
                    <a:lnTo>
                      <a:pt x="681" y="567"/>
                    </a:lnTo>
                    <a:lnTo>
                      <a:pt x="681" y="567"/>
                    </a:lnTo>
                    <a:lnTo>
                      <a:pt x="682" y="548"/>
                    </a:lnTo>
                    <a:lnTo>
                      <a:pt x="682" y="571"/>
                    </a:lnTo>
                    <a:lnTo>
                      <a:pt x="683" y="558"/>
                    </a:lnTo>
                    <a:lnTo>
                      <a:pt x="683" y="558"/>
                    </a:lnTo>
                    <a:lnTo>
                      <a:pt x="683" y="569"/>
                    </a:lnTo>
                    <a:lnTo>
                      <a:pt x="683" y="553"/>
                    </a:lnTo>
                    <a:lnTo>
                      <a:pt x="685" y="562"/>
                    </a:lnTo>
                    <a:lnTo>
                      <a:pt x="685" y="562"/>
                    </a:lnTo>
                    <a:lnTo>
                      <a:pt x="686" y="571"/>
                    </a:lnTo>
                    <a:lnTo>
                      <a:pt x="687" y="546"/>
                    </a:lnTo>
                    <a:lnTo>
                      <a:pt x="687" y="562"/>
                    </a:lnTo>
                    <a:lnTo>
                      <a:pt x="687" y="562"/>
                    </a:lnTo>
                    <a:lnTo>
                      <a:pt x="688" y="573"/>
                    </a:lnTo>
                    <a:lnTo>
                      <a:pt x="688" y="542"/>
                    </a:lnTo>
                    <a:lnTo>
                      <a:pt x="689" y="561"/>
                    </a:lnTo>
                    <a:lnTo>
                      <a:pt x="689" y="561"/>
                    </a:lnTo>
                    <a:lnTo>
                      <a:pt x="689" y="569"/>
                    </a:lnTo>
                    <a:lnTo>
                      <a:pt x="690" y="549"/>
                    </a:lnTo>
                    <a:lnTo>
                      <a:pt x="691" y="563"/>
                    </a:lnTo>
                    <a:lnTo>
                      <a:pt x="691" y="562"/>
                    </a:lnTo>
                    <a:lnTo>
                      <a:pt x="692" y="545"/>
                    </a:lnTo>
                    <a:lnTo>
                      <a:pt x="692" y="577"/>
                    </a:lnTo>
                    <a:lnTo>
                      <a:pt x="693" y="550"/>
                    </a:lnTo>
                    <a:lnTo>
                      <a:pt x="693" y="550"/>
                    </a:lnTo>
                    <a:lnTo>
                      <a:pt x="694" y="546"/>
                    </a:lnTo>
                    <a:lnTo>
                      <a:pt x="695" y="572"/>
                    </a:lnTo>
                    <a:lnTo>
                      <a:pt x="695" y="566"/>
                    </a:lnTo>
                    <a:lnTo>
                      <a:pt x="695" y="566"/>
                    </a:lnTo>
                    <a:lnTo>
                      <a:pt x="695" y="549"/>
                    </a:lnTo>
                    <a:lnTo>
                      <a:pt x="697" y="572"/>
                    </a:lnTo>
                    <a:lnTo>
                      <a:pt x="697" y="560"/>
                    </a:lnTo>
                    <a:lnTo>
                      <a:pt x="697" y="559"/>
                    </a:lnTo>
                    <a:lnTo>
                      <a:pt x="697" y="571"/>
                    </a:lnTo>
                    <a:lnTo>
                      <a:pt x="699" y="550"/>
                    </a:lnTo>
                    <a:lnTo>
                      <a:pt x="699" y="567"/>
                    </a:lnTo>
                    <a:lnTo>
                      <a:pt x="699" y="567"/>
                    </a:lnTo>
                    <a:lnTo>
                      <a:pt x="701" y="573"/>
                    </a:lnTo>
                    <a:lnTo>
                      <a:pt x="701" y="547"/>
                    </a:lnTo>
                    <a:lnTo>
                      <a:pt x="701" y="565"/>
                    </a:lnTo>
                    <a:lnTo>
                      <a:pt x="701" y="566"/>
                    </a:lnTo>
                    <a:lnTo>
                      <a:pt x="702" y="548"/>
                    </a:lnTo>
                    <a:lnTo>
                      <a:pt x="703" y="574"/>
                    </a:lnTo>
                    <a:lnTo>
                      <a:pt x="703" y="556"/>
                    </a:lnTo>
                    <a:lnTo>
                      <a:pt x="703" y="555"/>
                    </a:lnTo>
                    <a:lnTo>
                      <a:pt x="703" y="571"/>
                    </a:lnTo>
                    <a:lnTo>
                      <a:pt x="704" y="546"/>
                    </a:lnTo>
                    <a:lnTo>
                      <a:pt x="705" y="550"/>
                    </a:lnTo>
                    <a:lnTo>
                      <a:pt x="705" y="550"/>
                    </a:lnTo>
                    <a:lnTo>
                      <a:pt x="706" y="573"/>
                    </a:lnTo>
                    <a:lnTo>
                      <a:pt x="707" y="548"/>
                    </a:lnTo>
                    <a:lnTo>
                      <a:pt x="707" y="567"/>
                    </a:lnTo>
                    <a:lnTo>
                      <a:pt x="707" y="567"/>
                    </a:lnTo>
                    <a:lnTo>
                      <a:pt x="707" y="545"/>
                    </a:lnTo>
                    <a:lnTo>
                      <a:pt x="708" y="578"/>
                    </a:lnTo>
                    <a:lnTo>
                      <a:pt x="709" y="550"/>
                    </a:lnTo>
                    <a:lnTo>
                      <a:pt x="709" y="550"/>
                    </a:lnTo>
                    <a:lnTo>
                      <a:pt x="710" y="576"/>
                    </a:lnTo>
                    <a:lnTo>
                      <a:pt x="710" y="547"/>
                    </a:lnTo>
                    <a:lnTo>
                      <a:pt x="711" y="568"/>
                    </a:lnTo>
                    <a:lnTo>
                      <a:pt x="711" y="568"/>
                    </a:lnTo>
                    <a:lnTo>
                      <a:pt x="713" y="479"/>
                    </a:lnTo>
                    <a:lnTo>
                      <a:pt x="713" y="675"/>
                    </a:lnTo>
                    <a:lnTo>
                      <a:pt x="713" y="545"/>
                    </a:lnTo>
                    <a:lnTo>
                      <a:pt x="713" y="545"/>
                    </a:lnTo>
                    <a:lnTo>
                      <a:pt x="714" y="578"/>
                    </a:lnTo>
                    <a:lnTo>
                      <a:pt x="715" y="545"/>
                    </a:lnTo>
                    <a:lnTo>
                      <a:pt x="715" y="567"/>
                    </a:lnTo>
                    <a:lnTo>
                      <a:pt x="715" y="567"/>
                    </a:lnTo>
                    <a:lnTo>
                      <a:pt x="715" y="545"/>
                    </a:lnTo>
                    <a:lnTo>
                      <a:pt x="716" y="573"/>
                    </a:lnTo>
                    <a:lnTo>
                      <a:pt x="717" y="561"/>
                    </a:lnTo>
                    <a:lnTo>
                      <a:pt x="717" y="561"/>
                    </a:lnTo>
                    <a:lnTo>
                      <a:pt x="718" y="541"/>
                    </a:lnTo>
                    <a:lnTo>
                      <a:pt x="719" y="579"/>
                    </a:lnTo>
                    <a:lnTo>
                      <a:pt x="719" y="572"/>
                    </a:lnTo>
                    <a:lnTo>
                      <a:pt x="719" y="572"/>
                    </a:lnTo>
                    <a:lnTo>
                      <a:pt x="721" y="541"/>
                    </a:lnTo>
                    <a:lnTo>
                      <a:pt x="721" y="579"/>
                    </a:lnTo>
                    <a:lnTo>
                      <a:pt x="721" y="566"/>
                    </a:lnTo>
                    <a:lnTo>
                      <a:pt x="721" y="566"/>
                    </a:lnTo>
                    <a:lnTo>
                      <a:pt x="722" y="548"/>
                    </a:lnTo>
                    <a:lnTo>
                      <a:pt x="722" y="579"/>
                    </a:lnTo>
                    <a:lnTo>
                      <a:pt x="723" y="572"/>
                    </a:lnTo>
                    <a:lnTo>
                      <a:pt x="723" y="572"/>
                    </a:lnTo>
                    <a:lnTo>
                      <a:pt x="724" y="617"/>
                    </a:lnTo>
                    <a:lnTo>
                      <a:pt x="724" y="496"/>
                    </a:lnTo>
                    <a:lnTo>
                      <a:pt x="725" y="554"/>
                    </a:lnTo>
                    <a:lnTo>
                      <a:pt x="725" y="554"/>
                    </a:lnTo>
                    <a:lnTo>
                      <a:pt x="725" y="552"/>
                    </a:lnTo>
                    <a:lnTo>
                      <a:pt x="727" y="573"/>
                    </a:lnTo>
                    <a:lnTo>
                      <a:pt x="727" y="555"/>
                    </a:lnTo>
                    <a:lnTo>
                      <a:pt x="727" y="555"/>
                    </a:lnTo>
                    <a:lnTo>
                      <a:pt x="728" y="574"/>
                    </a:lnTo>
                    <a:lnTo>
                      <a:pt x="728" y="550"/>
                    </a:lnTo>
                    <a:lnTo>
                      <a:pt x="729" y="561"/>
                    </a:lnTo>
                    <a:lnTo>
                      <a:pt x="729" y="561"/>
                    </a:lnTo>
                    <a:lnTo>
                      <a:pt x="730" y="552"/>
                    </a:lnTo>
                    <a:lnTo>
                      <a:pt x="730" y="571"/>
                    </a:lnTo>
                    <a:lnTo>
                      <a:pt x="731" y="556"/>
                    </a:lnTo>
                    <a:lnTo>
                      <a:pt x="731" y="557"/>
                    </a:lnTo>
                    <a:lnTo>
                      <a:pt x="733" y="571"/>
                    </a:lnTo>
                    <a:lnTo>
                      <a:pt x="733" y="549"/>
                    </a:lnTo>
                    <a:lnTo>
                      <a:pt x="733" y="567"/>
                    </a:lnTo>
                    <a:lnTo>
                      <a:pt x="733" y="567"/>
                    </a:lnTo>
                    <a:lnTo>
                      <a:pt x="735" y="545"/>
                    </a:lnTo>
                    <a:lnTo>
                      <a:pt x="735" y="573"/>
                    </a:lnTo>
                    <a:lnTo>
                      <a:pt x="735" y="569"/>
                    </a:lnTo>
                    <a:lnTo>
                      <a:pt x="735" y="568"/>
                    </a:lnTo>
                    <a:lnTo>
                      <a:pt x="736" y="546"/>
                    </a:lnTo>
                    <a:lnTo>
                      <a:pt x="736" y="575"/>
                    </a:lnTo>
                    <a:lnTo>
                      <a:pt x="737" y="560"/>
                    </a:lnTo>
                    <a:lnTo>
                      <a:pt x="737" y="560"/>
                    </a:lnTo>
                    <a:lnTo>
                      <a:pt x="737" y="572"/>
                    </a:lnTo>
                    <a:lnTo>
                      <a:pt x="738" y="547"/>
                    </a:lnTo>
                    <a:lnTo>
                      <a:pt x="739" y="565"/>
                    </a:lnTo>
                    <a:lnTo>
                      <a:pt x="739" y="565"/>
                    </a:lnTo>
                    <a:lnTo>
                      <a:pt x="740" y="670"/>
                    </a:lnTo>
                    <a:lnTo>
                      <a:pt x="741" y="319"/>
                    </a:lnTo>
                    <a:lnTo>
                      <a:pt x="741" y="510"/>
                    </a:lnTo>
                    <a:lnTo>
                      <a:pt x="741" y="510"/>
                    </a:lnTo>
                    <a:lnTo>
                      <a:pt x="741" y="509"/>
                    </a:lnTo>
                    <a:lnTo>
                      <a:pt x="742" y="637"/>
                    </a:lnTo>
                    <a:lnTo>
                      <a:pt x="743" y="558"/>
                    </a:lnTo>
                    <a:lnTo>
                      <a:pt x="743" y="558"/>
                    </a:lnTo>
                    <a:lnTo>
                      <a:pt x="745" y="572"/>
                    </a:lnTo>
                    <a:lnTo>
                      <a:pt x="745" y="546"/>
                    </a:lnTo>
                    <a:lnTo>
                      <a:pt x="745" y="566"/>
                    </a:lnTo>
                    <a:lnTo>
                      <a:pt x="745" y="566"/>
                    </a:lnTo>
                    <a:lnTo>
                      <a:pt x="745" y="578"/>
                    </a:lnTo>
                    <a:lnTo>
                      <a:pt x="747" y="550"/>
                    </a:lnTo>
                    <a:lnTo>
                      <a:pt x="747" y="566"/>
                    </a:lnTo>
                    <a:lnTo>
                      <a:pt x="747" y="566"/>
                    </a:lnTo>
                    <a:lnTo>
                      <a:pt x="748" y="549"/>
                    </a:lnTo>
                    <a:lnTo>
                      <a:pt x="748" y="574"/>
                    </a:lnTo>
                    <a:lnTo>
                      <a:pt x="749" y="562"/>
                    </a:lnTo>
                    <a:lnTo>
                      <a:pt x="749" y="562"/>
                    </a:lnTo>
                    <a:lnTo>
                      <a:pt x="750" y="548"/>
                    </a:lnTo>
                    <a:lnTo>
                      <a:pt x="751" y="571"/>
                    </a:lnTo>
                    <a:lnTo>
                      <a:pt x="751" y="564"/>
                    </a:lnTo>
                    <a:lnTo>
                      <a:pt x="751" y="564"/>
                    </a:lnTo>
                    <a:lnTo>
                      <a:pt x="752" y="576"/>
                    </a:lnTo>
                    <a:lnTo>
                      <a:pt x="753" y="548"/>
                    </a:lnTo>
                    <a:lnTo>
                      <a:pt x="753" y="572"/>
                    </a:lnTo>
                    <a:lnTo>
                      <a:pt x="753" y="572"/>
                    </a:lnTo>
                    <a:lnTo>
                      <a:pt x="754" y="552"/>
                    </a:lnTo>
                    <a:lnTo>
                      <a:pt x="756" y="564"/>
                    </a:lnTo>
                    <a:lnTo>
                      <a:pt x="756" y="564"/>
                    </a:lnTo>
                    <a:lnTo>
                      <a:pt x="756" y="550"/>
                    </a:lnTo>
                    <a:lnTo>
                      <a:pt x="756" y="571"/>
                    </a:lnTo>
                    <a:lnTo>
                      <a:pt x="757" y="565"/>
                    </a:lnTo>
                    <a:lnTo>
                      <a:pt x="757" y="565"/>
                    </a:lnTo>
                    <a:lnTo>
                      <a:pt x="758" y="516"/>
                    </a:lnTo>
                    <a:lnTo>
                      <a:pt x="758" y="597"/>
                    </a:lnTo>
                    <a:lnTo>
                      <a:pt x="759" y="569"/>
                    </a:lnTo>
                    <a:lnTo>
                      <a:pt x="759" y="569"/>
                    </a:lnTo>
                    <a:lnTo>
                      <a:pt x="760" y="577"/>
                    </a:lnTo>
                    <a:lnTo>
                      <a:pt x="760" y="548"/>
                    </a:lnTo>
                    <a:lnTo>
                      <a:pt x="762" y="567"/>
                    </a:lnTo>
                    <a:lnTo>
                      <a:pt x="762" y="567"/>
                    </a:lnTo>
                    <a:lnTo>
                      <a:pt x="762" y="546"/>
                    </a:lnTo>
                    <a:lnTo>
                      <a:pt x="762" y="576"/>
                    </a:lnTo>
                    <a:lnTo>
                      <a:pt x="763" y="567"/>
                    </a:lnTo>
                    <a:lnTo>
                      <a:pt x="763" y="567"/>
                    </a:lnTo>
                    <a:lnTo>
                      <a:pt x="765" y="540"/>
                    </a:lnTo>
                    <a:lnTo>
                      <a:pt x="765" y="577"/>
                    </a:lnTo>
                    <a:lnTo>
                      <a:pt x="765" y="563"/>
                    </a:lnTo>
                    <a:lnTo>
                      <a:pt x="765" y="563"/>
                    </a:lnTo>
                    <a:lnTo>
                      <a:pt x="766" y="549"/>
                    </a:lnTo>
                    <a:lnTo>
                      <a:pt x="767" y="574"/>
                    </a:lnTo>
                    <a:lnTo>
                      <a:pt x="768" y="555"/>
                    </a:lnTo>
                    <a:lnTo>
                      <a:pt x="768" y="555"/>
                    </a:lnTo>
                    <a:lnTo>
                      <a:pt x="768" y="573"/>
                    </a:lnTo>
                    <a:lnTo>
                      <a:pt x="769" y="549"/>
                    </a:lnTo>
                    <a:lnTo>
                      <a:pt x="769" y="562"/>
                    </a:lnTo>
                    <a:lnTo>
                      <a:pt x="769" y="562"/>
                    </a:lnTo>
                    <a:lnTo>
                      <a:pt x="770" y="577"/>
                    </a:lnTo>
                    <a:lnTo>
                      <a:pt x="770" y="549"/>
                    </a:lnTo>
                    <a:lnTo>
                      <a:pt x="771" y="556"/>
                    </a:lnTo>
                    <a:lnTo>
                      <a:pt x="771" y="556"/>
                    </a:lnTo>
                    <a:lnTo>
                      <a:pt x="773" y="618"/>
                    </a:lnTo>
                    <a:lnTo>
                      <a:pt x="774" y="533"/>
                    </a:lnTo>
                    <a:lnTo>
                      <a:pt x="774" y="539"/>
                    </a:lnTo>
                    <a:lnTo>
                      <a:pt x="774" y="539"/>
                    </a:lnTo>
                    <a:lnTo>
                      <a:pt x="775" y="229"/>
                    </a:lnTo>
                    <a:lnTo>
                      <a:pt x="775" y="721"/>
                    </a:lnTo>
                    <a:lnTo>
                      <a:pt x="775" y="721"/>
                    </a:lnTo>
                    <a:lnTo>
                      <a:pt x="776" y="812"/>
                    </a:lnTo>
                    <a:lnTo>
                      <a:pt x="776" y="318"/>
                    </a:lnTo>
                    <a:lnTo>
                      <a:pt x="777" y="555"/>
                    </a:lnTo>
                    <a:lnTo>
                      <a:pt x="777" y="555"/>
                    </a:lnTo>
                    <a:lnTo>
                      <a:pt x="778" y="550"/>
                    </a:lnTo>
                    <a:lnTo>
                      <a:pt x="779" y="575"/>
                    </a:lnTo>
                    <a:lnTo>
                      <a:pt x="780" y="554"/>
                    </a:lnTo>
                    <a:lnTo>
                      <a:pt x="780" y="554"/>
                    </a:lnTo>
                    <a:lnTo>
                      <a:pt x="780" y="575"/>
                    </a:lnTo>
                    <a:lnTo>
                      <a:pt x="781" y="544"/>
                    </a:lnTo>
                    <a:lnTo>
                      <a:pt x="781" y="554"/>
                    </a:lnTo>
                    <a:lnTo>
                      <a:pt x="781" y="554"/>
                    </a:lnTo>
                    <a:lnTo>
                      <a:pt x="782" y="579"/>
                    </a:lnTo>
                    <a:lnTo>
                      <a:pt x="783" y="550"/>
                    </a:lnTo>
                    <a:lnTo>
                      <a:pt x="783" y="558"/>
                    </a:lnTo>
                    <a:lnTo>
                      <a:pt x="783" y="558"/>
                    </a:lnTo>
                    <a:lnTo>
                      <a:pt x="784" y="574"/>
                    </a:lnTo>
                    <a:lnTo>
                      <a:pt x="784" y="549"/>
                    </a:lnTo>
                    <a:lnTo>
                      <a:pt x="786" y="558"/>
                    </a:lnTo>
                    <a:lnTo>
                      <a:pt x="786" y="558"/>
                    </a:lnTo>
                    <a:lnTo>
                      <a:pt x="786" y="600"/>
                    </a:lnTo>
                    <a:lnTo>
                      <a:pt x="786" y="507"/>
                    </a:lnTo>
                    <a:lnTo>
                      <a:pt x="787" y="551"/>
                    </a:lnTo>
                    <a:lnTo>
                      <a:pt x="787" y="551"/>
                    </a:lnTo>
                    <a:lnTo>
                      <a:pt x="789" y="575"/>
                    </a:lnTo>
                    <a:lnTo>
                      <a:pt x="789" y="550"/>
                    </a:lnTo>
                    <a:lnTo>
                      <a:pt x="789" y="563"/>
                    </a:lnTo>
                    <a:lnTo>
                      <a:pt x="789" y="563"/>
                    </a:lnTo>
                    <a:lnTo>
                      <a:pt x="790" y="544"/>
                    </a:lnTo>
                    <a:lnTo>
                      <a:pt x="791" y="576"/>
                    </a:lnTo>
                    <a:lnTo>
                      <a:pt x="792" y="551"/>
                    </a:lnTo>
                    <a:lnTo>
                      <a:pt x="792" y="551"/>
                    </a:lnTo>
                    <a:lnTo>
                      <a:pt x="792" y="574"/>
                    </a:lnTo>
                    <a:lnTo>
                      <a:pt x="792" y="548"/>
                    </a:lnTo>
                    <a:lnTo>
                      <a:pt x="793" y="570"/>
                    </a:lnTo>
                    <a:lnTo>
                      <a:pt x="793" y="571"/>
                    </a:lnTo>
                    <a:lnTo>
                      <a:pt x="793" y="572"/>
                    </a:lnTo>
                    <a:lnTo>
                      <a:pt x="795" y="549"/>
                    </a:lnTo>
                    <a:lnTo>
                      <a:pt x="795" y="554"/>
                    </a:lnTo>
                    <a:lnTo>
                      <a:pt x="795" y="554"/>
                    </a:lnTo>
                    <a:lnTo>
                      <a:pt x="796" y="588"/>
                    </a:lnTo>
                    <a:lnTo>
                      <a:pt x="796" y="540"/>
                    </a:lnTo>
                    <a:lnTo>
                      <a:pt x="798" y="568"/>
                    </a:lnTo>
                    <a:lnTo>
                      <a:pt x="798" y="569"/>
                    </a:lnTo>
                    <a:lnTo>
                      <a:pt x="798" y="577"/>
                    </a:lnTo>
                    <a:lnTo>
                      <a:pt x="799" y="542"/>
                    </a:lnTo>
                    <a:lnTo>
                      <a:pt x="799" y="572"/>
                    </a:lnTo>
                    <a:lnTo>
                      <a:pt x="799" y="572"/>
                    </a:lnTo>
                    <a:lnTo>
                      <a:pt x="799" y="545"/>
                    </a:lnTo>
                    <a:lnTo>
                      <a:pt x="800" y="576"/>
                    </a:lnTo>
                    <a:lnTo>
                      <a:pt x="801" y="566"/>
                    </a:lnTo>
                    <a:lnTo>
                      <a:pt x="801" y="566"/>
                    </a:lnTo>
                    <a:lnTo>
                      <a:pt x="803" y="486"/>
                    </a:lnTo>
                    <a:lnTo>
                      <a:pt x="804" y="597"/>
                    </a:lnTo>
                    <a:lnTo>
                      <a:pt x="804" y="597"/>
                    </a:lnTo>
                    <a:lnTo>
                      <a:pt x="804" y="615"/>
                    </a:lnTo>
                    <a:lnTo>
                      <a:pt x="804" y="549"/>
                    </a:lnTo>
                    <a:lnTo>
                      <a:pt x="805" y="562"/>
                    </a:lnTo>
                    <a:lnTo>
                      <a:pt x="805" y="562"/>
                    </a:lnTo>
                    <a:lnTo>
                      <a:pt x="806" y="573"/>
                    </a:lnTo>
                    <a:lnTo>
                      <a:pt x="807" y="549"/>
                    </a:lnTo>
                    <a:lnTo>
                      <a:pt x="807" y="561"/>
                    </a:lnTo>
                    <a:lnTo>
                      <a:pt x="807" y="561"/>
                    </a:lnTo>
                    <a:lnTo>
                      <a:pt x="808" y="571"/>
                    </a:lnTo>
                    <a:lnTo>
                      <a:pt x="808" y="552"/>
                    </a:lnTo>
                    <a:lnTo>
                      <a:pt x="810" y="558"/>
                    </a:lnTo>
                    <a:lnTo>
                      <a:pt x="810" y="558"/>
                    </a:lnTo>
                    <a:lnTo>
                      <a:pt x="811" y="577"/>
                    </a:lnTo>
                    <a:lnTo>
                      <a:pt x="811" y="544"/>
                    </a:lnTo>
                    <a:lnTo>
                      <a:pt x="811" y="557"/>
                    </a:lnTo>
                    <a:lnTo>
                      <a:pt x="811" y="557"/>
                    </a:lnTo>
                    <a:lnTo>
                      <a:pt x="812" y="581"/>
                    </a:lnTo>
                    <a:lnTo>
                      <a:pt x="812" y="537"/>
                    </a:lnTo>
                    <a:lnTo>
                      <a:pt x="813" y="572"/>
                    </a:lnTo>
                    <a:lnTo>
                      <a:pt x="813" y="572"/>
                    </a:lnTo>
                    <a:lnTo>
                      <a:pt x="814" y="551"/>
                    </a:lnTo>
                    <a:lnTo>
                      <a:pt x="816" y="566"/>
                    </a:lnTo>
                    <a:lnTo>
                      <a:pt x="816" y="566"/>
                    </a:lnTo>
                    <a:lnTo>
                      <a:pt x="817" y="577"/>
                    </a:lnTo>
                    <a:lnTo>
                      <a:pt x="817" y="545"/>
                    </a:lnTo>
                    <a:lnTo>
                      <a:pt x="817" y="558"/>
                    </a:lnTo>
                    <a:lnTo>
                      <a:pt x="817" y="558"/>
                    </a:lnTo>
                    <a:lnTo>
                      <a:pt x="818" y="539"/>
                    </a:lnTo>
                    <a:lnTo>
                      <a:pt x="819" y="582"/>
                    </a:lnTo>
                    <a:lnTo>
                      <a:pt x="819" y="563"/>
                    </a:lnTo>
                    <a:lnTo>
                      <a:pt x="819" y="563"/>
                    </a:lnTo>
                    <a:lnTo>
                      <a:pt x="820" y="535"/>
                    </a:lnTo>
                    <a:lnTo>
                      <a:pt x="820" y="603"/>
                    </a:lnTo>
                    <a:lnTo>
                      <a:pt x="822" y="558"/>
                    </a:lnTo>
                    <a:lnTo>
                      <a:pt x="822" y="558"/>
                    </a:lnTo>
                    <a:lnTo>
                      <a:pt x="822" y="540"/>
                    </a:lnTo>
                    <a:lnTo>
                      <a:pt x="822" y="577"/>
                    </a:lnTo>
                    <a:lnTo>
                      <a:pt x="823" y="558"/>
                    </a:lnTo>
                    <a:lnTo>
                      <a:pt x="823" y="558"/>
                    </a:lnTo>
                    <a:lnTo>
                      <a:pt x="825" y="546"/>
                    </a:lnTo>
                    <a:lnTo>
                      <a:pt x="825" y="585"/>
                    </a:lnTo>
                    <a:lnTo>
                      <a:pt x="825" y="550"/>
                    </a:lnTo>
                    <a:lnTo>
                      <a:pt x="825" y="550"/>
                    </a:lnTo>
                    <a:lnTo>
                      <a:pt x="826" y="546"/>
                    </a:lnTo>
                    <a:lnTo>
                      <a:pt x="827" y="580"/>
                    </a:lnTo>
                    <a:lnTo>
                      <a:pt x="828" y="568"/>
                    </a:lnTo>
                    <a:lnTo>
                      <a:pt x="828" y="568"/>
                    </a:lnTo>
                    <a:lnTo>
                      <a:pt x="828" y="469"/>
                    </a:lnTo>
                    <a:lnTo>
                      <a:pt x="828" y="621"/>
                    </a:lnTo>
                    <a:lnTo>
                      <a:pt x="829" y="554"/>
                    </a:lnTo>
                    <a:lnTo>
                      <a:pt x="829" y="554"/>
                    </a:lnTo>
                    <a:lnTo>
                      <a:pt x="831" y="549"/>
                    </a:lnTo>
                    <a:lnTo>
                      <a:pt x="831" y="572"/>
                    </a:lnTo>
                    <a:lnTo>
                      <a:pt x="831" y="562"/>
                    </a:lnTo>
                    <a:lnTo>
                      <a:pt x="831" y="562"/>
                    </a:lnTo>
                    <a:lnTo>
                      <a:pt x="832" y="577"/>
                    </a:lnTo>
                    <a:lnTo>
                      <a:pt x="833" y="544"/>
                    </a:lnTo>
                    <a:lnTo>
                      <a:pt x="834" y="554"/>
                    </a:lnTo>
                    <a:lnTo>
                      <a:pt x="834" y="554"/>
                    </a:lnTo>
                    <a:lnTo>
                      <a:pt x="835" y="527"/>
                    </a:lnTo>
                    <a:lnTo>
                      <a:pt x="835" y="598"/>
                    </a:lnTo>
                    <a:lnTo>
                      <a:pt x="835" y="597"/>
                    </a:lnTo>
                    <a:lnTo>
                      <a:pt x="835" y="597"/>
                    </a:lnTo>
                    <a:lnTo>
                      <a:pt x="836" y="540"/>
                    </a:lnTo>
                    <a:lnTo>
                      <a:pt x="837" y="558"/>
                    </a:lnTo>
                    <a:lnTo>
                      <a:pt x="837" y="558"/>
                    </a:lnTo>
                    <a:lnTo>
                      <a:pt x="838" y="548"/>
                    </a:lnTo>
                    <a:lnTo>
                      <a:pt x="839" y="573"/>
                    </a:lnTo>
                    <a:lnTo>
                      <a:pt x="840" y="566"/>
                    </a:lnTo>
                    <a:lnTo>
                      <a:pt x="840" y="566"/>
                    </a:lnTo>
                    <a:lnTo>
                      <a:pt x="840" y="545"/>
                    </a:lnTo>
                    <a:lnTo>
                      <a:pt x="841" y="577"/>
                    </a:lnTo>
                    <a:lnTo>
                      <a:pt x="841" y="549"/>
                    </a:lnTo>
                    <a:lnTo>
                      <a:pt x="841" y="549"/>
                    </a:lnTo>
                    <a:lnTo>
                      <a:pt x="843" y="581"/>
                    </a:lnTo>
                    <a:lnTo>
                      <a:pt x="843" y="543"/>
                    </a:lnTo>
                    <a:lnTo>
                      <a:pt x="843" y="573"/>
                    </a:lnTo>
                    <a:lnTo>
                      <a:pt x="843" y="573"/>
                    </a:lnTo>
                    <a:lnTo>
                      <a:pt x="845" y="539"/>
                    </a:lnTo>
                    <a:lnTo>
                      <a:pt x="845" y="580"/>
                    </a:lnTo>
                    <a:lnTo>
                      <a:pt x="846" y="556"/>
                    </a:lnTo>
                    <a:lnTo>
                      <a:pt x="846" y="555"/>
                    </a:lnTo>
                    <a:lnTo>
                      <a:pt x="846" y="547"/>
                    </a:lnTo>
                    <a:lnTo>
                      <a:pt x="847" y="574"/>
                    </a:lnTo>
                    <a:lnTo>
                      <a:pt x="847" y="554"/>
                    </a:lnTo>
                    <a:lnTo>
                      <a:pt x="847" y="554"/>
                    </a:lnTo>
                    <a:lnTo>
                      <a:pt x="848" y="579"/>
                    </a:lnTo>
                    <a:lnTo>
                      <a:pt x="849" y="547"/>
                    </a:lnTo>
                    <a:lnTo>
                      <a:pt x="849" y="564"/>
                    </a:lnTo>
                    <a:lnTo>
                      <a:pt x="849" y="564"/>
                    </a:lnTo>
                    <a:lnTo>
                      <a:pt x="851" y="577"/>
                    </a:lnTo>
                    <a:lnTo>
                      <a:pt x="851" y="540"/>
                    </a:lnTo>
                    <a:lnTo>
                      <a:pt x="852" y="569"/>
                    </a:lnTo>
                    <a:lnTo>
                      <a:pt x="852" y="569"/>
                    </a:lnTo>
                    <a:lnTo>
                      <a:pt x="852" y="546"/>
                    </a:lnTo>
                    <a:lnTo>
                      <a:pt x="853" y="574"/>
                    </a:lnTo>
                    <a:lnTo>
                      <a:pt x="853" y="551"/>
                    </a:lnTo>
                    <a:lnTo>
                      <a:pt x="853" y="551"/>
                    </a:lnTo>
                    <a:lnTo>
                      <a:pt x="855" y="547"/>
                    </a:lnTo>
                    <a:lnTo>
                      <a:pt x="855" y="574"/>
                    </a:lnTo>
                    <a:lnTo>
                      <a:pt x="855" y="574"/>
                    </a:lnTo>
                    <a:lnTo>
                      <a:pt x="856" y="309"/>
                    </a:lnTo>
                    <a:lnTo>
                      <a:pt x="856" y="884"/>
                    </a:lnTo>
                    <a:lnTo>
                      <a:pt x="858" y="565"/>
                    </a:lnTo>
                    <a:lnTo>
                      <a:pt x="858" y="565"/>
                    </a:lnTo>
                    <a:lnTo>
                      <a:pt x="859" y="546"/>
                    </a:lnTo>
                    <a:lnTo>
                      <a:pt x="859" y="582"/>
                    </a:lnTo>
                    <a:lnTo>
                      <a:pt x="859" y="578"/>
                    </a:lnTo>
                    <a:lnTo>
                      <a:pt x="859" y="578"/>
                    </a:lnTo>
                    <a:lnTo>
                      <a:pt x="861" y="545"/>
                    </a:lnTo>
                    <a:lnTo>
                      <a:pt x="861" y="581"/>
                    </a:lnTo>
                    <a:lnTo>
                      <a:pt x="861" y="563"/>
                    </a:lnTo>
                    <a:lnTo>
                      <a:pt x="861" y="563"/>
                    </a:lnTo>
                    <a:lnTo>
                      <a:pt x="862" y="548"/>
                    </a:lnTo>
                    <a:lnTo>
                      <a:pt x="862" y="575"/>
                    </a:lnTo>
                    <a:lnTo>
                      <a:pt x="864" y="552"/>
                    </a:lnTo>
                    <a:lnTo>
                      <a:pt x="864" y="552"/>
                    </a:lnTo>
                    <a:lnTo>
                      <a:pt x="865" y="577"/>
                    </a:lnTo>
                    <a:lnTo>
                      <a:pt x="866" y="548"/>
                    </a:lnTo>
                    <a:lnTo>
                      <a:pt x="866" y="556"/>
                    </a:lnTo>
                    <a:lnTo>
                      <a:pt x="866" y="556"/>
                    </a:lnTo>
                    <a:lnTo>
                      <a:pt x="866" y="578"/>
                    </a:lnTo>
                    <a:lnTo>
                      <a:pt x="867" y="549"/>
                    </a:lnTo>
                    <a:lnTo>
                      <a:pt x="867" y="561"/>
                    </a:lnTo>
                    <a:lnTo>
                      <a:pt x="867" y="561"/>
                    </a:lnTo>
                    <a:lnTo>
                      <a:pt x="868" y="577"/>
                    </a:lnTo>
                    <a:lnTo>
                      <a:pt x="869" y="546"/>
                    </a:lnTo>
                    <a:lnTo>
                      <a:pt x="870" y="561"/>
                    </a:lnTo>
                    <a:lnTo>
                      <a:pt x="870" y="561"/>
                    </a:lnTo>
                    <a:lnTo>
                      <a:pt x="871" y="577"/>
                    </a:lnTo>
                    <a:lnTo>
                      <a:pt x="871" y="544"/>
                    </a:lnTo>
                    <a:lnTo>
                      <a:pt x="872" y="574"/>
                    </a:lnTo>
                    <a:lnTo>
                      <a:pt x="872" y="574"/>
                    </a:lnTo>
                    <a:lnTo>
                      <a:pt x="872" y="579"/>
                    </a:lnTo>
                    <a:lnTo>
                      <a:pt x="873" y="530"/>
                    </a:lnTo>
                    <a:lnTo>
                      <a:pt x="873" y="529"/>
                    </a:lnTo>
                    <a:lnTo>
                      <a:pt x="873" y="519"/>
                    </a:lnTo>
                    <a:lnTo>
                      <a:pt x="874" y="599"/>
                    </a:lnTo>
                    <a:lnTo>
                      <a:pt x="876" y="554"/>
                    </a:lnTo>
                    <a:lnTo>
                      <a:pt x="876" y="555"/>
                    </a:lnTo>
                    <a:lnTo>
                      <a:pt x="876" y="548"/>
                    </a:lnTo>
                    <a:lnTo>
                      <a:pt x="876" y="577"/>
                    </a:lnTo>
                    <a:lnTo>
                      <a:pt x="878" y="572"/>
                    </a:lnTo>
                    <a:lnTo>
                      <a:pt x="878" y="572"/>
                    </a:lnTo>
                    <a:lnTo>
                      <a:pt x="878" y="441"/>
                    </a:lnTo>
                    <a:lnTo>
                      <a:pt x="878" y="767"/>
                    </a:lnTo>
                    <a:lnTo>
                      <a:pt x="879" y="569"/>
                    </a:lnTo>
                    <a:lnTo>
                      <a:pt x="879" y="569"/>
                    </a:lnTo>
                    <a:lnTo>
                      <a:pt x="881" y="550"/>
                    </a:lnTo>
                    <a:lnTo>
                      <a:pt x="881" y="571"/>
                    </a:lnTo>
                    <a:lnTo>
                      <a:pt x="882" y="571"/>
                    </a:lnTo>
                    <a:lnTo>
                      <a:pt x="882" y="571"/>
                    </a:lnTo>
                    <a:lnTo>
                      <a:pt x="883" y="584"/>
                    </a:lnTo>
                    <a:lnTo>
                      <a:pt x="884" y="539"/>
                    </a:lnTo>
                    <a:lnTo>
                      <a:pt x="884" y="568"/>
                    </a:lnTo>
                    <a:lnTo>
                      <a:pt x="884" y="568"/>
                    </a:lnTo>
                    <a:lnTo>
                      <a:pt x="884" y="577"/>
                    </a:lnTo>
                    <a:lnTo>
                      <a:pt x="884" y="551"/>
                    </a:lnTo>
                    <a:lnTo>
                      <a:pt x="885" y="565"/>
                    </a:lnTo>
                    <a:lnTo>
                      <a:pt x="885" y="565"/>
                    </a:lnTo>
                    <a:lnTo>
                      <a:pt x="886" y="572"/>
                    </a:lnTo>
                    <a:lnTo>
                      <a:pt x="887" y="552"/>
                    </a:lnTo>
                    <a:lnTo>
                      <a:pt x="888" y="565"/>
                    </a:lnTo>
                    <a:lnTo>
                      <a:pt x="888" y="565"/>
                    </a:lnTo>
                    <a:lnTo>
                      <a:pt x="888" y="572"/>
                    </a:lnTo>
                    <a:lnTo>
                      <a:pt x="889" y="551"/>
                    </a:lnTo>
                    <a:lnTo>
                      <a:pt x="890" y="553"/>
                    </a:lnTo>
                    <a:lnTo>
                      <a:pt x="890" y="553"/>
                    </a:lnTo>
                    <a:lnTo>
                      <a:pt x="891" y="571"/>
                    </a:lnTo>
                    <a:lnTo>
                      <a:pt x="891" y="550"/>
                    </a:lnTo>
                    <a:lnTo>
                      <a:pt x="891" y="563"/>
                    </a:lnTo>
                    <a:lnTo>
                      <a:pt x="891" y="563"/>
                    </a:lnTo>
                    <a:lnTo>
                      <a:pt x="892" y="552"/>
                    </a:lnTo>
                    <a:lnTo>
                      <a:pt x="893" y="571"/>
                    </a:lnTo>
                    <a:lnTo>
                      <a:pt x="894" y="566"/>
                    </a:lnTo>
                    <a:lnTo>
                      <a:pt x="894" y="566"/>
                    </a:lnTo>
                    <a:lnTo>
                      <a:pt x="894" y="551"/>
                    </a:lnTo>
                    <a:lnTo>
                      <a:pt x="894" y="574"/>
                    </a:lnTo>
                    <a:lnTo>
                      <a:pt x="896" y="566"/>
                    </a:lnTo>
                    <a:lnTo>
                      <a:pt x="896" y="566"/>
                    </a:lnTo>
                    <a:lnTo>
                      <a:pt x="897" y="547"/>
                    </a:lnTo>
                    <a:lnTo>
                      <a:pt x="897" y="575"/>
                    </a:lnTo>
                    <a:lnTo>
                      <a:pt x="897" y="551"/>
                    </a:lnTo>
                    <a:lnTo>
                      <a:pt x="897" y="551"/>
                    </a:lnTo>
                    <a:lnTo>
                      <a:pt x="898" y="577"/>
                    </a:lnTo>
                    <a:lnTo>
                      <a:pt x="898" y="547"/>
                    </a:lnTo>
                    <a:lnTo>
                      <a:pt x="900" y="554"/>
                    </a:lnTo>
                    <a:lnTo>
                      <a:pt x="900" y="554"/>
                    </a:lnTo>
                    <a:lnTo>
                      <a:pt x="900" y="554"/>
                    </a:lnTo>
                    <a:lnTo>
                      <a:pt x="901" y="571"/>
                    </a:lnTo>
                    <a:lnTo>
                      <a:pt x="902" y="566"/>
                    </a:lnTo>
                    <a:lnTo>
                      <a:pt x="902" y="566"/>
                    </a:lnTo>
                    <a:lnTo>
                      <a:pt x="902" y="571"/>
                    </a:lnTo>
                    <a:lnTo>
                      <a:pt x="903" y="550"/>
                    </a:lnTo>
                    <a:lnTo>
                      <a:pt x="903" y="559"/>
                    </a:lnTo>
                    <a:lnTo>
                      <a:pt x="903" y="559"/>
                    </a:lnTo>
                    <a:lnTo>
                      <a:pt x="905" y="550"/>
                    </a:lnTo>
                    <a:lnTo>
                      <a:pt x="905" y="574"/>
                    </a:lnTo>
                    <a:lnTo>
                      <a:pt x="906" y="565"/>
                    </a:lnTo>
                    <a:lnTo>
                      <a:pt x="906" y="565"/>
                    </a:lnTo>
                    <a:lnTo>
                      <a:pt x="907" y="547"/>
                    </a:lnTo>
                    <a:lnTo>
                      <a:pt x="907" y="574"/>
                    </a:lnTo>
                    <a:lnTo>
                      <a:pt x="908" y="564"/>
                    </a:lnTo>
                    <a:lnTo>
                      <a:pt x="908" y="564"/>
                    </a:lnTo>
                    <a:lnTo>
                      <a:pt x="908" y="551"/>
                    </a:lnTo>
                    <a:lnTo>
                      <a:pt x="909" y="571"/>
                    </a:lnTo>
                    <a:lnTo>
                      <a:pt x="909" y="568"/>
                    </a:lnTo>
                    <a:lnTo>
                      <a:pt x="909" y="568"/>
                    </a:lnTo>
                    <a:lnTo>
                      <a:pt x="910" y="582"/>
                    </a:lnTo>
                    <a:lnTo>
                      <a:pt x="911" y="539"/>
                    </a:lnTo>
                    <a:lnTo>
                      <a:pt x="912" y="573"/>
                    </a:lnTo>
                    <a:lnTo>
                      <a:pt x="912" y="573"/>
                    </a:lnTo>
                    <a:lnTo>
                      <a:pt x="912" y="575"/>
                    </a:lnTo>
                    <a:lnTo>
                      <a:pt x="913" y="545"/>
                    </a:lnTo>
                    <a:lnTo>
                      <a:pt x="914" y="561"/>
                    </a:lnTo>
                    <a:lnTo>
                      <a:pt x="914" y="561"/>
                    </a:lnTo>
                    <a:lnTo>
                      <a:pt x="915" y="541"/>
                    </a:lnTo>
                    <a:lnTo>
                      <a:pt x="915" y="585"/>
                    </a:lnTo>
                    <a:lnTo>
                      <a:pt x="915" y="557"/>
                    </a:lnTo>
                    <a:lnTo>
                      <a:pt x="915" y="557"/>
                    </a:lnTo>
                    <a:lnTo>
                      <a:pt x="916" y="547"/>
                    </a:lnTo>
                    <a:lnTo>
                      <a:pt x="917" y="571"/>
                    </a:lnTo>
                    <a:lnTo>
                      <a:pt x="918" y="558"/>
                    </a:lnTo>
                    <a:lnTo>
                      <a:pt x="918" y="558"/>
                    </a:lnTo>
                    <a:lnTo>
                      <a:pt x="918" y="574"/>
                    </a:lnTo>
                    <a:lnTo>
                      <a:pt x="918" y="550"/>
                    </a:lnTo>
                    <a:lnTo>
                      <a:pt x="920" y="556"/>
                    </a:lnTo>
                    <a:lnTo>
                      <a:pt x="920" y="556"/>
                    </a:lnTo>
                    <a:lnTo>
                      <a:pt x="920" y="572"/>
                    </a:lnTo>
                    <a:lnTo>
                      <a:pt x="920" y="548"/>
                    </a:lnTo>
                    <a:lnTo>
                      <a:pt x="921" y="568"/>
                    </a:lnTo>
                    <a:lnTo>
                      <a:pt x="921" y="568"/>
                    </a:lnTo>
                    <a:lnTo>
                      <a:pt x="923" y="578"/>
                    </a:lnTo>
                    <a:lnTo>
                      <a:pt x="924" y="546"/>
                    </a:lnTo>
                    <a:lnTo>
                      <a:pt x="924" y="550"/>
                    </a:lnTo>
                    <a:lnTo>
                      <a:pt x="924" y="550"/>
                    </a:lnTo>
                    <a:lnTo>
                      <a:pt x="924" y="578"/>
                    </a:lnTo>
                    <a:lnTo>
                      <a:pt x="925" y="544"/>
                    </a:lnTo>
                    <a:lnTo>
                      <a:pt x="926" y="558"/>
                    </a:lnTo>
                    <a:lnTo>
                      <a:pt x="926" y="558"/>
                    </a:lnTo>
                    <a:lnTo>
                      <a:pt x="926" y="546"/>
                    </a:lnTo>
                    <a:lnTo>
                      <a:pt x="926" y="574"/>
                    </a:lnTo>
                    <a:lnTo>
                      <a:pt x="927" y="561"/>
                    </a:lnTo>
                    <a:lnTo>
                      <a:pt x="927" y="561"/>
                    </a:lnTo>
                    <a:lnTo>
                      <a:pt x="928" y="543"/>
                    </a:lnTo>
                    <a:lnTo>
                      <a:pt x="929" y="574"/>
                    </a:lnTo>
                    <a:lnTo>
                      <a:pt x="930" y="565"/>
                    </a:lnTo>
                    <a:lnTo>
                      <a:pt x="930" y="565"/>
                    </a:lnTo>
                    <a:lnTo>
                      <a:pt x="930" y="574"/>
                    </a:lnTo>
                    <a:lnTo>
                      <a:pt x="931" y="544"/>
                    </a:lnTo>
                    <a:lnTo>
                      <a:pt x="932" y="568"/>
                    </a:lnTo>
                    <a:lnTo>
                      <a:pt x="932" y="568"/>
                    </a:lnTo>
                    <a:lnTo>
                      <a:pt x="932" y="619"/>
                    </a:lnTo>
                    <a:lnTo>
                      <a:pt x="932" y="499"/>
                    </a:lnTo>
                    <a:lnTo>
                      <a:pt x="933" y="572"/>
                    </a:lnTo>
                    <a:lnTo>
                      <a:pt x="933" y="572"/>
                    </a:lnTo>
                    <a:lnTo>
                      <a:pt x="935" y="585"/>
                    </a:lnTo>
                    <a:lnTo>
                      <a:pt x="935" y="537"/>
                    </a:lnTo>
                    <a:lnTo>
                      <a:pt x="936" y="578"/>
                    </a:lnTo>
                    <a:lnTo>
                      <a:pt x="936" y="578"/>
                    </a:lnTo>
                    <a:lnTo>
                      <a:pt x="936" y="540"/>
                    </a:lnTo>
                    <a:lnTo>
                      <a:pt x="937" y="580"/>
                    </a:lnTo>
                    <a:lnTo>
                      <a:pt x="938" y="564"/>
                    </a:lnTo>
                    <a:lnTo>
                      <a:pt x="938" y="564"/>
                    </a:lnTo>
                    <a:lnTo>
                      <a:pt x="938" y="546"/>
                    </a:lnTo>
                    <a:lnTo>
                      <a:pt x="938" y="577"/>
                    </a:lnTo>
                    <a:lnTo>
                      <a:pt x="939" y="552"/>
                    </a:lnTo>
                    <a:lnTo>
                      <a:pt x="939" y="552"/>
                    </a:lnTo>
                    <a:lnTo>
                      <a:pt x="940" y="546"/>
                    </a:lnTo>
                    <a:lnTo>
                      <a:pt x="941" y="575"/>
                    </a:lnTo>
                    <a:lnTo>
                      <a:pt x="942" y="560"/>
                    </a:lnTo>
                    <a:lnTo>
                      <a:pt x="942" y="560"/>
                    </a:lnTo>
                    <a:lnTo>
                      <a:pt x="943" y="546"/>
                    </a:lnTo>
                    <a:lnTo>
                      <a:pt x="943" y="571"/>
                    </a:lnTo>
                    <a:lnTo>
                      <a:pt x="944" y="564"/>
                    </a:lnTo>
                    <a:lnTo>
                      <a:pt x="944" y="564"/>
                    </a:lnTo>
                    <a:lnTo>
                      <a:pt x="945" y="542"/>
                    </a:lnTo>
                    <a:lnTo>
                      <a:pt x="945" y="584"/>
                    </a:lnTo>
                    <a:lnTo>
                      <a:pt x="945" y="557"/>
                    </a:lnTo>
                    <a:lnTo>
                      <a:pt x="945" y="557"/>
                    </a:lnTo>
                    <a:lnTo>
                      <a:pt x="946" y="546"/>
                    </a:lnTo>
                    <a:lnTo>
                      <a:pt x="948" y="575"/>
                    </a:lnTo>
                    <a:lnTo>
                      <a:pt x="948" y="575"/>
                    </a:lnTo>
                    <a:lnTo>
                      <a:pt x="948" y="574"/>
                    </a:lnTo>
                    <a:lnTo>
                      <a:pt x="948" y="543"/>
                    </a:lnTo>
                    <a:lnTo>
                      <a:pt x="948" y="581"/>
                    </a:lnTo>
                    <a:lnTo>
                      <a:pt x="950" y="549"/>
                    </a:lnTo>
                    <a:lnTo>
                      <a:pt x="950" y="549"/>
                    </a:lnTo>
                    <a:lnTo>
                      <a:pt x="950" y="573"/>
                    </a:lnTo>
                    <a:lnTo>
                      <a:pt x="951" y="541"/>
                    </a:lnTo>
                    <a:lnTo>
                      <a:pt x="951" y="571"/>
                    </a:lnTo>
                    <a:lnTo>
                      <a:pt x="951" y="571"/>
                    </a:lnTo>
                    <a:lnTo>
                      <a:pt x="952" y="575"/>
                    </a:lnTo>
                    <a:lnTo>
                      <a:pt x="952" y="542"/>
                    </a:lnTo>
                    <a:lnTo>
                      <a:pt x="954" y="549"/>
                    </a:lnTo>
                    <a:lnTo>
                      <a:pt x="954" y="549"/>
                    </a:lnTo>
                    <a:lnTo>
                      <a:pt x="955" y="542"/>
                    </a:lnTo>
                    <a:lnTo>
                      <a:pt x="956" y="586"/>
                    </a:lnTo>
                    <a:lnTo>
                      <a:pt x="956" y="570"/>
                    </a:lnTo>
                    <a:lnTo>
                      <a:pt x="956" y="570"/>
                    </a:lnTo>
                    <a:lnTo>
                      <a:pt x="956" y="580"/>
                    </a:lnTo>
                    <a:lnTo>
                      <a:pt x="957" y="543"/>
                    </a:lnTo>
                    <a:lnTo>
                      <a:pt x="957" y="566"/>
                    </a:lnTo>
                    <a:lnTo>
                      <a:pt x="957" y="566"/>
                    </a:lnTo>
                    <a:lnTo>
                      <a:pt x="959" y="372"/>
                    </a:lnTo>
                    <a:lnTo>
                      <a:pt x="959" y="695"/>
                    </a:lnTo>
                    <a:lnTo>
                      <a:pt x="960" y="531"/>
                    </a:lnTo>
                    <a:lnTo>
                      <a:pt x="960" y="531"/>
                    </a:lnTo>
                    <a:lnTo>
                      <a:pt x="961" y="577"/>
                    </a:lnTo>
                    <a:lnTo>
                      <a:pt x="962" y="575"/>
                    </a:lnTo>
                    <a:lnTo>
                      <a:pt x="962" y="575"/>
                    </a:lnTo>
                    <a:lnTo>
                      <a:pt x="962" y="546"/>
                    </a:lnTo>
                    <a:lnTo>
                      <a:pt x="963" y="576"/>
                    </a:lnTo>
                    <a:lnTo>
                      <a:pt x="963" y="574"/>
                    </a:lnTo>
                    <a:lnTo>
                      <a:pt x="963" y="574"/>
                    </a:lnTo>
                    <a:lnTo>
                      <a:pt x="965" y="481"/>
                    </a:lnTo>
                    <a:lnTo>
                      <a:pt x="965" y="676"/>
                    </a:lnTo>
                    <a:lnTo>
                      <a:pt x="966" y="596"/>
                    </a:lnTo>
                    <a:lnTo>
                      <a:pt x="966" y="596"/>
                    </a:lnTo>
                    <a:lnTo>
                      <a:pt x="966" y="547"/>
                    </a:lnTo>
                    <a:lnTo>
                      <a:pt x="968" y="570"/>
                    </a:lnTo>
                    <a:lnTo>
                      <a:pt x="968" y="570"/>
                    </a:lnTo>
                    <a:lnTo>
                      <a:pt x="968" y="571"/>
                    </a:lnTo>
                    <a:lnTo>
                      <a:pt x="969" y="552"/>
                    </a:lnTo>
                    <a:lnTo>
                      <a:pt x="969" y="557"/>
                    </a:lnTo>
                    <a:lnTo>
                      <a:pt x="969" y="557"/>
                    </a:lnTo>
                    <a:lnTo>
                      <a:pt x="970" y="552"/>
                    </a:lnTo>
                    <a:lnTo>
                      <a:pt x="971" y="572"/>
                    </a:lnTo>
                    <a:lnTo>
                      <a:pt x="972" y="558"/>
                    </a:lnTo>
                    <a:lnTo>
                      <a:pt x="972" y="558"/>
                    </a:lnTo>
                    <a:lnTo>
                      <a:pt x="974" y="577"/>
                    </a:lnTo>
                    <a:lnTo>
                      <a:pt x="974" y="548"/>
                    </a:lnTo>
                    <a:lnTo>
                      <a:pt x="974" y="548"/>
                    </a:lnTo>
                    <a:lnTo>
                      <a:pt x="974" y="548"/>
                    </a:lnTo>
                    <a:lnTo>
                      <a:pt x="974" y="533"/>
                    </a:lnTo>
                    <a:lnTo>
                      <a:pt x="974" y="586"/>
                    </a:lnTo>
                    <a:lnTo>
                      <a:pt x="976" y="568"/>
                    </a:lnTo>
                    <a:lnTo>
                      <a:pt x="976" y="568"/>
                    </a:lnTo>
                    <a:lnTo>
                      <a:pt x="976" y="547"/>
                    </a:lnTo>
                    <a:lnTo>
                      <a:pt x="977" y="571"/>
                    </a:lnTo>
                    <a:lnTo>
                      <a:pt x="978" y="570"/>
                    </a:lnTo>
                    <a:lnTo>
                      <a:pt x="978" y="570"/>
                    </a:lnTo>
                    <a:lnTo>
                      <a:pt x="978" y="550"/>
                    </a:lnTo>
                    <a:lnTo>
                      <a:pt x="979" y="574"/>
                    </a:lnTo>
                    <a:lnTo>
                      <a:pt x="980" y="559"/>
                    </a:lnTo>
                    <a:lnTo>
                      <a:pt x="980" y="559"/>
                    </a:lnTo>
                    <a:lnTo>
                      <a:pt x="981" y="633"/>
                    </a:lnTo>
                    <a:lnTo>
                      <a:pt x="982" y="495"/>
                    </a:lnTo>
                    <a:lnTo>
                      <a:pt x="982" y="512"/>
                    </a:lnTo>
                    <a:lnTo>
                      <a:pt x="982" y="512"/>
                    </a:lnTo>
                    <a:lnTo>
                      <a:pt x="982" y="584"/>
                    </a:lnTo>
                    <a:lnTo>
                      <a:pt x="984" y="556"/>
                    </a:lnTo>
                    <a:lnTo>
                      <a:pt x="984" y="556"/>
                    </a:lnTo>
                    <a:lnTo>
                      <a:pt x="985" y="545"/>
                    </a:lnTo>
                    <a:lnTo>
                      <a:pt x="985" y="576"/>
                    </a:lnTo>
                    <a:lnTo>
                      <a:pt x="986" y="552"/>
                    </a:lnTo>
                    <a:lnTo>
                      <a:pt x="986" y="552"/>
                    </a:lnTo>
                    <a:lnTo>
                      <a:pt x="986" y="572"/>
                    </a:lnTo>
                    <a:lnTo>
                      <a:pt x="988" y="551"/>
                    </a:lnTo>
                    <a:lnTo>
                      <a:pt x="988" y="561"/>
                    </a:lnTo>
                    <a:lnTo>
                      <a:pt x="988" y="561"/>
                    </a:lnTo>
                    <a:lnTo>
                      <a:pt x="988" y="548"/>
                    </a:lnTo>
                    <a:lnTo>
                      <a:pt x="990" y="574"/>
                    </a:lnTo>
                    <a:lnTo>
                      <a:pt x="990" y="574"/>
                    </a:lnTo>
                    <a:lnTo>
                      <a:pt x="990" y="574"/>
                    </a:lnTo>
                    <a:lnTo>
                      <a:pt x="990" y="575"/>
                    </a:lnTo>
                    <a:lnTo>
                      <a:pt x="990" y="555"/>
                    </a:lnTo>
                    <a:lnTo>
                      <a:pt x="992" y="567"/>
                    </a:lnTo>
                    <a:lnTo>
                      <a:pt x="992" y="567"/>
                    </a:lnTo>
                    <a:lnTo>
                      <a:pt x="993" y="571"/>
                    </a:lnTo>
                    <a:lnTo>
                      <a:pt x="994" y="552"/>
                    </a:lnTo>
                    <a:lnTo>
                      <a:pt x="994" y="566"/>
                    </a:lnTo>
                    <a:lnTo>
                      <a:pt x="994" y="566"/>
                    </a:lnTo>
                    <a:lnTo>
                      <a:pt x="995" y="551"/>
                    </a:lnTo>
                    <a:lnTo>
                      <a:pt x="995" y="572"/>
                    </a:lnTo>
                    <a:lnTo>
                      <a:pt x="996" y="558"/>
                    </a:lnTo>
                    <a:lnTo>
                      <a:pt x="996" y="558"/>
                    </a:lnTo>
                    <a:lnTo>
                      <a:pt x="997" y="551"/>
                    </a:lnTo>
                    <a:lnTo>
                      <a:pt x="997" y="572"/>
                    </a:lnTo>
                    <a:lnTo>
                      <a:pt x="998" y="552"/>
                    </a:lnTo>
                    <a:lnTo>
                      <a:pt x="998" y="552"/>
                    </a:lnTo>
                    <a:lnTo>
                      <a:pt x="998" y="575"/>
                    </a:lnTo>
                    <a:lnTo>
                      <a:pt x="998" y="549"/>
                    </a:lnTo>
                    <a:lnTo>
                      <a:pt x="1000" y="567"/>
                    </a:lnTo>
                    <a:lnTo>
                      <a:pt x="1000" y="567"/>
                    </a:lnTo>
                    <a:lnTo>
                      <a:pt x="1000" y="553"/>
                    </a:lnTo>
                    <a:lnTo>
                      <a:pt x="1000" y="572"/>
                    </a:lnTo>
                    <a:lnTo>
                      <a:pt x="1002" y="558"/>
                    </a:lnTo>
                    <a:lnTo>
                      <a:pt x="1002" y="558"/>
                    </a:lnTo>
                    <a:lnTo>
                      <a:pt x="1004" y="549"/>
                    </a:lnTo>
                    <a:lnTo>
                      <a:pt x="1004" y="572"/>
                    </a:lnTo>
                    <a:lnTo>
                      <a:pt x="1004" y="572"/>
                    </a:lnTo>
                    <a:lnTo>
                      <a:pt x="1004" y="573"/>
                    </a:lnTo>
                    <a:lnTo>
                      <a:pt x="1004" y="574"/>
                    </a:lnTo>
                    <a:lnTo>
                      <a:pt x="1004" y="553"/>
                    </a:lnTo>
                    <a:lnTo>
                      <a:pt x="1006" y="563"/>
                    </a:lnTo>
                    <a:lnTo>
                      <a:pt x="1006" y="563"/>
                    </a:lnTo>
                    <a:lnTo>
                      <a:pt x="1007" y="554"/>
                    </a:lnTo>
                    <a:lnTo>
                      <a:pt x="1008" y="571"/>
                    </a:lnTo>
                    <a:lnTo>
                      <a:pt x="1008" y="563"/>
                    </a:lnTo>
                    <a:lnTo>
                      <a:pt x="1008" y="563"/>
                    </a:lnTo>
                    <a:lnTo>
                      <a:pt x="1008" y="548"/>
                    </a:lnTo>
                    <a:lnTo>
                      <a:pt x="1009" y="574"/>
                    </a:lnTo>
                    <a:lnTo>
                      <a:pt x="1010" y="571"/>
                    </a:lnTo>
                    <a:lnTo>
                      <a:pt x="1010" y="571"/>
                    </a:lnTo>
                    <a:lnTo>
                      <a:pt x="1010" y="554"/>
                    </a:lnTo>
                    <a:lnTo>
                      <a:pt x="1011" y="576"/>
                    </a:lnTo>
                    <a:lnTo>
                      <a:pt x="1012" y="563"/>
                    </a:lnTo>
                    <a:lnTo>
                      <a:pt x="1012" y="563"/>
                    </a:lnTo>
                    <a:lnTo>
                      <a:pt x="1012" y="571"/>
                    </a:lnTo>
                    <a:lnTo>
                      <a:pt x="1013" y="552"/>
                    </a:lnTo>
                    <a:lnTo>
                      <a:pt x="1014" y="568"/>
                    </a:lnTo>
                    <a:lnTo>
                      <a:pt x="1014" y="568"/>
                    </a:lnTo>
                    <a:lnTo>
                      <a:pt x="1015" y="553"/>
                    </a:lnTo>
                    <a:lnTo>
                      <a:pt x="1015" y="569"/>
                    </a:lnTo>
                    <a:lnTo>
                      <a:pt x="1016" y="569"/>
                    </a:lnTo>
                    <a:lnTo>
                      <a:pt x="1016" y="569"/>
                    </a:lnTo>
                    <a:lnTo>
                      <a:pt x="1016" y="553"/>
                    </a:lnTo>
                    <a:lnTo>
                      <a:pt x="1018" y="570"/>
                    </a:lnTo>
                    <a:lnTo>
                      <a:pt x="1018" y="556"/>
                    </a:lnTo>
                    <a:lnTo>
                      <a:pt x="1018" y="556"/>
                    </a:lnTo>
                    <a:lnTo>
                      <a:pt x="1019" y="547"/>
                    </a:lnTo>
                    <a:lnTo>
                      <a:pt x="1019" y="570"/>
                    </a:lnTo>
                    <a:lnTo>
                      <a:pt x="1020" y="564"/>
                    </a:lnTo>
                    <a:lnTo>
                      <a:pt x="1020" y="564"/>
                    </a:lnTo>
                    <a:lnTo>
                      <a:pt x="1020" y="569"/>
                    </a:lnTo>
                    <a:lnTo>
                      <a:pt x="1021" y="553"/>
                    </a:lnTo>
                    <a:lnTo>
                      <a:pt x="1022" y="558"/>
                    </a:lnTo>
                    <a:lnTo>
                      <a:pt x="1022" y="558"/>
                    </a:lnTo>
                    <a:lnTo>
                      <a:pt x="1023" y="568"/>
                    </a:lnTo>
                    <a:lnTo>
                      <a:pt x="1023" y="552"/>
                    </a:lnTo>
                    <a:lnTo>
                      <a:pt x="1024" y="560"/>
                    </a:lnTo>
                    <a:lnTo>
                      <a:pt x="1024" y="560"/>
                    </a:lnTo>
                    <a:lnTo>
                      <a:pt x="1025" y="548"/>
                    </a:lnTo>
                    <a:lnTo>
                      <a:pt x="1025" y="572"/>
                    </a:lnTo>
                    <a:lnTo>
                      <a:pt x="1026" y="554"/>
                    </a:lnTo>
                    <a:lnTo>
                      <a:pt x="1026" y="554"/>
                    </a:lnTo>
                    <a:lnTo>
                      <a:pt x="1026" y="547"/>
                    </a:lnTo>
                    <a:lnTo>
                      <a:pt x="1026" y="574"/>
                    </a:lnTo>
                    <a:lnTo>
                      <a:pt x="1028" y="549"/>
                    </a:lnTo>
                    <a:lnTo>
                      <a:pt x="1028" y="549"/>
                    </a:lnTo>
                    <a:lnTo>
                      <a:pt x="1028" y="574"/>
                    </a:lnTo>
                    <a:lnTo>
                      <a:pt x="1029" y="549"/>
                    </a:lnTo>
                    <a:lnTo>
                      <a:pt x="1030" y="571"/>
                    </a:lnTo>
                    <a:lnTo>
                      <a:pt x="1030" y="571"/>
                    </a:lnTo>
                    <a:lnTo>
                      <a:pt x="1031" y="579"/>
                    </a:lnTo>
                    <a:lnTo>
                      <a:pt x="1031" y="539"/>
                    </a:lnTo>
                    <a:lnTo>
                      <a:pt x="1032" y="554"/>
                    </a:lnTo>
                    <a:lnTo>
                      <a:pt x="1032" y="554"/>
                    </a:lnTo>
                    <a:lnTo>
                      <a:pt x="1033" y="549"/>
                    </a:lnTo>
                    <a:lnTo>
                      <a:pt x="1034" y="574"/>
                    </a:lnTo>
                    <a:lnTo>
                      <a:pt x="1034" y="560"/>
                    </a:lnTo>
                    <a:lnTo>
                      <a:pt x="1034" y="560"/>
                    </a:lnTo>
                    <a:lnTo>
                      <a:pt x="1034" y="571"/>
                    </a:lnTo>
                    <a:lnTo>
                      <a:pt x="1036" y="553"/>
                    </a:lnTo>
                    <a:lnTo>
                      <a:pt x="1036" y="562"/>
                    </a:lnTo>
                    <a:lnTo>
                      <a:pt x="1036" y="562"/>
                    </a:lnTo>
                    <a:lnTo>
                      <a:pt x="1036" y="549"/>
                    </a:lnTo>
                    <a:lnTo>
                      <a:pt x="1037" y="573"/>
                    </a:lnTo>
                    <a:lnTo>
                      <a:pt x="1038" y="569"/>
                    </a:lnTo>
                    <a:lnTo>
                      <a:pt x="1038" y="569"/>
                    </a:lnTo>
                    <a:lnTo>
                      <a:pt x="1039" y="575"/>
                    </a:lnTo>
                    <a:lnTo>
                      <a:pt x="1039" y="547"/>
                    </a:lnTo>
                    <a:lnTo>
                      <a:pt x="1040" y="562"/>
                    </a:lnTo>
                    <a:lnTo>
                      <a:pt x="1040" y="562"/>
                    </a:lnTo>
                    <a:lnTo>
                      <a:pt x="1040" y="305"/>
                    </a:lnTo>
                    <a:lnTo>
                      <a:pt x="1041" y="1020"/>
                    </a:lnTo>
                    <a:lnTo>
                      <a:pt x="1042" y="602"/>
                    </a:lnTo>
                    <a:lnTo>
                      <a:pt x="1042" y="602"/>
                    </a:lnTo>
                    <a:lnTo>
                      <a:pt x="1042" y="622"/>
                    </a:lnTo>
                    <a:lnTo>
                      <a:pt x="1043" y="541"/>
                    </a:lnTo>
                    <a:lnTo>
                      <a:pt x="1044" y="567"/>
                    </a:lnTo>
                    <a:lnTo>
                      <a:pt x="1044" y="567"/>
                    </a:lnTo>
                    <a:lnTo>
                      <a:pt x="1045" y="548"/>
                    </a:lnTo>
                    <a:lnTo>
                      <a:pt x="1045" y="574"/>
                    </a:lnTo>
                    <a:lnTo>
                      <a:pt x="1046" y="557"/>
                    </a:lnTo>
                    <a:lnTo>
                      <a:pt x="1046" y="557"/>
                    </a:lnTo>
                    <a:lnTo>
                      <a:pt x="1047" y="578"/>
                    </a:lnTo>
                    <a:lnTo>
                      <a:pt x="1048" y="545"/>
                    </a:lnTo>
                    <a:lnTo>
                      <a:pt x="1048" y="563"/>
                    </a:lnTo>
                    <a:lnTo>
                      <a:pt x="1048" y="563"/>
                    </a:lnTo>
                    <a:lnTo>
                      <a:pt x="1048" y="549"/>
                    </a:lnTo>
                    <a:lnTo>
                      <a:pt x="1048" y="574"/>
                    </a:lnTo>
                    <a:lnTo>
                      <a:pt x="1050" y="560"/>
                    </a:lnTo>
                    <a:lnTo>
                      <a:pt x="1050" y="560"/>
                    </a:lnTo>
                    <a:lnTo>
                      <a:pt x="1051" y="520"/>
                    </a:lnTo>
                    <a:lnTo>
                      <a:pt x="1051" y="602"/>
                    </a:lnTo>
                    <a:lnTo>
                      <a:pt x="1052" y="535"/>
                    </a:lnTo>
                    <a:lnTo>
                      <a:pt x="1052" y="535"/>
                    </a:lnTo>
                    <a:lnTo>
                      <a:pt x="1052" y="582"/>
                    </a:lnTo>
                    <a:lnTo>
                      <a:pt x="1054" y="562"/>
                    </a:lnTo>
                    <a:lnTo>
                      <a:pt x="1054" y="562"/>
                    </a:lnTo>
                    <a:lnTo>
                      <a:pt x="1054" y="552"/>
                    </a:lnTo>
                    <a:lnTo>
                      <a:pt x="1055" y="574"/>
                    </a:lnTo>
                    <a:lnTo>
                      <a:pt x="1056" y="554"/>
                    </a:lnTo>
                    <a:lnTo>
                      <a:pt x="1056" y="554"/>
                    </a:lnTo>
                    <a:lnTo>
                      <a:pt x="1056" y="571"/>
                    </a:lnTo>
                    <a:lnTo>
                      <a:pt x="1056" y="552"/>
                    </a:lnTo>
                    <a:lnTo>
                      <a:pt x="1058" y="559"/>
                    </a:lnTo>
                    <a:lnTo>
                      <a:pt x="1058" y="559"/>
                    </a:lnTo>
                    <a:lnTo>
                      <a:pt x="1059" y="513"/>
                    </a:lnTo>
                    <a:lnTo>
                      <a:pt x="1059" y="613"/>
                    </a:lnTo>
                    <a:lnTo>
                      <a:pt x="1060" y="557"/>
                    </a:lnTo>
                    <a:lnTo>
                      <a:pt x="1060" y="557"/>
                    </a:lnTo>
                    <a:lnTo>
                      <a:pt x="1060" y="550"/>
                    </a:lnTo>
                    <a:lnTo>
                      <a:pt x="1060" y="575"/>
                    </a:lnTo>
                    <a:lnTo>
                      <a:pt x="1062" y="564"/>
                    </a:lnTo>
                    <a:lnTo>
                      <a:pt x="1062" y="564"/>
                    </a:lnTo>
                    <a:lnTo>
                      <a:pt x="1063" y="571"/>
                    </a:lnTo>
                    <a:lnTo>
                      <a:pt x="1063" y="548"/>
                    </a:lnTo>
                    <a:lnTo>
                      <a:pt x="1064" y="558"/>
                    </a:lnTo>
                    <a:lnTo>
                      <a:pt x="1064" y="558"/>
                    </a:lnTo>
                    <a:lnTo>
                      <a:pt x="1064" y="581"/>
                    </a:lnTo>
                    <a:lnTo>
                      <a:pt x="1064" y="546"/>
                    </a:lnTo>
                    <a:lnTo>
                      <a:pt x="1066" y="558"/>
                    </a:lnTo>
                    <a:lnTo>
                      <a:pt x="1066" y="558"/>
                    </a:lnTo>
                    <a:lnTo>
                      <a:pt x="1066" y="552"/>
                    </a:lnTo>
                    <a:lnTo>
                      <a:pt x="1067" y="569"/>
                    </a:lnTo>
                    <a:lnTo>
                      <a:pt x="1068" y="564"/>
                    </a:lnTo>
                    <a:lnTo>
                      <a:pt x="1068" y="564"/>
                    </a:lnTo>
                    <a:lnTo>
                      <a:pt x="1068" y="572"/>
                    </a:lnTo>
                    <a:lnTo>
                      <a:pt x="1070" y="548"/>
                    </a:lnTo>
                    <a:lnTo>
                      <a:pt x="1070" y="550"/>
                    </a:lnTo>
                    <a:lnTo>
                      <a:pt x="1070" y="550"/>
                    </a:lnTo>
                    <a:lnTo>
                      <a:pt x="1070" y="574"/>
                    </a:lnTo>
                    <a:lnTo>
                      <a:pt x="1070" y="550"/>
                    </a:lnTo>
                    <a:lnTo>
                      <a:pt x="1072" y="562"/>
                    </a:lnTo>
                    <a:lnTo>
                      <a:pt x="1072" y="562"/>
                    </a:lnTo>
                    <a:lnTo>
                      <a:pt x="1073" y="574"/>
                    </a:lnTo>
                    <a:lnTo>
                      <a:pt x="1073" y="549"/>
                    </a:lnTo>
                    <a:lnTo>
                      <a:pt x="1074" y="564"/>
                    </a:lnTo>
                    <a:lnTo>
                      <a:pt x="1074" y="564"/>
                    </a:lnTo>
                    <a:lnTo>
                      <a:pt x="1075" y="548"/>
                    </a:lnTo>
                    <a:lnTo>
                      <a:pt x="1075" y="577"/>
                    </a:lnTo>
                    <a:lnTo>
                      <a:pt x="1076" y="567"/>
                    </a:lnTo>
                    <a:lnTo>
                      <a:pt x="1076" y="567"/>
                    </a:lnTo>
                    <a:lnTo>
                      <a:pt x="1077" y="550"/>
                    </a:lnTo>
                    <a:lnTo>
                      <a:pt x="1078" y="576"/>
                    </a:lnTo>
                    <a:lnTo>
                      <a:pt x="1078" y="557"/>
                    </a:lnTo>
                    <a:lnTo>
                      <a:pt x="1078" y="557"/>
                    </a:lnTo>
                    <a:lnTo>
                      <a:pt x="1079" y="572"/>
                    </a:lnTo>
                    <a:lnTo>
                      <a:pt x="1079" y="549"/>
                    </a:lnTo>
                    <a:lnTo>
                      <a:pt x="1080" y="560"/>
                    </a:lnTo>
                    <a:lnTo>
                      <a:pt x="1080" y="560"/>
                    </a:lnTo>
                    <a:lnTo>
                      <a:pt x="1081" y="611"/>
                    </a:lnTo>
                    <a:lnTo>
                      <a:pt x="1081" y="506"/>
                    </a:lnTo>
                    <a:lnTo>
                      <a:pt x="1082" y="573"/>
                    </a:lnTo>
                    <a:lnTo>
                      <a:pt x="1082" y="573"/>
                    </a:lnTo>
                    <a:lnTo>
                      <a:pt x="1082" y="585"/>
                    </a:lnTo>
                    <a:lnTo>
                      <a:pt x="1084" y="546"/>
                    </a:lnTo>
                    <a:lnTo>
                      <a:pt x="1084" y="552"/>
                    </a:lnTo>
                    <a:lnTo>
                      <a:pt x="1084" y="552"/>
                    </a:lnTo>
                    <a:lnTo>
                      <a:pt x="1084" y="577"/>
                    </a:lnTo>
                    <a:lnTo>
                      <a:pt x="1086" y="545"/>
                    </a:lnTo>
                    <a:lnTo>
                      <a:pt x="1086" y="561"/>
                    </a:lnTo>
                    <a:lnTo>
                      <a:pt x="1086" y="561"/>
                    </a:lnTo>
                    <a:lnTo>
                      <a:pt x="1087" y="546"/>
                    </a:lnTo>
                    <a:lnTo>
                      <a:pt x="1088" y="574"/>
                    </a:lnTo>
                    <a:lnTo>
                      <a:pt x="1088" y="565"/>
                    </a:lnTo>
                    <a:lnTo>
                      <a:pt x="1088" y="565"/>
                    </a:lnTo>
                    <a:lnTo>
                      <a:pt x="1088" y="550"/>
                    </a:lnTo>
                    <a:lnTo>
                      <a:pt x="1089" y="570"/>
                    </a:lnTo>
                    <a:lnTo>
                      <a:pt x="1090" y="556"/>
                    </a:lnTo>
                    <a:lnTo>
                      <a:pt x="1090" y="556"/>
                    </a:lnTo>
                    <a:lnTo>
                      <a:pt x="1091" y="548"/>
                    </a:lnTo>
                    <a:lnTo>
                      <a:pt x="1091" y="574"/>
                    </a:lnTo>
                    <a:lnTo>
                      <a:pt x="1092" y="558"/>
                    </a:lnTo>
                    <a:lnTo>
                      <a:pt x="1092" y="558"/>
                    </a:lnTo>
                    <a:lnTo>
                      <a:pt x="1092" y="548"/>
                    </a:lnTo>
                    <a:lnTo>
                      <a:pt x="1092" y="574"/>
                    </a:lnTo>
                    <a:lnTo>
                      <a:pt x="1094" y="563"/>
                    </a:lnTo>
                    <a:lnTo>
                      <a:pt x="1094" y="563"/>
                    </a:lnTo>
                    <a:lnTo>
                      <a:pt x="1094" y="514"/>
                    </a:lnTo>
                    <a:lnTo>
                      <a:pt x="1094" y="609"/>
                    </a:lnTo>
                    <a:lnTo>
                      <a:pt x="1096" y="567"/>
                    </a:lnTo>
                    <a:lnTo>
                      <a:pt x="1096" y="567"/>
                    </a:lnTo>
                    <a:lnTo>
                      <a:pt x="1097" y="573"/>
                    </a:lnTo>
                    <a:lnTo>
                      <a:pt x="1097" y="550"/>
                    </a:lnTo>
                    <a:lnTo>
                      <a:pt x="1098" y="570"/>
                    </a:lnTo>
                    <a:lnTo>
                      <a:pt x="1098" y="570"/>
                    </a:lnTo>
                    <a:lnTo>
                      <a:pt x="1099" y="403"/>
                    </a:lnTo>
                    <a:lnTo>
                      <a:pt x="1099" y="688"/>
                    </a:lnTo>
                    <a:lnTo>
                      <a:pt x="1100" y="590"/>
                    </a:lnTo>
                    <a:lnTo>
                      <a:pt x="1100" y="590"/>
                    </a:lnTo>
                    <a:lnTo>
                      <a:pt x="1100" y="540"/>
                    </a:lnTo>
                    <a:lnTo>
                      <a:pt x="1102" y="558"/>
                    </a:lnTo>
                    <a:lnTo>
                      <a:pt x="1102" y="558"/>
                    </a:lnTo>
                    <a:lnTo>
                      <a:pt x="1103" y="551"/>
                    </a:lnTo>
                    <a:lnTo>
                      <a:pt x="1103" y="574"/>
                    </a:lnTo>
                    <a:lnTo>
                      <a:pt x="1104" y="553"/>
                    </a:lnTo>
                    <a:lnTo>
                      <a:pt x="1104" y="553"/>
                    </a:lnTo>
                    <a:lnTo>
                      <a:pt x="1104" y="547"/>
                    </a:lnTo>
                    <a:lnTo>
                      <a:pt x="1104" y="577"/>
                    </a:lnTo>
                    <a:lnTo>
                      <a:pt x="1106" y="555"/>
                    </a:lnTo>
                    <a:lnTo>
                      <a:pt x="1106" y="555"/>
                    </a:lnTo>
                    <a:lnTo>
                      <a:pt x="1106" y="574"/>
                    </a:lnTo>
                    <a:lnTo>
                      <a:pt x="1106" y="549"/>
                    </a:lnTo>
                    <a:lnTo>
                      <a:pt x="1108" y="564"/>
                    </a:lnTo>
                    <a:lnTo>
                      <a:pt x="1108" y="564"/>
                    </a:lnTo>
                    <a:lnTo>
                      <a:pt x="1109" y="577"/>
                    </a:lnTo>
                    <a:lnTo>
                      <a:pt x="1110" y="548"/>
                    </a:lnTo>
                    <a:lnTo>
                      <a:pt x="1110" y="574"/>
                    </a:lnTo>
                    <a:lnTo>
                      <a:pt x="1110" y="574"/>
                    </a:lnTo>
                    <a:lnTo>
                      <a:pt x="1110" y="548"/>
                    </a:lnTo>
                    <a:lnTo>
                      <a:pt x="1112" y="561"/>
                    </a:lnTo>
                    <a:lnTo>
                      <a:pt x="1112" y="561"/>
                    </a:lnTo>
                    <a:lnTo>
                      <a:pt x="1113" y="551"/>
                    </a:lnTo>
                    <a:lnTo>
                      <a:pt x="1113" y="575"/>
                    </a:lnTo>
                    <a:lnTo>
                      <a:pt x="1114" y="567"/>
                    </a:lnTo>
                    <a:lnTo>
                      <a:pt x="1114" y="567"/>
                    </a:lnTo>
                    <a:lnTo>
                      <a:pt x="1115" y="543"/>
                    </a:lnTo>
                    <a:lnTo>
                      <a:pt x="1115" y="576"/>
                    </a:lnTo>
                    <a:lnTo>
                      <a:pt x="1116" y="558"/>
                    </a:lnTo>
                    <a:lnTo>
                      <a:pt x="1116" y="558"/>
                    </a:lnTo>
                    <a:lnTo>
                      <a:pt x="1118" y="579"/>
                    </a:lnTo>
                    <a:lnTo>
                      <a:pt x="1118" y="540"/>
                    </a:lnTo>
                    <a:lnTo>
                      <a:pt x="1118" y="542"/>
                    </a:lnTo>
                    <a:lnTo>
                      <a:pt x="1118" y="542"/>
                    </a:lnTo>
                    <a:lnTo>
                      <a:pt x="1119" y="572"/>
                    </a:lnTo>
                    <a:lnTo>
                      <a:pt x="1120" y="556"/>
                    </a:lnTo>
                    <a:lnTo>
                      <a:pt x="1120" y="556"/>
                    </a:lnTo>
                    <a:lnTo>
                      <a:pt x="1121" y="544"/>
                    </a:lnTo>
                    <a:lnTo>
                      <a:pt x="1122" y="580"/>
                    </a:lnTo>
                    <a:lnTo>
                      <a:pt x="1122" y="568"/>
                    </a:lnTo>
                    <a:lnTo>
                      <a:pt x="1122" y="568"/>
                    </a:lnTo>
                    <a:lnTo>
                      <a:pt x="1123" y="577"/>
                    </a:lnTo>
                    <a:lnTo>
                      <a:pt x="1123" y="544"/>
                    </a:lnTo>
                    <a:lnTo>
                      <a:pt x="1124" y="557"/>
                    </a:lnTo>
                    <a:lnTo>
                      <a:pt x="1124" y="557"/>
                    </a:lnTo>
                    <a:lnTo>
                      <a:pt x="1124" y="544"/>
                    </a:lnTo>
                    <a:lnTo>
                      <a:pt x="1125" y="574"/>
                    </a:lnTo>
                    <a:lnTo>
                      <a:pt x="1126" y="567"/>
                    </a:lnTo>
                    <a:lnTo>
                      <a:pt x="1126" y="567"/>
                    </a:lnTo>
                    <a:lnTo>
                      <a:pt x="1128" y="542"/>
                    </a:lnTo>
                    <a:lnTo>
                      <a:pt x="1128" y="574"/>
                    </a:lnTo>
                    <a:lnTo>
                      <a:pt x="1128" y="565"/>
                    </a:lnTo>
                    <a:lnTo>
                      <a:pt x="1128" y="565"/>
                    </a:lnTo>
                    <a:lnTo>
                      <a:pt x="1129" y="515"/>
                    </a:lnTo>
                    <a:lnTo>
                      <a:pt x="1130" y="586"/>
                    </a:lnTo>
                    <a:lnTo>
                      <a:pt x="1130" y="566"/>
                    </a:lnTo>
                    <a:lnTo>
                      <a:pt x="1130" y="566"/>
                    </a:lnTo>
                    <a:lnTo>
                      <a:pt x="1131" y="576"/>
                    </a:lnTo>
                    <a:lnTo>
                      <a:pt x="1131" y="549"/>
                    </a:lnTo>
                    <a:lnTo>
                      <a:pt x="1132" y="571"/>
                    </a:lnTo>
                    <a:lnTo>
                      <a:pt x="1132" y="571"/>
                    </a:lnTo>
                    <a:lnTo>
                      <a:pt x="1132" y="543"/>
                    </a:lnTo>
                    <a:lnTo>
                      <a:pt x="1133" y="579"/>
                    </a:lnTo>
                    <a:lnTo>
                      <a:pt x="1134" y="568"/>
                    </a:lnTo>
                    <a:lnTo>
                      <a:pt x="1134" y="568"/>
                    </a:lnTo>
                    <a:lnTo>
                      <a:pt x="1134" y="579"/>
                    </a:lnTo>
                    <a:lnTo>
                      <a:pt x="1134" y="544"/>
                    </a:lnTo>
                    <a:lnTo>
                      <a:pt x="1136" y="555"/>
                    </a:lnTo>
                    <a:lnTo>
                      <a:pt x="1136" y="555"/>
                    </a:lnTo>
                    <a:lnTo>
                      <a:pt x="1137" y="578"/>
                    </a:lnTo>
                    <a:lnTo>
                      <a:pt x="1137" y="545"/>
                    </a:lnTo>
                    <a:lnTo>
                      <a:pt x="1138" y="574"/>
                    </a:lnTo>
                    <a:lnTo>
                      <a:pt x="1138" y="574"/>
                    </a:lnTo>
                    <a:lnTo>
                      <a:pt x="1139" y="576"/>
                    </a:lnTo>
                    <a:lnTo>
                      <a:pt x="1139" y="547"/>
                    </a:lnTo>
                    <a:lnTo>
                      <a:pt x="1140" y="558"/>
                    </a:lnTo>
                    <a:lnTo>
                      <a:pt x="1140" y="558"/>
                    </a:lnTo>
                    <a:lnTo>
                      <a:pt x="1141" y="542"/>
                    </a:lnTo>
                    <a:lnTo>
                      <a:pt x="1141" y="580"/>
                    </a:lnTo>
                    <a:lnTo>
                      <a:pt x="1142" y="572"/>
                    </a:lnTo>
                    <a:lnTo>
                      <a:pt x="1142" y="572"/>
                    </a:lnTo>
                    <a:lnTo>
                      <a:pt x="1143" y="441"/>
                    </a:lnTo>
                    <a:lnTo>
                      <a:pt x="1143" y="613"/>
                    </a:lnTo>
                    <a:lnTo>
                      <a:pt x="1144" y="570"/>
                    </a:lnTo>
                    <a:lnTo>
                      <a:pt x="1144" y="570"/>
                    </a:lnTo>
                    <a:lnTo>
                      <a:pt x="1145" y="574"/>
                    </a:lnTo>
                    <a:lnTo>
                      <a:pt x="1146" y="549"/>
                    </a:lnTo>
                    <a:lnTo>
                      <a:pt x="1146" y="551"/>
                    </a:lnTo>
                    <a:lnTo>
                      <a:pt x="1146" y="551"/>
                    </a:lnTo>
                    <a:lnTo>
                      <a:pt x="1147" y="574"/>
                    </a:lnTo>
                    <a:lnTo>
                      <a:pt x="1148" y="549"/>
                    </a:lnTo>
                    <a:lnTo>
                      <a:pt x="1148" y="572"/>
                    </a:lnTo>
                    <a:lnTo>
                      <a:pt x="1148" y="572"/>
                    </a:lnTo>
                    <a:lnTo>
                      <a:pt x="1148" y="576"/>
                    </a:lnTo>
                    <a:lnTo>
                      <a:pt x="1150" y="550"/>
                    </a:lnTo>
                    <a:lnTo>
                      <a:pt x="1150" y="574"/>
                    </a:lnTo>
                    <a:lnTo>
                      <a:pt x="1150" y="574"/>
                    </a:lnTo>
                    <a:lnTo>
                      <a:pt x="1150" y="578"/>
                    </a:lnTo>
                    <a:lnTo>
                      <a:pt x="1150" y="548"/>
                    </a:lnTo>
                    <a:lnTo>
                      <a:pt x="1152" y="551"/>
                    </a:lnTo>
                    <a:lnTo>
                      <a:pt x="1152" y="551"/>
                    </a:lnTo>
                    <a:lnTo>
                      <a:pt x="1152" y="550"/>
                    </a:lnTo>
                    <a:lnTo>
                      <a:pt x="1153" y="570"/>
                    </a:lnTo>
                    <a:lnTo>
                      <a:pt x="1154" y="560"/>
                    </a:lnTo>
                    <a:lnTo>
                      <a:pt x="1154" y="560"/>
                    </a:lnTo>
                    <a:lnTo>
                      <a:pt x="1156" y="544"/>
                    </a:lnTo>
                    <a:lnTo>
                      <a:pt x="1156" y="574"/>
                    </a:lnTo>
                    <a:lnTo>
                      <a:pt x="1156" y="574"/>
                    </a:lnTo>
                    <a:lnTo>
                      <a:pt x="1156" y="574"/>
                    </a:lnTo>
                    <a:lnTo>
                      <a:pt x="1156" y="545"/>
                    </a:lnTo>
                    <a:lnTo>
                      <a:pt x="1156" y="574"/>
                    </a:lnTo>
                    <a:lnTo>
                      <a:pt x="1158" y="551"/>
                    </a:lnTo>
                    <a:lnTo>
                      <a:pt x="1158" y="551"/>
                    </a:lnTo>
                    <a:lnTo>
                      <a:pt x="1158" y="550"/>
                    </a:lnTo>
                    <a:lnTo>
                      <a:pt x="1159" y="571"/>
                    </a:lnTo>
                    <a:lnTo>
                      <a:pt x="1160" y="562"/>
                    </a:lnTo>
                    <a:lnTo>
                      <a:pt x="1160" y="562"/>
                    </a:lnTo>
                    <a:lnTo>
                      <a:pt x="1161" y="549"/>
                    </a:lnTo>
                    <a:lnTo>
                      <a:pt x="1161" y="571"/>
                    </a:lnTo>
                    <a:lnTo>
                      <a:pt x="1162" y="561"/>
                    </a:lnTo>
                    <a:lnTo>
                      <a:pt x="1162" y="561"/>
                    </a:lnTo>
                    <a:lnTo>
                      <a:pt x="1163" y="121"/>
                    </a:lnTo>
                    <a:lnTo>
                      <a:pt x="1163" y="754"/>
                    </a:lnTo>
                    <a:lnTo>
                      <a:pt x="1164" y="594"/>
                    </a:lnTo>
                    <a:lnTo>
                      <a:pt x="1164" y="594"/>
                    </a:lnTo>
                    <a:lnTo>
                      <a:pt x="1164" y="606"/>
                    </a:lnTo>
                    <a:lnTo>
                      <a:pt x="1164" y="545"/>
                    </a:lnTo>
                    <a:lnTo>
                      <a:pt x="1166" y="563"/>
                    </a:lnTo>
                    <a:lnTo>
                      <a:pt x="1166" y="563"/>
                    </a:lnTo>
                    <a:lnTo>
                      <a:pt x="1166" y="575"/>
                    </a:lnTo>
                    <a:lnTo>
                      <a:pt x="1167" y="548"/>
                    </a:lnTo>
                    <a:lnTo>
                      <a:pt x="1168" y="565"/>
                    </a:lnTo>
                    <a:lnTo>
                      <a:pt x="1168" y="565"/>
                    </a:lnTo>
                    <a:lnTo>
                      <a:pt x="1170" y="578"/>
                    </a:lnTo>
                    <a:lnTo>
                      <a:pt x="1170" y="547"/>
                    </a:lnTo>
                    <a:lnTo>
                      <a:pt x="1170" y="566"/>
                    </a:lnTo>
                    <a:lnTo>
                      <a:pt x="1170" y="566"/>
                    </a:lnTo>
                    <a:lnTo>
                      <a:pt x="1171" y="530"/>
                    </a:lnTo>
                    <a:lnTo>
                      <a:pt x="1172" y="596"/>
                    </a:lnTo>
                    <a:lnTo>
                      <a:pt x="1172" y="550"/>
                    </a:lnTo>
                    <a:lnTo>
                      <a:pt x="1172" y="550"/>
                    </a:lnTo>
                    <a:lnTo>
                      <a:pt x="1172" y="542"/>
                    </a:lnTo>
                    <a:lnTo>
                      <a:pt x="1174" y="578"/>
                    </a:lnTo>
                    <a:lnTo>
                      <a:pt x="1174" y="562"/>
                    </a:lnTo>
                    <a:lnTo>
                      <a:pt x="1174" y="562"/>
                    </a:lnTo>
                    <a:lnTo>
                      <a:pt x="1176" y="578"/>
                    </a:lnTo>
                    <a:lnTo>
                      <a:pt x="1176" y="531"/>
                    </a:lnTo>
                    <a:lnTo>
                      <a:pt x="1176" y="560"/>
                    </a:lnTo>
                    <a:lnTo>
                      <a:pt x="1176" y="560"/>
                    </a:lnTo>
                    <a:lnTo>
                      <a:pt x="1176" y="584"/>
                    </a:lnTo>
                    <a:lnTo>
                      <a:pt x="1177" y="546"/>
                    </a:lnTo>
                    <a:lnTo>
                      <a:pt x="1178" y="560"/>
                    </a:lnTo>
                    <a:lnTo>
                      <a:pt x="1178" y="560"/>
                    </a:lnTo>
                    <a:lnTo>
                      <a:pt x="1179" y="546"/>
                    </a:lnTo>
                    <a:lnTo>
                      <a:pt x="1180" y="573"/>
                    </a:lnTo>
                    <a:lnTo>
                      <a:pt x="1180" y="569"/>
                    </a:lnTo>
                    <a:lnTo>
                      <a:pt x="1180" y="569"/>
                    </a:lnTo>
                    <a:lnTo>
                      <a:pt x="1180" y="540"/>
                    </a:lnTo>
                    <a:lnTo>
                      <a:pt x="1180" y="575"/>
                    </a:lnTo>
                    <a:lnTo>
                      <a:pt x="1182" y="558"/>
                    </a:lnTo>
                    <a:lnTo>
                      <a:pt x="1182" y="558"/>
                    </a:lnTo>
                    <a:lnTo>
                      <a:pt x="1183" y="546"/>
                    </a:lnTo>
                    <a:lnTo>
                      <a:pt x="1183" y="575"/>
                    </a:lnTo>
                    <a:lnTo>
                      <a:pt x="1184" y="557"/>
                    </a:lnTo>
                    <a:lnTo>
                      <a:pt x="1184" y="557"/>
                    </a:lnTo>
                    <a:lnTo>
                      <a:pt x="1186" y="326"/>
                    </a:lnTo>
                    <a:lnTo>
                      <a:pt x="1186" y="577"/>
                    </a:lnTo>
                    <a:lnTo>
                      <a:pt x="1186" y="579"/>
                    </a:lnTo>
                    <a:lnTo>
                      <a:pt x="1186" y="940"/>
                    </a:lnTo>
                    <a:lnTo>
                      <a:pt x="1186" y="412"/>
                    </a:lnTo>
                    <a:lnTo>
                      <a:pt x="1188" y="569"/>
                    </a:lnTo>
                    <a:lnTo>
                      <a:pt x="1188" y="569"/>
                    </a:lnTo>
                    <a:lnTo>
                      <a:pt x="1189" y="607"/>
                    </a:lnTo>
                    <a:lnTo>
                      <a:pt x="1190" y="534"/>
                    </a:lnTo>
                    <a:lnTo>
                      <a:pt x="1190" y="546"/>
                    </a:lnTo>
                    <a:lnTo>
                      <a:pt x="1190" y="546"/>
                    </a:lnTo>
                    <a:lnTo>
                      <a:pt x="1190" y="585"/>
                    </a:lnTo>
                    <a:lnTo>
                      <a:pt x="1192" y="571"/>
                    </a:lnTo>
                    <a:lnTo>
                      <a:pt x="1192" y="571"/>
                    </a:lnTo>
                    <a:lnTo>
                      <a:pt x="1193" y="546"/>
                    </a:lnTo>
                    <a:lnTo>
                      <a:pt x="1194" y="575"/>
                    </a:lnTo>
                    <a:lnTo>
                      <a:pt x="1194" y="555"/>
                    </a:lnTo>
                    <a:lnTo>
                      <a:pt x="1194" y="555"/>
                    </a:lnTo>
                    <a:lnTo>
                      <a:pt x="1195" y="809"/>
                    </a:lnTo>
                    <a:lnTo>
                      <a:pt x="1195" y="359"/>
                    </a:lnTo>
                    <a:lnTo>
                      <a:pt x="1196" y="564"/>
                    </a:lnTo>
                    <a:lnTo>
                      <a:pt x="1196" y="564"/>
                    </a:lnTo>
                    <a:lnTo>
                      <a:pt x="1196" y="533"/>
                    </a:lnTo>
                    <a:lnTo>
                      <a:pt x="1197" y="571"/>
                    </a:lnTo>
                    <a:lnTo>
                      <a:pt x="1198" y="568"/>
                    </a:lnTo>
                    <a:lnTo>
                      <a:pt x="1198" y="568"/>
                    </a:lnTo>
                    <a:lnTo>
                      <a:pt x="1199" y="571"/>
                    </a:lnTo>
                    <a:lnTo>
                      <a:pt x="1199" y="554"/>
                    </a:lnTo>
                    <a:lnTo>
                      <a:pt x="1200" y="569"/>
                    </a:lnTo>
                    <a:lnTo>
                      <a:pt x="1200" y="569"/>
                    </a:lnTo>
                    <a:lnTo>
                      <a:pt x="1202" y="540"/>
                    </a:lnTo>
                    <a:lnTo>
                      <a:pt x="1202" y="582"/>
                    </a:lnTo>
                    <a:lnTo>
                      <a:pt x="1202" y="557"/>
                    </a:lnTo>
                    <a:lnTo>
                      <a:pt x="1202" y="557"/>
                    </a:lnTo>
                    <a:lnTo>
                      <a:pt x="1203" y="553"/>
                    </a:lnTo>
                    <a:lnTo>
                      <a:pt x="1204" y="572"/>
                    </a:lnTo>
                    <a:lnTo>
                      <a:pt x="1204" y="554"/>
                    </a:lnTo>
                    <a:lnTo>
                      <a:pt x="1204" y="554"/>
                    </a:lnTo>
                    <a:lnTo>
                      <a:pt x="1205" y="574"/>
                    </a:lnTo>
                    <a:lnTo>
                      <a:pt x="1205" y="550"/>
                    </a:lnTo>
                    <a:lnTo>
                      <a:pt x="1206" y="566"/>
                    </a:lnTo>
                    <a:lnTo>
                      <a:pt x="1206" y="566"/>
                    </a:lnTo>
                    <a:lnTo>
                      <a:pt x="1208" y="577"/>
                    </a:lnTo>
                    <a:lnTo>
                      <a:pt x="1208" y="552"/>
                    </a:lnTo>
                    <a:lnTo>
                      <a:pt x="1208" y="560"/>
                    </a:lnTo>
                    <a:lnTo>
                      <a:pt x="1208" y="560"/>
                    </a:lnTo>
                    <a:lnTo>
                      <a:pt x="1209" y="571"/>
                    </a:lnTo>
                    <a:lnTo>
                      <a:pt x="1209" y="552"/>
                    </a:lnTo>
                    <a:lnTo>
                      <a:pt x="1210" y="562"/>
                    </a:lnTo>
                    <a:lnTo>
                      <a:pt x="1210" y="562"/>
                    </a:lnTo>
                    <a:lnTo>
                      <a:pt x="1211" y="573"/>
                    </a:lnTo>
                    <a:lnTo>
                      <a:pt x="1211" y="552"/>
                    </a:lnTo>
                    <a:lnTo>
                      <a:pt x="1212" y="562"/>
                    </a:lnTo>
                    <a:lnTo>
                      <a:pt x="1212" y="562"/>
                    </a:lnTo>
                    <a:lnTo>
                      <a:pt x="1213" y="553"/>
                    </a:lnTo>
                    <a:lnTo>
                      <a:pt x="1214" y="571"/>
                    </a:lnTo>
                    <a:lnTo>
                      <a:pt x="1214" y="569"/>
                    </a:lnTo>
                    <a:lnTo>
                      <a:pt x="1214" y="569"/>
                    </a:lnTo>
                    <a:lnTo>
                      <a:pt x="1214" y="552"/>
                    </a:lnTo>
                    <a:lnTo>
                      <a:pt x="1215" y="577"/>
                    </a:lnTo>
                    <a:lnTo>
                      <a:pt x="1216" y="567"/>
                    </a:lnTo>
                    <a:lnTo>
                      <a:pt x="1216" y="567"/>
                    </a:lnTo>
                    <a:lnTo>
                      <a:pt x="1217" y="583"/>
                    </a:lnTo>
                    <a:lnTo>
                      <a:pt x="1217" y="541"/>
                    </a:lnTo>
                    <a:lnTo>
                      <a:pt x="1218" y="569"/>
                    </a:lnTo>
                    <a:lnTo>
                      <a:pt x="1218" y="569"/>
                    </a:lnTo>
                    <a:lnTo>
                      <a:pt x="1220" y="587"/>
                    </a:lnTo>
                    <a:lnTo>
                      <a:pt x="1220" y="521"/>
                    </a:lnTo>
                    <a:lnTo>
                      <a:pt x="1220" y="549"/>
                    </a:lnTo>
                    <a:lnTo>
                      <a:pt x="1220" y="549"/>
                    </a:lnTo>
                    <a:lnTo>
                      <a:pt x="1222" y="602"/>
                    </a:lnTo>
                    <a:lnTo>
                      <a:pt x="1222" y="527"/>
                    </a:lnTo>
                    <a:lnTo>
                      <a:pt x="1222" y="544"/>
                    </a:lnTo>
                    <a:lnTo>
                      <a:pt x="1222" y="544"/>
                    </a:lnTo>
                    <a:lnTo>
                      <a:pt x="1222" y="575"/>
                    </a:lnTo>
                    <a:lnTo>
                      <a:pt x="1224" y="560"/>
                    </a:lnTo>
                    <a:lnTo>
                      <a:pt x="1224" y="559"/>
                    </a:lnTo>
                    <a:lnTo>
                      <a:pt x="1224" y="548"/>
                    </a:lnTo>
                    <a:lnTo>
                      <a:pt x="1224" y="579"/>
                    </a:lnTo>
                    <a:lnTo>
                      <a:pt x="1226" y="562"/>
                    </a:lnTo>
                    <a:lnTo>
                      <a:pt x="1226" y="562"/>
                    </a:lnTo>
                    <a:lnTo>
                      <a:pt x="1227" y="591"/>
                    </a:lnTo>
                    <a:lnTo>
                      <a:pt x="1227" y="516"/>
                    </a:lnTo>
                    <a:lnTo>
                      <a:pt x="1228" y="566"/>
                    </a:lnTo>
                    <a:lnTo>
                      <a:pt x="1228" y="566"/>
                    </a:lnTo>
                    <a:lnTo>
                      <a:pt x="1229" y="332"/>
                    </a:lnTo>
                    <a:lnTo>
                      <a:pt x="1229" y="908"/>
                    </a:lnTo>
                    <a:lnTo>
                      <a:pt x="1230" y="508"/>
                    </a:lnTo>
                    <a:lnTo>
                      <a:pt x="1230" y="508"/>
                    </a:lnTo>
                    <a:lnTo>
                      <a:pt x="1230" y="596"/>
                    </a:lnTo>
                    <a:lnTo>
                      <a:pt x="1231" y="494"/>
                    </a:lnTo>
                    <a:lnTo>
                      <a:pt x="1232" y="561"/>
                    </a:lnTo>
                    <a:lnTo>
                      <a:pt x="1232" y="561"/>
                    </a:lnTo>
                    <a:lnTo>
                      <a:pt x="1234" y="554"/>
                    </a:lnTo>
                    <a:lnTo>
                      <a:pt x="1234" y="572"/>
                    </a:lnTo>
                    <a:lnTo>
                      <a:pt x="1234" y="571"/>
                    </a:lnTo>
                    <a:lnTo>
                      <a:pt x="1234" y="571"/>
                    </a:lnTo>
                    <a:lnTo>
                      <a:pt x="1235" y="554"/>
                    </a:lnTo>
                    <a:lnTo>
                      <a:pt x="1236" y="563"/>
                    </a:lnTo>
                    <a:lnTo>
                      <a:pt x="1236" y="563"/>
                    </a:lnTo>
                    <a:lnTo>
                      <a:pt x="1236" y="554"/>
                    </a:lnTo>
                    <a:lnTo>
                      <a:pt x="1237" y="566"/>
                    </a:lnTo>
                    <a:lnTo>
                      <a:pt x="1238" y="565"/>
                    </a:lnTo>
                    <a:lnTo>
                      <a:pt x="1238" y="565"/>
                    </a:lnTo>
                    <a:lnTo>
                      <a:pt x="1238" y="565"/>
                    </a:lnTo>
                    <a:lnTo>
                      <a:pt x="1239" y="557"/>
                    </a:lnTo>
                    <a:lnTo>
                      <a:pt x="1240" y="564"/>
                    </a:lnTo>
                    <a:lnTo>
                      <a:pt x="1240" y="564"/>
                    </a:lnTo>
                    <a:lnTo>
                      <a:pt x="1241" y="552"/>
                    </a:lnTo>
                    <a:lnTo>
                      <a:pt x="1242" y="567"/>
                    </a:lnTo>
                    <a:lnTo>
                      <a:pt x="1242" y="560"/>
                    </a:lnTo>
                    <a:lnTo>
                      <a:pt x="1242" y="560"/>
                    </a:lnTo>
                    <a:lnTo>
                      <a:pt x="1243" y="557"/>
                    </a:lnTo>
                    <a:lnTo>
                      <a:pt x="1244" y="570"/>
                    </a:lnTo>
                    <a:lnTo>
                      <a:pt x="1244" y="558"/>
                    </a:lnTo>
                    <a:lnTo>
                      <a:pt x="1244" y="558"/>
                    </a:lnTo>
                    <a:lnTo>
                      <a:pt x="1246" y="566"/>
                    </a:lnTo>
                    <a:lnTo>
                      <a:pt x="1246" y="554"/>
                    </a:lnTo>
                    <a:lnTo>
                      <a:pt x="1246" y="562"/>
                    </a:lnTo>
                    <a:lnTo>
                      <a:pt x="1246" y="562"/>
                    </a:lnTo>
                    <a:lnTo>
                      <a:pt x="1247" y="555"/>
                    </a:lnTo>
                    <a:lnTo>
                      <a:pt x="1247" y="571"/>
                    </a:lnTo>
                    <a:lnTo>
                      <a:pt x="1248" y="561"/>
                    </a:lnTo>
                    <a:lnTo>
                      <a:pt x="1248" y="561"/>
                    </a:lnTo>
                    <a:lnTo>
                      <a:pt x="1248" y="571"/>
                    </a:lnTo>
                    <a:lnTo>
                      <a:pt x="1250" y="552"/>
                    </a:lnTo>
                    <a:lnTo>
                      <a:pt x="1250" y="552"/>
                    </a:lnTo>
                    <a:lnTo>
                      <a:pt x="1250" y="552"/>
                    </a:lnTo>
                    <a:lnTo>
                      <a:pt x="1250" y="569"/>
                    </a:lnTo>
                    <a:lnTo>
                      <a:pt x="1252" y="559"/>
                    </a:lnTo>
                    <a:lnTo>
                      <a:pt x="1252" y="559"/>
                    </a:lnTo>
                    <a:lnTo>
                      <a:pt x="1253" y="567"/>
                    </a:lnTo>
                    <a:lnTo>
                      <a:pt x="1254" y="478"/>
                    </a:lnTo>
                    <a:lnTo>
                      <a:pt x="1254" y="478"/>
                    </a:lnTo>
                    <a:lnTo>
                      <a:pt x="1254" y="476"/>
                    </a:lnTo>
                    <a:lnTo>
                      <a:pt x="1254" y="621"/>
                    </a:lnTo>
                    <a:lnTo>
                      <a:pt x="1256" y="557"/>
                    </a:lnTo>
                    <a:lnTo>
                      <a:pt x="1256" y="557"/>
                    </a:lnTo>
                    <a:lnTo>
                      <a:pt x="1256" y="553"/>
                    </a:lnTo>
                    <a:lnTo>
                      <a:pt x="1256" y="574"/>
                    </a:lnTo>
                    <a:lnTo>
                      <a:pt x="1258" y="559"/>
                    </a:lnTo>
                    <a:lnTo>
                      <a:pt x="1258" y="559"/>
                    </a:lnTo>
                    <a:lnTo>
                      <a:pt x="1259" y="554"/>
                    </a:lnTo>
                    <a:lnTo>
                      <a:pt x="1259" y="569"/>
                    </a:lnTo>
                    <a:lnTo>
                      <a:pt x="1260" y="565"/>
                    </a:lnTo>
                    <a:lnTo>
                      <a:pt x="1260" y="565"/>
                    </a:lnTo>
                    <a:lnTo>
                      <a:pt x="1261" y="568"/>
                    </a:lnTo>
                    <a:lnTo>
                      <a:pt x="1261" y="553"/>
                    </a:lnTo>
                    <a:lnTo>
                      <a:pt x="1262" y="566"/>
                    </a:lnTo>
                    <a:lnTo>
                      <a:pt x="1262" y="566"/>
                    </a:lnTo>
                    <a:lnTo>
                      <a:pt x="1263" y="554"/>
                    </a:lnTo>
                    <a:lnTo>
                      <a:pt x="1263" y="570"/>
                    </a:lnTo>
                    <a:lnTo>
                      <a:pt x="1264" y="561"/>
                    </a:lnTo>
                    <a:lnTo>
                      <a:pt x="1264" y="561"/>
                    </a:lnTo>
                    <a:lnTo>
                      <a:pt x="1266" y="572"/>
                    </a:lnTo>
                    <a:lnTo>
                      <a:pt x="1266" y="551"/>
                    </a:lnTo>
                    <a:lnTo>
                      <a:pt x="1266" y="551"/>
                    </a:lnTo>
                    <a:lnTo>
                      <a:pt x="1266" y="551"/>
                    </a:lnTo>
                    <a:lnTo>
                      <a:pt x="1266" y="549"/>
                    </a:lnTo>
                    <a:lnTo>
                      <a:pt x="1266" y="571"/>
                    </a:lnTo>
                    <a:lnTo>
                      <a:pt x="1268" y="567"/>
                    </a:lnTo>
                    <a:lnTo>
                      <a:pt x="1268" y="567"/>
                    </a:lnTo>
                    <a:lnTo>
                      <a:pt x="1269" y="554"/>
                    </a:lnTo>
                    <a:lnTo>
                      <a:pt x="1270" y="564"/>
                    </a:lnTo>
                    <a:lnTo>
                      <a:pt x="1270" y="564"/>
                    </a:lnTo>
                    <a:lnTo>
                      <a:pt x="1271" y="554"/>
                    </a:lnTo>
                    <a:lnTo>
                      <a:pt x="1272" y="567"/>
                    </a:lnTo>
                    <a:lnTo>
                      <a:pt x="1272" y="557"/>
                    </a:lnTo>
                    <a:lnTo>
                      <a:pt x="1272" y="557"/>
                    </a:lnTo>
                    <a:lnTo>
                      <a:pt x="1273" y="556"/>
                    </a:lnTo>
                    <a:lnTo>
                      <a:pt x="1274" y="570"/>
                    </a:lnTo>
                    <a:lnTo>
                      <a:pt x="1274" y="556"/>
                    </a:lnTo>
                    <a:lnTo>
                      <a:pt x="1274" y="556"/>
                    </a:lnTo>
                    <a:lnTo>
                      <a:pt x="1274" y="552"/>
                    </a:lnTo>
                    <a:lnTo>
                      <a:pt x="1275" y="567"/>
                    </a:lnTo>
                    <a:lnTo>
                      <a:pt x="1276" y="562"/>
                    </a:lnTo>
                    <a:lnTo>
                      <a:pt x="1276" y="562"/>
                    </a:lnTo>
                    <a:lnTo>
                      <a:pt x="1277" y="573"/>
                    </a:lnTo>
                    <a:lnTo>
                      <a:pt x="1277" y="550"/>
                    </a:lnTo>
                    <a:lnTo>
                      <a:pt x="1278" y="556"/>
                    </a:lnTo>
                    <a:lnTo>
                      <a:pt x="1278" y="556"/>
                    </a:lnTo>
                    <a:lnTo>
                      <a:pt x="1280" y="575"/>
                    </a:lnTo>
                    <a:lnTo>
                      <a:pt x="1280" y="551"/>
                    </a:lnTo>
                    <a:lnTo>
                      <a:pt x="1280" y="557"/>
                    </a:lnTo>
                    <a:lnTo>
                      <a:pt x="1280" y="557"/>
                    </a:lnTo>
                    <a:lnTo>
                      <a:pt x="1282" y="568"/>
                    </a:lnTo>
                    <a:lnTo>
                      <a:pt x="1282" y="563"/>
                    </a:lnTo>
                    <a:lnTo>
                      <a:pt x="1282" y="563"/>
                    </a:lnTo>
                    <a:lnTo>
                      <a:pt x="1283" y="388"/>
                    </a:lnTo>
                    <a:lnTo>
                      <a:pt x="1284" y="646"/>
                    </a:lnTo>
                    <a:lnTo>
                      <a:pt x="1284" y="560"/>
                    </a:lnTo>
                    <a:lnTo>
                      <a:pt x="1284" y="560"/>
                    </a:lnTo>
                    <a:lnTo>
                      <a:pt x="1284" y="582"/>
                    </a:lnTo>
                    <a:lnTo>
                      <a:pt x="1285" y="557"/>
                    </a:lnTo>
                    <a:lnTo>
                      <a:pt x="1286" y="563"/>
                    </a:lnTo>
                    <a:lnTo>
                      <a:pt x="1286" y="564"/>
                    </a:lnTo>
                    <a:lnTo>
                      <a:pt x="1286" y="566"/>
                    </a:lnTo>
                    <a:lnTo>
                      <a:pt x="1286" y="557"/>
                    </a:lnTo>
                    <a:lnTo>
                      <a:pt x="1288" y="563"/>
                    </a:lnTo>
                    <a:lnTo>
                      <a:pt x="1288" y="563"/>
                    </a:lnTo>
                    <a:lnTo>
                      <a:pt x="1289" y="549"/>
                    </a:lnTo>
                    <a:lnTo>
                      <a:pt x="1289" y="569"/>
                    </a:lnTo>
                    <a:lnTo>
                      <a:pt x="1290" y="565"/>
                    </a:lnTo>
                    <a:lnTo>
                      <a:pt x="1290" y="565"/>
                    </a:lnTo>
                    <a:lnTo>
                      <a:pt x="1291" y="733"/>
                    </a:lnTo>
                    <a:lnTo>
                      <a:pt x="1291" y="433"/>
                    </a:lnTo>
                    <a:lnTo>
                      <a:pt x="1292" y="556"/>
                    </a:lnTo>
                    <a:lnTo>
                      <a:pt x="1292" y="556"/>
                    </a:lnTo>
                    <a:lnTo>
                      <a:pt x="1292" y="553"/>
                    </a:lnTo>
                    <a:lnTo>
                      <a:pt x="1293" y="568"/>
                    </a:lnTo>
                    <a:lnTo>
                      <a:pt x="1294" y="567"/>
                    </a:lnTo>
                    <a:lnTo>
                      <a:pt x="1294" y="567"/>
                    </a:lnTo>
                    <a:lnTo>
                      <a:pt x="1294" y="571"/>
                    </a:lnTo>
                    <a:lnTo>
                      <a:pt x="1296" y="550"/>
                    </a:lnTo>
                    <a:lnTo>
                      <a:pt x="1296" y="552"/>
                    </a:lnTo>
                    <a:lnTo>
                      <a:pt x="1296" y="552"/>
                    </a:lnTo>
                    <a:lnTo>
                      <a:pt x="1296" y="570"/>
                    </a:lnTo>
                    <a:lnTo>
                      <a:pt x="1297" y="552"/>
                    </a:lnTo>
                    <a:lnTo>
                      <a:pt x="1298" y="555"/>
                    </a:lnTo>
                    <a:lnTo>
                      <a:pt x="1298" y="555"/>
                    </a:lnTo>
                    <a:lnTo>
                      <a:pt x="1299" y="569"/>
                    </a:lnTo>
                    <a:lnTo>
                      <a:pt x="1300" y="558"/>
                    </a:lnTo>
                    <a:lnTo>
                      <a:pt x="1300" y="558"/>
                    </a:lnTo>
                    <a:lnTo>
                      <a:pt x="1302" y="582"/>
                    </a:lnTo>
                    <a:lnTo>
                      <a:pt x="1302" y="549"/>
                    </a:lnTo>
                    <a:lnTo>
                      <a:pt x="1302" y="549"/>
                    </a:lnTo>
                    <a:lnTo>
                      <a:pt x="1302" y="549"/>
                    </a:lnTo>
                    <a:lnTo>
                      <a:pt x="1303" y="575"/>
                    </a:lnTo>
                    <a:lnTo>
                      <a:pt x="1304" y="563"/>
                    </a:lnTo>
                    <a:lnTo>
                      <a:pt x="1304" y="563"/>
                    </a:lnTo>
                    <a:lnTo>
                      <a:pt x="1306" y="574"/>
                    </a:lnTo>
                    <a:lnTo>
                      <a:pt x="1306" y="551"/>
                    </a:lnTo>
                    <a:lnTo>
                      <a:pt x="1306" y="564"/>
                    </a:lnTo>
                    <a:lnTo>
                      <a:pt x="1306" y="564"/>
                    </a:lnTo>
                    <a:lnTo>
                      <a:pt x="1307" y="586"/>
                    </a:lnTo>
                    <a:lnTo>
                      <a:pt x="1307" y="539"/>
                    </a:lnTo>
                    <a:lnTo>
                      <a:pt x="1308" y="561"/>
                    </a:lnTo>
                    <a:lnTo>
                      <a:pt x="1308" y="561"/>
                    </a:lnTo>
                    <a:lnTo>
                      <a:pt x="1309" y="554"/>
                    </a:lnTo>
                    <a:lnTo>
                      <a:pt x="1309" y="569"/>
                    </a:lnTo>
                    <a:lnTo>
                      <a:pt x="1310" y="554"/>
                    </a:lnTo>
                    <a:lnTo>
                      <a:pt x="1310" y="554"/>
                    </a:lnTo>
                    <a:lnTo>
                      <a:pt x="1310" y="575"/>
                    </a:lnTo>
                    <a:lnTo>
                      <a:pt x="1311" y="544"/>
                    </a:lnTo>
                    <a:lnTo>
                      <a:pt x="1312" y="559"/>
                    </a:lnTo>
                    <a:lnTo>
                      <a:pt x="1312" y="559"/>
                    </a:lnTo>
                    <a:lnTo>
                      <a:pt x="1314" y="576"/>
                    </a:lnTo>
                    <a:lnTo>
                      <a:pt x="1314" y="540"/>
                    </a:lnTo>
                    <a:lnTo>
                      <a:pt x="1314" y="566"/>
                    </a:lnTo>
                    <a:lnTo>
                      <a:pt x="1314" y="566"/>
                    </a:lnTo>
                    <a:lnTo>
                      <a:pt x="1315" y="339"/>
                    </a:lnTo>
                    <a:lnTo>
                      <a:pt x="1315" y="780"/>
                    </a:lnTo>
                    <a:lnTo>
                      <a:pt x="1316" y="622"/>
                    </a:lnTo>
                    <a:lnTo>
                      <a:pt x="1316" y="622"/>
                    </a:lnTo>
                    <a:lnTo>
                      <a:pt x="1316" y="472"/>
                    </a:lnTo>
                    <a:lnTo>
                      <a:pt x="1318" y="563"/>
                    </a:lnTo>
                    <a:lnTo>
                      <a:pt x="1318" y="563"/>
                    </a:lnTo>
                    <a:lnTo>
                      <a:pt x="1318" y="570"/>
                    </a:lnTo>
                    <a:lnTo>
                      <a:pt x="1319" y="554"/>
                    </a:lnTo>
                    <a:lnTo>
                      <a:pt x="1320" y="560"/>
                    </a:lnTo>
                    <a:lnTo>
                      <a:pt x="1320" y="560"/>
                    </a:lnTo>
                    <a:lnTo>
                      <a:pt x="1321" y="571"/>
                    </a:lnTo>
                    <a:lnTo>
                      <a:pt x="1321" y="554"/>
                    </a:lnTo>
                    <a:lnTo>
                      <a:pt x="1322" y="560"/>
                    </a:lnTo>
                    <a:lnTo>
                      <a:pt x="1322" y="560"/>
                    </a:lnTo>
                    <a:lnTo>
                      <a:pt x="1322" y="554"/>
                    </a:lnTo>
                    <a:lnTo>
                      <a:pt x="1322" y="570"/>
                    </a:lnTo>
                    <a:lnTo>
                      <a:pt x="1324" y="560"/>
                    </a:lnTo>
                    <a:lnTo>
                      <a:pt x="1324" y="560"/>
                    </a:lnTo>
                    <a:lnTo>
                      <a:pt x="1325" y="567"/>
                    </a:lnTo>
                    <a:lnTo>
                      <a:pt x="1326" y="556"/>
                    </a:lnTo>
                    <a:lnTo>
                      <a:pt x="1326" y="558"/>
                    </a:lnTo>
                    <a:lnTo>
                      <a:pt x="1326" y="558"/>
                    </a:lnTo>
                    <a:lnTo>
                      <a:pt x="1328" y="573"/>
                    </a:lnTo>
                    <a:lnTo>
                      <a:pt x="1328" y="550"/>
                    </a:lnTo>
                    <a:lnTo>
                      <a:pt x="1328" y="563"/>
                    </a:lnTo>
                    <a:lnTo>
                      <a:pt x="1328" y="564"/>
                    </a:lnTo>
                    <a:lnTo>
                      <a:pt x="1328" y="568"/>
                    </a:lnTo>
                    <a:lnTo>
                      <a:pt x="1329" y="554"/>
                    </a:lnTo>
                    <a:lnTo>
                      <a:pt x="1330" y="560"/>
                    </a:lnTo>
                    <a:lnTo>
                      <a:pt x="1330" y="560"/>
                    </a:lnTo>
                    <a:lnTo>
                      <a:pt x="1331" y="530"/>
                    </a:lnTo>
                    <a:lnTo>
                      <a:pt x="1331" y="590"/>
                    </a:lnTo>
                    <a:lnTo>
                      <a:pt x="1332" y="556"/>
                    </a:lnTo>
                    <a:lnTo>
                      <a:pt x="1332" y="556"/>
                    </a:lnTo>
                    <a:lnTo>
                      <a:pt x="1333" y="568"/>
                    </a:lnTo>
                    <a:lnTo>
                      <a:pt x="1333" y="554"/>
                    </a:lnTo>
                    <a:lnTo>
                      <a:pt x="1334" y="565"/>
                    </a:lnTo>
                    <a:lnTo>
                      <a:pt x="1334" y="565"/>
                    </a:lnTo>
                    <a:lnTo>
                      <a:pt x="1335" y="569"/>
                    </a:lnTo>
                    <a:lnTo>
                      <a:pt x="1335" y="554"/>
                    </a:lnTo>
                    <a:lnTo>
                      <a:pt x="1336" y="562"/>
                    </a:lnTo>
                    <a:lnTo>
                      <a:pt x="1336" y="562"/>
                    </a:lnTo>
                    <a:lnTo>
                      <a:pt x="1338" y="536"/>
                    </a:lnTo>
                    <a:lnTo>
                      <a:pt x="1338" y="581"/>
                    </a:lnTo>
                    <a:lnTo>
                      <a:pt x="1338" y="582"/>
                    </a:lnTo>
                    <a:lnTo>
                      <a:pt x="1338" y="587"/>
                    </a:lnTo>
                    <a:lnTo>
                      <a:pt x="1339" y="548"/>
                    </a:lnTo>
                    <a:lnTo>
                      <a:pt x="1340" y="567"/>
                    </a:lnTo>
                    <a:lnTo>
                      <a:pt x="1340" y="567"/>
                    </a:lnTo>
                    <a:lnTo>
                      <a:pt x="1340" y="573"/>
                    </a:lnTo>
                    <a:lnTo>
                      <a:pt x="1341" y="555"/>
                    </a:lnTo>
                    <a:lnTo>
                      <a:pt x="1342" y="560"/>
                    </a:lnTo>
                    <a:lnTo>
                      <a:pt x="1342" y="560"/>
                    </a:lnTo>
                    <a:lnTo>
                      <a:pt x="1344" y="556"/>
                    </a:lnTo>
                    <a:lnTo>
                      <a:pt x="1344" y="569"/>
                    </a:lnTo>
                    <a:lnTo>
                      <a:pt x="1344" y="568"/>
                    </a:lnTo>
                    <a:lnTo>
                      <a:pt x="1344" y="567"/>
                    </a:lnTo>
                    <a:lnTo>
                      <a:pt x="1345" y="549"/>
                    </a:lnTo>
                    <a:lnTo>
                      <a:pt x="1345" y="570"/>
                    </a:lnTo>
                    <a:lnTo>
                      <a:pt x="1346" y="564"/>
                    </a:lnTo>
                    <a:lnTo>
                      <a:pt x="1346" y="564"/>
                    </a:lnTo>
                    <a:lnTo>
                      <a:pt x="1348" y="541"/>
                    </a:lnTo>
                    <a:lnTo>
                      <a:pt x="1348" y="585"/>
                    </a:lnTo>
                    <a:lnTo>
                      <a:pt x="1348" y="580"/>
                    </a:lnTo>
                    <a:lnTo>
                      <a:pt x="1348" y="580"/>
                    </a:lnTo>
                    <a:lnTo>
                      <a:pt x="1348" y="546"/>
                    </a:lnTo>
                    <a:lnTo>
                      <a:pt x="1350" y="561"/>
                    </a:lnTo>
                    <a:lnTo>
                      <a:pt x="1350" y="561"/>
                    </a:lnTo>
                    <a:lnTo>
                      <a:pt x="1351" y="572"/>
                    </a:lnTo>
                    <a:lnTo>
                      <a:pt x="1352" y="551"/>
                    </a:lnTo>
                    <a:lnTo>
                      <a:pt x="1352" y="557"/>
                    </a:lnTo>
                    <a:lnTo>
                      <a:pt x="1352" y="557"/>
                    </a:lnTo>
                    <a:lnTo>
                      <a:pt x="1352" y="574"/>
                    </a:lnTo>
                    <a:lnTo>
                      <a:pt x="1353" y="550"/>
                    </a:lnTo>
                    <a:lnTo>
                      <a:pt x="1354" y="557"/>
                    </a:lnTo>
                    <a:lnTo>
                      <a:pt x="1354" y="557"/>
                    </a:lnTo>
                    <a:lnTo>
                      <a:pt x="1356" y="568"/>
                    </a:lnTo>
                    <a:lnTo>
                      <a:pt x="1356" y="554"/>
                    </a:lnTo>
                    <a:lnTo>
                      <a:pt x="1356" y="560"/>
                    </a:lnTo>
                    <a:lnTo>
                      <a:pt x="1356" y="560"/>
                    </a:lnTo>
                    <a:lnTo>
                      <a:pt x="1357" y="573"/>
                    </a:lnTo>
                    <a:lnTo>
                      <a:pt x="1358" y="551"/>
                    </a:lnTo>
                    <a:lnTo>
                      <a:pt x="1358" y="560"/>
                    </a:lnTo>
                    <a:lnTo>
                      <a:pt x="1358" y="560"/>
                    </a:lnTo>
                    <a:lnTo>
                      <a:pt x="1360" y="555"/>
                    </a:lnTo>
                    <a:lnTo>
                      <a:pt x="1360" y="572"/>
                    </a:lnTo>
                    <a:lnTo>
                      <a:pt x="1360" y="564"/>
                    </a:lnTo>
                    <a:lnTo>
                      <a:pt x="1360" y="564"/>
                    </a:lnTo>
                    <a:lnTo>
                      <a:pt x="1361" y="548"/>
                    </a:lnTo>
                    <a:lnTo>
                      <a:pt x="1362" y="570"/>
                    </a:lnTo>
                    <a:lnTo>
                      <a:pt x="1362" y="568"/>
                    </a:lnTo>
                    <a:lnTo>
                      <a:pt x="1362" y="567"/>
                    </a:lnTo>
                    <a:lnTo>
                      <a:pt x="1363" y="553"/>
                    </a:lnTo>
                    <a:lnTo>
                      <a:pt x="1363" y="569"/>
                    </a:lnTo>
                    <a:lnTo>
                      <a:pt x="1364" y="560"/>
                    </a:lnTo>
                    <a:lnTo>
                      <a:pt x="1364" y="560"/>
                    </a:lnTo>
                    <a:lnTo>
                      <a:pt x="1366" y="633"/>
                    </a:lnTo>
                    <a:lnTo>
                      <a:pt x="1366" y="534"/>
                    </a:lnTo>
                    <a:lnTo>
                      <a:pt x="1366" y="533"/>
                    </a:lnTo>
                    <a:lnTo>
                      <a:pt x="1367" y="670"/>
                    </a:lnTo>
                    <a:lnTo>
                      <a:pt x="1367" y="391"/>
                    </a:lnTo>
                    <a:lnTo>
                      <a:pt x="1368" y="548"/>
                    </a:lnTo>
                    <a:lnTo>
                      <a:pt x="1368" y="548"/>
                    </a:lnTo>
                    <a:lnTo>
                      <a:pt x="1369" y="539"/>
                    </a:lnTo>
                    <a:lnTo>
                      <a:pt x="1369" y="572"/>
                    </a:lnTo>
                    <a:lnTo>
                      <a:pt x="1370" y="564"/>
                    </a:lnTo>
                    <a:lnTo>
                      <a:pt x="1370" y="564"/>
                    </a:lnTo>
                    <a:lnTo>
                      <a:pt x="1371" y="569"/>
                    </a:lnTo>
                    <a:lnTo>
                      <a:pt x="1372" y="548"/>
                    </a:lnTo>
                    <a:lnTo>
                      <a:pt x="1372" y="566"/>
                    </a:lnTo>
                    <a:lnTo>
                      <a:pt x="1372" y="566"/>
                    </a:lnTo>
                    <a:lnTo>
                      <a:pt x="1372" y="570"/>
                    </a:lnTo>
                    <a:lnTo>
                      <a:pt x="1373" y="554"/>
                    </a:lnTo>
                    <a:lnTo>
                      <a:pt x="1374" y="557"/>
                    </a:lnTo>
                    <a:lnTo>
                      <a:pt x="1374" y="557"/>
                    </a:lnTo>
                    <a:lnTo>
                      <a:pt x="1376" y="538"/>
                    </a:lnTo>
                    <a:lnTo>
                      <a:pt x="1376" y="587"/>
                    </a:lnTo>
                    <a:lnTo>
                      <a:pt x="1376" y="561"/>
                    </a:lnTo>
                    <a:lnTo>
                      <a:pt x="1376" y="561"/>
                    </a:lnTo>
                    <a:lnTo>
                      <a:pt x="1376" y="580"/>
                    </a:lnTo>
                    <a:lnTo>
                      <a:pt x="1377" y="529"/>
                    </a:lnTo>
                    <a:lnTo>
                      <a:pt x="1378" y="561"/>
                    </a:lnTo>
                    <a:lnTo>
                      <a:pt x="1378" y="561"/>
                    </a:lnTo>
                    <a:lnTo>
                      <a:pt x="1380" y="567"/>
                    </a:lnTo>
                    <a:lnTo>
                      <a:pt x="1380" y="557"/>
                    </a:lnTo>
                    <a:lnTo>
                      <a:pt x="1380" y="560"/>
                    </a:lnTo>
                    <a:lnTo>
                      <a:pt x="1380" y="560"/>
                    </a:lnTo>
                    <a:lnTo>
                      <a:pt x="1381" y="554"/>
                    </a:lnTo>
                    <a:lnTo>
                      <a:pt x="1382" y="571"/>
                    </a:lnTo>
                    <a:lnTo>
                      <a:pt x="1382" y="563"/>
                    </a:lnTo>
                    <a:lnTo>
                      <a:pt x="1382" y="563"/>
                    </a:lnTo>
                    <a:lnTo>
                      <a:pt x="1383" y="568"/>
                    </a:lnTo>
                    <a:lnTo>
                      <a:pt x="1383" y="556"/>
                    </a:lnTo>
                    <a:lnTo>
                      <a:pt x="1384" y="560"/>
                    </a:lnTo>
                    <a:lnTo>
                      <a:pt x="1384" y="560"/>
                    </a:lnTo>
                    <a:lnTo>
                      <a:pt x="1386" y="570"/>
                    </a:lnTo>
                    <a:lnTo>
                      <a:pt x="1386" y="556"/>
                    </a:lnTo>
                    <a:lnTo>
                      <a:pt x="1386" y="563"/>
                    </a:lnTo>
                    <a:lnTo>
                      <a:pt x="1386" y="563"/>
                    </a:lnTo>
                    <a:lnTo>
                      <a:pt x="1387" y="557"/>
                    </a:lnTo>
                    <a:lnTo>
                      <a:pt x="1387" y="565"/>
                    </a:lnTo>
                    <a:lnTo>
                      <a:pt x="1388" y="561"/>
                    </a:lnTo>
                    <a:lnTo>
                      <a:pt x="1388" y="561"/>
                    </a:lnTo>
                    <a:lnTo>
                      <a:pt x="1390" y="548"/>
                    </a:lnTo>
                    <a:lnTo>
                      <a:pt x="1390" y="569"/>
                    </a:lnTo>
                    <a:lnTo>
                      <a:pt x="1390" y="559"/>
                    </a:lnTo>
                    <a:lnTo>
                      <a:pt x="1390" y="559"/>
                    </a:lnTo>
                    <a:lnTo>
                      <a:pt x="1391" y="555"/>
                    </a:lnTo>
                    <a:lnTo>
                      <a:pt x="1392" y="569"/>
                    </a:lnTo>
                    <a:lnTo>
                      <a:pt x="1392" y="565"/>
                    </a:lnTo>
                    <a:lnTo>
                      <a:pt x="1392" y="565"/>
                    </a:lnTo>
                    <a:lnTo>
                      <a:pt x="1394" y="552"/>
                    </a:lnTo>
                    <a:lnTo>
                      <a:pt x="1394" y="572"/>
                    </a:lnTo>
                    <a:lnTo>
                      <a:pt x="1394" y="561"/>
                    </a:lnTo>
                    <a:lnTo>
                      <a:pt x="1394" y="561"/>
                    </a:lnTo>
                    <a:lnTo>
                      <a:pt x="1395" y="606"/>
                    </a:lnTo>
                    <a:lnTo>
                      <a:pt x="1396" y="527"/>
                    </a:lnTo>
                    <a:lnTo>
                      <a:pt x="1396" y="564"/>
                    </a:lnTo>
                    <a:lnTo>
                      <a:pt x="1396" y="564"/>
                    </a:lnTo>
                    <a:lnTo>
                      <a:pt x="1396" y="548"/>
                    </a:lnTo>
                    <a:lnTo>
                      <a:pt x="1397" y="571"/>
                    </a:lnTo>
                    <a:lnTo>
                      <a:pt x="1398" y="562"/>
                    </a:lnTo>
                    <a:lnTo>
                      <a:pt x="1398" y="562"/>
                    </a:lnTo>
                    <a:lnTo>
                      <a:pt x="1400" y="554"/>
                    </a:lnTo>
                    <a:lnTo>
                      <a:pt x="1400" y="568"/>
                    </a:lnTo>
                    <a:lnTo>
                      <a:pt x="1400" y="561"/>
                    </a:lnTo>
                    <a:lnTo>
                      <a:pt x="1400" y="561"/>
                    </a:lnTo>
                    <a:lnTo>
                      <a:pt x="1402" y="553"/>
                    </a:lnTo>
                    <a:lnTo>
                      <a:pt x="1402" y="569"/>
                    </a:lnTo>
                    <a:lnTo>
                      <a:pt x="1402" y="556"/>
                    </a:lnTo>
                    <a:lnTo>
                      <a:pt x="1402" y="556"/>
                    </a:lnTo>
                    <a:lnTo>
                      <a:pt x="1403" y="571"/>
                    </a:lnTo>
                    <a:lnTo>
                      <a:pt x="1404" y="550"/>
                    </a:lnTo>
                    <a:lnTo>
                      <a:pt x="1404" y="561"/>
                    </a:lnTo>
                    <a:lnTo>
                      <a:pt x="1404" y="561"/>
                    </a:lnTo>
                    <a:lnTo>
                      <a:pt x="1405" y="571"/>
                    </a:lnTo>
                    <a:lnTo>
                      <a:pt x="1406" y="547"/>
                    </a:lnTo>
                    <a:lnTo>
                      <a:pt x="1406" y="552"/>
                    </a:lnTo>
                    <a:lnTo>
                      <a:pt x="1406" y="552"/>
                    </a:lnTo>
                    <a:lnTo>
                      <a:pt x="1406" y="585"/>
                    </a:lnTo>
                    <a:lnTo>
                      <a:pt x="1407" y="546"/>
                    </a:lnTo>
                    <a:lnTo>
                      <a:pt x="1408" y="568"/>
                    </a:lnTo>
                    <a:lnTo>
                      <a:pt x="1408" y="568"/>
                    </a:lnTo>
                    <a:lnTo>
                      <a:pt x="1408" y="552"/>
                    </a:lnTo>
                    <a:lnTo>
                      <a:pt x="1409" y="570"/>
                    </a:lnTo>
                    <a:lnTo>
                      <a:pt x="1410" y="561"/>
                    </a:lnTo>
                    <a:lnTo>
                      <a:pt x="1410" y="561"/>
                    </a:lnTo>
                    <a:lnTo>
                      <a:pt x="1411" y="550"/>
                    </a:lnTo>
                    <a:lnTo>
                      <a:pt x="1411" y="573"/>
                    </a:lnTo>
                    <a:lnTo>
                      <a:pt x="1413" y="560"/>
                    </a:lnTo>
                    <a:lnTo>
                      <a:pt x="1413" y="560"/>
                    </a:lnTo>
                    <a:lnTo>
                      <a:pt x="1414" y="540"/>
                    </a:lnTo>
                    <a:lnTo>
                      <a:pt x="1414" y="578"/>
                    </a:lnTo>
                    <a:lnTo>
                      <a:pt x="1414" y="549"/>
                    </a:lnTo>
                    <a:lnTo>
                      <a:pt x="1414" y="549"/>
                    </a:lnTo>
                    <a:lnTo>
                      <a:pt x="1414" y="542"/>
                    </a:lnTo>
                    <a:lnTo>
                      <a:pt x="1414" y="580"/>
                    </a:lnTo>
                    <a:lnTo>
                      <a:pt x="1416" y="560"/>
                    </a:lnTo>
                    <a:lnTo>
                      <a:pt x="1416" y="560"/>
                    </a:lnTo>
                    <a:lnTo>
                      <a:pt x="1418" y="548"/>
                    </a:lnTo>
                    <a:lnTo>
                      <a:pt x="1418" y="572"/>
                    </a:lnTo>
                    <a:lnTo>
                      <a:pt x="1419" y="548"/>
                    </a:lnTo>
                    <a:lnTo>
                      <a:pt x="1419" y="548"/>
                    </a:lnTo>
                    <a:lnTo>
                      <a:pt x="1420" y="540"/>
                    </a:lnTo>
                    <a:lnTo>
                      <a:pt x="1420" y="577"/>
                    </a:lnTo>
                    <a:lnTo>
                      <a:pt x="1420" y="568"/>
                    </a:lnTo>
                    <a:lnTo>
                      <a:pt x="1420" y="568"/>
                    </a:lnTo>
                    <a:lnTo>
                      <a:pt x="1421" y="578"/>
                    </a:lnTo>
                    <a:lnTo>
                      <a:pt x="1421" y="544"/>
                    </a:lnTo>
                    <a:lnTo>
                      <a:pt x="1422" y="563"/>
                    </a:lnTo>
                    <a:lnTo>
                      <a:pt x="1422" y="563"/>
                    </a:lnTo>
                    <a:lnTo>
                      <a:pt x="1424" y="577"/>
                    </a:lnTo>
                    <a:lnTo>
                      <a:pt x="1425" y="539"/>
                    </a:lnTo>
                    <a:lnTo>
                      <a:pt x="1425" y="539"/>
                    </a:lnTo>
                    <a:lnTo>
                      <a:pt x="1425" y="539"/>
                    </a:lnTo>
                    <a:lnTo>
                      <a:pt x="1425" y="535"/>
                    </a:lnTo>
                    <a:lnTo>
                      <a:pt x="1425" y="595"/>
                    </a:lnTo>
                    <a:lnTo>
                      <a:pt x="1426" y="560"/>
                    </a:lnTo>
                    <a:lnTo>
                      <a:pt x="1426" y="560"/>
                    </a:lnTo>
                    <a:lnTo>
                      <a:pt x="1428" y="571"/>
                    </a:lnTo>
                    <a:lnTo>
                      <a:pt x="1428" y="550"/>
                    </a:lnTo>
                    <a:lnTo>
                      <a:pt x="1428" y="566"/>
                    </a:lnTo>
                    <a:lnTo>
                      <a:pt x="1428" y="566"/>
                    </a:lnTo>
                    <a:lnTo>
                      <a:pt x="1429" y="568"/>
                    </a:lnTo>
                    <a:lnTo>
                      <a:pt x="1430" y="548"/>
                    </a:lnTo>
                    <a:lnTo>
                      <a:pt x="1431" y="565"/>
                    </a:lnTo>
                    <a:lnTo>
                      <a:pt x="1431" y="565"/>
                    </a:lnTo>
                    <a:lnTo>
                      <a:pt x="1431" y="531"/>
                    </a:lnTo>
                    <a:lnTo>
                      <a:pt x="1431" y="591"/>
                    </a:lnTo>
                    <a:lnTo>
                      <a:pt x="1432" y="564"/>
                    </a:lnTo>
                    <a:lnTo>
                      <a:pt x="1432" y="564"/>
                    </a:lnTo>
                    <a:lnTo>
                      <a:pt x="1432" y="543"/>
                    </a:lnTo>
                    <a:lnTo>
                      <a:pt x="1433" y="581"/>
                    </a:lnTo>
                    <a:lnTo>
                      <a:pt x="1434" y="565"/>
                    </a:lnTo>
                    <a:lnTo>
                      <a:pt x="1434" y="565"/>
                    </a:lnTo>
                    <a:lnTo>
                      <a:pt x="1435" y="545"/>
                    </a:lnTo>
                    <a:lnTo>
                      <a:pt x="1435" y="577"/>
                    </a:lnTo>
                    <a:lnTo>
                      <a:pt x="1437" y="565"/>
                    </a:lnTo>
                    <a:lnTo>
                      <a:pt x="1437" y="565"/>
                    </a:lnTo>
                    <a:lnTo>
                      <a:pt x="1437" y="574"/>
                    </a:lnTo>
                    <a:lnTo>
                      <a:pt x="1438" y="544"/>
                    </a:lnTo>
                    <a:lnTo>
                      <a:pt x="1438" y="544"/>
                    </a:lnTo>
                    <a:lnTo>
                      <a:pt x="1438" y="544"/>
                    </a:lnTo>
                    <a:lnTo>
                      <a:pt x="1440" y="577"/>
                    </a:lnTo>
                    <a:lnTo>
                      <a:pt x="1440" y="560"/>
                    </a:lnTo>
                    <a:lnTo>
                      <a:pt x="1440" y="560"/>
                    </a:lnTo>
                    <a:lnTo>
                      <a:pt x="1441" y="546"/>
                    </a:lnTo>
                    <a:lnTo>
                      <a:pt x="1442" y="578"/>
                    </a:lnTo>
                    <a:lnTo>
                      <a:pt x="1443" y="561"/>
                    </a:lnTo>
                    <a:lnTo>
                      <a:pt x="1443" y="561"/>
                    </a:lnTo>
                    <a:lnTo>
                      <a:pt x="1444" y="548"/>
                    </a:lnTo>
                    <a:lnTo>
                      <a:pt x="1444" y="573"/>
                    </a:lnTo>
                    <a:lnTo>
                      <a:pt x="1444" y="566"/>
                    </a:lnTo>
                    <a:lnTo>
                      <a:pt x="1444" y="566"/>
                    </a:lnTo>
                    <a:lnTo>
                      <a:pt x="1445" y="548"/>
                    </a:lnTo>
                    <a:lnTo>
                      <a:pt x="1445" y="574"/>
                    </a:lnTo>
                    <a:lnTo>
                      <a:pt x="1446" y="564"/>
                    </a:lnTo>
                    <a:lnTo>
                      <a:pt x="1446" y="564"/>
                    </a:lnTo>
                    <a:lnTo>
                      <a:pt x="1447" y="571"/>
                    </a:lnTo>
                    <a:lnTo>
                      <a:pt x="1447" y="546"/>
                    </a:lnTo>
                    <a:lnTo>
                      <a:pt x="1449" y="566"/>
                    </a:lnTo>
                    <a:lnTo>
                      <a:pt x="1449" y="565"/>
                    </a:lnTo>
                    <a:lnTo>
                      <a:pt x="1449" y="574"/>
                    </a:lnTo>
                    <a:lnTo>
                      <a:pt x="1449" y="542"/>
                    </a:lnTo>
                    <a:lnTo>
                      <a:pt x="1450" y="544"/>
                    </a:lnTo>
                    <a:lnTo>
                      <a:pt x="1450" y="543"/>
                    </a:lnTo>
                    <a:lnTo>
                      <a:pt x="1450" y="530"/>
                    </a:lnTo>
                    <a:lnTo>
                      <a:pt x="1450" y="590"/>
                    </a:lnTo>
                    <a:lnTo>
                      <a:pt x="1452" y="538"/>
                    </a:lnTo>
                    <a:lnTo>
                      <a:pt x="1452" y="538"/>
                    </a:lnTo>
                    <a:lnTo>
                      <a:pt x="1453" y="587"/>
                    </a:lnTo>
                    <a:lnTo>
                      <a:pt x="1455" y="564"/>
                    </a:lnTo>
                    <a:lnTo>
                      <a:pt x="1455" y="564"/>
                    </a:lnTo>
                    <a:lnTo>
                      <a:pt x="1455" y="602"/>
                    </a:lnTo>
                    <a:lnTo>
                      <a:pt x="1455" y="515"/>
                    </a:lnTo>
                    <a:lnTo>
                      <a:pt x="1456" y="566"/>
                    </a:lnTo>
                    <a:lnTo>
                      <a:pt x="1456" y="566"/>
                    </a:lnTo>
                    <a:lnTo>
                      <a:pt x="1457" y="575"/>
                    </a:lnTo>
                    <a:lnTo>
                      <a:pt x="1457" y="546"/>
                    </a:lnTo>
                    <a:lnTo>
                      <a:pt x="1458" y="558"/>
                    </a:lnTo>
                    <a:lnTo>
                      <a:pt x="1458" y="558"/>
                    </a:lnTo>
                    <a:lnTo>
                      <a:pt x="1459" y="574"/>
                    </a:lnTo>
                    <a:lnTo>
                      <a:pt x="1459" y="545"/>
                    </a:lnTo>
                    <a:lnTo>
                      <a:pt x="1461" y="567"/>
                    </a:lnTo>
                    <a:lnTo>
                      <a:pt x="1461" y="567"/>
                    </a:lnTo>
                    <a:lnTo>
                      <a:pt x="1462" y="573"/>
                    </a:lnTo>
                    <a:lnTo>
                      <a:pt x="1462" y="548"/>
                    </a:lnTo>
                    <a:lnTo>
                      <a:pt x="1462" y="568"/>
                    </a:lnTo>
                    <a:lnTo>
                      <a:pt x="1462" y="568"/>
                    </a:lnTo>
                    <a:lnTo>
                      <a:pt x="1463" y="549"/>
                    </a:lnTo>
                    <a:lnTo>
                      <a:pt x="1463" y="571"/>
                    </a:lnTo>
                    <a:lnTo>
                      <a:pt x="1464" y="566"/>
                    </a:lnTo>
                    <a:lnTo>
                      <a:pt x="1464" y="566"/>
                    </a:lnTo>
                    <a:lnTo>
                      <a:pt x="1465" y="571"/>
                    </a:lnTo>
                    <a:lnTo>
                      <a:pt x="1465" y="549"/>
                    </a:lnTo>
                    <a:lnTo>
                      <a:pt x="1467" y="553"/>
                    </a:lnTo>
                    <a:lnTo>
                      <a:pt x="1467" y="553"/>
                    </a:lnTo>
                    <a:lnTo>
                      <a:pt x="1468" y="547"/>
                    </a:lnTo>
                    <a:lnTo>
                      <a:pt x="1468" y="578"/>
                    </a:lnTo>
                    <a:lnTo>
                      <a:pt x="1468" y="565"/>
                    </a:lnTo>
                    <a:lnTo>
                      <a:pt x="1468" y="565"/>
                    </a:lnTo>
                    <a:lnTo>
                      <a:pt x="1469" y="527"/>
                    </a:lnTo>
                    <a:lnTo>
                      <a:pt x="1469" y="590"/>
                    </a:lnTo>
                    <a:lnTo>
                      <a:pt x="1470" y="573"/>
                    </a:lnTo>
                    <a:lnTo>
                      <a:pt x="1470" y="573"/>
                    </a:lnTo>
                    <a:lnTo>
                      <a:pt x="1471" y="578"/>
                    </a:lnTo>
                    <a:lnTo>
                      <a:pt x="1471" y="548"/>
                    </a:lnTo>
                    <a:lnTo>
                      <a:pt x="1473" y="563"/>
                    </a:lnTo>
                    <a:lnTo>
                      <a:pt x="1473" y="563"/>
                    </a:lnTo>
                    <a:lnTo>
                      <a:pt x="1473" y="546"/>
                    </a:lnTo>
                    <a:lnTo>
                      <a:pt x="1473" y="579"/>
                    </a:lnTo>
                    <a:lnTo>
                      <a:pt x="1474" y="560"/>
                    </a:lnTo>
                    <a:lnTo>
                      <a:pt x="1474" y="560"/>
                    </a:lnTo>
                    <a:lnTo>
                      <a:pt x="1475" y="526"/>
                    </a:lnTo>
                    <a:lnTo>
                      <a:pt x="1475" y="592"/>
                    </a:lnTo>
                    <a:lnTo>
                      <a:pt x="1476" y="546"/>
                    </a:lnTo>
                    <a:lnTo>
                      <a:pt x="1476" y="546"/>
                    </a:lnTo>
                    <a:lnTo>
                      <a:pt x="1477" y="596"/>
                    </a:lnTo>
                    <a:lnTo>
                      <a:pt x="1477" y="484"/>
                    </a:lnTo>
                    <a:lnTo>
                      <a:pt x="1479" y="563"/>
                    </a:lnTo>
                    <a:lnTo>
                      <a:pt x="1479" y="563"/>
                    </a:lnTo>
                    <a:lnTo>
                      <a:pt x="1479" y="509"/>
                    </a:lnTo>
                    <a:lnTo>
                      <a:pt x="1480" y="604"/>
                    </a:lnTo>
                    <a:lnTo>
                      <a:pt x="1480" y="560"/>
                    </a:lnTo>
                    <a:lnTo>
                      <a:pt x="1480" y="560"/>
                    </a:lnTo>
                    <a:lnTo>
                      <a:pt x="1480" y="551"/>
                    </a:lnTo>
                    <a:lnTo>
                      <a:pt x="1481" y="569"/>
                    </a:lnTo>
                    <a:lnTo>
                      <a:pt x="1482" y="553"/>
                    </a:lnTo>
                    <a:lnTo>
                      <a:pt x="1482" y="553"/>
                    </a:lnTo>
                    <a:lnTo>
                      <a:pt x="1483" y="487"/>
                    </a:lnTo>
                    <a:lnTo>
                      <a:pt x="1483" y="619"/>
                    </a:lnTo>
                    <a:lnTo>
                      <a:pt x="1485" y="564"/>
                    </a:lnTo>
                    <a:lnTo>
                      <a:pt x="1485" y="565"/>
                    </a:lnTo>
                    <a:lnTo>
                      <a:pt x="1486" y="600"/>
                    </a:lnTo>
                    <a:lnTo>
                      <a:pt x="1486" y="498"/>
                    </a:lnTo>
                    <a:lnTo>
                      <a:pt x="1486" y="498"/>
                    </a:lnTo>
                    <a:lnTo>
                      <a:pt x="1486" y="497"/>
                    </a:lnTo>
                    <a:lnTo>
                      <a:pt x="1486" y="496"/>
                    </a:lnTo>
                    <a:lnTo>
                      <a:pt x="1487" y="601"/>
                    </a:lnTo>
                    <a:lnTo>
                      <a:pt x="1488" y="561"/>
                    </a:lnTo>
                    <a:lnTo>
                      <a:pt x="1488" y="561"/>
                    </a:lnTo>
                    <a:lnTo>
                      <a:pt x="1489" y="557"/>
                    </a:lnTo>
                    <a:lnTo>
                      <a:pt x="1490" y="568"/>
                    </a:lnTo>
                    <a:lnTo>
                      <a:pt x="1491" y="564"/>
                    </a:lnTo>
                    <a:lnTo>
                      <a:pt x="1491" y="564"/>
                    </a:lnTo>
                    <a:lnTo>
                      <a:pt x="1491" y="595"/>
                    </a:lnTo>
                    <a:lnTo>
                      <a:pt x="1491" y="539"/>
                    </a:lnTo>
                    <a:lnTo>
                      <a:pt x="1492" y="561"/>
                    </a:lnTo>
                    <a:lnTo>
                      <a:pt x="1492" y="561"/>
                    </a:lnTo>
                    <a:lnTo>
                      <a:pt x="1493" y="558"/>
                    </a:lnTo>
                    <a:lnTo>
                      <a:pt x="1494" y="566"/>
                    </a:lnTo>
                    <a:lnTo>
                      <a:pt x="1494" y="566"/>
                    </a:lnTo>
                    <a:lnTo>
                      <a:pt x="1494" y="566"/>
                    </a:lnTo>
                    <a:lnTo>
                      <a:pt x="1496" y="363"/>
                    </a:lnTo>
                    <a:lnTo>
                      <a:pt x="1496" y="707"/>
                    </a:lnTo>
                    <a:lnTo>
                      <a:pt x="1497" y="408"/>
                    </a:lnTo>
                    <a:lnTo>
                      <a:pt x="1497" y="408"/>
                    </a:lnTo>
                    <a:lnTo>
                      <a:pt x="1497" y="800"/>
                    </a:lnTo>
                    <a:lnTo>
                      <a:pt x="1498" y="554"/>
                    </a:lnTo>
                    <a:lnTo>
                      <a:pt x="1498" y="554"/>
                    </a:lnTo>
                    <a:lnTo>
                      <a:pt x="1499" y="528"/>
                    </a:lnTo>
                    <a:lnTo>
                      <a:pt x="1500" y="583"/>
                    </a:lnTo>
                    <a:lnTo>
                      <a:pt x="1500" y="562"/>
                    </a:lnTo>
                    <a:lnTo>
                      <a:pt x="1500" y="562"/>
                    </a:lnTo>
                    <a:lnTo>
                      <a:pt x="1501" y="579"/>
                    </a:lnTo>
                    <a:lnTo>
                      <a:pt x="1501" y="544"/>
                    </a:lnTo>
                    <a:lnTo>
                      <a:pt x="1503" y="563"/>
                    </a:lnTo>
                    <a:lnTo>
                      <a:pt x="1503" y="563"/>
                    </a:lnTo>
                    <a:lnTo>
                      <a:pt x="1503" y="556"/>
                    </a:lnTo>
                    <a:lnTo>
                      <a:pt x="1503" y="568"/>
                    </a:lnTo>
                    <a:lnTo>
                      <a:pt x="1504" y="561"/>
                    </a:lnTo>
                    <a:lnTo>
                      <a:pt x="1504" y="561"/>
                    </a:lnTo>
                    <a:lnTo>
                      <a:pt x="1506" y="558"/>
                    </a:lnTo>
                    <a:lnTo>
                      <a:pt x="1506" y="567"/>
                    </a:lnTo>
                    <a:lnTo>
                      <a:pt x="1506" y="563"/>
                    </a:lnTo>
                    <a:lnTo>
                      <a:pt x="1506" y="563"/>
                    </a:lnTo>
                    <a:lnTo>
                      <a:pt x="1507" y="555"/>
                    </a:lnTo>
                    <a:lnTo>
                      <a:pt x="1507" y="565"/>
                    </a:lnTo>
                    <a:lnTo>
                      <a:pt x="1509" y="560"/>
                    </a:lnTo>
                    <a:lnTo>
                      <a:pt x="1509" y="560"/>
                    </a:lnTo>
                    <a:lnTo>
                      <a:pt x="1509" y="565"/>
                    </a:lnTo>
                    <a:lnTo>
                      <a:pt x="1509" y="558"/>
                    </a:lnTo>
                    <a:lnTo>
                      <a:pt x="1510" y="563"/>
                    </a:lnTo>
                    <a:lnTo>
                      <a:pt x="1510" y="563"/>
                    </a:lnTo>
                    <a:lnTo>
                      <a:pt x="1511" y="653"/>
                    </a:lnTo>
                    <a:lnTo>
                      <a:pt x="1511" y="514"/>
                    </a:lnTo>
                    <a:lnTo>
                      <a:pt x="1512" y="558"/>
                    </a:lnTo>
                    <a:lnTo>
                      <a:pt x="1512" y="558"/>
                    </a:lnTo>
                    <a:lnTo>
                      <a:pt x="1513" y="624"/>
                    </a:lnTo>
                    <a:lnTo>
                      <a:pt x="1513" y="515"/>
                    </a:lnTo>
                    <a:lnTo>
                      <a:pt x="1515" y="560"/>
                    </a:lnTo>
                    <a:lnTo>
                      <a:pt x="1515" y="560"/>
                    </a:lnTo>
                    <a:lnTo>
                      <a:pt x="1515" y="557"/>
                    </a:lnTo>
                    <a:lnTo>
                      <a:pt x="1516" y="567"/>
                    </a:lnTo>
                    <a:lnTo>
                      <a:pt x="1516" y="560"/>
                    </a:lnTo>
                    <a:lnTo>
                      <a:pt x="1516" y="560"/>
                    </a:lnTo>
                    <a:lnTo>
                      <a:pt x="1518" y="452"/>
                    </a:lnTo>
                    <a:lnTo>
                      <a:pt x="1518" y="609"/>
                    </a:lnTo>
                    <a:lnTo>
                      <a:pt x="1518" y="566"/>
                    </a:lnTo>
                    <a:lnTo>
                      <a:pt x="1518" y="566"/>
                    </a:lnTo>
                    <a:lnTo>
                      <a:pt x="1519" y="546"/>
                    </a:lnTo>
                    <a:lnTo>
                      <a:pt x="1519" y="567"/>
                    </a:lnTo>
                    <a:lnTo>
                      <a:pt x="1521" y="560"/>
                    </a:lnTo>
                    <a:lnTo>
                      <a:pt x="1521" y="560"/>
                    </a:lnTo>
                    <a:lnTo>
                      <a:pt x="1522" y="512"/>
                    </a:lnTo>
                    <a:lnTo>
                      <a:pt x="1522" y="678"/>
                    </a:lnTo>
                    <a:lnTo>
                      <a:pt x="1522" y="542"/>
                    </a:lnTo>
                    <a:lnTo>
                      <a:pt x="1522" y="542"/>
                    </a:lnTo>
                    <a:lnTo>
                      <a:pt x="1523" y="570"/>
                    </a:lnTo>
                    <a:lnTo>
                      <a:pt x="1524" y="563"/>
                    </a:lnTo>
                    <a:lnTo>
                      <a:pt x="1524" y="563"/>
                    </a:lnTo>
                    <a:lnTo>
                      <a:pt x="1526" y="566"/>
                    </a:lnTo>
                    <a:lnTo>
                      <a:pt x="1526" y="558"/>
                    </a:lnTo>
                    <a:lnTo>
                      <a:pt x="1527" y="561"/>
                    </a:lnTo>
                    <a:lnTo>
                      <a:pt x="1527" y="561"/>
                    </a:lnTo>
                    <a:lnTo>
                      <a:pt x="1528" y="558"/>
                    </a:lnTo>
                    <a:lnTo>
                      <a:pt x="1528" y="566"/>
                    </a:lnTo>
                    <a:lnTo>
                      <a:pt x="1529" y="560"/>
                    </a:lnTo>
                    <a:lnTo>
                      <a:pt x="1529" y="560"/>
                    </a:lnTo>
                    <a:lnTo>
                      <a:pt x="1529" y="535"/>
                    </a:lnTo>
                    <a:lnTo>
                      <a:pt x="1530" y="576"/>
                    </a:lnTo>
                    <a:lnTo>
                      <a:pt x="1530" y="560"/>
                    </a:lnTo>
                    <a:lnTo>
                      <a:pt x="1530" y="560"/>
                    </a:lnTo>
                    <a:lnTo>
                      <a:pt x="1531" y="549"/>
                    </a:lnTo>
                    <a:lnTo>
                      <a:pt x="1531" y="588"/>
                    </a:lnTo>
                    <a:lnTo>
                      <a:pt x="1533" y="569"/>
                    </a:lnTo>
                    <a:lnTo>
                      <a:pt x="1533" y="569"/>
                    </a:lnTo>
                    <a:lnTo>
                      <a:pt x="1533" y="570"/>
                    </a:lnTo>
                    <a:lnTo>
                      <a:pt x="1533" y="550"/>
                    </a:lnTo>
                    <a:lnTo>
                      <a:pt x="1535" y="561"/>
                    </a:lnTo>
                    <a:lnTo>
                      <a:pt x="1535" y="561"/>
                    </a:lnTo>
                    <a:lnTo>
                      <a:pt x="1535" y="553"/>
                    </a:lnTo>
                    <a:lnTo>
                      <a:pt x="1535" y="569"/>
                    </a:lnTo>
                    <a:lnTo>
                      <a:pt x="1536" y="561"/>
                    </a:lnTo>
                    <a:lnTo>
                      <a:pt x="1536" y="561"/>
                    </a:lnTo>
                    <a:lnTo>
                      <a:pt x="1537" y="567"/>
                    </a:lnTo>
                    <a:lnTo>
                      <a:pt x="1538" y="557"/>
                    </a:lnTo>
                    <a:lnTo>
                      <a:pt x="1539" y="560"/>
                    </a:lnTo>
                    <a:lnTo>
                      <a:pt x="1539" y="560"/>
                    </a:lnTo>
                    <a:lnTo>
                      <a:pt x="1539" y="414"/>
                    </a:lnTo>
                    <a:lnTo>
                      <a:pt x="1539" y="643"/>
                    </a:lnTo>
                    <a:lnTo>
                      <a:pt x="1541" y="559"/>
                    </a:lnTo>
                    <a:lnTo>
                      <a:pt x="1541" y="559"/>
                    </a:lnTo>
                    <a:lnTo>
                      <a:pt x="1541" y="623"/>
                    </a:lnTo>
                    <a:lnTo>
                      <a:pt x="1542" y="486"/>
                    </a:lnTo>
                    <a:lnTo>
                      <a:pt x="1542" y="546"/>
                    </a:lnTo>
                    <a:lnTo>
                      <a:pt x="1542" y="546"/>
                    </a:lnTo>
                    <a:lnTo>
                      <a:pt x="1543" y="569"/>
                    </a:lnTo>
                    <a:lnTo>
                      <a:pt x="1545" y="557"/>
                    </a:lnTo>
                    <a:lnTo>
                      <a:pt x="1545" y="557"/>
                    </a:lnTo>
                    <a:lnTo>
                      <a:pt x="1546" y="566"/>
                    </a:lnTo>
                    <a:lnTo>
                      <a:pt x="1546" y="557"/>
                    </a:lnTo>
                    <a:lnTo>
                      <a:pt x="1547" y="563"/>
                    </a:lnTo>
                    <a:lnTo>
                      <a:pt x="1547" y="563"/>
                    </a:lnTo>
                    <a:lnTo>
                      <a:pt x="1547" y="567"/>
                    </a:lnTo>
                    <a:lnTo>
                      <a:pt x="1547" y="557"/>
                    </a:lnTo>
                    <a:lnTo>
                      <a:pt x="1548" y="564"/>
                    </a:lnTo>
                    <a:lnTo>
                      <a:pt x="1548" y="564"/>
                    </a:lnTo>
                    <a:lnTo>
                      <a:pt x="1550" y="673"/>
                    </a:lnTo>
                    <a:lnTo>
                      <a:pt x="1551" y="503"/>
                    </a:lnTo>
                    <a:lnTo>
                      <a:pt x="1551" y="501"/>
                    </a:lnTo>
                    <a:lnTo>
                      <a:pt x="1551" y="474"/>
                    </a:lnTo>
                    <a:lnTo>
                      <a:pt x="1551" y="580"/>
                    </a:lnTo>
                    <a:lnTo>
                      <a:pt x="1553" y="563"/>
                    </a:lnTo>
                    <a:lnTo>
                      <a:pt x="1553" y="563"/>
                    </a:lnTo>
                    <a:lnTo>
                      <a:pt x="1553" y="569"/>
                    </a:lnTo>
                    <a:lnTo>
                      <a:pt x="1554" y="549"/>
                    </a:lnTo>
                    <a:lnTo>
                      <a:pt x="1554" y="560"/>
                    </a:lnTo>
                    <a:lnTo>
                      <a:pt x="1554" y="560"/>
                    </a:lnTo>
                    <a:lnTo>
                      <a:pt x="1556" y="531"/>
                    </a:lnTo>
                    <a:lnTo>
                      <a:pt x="1556" y="607"/>
                    </a:lnTo>
                    <a:lnTo>
                      <a:pt x="1557" y="554"/>
                    </a:lnTo>
                    <a:lnTo>
                      <a:pt x="1557" y="554"/>
                    </a:lnTo>
                    <a:lnTo>
                      <a:pt x="1557" y="533"/>
                    </a:lnTo>
                    <a:lnTo>
                      <a:pt x="1557" y="582"/>
                    </a:lnTo>
                    <a:lnTo>
                      <a:pt x="1559" y="561"/>
                    </a:lnTo>
                    <a:lnTo>
                      <a:pt x="1559" y="561"/>
                    </a:lnTo>
                    <a:lnTo>
                      <a:pt x="1559" y="556"/>
                    </a:lnTo>
                    <a:lnTo>
                      <a:pt x="1560" y="566"/>
                    </a:lnTo>
                    <a:lnTo>
                      <a:pt x="1560" y="558"/>
                    </a:lnTo>
                    <a:lnTo>
                      <a:pt x="1560" y="558"/>
                    </a:lnTo>
                    <a:lnTo>
                      <a:pt x="1562" y="566"/>
                    </a:lnTo>
                    <a:lnTo>
                      <a:pt x="1562" y="557"/>
                    </a:lnTo>
                    <a:lnTo>
                      <a:pt x="1563" y="563"/>
                    </a:lnTo>
                    <a:lnTo>
                      <a:pt x="1563" y="563"/>
                    </a:lnTo>
                    <a:lnTo>
                      <a:pt x="1564" y="557"/>
                    </a:lnTo>
                    <a:lnTo>
                      <a:pt x="1564" y="566"/>
                    </a:lnTo>
                    <a:lnTo>
                      <a:pt x="1565" y="564"/>
                    </a:lnTo>
                    <a:lnTo>
                      <a:pt x="1565" y="564"/>
                    </a:lnTo>
                    <a:lnTo>
                      <a:pt x="1566" y="566"/>
                    </a:lnTo>
                    <a:lnTo>
                      <a:pt x="1566" y="557"/>
                    </a:lnTo>
                    <a:lnTo>
                      <a:pt x="1566" y="558"/>
                    </a:lnTo>
                    <a:lnTo>
                      <a:pt x="1566" y="558"/>
                    </a:lnTo>
                    <a:lnTo>
                      <a:pt x="1568" y="556"/>
                    </a:lnTo>
                    <a:lnTo>
                      <a:pt x="1568" y="568"/>
                    </a:lnTo>
                    <a:lnTo>
                      <a:pt x="1569" y="564"/>
                    </a:lnTo>
                    <a:lnTo>
                      <a:pt x="1569" y="564"/>
                    </a:lnTo>
                    <a:lnTo>
                      <a:pt x="1571" y="915"/>
                    </a:lnTo>
                    <a:lnTo>
                      <a:pt x="1571" y="249"/>
                    </a:lnTo>
                    <a:lnTo>
                      <a:pt x="1571" y="640"/>
                    </a:lnTo>
                    <a:lnTo>
                      <a:pt x="1571" y="646"/>
                    </a:lnTo>
                    <a:lnTo>
                      <a:pt x="1571" y="223"/>
                    </a:lnTo>
                    <a:lnTo>
                      <a:pt x="1571" y="739"/>
                    </a:lnTo>
                    <a:lnTo>
                      <a:pt x="1572" y="567"/>
                    </a:lnTo>
                    <a:lnTo>
                      <a:pt x="1572" y="567"/>
                    </a:lnTo>
                    <a:lnTo>
                      <a:pt x="1574" y="581"/>
                    </a:lnTo>
                    <a:lnTo>
                      <a:pt x="1575" y="537"/>
                    </a:lnTo>
                    <a:lnTo>
                      <a:pt x="1575" y="546"/>
                    </a:lnTo>
                    <a:lnTo>
                      <a:pt x="1575" y="546"/>
                    </a:lnTo>
                    <a:lnTo>
                      <a:pt x="1575" y="582"/>
                    </a:lnTo>
                    <a:lnTo>
                      <a:pt x="1577" y="557"/>
                    </a:lnTo>
                    <a:lnTo>
                      <a:pt x="1577" y="557"/>
                    </a:lnTo>
                    <a:lnTo>
                      <a:pt x="1577" y="581"/>
                    </a:lnTo>
                    <a:lnTo>
                      <a:pt x="1577" y="540"/>
                    </a:lnTo>
                    <a:lnTo>
                      <a:pt x="1578" y="559"/>
                    </a:lnTo>
                    <a:lnTo>
                      <a:pt x="1578" y="559"/>
                    </a:lnTo>
                    <a:lnTo>
                      <a:pt x="1579" y="554"/>
                    </a:lnTo>
                    <a:lnTo>
                      <a:pt x="1580" y="569"/>
                    </a:lnTo>
                    <a:lnTo>
                      <a:pt x="1581" y="560"/>
                    </a:lnTo>
                    <a:lnTo>
                      <a:pt x="1581" y="560"/>
                    </a:lnTo>
                    <a:lnTo>
                      <a:pt x="1581" y="556"/>
                    </a:lnTo>
                    <a:lnTo>
                      <a:pt x="1581" y="566"/>
                    </a:lnTo>
                    <a:lnTo>
                      <a:pt x="1583" y="563"/>
                    </a:lnTo>
                    <a:lnTo>
                      <a:pt x="1583" y="563"/>
                    </a:lnTo>
                    <a:lnTo>
                      <a:pt x="1584" y="554"/>
                    </a:lnTo>
                    <a:lnTo>
                      <a:pt x="1584" y="568"/>
                    </a:lnTo>
                    <a:lnTo>
                      <a:pt x="1584" y="555"/>
                    </a:lnTo>
                    <a:lnTo>
                      <a:pt x="1584" y="555"/>
                    </a:lnTo>
                    <a:lnTo>
                      <a:pt x="1584" y="555"/>
                    </a:lnTo>
                    <a:lnTo>
                      <a:pt x="1585" y="569"/>
                    </a:lnTo>
                    <a:lnTo>
                      <a:pt x="1587" y="558"/>
                    </a:lnTo>
                    <a:lnTo>
                      <a:pt x="1587" y="558"/>
                    </a:lnTo>
                    <a:lnTo>
                      <a:pt x="1588" y="556"/>
                    </a:lnTo>
                    <a:lnTo>
                      <a:pt x="1588" y="569"/>
                    </a:lnTo>
                    <a:lnTo>
                      <a:pt x="1589" y="566"/>
                    </a:lnTo>
                    <a:lnTo>
                      <a:pt x="1589" y="566"/>
                    </a:lnTo>
                    <a:lnTo>
                      <a:pt x="1590" y="551"/>
                    </a:lnTo>
                    <a:lnTo>
                      <a:pt x="1590" y="571"/>
                    </a:lnTo>
                    <a:lnTo>
                      <a:pt x="1590" y="563"/>
                    </a:lnTo>
                    <a:lnTo>
                      <a:pt x="1590" y="562"/>
                    </a:lnTo>
                    <a:lnTo>
                      <a:pt x="1591" y="555"/>
                    </a:lnTo>
                    <a:lnTo>
                      <a:pt x="1592" y="568"/>
                    </a:lnTo>
                    <a:lnTo>
                      <a:pt x="1593" y="564"/>
                    </a:lnTo>
                    <a:lnTo>
                      <a:pt x="1593" y="564"/>
                    </a:lnTo>
                    <a:lnTo>
                      <a:pt x="1594" y="567"/>
                    </a:lnTo>
                    <a:lnTo>
                      <a:pt x="1595" y="556"/>
                    </a:lnTo>
                    <a:lnTo>
                      <a:pt x="1595" y="559"/>
                    </a:lnTo>
                    <a:lnTo>
                      <a:pt x="1595" y="559"/>
                    </a:lnTo>
                    <a:lnTo>
                      <a:pt x="1595" y="556"/>
                    </a:lnTo>
                    <a:lnTo>
                      <a:pt x="1596" y="567"/>
                    </a:lnTo>
                    <a:lnTo>
                      <a:pt x="1596" y="558"/>
                    </a:lnTo>
                    <a:lnTo>
                      <a:pt x="1596" y="558"/>
                    </a:lnTo>
                    <a:lnTo>
                      <a:pt x="1598" y="569"/>
                    </a:lnTo>
                    <a:lnTo>
                      <a:pt x="1598" y="556"/>
                    </a:lnTo>
                    <a:lnTo>
                      <a:pt x="1599" y="556"/>
                    </a:lnTo>
                    <a:lnTo>
                      <a:pt x="1599" y="556"/>
                    </a:lnTo>
                    <a:lnTo>
                      <a:pt x="1600" y="567"/>
                    </a:lnTo>
                    <a:lnTo>
                      <a:pt x="1601" y="552"/>
                    </a:lnTo>
                    <a:lnTo>
                      <a:pt x="1601" y="564"/>
                    </a:lnTo>
                    <a:lnTo>
                      <a:pt x="1601" y="564"/>
                    </a:lnTo>
                    <a:lnTo>
                      <a:pt x="1602" y="555"/>
                    </a:lnTo>
                    <a:lnTo>
                      <a:pt x="1602" y="568"/>
                    </a:lnTo>
                    <a:lnTo>
                      <a:pt x="1602" y="561"/>
                    </a:lnTo>
                    <a:lnTo>
                      <a:pt x="1602" y="561"/>
                    </a:lnTo>
                    <a:lnTo>
                      <a:pt x="1604" y="554"/>
                    </a:lnTo>
                    <a:lnTo>
                      <a:pt x="1604" y="571"/>
                    </a:lnTo>
                    <a:lnTo>
                      <a:pt x="1605" y="566"/>
                    </a:lnTo>
                    <a:lnTo>
                      <a:pt x="1605" y="566"/>
                    </a:lnTo>
                    <a:lnTo>
                      <a:pt x="1605" y="553"/>
                    </a:lnTo>
                    <a:lnTo>
                      <a:pt x="1605" y="569"/>
                    </a:lnTo>
                    <a:lnTo>
                      <a:pt x="1607" y="562"/>
                    </a:lnTo>
                    <a:lnTo>
                      <a:pt x="1607" y="562"/>
                    </a:lnTo>
                    <a:lnTo>
                      <a:pt x="1608" y="555"/>
                    </a:lnTo>
                    <a:lnTo>
                      <a:pt x="1608" y="567"/>
                    </a:lnTo>
                    <a:lnTo>
                      <a:pt x="1608" y="564"/>
                    </a:lnTo>
                    <a:lnTo>
                      <a:pt x="1608" y="564"/>
                    </a:lnTo>
                    <a:lnTo>
                      <a:pt x="1610" y="567"/>
                    </a:lnTo>
                    <a:lnTo>
                      <a:pt x="1611" y="555"/>
                    </a:lnTo>
                    <a:lnTo>
                      <a:pt x="1611" y="560"/>
                    </a:lnTo>
                    <a:lnTo>
                      <a:pt x="1611" y="560"/>
                    </a:lnTo>
                    <a:lnTo>
                      <a:pt x="1612" y="566"/>
                    </a:lnTo>
                    <a:lnTo>
                      <a:pt x="1613" y="557"/>
                    </a:lnTo>
                    <a:lnTo>
                      <a:pt x="1613" y="561"/>
                    </a:lnTo>
                    <a:lnTo>
                      <a:pt x="1613" y="561"/>
                    </a:lnTo>
                    <a:lnTo>
                      <a:pt x="1614" y="598"/>
                    </a:lnTo>
                    <a:lnTo>
                      <a:pt x="1614" y="529"/>
                    </a:lnTo>
                    <a:lnTo>
                      <a:pt x="1614" y="544"/>
                    </a:lnTo>
                    <a:lnTo>
                      <a:pt x="1614" y="544"/>
                    </a:lnTo>
                    <a:lnTo>
                      <a:pt x="1615" y="580"/>
                    </a:lnTo>
                    <a:lnTo>
                      <a:pt x="1617" y="559"/>
                    </a:lnTo>
                    <a:lnTo>
                      <a:pt x="1617" y="559"/>
                    </a:lnTo>
                    <a:lnTo>
                      <a:pt x="1617" y="569"/>
                    </a:lnTo>
                    <a:lnTo>
                      <a:pt x="1618" y="556"/>
                    </a:lnTo>
                    <a:lnTo>
                      <a:pt x="1619" y="564"/>
                    </a:lnTo>
                    <a:lnTo>
                      <a:pt x="1619" y="563"/>
                    </a:lnTo>
                    <a:lnTo>
                      <a:pt x="1620" y="566"/>
                    </a:lnTo>
                    <a:lnTo>
                      <a:pt x="1620" y="556"/>
                    </a:lnTo>
                    <a:lnTo>
                      <a:pt x="1620" y="561"/>
                    </a:lnTo>
                    <a:lnTo>
                      <a:pt x="1620" y="561"/>
                    </a:lnTo>
                    <a:lnTo>
                      <a:pt x="1622" y="557"/>
                    </a:lnTo>
                    <a:lnTo>
                      <a:pt x="1622" y="569"/>
                    </a:lnTo>
                    <a:lnTo>
                      <a:pt x="1623" y="561"/>
                    </a:lnTo>
                    <a:lnTo>
                      <a:pt x="1623" y="561"/>
                    </a:lnTo>
                    <a:lnTo>
                      <a:pt x="1624" y="567"/>
                    </a:lnTo>
                    <a:lnTo>
                      <a:pt x="1624" y="555"/>
                    </a:lnTo>
                    <a:lnTo>
                      <a:pt x="1625" y="561"/>
                    </a:lnTo>
                    <a:lnTo>
                      <a:pt x="1625" y="561"/>
                    </a:lnTo>
                    <a:lnTo>
                      <a:pt x="1625" y="567"/>
                    </a:lnTo>
                    <a:lnTo>
                      <a:pt x="1626" y="556"/>
                    </a:lnTo>
                    <a:lnTo>
                      <a:pt x="1626" y="563"/>
                    </a:lnTo>
                    <a:lnTo>
                      <a:pt x="1626" y="563"/>
                    </a:lnTo>
                    <a:lnTo>
                      <a:pt x="1628" y="552"/>
                    </a:lnTo>
                    <a:lnTo>
                      <a:pt x="1628" y="569"/>
                    </a:lnTo>
                    <a:lnTo>
                      <a:pt x="1629" y="563"/>
                    </a:lnTo>
                    <a:lnTo>
                      <a:pt x="1629" y="563"/>
                    </a:lnTo>
                    <a:lnTo>
                      <a:pt x="1629" y="555"/>
                    </a:lnTo>
                    <a:lnTo>
                      <a:pt x="1629" y="566"/>
                    </a:lnTo>
                    <a:lnTo>
                      <a:pt x="1631" y="558"/>
                    </a:lnTo>
                    <a:lnTo>
                      <a:pt x="1631" y="558"/>
                    </a:lnTo>
                    <a:lnTo>
                      <a:pt x="1631" y="552"/>
                    </a:lnTo>
                    <a:lnTo>
                      <a:pt x="1631" y="570"/>
                    </a:lnTo>
                    <a:lnTo>
                      <a:pt x="1632" y="562"/>
                    </a:lnTo>
                    <a:lnTo>
                      <a:pt x="1632" y="562"/>
                    </a:lnTo>
                    <a:lnTo>
                      <a:pt x="1634" y="570"/>
                    </a:lnTo>
                    <a:lnTo>
                      <a:pt x="1634" y="552"/>
                    </a:lnTo>
                    <a:lnTo>
                      <a:pt x="1635" y="560"/>
                    </a:lnTo>
                    <a:lnTo>
                      <a:pt x="1635" y="560"/>
                    </a:lnTo>
                    <a:lnTo>
                      <a:pt x="1635" y="567"/>
                    </a:lnTo>
                    <a:lnTo>
                      <a:pt x="1637" y="551"/>
                    </a:lnTo>
                    <a:lnTo>
                      <a:pt x="1637" y="551"/>
                    </a:lnTo>
                    <a:lnTo>
                      <a:pt x="1637" y="551"/>
                    </a:lnTo>
                    <a:lnTo>
                      <a:pt x="1637" y="571"/>
                    </a:lnTo>
                    <a:lnTo>
                      <a:pt x="1639" y="565"/>
                    </a:lnTo>
                    <a:lnTo>
                      <a:pt x="1639" y="565"/>
                    </a:lnTo>
                    <a:lnTo>
                      <a:pt x="1639" y="552"/>
                    </a:lnTo>
                    <a:lnTo>
                      <a:pt x="1640" y="568"/>
                    </a:lnTo>
                    <a:lnTo>
                      <a:pt x="1641" y="557"/>
                    </a:lnTo>
                    <a:lnTo>
                      <a:pt x="1641" y="557"/>
                    </a:lnTo>
                    <a:lnTo>
                      <a:pt x="1642" y="566"/>
                    </a:lnTo>
                    <a:lnTo>
                      <a:pt x="1642" y="554"/>
                    </a:lnTo>
                    <a:lnTo>
                      <a:pt x="1643" y="565"/>
                    </a:lnTo>
                    <a:lnTo>
                      <a:pt x="1643" y="565"/>
                    </a:lnTo>
                    <a:lnTo>
                      <a:pt x="1643" y="568"/>
                    </a:lnTo>
                    <a:lnTo>
                      <a:pt x="1645" y="555"/>
                    </a:lnTo>
                    <a:lnTo>
                      <a:pt x="1645" y="558"/>
                    </a:lnTo>
                    <a:lnTo>
                      <a:pt x="1645" y="558"/>
                    </a:lnTo>
                    <a:lnTo>
                      <a:pt x="1645" y="553"/>
                    </a:lnTo>
                    <a:lnTo>
                      <a:pt x="1645" y="566"/>
                    </a:lnTo>
                    <a:lnTo>
                      <a:pt x="1647" y="564"/>
                    </a:lnTo>
                    <a:lnTo>
                      <a:pt x="1647" y="564"/>
                    </a:lnTo>
                    <a:lnTo>
                      <a:pt x="1647" y="554"/>
                    </a:lnTo>
                    <a:lnTo>
                      <a:pt x="1647" y="569"/>
                    </a:lnTo>
                    <a:lnTo>
                      <a:pt x="1649" y="564"/>
                    </a:lnTo>
                    <a:lnTo>
                      <a:pt x="1649" y="564"/>
                    </a:lnTo>
                    <a:lnTo>
                      <a:pt x="1649" y="552"/>
                    </a:lnTo>
                    <a:lnTo>
                      <a:pt x="1649" y="572"/>
                    </a:lnTo>
                    <a:lnTo>
                      <a:pt x="1651" y="562"/>
                    </a:lnTo>
                    <a:lnTo>
                      <a:pt x="1651" y="562"/>
                    </a:lnTo>
                    <a:lnTo>
                      <a:pt x="1651" y="553"/>
                    </a:lnTo>
                    <a:lnTo>
                      <a:pt x="1651" y="567"/>
                    </a:lnTo>
                    <a:lnTo>
                      <a:pt x="1653" y="561"/>
                    </a:lnTo>
                    <a:lnTo>
                      <a:pt x="1653" y="561"/>
                    </a:lnTo>
                    <a:lnTo>
                      <a:pt x="1655" y="549"/>
                    </a:lnTo>
                    <a:lnTo>
                      <a:pt x="1655" y="576"/>
                    </a:lnTo>
                    <a:lnTo>
                      <a:pt x="1655" y="567"/>
                    </a:lnTo>
                    <a:lnTo>
                      <a:pt x="1655" y="567"/>
                    </a:lnTo>
                    <a:lnTo>
                      <a:pt x="1655" y="552"/>
                    </a:lnTo>
                    <a:lnTo>
                      <a:pt x="1656" y="573"/>
                    </a:lnTo>
                    <a:lnTo>
                      <a:pt x="1657" y="566"/>
                    </a:lnTo>
                    <a:lnTo>
                      <a:pt x="1657" y="566"/>
                    </a:lnTo>
                    <a:lnTo>
                      <a:pt x="1658" y="550"/>
                    </a:lnTo>
                    <a:lnTo>
                      <a:pt x="1659" y="572"/>
                    </a:lnTo>
                    <a:lnTo>
                      <a:pt x="1659" y="562"/>
                    </a:lnTo>
                    <a:lnTo>
                      <a:pt x="1659" y="562"/>
                    </a:lnTo>
                    <a:lnTo>
                      <a:pt x="1660" y="570"/>
                    </a:lnTo>
                    <a:lnTo>
                      <a:pt x="1660" y="548"/>
                    </a:lnTo>
                    <a:lnTo>
                      <a:pt x="1661" y="565"/>
                    </a:lnTo>
                    <a:lnTo>
                      <a:pt x="1661" y="565"/>
                    </a:lnTo>
                    <a:lnTo>
                      <a:pt x="1661" y="551"/>
                    </a:lnTo>
                    <a:lnTo>
                      <a:pt x="1663" y="571"/>
                    </a:lnTo>
                    <a:lnTo>
                      <a:pt x="1663" y="552"/>
                    </a:lnTo>
                    <a:lnTo>
                      <a:pt x="1663" y="552"/>
                    </a:lnTo>
                    <a:lnTo>
                      <a:pt x="1665" y="570"/>
                    </a:lnTo>
                    <a:lnTo>
                      <a:pt x="1665" y="561"/>
                    </a:lnTo>
                    <a:lnTo>
                      <a:pt x="1665" y="561"/>
                    </a:lnTo>
                    <a:lnTo>
                      <a:pt x="1666" y="572"/>
                    </a:lnTo>
                    <a:lnTo>
                      <a:pt x="1666" y="552"/>
                    </a:lnTo>
                    <a:lnTo>
                      <a:pt x="1667" y="564"/>
                    </a:lnTo>
                    <a:lnTo>
                      <a:pt x="1667" y="564"/>
                    </a:lnTo>
                    <a:lnTo>
                      <a:pt x="1667" y="550"/>
                    </a:lnTo>
                    <a:lnTo>
                      <a:pt x="1667" y="571"/>
                    </a:lnTo>
                    <a:lnTo>
                      <a:pt x="1669" y="564"/>
                    </a:lnTo>
                    <a:lnTo>
                      <a:pt x="1669" y="564"/>
                    </a:lnTo>
                    <a:lnTo>
                      <a:pt x="1669" y="569"/>
                    </a:lnTo>
                    <a:lnTo>
                      <a:pt x="1670" y="551"/>
                    </a:lnTo>
                    <a:lnTo>
                      <a:pt x="1671" y="555"/>
                    </a:lnTo>
                    <a:lnTo>
                      <a:pt x="1671" y="555"/>
                    </a:lnTo>
                    <a:lnTo>
                      <a:pt x="1672" y="532"/>
                    </a:lnTo>
                    <a:lnTo>
                      <a:pt x="1672" y="582"/>
                    </a:lnTo>
                    <a:lnTo>
                      <a:pt x="1673" y="565"/>
                    </a:lnTo>
                    <a:lnTo>
                      <a:pt x="1673" y="565"/>
                    </a:lnTo>
                    <a:lnTo>
                      <a:pt x="1673" y="548"/>
                    </a:lnTo>
                    <a:lnTo>
                      <a:pt x="1673" y="572"/>
                    </a:lnTo>
                    <a:lnTo>
                      <a:pt x="1675" y="564"/>
                    </a:lnTo>
                    <a:lnTo>
                      <a:pt x="1675" y="564"/>
                    </a:lnTo>
                    <a:lnTo>
                      <a:pt x="1675" y="546"/>
                    </a:lnTo>
                    <a:lnTo>
                      <a:pt x="1676" y="573"/>
                    </a:lnTo>
                    <a:lnTo>
                      <a:pt x="1677" y="567"/>
                    </a:lnTo>
                    <a:lnTo>
                      <a:pt x="1677" y="567"/>
                    </a:lnTo>
                    <a:lnTo>
                      <a:pt x="1678" y="542"/>
                    </a:lnTo>
                    <a:lnTo>
                      <a:pt x="1679" y="574"/>
                    </a:lnTo>
                    <a:lnTo>
                      <a:pt x="1679" y="557"/>
                    </a:lnTo>
                    <a:lnTo>
                      <a:pt x="1679" y="557"/>
                    </a:lnTo>
                    <a:lnTo>
                      <a:pt x="1679" y="572"/>
                    </a:lnTo>
                    <a:lnTo>
                      <a:pt x="1680" y="550"/>
                    </a:lnTo>
                    <a:lnTo>
                      <a:pt x="1681" y="564"/>
                    </a:lnTo>
                    <a:lnTo>
                      <a:pt x="1681" y="564"/>
                    </a:lnTo>
                    <a:lnTo>
                      <a:pt x="1682" y="574"/>
                    </a:lnTo>
                    <a:lnTo>
                      <a:pt x="1682" y="546"/>
                    </a:lnTo>
                    <a:lnTo>
                      <a:pt x="1683" y="552"/>
                    </a:lnTo>
                    <a:lnTo>
                      <a:pt x="1683" y="552"/>
                    </a:lnTo>
                    <a:lnTo>
                      <a:pt x="1684" y="575"/>
                    </a:lnTo>
                    <a:lnTo>
                      <a:pt x="1684" y="544"/>
                    </a:lnTo>
                    <a:lnTo>
                      <a:pt x="1685" y="572"/>
                    </a:lnTo>
                    <a:lnTo>
                      <a:pt x="1685" y="572"/>
                    </a:lnTo>
                    <a:lnTo>
                      <a:pt x="1686" y="544"/>
                    </a:lnTo>
                    <a:lnTo>
                      <a:pt x="1686" y="575"/>
                    </a:lnTo>
                    <a:lnTo>
                      <a:pt x="1687" y="552"/>
                    </a:lnTo>
                    <a:lnTo>
                      <a:pt x="1687" y="552"/>
                    </a:lnTo>
                    <a:lnTo>
                      <a:pt x="1688" y="544"/>
                    </a:lnTo>
                    <a:lnTo>
                      <a:pt x="1689" y="577"/>
                    </a:lnTo>
                    <a:lnTo>
                      <a:pt x="1689" y="577"/>
                    </a:lnTo>
                    <a:lnTo>
                      <a:pt x="1689" y="577"/>
                    </a:lnTo>
                    <a:lnTo>
                      <a:pt x="1689" y="577"/>
                    </a:lnTo>
                    <a:lnTo>
                      <a:pt x="1689" y="550"/>
                    </a:lnTo>
                    <a:lnTo>
                      <a:pt x="1691" y="568"/>
                    </a:lnTo>
                    <a:lnTo>
                      <a:pt x="1691" y="568"/>
                    </a:lnTo>
                    <a:lnTo>
                      <a:pt x="1691" y="536"/>
                    </a:lnTo>
                    <a:lnTo>
                      <a:pt x="1692" y="574"/>
                    </a:lnTo>
                    <a:lnTo>
                      <a:pt x="1693" y="558"/>
                    </a:lnTo>
                    <a:lnTo>
                      <a:pt x="1693" y="558"/>
                    </a:lnTo>
                    <a:lnTo>
                      <a:pt x="1694" y="571"/>
                    </a:lnTo>
                    <a:lnTo>
                      <a:pt x="1694" y="552"/>
                    </a:lnTo>
                    <a:lnTo>
                      <a:pt x="1695" y="569"/>
                    </a:lnTo>
                    <a:lnTo>
                      <a:pt x="1695" y="569"/>
                    </a:lnTo>
                    <a:lnTo>
                      <a:pt x="1695" y="552"/>
                    </a:lnTo>
                    <a:lnTo>
                      <a:pt x="1696" y="571"/>
                    </a:lnTo>
                    <a:lnTo>
                      <a:pt x="1697" y="558"/>
                    </a:lnTo>
                    <a:lnTo>
                      <a:pt x="1697" y="558"/>
                    </a:lnTo>
                    <a:lnTo>
                      <a:pt x="1697" y="571"/>
                    </a:lnTo>
                    <a:lnTo>
                      <a:pt x="1699" y="551"/>
                    </a:lnTo>
                    <a:lnTo>
                      <a:pt x="1699" y="560"/>
                    </a:lnTo>
                    <a:lnTo>
                      <a:pt x="1699" y="560"/>
                    </a:lnTo>
                    <a:lnTo>
                      <a:pt x="1699" y="569"/>
                    </a:lnTo>
                    <a:lnTo>
                      <a:pt x="1700" y="551"/>
                    </a:lnTo>
                    <a:lnTo>
                      <a:pt x="1701" y="562"/>
                    </a:lnTo>
                    <a:lnTo>
                      <a:pt x="1701" y="562"/>
                    </a:lnTo>
                    <a:lnTo>
                      <a:pt x="1702" y="569"/>
                    </a:lnTo>
                    <a:lnTo>
                      <a:pt x="1703" y="548"/>
                    </a:lnTo>
                    <a:lnTo>
                      <a:pt x="1703" y="564"/>
                    </a:lnTo>
                    <a:lnTo>
                      <a:pt x="1703" y="564"/>
                    </a:lnTo>
                    <a:lnTo>
                      <a:pt x="1704" y="546"/>
                    </a:lnTo>
                    <a:lnTo>
                      <a:pt x="1704" y="571"/>
                    </a:lnTo>
                    <a:lnTo>
                      <a:pt x="1705" y="565"/>
                    </a:lnTo>
                    <a:lnTo>
                      <a:pt x="1705" y="565"/>
                    </a:lnTo>
                    <a:lnTo>
                      <a:pt x="1705" y="549"/>
                    </a:lnTo>
                    <a:lnTo>
                      <a:pt x="1705" y="572"/>
                    </a:lnTo>
                    <a:lnTo>
                      <a:pt x="1707" y="561"/>
                    </a:lnTo>
                    <a:lnTo>
                      <a:pt x="1707" y="561"/>
                    </a:lnTo>
                    <a:lnTo>
                      <a:pt x="1707" y="546"/>
                    </a:lnTo>
                    <a:lnTo>
                      <a:pt x="1709" y="572"/>
                    </a:lnTo>
                    <a:lnTo>
                      <a:pt x="1709" y="572"/>
                    </a:lnTo>
                    <a:lnTo>
                      <a:pt x="1709" y="572"/>
                    </a:lnTo>
                    <a:lnTo>
                      <a:pt x="1709" y="578"/>
                    </a:lnTo>
                    <a:lnTo>
                      <a:pt x="1710" y="545"/>
                    </a:lnTo>
                    <a:lnTo>
                      <a:pt x="1711" y="554"/>
                    </a:lnTo>
                    <a:lnTo>
                      <a:pt x="1711" y="554"/>
                    </a:lnTo>
                    <a:lnTo>
                      <a:pt x="1711" y="575"/>
                    </a:lnTo>
                    <a:lnTo>
                      <a:pt x="1711" y="549"/>
                    </a:lnTo>
                    <a:lnTo>
                      <a:pt x="1713" y="567"/>
                    </a:lnTo>
                    <a:lnTo>
                      <a:pt x="1713" y="567"/>
                    </a:lnTo>
                    <a:lnTo>
                      <a:pt x="1713" y="548"/>
                    </a:lnTo>
                    <a:lnTo>
                      <a:pt x="1713" y="574"/>
                    </a:lnTo>
                    <a:lnTo>
                      <a:pt x="1715" y="573"/>
                    </a:lnTo>
                    <a:lnTo>
                      <a:pt x="1715" y="573"/>
                    </a:lnTo>
                    <a:lnTo>
                      <a:pt x="1716" y="546"/>
                    </a:lnTo>
                    <a:lnTo>
                      <a:pt x="1717" y="575"/>
                    </a:lnTo>
                    <a:lnTo>
                      <a:pt x="1717" y="564"/>
                    </a:lnTo>
                    <a:lnTo>
                      <a:pt x="1717" y="564"/>
                    </a:lnTo>
                    <a:lnTo>
                      <a:pt x="1717" y="545"/>
                    </a:lnTo>
                    <a:lnTo>
                      <a:pt x="1717" y="578"/>
                    </a:lnTo>
                    <a:lnTo>
                      <a:pt x="1719" y="548"/>
                    </a:lnTo>
                    <a:lnTo>
                      <a:pt x="1719" y="548"/>
                    </a:lnTo>
                    <a:lnTo>
                      <a:pt x="1720" y="576"/>
                    </a:lnTo>
                    <a:lnTo>
                      <a:pt x="1721" y="545"/>
                    </a:lnTo>
                    <a:lnTo>
                      <a:pt x="1721" y="564"/>
                    </a:lnTo>
                    <a:lnTo>
                      <a:pt x="1721" y="564"/>
                    </a:lnTo>
                    <a:lnTo>
                      <a:pt x="1721" y="573"/>
                    </a:lnTo>
                    <a:lnTo>
                      <a:pt x="1722" y="543"/>
                    </a:lnTo>
                    <a:lnTo>
                      <a:pt x="1723" y="554"/>
                    </a:lnTo>
                    <a:lnTo>
                      <a:pt x="1723" y="554"/>
                    </a:lnTo>
                    <a:lnTo>
                      <a:pt x="1723" y="571"/>
                    </a:lnTo>
                    <a:lnTo>
                      <a:pt x="1725" y="548"/>
                    </a:lnTo>
                    <a:lnTo>
                      <a:pt x="1725" y="570"/>
                    </a:lnTo>
                    <a:lnTo>
                      <a:pt x="1725" y="570"/>
                    </a:lnTo>
                    <a:lnTo>
                      <a:pt x="1727" y="586"/>
                    </a:lnTo>
                    <a:lnTo>
                      <a:pt x="1727" y="537"/>
                    </a:lnTo>
                    <a:lnTo>
                      <a:pt x="1727" y="559"/>
                    </a:lnTo>
                    <a:lnTo>
                      <a:pt x="1727" y="559"/>
                    </a:lnTo>
                    <a:lnTo>
                      <a:pt x="1728" y="544"/>
                    </a:lnTo>
                    <a:lnTo>
                      <a:pt x="1729" y="579"/>
                    </a:lnTo>
                    <a:lnTo>
                      <a:pt x="1729" y="572"/>
                    </a:lnTo>
                    <a:lnTo>
                      <a:pt x="1729" y="572"/>
                    </a:lnTo>
                    <a:lnTo>
                      <a:pt x="1730" y="573"/>
                    </a:lnTo>
                    <a:lnTo>
                      <a:pt x="1730" y="545"/>
                    </a:lnTo>
                    <a:lnTo>
                      <a:pt x="1731" y="567"/>
                    </a:lnTo>
                    <a:lnTo>
                      <a:pt x="1731" y="567"/>
                    </a:lnTo>
                    <a:lnTo>
                      <a:pt x="1731" y="578"/>
                    </a:lnTo>
                    <a:lnTo>
                      <a:pt x="1732" y="542"/>
                    </a:lnTo>
                    <a:lnTo>
                      <a:pt x="1733" y="559"/>
                    </a:lnTo>
                    <a:lnTo>
                      <a:pt x="1733" y="559"/>
                    </a:lnTo>
                    <a:lnTo>
                      <a:pt x="1733" y="658"/>
                    </a:lnTo>
                    <a:lnTo>
                      <a:pt x="1733" y="467"/>
                    </a:lnTo>
                    <a:lnTo>
                      <a:pt x="1735" y="551"/>
                    </a:lnTo>
                    <a:lnTo>
                      <a:pt x="1735" y="552"/>
                    </a:lnTo>
                    <a:lnTo>
                      <a:pt x="1735" y="575"/>
                    </a:lnTo>
                    <a:lnTo>
                      <a:pt x="1735" y="544"/>
                    </a:lnTo>
                    <a:lnTo>
                      <a:pt x="1737" y="559"/>
                    </a:lnTo>
                    <a:lnTo>
                      <a:pt x="1737" y="559"/>
                    </a:lnTo>
                    <a:lnTo>
                      <a:pt x="1738" y="573"/>
                    </a:lnTo>
                    <a:lnTo>
                      <a:pt x="1738" y="539"/>
                    </a:lnTo>
                    <a:lnTo>
                      <a:pt x="1739" y="559"/>
                    </a:lnTo>
                    <a:lnTo>
                      <a:pt x="1739" y="559"/>
                    </a:lnTo>
                    <a:lnTo>
                      <a:pt x="1739" y="570"/>
                    </a:lnTo>
                    <a:lnTo>
                      <a:pt x="1741" y="552"/>
                    </a:lnTo>
                    <a:lnTo>
                      <a:pt x="1741" y="563"/>
                    </a:lnTo>
                    <a:lnTo>
                      <a:pt x="1741" y="563"/>
                    </a:lnTo>
                    <a:lnTo>
                      <a:pt x="1742" y="575"/>
                    </a:lnTo>
                    <a:lnTo>
                      <a:pt x="1742" y="543"/>
                    </a:lnTo>
                    <a:lnTo>
                      <a:pt x="1743" y="572"/>
                    </a:lnTo>
                    <a:lnTo>
                      <a:pt x="1743" y="572"/>
                    </a:lnTo>
                    <a:lnTo>
                      <a:pt x="1743" y="580"/>
                    </a:lnTo>
                    <a:lnTo>
                      <a:pt x="1743" y="543"/>
                    </a:lnTo>
                    <a:lnTo>
                      <a:pt x="1745" y="566"/>
                    </a:lnTo>
                    <a:lnTo>
                      <a:pt x="1745" y="566"/>
                    </a:lnTo>
                    <a:lnTo>
                      <a:pt x="1746" y="548"/>
                    </a:lnTo>
                    <a:lnTo>
                      <a:pt x="1746" y="575"/>
                    </a:lnTo>
                    <a:lnTo>
                      <a:pt x="1747" y="570"/>
                    </a:lnTo>
                    <a:lnTo>
                      <a:pt x="1747" y="570"/>
                    </a:lnTo>
                    <a:lnTo>
                      <a:pt x="1747" y="546"/>
                    </a:lnTo>
                    <a:lnTo>
                      <a:pt x="1748" y="574"/>
                    </a:lnTo>
                    <a:lnTo>
                      <a:pt x="1749" y="551"/>
                    </a:lnTo>
                    <a:lnTo>
                      <a:pt x="1749" y="551"/>
                    </a:lnTo>
                    <a:lnTo>
                      <a:pt x="1749" y="580"/>
                    </a:lnTo>
                    <a:lnTo>
                      <a:pt x="1749" y="540"/>
                    </a:lnTo>
                    <a:lnTo>
                      <a:pt x="1751" y="562"/>
                    </a:lnTo>
                    <a:lnTo>
                      <a:pt x="1751" y="562"/>
                    </a:lnTo>
                    <a:lnTo>
                      <a:pt x="1751" y="540"/>
                    </a:lnTo>
                    <a:lnTo>
                      <a:pt x="1751" y="580"/>
                    </a:lnTo>
                    <a:lnTo>
                      <a:pt x="1753" y="567"/>
                    </a:lnTo>
                    <a:lnTo>
                      <a:pt x="1753" y="567"/>
                    </a:lnTo>
                    <a:lnTo>
                      <a:pt x="1754" y="573"/>
                    </a:lnTo>
                    <a:lnTo>
                      <a:pt x="1754" y="548"/>
                    </a:lnTo>
                    <a:lnTo>
                      <a:pt x="1755" y="552"/>
                    </a:lnTo>
                    <a:lnTo>
                      <a:pt x="1755" y="552"/>
                    </a:lnTo>
                    <a:lnTo>
                      <a:pt x="1755" y="579"/>
                    </a:lnTo>
                    <a:lnTo>
                      <a:pt x="1756" y="539"/>
                    </a:lnTo>
                    <a:lnTo>
                      <a:pt x="1757" y="567"/>
                    </a:lnTo>
                    <a:lnTo>
                      <a:pt x="1757" y="567"/>
                    </a:lnTo>
                    <a:lnTo>
                      <a:pt x="1758" y="544"/>
                    </a:lnTo>
                    <a:lnTo>
                      <a:pt x="1759" y="575"/>
                    </a:lnTo>
                    <a:lnTo>
                      <a:pt x="1759" y="567"/>
                    </a:lnTo>
                    <a:lnTo>
                      <a:pt x="1759" y="567"/>
                    </a:lnTo>
                    <a:lnTo>
                      <a:pt x="1761" y="522"/>
                    </a:lnTo>
                    <a:lnTo>
                      <a:pt x="1761" y="581"/>
                    </a:lnTo>
                    <a:lnTo>
                      <a:pt x="1761" y="562"/>
                    </a:lnTo>
                    <a:lnTo>
                      <a:pt x="1761" y="562"/>
                    </a:lnTo>
                    <a:lnTo>
                      <a:pt x="1761" y="577"/>
                    </a:lnTo>
                    <a:lnTo>
                      <a:pt x="1762" y="548"/>
                    </a:lnTo>
                    <a:lnTo>
                      <a:pt x="1763" y="566"/>
                    </a:lnTo>
                    <a:lnTo>
                      <a:pt x="1763" y="566"/>
                    </a:lnTo>
                    <a:lnTo>
                      <a:pt x="1764" y="548"/>
                    </a:lnTo>
                    <a:lnTo>
                      <a:pt x="1765" y="572"/>
                    </a:lnTo>
                    <a:lnTo>
                      <a:pt x="1765" y="560"/>
                    </a:lnTo>
                    <a:lnTo>
                      <a:pt x="1765" y="560"/>
                    </a:lnTo>
                    <a:lnTo>
                      <a:pt x="1765" y="548"/>
                    </a:lnTo>
                    <a:lnTo>
                      <a:pt x="1765" y="571"/>
                    </a:lnTo>
                    <a:lnTo>
                      <a:pt x="1767" y="566"/>
                    </a:lnTo>
                    <a:lnTo>
                      <a:pt x="1767" y="566"/>
                    </a:lnTo>
                    <a:lnTo>
                      <a:pt x="1767" y="544"/>
                    </a:lnTo>
                    <a:lnTo>
                      <a:pt x="1768" y="574"/>
                    </a:lnTo>
                    <a:lnTo>
                      <a:pt x="1769" y="551"/>
                    </a:lnTo>
                    <a:lnTo>
                      <a:pt x="1769" y="551"/>
                    </a:lnTo>
                    <a:lnTo>
                      <a:pt x="1771" y="572"/>
                    </a:lnTo>
                    <a:lnTo>
                      <a:pt x="1771" y="545"/>
                    </a:lnTo>
                    <a:lnTo>
                      <a:pt x="1771" y="565"/>
                    </a:lnTo>
                    <a:lnTo>
                      <a:pt x="1771" y="565"/>
                    </a:lnTo>
                    <a:lnTo>
                      <a:pt x="1771" y="547"/>
                    </a:lnTo>
                    <a:lnTo>
                      <a:pt x="1773" y="577"/>
                    </a:lnTo>
                    <a:lnTo>
                      <a:pt x="1773" y="554"/>
                    </a:lnTo>
                    <a:lnTo>
                      <a:pt x="1773" y="554"/>
                    </a:lnTo>
                    <a:lnTo>
                      <a:pt x="1774" y="491"/>
                    </a:lnTo>
                    <a:lnTo>
                      <a:pt x="1775" y="599"/>
                    </a:lnTo>
                    <a:lnTo>
                      <a:pt x="1775" y="598"/>
                    </a:lnTo>
                    <a:lnTo>
                      <a:pt x="1775" y="598"/>
                    </a:lnTo>
                    <a:lnTo>
                      <a:pt x="1776" y="542"/>
                    </a:lnTo>
                    <a:lnTo>
                      <a:pt x="1777" y="561"/>
                    </a:lnTo>
                    <a:lnTo>
                      <a:pt x="1777" y="561"/>
                    </a:lnTo>
                    <a:lnTo>
                      <a:pt x="1779" y="553"/>
                    </a:lnTo>
                    <a:lnTo>
                      <a:pt x="1779" y="575"/>
                    </a:lnTo>
                    <a:lnTo>
                      <a:pt x="1779" y="575"/>
                    </a:lnTo>
                    <a:lnTo>
                      <a:pt x="1779" y="575"/>
                    </a:lnTo>
                    <a:lnTo>
                      <a:pt x="1780" y="671"/>
                    </a:lnTo>
                    <a:lnTo>
                      <a:pt x="1780" y="475"/>
                    </a:lnTo>
                    <a:lnTo>
                      <a:pt x="1781" y="548"/>
                    </a:lnTo>
                    <a:lnTo>
                      <a:pt x="1781" y="548"/>
                    </a:lnTo>
                    <a:lnTo>
                      <a:pt x="1781" y="581"/>
                    </a:lnTo>
                    <a:lnTo>
                      <a:pt x="1781" y="537"/>
                    </a:lnTo>
                    <a:lnTo>
                      <a:pt x="1783" y="539"/>
                    </a:lnTo>
                    <a:lnTo>
                      <a:pt x="1783" y="539"/>
                    </a:lnTo>
                    <a:lnTo>
                      <a:pt x="1783" y="585"/>
                    </a:lnTo>
                    <a:lnTo>
                      <a:pt x="1784" y="534"/>
                    </a:lnTo>
                    <a:lnTo>
                      <a:pt x="1785" y="549"/>
                    </a:lnTo>
                    <a:lnTo>
                      <a:pt x="1785" y="549"/>
                    </a:lnTo>
                    <a:lnTo>
                      <a:pt x="1785" y="540"/>
                    </a:lnTo>
                    <a:lnTo>
                      <a:pt x="1786" y="579"/>
                    </a:lnTo>
                    <a:lnTo>
                      <a:pt x="1787" y="559"/>
                    </a:lnTo>
                    <a:lnTo>
                      <a:pt x="1787" y="559"/>
                    </a:lnTo>
                    <a:lnTo>
                      <a:pt x="1787" y="632"/>
                    </a:lnTo>
                    <a:lnTo>
                      <a:pt x="1787" y="518"/>
                    </a:lnTo>
                    <a:lnTo>
                      <a:pt x="1789" y="557"/>
                    </a:lnTo>
                    <a:lnTo>
                      <a:pt x="1789" y="557"/>
                    </a:lnTo>
                    <a:lnTo>
                      <a:pt x="1790" y="570"/>
                    </a:lnTo>
                    <a:lnTo>
                      <a:pt x="1790" y="553"/>
                    </a:lnTo>
                    <a:lnTo>
                      <a:pt x="1791" y="562"/>
                    </a:lnTo>
                    <a:lnTo>
                      <a:pt x="1791" y="562"/>
                    </a:lnTo>
                    <a:lnTo>
                      <a:pt x="1792" y="554"/>
                    </a:lnTo>
                    <a:lnTo>
                      <a:pt x="1793" y="571"/>
                    </a:lnTo>
                    <a:lnTo>
                      <a:pt x="1793" y="569"/>
                    </a:lnTo>
                    <a:lnTo>
                      <a:pt x="1793" y="569"/>
                    </a:lnTo>
                    <a:lnTo>
                      <a:pt x="1793" y="551"/>
                    </a:lnTo>
                    <a:lnTo>
                      <a:pt x="1795" y="571"/>
                    </a:lnTo>
                    <a:lnTo>
                      <a:pt x="1795" y="561"/>
                    </a:lnTo>
                    <a:lnTo>
                      <a:pt x="1795" y="561"/>
                    </a:lnTo>
                    <a:lnTo>
                      <a:pt x="1796" y="570"/>
                    </a:lnTo>
                    <a:lnTo>
                      <a:pt x="1797" y="552"/>
                    </a:lnTo>
                    <a:lnTo>
                      <a:pt x="1797" y="562"/>
                    </a:lnTo>
                    <a:lnTo>
                      <a:pt x="1797" y="562"/>
                    </a:lnTo>
                    <a:lnTo>
                      <a:pt x="1798" y="551"/>
                    </a:lnTo>
                    <a:lnTo>
                      <a:pt x="1798" y="571"/>
                    </a:lnTo>
                    <a:lnTo>
                      <a:pt x="1799" y="566"/>
                    </a:lnTo>
                    <a:lnTo>
                      <a:pt x="1799" y="566"/>
                    </a:lnTo>
                    <a:lnTo>
                      <a:pt x="1800" y="571"/>
                    </a:lnTo>
                    <a:lnTo>
                      <a:pt x="1801" y="553"/>
                    </a:lnTo>
                    <a:lnTo>
                      <a:pt x="1801" y="564"/>
                    </a:lnTo>
                    <a:lnTo>
                      <a:pt x="1801" y="564"/>
                    </a:lnTo>
                    <a:lnTo>
                      <a:pt x="1802" y="553"/>
                    </a:lnTo>
                    <a:lnTo>
                      <a:pt x="1803" y="571"/>
                    </a:lnTo>
                    <a:lnTo>
                      <a:pt x="1803" y="558"/>
                    </a:lnTo>
                    <a:lnTo>
                      <a:pt x="1803" y="558"/>
                    </a:lnTo>
                    <a:lnTo>
                      <a:pt x="1804" y="550"/>
                    </a:lnTo>
                    <a:lnTo>
                      <a:pt x="1804" y="575"/>
                    </a:lnTo>
                    <a:lnTo>
                      <a:pt x="1805" y="552"/>
                    </a:lnTo>
                    <a:lnTo>
                      <a:pt x="1805" y="552"/>
                    </a:lnTo>
                    <a:lnTo>
                      <a:pt x="1806" y="549"/>
                    </a:lnTo>
                    <a:lnTo>
                      <a:pt x="1806" y="570"/>
                    </a:lnTo>
                    <a:lnTo>
                      <a:pt x="1807" y="564"/>
                    </a:lnTo>
                    <a:lnTo>
                      <a:pt x="1807" y="564"/>
                    </a:lnTo>
                    <a:lnTo>
                      <a:pt x="1807" y="550"/>
                    </a:lnTo>
                    <a:lnTo>
                      <a:pt x="1808" y="571"/>
                    </a:lnTo>
                    <a:lnTo>
                      <a:pt x="1809" y="568"/>
                    </a:lnTo>
                    <a:lnTo>
                      <a:pt x="1809" y="568"/>
                    </a:lnTo>
                    <a:lnTo>
                      <a:pt x="1811" y="526"/>
                    </a:lnTo>
                    <a:lnTo>
                      <a:pt x="1811" y="598"/>
                    </a:lnTo>
                    <a:lnTo>
                      <a:pt x="1811" y="539"/>
                    </a:lnTo>
                    <a:lnTo>
                      <a:pt x="1811" y="539"/>
                    </a:lnTo>
                    <a:lnTo>
                      <a:pt x="1811" y="537"/>
                    </a:lnTo>
                    <a:lnTo>
                      <a:pt x="1813" y="575"/>
                    </a:lnTo>
                    <a:lnTo>
                      <a:pt x="1813" y="546"/>
                    </a:lnTo>
                    <a:lnTo>
                      <a:pt x="1813" y="546"/>
                    </a:lnTo>
                    <a:lnTo>
                      <a:pt x="1813" y="545"/>
                    </a:lnTo>
                    <a:lnTo>
                      <a:pt x="1815" y="575"/>
                    </a:lnTo>
                    <a:lnTo>
                      <a:pt x="1815" y="569"/>
                    </a:lnTo>
                    <a:lnTo>
                      <a:pt x="1815" y="569"/>
                    </a:lnTo>
                    <a:lnTo>
                      <a:pt x="1816" y="581"/>
                    </a:lnTo>
                    <a:lnTo>
                      <a:pt x="1816" y="540"/>
                    </a:lnTo>
                    <a:lnTo>
                      <a:pt x="1817" y="563"/>
                    </a:lnTo>
                    <a:lnTo>
                      <a:pt x="1817" y="563"/>
                    </a:lnTo>
                    <a:lnTo>
                      <a:pt x="1817" y="577"/>
                    </a:lnTo>
                    <a:lnTo>
                      <a:pt x="1818" y="540"/>
                    </a:lnTo>
                    <a:lnTo>
                      <a:pt x="1819" y="560"/>
                    </a:lnTo>
                    <a:lnTo>
                      <a:pt x="1819" y="560"/>
                    </a:lnTo>
                    <a:lnTo>
                      <a:pt x="1820" y="542"/>
                    </a:lnTo>
                    <a:lnTo>
                      <a:pt x="1820" y="574"/>
                    </a:lnTo>
                    <a:lnTo>
                      <a:pt x="1821" y="561"/>
                    </a:lnTo>
                    <a:lnTo>
                      <a:pt x="1821" y="561"/>
                    </a:lnTo>
                    <a:lnTo>
                      <a:pt x="1822" y="579"/>
                    </a:lnTo>
                    <a:lnTo>
                      <a:pt x="1822" y="545"/>
                    </a:lnTo>
                    <a:lnTo>
                      <a:pt x="1823" y="556"/>
                    </a:lnTo>
                    <a:lnTo>
                      <a:pt x="1823" y="556"/>
                    </a:lnTo>
                    <a:lnTo>
                      <a:pt x="1824" y="571"/>
                    </a:lnTo>
                    <a:lnTo>
                      <a:pt x="1825" y="545"/>
                    </a:lnTo>
                    <a:lnTo>
                      <a:pt x="1825" y="558"/>
                    </a:lnTo>
                    <a:lnTo>
                      <a:pt x="1825" y="558"/>
                    </a:lnTo>
                    <a:lnTo>
                      <a:pt x="1826" y="577"/>
                    </a:lnTo>
                    <a:lnTo>
                      <a:pt x="1827" y="543"/>
                    </a:lnTo>
                    <a:lnTo>
                      <a:pt x="1827" y="560"/>
                    </a:lnTo>
                    <a:lnTo>
                      <a:pt x="1827" y="560"/>
                    </a:lnTo>
                    <a:lnTo>
                      <a:pt x="1828" y="550"/>
                    </a:lnTo>
                    <a:lnTo>
                      <a:pt x="1828" y="571"/>
                    </a:lnTo>
                    <a:lnTo>
                      <a:pt x="1829" y="569"/>
                    </a:lnTo>
                    <a:lnTo>
                      <a:pt x="1829" y="569"/>
                    </a:lnTo>
                    <a:lnTo>
                      <a:pt x="1831" y="573"/>
                    </a:lnTo>
                    <a:lnTo>
                      <a:pt x="1831" y="546"/>
                    </a:lnTo>
                    <a:lnTo>
                      <a:pt x="1831" y="567"/>
                    </a:lnTo>
                    <a:lnTo>
                      <a:pt x="1831" y="567"/>
                    </a:lnTo>
                    <a:lnTo>
                      <a:pt x="1832" y="575"/>
                    </a:lnTo>
                    <a:lnTo>
                      <a:pt x="1833" y="546"/>
                    </a:lnTo>
                    <a:lnTo>
                      <a:pt x="1833" y="564"/>
                    </a:lnTo>
                    <a:lnTo>
                      <a:pt x="1833" y="564"/>
                    </a:lnTo>
                    <a:lnTo>
                      <a:pt x="1834" y="574"/>
                    </a:lnTo>
                    <a:lnTo>
                      <a:pt x="1835" y="545"/>
                    </a:lnTo>
                    <a:lnTo>
                      <a:pt x="1835" y="569"/>
                    </a:lnTo>
                    <a:lnTo>
                      <a:pt x="1835" y="569"/>
                    </a:lnTo>
                    <a:lnTo>
                      <a:pt x="1836" y="546"/>
                    </a:lnTo>
                    <a:lnTo>
                      <a:pt x="1837" y="574"/>
                    </a:lnTo>
                    <a:lnTo>
                      <a:pt x="1837" y="560"/>
                    </a:lnTo>
                    <a:lnTo>
                      <a:pt x="1837" y="560"/>
                    </a:lnTo>
                    <a:lnTo>
                      <a:pt x="1838" y="543"/>
                    </a:lnTo>
                    <a:lnTo>
                      <a:pt x="1838" y="573"/>
                    </a:lnTo>
                    <a:lnTo>
                      <a:pt x="1839" y="556"/>
                    </a:lnTo>
                    <a:lnTo>
                      <a:pt x="1839" y="556"/>
                    </a:lnTo>
                    <a:lnTo>
                      <a:pt x="1840" y="526"/>
                    </a:lnTo>
                    <a:lnTo>
                      <a:pt x="1840" y="583"/>
                    </a:lnTo>
                    <a:lnTo>
                      <a:pt x="1841" y="552"/>
                    </a:lnTo>
                    <a:lnTo>
                      <a:pt x="1841" y="552"/>
                    </a:lnTo>
                    <a:lnTo>
                      <a:pt x="1841" y="548"/>
                    </a:lnTo>
                    <a:lnTo>
                      <a:pt x="1841" y="573"/>
                    </a:lnTo>
                    <a:lnTo>
                      <a:pt x="1843" y="562"/>
                    </a:lnTo>
                    <a:lnTo>
                      <a:pt x="1843" y="562"/>
                    </a:lnTo>
                    <a:lnTo>
                      <a:pt x="1843" y="576"/>
                    </a:lnTo>
                    <a:lnTo>
                      <a:pt x="1843" y="545"/>
                    </a:lnTo>
                    <a:lnTo>
                      <a:pt x="1845" y="559"/>
                    </a:lnTo>
                    <a:lnTo>
                      <a:pt x="1845" y="559"/>
                    </a:lnTo>
                    <a:lnTo>
                      <a:pt x="1846" y="571"/>
                    </a:lnTo>
                    <a:lnTo>
                      <a:pt x="1846" y="552"/>
                    </a:lnTo>
                    <a:lnTo>
                      <a:pt x="1847" y="562"/>
                    </a:lnTo>
                    <a:lnTo>
                      <a:pt x="1847" y="562"/>
                    </a:lnTo>
                    <a:lnTo>
                      <a:pt x="1848" y="552"/>
                    </a:lnTo>
                    <a:lnTo>
                      <a:pt x="1849" y="574"/>
                    </a:lnTo>
                    <a:lnTo>
                      <a:pt x="1849" y="562"/>
                    </a:lnTo>
                    <a:lnTo>
                      <a:pt x="1849" y="563"/>
                    </a:lnTo>
                    <a:lnTo>
                      <a:pt x="1849" y="572"/>
                    </a:lnTo>
                    <a:lnTo>
                      <a:pt x="1849" y="548"/>
                    </a:lnTo>
                    <a:lnTo>
                      <a:pt x="1851" y="555"/>
                    </a:lnTo>
                    <a:lnTo>
                      <a:pt x="1851" y="555"/>
                    </a:lnTo>
                    <a:lnTo>
                      <a:pt x="1851" y="536"/>
                    </a:lnTo>
                    <a:lnTo>
                      <a:pt x="1851" y="586"/>
                    </a:lnTo>
                    <a:lnTo>
                      <a:pt x="1853" y="566"/>
                    </a:lnTo>
                    <a:lnTo>
                      <a:pt x="1853" y="566"/>
                    </a:lnTo>
                    <a:lnTo>
                      <a:pt x="1855" y="547"/>
                    </a:lnTo>
                    <a:lnTo>
                      <a:pt x="1855" y="571"/>
                    </a:lnTo>
                    <a:lnTo>
                      <a:pt x="1855" y="555"/>
                    </a:lnTo>
                    <a:lnTo>
                      <a:pt x="1855" y="555"/>
                    </a:lnTo>
                    <a:lnTo>
                      <a:pt x="1856" y="574"/>
                    </a:lnTo>
                    <a:lnTo>
                      <a:pt x="1857" y="546"/>
                    </a:lnTo>
                    <a:lnTo>
                      <a:pt x="1857" y="572"/>
                    </a:lnTo>
                    <a:lnTo>
                      <a:pt x="1857" y="572"/>
                    </a:lnTo>
                    <a:lnTo>
                      <a:pt x="1857" y="573"/>
                    </a:lnTo>
                    <a:lnTo>
                      <a:pt x="1858" y="550"/>
                    </a:lnTo>
                    <a:lnTo>
                      <a:pt x="1859" y="567"/>
                    </a:lnTo>
                    <a:lnTo>
                      <a:pt x="1859" y="567"/>
                    </a:lnTo>
                    <a:lnTo>
                      <a:pt x="1860" y="572"/>
                    </a:lnTo>
                    <a:lnTo>
                      <a:pt x="1861" y="547"/>
                    </a:lnTo>
                    <a:lnTo>
                      <a:pt x="1861" y="567"/>
                    </a:lnTo>
                    <a:lnTo>
                      <a:pt x="1861" y="567"/>
                    </a:lnTo>
                    <a:lnTo>
                      <a:pt x="1861" y="542"/>
                    </a:lnTo>
                    <a:lnTo>
                      <a:pt x="1863" y="578"/>
                    </a:lnTo>
                    <a:lnTo>
                      <a:pt x="1863" y="551"/>
                    </a:lnTo>
                    <a:lnTo>
                      <a:pt x="1863" y="551"/>
                    </a:lnTo>
                    <a:lnTo>
                      <a:pt x="1865" y="542"/>
                    </a:lnTo>
                    <a:lnTo>
                      <a:pt x="1865" y="571"/>
                    </a:lnTo>
                    <a:lnTo>
                      <a:pt x="1865" y="565"/>
                    </a:lnTo>
                    <a:lnTo>
                      <a:pt x="1865" y="565"/>
                    </a:lnTo>
                    <a:lnTo>
                      <a:pt x="1866" y="577"/>
                    </a:lnTo>
                    <a:lnTo>
                      <a:pt x="1866" y="545"/>
                    </a:lnTo>
                    <a:lnTo>
                      <a:pt x="1867" y="557"/>
                    </a:lnTo>
                    <a:lnTo>
                      <a:pt x="1867" y="557"/>
                    </a:lnTo>
                    <a:lnTo>
                      <a:pt x="1869" y="537"/>
                    </a:lnTo>
                    <a:lnTo>
                      <a:pt x="1869" y="581"/>
                    </a:lnTo>
                    <a:lnTo>
                      <a:pt x="1869" y="560"/>
                    </a:lnTo>
                    <a:lnTo>
                      <a:pt x="1869" y="560"/>
                    </a:lnTo>
                    <a:lnTo>
                      <a:pt x="1871" y="542"/>
                    </a:lnTo>
                    <a:lnTo>
                      <a:pt x="1871" y="578"/>
                    </a:lnTo>
                    <a:lnTo>
                      <a:pt x="1871" y="576"/>
                    </a:lnTo>
                    <a:lnTo>
                      <a:pt x="1871" y="576"/>
                    </a:lnTo>
                    <a:lnTo>
                      <a:pt x="1872" y="542"/>
                    </a:lnTo>
                    <a:lnTo>
                      <a:pt x="1873" y="561"/>
                    </a:lnTo>
                    <a:lnTo>
                      <a:pt x="1873" y="561"/>
                    </a:lnTo>
                    <a:lnTo>
                      <a:pt x="1874" y="574"/>
                    </a:lnTo>
                    <a:lnTo>
                      <a:pt x="1874" y="543"/>
                    </a:lnTo>
                    <a:lnTo>
                      <a:pt x="1875" y="558"/>
                    </a:lnTo>
                    <a:lnTo>
                      <a:pt x="1875" y="559"/>
                    </a:lnTo>
                    <a:lnTo>
                      <a:pt x="1876" y="673"/>
                    </a:lnTo>
                    <a:lnTo>
                      <a:pt x="1876" y="273"/>
                    </a:lnTo>
                    <a:lnTo>
                      <a:pt x="1877" y="557"/>
                    </a:lnTo>
                    <a:lnTo>
                      <a:pt x="1877" y="557"/>
                    </a:lnTo>
                    <a:lnTo>
                      <a:pt x="1877" y="578"/>
                    </a:lnTo>
                    <a:lnTo>
                      <a:pt x="1877" y="539"/>
                    </a:lnTo>
                    <a:lnTo>
                      <a:pt x="1879" y="573"/>
                    </a:lnTo>
                    <a:lnTo>
                      <a:pt x="1879" y="573"/>
                    </a:lnTo>
                    <a:lnTo>
                      <a:pt x="1880" y="549"/>
                    </a:lnTo>
                    <a:lnTo>
                      <a:pt x="1880" y="577"/>
                    </a:lnTo>
                    <a:lnTo>
                      <a:pt x="1881" y="555"/>
                    </a:lnTo>
                    <a:lnTo>
                      <a:pt x="1881" y="555"/>
                    </a:lnTo>
                    <a:lnTo>
                      <a:pt x="1882" y="548"/>
                    </a:lnTo>
                    <a:lnTo>
                      <a:pt x="1882" y="575"/>
                    </a:lnTo>
                    <a:lnTo>
                      <a:pt x="1883" y="566"/>
                    </a:lnTo>
                    <a:lnTo>
                      <a:pt x="1883" y="566"/>
                    </a:lnTo>
                    <a:lnTo>
                      <a:pt x="1883" y="549"/>
                    </a:lnTo>
                    <a:lnTo>
                      <a:pt x="1884" y="574"/>
                    </a:lnTo>
                    <a:lnTo>
                      <a:pt x="1885" y="565"/>
                    </a:lnTo>
                    <a:lnTo>
                      <a:pt x="1885" y="565"/>
                    </a:lnTo>
                    <a:lnTo>
                      <a:pt x="1886" y="577"/>
                    </a:lnTo>
                    <a:lnTo>
                      <a:pt x="1886" y="549"/>
                    </a:lnTo>
                    <a:lnTo>
                      <a:pt x="1887" y="557"/>
                    </a:lnTo>
                    <a:lnTo>
                      <a:pt x="1887" y="557"/>
                    </a:lnTo>
                    <a:lnTo>
                      <a:pt x="1887" y="548"/>
                    </a:lnTo>
                    <a:lnTo>
                      <a:pt x="1889" y="573"/>
                    </a:lnTo>
                    <a:lnTo>
                      <a:pt x="1889" y="564"/>
                    </a:lnTo>
                    <a:lnTo>
                      <a:pt x="1889" y="564"/>
                    </a:lnTo>
                    <a:lnTo>
                      <a:pt x="1890" y="546"/>
                    </a:lnTo>
                    <a:lnTo>
                      <a:pt x="1890" y="576"/>
                    </a:lnTo>
                    <a:lnTo>
                      <a:pt x="1891" y="554"/>
                    </a:lnTo>
                    <a:lnTo>
                      <a:pt x="1891" y="554"/>
                    </a:lnTo>
                    <a:lnTo>
                      <a:pt x="1891" y="577"/>
                    </a:lnTo>
                    <a:lnTo>
                      <a:pt x="1893" y="547"/>
                    </a:lnTo>
                    <a:lnTo>
                      <a:pt x="1893" y="572"/>
                    </a:lnTo>
                    <a:lnTo>
                      <a:pt x="1893" y="572"/>
                    </a:lnTo>
                    <a:lnTo>
                      <a:pt x="1894" y="575"/>
                    </a:lnTo>
                    <a:lnTo>
                      <a:pt x="1895" y="545"/>
                    </a:lnTo>
                    <a:lnTo>
                      <a:pt x="1895" y="564"/>
                    </a:lnTo>
                    <a:lnTo>
                      <a:pt x="1895" y="564"/>
                    </a:lnTo>
                    <a:lnTo>
                      <a:pt x="1895" y="575"/>
                    </a:lnTo>
                    <a:lnTo>
                      <a:pt x="1896" y="550"/>
                    </a:lnTo>
                    <a:lnTo>
                      <a:pt x="1897" y="556"/>
                    </a:lnTo>
                    <a:lnTo>
                      <a:pt x="1897" y="556"/>
                    </a:lnTo>
                    <a:lnTo>
                      <a:pt x="1899" y="545"/>
                    </a:lnTo>
                    <a:lnTo>
                      <a:pt x="1899" y="575"/>
                    </a:lnTo>
                    <a:lnTo>
                      <a:pt x="1899" y="575"/>
                    </a:lnTo>
                    <a:lnTo>
                      <a:pt x="1899" y="575"/>
                    </a:lnTo>
                    <a:lnTo>
                      <a:pt x="1899" y="578"/>
                    </a:lnTo>
                    <a:lnTo>
                      <a:pt x="1901" y="546"/>
                    </a:lnTo>
                    <a:lnTo>
                      <a:pt x="1901" y="558"/>
                    </a:lnTo>
                    <a:lnTo>
                      <a:pt x="1901" y="558"/>
                    </a:lnTo>
                    <a:lnTo>
                      <a:pt x="1902" y="575"/>
                    </a:lnTo>
                    <a:lnTo>
                      <a:pt x="1903" y="547"/>
                    </a:lnTo>
                    <a:lnTo>
                      <a:pt x="1903" y="567"/>
                    </a:lnTo>
                    <a:lnTo>
                      <a:pt x="1903" y="567"/>
                    </a:lnTo>
                    <a:lnTo>
                      <a:pt x="1904" y="544"/>
                    </a:lnTo>
                    <a:lnTo>
                      <a:pt x="1904" y="575"/>
                    </a:lnTo>
                    <a:lnTo>
                      <a:pt x="1905" y="555"/>
                    </a:lnTo>
                    <a:lnTo>
                      <a:pt x="1905" y="555"/>
                    </a:lnTo>
                    <a:lnTo>
                      <a:pt x="1907" y="547"/>
                    </a:lnTo>
                    <a:lnTo>
                      <a:pt x="1907" y="577"/>
                    </a:lnTo>
                    <a:lnTo>
                      <a:pt x="1907" y="569"/>
                    </a:lnTo>
                    <a:lnTo>
                      <a:pt x="1907" y="569"/>
                    </a:lnTo>
                    <a:lnTo>
                      <a:pt x="1908" y="577"/>
                    </a:lnTo>
                    <a:lnTo>
                      <a:pt x="1909" y="543"/>
                    </a:lnTo>
                    <a:lnTo>
                      <a:pt x="1909" y="563"/>
                    </a:lnTo>
                    <a:lnTo>
                      <a:pt x="1909" y="563"/>
                    </a:lnTo>
                    <a:lnTo>
                      <a:pt x="1910" y="542"/>
                    </a:lnTo>
                    <a:lnTo>
                      <a:pt x="1911" y="576"/>
                    </a:lnTo>
                    <a:lnTo>
                      <a:pt x="1911" y="573"/>
                    </a:lnTo>
                    <a:lnTo>
                      <a:pt x="1911" y="573"/>
                    </a:lnTo>
                    <a:lnTo>
                      <a:pt x="1911" y="575"/>
                    </a:lnTo>
                    <a:lnTo>
                      <a:pt x="1913" y="544"/>
                    </a:lnTo>
                    <a:lnTo>
                      <a:pt x="1913" y="561"/>
                    </a:lnTo>
                    <a:lnTo>
                      <a:pt x="1913" y="561"/>
                    </a:lnTo>
                    <a:lnTo>
                      <a:pt x="1914" y="546"/>
                    </a:lnTo>
                    <a:lnTo>
                      <a:pt x="1914" y="579"/>
                    </a:lnTo>
                    <a:lnTo>
                      <a:pt x="1915" y="553"/>
                    </a:lnTo>
                    <a:lnTo>
                      <a:pt x="1915" y="553"/>
                    </a:lnTo>
                    <a:lnTo>
                      <a:pt x="1916" y="575"/>
                    </a:lnTo>
                    <a:lnTo>
                      <a:pt x="1917" y="545"/>
                    </a:lnTo>
                    <a:lnTo>
                      <a:pt x="1917" y="564"/>
                    </a:lnTo>
                    <a:lnTo>
                      <a:pt x="1917" y="564"/>
                    </a:lnTo>
                    <a:lnTo>
                      <a:pt x="1917" y="546"/>
                    </a:lnTo>
                    <a:lnTo>
                      <a:pt x="1919" y="577"/>
                    </a:lnTo>
                    <a:lnTo>
                      <a:pt x="1919" y="575"/>
                    </a:lnTo>
                    <a:lnTo>
                      <a:pt x="1919" y="575"/>
                    </a:lnTo>
                    <a:lnTo>
                      <a:pt x="1919" y="601"/>
                    </a:lnTo>
                    <a:lnTo>
                      <a:pt x="1920" y="529"/>
                    </a:lnTo>
                    <a:lnTo>
                      <a:pt x="1921" y="554"/>
                    </a:lnTo>
                    <a:lnTo>
                      <a:pt x="1921" y="555"/>
                    </a:lnTo>
                    <a:lnTo>
                      <a:pt x="1922" y="548"/>
                    </a:lnTo>
                    <a:lnTo>
                      <a:pt x="1923" y="572"/>
                    </a:lnTo>
                    <a:lnTo>
                      <a:pt x="1923" y="572"/>
                    </a:lnTo>
                    <a:lnTo>
                      <a:pt x="1923" y="572"/>
                    </a:lnTo>
                    <a:lnTo>
                      <a:pt x="1923" y="548"/>
                    </a:lnTo>
                    <a:lnTo>
                      <a:pt x="1925" y="580"/>
                    </a:lnTo>
                    <a:lnTo>
                      <a:pt x="1925" y="566"/>
                    </a:lnTo>
                    <a:lnTo>
                      <a:pt x="1925" y="566"/>
                    </a:lnTo>
                    <a:lnTo>
                      <a:pt x="1926" y="543"/>
                    </a:lnTo>
                    <a:lnTo>
                      <a:pt x="1927" y="581"/>
                    </a:lnTo>
                    <a:lnTo>
                      <a:pt x="1927" y="574"/>
                    </a:lnTo>
                    <a:lnTo>
                      <a:pt x="1927" y="573"/>
                    </a:lnTo>
                    <a:lnTo>
                      <a:pt x="1928" y="578"/>
                    </a:lnTo>
                    <a:lnTo>
                      <a:pt x="1929" y="533"/>
                    </a:lnTo>
                    <a:lnTo>
                      <a:pt x="1929" y="567"/>
                    </a:lnTo>
                    <a:lnTo>
                      <a:pt x="1929" y="567"/>
                    </a:lnTo>
                    <a:lnTo>
                      <a:pt x="1930" y="548"/>
                    </a:lnTo>
                    <a:lnTo>
                      <a:pt x="1931" y="574"/>
                    </a:lnTo>
                    <a:lnTo>
                      <a:pt x="1931" y="559"/>
                    </a:lnTo>
                    <a:lnTo>
                      <a:pt x="1931" y="559"/>
                    </a:lnTo>
                    <a:lnTo>
                      <a:pt x="1932" y="527"/>
                    </a:lnTo>
                    <a:lnTo>
                      <a:pt x="1932" y="581"/>
                    </a:lnTo>
                    <a:lnTo>
                      <a:pt x="1933" y="575"/>
                    </a:lnTo>
                    <a:lnTo>
                      <a:pt x="1933" y="575"/>
                    </a:lnTo>
                    <a:lnTo>
                      <a:pt x="1935" y="595"/>
                    </a:lnTo>
                    <a:lnTo>
                      <a:pt x="1935" y="539"/>
                    </a:lnTo>
                    <a:lnTo>
                      <a:pt x="1935" y="543"/>
                    </a:lnTo>
                    <a:lnTo>
                      <a:pt x="1935" y="543"/>
                    </a:lnTo>
                    <a:lnTo>
                      <a:pt x="1935" y="577"/>
                    </a:lnTo>
                    <a:lnTo>
                      <a:pt x="1937" y="554"/>
                    </a:lnTo>
                    <a:lnTo>
                      <a:pt x="1937" y="554"/>
                    </a:lnTo>
                    <a:lnTo>
                      <a:pt x="1938" y="527"/>
                    </a:lnTo>
                    <a:lnTo>
                      <a:pt x="1938" y="617"/>
                    </a:lnTo>
                    <a:lnTo>
                      <a:pt x="1939" y="555"/>
                    </a:lnTo>
                    <a:lnTo>
                      <a:pt x="1939" y="555"/>
                    </a:lnTo>
                    <a:lnTo>
                      <a:pt x="1940" y="549"/>
                    </a:lnTo>
                    <a:lnTo>
                      <a:pt x="1941" y="574"/>
                    </a:lnTo>
                    <a:lnTo>
                      <a:pt x="1941" y="555"/>
                    </a:lnTo>
                    <a:lnTo>
                      <a:pt x="1941" y="555"/>
                    </a:lnTo>
                    <a:lnTo>
                      <a:pt x="1943" y="586"/>
                    </a:lnTo>
                    <a:lnTo>
                      <a:pt x="1943" y="518"/>
                    </a:lnTo>
                    <a:lnTo>
                      <a:pt x="1943" y="583"/>
                    </a:lnTo>
                    <a:lnTo>
                      <a:pt x="1943" y="583"/>
                    </a:lnTo>
                    <a:lnTo>
                      <a:pt x="1944" y="546"/>
                    </a:lnTo>
                    <a:lnTo>
                      <a:pt x="1945" y="546"/>
                    </a:lnTo>
                    <a:lnTo>
                      <a:pt x="1945" y="547"/>
                    </a:lnTo>
                    <a:lnTo>
                      <a:pt x="1946" y="575"/>
                    </a:lnTo>
                    <a:lnTo>
                      <a:pt x="1947" y="561"/>
                    </a:lnTo>
                    <a:lnTo>
                      <a:pt x="1947" y="561"/>
                    </a:lnTo>
                    <a:lnTo>
                      <a:pt x="1948" y="572"/>
                    </a:lnTo>
                    <a:lnTo>
                      <a:pt x="1949" y="551"/>
                    </a:lnTo>
                    <a:lnTo>
                      <a:pt x="1949" y="569"/>
                    </a:lnTo>
                    <a:lnTo>
                      <a:pt x="1949" y="569"/>
                    </a:lnTo>
                    <a:lnTo>
                      <a:pt x="1951" y="541"/>
                    </a:lnTo>
                    <a:lnTo>
                      <a:pt x="1951" y="595"/>
                    </a:lnTo>
                    <a:lnTo>
                      <a:pt x="1951" y="567"/>
                    </a:lnTo>
                    <a:lnTo>
                      <a:pt x="1951" y="567"/>
                    </a:lnTo>
                    <a:lnTo>
                      <a:pt x="1951" y="533"/>
                    </a:lnTo>
                    <a:lnTo>
                      <a:pt x="1952" y="589"/>
                    </a:lnTo>
                    <a:lnTo>
                      <a:pt x="1953" y="570"/>
                    </a:lnTo>
                    <a:lnTo>
                      <a:pt x="1953" y="570"/>
                    </a:lnTo>
                    <a:lnTo>
                      <a:pt x="1953" y="573"/>
                    </a:lnTo>
                    <a:lnTo>
                      <a:pt x="1955" y="551"/>
                    </a:lnTo>
                    <a:lnTo>
                      <a:pt x="1955" y="552"/>
                    </a:lnTo>
                    <a:lnTo>
                      <a:pt x="1955" y="552"/>
                    </a:lnTo>
                    <a:lnTo>
                      <a:pt x="1956" y="550"/>
                    </a:lnTo>
                    <a:lnTo>
                      <a:pt x="1957" y="577"/>
                    </a:lnTo>
                    <a:lnTo>
                      <a:pt x="1957" y="563"/>
                    </a:lnTo>
                    <a:lnTo>
                      <a:pt x="1957" y="563"/>
                    </a:lnTo>
                    <a:lnTo>
                      <a:pt x="1958" y="629"/>
                    </a:lnTo>
                    <a:lnTo>
                      <a:pt x="1958" y="532"/>
                    </a:lnTo>
                    <a:lnTo>
                      <a:pt x="1959" y="564"/>
                    </a:lnTo>
                    <a:lnTo>
                      <a:pt x="1959" y="564"/>
                    </a:lnTo>
                    <a:lnTo>
                      <a:pt x="1959" y="574"/>
                    </a:lnTo>
                    <a:lnTo>
                      <a:pt x="1961" y="551"/>
                    </a:lnTo>
                    <a:lnTo>
                      <a:pt x="1961" y="561"/>
                    </a:lnTo>
                    <a:lnTo>
                      <a:pt x="1961" y="561"/>
                    </a:lnTo>
                    <a:lnTo>
                      <a:pt x="1962" y="545"/>
                    </a:lnTo>
                    <a:lnTo>
                      <a:pt x="1962" y="576"/>
                    </a:lnTo>
                    <a:lnTo>
                      <a:pt x="1963" y="560"/>
                    </a:lnTo>
                    <a:lnTo>
                      <a:pt x="1963" y="560"/>
                    </a:lnTo>
                    <a:lnTo>
                      <a:pt x="1964" y="548"/>
                    </a:lnTo>
                    <a:lnTo>
                      <a:pt x="1964" y="572"/>
                    </a:lnTo>
                    <a:lnTo>
                      <a:pt x="1965" y="560"/>
                    </a:lnTo>
                    <a:lnTo>
                      <a:pt x="1965" y="560"/>
                    </a:lnTo>
                    <a:lnTo>
                      <a:pt x="1967" y="575"/>
                    </a:lnTo>
                    <a:lnTo>
                      <a:pt x="1967" y="550"/>
                    </a:lnTo>
                    <a:lnTo>
                      <a:pt x="1967" y="560"/>
                    </a:lnTo>
                    <a:lnTo>
                      <a:pt x="1967" y="560"/>
                    </a:lnTo>
                    <a:lnTo>
                      <a:pt x="1969" y="571"/>
                    </a:lnTo>
                    <a:lnTo>
                      <a:pt x="1969" y="548"/>
                    </a:lnTo>
                    <a:lnTo>
                      <a:pt x="1969" y="548"/>
                    </a:lnTo>
                    <a:lnTo>
                      <a:pt x="1969" y="546"/>
                    </a:lnTo>
                    <a:lnTo>
                      <a:pt x="1970" y="575"/>
                    </a:lnTo>
                    <a:lnTo>
                      <a:pt x="1971" y="569"/>
                    </a:lnTo>
                    <a:lnTo>
                      <a:pt x="1971" y="569"/>
                    </a:lnTo>
                    <a:lnTo>
                      <a:pt x="1972" y="551"/>
                    </a:lnTo>
                    <a:lnTo>
                      <a:pt x="1972" y="573"/>
                    </a:lnTo>
                    <a:lnTo>
                      <a:pt x="1973" y="566"/>
                    </a:lnTo>
                    <a:lnTo>
                      <a:pt x="1973" y="566"/>
                    </a:lnTo>
                    <a:lnTo>
                      <a:pt x="1974" y="573"/>
                    </a:lnTo>
                    <a:lnTo>
                      <a:pt x="1975" y="550"/>
                    </a:lnTo>
                    <a:lnTo>
                      <a:pt x="1975" y="555"/>
                    </a:lnTo>
                    <a:lnTo>
                      <a:pt x="1975" y="555"/>
                    </a:lnTo>
                    <a:lnTo>
                      <a:pt x="1976" y="574"/>
                    </a:lnTo>
                    <a:lnTo>
                      <a:pt x="1977" y="546"/>
                    </a:lnTo>
                    <a:lnTo>
                      <a:pt x="1977" y="563"/>
                    </a:lnTo>
                    <a:lnTo>
                      <a:pt x="1977" y="563"/>
                    </a:lnTo>
                    <a:lnTo>
                      <a:pt x="1978" y="545"/>
                    </a:lnTo>
                    <a:lnTo>
                      <a:pt x="1979" y="574"/>
                    </a:lnTo>
                    <a:lnTo>
                      <a:pt x="1979" y="560"/>
                    </a:lnTo>
                    <a:lnTo>
                      <a:pt x="1979" y="560"/>
                    </a:lnTo>
                    <a:lnTo>
                      <a:pt x="1980" y="544"/>
                    </a:lnTo>
                    <a:lnTo>
                      <a:pt x="1981" y="581"/>
                    </a:lnTo>
                    <a:lnTo>
                      <a:pt x="1981" y="555"/>
                    </a:lnTo>
                    <a:lnTo>
                      <a:pt x="1981" y="555"/>
                    </a:lnTo>
                    <a:lnTo>
                      <a:pt x="1983" y="545"/>
                    </a:lnTo>
                    <a:lnTo>
                      <a:pt x="1983" y="574"/>
                    </a:lnTo>
                    <a:lnTo>
                      <a:pt x="1983" y="564"/>
                    </a:lnTo>
                    <a:lnTo>
                      <a:pt x="1983" y="564"/>
                    </a:lnTo>
                    <a:lnTo>
                      <a:pt x="1983" y="549"/>
                    </a:lnTo>
                    <a:lnTo>
                      <a:pt x="1985" y="572"/>
                    </a:lnTo>
                    <a:lnTo>
                      <a:pt x="1985" y="560"/>
                    </a:lnTo>
                    <a:lnTo>
                      <a:pt x="1985" y="560"/>
                    </a:lnTo>
                    <a:lnTo>
                      <a:pt x="1987" y="547"/>
                    </a:lnTo>
                    <a:lnTo>
                      <a:pt x="1987" y="575"/>
                    </a:lnTo>
                    <a:lnTo>
                      <a:pt x="1987" y="549"/>
                    </a:lnTo>
                    <a:lnTo>
                      <a:pt x="1987" y="549"/>
                    </a:lnTo>
                    <a:lnTo>
                      <a:pt x="1989" y="487"/>
                    </a:lnTo>
                    <a:lnTo>
                      <a:pt x="1989" y="648"/>
                    </a:lnTo>
                    <a:lnTo>
                      <a:pt x="1989" y="632"/>
                    </a:lnTo>
                    <a:lnTo>
                      <a:pt x="1989" y="631"/>
                    </a:lnTo>
                    <a:lnTo>
                      <a:pt x="1990" y="528"/>
                    </a:lnTo>
                    <a:lnTo>
                      <a:pt x="1991" y="557"/>
                    </a:lnTo>
                    <a:lnTo>
                      <a:pt x="1991" y="557"/>
                    </a:lnTo>
                    <a:lnTo>
                      <a:pt x="1991" y="551"/>
                    </a:lnTo>
                    <a:lnTo>
                      <a:pt x="1993" y="572"/>
                    </a:lnTo>
                    <a:lnTo>
                      <a:pt x="1993" y="566"/>
                    </a:lnTo>
                    <a:lnTo>
                      <a:pt x="1993" y="566"/>
                    </a:lnTo>
                    <a:lnTo>
                      <a:pt x="1993" y="549"/>
                    </a:lnTo>
                    <a:lnTo>
                      <a:pt x="1994" y="572"/>
                    </a:lnTo>
                    <a:lnTo>
                      <a:pt x="1995" y="565"/>
                    </a:lnTo>
                    <a:lnTo>
                      <a:pt x="1995" y="566"/>
                    </a:lnTo>
                    <a:lnTo>
                      <a:pt x="1995" y="574"/>
                    </a:lnTo>
                    <a:lnTo>
                      <a:pt x="1996" y="551"/>
                    </a:lnTo>
                    <a:lnTo>
                      <a:pt x="1997" y="566"/>
                    </a:lnTo>
                    <a:lnTo>
                      <a:pt x="1997" y="566"/>
                    </a:lnTo>
                    <a:lnTo>
                      <a:pt x="1998" y="574"/>
                    </a:lnTo>
                    <a:lnTo>
                      <a:pt x="1998" y="549"/>
                    </a:lnTo>
                    <a:lnTo>
                      <a:pt x="1999" y="573"/>
                    </a:lnTo>
                    <a:lnTo>
                      <a:pt x="1999" y="574"/>
                    </a:lnTo>
                    <a:lnTo>
                      <a:pt x="1999" y="575"/>
                    </a:lnTo>
                    <a:lnTo>
                      <a:pt x="2001" y="546"/>
                    </a:lnTo>
                    <a:lnTo>
                      <a:pt x="2001" y="561"/>
                    </a:lnTo>
                    <a:lnTo>
                      <a:pt x="2001" y="561"/>
                    </a:lnTo>
                    <a:lnTo>
                      <a:pt x="2002" y="550"/>
                    </a:lnTo>
                    <a:lnTo>
                      <a:pt x="2003" y="572"/>
                    </a:lnTo>
                    <a:lnTo>
                      <a:pt x="2003" y="558"/>
                    </a:lnTo>
                    <a:lnTo>
                      <a:pt x="2003" y="558"/>
                    </a:lnTo>
                    <a:lnTo>
                      <a:pt x="2004" y="574"/>
                    </a:lnTo>
                    <a:lnTo>
                      <a:pt x="2005" y="550"/>
                    </a:lnTo>
                    <a:lnTo>
                      <a:pt x="2005" y="561"/>
                    </a:lnTo>
                    <a:lnTo>
                      <a:pt x="2005" y="561"/>
                    </a:lnTo>
                    <a:lnTo>
                      <a:pt x="2006" y="457"/>
                    </a:lnTo>
                    <a:lnTo>
                      <a:pt x="2006" y="606"/>
                    </a:lnTo>
                    <a:lnTo>
                      <a:pt x="2007" y="552"/>
                    </a:lnTo>
                    <a:lnTo>
                      <a:pt x="2007" y="552"/>
                    </a:lnTo>
                    <a:lnTo>
                      <a:pt x="2007" y="547"/>
                    </a:lnTo>
                    <a:lnTo>
                      <a:pt x="2008" y="577"/>
                    </a:lnTo>
                    <a:lnTo>
                      <a:pt x="2009" y="551"/>
                    </a:lnTo>
                    <a:lnTo>
                      <a:pt x="2009" y="551"/>
                    </a:lnTo>
                    <a:lnTo>
                      <a:pt x="2009" y="548"/>
                    </a:lnTo>
                    <a:lnTo>
                      <a:pt x="2009" y="575"/>
                    </a:lnTo>
                    <a:lnTo>
                      <a:pt x="2011" y="556"/>
                    </a:lnTo>
                    <a:lnTo>
                      <a:pt x="2011" y="555"/>
                    </a:lnTo>
                    <a:lnTo>
                      <a:pt x="2012" y="578"/>
                    </a:lnTo>
                    <a:lnTo>
                      <a:pt x="2012" y="541"/>
                    </a:lnTo>
                    <a:lnTo>
                      <a:pt x="2013" y="565"/>
                    </a:lnTo>
                    <a:lnTo>
                      <a:pt x="2013" y="565"/>
                    </a:lnTo>
                    <a:lnTo>
                      <a:pt x="2014" y="510"/>
                    </a:lnTo>
                    <a:lnTo>
                      <a:pt x="2014" y="617"/>
                    </a:lnTo>
                    <a:lnTo>
                      <a:pt x="2015" y="568"/>
                    </a:lnTo>
                    <a:lnTo>
                      <a:pt x="2015" y="568"/>
                    </a:lnTo>
                    <a:lnTo>
                      <a:pt x="2016" y="546"/>
                    </a:lnTo>
                    <a:lnTo>
                      <a:pt x="2016" y="575"/>
                    </a:lnTo>
                    <a:lnTo>
                      <a:pt x="2017" y="556"/>
                    </a:lnTo>
                    <a:lnTo>
                      <a:pt x="2017" y="556"/>
                    </a:lnTo>
                    <a:lnTo>
                      <a:pt x="2018" y="574"/>
                    </a:lnTo>
                    <a:lnTo>
                      <a:pt x="2019" y="549"/>
                    </a:lnTo>
                    <a:lnTo>
                      <a:pt x="2019" y="554"/>
                    </a:lnTo>
                    <a:lnTo>
                      <a:pt x="2019" y="554"/>
                    </a:lnTo>
                    <a:lnTo>
                      <a:pt x="2020" y="618"/>
                    </a:lnTo>
                    <a:lnTo>
                      <a:pt x="2020" y="522"/>
                    </a:lnTo>
                    <a:lnTo>
                      <a:pt x="2021" y="548"/>
                    </a:lnTo>
                    <a:lnTo>
                      <a:pt x="2021" y="548"/>
                    </a:lnTo>
                    <a:lnTo>
                      <a:pt x="2021" y="577"/>
                    </a:lnTo>
                    <a:lnTo>
                      <a:pt x="2022" y="547"/>
                    </a:lnTo>
                    <a:lnTo>
                      <a:pt x="2023" y="572"/>
                    </a:lnTo>
                    <a:lnTo>
                      <a:pt x="2023" y="572"/>
                    </a:lnTo>
                    <a:lnTo>
                      <a:pt x="2023" y="545"/>
                    </a:lnTo>
                    <a:lnTo>
                      <a:pt x="2025" y="574"/>
                    </a:lnTo>
                    <a:lnTo>
                      <a:pt x="2025" y="548"/>
                    </a:lnTo>
                    <a:lnTo>
                      <a:pt x="2025" y="548"/>
                    </a:lnTo>
                    <a:lnTo>
                      <a:pt x="2026" y="574"/>
                    </a:lnTo>
                    <a:lnTo>
                      <a:pt x="2026" y="545"/>
                    </a:lnTo>
                    <a:lnTo>
                      <a:pt x="2027" y="566"/>
                    </a:lnTo>
                    <a:lnTo>
                      <a:pt x="2027" y="566"/>
                    </a:lnTo>
                    <a:lnTo>
                      <a:pt x="2029" y="548"/>
                    </a:lnTo>
                    <a:lnTo>
                      <a:pt x="2029" y="575"/>
                    </a:lnTo>
                    <a:lnTo>
                      <a:pt x="2029" y="564"/>
                    </a:lnTo>
                    <a:lnTo>
                      <a:pt x="2029" y="564"/>
                    </a:lnTo>
                    <a:lnTo>
                      <a:pt x="2030" y="502"/>
                    </a:lnTo>
                    <a:lnTo>
                      <a:pt x="2030" y="666"/>
                    </a:lnTo>
                    <a:lnTo>
                      <a:pt x="2031" y="582"/>
                    </a:lnTo>
                    <a:lnTo>
                      <a:pt x="2031" y="582"/>
                    </a:lnTo>
                    <a:lnTo>
                      <a:pt x="2033" y="552"/>
                    </a:lnTo>
                    <a:lnTo>
                      <a:pt x="2033" y="567"/>
                    </a:lnTo>
                    <a:lnTo>
                      <a:pt x="2033" y="568"/>
                    </a:lnTo>
                    <a:lnTo>
                      <a:pt x="2033" y="550"/>
                    </a:lnTo>
                    <a:lnTo>
                      <a:pt x="2034" y="574"/>
                    </a:lnTo>
                    <a:lnTo>
                      <a:pt x="2035" y="556"/>
                    </a:lnTo>
                    <a:lnTo>
                      <a:pt x="2035" y="556"/>
                    </a:lnTo>
                    <a:lnTo>
                      <a:pt x="2036" y="550"/>
                    </a:lnTo>
                    <a:lnTo>
                      <a:pt x="2036" y="573"/>
                    </a:lnTo>
                    <a:lnTo>
                      <a:pt x="2037" y="563"/>
                    </a:lnTo>
                    <a:lnTo>
                      <a:pt x="2037" y="563"/>
                    </a:lnTo>
                    <a:lnTo>
                      <a:pt x="2038" y="571"/>
                    </a:lnTo>
                    <a:lnTo>
                      <a:pt x="2038" y="550"/>
                    </a:lnTo>
                    <a:lnTo>
                      <a:pt x="2039" y="562"/>
                    </a:lnTo>
                    <a:lnTo>
                      <a:pt x="2039" y="562"/>
                    </a:lnTo>
                    <a:lnTo>
                      <a:pt x="2040" y="544"/>
                    </a:lnTo>
                    <a:lnTo>
                      <a:pt x="2040" y="579"/>
                    </a:lnTo>
                    <a:lnTo>
                      <a:pt x="2041" y="560"/>
                    </a:lnTo>
                    <a:lnTo>
                      <a:pt x="2041" y="560"/>
                    </a:lnTo>
                    <a:lnTo>
                      <a:pt x="2042" y="553"/>
                    </a:lnTo>
                    <a:lnTo>
                      <a:pt x="2042" y="573"/>
                    </a:lnTo>
                    <a:lnTo>
                      <a:pt x="2043" y="561"/>
                    </a:lnTo>
                    <a:lnTo>
                      <a:pt x="2043" y="561"/>
                    </a:lnTo>
                    <a:lnTo>
                      <a:pt x="2044" y="549"/>
                    </a:lnTo>
                    <a:lnTo>
                      <a:pt x="2045" y="572"/>
                    </a:lnTo>
                    <a:lnTo>
                      <a:pt x="2045" y="572"/>
                    </a:lnTo>
                    <a:lnTo>
                      <a:pt x="2045" y="572"/>
                    </a:lnTo>
                    <a:lnTo>
                      <a:pt x="2045" y="509"/>
                    </a:lnTo>
                    <a:lnTo>
                      <a:pt x="2045" y="644"/>
                    </a:lnTo>
                    <a:lnTo>
                      <a:pt x="2047" y="564"/>
                    </a:lnTo>
                    <a:lnTo>
                      <a:pt x="2047" y="564"/>
                    </a:lnTo>
                    <a:lnTo>
                      <a:pt x="2047" y="572"/>
                    </a:lnTo>
                    <a:lnTo>
                      <a:pt x="2048" y="552"/>
                    </a:lnTo>
                    <a:lnTo>
                      <a:pt x="2049" y="566"/>
                    </a:lnTo>
                    <a:lnTo>
                      <a:pt x="2049" y="566"/>
                    </a:lnTo>
                    <a:lnTo>
                      <a:pt x="2051" y="548"/>
                    </a:lnTo>
                    <a:lnTo>
                      <a:pt x="2051" y="569"/>
                    </a:lnTo>
                    <a:lnTo>
                      <a:pt x="2051" y="556"/>
                    </a:lnTo>
                    <a:lnTo>
                      <a:pt x="2051" y="556"/>
                    </a:lnTo>
                    <a:lnTo>
                      <a:pt x="2053" y="549"/>
                    </a:lnTo>
                    <a:lnTo>
                      <a:pt x="2053" y="575"/>
                    </a:lnTo>
                    <a:lnTo>
                      <a:pt x="2053" y="563"/>
                    </a:lnTo>
                    <a:lnTo>
                      <a:pt x="2053" y="563"/>
                    </a:lnTo>
                    <a:lnTo>
                      <a:pt x="2054" y="551"/>
                    </a:lnTo>
                    <a:lnTo>
                      <a:pt x="2055" y="576"/>
                    </a:lnTo>
                    <a:lnTo>
                      <a:pt x="2055" y="565"/>
                    </a:lnTo>
                    <a:lnTo>
                      <a:pt x="2055" y="565"/>
                    </a:lnTo>
                    <a:lnTo>
                      <a:pt x="2056" y="513"/>
                    </a:lnTo>
                    <a:lnTo>
                      <a:pt x="2056" y="607"/>
                    </a:lnTo>
                    <a:lnTo>
                      <a:pt x="2057" y="556"/>
                    </a:lnTo>
                    <a:lnTo>
                      <a:pt x="2057" y="556"/>
                    </a:lnTo>
                    <a:lnTo>
                      <a:pt x="2058" y="569"/>
                    </a:lnTo>
                    <a:lnTo>
                      <a:pt x="2058" y="554"/>
                    </a:lnTo>
                    <a:lnTo>
                      <a:pt x="2059" y="566"/>
                    </a:lnTo>
                    <a:lnTo>
                      <a:pt x="2059" y="566"/>
                    </a:lnTo>
                    <a:lnTo>
                      <a:pt x="2061" y="574"/>
                    </a:lnTo>
                    <a:lnTo>
                      <a:pt x="2061" y="554"/>
                    </a:lnTo>
                    <a:lnTo>
                      <a:pt x="2061" y="557"/>
                    </a:lnTo>
                    <a:lnTo>
                      <a:pt x="2061" y="557"/>
                    </a:lnTo>
                    <a:lnTo>
                      <a:pt x="2062" y="570"/>
                    </a:lnTo>
                    <a:lnTo>
                      <a:pt x="2062" y="554"/>
                    </a:lnTo>
                    <a:lnTo>
                      <a:pt x="2063" y="561"/>
                    </a:lnTo>
                    <a:lnTo>
                      <a:pt x="2063" y="561"/>
                    </a:lnTo>
                    <a:lnTo>
                      <a:pt x="2064" y="551"/>
                    </a:lnTo>
                    <a:lnTo>
                      <a:pt x="2064" y="573"/>
                    </a:lnTo>
                    <a:lnTo>
                      <a:pt x="2065" y="557"/>
                    </a:lnTo>
                    <a:lnTo>
                      <a:pt x="2065" y="557"/>
                    </a:lnTo>
                    <a:lnTo>
                      <a:pt x="2067" y="551"/>
                    </a:lnTo>
                    <a:lnTo>
                      <a:pt x="2067" y="572"/>
                    </a:lnTo>
                    <a:lnTo>
                      <a:pt x="2067" y="563"/>
                    </a:lnTo>
                    <a:lnTo>
                      <a:pt x="2067" y="563"/>
                    </a:lnTo>
                    <a:lnTo>
                      <a:pt x="2068" y="551"/>
                    </a:lnTo>
                    <a:lnTo>
                      <a:pt x="2068" y="569"/>
                    </a:lnTo>
                    <a:lnTo>
                      <a:pt x="2069" y="564"/>
                    </a:lnTo>
                    <a:lnTo>
                      <a:pt x="2069" y="564"/>
                    </a:lnTo>
                    <a:lnTo>
                      <a:pt x="2071" y="576"/>
                    </a:lnTo>
                    <a:lnTo>
                      <a:pt x="2071" y="551"/>
                    </a:lnTo>
                    <a:lnTo>
                      <a:pt x="2071" y="565"/>
                    </a:lnTo>
                    <a:lnTo>
                      <a:pt x="2071" y="565"/>
                    </a:lnTo>
                    <a:lnTo>
                      <a:pt x="2072" y="552"/>
                    </a:lnTo>
                    <a:lnTo>
                      <a:pt x="2072" y="571"/>
                    </a:lnTo>
                    <a:lnTo>
                      <a:pt x="2073" y="557"/>
                    </a:lnTo>
                    <a:lnTo>
                      <a:pt x="2073" y="557"/>
                    </a:lnTo>
                    <a:lnTo>
                      <a:pt x="2074" y="555"/>
                    </a:lnTo>
                    <a:lnTo>
                      <a:pt x="2074" y="572"/>
                    </a:lnTo>
                    <a:lnTo>
                      <a:pt x="2076" y="558"/>
                    </a:lnTo>
                    <a:lnTo>
                      <a:pt x="2076" y="558"/>
                    </a:lnTo>
                    <a:lnTo>
                      <a:pt x="2076" y="570"/>
                    </a:lnTo>
                    <a:lnTo>
                      <a:pt x="2077" y="514"/>
                    </a:lnTo>
                    <a:lnTo>
                      <a:pt x="2077" y="513"/>
                    </a:lnTo>
                    <a:lnTo>
                      <a:pt x="2077" y="512"/>
                    </a:lnTo>
                    <a:lnTo>
                      <a:pt x="2077" y="604"/>
                    </a:lnTo>
                    <a:lnTo>
                      <a:pt x="2079" y="564"/>
                    </a:lnTo>
                    <a:lnTo>
                      <a:pt x="2079" y="564"/>
                    </a:lnTo>
                    <a:lnTo>
                      <a:pt x="2080" y="551"/>
                    </a:lnTo>
                    <a:lnTo>
                      <a:pt x="2081" y="571"/>
                    </a:lnTo>
                    <a:lnTo>
                      <a:pt x="2082" y="554"/>
                    </a:lnTo>
                    <a:lnTo>
                      <a:pt x="2082" y="554"/>
                    </a:lnTo>
                    <a:lnTo>
                      <a:pt x="2082" y="534"/>
                    </a:lnTo>
                    <a:lnTo>
                      <a:pt x="2082" y="608"/>
                    </a:lnTo>
                    <a:lnTo>
                      <a:pt x="2083" y="550"/>
                    </a:lnTo>
                    <a:lnTo>
                      <a:pt x="2083" y="550"/>
                    </a:lnTo>
                    <a:lnTo>
                      <a:pt x="2083" y="538"/>
                    </a:lnTo>
                    <a:lnTo>
                      <a:pt x="2084" y="578"/>
                    </a:lnTo>
                    <a:lnTo>
                      <a:pt x="2085" y="563"/>
                    </a:lnTo>
                    <a:lnTo>
                      <a:pt x="2085" y="563"/>
                    </a:lnTo>
                    <a:lnTo>
                      <a:pt x="2086" y="552"/>
                    </a:lnTo>
                    <a:lnTo>
                      <a:pt x="2086" y="573"/>
                    </a:lnTo>
                    <a:lnTo>
                      <a:pt x="2088" y="564"/>
                    </a:lnTo>
                    <a:lnTo>
                      <a:pt x="2088" y="564"/>
                    </a:lnTo>
                    <a:lnTo>
                      <a:pt x="2088" y="554"/>
                    </a:lnTo>
                    <a:lnTo>
                      <a:pt x="2089" y="568"/>
                    </a:lnTo>
                    <a:lnTo>
                      <a:pt x="2089" y="556"/>
                    </a:lnTo>
                    <a:lnTo>
                      <a:pt x="2089" y="556"/>
                    </a:lnTo>
                    <a:lnTo>
                      <a:pt x="2090" y="569"/>
                    </a:lnTo>
                    <a:lnTo>
                      <a:pt x="2091" y="552"/>
                    </a:lnTo>
                    <a:lnTo>
                      <a:pt x="2091" y="564"/>
                    </a:lnTo>
                    <a:lnTo>
                      <a:pt x="2091" y="563"/>
                    </a:lnTo>
                    <a:lnTo>
                      <a:pt x="2092" y="659"/>
                    </a:lnTo>
                    <a:lnTo>
                      <a:pt x="2092" y="519"/>
                    </a:lnTo>
                    <a:lnTo>
                      <a:pt x="2094" y="557"/>
                    </a:lnTo>
                    <a:lnTo>
                      <a:pt x="2094" y="557"/>
                    </a:lnTo>
                    <a:lnTo>
                      <a:pt x="2095" y="623"/>
                    </a:lnTo>
                    <a:lnTo>
                      <a:pt x="2095" y="530"/>
                    </a:lnTo>
                    <a:lnTo>
                      <a:pt x="2095" y="550"/>
                    </a:lnTo>
                    <a:lnTo>
                      <a:pt x="2095" y="550"/>
                    </a:lnTo>
                    <a:lnTo>
                      <a:pt x="2096" y="572"/>
                    </a:lnTo>
                    <a:lnTo>
                      <a:pt x="2097" y="569"/>
                    </a:lnTo>
                    <a:lnTo>
                      <a:pt x="2097" y="569"/>
                    </a:lnTo>
                    <a:lnTo>
                      <a:pt x="2097" y="570"/>
                    </a:lnTo>
                    <a:lnTo>
                      <a:pt x="2099" y="549"/>
                    </a:lnTo>
                    <a:lnTo>
                      <a:pt x="2100" y="565"/>
                    </a:lnTo>
                    <a:lnTo>
                      <a:pt x="2100" y="565"/>
                    </a:lnTo>
                    <a:lnTo>
                      <a:pt x="2100" y="570"/>
                    </a:lnTo>
                    <a:lnTo>
                      <a:pt x="2100" y="552"/>
                    </a:lnTo>
                    <a:lnTo>
                      <a:pt x="2101" y="565"/>
                    </a:lnTo>
                    <a:lnTo>
                      <a:pt x="2101" y="565"/>
                    </a:lnTo>
                    <a:lnTo>
                      <a:pt x="2102" y="554"/>
                    </a:lnTo>
                    <a:lnTo>
                      <a:pt x="2102" y="572"/>
                    </a:lnTo>
                    <a:lnTo>
                      <a:pt x="2103" y="564"/>
                    </a:lnTo>
                    <a:lnTo>
                      <a:pt x="2103" y="564"/>
                    </a:lnTo>
                    <a:lnTo>
                      <a:pt x="2104" y="575"/>
                    </a:lnTo>
                    <a:lnTo>
                      <a:pt x="2104" y="551"/>
                    </a:lnTo>
                    <a:lnTo>
                      <a:pt x="2106" y="572"/>
                    </a:lnTo>
                    <a:lnTo>
                      <a:pt x="2106" y="572"/>
                    </a:lnTo>
                    <a:lnTo>
                      <a:pt x="2106" y="588"/>
                    </a:lnTo>
                    <a:lnTo>
                      <a:pt x="2106" y="543"/>
                    </a:lnTo>
                    <a:lnTo>
                      <a:pt x="2107" y="561"/>
                    </a:lnTo>
                    <a:lnTo>
                      <a:pt x="2107" y="561"/>
                    </a:lnTo>
                    <a:lnTo>
                      <a:pt x="2109" y="572"/>
                    </a:lnTo>
                    <a:lnTo>
                      <a:pt x="2109" y="551"/>
                    </a:lnTo>
                    <a:lnTo>
                      <a:pt x="2109" y="558"/>
                    </a:lnTo>
                    <a:lnTo>
                      <a:pt x="2109" y="558"/>
                    </a:lnTo>
                    <a:lnTo>
                      <a:pt x="2111" y="540"/>
                    </a:lnTo>
                    <a:lnTo>
                      <a:pt x="2112" y="581"/>
                    </a:lnTo>
                    <a:lnTo>
                      <a:pt x="2112" y="581"/>
                    </a:lnTo>
                    <a:lnTo>
                      <a:pt x="2112" y="581"/>
                    </a:lnTo>
                    <a:lnTo>
                      <a:pt x="2112" y="582"/>
                    </a:lnTo>
                    <a:lnTo>
                      <a:pt x="2112" y="546"/>
                    </a:lnTo>
                    <a:lnTo>
                      <a:pt x="2113" y="571"/>
                    </a:lnTo>
                    <a:lnTo>
                      <a:pt x="2113" y="571"/>
                    </a:lnTo>
                    <a:lnTo>
                      <a:pt x="2114" y="538"/>
                    </a:lnTo>
                    <a:lnTo>
                      <a:pt x="2115" y="581"/>
                    </a:lnTo>
                    <a:lnTo>
                      <a:pt x="2115" y="558"/>
                    </a:lnTo>
                    <a:lnTo>
                      <a:pt x="2115" y="558"/>
                    </a:lnTo>
                    <a:lnTo>
                      <a:pt x="2117" y="545"/>
                    </a:lnTo>
                    <a:lnTo>
                      <a:pt x="2118" y="577"/>
                    </a:lnTo>
                    <a:lnTo>
                      <a:pt x="2118" y="577"/>
                    </a:lnTo>
                    <a:lnTo>
                      <a:pt x="2118" y="577"/>
                    </a:lnTo>
                    <a:lnTo>
                      <a:pt x="2118" y="577"/>
                    </a:lnTo>
                    <a:lnTo>
                      <a:pt x="2118" y="548"/>
                    </a:lnTo>
                    <a:lnTo>
                      <a:pt x="2119" y="556"/>
                    </a:lnTo>
                    <a:lnTo>
                      <a:pt x="2119" y="556"/>
                    </a:lnTo>
                    <a:lnTo>
                      <a:pt x="2121" y="516"/>
                    </a:lnTo>
                    <a:lnTo>
                      <a:pt x="2121" y="591"/>
                    </a:lnTo>
                    <a:lnTo>
                      <a:pt x="2121" y="555"/>
                    </a:lnTo>
                    <a:lnTo>
                      <a:pt x="2121" y="555"/>
                    </a:lnTo>
                    <a:lnTo>
                      <a:pt x="2122" y="537"/>
                    </a:lnTo>
                    <a:lnTo>
                      <a:pt x="2122" y="582"/>
                    </a:lnTo>
                    <a:lnTo>
                      <a:pt x="2124" y="566"/>
                    </a:lnTo>
                    <a:lnTo>
                      <a:pt x="2124" y="566"/>
                    </a:lnTo>
                    <a:lnTo>
                      <a:pt x="2124" y="536"/>
                    </a:lnTo>
                    <a:lnTo>
                      <a:pt x="2125" y="579"/>
                    </a:lnTo>
                    <a:lnTo>
                      <a:pt x="2125" y="557"/>
                    </a:lnTo>
                    <a:lnTo>
                      <a:pt x="2125" y="557"/>
                    </a:lnTo>
                    <a:lnTo>
                      <a:pt x="2126" y="580"/>
                    </a:lnTo>
                    <a:lnTo>
                      <a:pt x="2127" y="538"/>
                    </a:lnTo>
                    <a:lnTo>
                      <a:pt x="2127" y="561"/>
                    </a:lnTo>
                    <a:lnTo>
                      <a:pt x="2127" y="561"/>
                    </a:lnTo>
                    <a:lnTo>
                      <a:pt x="2128" y="579"/>
                    </a:lnTo>
                    <a:lnTo>
                      <a:pt x="2128" y="545"/>
                    </a:lnTo>
                    <a:lnTo>
                      <a:pt x="2130" y="558"/>
                    </a:lnTo>
                    <a:lnTo>
                      <a:pt x="2130" y="558"/>
                    </a:lnTo>
                    <a:lnTo>
                      <a:pt x="2131" y="533"/>
                    </a:lnTo>
                    <a:lnTo>
                      <a:pt x="2131" y="593"/>
                    </a:lnTo>
                    <a:lnTo>
                      <a:pt x="2131" y="557"/>
                    </a:lnTo>
                    <a:lnTo>
                      <a:pt x="2131" y="556"/>
                    </a:lnTo>
                    <a:lnTo>
                      <a:pt x="2131" y="537"/>
                    </a:lnTo>
                    <a:lnTo>
                      <a:pt x="2133" y="592"/>
                    </a:lnTo>
                    <a:lnTo>
                      <a:pt x="2133" y="572"/>
                    </a:lnTo>
                    <a:lnTo>
                      <a:pt x="2133" y="572"/>
                    </a:lnTo>
                    <a:lnTo>
                      <a:pt x="2135" y="551"/>
                    </a:lnTo>
                    <a:lnTo>
                      <a:pt x="2136" y="588"/>
                    </a:lnTo>
                    <a:lnTo>
                      <a:pt x="2136" y="587"/>
                    </a:lnTo>
                    <a:lnTo>
                      <a:pt x="2136" y="587"/>
                    </a:lnTo>
                    <a:lnTo>
                      <a:pt x="2136" y="519"/>
                    </a:lnTo>
                    <a:lnTo>
                      <a:pt x="2136" y="591"/>
                    </a:lnTo>
                    <a:lnTo>
                      <a:pt x="2137" y="563"/>
                    </a:lnTo>
                    <a:lnTo>
                      <a:pt x="2137" y="563"/>
                    </a:lnTo>
                    <a:lnTo>
                      <a:pt x="2138" y="570"/>
                    </a:lnTo>
                    <a:lnTo>
                      <a:pt x="2138" y="551"/>
                    </a:lnTo>
                    <a:lnTo>
                      <a:pt x="2139" y="557"/>
                    </a:lnTo>
                    <a:lnTo>
                      <a:pt x="2139" y="556"/>
                    </a:lnTo>
                    <a:lnTo>
                      <a:pt x="2141" y="530"/>
                    </a:lnTo>
                    <a:lnTo>
                      <a:pt x="2141" y="594"/>
                    </a:lnTo>
                    <a:lnTo>
                      <a:pt x="2142" y="555"/>
                    </a:lnTo>
                    <a:lnTo>
                      <a:pt x="2142" y="555"/>
                    </a:lnTo>
                    <a:lnTo>
                      <a:pt x="2143" y="586"/>
                    </a:lnTo>
                    <a:lnTo>
                      <a:pt x="2143" y="542"/>
                    </a:lnTo>
                    <a:lnTo>
                      <a:pt x="2143" y="562"/>
                    </a:lnTo>
                    <a:lnTo>
                      <a:pt x="2143" y="562"/>
                    </a:lnTo>
                    <a:lnTo>
                      <a:pt x="2144" y="572"/>
                    </a:lnTo>
                    <a:lnTo>
                      <a:pt x="2145" y="551"/>
                    </a:lnTo>
                    <a:lnTo>
                      <a:pt x="2145" y="567"/>
                    </a:lnTo>
                    <a:lnTo>
                      <a:pt x="2145" y="567"/>
                    </a:lnTo>
                    <a:lnTo>
                      <a:pt x="2146" y="478"/>
                    </a:lnTo>
                    <a:lnTo>
                      <a:pt x="2147" y="638"/>
                    </a:lnTo>
                    <a:lnTo>
                      <a:pt x="2148" y="552"/>
                    </a:lnTo>
                    <a:lnTo>
                      <a:pt x="2148" y="552"/>
                    </a:lnTo>
                    <a:lnTo>
                      <a:pt x="2149" y="595"/>
                    </a:lnTo>
                    <a:lnTo>
                      <a:pt x="2149" y="595"/>
                    </a:lnTo>
                    <a:lnTo>
                      <a:pt x="2149" y="605"/>
                    </a:lnTo>
                    <a:lnTo>
                      <a:pt x="2150" y="528"/>
                    </a:lnTo>
                    <a:lnTo>
                      <a:pt x="2151" y="565"/>
                    </a:lnTo>
                    <a:lnTo>
                      <a:pt x="2151" y="565"/>
                    </a:lnTo>
                    <a:lnTo>
                      <a:pt x="2153" y="611"/>
                    </a:lnTo>
                    <a:lnTo>
                      <a:pt x="2153" y="496"/>
                    </a:lnTo>
                    <a:lnTo>
                      <a:pt x="2154" y="577"/>
                    </a:lnTo>
                    <a:lnTo>
                      <a:pt x="2154" y="577"/>
                    </a:lnTo>
                    <a:lnTo>
                      <a:pt x="2154" y="603"/>
                    </a:lnTo>
                    <a:lnTo>
                      <a:pt x="2154" y="544"/>
                    </a:lnTo>
                    <a:lnTo>
                      <a:pt x="2155" y="564"/>
                    </a:lnTo>
                    <a:lnTo>
                      <a:pt x="2155" y="564"/>
                    </a:lnTo>
                    <a:lnTo>
                      <a:pt x="2157" y="553"/>
                    </a:lnTo>
                    <a:lnTo>
                      <a:pt x="2157" y="577"/>
                    </a:lnTo>
                    <a:lnTo>
                      <a:pt x="2157" y="572"/>
                    </a:lnTo>
                    <a:lnTo>
                      <a:pt x="2157" y="572"/>
                    </a:lnTo>
                    <a:lnTo>
                      <a:pt x="2158" y="486"/>
                    </a:lnTo>
                    <a:lnTo>
                      <a:pt x="2158" y="613"/>
                    </a:lnTo>
                    <a:lnTo>
                      <a:pt x="2160" y="561"/>
                    </a:lnTo>
                    <a:lnTo>
                      <a:pt x="2160" y="561"/>
                    </a:lnTo>
                    <a:lnTo>
                      <a:pt x="2160" y="574"/>
                    </a:lnTo>
                    <a:lnTo>
                      <a:pt x="2160" y="546"/>
                    </a:lnTo>
                    <a:lnTo>
                      <a:pt x="2161" y="571"/>
                    </a:lnTo>
                    <a:lnTo>
                      <a:pt x="2161" y="571"/>
                    </a:lnTo>
                    <a:lnTo>
                      <a:pt x="2162" y="645"/>
                    </a:lnTo>
                    <a:lnTo>
                      <a:pt x="2163" y="445"/>
                    </a:lnTo>
                    <a:lnTo>
                      <a:pt x="2163" y="551"/>
                    </a:lnTo>
                    <a:lnTo>
                      <a:pt x="2163" y="551"/>
                    </a:lnTo>
                    <a:lnTo>
                      <a:pt x="2164" y="577"/>
                    </a:lnTo>
                    <a:lnTo>
                      <a:pt x="2166" y="559"/>
                    </a:lnTo>
                    <a:lnTo>
                      <a:pt x="2166" y="559"/>
                    </a:lnTo>
                    <a:lnTo>
                      <a:pt x="2167" y="506"/>
                    </a:lnTo>
                    <a:lnTo>
                      <a:pt x="2167" y="607"/>
                    </a:lnTo>
                    <a:lnTo>
                      <a:pt x="2167" y="605"/>
                    </a:lnTo>
                    <a:lnTo>
                      <a:pt x="2167" y="605"/>
                    </a:lnTo>
                    <a:lnTo>
                      <a:pt x="2167" y="543"/>
                    </a:lnTo>
                    <a:lnTo>
                      <a:pt x="2169" y="561"/>
                    </a:lnTo>
                    <a:lnTo>
                      <a:pt x="2169" y="561"/>
                    </a:lnTo>
                    <a:lnTo>
                      <a:pt x="2170" y="577"/>
                    </a:lnTo>
                    <a:lnTo>
                      <a:pt x="2170" y="546"/>
                    </a:lnTo>
                    <a:lnTo>
                      <a:pt x="2172" y="558"/>
                    </a:lnTo>
                    <a:lnTo>
                      <a:pt x="2172" y="558"/>
                    </a:lnTo>
                    <a:lnTo>
                      <a:pt x="2173" y="544"/>
                    </a:lnTo>
                    <a:lnTo>
                      <a:pt x="2173" y="575"/>
                    </a:lnTo>
                    <a:lnTo>
                      <a:pt x="2173" y="557"/>
                    </a:lnTo>
                    <a:lnTo>
                      <a:pt x="2173" y="557"/>
                    </a:lnTo>
                    <a:lnTo>
                      <a:pt x="2174" y="581"/>
                    </a:lnTo>
                    <a:lnTo>
                      <a:pt x="2174" y="536"/>
                    </a:lnTo>
                    <a:lnTo>
                      <a:pt x="2175" y="563"/>
                    </a:lnTo>
                    <a:lnTo>
                      <a:pt x="2175" y="563"/>
                    </a:lnTo>
                    <a:lnTo>
                      <a:pt x="2176" y="567"/>
                    </a:lnTo>
                    <a:lnTo>
                      <a:pt x="2177" y="555"/>
                    </a:lnTo>
                    <a:lnTo>
                      <a:pt x="2178" y="564"/>
                    </a:lnTo>
                    <a:lnTo>
                      <a:pt x="2178" y="564"/>
                    </a:lnTo>
                    <a:lnTo>
                      <a:pt x="2178" y="550"/>
                    </a:lnTo>
                    <a:lnTo>
                      <a:pt x="2179" y="569"/>
                    </a:lnTo>
                    <a:lnTo>
                      <a:pt x="2179" y="563"/>
                    </a:lnTo>
                    <a:lnTo>
                      <a:pt x="2179" y="563"/>
                    </a:lnTo>
                    <a:lnTo>
                      <a:pt x="2180" y="567"/>
                    </a:lnTo>
                    <a:lnTo>
                      <a:pt x="2181" y="556"/>
                    </a:lnTo>
                    <a:lnTo>
                      <a:pt x="2181" y="563"/>
                    </a:lnTo>
                    <a:lnTo>
                      <a:pt x="2181" y="563"/>
                    </a:lnTo>
                    <a:lnTo>
                      <a:pt x="2182" y="555"/>
                    </a:lnTo>
                    <a:lnTo>
                      <a:pt x="2182" y="567"/>
                    </a:lnTo>
                    <a:lnTo>
                      <a:pt x="2184" y="559"/>
                    </a:lnTo>
                    <a:lnTo>
                      <a:pt x="2184" y="559"/>
                    </a:lnTo>
                    <a:lnTo>
                      <a:pt x="2185" y="555"/>
                    </a:lnTo>
                    <a:lnTo>
                      <a:pt x="2185" y="572"/>
                    </a:lnTo>
                    <a:lnTo>
                      <a:pt x="2186" y="562"/>
                    </a:lnTo>
                    <a:lnTo>
                      <a:pt x="2186" y="562"/>
                    </a:lnTo>
                    <a:lnTo>
                      <a:pt x="2186" y="556"/>
                    </a:lnTo>
                    <a:lnTo>
                      <a:pt x="2186" y="567"/>
                    </a:lnTo>
                    <a:lnTo>
                      <a:pt x="2187" y="563"/>
                    </a:lnTo>
                    <a:lnTo>
                      <a:pt x="2187" y="563"/>
                    </a:lnTo>
                    <a:lnTo>
                      <a:pt x="2188" y="566"/>
                    </a:lnTo>
                    <a:lnTo>
                      <a:pt x="2189" y="556"/>
                    </a:lnTo>
                    <a:lnTo>
                      <a:pt x="2190" y="560"/>
                    </a:lnTo>
                    <a:lnTo>
                      <a:pt x="2190" y="560"/>
                    </a:lnTo>
                    <a:lnTo>
                      <a:pt x="2190" y="549"/>
                    </a:lnTo>
                    <a:lnTo>
                      <a:pt x="2191" y="574"/>
                    </a:lnTo>
                    <a:lnTo>
                      <a:pt x="2192" y="569"/>
                    </a:lnTo>
                    <a:lnTo>
                      <a:pt x="2192" y="569"/>
                    </a:lnTo>
                    <a:lnTo>
                      <a:pt x="2192" y="551"/>
                    </a:lnTo>
                    <a:lnTo>
                      <a:pt x="2193" y="576"/>
                    </a:lnTo>
                    <a:lnTo>
                      <a:pt x="2193" y="559"/>
                    </a:lnTo>
                    <a:lnTo>
                      <a:pt x="2193" y="559"/>
                    </a:lnTo>
                    <a:lnTo>
                      <a:pt x="2194" y="568"/>
                    </a:lnTo>
                    <a:lnTo>
                      <a:pt x="2194" y="556"/>
                    </a:lnTo>
                    <a:lnTo>
                      <a:pt x="2196" y="562"/>
                    </a:lnTo>
                    <a:lnTo>
                      <a:pt x="2196" y="562"/>
                    </a:lnTo>
                    <a:lnTo>
                      <a:pt x="2196" y="556"/>
                    </a:lnTo>
                    <a:lnTo>
                      <a:pt x="2196" y="567"/>
                    </a:lnTo>
                    <a:lnTo>
                      <a:pt x="2198" y="563"/>
                    </a:lnTo>
                    <a:lnTo>
                      <a:pt x="2198" y="563"/>
                    </a:lnTo>
                    <a:lnTo>
                      <a:pt x="2198" y="556"/>
                    </a:lnTo>
                    <a:lnTo>
                      <a:pt x="2198" y="566"/>
                    </a:lnTo>
                    <a:lnTo>
                      <a:pt x="2199" y="564"/>
                    </a:lnTo>
                    <a:lnTo>
                      <a:pt x="2199" y="564"/>
                    </a:lnTo>
                    <a:lnTo>
                      <a:pt x="2200" y="555"/>
                    </a:lnTo>
                    <a:lnTo>
                      <a:pt x="2200" y="566"/>
                    </a:lnTo>
                    <a:lnTo>
                      <a:pt x="2202" y="564"/>
                    </a:lnTo>
                    <a:lnTo>
                      <a:pt x="2202" y="564"/>
                    </a:lnTo>
                    <a:lnTo>
                      <a:pt x="2202" y="557"/>
                    </a:lnTo>
                    <a:lnTo>
                      <a:pt x="2203" y="567"/>
                    </a:lnTo>
                    <a:lnTo>
                      <a:pt x="2204" y="560"/>
                    </a:lnTo>
                    <a:lnTo>
                      <a:pt x="2204" y="560"/>
                    </a:lnTo>
                    <a:lnTo>
                      <a:pt x="2204" y="558"/>
                    </a:lnTo>
                    <a:lnTo>
                      <a:pt x="2205" y="566"/>
                    </a:lnTo>
                    <a:lnTo>
                      <a:pt x="2205" y="564"/>
                    </a:lnTo>
                    <a:lnTo>
                      <a:pt x="2205" y="564"/>
                    </a:lnTo>
                    <a:lnTo>
                      <a:pt x="2207" y="566"/>
                    </a:lnTo>
                    <a:lnTo>
                      <a:pt x="2207" y="555"/>
                    </a:lnTo>
                    <a:lnTo>
                      <a:pt x="2208" y="560"/>
                    </a:lnTo>
                    <a:lnTo>
                      <a:pt x="2208" y="560"/>
                    </a:lnTo>
                    <a:lnTo>
                      <a:pt x="2208" y="555"/>
                    </a:lnTo>
                    <a:lnTo>
                      <a:pt x="2208" y="567"/>
                    </a:lnTo>
                    <a:lnTo>
                      <a:pt x="2210" y="561"/>
                    </a:lnTo>
                    <a:lnTo>
                      <a:pt x="2210" y="561"/>
                    </a:lnTo>
                    <a:lnTo>
                      <a:pt x="2211" y="554"/>
                    </a:lnTo>
                    <a:lnTo>
                      <a:pt x="2211" y="566"/>
                    </a:lnTo>
                    <a:lnTo>
                      <a:pt x="2211" y="560"/>
                    </a:lnTo>
                    <a:lnTo>
                      <a:pt x="2211" y="560"/>
                    </a:lnTo>
                    <a:lnTo>
                      <a:pt x="2212" y="569"/>
                    </a:lnTo>
                    <a:lnTo>
                      <a:pt x="2212" y="553"/>
                    </a:lnTo>
                    <a:lnTo>
                      <a:pt x="2214" y="561"/>
                    </a:lnTo>
                    <a:lnTo>
                      <a:pt x="2214" y="561"/>
                    </a:lnTo>
                    <a:lnTo>
                      <a:pt x="2214" y="571"/>
                    </a:lnTo>
                    <a:lnTo>
                      <a:pt x="2215" y="552"/>
                    </a:lnTo>
                    <a:lnTo>
                      <a:pt x="2216" y="558"/>
                    </a:lnTo>
                    <a:lnTo>
                      <a:pt x="2216" y="558"/>
                    </a:lnTo>
                    <a:lnTo>
                      <a:pt x="2217" y="555"/>
                    </a:lnTo>
                    <a:lnTo>
                      <a:pt x="2217" y="569"/>
                    </a:lnTo>
                    <a:lnTo>
                      <a:pt x="2217" y="558"/>
                    </a:lnTo>
                    <a:lnTo>
                      <a:pt x="2217" y="558"/>
                    </a:lnTo>
                    <a:lnTo>
                      <a:pt x="2220" y="569"/>
                    </a:lnTo>
                    <a:lnTo>
                      <a:pt x="2220" y="567"/>
                    </a:lnTo>
                    <a:lnTo>
                      <a:pt x="2220" y="566"/>
                    </a:lnTo>
                    <a:lnTo>
                      <a:pt x="2220" y="549"/>
                    </a:lnTo>
                    <a:lnTo>
                      <a:pt x="2220" y="567"/>
                    </a:lnTo>
                    <a:lnTo>
                      <a:pt x="2222" y="560"/>
                    </a:lnTo>
                    <a:lnTo>
                      <a:pt x="2222" y="560"/>
                    </a:lnTo>
                    <a:lnTo>
                      <a:pt x="2223" y="553"/>
                    </a:lnTo>
                    <a:lnTo>
                      <a:pt x="2223" y="570"/>
                    </a:lnTo>
                    <a:lnTo>
                      <a:pt x="2223" y="557"/>
                    </a:lnTo>
                    <a:lnTo>
                      <a:pt x="2223" y="557"/>
                    </a:lnTo>
                    <a:lnTo>
                      <a:pt x="2223" y="555"/>
                    </a:lnTo>
                    <a:lnTo>
                      <a:pt x="2225" y="573"/>
                    </a:lnTo>
                    <a:lnTo>
                      <a:pt x="2226" y="561"/>
                    </a:lnTo>
                    <a:lnTo>
                      <a:pt x="2226" y="561"/>
                    </a:lnTo>
                    <a:lnTo>
                      <a:pt x="2226" y="571"/>
                    </a:lnTo>
                    <a:lnTo>
                      <a:pt x="2227" y="552"/>
                    </a:lnTo>
                    <a:lnTo>
                      <a:pt x="2228" y="563"/>
                    </a:lnTo>
                    <a:lnTo>
                      <a:pt x="2228" y="563"/>
                    </a:lnTo>
                    <a:lnTo>
                      <a:pt x="2228" y="556"/>
                    </a:lnTo>
                    <a:lnTo>
                      <a:pt x="2229" y="567"/>
                    </a:lnTo>
                    <a:lnTo>
                      <a:pt x="2229" y="563"/>
                    </a:lnTo>
                    <a:lnTo>
                      <a:pt x="2229" y="563"/>
                    </a:lnTo>
                    <a:lnTo>
                      <a:pt x="2231" y="567"/>
                    </a:lnTo>
                    <a:lnTo>
                      <a:pt x="2231" y="554"/>
                    </a:lnTo>
                    <a:lnTo>
                      <a:pt x="2232" y="564"/>
                    </a:lnTo>
                    <a:lnTo>
                      <a:pt x="2232" y="564"/>
                    </a:lnTo>
                    <a:lnTo>
                      <a:pt x="2233" y="557"/>
                    </a:lnTo>
                    <a:lnTo>
                      <a:pt x="2234" y="567"/>
                    </a:lnTo>
                    <a:lnTo>
                      <a:pt x="2234" y="567"/>
                    </a:lnTo>
                    <a:lnTo>
                      <a:pt x="2234" y="567"/>
                    </a:lnTo>
                    <a:lnTo>
                      <a:pt x="2234" y="556"/>
                    </a:lnTo>
                    <a:lnTo>
                      <a:pt x="2235" y="559"/>
                    </a:lnTo>
                    <a:lnTo>
                      <a:pt x="2235" y="559"/>
                    </a:lnTo>
                    <a:lnTo>
                      <a:pt x="2237" y="568"/>
                    </a:lnTo>
                    <a:lnTo>
                      <a:pt x="2237" y="557"/>
                    </a:lnTo>
                    <a:lnTo>
                      <a:pt x="2238" y="560"/>
                    </a:lnTo>
                    <a:lnTo>
                      <a:pt x="2238" y="560"/>
                    </a:lnTo>
                    <a:lnTo>
                      <a:pt x="2238" y="556"/>
                    </a:lnTo>
                    <a:lnTo>
                      <a:pt x="2239" y="567"/>
                    </a:lnTo>
                    <a:lnTo>
                      <a:pt x="2240" y="558"/>
                    </a:lnTo>
                    <a:lnTo>
                      <a:pt x="2240" y="558"/>
                    </a:lnTo>
                    <a:lnTo>
                      <a:pt x="2241" y="569"/>
                    </a:lnTo>
                    <a:lnTo>
                      <a:pt x="2241" y="556"/>
                    </a:lnTo>
                    <a:lnTo>
                      <a:pt x="2241" y="558"/>
                    </a:lnTo>
                    <a:lnTo>
                      <a:pt x="2241" y="558"/>
                    </a:lnTo>
                    <a:lnTo>
                      <a:pt x="2242" y="557"/>
                    </a:lnTo>
                    <a:lnTo>
                      <a:pt x="2243" y="570"/>
                    </a:lnTo>
                    <a:lnTo>
                      <a:pt x="2244" y="560"/>
                    </a:lnTo>
                    <a:lnTo>
                      <a:pt x="2244" y="560"/>
                    </a:lnTo>
                    <a:lnTo>
                      <a:pt x="2244" y="569"/>
                    </a:lnTo>
                    <a:lnTo>
                      <a:pt x="2244" y="558"/>
                    </a:lnTo>
                    <a:lnTo>
                      <a:pt x="2246" y="558"/>
                    </a:lnTo>
                    <a:lnTo>
                      <a:pt x="2246" y="558"/>
                    </a:lnTo>
                    <a:lnTo>
                      <a:pt x="2246" y="554"/>
                    </a:lnTo>
                    <a:lnTo>
                      <a:pt x="2247" y="569"/>
                    </a:lnTo>
                    <a:lnTo>
                      <a:pt x="2247" y="563"/>
                    </a:lnTo>
                    <a:lnTo>
                      <a:pt x="2247" y="563"/>
                    </a:lnTo>
                    <a:lnTo>
                      <a:pt x="2248" y="556"/>
                    </a:lnTo>
                    <a:lnTo>
                      <a:pt x="2248" y="567"/>
                    </a:lnTo>
                    <a:lnTo>
                      <a:pt x="2250" y="563"/>
                    </a:lnTo>
                    <a:lnTo>
                      <a:pt x="2250" y="563"/>
                    </a:lnTo>
                    <a:lnTo>
                      <a:pt x="2250" y="569"/>
                    </a:lnTo>
                    <a:lnTo>
                      <a:pt x="2250" y="552"/>
                    </a:lnTo>
                    <a:lnTo>
                      <a:pt x="2252" y="564"/>
                    </a:lnTo>
                    <a:lnTo>
                      <a:pt x="2252" y="564"/>
                    </a:lnTo>
                    <a:lnTo>
                      <a:pt x="2252" y="574"/>
                    </a:lnTo>
                    <a:lnTo>
                      <a:pt x="2253" y="542"/>
                    </a:lnTo>
                    <a:lnTo>
                      <a:pt x="2253" y="565"/>
                    </a:lnTo>
                    <a:lnTo>
                      <a:pt x="2253" y="565"/>
                    </a:lnTo>
                    <a:lnTo>
                      <a:pt x="2255" y="585"/>
                    </a:lnTo>
                    <a:lnTo>
                      <a:pt x="2255" y="461"/>
                    </a:lnTo>
                    <a:lnTo>
                      <a:pt x="2256" y="522"/>
                    </a:lnTo>
                    <a:lnTo>
                      <a:pt x="2256" y="522"/>
                    </a:lnTo>
                    <a:lnTo>
                      <a:pt x="2256" y="602"/>
                    </a:lnTo>
                    <a:lnTo>
                      <a:pt x="2258" y="563"/>
                    </a:lnTo>
                    <a:lnTo>
                      <a:pt x="2258" y="563"/>
                    </a:lnTo>
                    <a:lnTo>
                      <a:pt x="2258" y="554"/>
                    </a:lnTo>
                    <a:lnTo>
                      <a:pt x="2259" y="575"/>
                    </a:lnTo>
                    <a:lnTo>
                      <a:pt x="2259" y="560"/>
                    </a:lnTo>
                    <a:lnTo>
                      <a:pt x="2259" y="560"/>
                    </a:lnTo>
                    <a:lnTo>
                      <a:pt x="2260" y="556"/>
                    </a:lnTo>
                    <a:lnTo>
                      <a:pt x="2261" y="566"/>
                    </a:lnTo>
                    <a:lnTo>
                      <a:pt x="2262" y="560"/>
                    </a:lnTo>
                    <a:lnTo>
                      <a:pt x="2262" y="560"/>
                    </a:lnTo>
                    <a:lnTo>
                      <a:pt x="2263" y="568"/>
                    </a:lnTo>
                    <a:lnTo>
                      <a:pt x="2263" y="555"/>
                    </a:lnTo>
                    <a:lnTo>
                      <a:pt x="2264" y="565"/>
                    </a:lnTo>
                    <a:lnTo>
                      <a:pt x="2264" y="565"/>
                    </a:lnTo>
                    <a:lnTo>
                      <a:pt x="2265" y="568"/>
                    </a:lnTo>
                    <a:lnTo>
                      <a:pt x="2265" y="556"/>
                    </a:lnTo>
                    <a:lnTo>
                      <a:pt x="2265" y="560"/>
                    </a:lnTo>
                    <a:lnTo>
                      <a:pt x="2265" y="560"/>
                    </a:lnTo>
                    <a:lnTo>
                      <a:pt x="2267" y="554"/>
                    </a:lnTo>
                    <a:lnTo>
                      <a:pt x="2267" y="567"/>
                    </a:lnTo>
                    <a:lnTo>
                      <a:pt x="2268" y="562"/>
                    </a:lnTo>
                    <a:lnTo>
                      <a:pt x="2268" y="562"/>
                    </a:lnTo>
                    <a:lnTo>
                      <a:pt x="2268" y="569"/>
                    </a:lnTo>
                    <a:lnTo>
                      <a:pt x="2269" y="554"/>
                    </a:lnTo>
                    <a:lnTo>
                      <a:pt x="2270" y="564"/>
                    </a:lnTo>
                    <a:lnTo>
                      <a:pt x="2270" y="564"/>
                    </a:lnTo>
                    <a:lnTo>
                      <a:pt x="2270" y="569"/>
                    </a:lnTo>
                    <a:lnTo>
                      <a:pt x="2270" y="556"/>
                    </a:lnTo>
                    <a:lnTo>
                      <a:pt x="2271" y="564"/>
                    </a:lnTo>
                    <a:lnTo>
                      <a:pt x="2271" y="564"/>
                    </a:lnTo>
                    <a:lnTo>
                      <a:pt x="2273" y="553"/>
                    </a:lnTo>
                    <a:lnTo>
                      <a:pt x="2274" y="571"/>
                    </a:lnTo>
                    <a:lnTo>
                      <a:pt x="2274" y="567"/>
                    </a:lnTo>
                    <a:lnTo>
                      <a:pt x="2274" y="567"/>
                    </a:lnTo>
                    <a:lnTo>
                      <a:pt x="2274" y="573"/>
                    </a:lnTo>
                    <a:lnTo>
                      <a:pt x="2275" y="552"/>
                    </a:lnTo>
                    <a:lnTo>
                      <a:pt x="2276" y="561"/>
                    </a:lnTo>
                    <a:lnTo>
                      <a:pt x="2276" y="561"/>
                    </a:lnTo>
                    <a:lnTo>
                      <a:pt x="2276" y="572"/>
                    </a:lnTo>
                    <a:lnTo>
                      <a:pt x="2276" y="555"/>
                    </a:lnTo>
                    <a:lnTo>
                      <a:pt x="2277" y="562"/>
                    </a:lnTo>
                    <a:lnTo>
                      <a:pt x="2277" y="562"/>
                    </a:lnTo>
                    <a:lnTo>
                      <a:pt x="2278" y="573"/>
                    </a:lnTo>
                    <a:lnTo>
                      <a:pt x="2279" y="554"/>
                    </a:lnTo>
                    <a:lnTo>
                      <a:pt x="2280" y="567"/>
                    </a:lnTo>
                    <a:lnTo>
                      <a:pt x="2280" y="567"/>
                    </a:lnTo>
                    <a:lnTo>
                      <a:pt x="2280" y="569"/>
                    </a:lnTo>
                    <a:lnTo>
                      <a:pt x="2281" y="554"/>
                    </a:lnTo>
                    <a:lnTo>
                      <a:pt x="2282" y="558"/>
                    </a:lnTo>
                    <a:lnTo>
                      <a:pt x="2282" y="558"/>
                    </a:lnTo>
                    <a:lnTo>
                      <a:pt x="2283" y="552"/>
                    </a:lnTo>
                    <a:lnTo>
                      <a:pt x="2283" y="570"/>
                    </a:lnTo>
                    <a:lnTo>
                      <a:pt x="2283" y="557"/>
                    </a:lnTo>
                    <a:lnTo>
                      <a:pt x="2283" y="557"/>
                    </a:lnTo>
                    <a:lnTo>
                      <a:pt x="2284" y="573"/>
                    </a:lnTo>
                    <a:lnTo>
                      <a:pt x="2285" y="548"/>
                    </a:lnTo>
                    <a:lnTo>
                      <a:pt x="2286" y="560"/>
                    </a:lnTo>
                    <a:lnTo>
                      <a:pt x="2286" y="560"/>
                    </a:lnTo>
                    <a:lnTo>
                      <a:pt x="2286" y="553"/>
                    </a:lnTo>
                    <a:lnTo>
                      <a:pt x="2286" y="574"/>
                    </a:lnTo>
                    <a:lnTo>
                      <a:pt x="2288" y="563"/>
                    </a:lnTo>
                    <a:lnTo>
                      <a:pt x="2288" y="562"/>
                    </a:lnTo>
                    <a:lnTo>
                      <a:pt x="2289" y="552"/>
                    </a:lnTo>
                    <a:lnTo>
                      <a:pt x="2289" y="578"/>
                    </a:lnTo>
                    <a:lnTo>
                      <a:pt x="2289" y="575"/>
                    </a:lnTo>
                    <a:lnTo>
                      <a:pt x="2289" y="575"/>
                    </a:lnTo>
                    <a:lnTo>
                      <a:pt x="2290" y="542"/>
                    </a:lnTo>
                    <a:lnTo>
                      <a:pt x="2292" y="568"/>
                    </a:lnTo>
                    <a:lnTo>
                      <a:pt x="2292" y="568"/>
                    </a:lnTo>
                    <a:lnTo>
                      <a:pt x="2292" y="553"/>
                    </a:lnTo>
                    <a:lnTo>
                      <a:pt x="2293" y="573"/>
                    </a:lnTo>
                    <a:lnTo>
                      <a:pt x="2294" y="561"/>
                    </a:lnTo>
                    <a:lnTo>
                      <a:pt x="2294" y="561"/>
                    </a:lnTo>
                    <a:lnTo>
                      <a:pt x="2295" y="468"/>
                    </a:lnTo>
                    <a:lnTo>
                      <a:pt x="2295" y="637"/>
                    </a:lnTo>
                    <a:lnTo>
                      <a:pt x="2295" y="522"/>
                    </a:lnTo>
                    <a:lnTo>
                      <a:pt x="2295" y="522"/>
                    </a:lnTo>
                    <a:lnTo>
                      <a:pt x="2296" y="515"/>
                    </a:lnTo>
                    <a:lnTo>
                      <a:pt x="2296" y="578"/>
                    </a:lnTo>
                    <a:lnTo>
                      <a:pt x="2298" y="559"/>
                    </a:lnTo>
                    <a:lnTo>
                      <a:pt x="2298" y="559"/>
                    </a:lnTo>
                    <a:lnTo>
                      <a:pt x="2299" y="569"/>
                    </a:lnTo>
                    <a:lnTo>
                      <a:pt x="2300" y="550"/>
                    </a:lnTo>
                    <a:lnTo>
                      <a:pt x="2300" y="554"/>
                    </a:lnTo>
                    <a:lnTo>
                      <a:pt x="2300" y="554"/>
                    </a:lnTo>
                    <a:lnTo>
                      <a:pt x="2301" y="498"/>
                    </a:lnTo>
                    <a:lnTo>
                      <a:pt x="2301" y="644"/>
                    </a:lnTo>
                    <a:lnTo>
                      <a:pt x="2302" y="551"/>
                    </a:lnTo>
                    <a:lnTo>
                      <a:pt x="2302" y="552"/>
                    </a:lnTo>
                    <a:lnTo>
                      <a:pt x="2302" y="550"/>
                    </a:lnTo>
                    <a:lnTo>
                      <a:pt x="2303" y="567"/>
                    </a:lnTo>
                    <a:lnTo>
                      <a:pt x="2304" y="560"/>
                    </a:lnTo>
                    <a:lnTo>
                      <a:pt x="2304" y="560"/>
                    </a:lnTo>
                    <a:lnTo>
                      <a:pt x="2305" y="579"/>
                    </a:lnTo>
                    <a:lnTo>
                      <a:pt x="2306" y="544"/>
                    </a:lnTo>
                    <a:lnTo>
                      <a:pt x="2306" y="554"/>
                    </a:lnTo>
                    <a:lnTo>
                      <a:pt x="2306" y="554"/>
                    </a:lnTo>
                    <a:lnTo>
                      <a:pt x="2307" y="551"/>
                    </a:lnTo>
                    <a:lnTo>
                      <a:pt x="2307" y="577"/>
                    </a:lnTo>
                    <a:lnTo>
                      <a:pt x="2308" y="555"/>
                    </a:lnTo>
                    <a:lnTo>
                      <a:pt x="2308" y="555"/>
                    </a:lnTo>
                    <a:lnTo>
                      <a:pt x="2309" y="574"/>
                    </a:lnTo>
                    <a:lnTo>
                      <a:pt x="2310" y="545"/>
                    </a:lnTo>
                    <a:lnTo>
                      <a:pt x="2310" y="545"/>
                    </a:lnTo>
                    <a:lnTo>
                      <a:pt x="2310" y="537"/>
                    </a:lnTo>
                    <a:lnTo>
                      <a:pt x="2310" y="578"/>
                    </a:lnTo>
                    <a:lnTo>
                      <a:pt x="2312" y="554"/>
                    </a:lnTo>
                    <a:lnTo>
                      <a:pt x="2312" y="554"/>
                    </a:lnTo>
                    <a:lnTo>
                      <a:pt x="2313" y="574"/>
                    </a:lnTo>
                    <a:lnTo>
                      <a:pt x="2313" y="549"/>
                    </a:lnTo>
                    <a:lnTo>
                      <a:pt x="2314" y="570"/>
                    </a:lnTo>
                    <a:lnTo>
                      <a:pt x="2314" y="570"/>
                    </a:lnTo>
                    <a:lnTo>
                      <a:pt x="2314" y="577"/>
                    </a:lnTo>
                    <a:lnTo>
                      <a:pt x="2315" y="551"/>
                    </a:lnTo>
                    <a:lnTo>
                      <a:pt x="2316" y="555"/>
                    </a:lnTo>
                    <a:lnTo>
                      <a:pt x="2316" y="554"/>
                    </a:lnTo>
                    <a:lnTo>
                      <a:pt x="2316" y="604"/>
                    </a:lnTo>
                    <a:lnTo>
                      <a:pt x="2316" y="516"/>
                    </a:lnTo>
                    <a:lnTo>
                      <a:pt x="2318" y="568"/>
                    </a:lnTo>
                    <a:lnTo>
                      <a:pt x="2318" y="568"/>
                    </a:lnTo>
                    <a:lnTo>
                      <a:pt x="2319" y="574"/>
                    </a:lnTo>
                    <a:lnTo>
                      <a:pt x="2320" y="548"/>
                    </a:lnTo>
                    <a:lnTo>
                      <a:pt x="2320" y="565"/>
                    </a:lnTo>
                    <a:lnTo>
                      <a:pt x="2320" y="565"/>
                    </a:lnTo>
                    <a:lnTo>
                      <a:pt x="2321" y="539"/>
                    </a:lnTo>
                    <a:lnTo>
                      <a:pt x="2321" y="584"/>
                    </a:lnTo>
                    <a:lnTo>
                      <a:pt x="2322" y="561"/>
                    </a:lnTo>
                    <a:lnTo>
                      <a:pt x="2322" y="561"/>
                    </a:lnTo>
                    <a:lnTo>
                      <a:pt x="2322" y="572"/>
                    </a:lnTo>
                    <a:lnTo>
                      <a:pt x="2324" y="552"/>
                    </a:lnTo>
                    <a:lnTo>
                      <a:pt x="2324" y="561"/>
                    </a:lnTo>
                    <a:lnTo>
                      <a:pt x="2324" y="561"/>
                    </a:lnTo>
                    <a:lnTo>
                      <a:pt x="2325" y="521"/>
                    </a:lnTo>
                    <a:lnTo>
                      <a:pt x="2326" y="595"/>
                    </a:lnTo>
                    <a:lnTo>
                      <a:pt x="2326" y="579"/>
                    </a:lnTo>
                    <a:lnTo>
                      <a:pt x="2326" y="579"/>
                    </a:lnTo>
                    <a:lnTo>
                      <a:pt x="2326" y="541"/>
                    </a:lnTo>
                    <a:lnTo>
                      <a:pt x="2326" y="579"/>
                    </a:lnTo>
                    <a:lnTo>
                      <a:pt x="2328" y="561"/>
                    </a:lnTo>
                    <a:lnTo>
                      <a:pt x="2328" y="561"/>
                    </a:lnTo>
                    <a:lnTo>
                      <a:pt x="2328" y="555"/>
                    </a:lnTo>
                    <a:lnTo>
                      <a:pt x="2328" y="568"/>
                    </a:lnTo>
                    <a:lnTo>
                      <a:pt x="2330" y="566"/>
                    </a:lnTo>
                    <a:lnTo>
                      <a:pt x="2330" y="566"/>
                    </a:lnTo>
                    <a:lnTo>
                      <a:pt x="2330" y="556"/>
                    </a:lnTo>
                    <a:lnTo>
                      <a:pt x="2330" y="568"/>
                    </a:lnTo>
                    <a:lnTo>
                      <a:pt x="2332" y="564"/>
                    </a:lnTo>
                    <a:lnTo>
                      <a:pt x="2332" y="564"/>
                    </a:lnTo>
                    <a:lnTo>
                      <a:pt x="2332" y="557"/>
                    </a:lnTo>
                    <a:lnTo>
                      <a:pt x="2333" y="569"/>
                    </a:lnTo>
                    <a:lnTo>
                      <a:pt x="2334" y="558"/>
                    </a:lnTo>
                    <a:lnTo>
                      <a:pt x="2334" y="558"/>
                    </a:lnTo>
                    <a:lnTo>
                      <a:pt x="2336" y="407"/>
                    </a:lnTo>
                    <a:lnTo>
                      <a:pt x="2336" y="814"/>
                    </a:lnTo>
                    <a:lnTo>
                      <a:pt x="2336" y="581"/>
                    </a:lnTo>
                    <a:lnTo>
                      <a:pt x="2336" y="579"/>
                    </a:lnTo>
                    <a:lnTo>
                      <a:pt x="2336" y="470"/>
                    </a:lnTo>
                    <a:lnTo>
                      <a:pt x="2336" y="659"/>
                    </a:lnTo>
                    <a:lnTo>
                      <a:pt x="2338" y="559"/>
                    </a:lnTo>
                    <a:lnTo>
                      <a:pt x="2338" y="559"/>
                    </a:lnTo>
                    <a:lnTo>
                      <a:pt x="2339" y="571"/>
                    </a:lnTo>
                    <a:lnTo>
                      <a:pt x="2339" y="553"/>
                    </a:lnTo>
                    <a:lnTo>
                      <a:pt x="2340" y="568"/>
                    </a:lnTo>
                    <a:lnTo>
                      <a:pt x="2340" y="568"/>
                    </a:lnTo>
                    <a:lnTo>
                      <a:pt x="2340" y="569"/>
                    </a:lnTo>
                    <a:lnTo>
                      <a:pt x="2340" y="551"/>
                    </a:lnTo>
                    <a:lnTo>
                      <a:pt x="2342" y="555"/>
                    </a:lnTo>
                    <a:lnTo>
                      <a:pt x="2342" y="555"/>
                    </a:lnTo>
                    <a:lnTo>
                      <a:pt x="2343" y="550"/>
                    </a:lnTo>
                    <a:lnTo>
                      <a:pt x="2343" y="573"/>
                    </a:lnTo>
                    <a:lnTo>
                      <a:pt x="2344" y="563"/>
                    </a:lnTo>
                    <a:lnTo>
                      <a:pt x="2344" y="563"/>
                    </a:lnTo>
                    <a:lnTo>
                      <a:pt x="2344" y="547"/>
                    </a:lnTo>
                    <a:lnTo>
                      <a:pt x="2345" y="581"/>
                    </a:lnTo>
                    <a:lnTo>
                      <a:pt x="2346" y="560"/>
                    </a:lnTo>
                    <a:lnTo>
                      <a:pt x="2346" y="560"/>
                    </a:lnTo>
                    <a:lnTo>
                      <a:pt x="2347" y="577"/>
                    </a:lnTo>
                    <a:lnTo>
                      <a:pt x="2347" y="547"/>
                    </a:lnTo>
                    <a:lnTo>
                      <a:pt x="2348" y="561"/>
                    </a:lnTo>
                    <a:lnTo>
                      <a:pt x="2348" y="561"/>
                    </a:lnTo>
                    <a:lnTo>
                      <a:pt x="2349" y="546"/>
                    </a:lnTo>
                    <a:lnTo>
                      <a:pt x="2349" y="576"/>
                    </a:lnTo>
                    <a:lnTo>
                      <a:pt x="2350" y="565"/>
                    </a:lnTo>
                    <a:lnTo>
                      <a:pt x="2350" y="565"/>
                    </a:lnTo>
                    <a:lnTo>
                      <a:pt x="2350" y="546"/>
                    </a:lnTo>
                    <a:lnTo>
                      <a:pt x="2351" y="573"/>
                    </a:lnTo>
                    <a:lnTo>
                      <a:pt x="2352" y="552"/>
                    </a:lnTo>
                    <a:lnTo>
                      <a:pt x="2352" y="552"/>
                    </a:lnTo>
                    <a:lnTo>
                      <a:pt x="2353" y="574"/>
                    </a:lnTo>
                    <a:lnTo>
                      <a:pt x="2353" y="545"/>
                    </a:lnTo>
                    <a:lnTo>
                      <a:pt x="2354" y="565"/>
                    </a:lnTo>
                    <a:lnTo>
                      <a:pt x="2354" y="565"/>
                    </a:lnTo>
                    <a:lnTo>
                      <a:pt x="2356" y="552"/>
                    </a:lnTo>
                    <a:lnTo>
                      <a:pt x="2356" y="572"/>
                    </a:lnTo>
                    <a:lnTo>
                      <a:pt x="2356" y="553"/>
                    </a:lnTo>
                    <a:lnTo>
                      <a:pt x="2356" y="553"/>
                    </a:lnTo>
                    <a:lnTo>
                      <a:pt x="2357" y="534"/>
                    </a:lnTo>
                    <a:lnTo>
                      <a:pt x="2357" y="589"/>
                    </a:lnTo>
                    <a:lnTo>
                      <a:pt x="2358" y="557"/>
                    </a:lnTo>
                    <a:lnTo>
                      <a:pt x="2358" y="557"/>
                    </a:lnTo>
                    <a:lnTo>
                      <a:pt x="2359" y="575"/>
                    </a:lnTo>
                    <a:lnTo>
                      <a:pt x="2359" y="552"/>
                    </a:lnTo>
                    <a:lnTo>
                      <a:pt x="2360" y="560"/>
                    </a:lnTo>
                    <a:lnTo>
                      <a:pt x="2360" y="560"/>
                    </a:lnTo>
                    <a:lnTo>
                      <a:pt x="2361" y="546"/>
                    </a:lnTo>
                    <a:lnTo>
                      <a:pt x="2362" y="574"/>
                    </a:lnTo>
                    <a:lnTo>
                      <a:pt x="2362" y="549"/>
                    </a:lnTo>
                    <a:lnTo>
                      <a:pt x="2362" y="549"/>
                    </a:lnTo>
                    <a:lnTo>
                      <a:pt x="2362" y="575"/>
                    </a:lnTo>
                    <a:lnTo>
                      <a:pt x="2363" y="543"/>
                    </a:lnTo>
                    <a:lnTo>
                      <a:pt x="2364" y="561"/>
                    </a:lnTo>
                    <a:lnTo>
                      <a:pt x="2364" y="561"/>
                    </a:lnTo>
                    <a:lnTo>
                      <a:pt x="2365" y="545"/>
                    </a:lnTo>
                    <a:lnTo>
                      <a:pt x="2365" y="577"/>
                    </a:lnTo>
                    <a:lnTo>
                      <a:pt x="2366" y="558"/>
                    </a:lnTo>
                    <a:lnTo>
                      <a:pt x="2366" y="558"/>
                    </a:lnTo>
                    <a:lnTo>
                      <a:pt x="2366" y="573"/>
                    </a:lnTo>
                    <a:lnTo>
                      <a:pt x="2368" y="550"/>
                    </a:lnTo>
                    <a:lnTo>
                      <a:pt x="2368" y="550"/>
                    </a:lnTo>
                    <a:lnTo>
                      <a:pt x="2368" y="550"/>
                    </a:lnTo>
                    <a:lnTo>
                      <a:pt x="2369" y="575"/>
                    </a:lnTo>
                    <a:lnTo>
                      <a:pt x="2370" y="545"/>
                    </a:lnTo>
                    <a:lnTo>
                      <a:pt x="2370" y="545"/>
                    </a:lnTo>
                    <a:lnTo>
                      <a:pt x="2370" y="545"/>
                    </a:lnTo>
                    <a:lnTo>
                      <a:pt x="2371" y="575"/>
                    </a:lnTo>
                    <a:lnTo>
                      <a:pt x="2372" y="563"/>
                    </a:lnTo>
                    <a:lnTo>
                      <a:pt x="2372" y="563"/>
                    </a:lnTo>
                    <a:lnTo>
                      <a:pt x="2374" y="537"/>
                    </a:lnTo>
                    <a:lnTo>
                      <a:pt x="2374" y="585"/>
                    </a:lnTo>
                    <a:lnTo>
                      <a:pt x="2374" y="585"/>
                    </a:lnTo>
                    <a:lnTo>
                      <a:pt x="2374" y="587"/>
                    </a:lnTo>
                    <a:lnTo>
                      <a:pt x="2376" y="552"/>
                    </a:lnTo>
                    <a:lnTo>
                      <a:pt x="2376" y="553"/>
                    </a:lnTo>
                    <a:lnTo>
                      <a:pt x="2376" y="553"/>
                    </a:lnTo>
                    <a:lnTo>
                      <a:pt x="2376" y="579"/>
                    </a:lnTo>
                    <a:lnTo>
                      <a:pt x="2376" y="551"/>
                    </a:lnTo>
                    <a:lnTo>
                      <a:pt x="2378" y="560"/>
                    </a:lnTo>
                    <a:lnTo>
                      <a:pt x="2378" y="559"/>
                    </a:lnTo>
                    <a:lnTo>
                      <a:pt x="2380" y="531"/>
                    </a:lnTo>
                    <a:lnTo>
                      <a:pt x="2380" y="581"/>
                    </a:lnTo>
                    <a:lnTo>
                      <a:pt x="2380" y="569"/>
                    </a:lnTo>
                    <a:lnTo>
                      <a:pt x="2380" y="569"/>
                    </a:lnTo>
                    <a:lnTo>
                      <a:pt x="2380" y="550"/>
                    </a:lnTo>
                    <a:lnTo>
                      <a:pt x="2381" y="574"/>
                    </a:lnTo>
                    <a:lnTo>
                      <a:pt x="2382" y="570"/>
                    </a:lnTo>
                    <a:lnTo>
                      <a:pt x="2382" y="570"/>
                    </a:lnTo>
                    <a:lnTo>
                      <a:pt x="2383" y="543"/>
                    </a:lnTo>
                    <a:lnTo>
                      <a:pt x="2384" y="586"/>
                    </a:lnTo>
                    <a:lnTo>
                      <a:pt x="2384" y="586"/>
                    </a:lnTo>
                    <a:lnTo>
                      <a:pt x="2384" y="586"/>
                    </a:lnTo>
                    <a:lnTo>
                      <a:pt x="2384" y="587"/>
                    </a:lnTo>
                    <a:lnTo>
                      <a:pt x="2384" y="544"/>
                    </a:lnTo>
                    <a:lnTo>
                      <a:pt x="2386" y="556"/>
                    </a:lnTo>
                    <a:lnTo>
                      <a:pt x="2386" y="556"/>
                    </a:lnTo>
                    <a:lnTo>
                      <a:pt x="2387" y="617"/>
                    </a:lnTo>
                    <a:lnTo>
                      <a:pt x="2388" y="495"/>
                    </a:lnTo>
                    <a:lnTo>
                      <a:pt x="2388" y="497"/>
                    </a:lnTo>
                    <a:lnTo>
                      <a:pt x="2388" y="497"/>
                    </a:lnTo>
                    <a:lnTo>
                      <a:pt x="2388" y="497"/>
                    </a:lnTo>
                    <a:lnTo>
                      <a:pt x="2388" y="601"/>
                    </a:lnTo>
                    <a:lnTo>
                      <a:pt x="2390" y="559"/>
                    </a:lnTo>
                    <a:lnTo>
                      <a:pt x="2390" y="559"/>
                    </a:lnTo>
                    <a:lnTo>
                      <a:pt x="2391" y="585"/>
                    </a:lnTo>
                    <a:lnTo>
                      <a:pt x="2391" y="546"/>
                    </a:lnTo>
                    <a:lnTo>
                      <a:pt x="2392" y="564"/>
                    </a:lnTo>
                    <a:lnTo>
                      <a:pt x="2392" y="564"/>
                    </a:lnTo>
                    <a:lnTo>
                      <a:pt x="2393" y="539"/>
                    </a:lnTo>
                    <a:lnTo>
                      <a:pt x="2394" y="582"/>
                    </a:lnTo>
                    <a:lnTo>
                      <a:pt x="2394" y="577"/>
                    </a:lnTo>
                    <a:lnTo>
                      <a:pt x="2394" y="577"/>
                    </a:lnTo>
                    <a:lnTo>
                      <a:pt x="2394" y="545"/>
                    </a:lnTo>
                    <a:lnTo>
                      <a:pt x="2396" y="560"/>
                    </a:lnTo>
                    <a:lnTo>
                      <a:pt x="2396" y="560"/>
                    </a:lnTo>
                    <a:lnTo>
                      <a:pt x="2396" y="549"/>
                    </a:lnTo>
                    <a:lnTo>
                      <a:pt x="2398" y="575"/>
                    </a:lnTo>
                    <a:lnTo>
                      <a:pt x="2398" y="571"/>
                    </a:lnTo>
                    <a:lnTo>
                      <a:pt x="2398" y="571"/>
                    </a:lnTo>
                    <a:lnTo>
                      <a:pt x="2398" y="537"/>
                    </a:lnTo>
                    <a:lnTo>
                      <a:pt x="2398" y="587"/>
                    </a:lnTo>
                    <a:lnTo>
                      <a:pt x="2400" y="554"/>
                    </a:lnTo>
                    <a:lnTo>
                      <a:pt x="2400" y="554"/>
                    </a:lnTo>
                    <a:lnTo>
                      <a:pt x="2401" y="548"/>
                    </a:lnTo>
                    <a:lnTo>
                      <a:pt x="2402" y="575"/>
                    </a:lnTo>
                    <a:lnTo>
                      <a:pt x="2402" y="555"/>
                    </a:lnTo>
                    <a:lnTo>
                      <a:pt x="2402" y="555"/>
                    </a:lnTo>
                    <a:lnTo>
                      <a:pt x="2404" y="546"/>
                    </a:lnTo>
                    <a:lnTo>
                      <a:pt x="2404" y="582"/>
                    </a:lnTo>
                    <a:lnTo>
                      <a:pt x="2404" y="583"/>
                    </a:lnTo>
                    <a:lnTo>
                      <a:pt x="2404" y="794"/>
                    </a:lnTo>
                    <a:lnTo>
                      <a:pt x="2404" y="368"/>
                    </a:lnTo>
                    <a:lnTo>
                      <a:pt x="2406" y="557"/>
                    </a:lnTo>
                    <a:lnTo>
                      <a:pt x="2406" y="557"/>
                    </a:lnTo>
                    <a:lnTo>
                      <a:pt x="2406" y="550"/>
                    </a:lnTo>
                    <a:lnTo>
                      <a:pt x="2408" y="571"/>
                    </a:lnTo>
                    <a:lnTo>
                      <a:pt x="2408" y="566"/>
                    </a:lnTo>
                    <a:lnTo>
                      <a:pt x="2408" y="566"/>
                    </a:lnTo>
                    <a:lnTo>
                      <a:pt x="2409" y="539"/>
                    </a:lnTo>
                    <a:lnTo>
                      <a:pt x="2409" y="578"/>
                    </a:lnTo>
                    <a:lnTo>
                      <a:pt x="2410" y="561"/>
                    </a:lnTo>
                    <a:lnTo>
                      <a:pt x="2410" y="561"/>
                    </a:lnTo>
                    <a:lnTo>
                      <a:pt x="2412" y="551"/>
                    </a:lnTo>
                    <a:lnTo>
                      <a:pt x="2412" y="571"/>
                    </a:lnTo>
                    <a:lnTo>
                      <a:pt x="2412" y="553"/>
                    </a:lnTo>
                    <a:lnTo>
                      <a:pt x="2412" y="553"/>
                    </a:lnTo>
                    <a:lnTo>
                      <a:pt x="2412" y="643"/>
                    </a:lnTo>
                    <a:lnTo>
                      <a:pt x="2412" y="457"/>
                    </a:lnTo>
                    <a:lnTo>
                      <a:pt x="2414" y="569"/>
                    </a:lnTo>
                    <a:lnTo>
                      <a:pt x="2414" y="569"/>
                    </a:lnTo>
                    <a:lnTo>
                      <a:pt x="2414" y="546"/>
                    </a:lnTo>
                    <a:lnTo>
                      <a:pt x="2415" y="573"/>
                    </a:lnTo>
                    <a:lnTo>
                      <a:pt x="2416" y="563"/>
                    </a:lnTo>
                    <a:lnTo>
                      <a:pt x="2416" y="563"/>
                    </a:lnTo>
                    <a:lnTo>
                      <a:pt x="2417" y="554"/>
                    </a:lnTo>
                    <a:lnTo>
                      <a:pt x="2418" y="661"/>
                    </a:lnTo>
                    <a:lnTo>
                      <a:pt x="2418" y="571"/>
                    </a:lnTo>
                    <a:lnTo>
                      <a:pt x="2418" y="571"/>
                    </a:lnTo>
                    <a:lnTo>
                      <a:pt x="2418" y="447"/>
                    </a:lnTo>
                    <a:lnTo>
                      <a:pt x="2418" y="607"/>
                    </a:lnTo>
                    <a:lnTo>
                      <a:pt x="2420" y="564"/>
                    </a:lnTo>
                    <a:lnTo>
                      <a:pt x="2420" y="564"/>
                    </a:lnTo>
                    <a:lnTo>
                      <a:pt x="2420" y="522"/>
                    </a:lnTo>
                    <a:lnTo>
                      <a:pt x="2421" y="596"/>
                    </a:lnTo>
                    <a:lnTo>
                      <a:pt x="2422" y="554"/>
                    </a:lnTo>
                    <a:lnTo>
                      <a:pt x="2422" y="554"/>
                    </a:lnTo>
                    <a:lnTo>
                      <a:pt x="2423" y="570"/>
                    </a:lnTo>
                    <a:lnTo>
                      <a:pt x="2423" y="549"/>
                    </a:lnTo>
                    <a:lnTo>
                      <a:pt x="2424" y="568"/>
                    </a:lnTo>
                    <a:lnTo>
                      <a:pt x="2424" y="568"/>
                    </a:lnTo>
                    <a:lnTo>
                      <a:pt x="2425" y="423"/>
                    </a:lnTo>
                    <a:lnTo>
                      <a:pt x="2425" y="633"/>
                    </a:lnTo>
                    <a:lnTo>
                      <a:pt x="2426" y="567"/>
                    </a:lnTo>
                    <a:lnTo>
                      <a:pt x="2426" y="567"/>
                    </a:lnTo>
                    <a:lnTo>
                      <a:pt x="2426" y="570"/>
                    </a:lnTo>
                    <a:lnTo>
                      <a:pt x="2428" y="553"/>
                    </a:lnTo>
                    <a:lnTo>
                      <a:pt x="2428" y="560"/>
                    </a:lnTo>
                    <a:lnTo>
                      <a:pt x="2428" y="560"/>
                    </a:lnTo>
                    <a:lnTo>
                      <a:pt x="2428" y="578"/>
                    </a:lnTo>
                    <a:lnTo>
                      <a:pt x="2429" y="546"/>
                    </a:lnTo>
                    <a:lnTo>
                      <a:pt x="2430" y="568"/>
                    </a:lnTo>
                    <a:lnTo>
                      <a:pt x="2430" y="568"/>
                    </a:lnTo>
                    <a:lnTo>
                      <a:pt x="2431" y="245"/>
                    </a:lnTo>
                    <a:lnTo>
                      <a:pt x="2431" y="806"/>
                    </a:lnTo>
                    <a:lnTo>
                      <a:pt x="2432" y="568"/>
                    </a:lnTo>
                    <a:lnTo>
                      <a:pt x="2432" y="568"/>
                    </a:lnTo>
                    <a:lnTo>
                      <a:pt x="2432" y="569"/>
                    </a:lnTo>
                    <a:lnTo>
                      <a:pt x="2433" y="558"/>
                    </a:lnTo>
                    <a:lnTo>
                      <a:pt x="2434" y="561"/>
                    </a:lnTo>
                    <a:lnTo>
                      <a:pt x="2434" y="561"/>
                    </a:lnTo>
                    <a:lnTo>
                      <a:pt x="2436" y="553"/>
                    </a:lnTo>
                    <a:lnTo>
                      <a:pt x="2436" y="570"/>
                    </a:lnTo>
                    <a:lnTo>
                      <a:pt x="2436" y="557"/>
                    </a:lnTo>
                    <a:lnTo>
                      <a:pt x="2436" y="557"/>
                    </a:lnTo>
                    <a:lnTo>
                      <a:pt x="2437" y="552"/>
                    </a:lnTo>
                    <a:lnTo>
                      <a:pt x="2437" y="568"/>
                    </a:lnTo>
                    <a:lnTo>
                      <a:pt x="2438" y="559"/>
                    </a:lnTo>
                    <a:lnTo>
                      <a:pt x="2438" y="559"/>
                    </a:lnTo>
                    <a:lnTo>
                      <a:pt x="2439" y="546"/>
                    </a:lnTo>
                    <a:lnTo>
                      <a:pt x="2439" y="573"/>
                    </a:lnTo>
                    <a:lnTo>
                      <a:pt x="2440" y="562"/>
                    </a:lnTo>
                    <a:lnTo>
                      <a:pt x="2440" y="562"/>
                    </a:lnTo>
                    <a:lnTo>
                      <a:pt x="2440" y="552"/>
                    </a:lnTo>
                    <a:lnTo>
                      <a:pt x="2440" y="568"/>
                    </a:lnTo>
                    <a:lnTo>
                      <a:pt x="2442" y="558"/>
                    </a:lnTo>
                    <a:lnTo>
                      <a:pt x="2442" y="558"/>
                    </a:lnTo>
                    <a:lnTo>
                      <a:pt x="2444" y="556"/>
                    </a:lnTo>
                    <a:lnTo>
                      <a:pt x="2444" y="576"/>
                    </a:lnTo>
                    <a:lnTo>
                      <a:pt x="2444" y="576"/>
                    </a:lnTo>
                    <a:lnTo>
                      <a:pt x="2444" y="587"/>
                    </a:lnTo>
                    <a:lnTo>
                      <a:pt x="2445" y="526"/>
                    </a:lnTo>
                    <a:lnTo>
                      <a:pt x="2446" y="561"/>
                    </a:lnTo>
                    <a:lnTo>
                      <a:pt x="2446" y="561"/>
                    </a:lnTo>
                    <a:lnTo>
                      <a:pt x="2446" y="552"/>
                    </a:lnTo>
                    <a:lnTo>
                      <a:pt x="2447" y="568"/>
                    </a:lnTo>
                    <a:lnTo>
                      <a:pt x="2448" y="566"/>
                    </a:lnTo>
                    <a:lnTo>
                      <a:pt x="2448" y="566"/>
                    </a:lnTo>
                    <a:lnTo>
                      <a:pt x="2448" y="571"/>
                    </a:lnTo>
                    <a:lnTo>
                      <a:pt x="2448" y="553"/>
                    </a:lnTo>
                    <a:lnTo>
                      <a:pt x="2450" y="561"/>
                    </a:lnTo>
                    <a:lnTo>
                      <a:pt x="2450" y="561"/>
                    </a:lnTo>
                    <a:lnTo>
                      <a:pt x="2451" y="549"/>
                    </a:lnTo>
                    <a:lnTo>
                      <a:pt x="2451" y="571"/>
                    </a:lnTo>
                    <a:lnTo>
                      <a:pt x="2452" y="565"/>
                    </a:lnTo>
                    <a:lnTo>
                      <a:pt x="2452" y="565"/>
                    </a:lnTo>
                    <a:lnTo>
                      <a:pt x="2452" y="554"/>
                    </a:lnTo>
                    <a:lnTo>
                      <a:pt x="2454" y="566"/>
                    </a:lnTo>
                    <a:lnTo>
                      <a:pt x="2454" y="558"/>
                    </a:lnTo>
                    <a:lnTo>
                      <a:pt x="2454" y="558"/>
                    </a:lnTo>
                    <a:lnTo>
                      <a:pt x="2455" y="550"/>
                    </a:lnTo>
                    <a:lnTo>
                      <a:pt x="2456" y="583"/>
                    </a:lnTo>
                    <a:lnTo>
                      <a:pt x="2456" y="552"/>
                    </a:lnTo>
                    <a:lnTo>
                      <a:pt x="2456" y="552"/>
                    </a:lnTo>
                    <a:lnTo>
                      <a:pt x="2457" y="570"/>
                    </a:lnTo>
                    <a:lnTo>
                      <a:pt x="2457" y="547"/>
                    </a:lnTo>
                    <a:lnTo>
                      <a:pt x="2458" y="560"/>
                    </a:lnTo>
                    <a:lnTo>
                      <a:pt x="2458" y="560"/>
                    </a:lnTo>
                    <a:lnTo>
                      <a:pt x="2458" y="569"/>
                    </a:lnTo>
                    <a:lnTo>
                      <a:pt x="2458" y="553"/>
                    </a:lnTo>
                    <a:lnTo>
                      <a:pt x="2460" y="557"/>
                    </a:lnTo>
                    <a:lnTo>
                      <a:pt x="2460" y="557"/>
                    </a:lnTo>
                    <a:lnTo>
                      <a:pt x="2461" y="571"/>
                    </a:lnTo>
                    <a:lnTo>
                      <a:pt x="2462" y="549"/>
                    </a:lnTo>
                    <a:lnTo>
                      <a:pt x="2462" y="566"/>
                    </a:lnTo>
                    <a:lnTo>
                      <a:pt x="2462" y="566"/>
                    </a:lnTo>
                    <a:lnTo>
                      <a:pt x="2462" y="551"/>
                    </a:lnTo>
                    <a:lnTo>
                      <a:pt x="2463" y="570"/>
                    </a:lnTo>
                    <a:lnTo>
                      <a:pt x="2464" y="554"/>
                    </a:lnTo>
                    <a:lnTo>
                      <a:pt x="2464" y="554"/>
                    </a:lnTo>
                    <a:lnTo>
                      <a:pt x="2466" y="598"/>
                    </a:lnTo>
                    <a:lnTo>
                      <a:pt x="2466" y="534"/>
                    </a:lnTo>
                    <a:lnTo>
                      <a:pt x="2466" y="542"/>
                    </a:lnTo>
                    <a:lnTo>
                      <a:pt x="2466" y="542"/>
                    </a:lnTo>
                    <a:lnTo>
                      <a:pt x="2466" y="577"/>
                    </a:lnTo>
                    <a:lnTo>
                      <a:pt x="2468" y="560"/>
                    </a:lnTo>
                    <a:lnTo>
                      <a:pt x="2468" y="560"/>
                    </a:lnTo>
                    <a:lnTo>
                      <a:pt x="2469" y="568"/>
                    </a:lnTo>
                    <a:lnTo>
                      <a:pt x="2469" y="555"/>
                    </a:lnTo>
                    <a:lnTo>
                      <a:pt x="2470" y="561"/>
                    </a:lnTo>
                    <a:lnTo>
                      <a:pt x="2470" y="561"/>
                    </a:lnTo>
                    <a:lnTo>
                      <a:pt x="2471" y="536"/>
                    </a:lnTo>
                    <a:lnTo>
                      <a:pt x="2471" y="614"/>
                    </a:lnTo>
                    <a:lnTo>
                      <a:pt x="2472" y="552"/>
                    </a:lnTo>
                    <a:lnTo>
                      <a:pt x="2472" y="552"/>
                    </a:lnTo>
                    <a:lnTo>
                      <a:pt x="2472" y="545"/>
                    </a:lnTo>
                    <a:lnTo>
                      <a:pt x="2473" y="576"/>
                    </a:lnTo>
                    <a:lnTo>
                      <a:pt x="2474" y="559"/>
                    </a:lnTo>
                    <a:lnTo>
                      <a:pt x="2474" y="559"/>
                    </a:lnTo>
                    <a:lnTo>
                      <a:pt x="2475" y="573"/>
                    </a:lnTo>
                    <a:lnTo>
                      <a:pt x="2475" y="542"/>
                    </a:lnTo>
                    <a:lnTo>
                      <a:pt x="2476" y="568"/>
                    </a:lnTo>
                    <a:lnTo>
                      <a:pt x="2476" y="568"/>
                    </a:lnTo>
                    <a:lnTo>
                      <a:pt x="2476" y="569"/>
                    </a:lnTo>
                    <a:lnTo>
                      <a:pt x="2477" y="552"/>
                    </a:lnTo>
                    <a:lnTo>
                      <a:pt x="2478" y="561"/>
                    </a:lnTo>
                    <a:lnTo>
                      <a:pt x="2478" y="561"/>
                    </a:lnTo>
                    <a:lnTo>
                      <a:pt x="2479" y="613"/>
                    </a:lnTo>
                    <a:lnTo>
                      <a:pt x="2480" y="423"/>
                    </a:lnTo>
                    <a:lnTo>
                      <a:pt x="2480" y="605"/>
                    </a:lnTo>
                    <a:lnTo>
                      <a:pt x="2480" y="606"/>
                    </a:lnTo>
                    <a:lnTo>
                      <a:pt x="2480" y="309"/>
                    </a:lnTo>
                    <a:lnTo>
                      <a:pt x="2480" y="703"/>
                    </a:lnTo>
                    <a:lnTo>
                      <a:pt x="2482" y="559"/>
                    </a:lnTo>
                    <a:lnTo>
                      <a:pt x="2482" y="560"/>
                    </a:lnTo>
                    <a:lnTo>
                      <a:pt x="2482" y="548"/>
                    </a:lnTo>
                    <a:lnTo>
                      <a:pt x="2483" y="578"/>
                    </a:lnTo>
                    <a:lnTo>
                      <a:pt x="2484" y="559"/>
                    </a:lnTo>
                    <a:lnTo>
                      <a:pt x="2484" y="559"/>
                    </a:lnTo>
                    <a:lnTo>
                      <a:pt x="2485" y="575"/>
                    </a:lnTo>
                    <a:lnTo>
                      <a:pt x="2486" y="548"/>
                    </a:lnTo>
                    <a:lnTo>
                      <a:pt x="2486" y="563"/>
                    </a:lnTo>
                    <a:lnTo>
                      <a:pt x="2486" y="563"/>
                    </a:lnTo>
                    <a:lnTo>
                      <a:pt x="2486" y="574"/>
                    </a:lnTo>
                    <a:lnTo>
                      <a:pt x="2487" y="548"/>
                    </a:lnTo>
                    <a:lnTo>
                      <a:pt x="2488" y="558"/>
                    </a:lnTo>
                    <a:lnTo>
                      <a:pt x="2488" y="558"/>
                    </a:lnTo>
                    <a:lnTo>
                      <a:pt x="2488" y="581"/>
                    </a:lnTo>
                    <a:lnTo>
                      <a:pt x="2488" y="544"/>
                    </a:lnTo>
                    <a:lnTo>
                      <a:pt x="2490" y="564"/>
                    </a:lnTo>
                    <a:lnTo>
                      <a:pt x="2490" y="564"/>
                    </a:lnTo>
                    <a:lnTo>
                      <a:pt x="2491" y="571"/>
                    </a:lnTo>
                    <a:lnTo>
                      <a:pt x="2491" y="548"/>
                    </a:lnTo>
                    <a:lnTo>
                      <a:pt x="2492" y="554"/>
                    </a:lnTo>
                    <a:lnTo>
                      <a:pt x="2492" y="554"/>
                    </a:lnTo>
                    <a:lnTo>
                      <a:pt x="2492" y="571"/>
                    </a:lnTo>
                    <a:lnTo>
                      <a:pt x="2493" y="550"/>
                    </a:lnTo>
                    <a:lnTo>
                      <a:pt x="2494" y="552"/>
                    </a:lnTo>
                    <a:lnTo>
                      <a:pt x="2494" y="552"/>
                    </a:lnTo>
                    <a:lnTo>
                      <a:pt x="2496" y="548"/>
                    </a:lnTo>
                    <a:lnTo>
                      <a:pt x="2496" y="574"/>
                    </a:lnTo>
                    <a:lnTo>
                      <a:pt x="2496" y="557"/>
                    </a:lnTo>
                    <a:lnTo>
                      <a:pt x="2496" y="558"/>
                    </a:lnTo>
                    <a:lnTo>
                      <a:pt x="2497" y="512"/>
                    </a:lnTo>
                    <a:lnTo>
                      <a:pt x="2498" y="581"/>
                    </a:lnTo>
                    <a:lnTo>
                      <a:pt x="2498" y="574"/>
                    </a:lnTo>
                    <a:lnTo>
                      <a:pt x="2498" y="574"/>
                    </a:lnTo>
                    <a:lnTo>
                      <a:pt x="2499" y="546"/>
                    </a:lnTo>
                    <a:lnTo>
                      <a:pt x="2500" y="552"/>
                    </a:lnTo>
                    <a:lnTo>
                      <a:pt x="2500" y="552"/>
                    </a:lnTo>
                    <a:lnTo>
                      <a:pt x="2500" y="572"/>
                    </a:lnTo>
                    <a:lnTo>
                      <a:pt x="2501" y="547"/>
                    </a:lnTo>
                    <a:lnTo>
                      <a:pt x="2502" y="564"/>
                    </a:lnTo>
                    <a:lnTo>
                      <a:pt x="2502" y="564"/>
                    </a:lnTo>
                    <a:lnTo>
                      <a:pt x="2502" y="571"/>
                    </a:lnTo>
                    <a:lnTo>
                      <a:pt x="2503" y="546"/>
                    </a:lnTo>
                    <a:lnTo>
                      <a:pt x="2504" y="556"/>
                    </a:lnTo>
                    <a:lnTo>
                      <a:pt x="2504" y="556"/>
                    </a:lnTo>
                    <a:lnTo>
                      <a:pt x="2504" y="551"/>
                    </a:lnTo>
                    <a:lnTo>
                      <a:pt x="2505" y="573"/>
                    </a:lnTo>
                    <a:lnTo>
                      <a:pt x="2506" y="559"/>
                    </a:lnTo>
                    <a:lnTo>
                      <a:pt x="2506" y="559"/>
                    </a:lnTo>
                    <a:lnTo>
                      <a:pt x="2506" y="551"/>
                    </a:lnTo>
                    <a:lnTo>
                      <a:pt x="2507" y="571"/>
                    </a:lnTo>
                    <a:lnTo>
                      <a:pt x="2508" y="561"/>
                    </a:lnTo>
                    <a:lnTo>
                      <a:pt x="2508" y="561"/>
                    </a:lnTo>
                    <a:lnTo>
                      <a:pt x="2508" y="587"/>
                    </a:lnTo>
                    <a:lnTo>
                      <a:pt x="2509" y="537"/>
                    </a:lnTo>
                    <a:lnTo>
                      <a:pt x="2510" y="555"/>
                    </a:lnTo>
                    <a:lnTo>
                      <a:pt x="2510" y="555"/>
                    </a:lnTo>
                    <a:lnTo>
                      <a:pt x="2512" y="575"/>
                    </a:lnTo>
                    <a:lnTo>
                      <a:pt x="2512" y="549"/>
                    </a:lnTo>
                    <a:lnTo>
                      <a:pt x="2512" y="556"/>
                    </a:lnTo>
                    <a:lnTo>
                      <a:pt x="2512" y="556"/>
                    </a:lnTo>
                    <a:lnTo>
                      <a:pt x="2512" y="551"/>
                    </a:lnTo>
                    <a:lnTo>
                      <a:pt x="2512" y="573"/>
                    </a:lnTo>
                    <a:lnTo>
                      <a:pt x="2514" y="560"/>
                    </a:lnTo>
                    <a:lnTo>
                      <a:pt x="2514" y="560"/>
                    </a:lnTo>
                    <a:lnTo>
                      <a:pt x="2515" y="886"/>
                    </a:lnTo>
                    <a:lnTo>
                      <a:pt x="2515" y="165"/>
                    </a:lnTo>
                    <a:lnTo>
                      <a:pt x="2516" y="571"/>
                    </a:lnTo>
                    <a:lnTo>
                      <a:pt x="2516" y="571"/>
                    </a:lnTo>
                    <a:lnTo>
                      <a:pt x="2516" y="602"/>
                    </a:lnTo>
                    <a:lnTo>
                      <a:pt x="2516" y="536"/>
                    </a:lnTo>
                    <a:lnTo>
                      <a:pt x="2518" y="561"/>
                    </a:lnTo>
                    <a:lnTo>
                      <a:pt x="2518" y="561"/>
                    </a:lnTo>
                    <a:lnTo>
                      <a:pt x="2519" y="513"/>
                    </a:lnTo>
                    <a:lnTo>
                      <a:pt x="2519" y="607"/>
                    </a:lnTo>
                    <a:lnTo>
                      <a:pt x="2520" y="557"/>
                    </a:lnTo>
                    <a:lnTo>
                      <a:pt x="2520" y="557"/>
                    </a:lnTo>
                    <a:lnTo>
                      <a:pt x="2520" y="554"/>
                    </a:lnTo>
                    <a:lnTo>
                      <a:pt x="2522" y="623"/>
                    </a:lnTo>
                    <a:lnTo>
                      <a:pt x="2522" y="598"/>
                    </a:lnTo>
                    <a:lnTo>
                      <a:pt x="2522" y="599"/>
                    </a:lnTo>
                    <a:lnTo>
                      <a:pt x="2523" y="264"/>
                    </a:lnTo>
                    <a:lnTo>
                      <a:pt x="2523" y="875"/>
                    </a:lnTo>
                    <a:lnTo>
                      <a:pt x="2524" y="552"/>
                    </a:lnTo>
                    <a:lnTo>
                      <a:pt x="2524" y="553"/>
                    </a:lnTo>
                    <a:lnTo>
                      <a:pt x="2525" y="536"/>
                    </a:lnTo>
                    <a:lnTo>
                      <a:pt x="2525" y="589"/>
                    </a:lnTo>
                    <a:lnTo>
                      <a:pt x="2526" y="566"/>
                    </a:lnTo>
                    <a:lnTo>
                      <a:pt x="2526" y="566"/>
                    </a:lnTo>
                    <a:lnTo>
                      <a:pt x="2526" y="574"/>
                    </a:lnTo>
                    <a:lnTo>
                      <a:pt x="2527" y="551"/>
                    </a:lnTo>
                    <a:lnTo>
                      <a:pt x="2528" y="557"/>
                    </a:lnTo>
                    <a:lnTo>
                      <a:pt x="2528" y="557"/>
                    </a:lnTo>
                    <a:lnTo>
                      <a:pt x="2528" y="552"/>
                    </a:lnTo>
                    <a:lnTo>
                      <a:pt x="2529" y="575"/>
                    </a:lnTo>
                    <a:lnTo>
                      <a:pt x="2530" y="567"/>
                    </a:lnTo>
                    <a:lnTo>
                      <a:pt x="2530" y="567"/>
                    </a:lnTo>
                    <a:lnTo>
                      <a:pt x="2531" y="551"/>
                    </a:lnTo>
                    <a:lnTo>
                      <a:pt x="2532" y="573"/>
                    </a:lnTo>
                    <a:lnTo>
                      <a:pt x="2532" y="560"/>
                    </a:lnTo>
                    <a:lnTo>
                      <a:pt x="2532" y="560"/>
                    </a:lnTo>
                    <a:lnTo>
                      <a:pt x="2532" y="571"/>
                    </a:lnTo>
                    <a:lnTo>
                      <a:pt x="2532" y="554"/>
                    </a:lnTo>
                    <a:lnTo>
                      <a:pt x="2534" y="560"/>
                    </a:lnTo>
                    <a:lnTo>
                      <a:pt x="2534" y="560"/>
                    </a:lnTo>
                    <a:lnTo>
                      <a:pt x="2535" y="569"/>
                    </a:lnTo>
                    <a:lnTo>
                      <a:pt x="2536" y="552"/>
                    </a:lnTo>
                    <a:lnTo>
                      <a:pt x="2536" y="552"/>
                    </a:lnTo>
                    <a:lnTo>
                      <a:pt x="2536" y="552"/>
                    </a:lnTo>
                    <a:lnTo>
                      <a:pt x="2537" y="551"/>
                    </a:lnTo>
                    <a:lnTo>
                      <a:pt x="2537" y="574"/>
                    </a:lnTo>
                    <a:lnTo>
                      <a:pt x="2538" y="564"/>
                    </a:lnTo>
                    <a:lnTo>
                      <a:pt x="2538" y="564"/>
                    </a:lnTo>
                    <a:lnTo>
                      <a:pt x="2538" y="548"/>
                    </a:lnTo>
                    <a:lnTo>
                      <a:pt x="2539" y="572"/>
                    </a:lnTo>
                    <a:lnTo>
                      <a:pt x="2540" y="558"/>
                    </a:lnTo>
                    <a:lnTo>
                      <a:pt x="2540" y="558"/>
                    </a:lnTo>
                    <a:lnTo>
                      <a:pt x="2541" y="549"/>
                    </a:lnTo>
                    <a:lnTo>
                      <a:pt x="2542" y="572"/>
                    </a:lnTo>
                    <a:lnTo>
                      <a:pt x="2542" y="558"/>
                    </a:lnTo>
                    <a:lnTo>
                      <a:pt x="2542" y="558"/>
                    </a:lnTo>
                    <a:lnTo>
                      <a:pt x="2542" y="580"/>
                    </a:lnTo>
                    <a:lnTo>
                      <a:pt x="2543" y="549"/>
                    </a:lnTo>
                    <a:lnTo>
                      <a:pt x="2544" y="557"/>
                    </a:lnTo>
                    <a:lnTo>
                      <a:pt x="2544" y="557"/>
                    </a:lnTo>
                    <a:lnTo>
                      <a:pt x="2546" y="519"/>
                    </a:lnTo>
                    <a:lnTo>
                      <a:pt x="2546" y="593"/>
                    </a:lnTo>
                    <a:lnTo>
                      <a:pt x="2546" y="587"/>
                    </a:lnTo>
                    <a:lnTo>
                      <a:pt x="2546" y="587"/>
                    </a:lnTo>
                    <a:lnTo>
                      <a:pt x="2547" y="549"/>
                    </a:lnTo>
                    <a:lnTo>
                      <a:pt x="2548" y="567"/>
                    </a:lnTo>
                    <a:lnTo>
                      <a:pt x="2548" y="567"/>
                    </a:lnTo>
                    <a:lnTo>
                      <a:pt x="2549" y="547"/>
                    </a:lnTo>
                    <a:lnTo>
                      <a:pt x="2549" y="572"/>
                    </a:lnTo>
                    <a:lnTo>
                      <a:pt x="2550" y="559"/>
                    </a:lnTo>
                    <a:lnTo>
                      <a:pt x="2550" y="559"/>
                    </a:lnTo>
                    <a:lnTo>
                      <a:pt x="2550" y="575"/>
                    </a:lnTo>
                    <a:lnTo>
                      <a:pt x="2551" y="541"/>
                    </a:lnTo>
                    <a:lnTo>
                      <a:pt x="2552" y="549"/>
                    </a:lnTo>
                    <a:lnTo>
                      <a:pt x="2552" y="549"/>
                    </a:lnTo>
                    <a:lnTo>
                      <a:pt x="2554" y="539"/>
                    </a:lnTo>
                    <a:lnTo>
                      <a:pt x="2554" y="589"/>
                    </a:lnTo>
                    <a:lnTo>
                      <a:pt x="2554" y="587"/>
                    </a:lnTo>
                    <a:lnTo>
                      <a:pt x="2554" y="587"/>
                    </a:lnTo>
                    <a:lnTo>
                      <a:pt x="2554" y="588"/>
                    </a:lnTo>
                    <a:lnTo>
                      <a:pt x="2554" y="536"/>
                    </a:lnTo>
                    <a:lnTo>
                      <a:pt x="2556" y="562"/>
                    </a:lnTo>
                    <a:lnTo>
                      <a:pt x="2556" y="562"/>
                    </a:lnTo>
                    <a:lnTo>
                      <a:pt x="2558" y="597"/>
                    </a:lnTo>
                    <a:lnTo>
                      <a:pt x="2558" y="537"/>
                    </a:lnTo>
                    <a:lnTo>
                      <a:pt x="2558" y="537"/>
                    </a:lnTo>
                    <a:lnTo>
                      <a:pt x="2558" y="537"/>
                    </a:lnTo>
                    <a:lnTo>
                      <a:pt x="2558" y="537"/>
                    </a:lnTo>
                    <a:lnTo>
                      <a:pt x="2558" y="586"/>
                    </a:lnTo>
                    <a:lnTo>
                      <a:pt x="2560" y="558"/>
                    </a:lnTo>
                    <a:lnTo>
                      <a:pt x="2560" y="558"/>
                    </a:lnTo>
                    <a:lnTo>
                      <a:pt x="2560" y="572"/>
                    </a:lnTo>
                    <a:lnTo>
                      <a:pt x="2562" y="553"/>
                    </a:lnTo>
                    <a:lnTo>
                      <a:pt x="2562" y="562"/>
                    </a:lnTo>
                    <a:lnTo>
                      <a:pt x="2562" y="562"/>
                    </a:lnTo>
                    <a:lnTo>
                      <a:pt x="2563" y="548"/>
                    </a:lnTo>
                    <a:lnTo>
                      <a:pt x="2563" y="580"/>
                    </a:lnTo>
                    <a:lnTo>
                      <a:pt x="2564" y="566"/>
                    </a:lnTo>
                    <a:lnTo>
                      <a:pt x="2564" y="566"/>
                    </a:lnTo>
                    <a:lnTo>
                      <a:pt x="2564" y="568"/>
                    </a:lnTo>
                    <a:lnTo>
                      <a:pt x="2566" y="554"/>
                    </a:lnTo>
                    <a:lnTo>
                      <a:pt x="2566" y="558"/>
                    </a:lnTo>
                    <a:lnTo>
                      <a:pt x="2566" y="558"/>
                    </a:lnTo>
                    <a:lnTo>
                      <a:pt x="2568" y="516"/>
                    </a:lnTo>
                    <a:lnTo>
                      <a:pt x="2568" y="602"/>
                    </a:lnTo>
                    <a:lnTo>
                      <a:pt x="2568" y="594"/>
                    </a:lnTo>
                    <a:lnTo>
                      <a:pt x="2568" y="594"/>
                    </a:lnTo>
                    <a:lnTo>
                      <a:pt x="2568" y="598"/>
                    </a:lnTo>
                    <a:lnTo>
                      <a:pt x="2569" y="546"/>
                    </a:lnTo>
                    <a:lnTo>
                      <a:pt x="2570" y="561"/>
                    </a:lnTo>
                    <a:lnTo>
                      <a:pt x="2570" y="561"/>
                    </a:lnTo>
                    <a:lnTo>
                      <a:pt x="2571" y="571"/>
                    </a:lnTo>
                    <a:lnTo>
                      <a:pt x="2572" y="545"/>
                    </a:lnTo>
                    <a:lnTo>
                      <a:pt x="2572" y="548"/>
                    </a:lnTo>
                    <a:lnTo>
                      <a:pt x="2572" y="548"/>
                    </a:lnTo>
                    <a:lnTo>
                      <a:pt x="2573" y="518"/>
                    </a:lnTo>
                    <a:lnTo>
                      <a:pt x="2573" y="587"/>
                    </a:lnTo>
                    <a:lnTo>
                      <a:pt x="2574" y="555"/>
                    </a:lnTo>
                    <a:lnTo>
                      <a:pt x="2574" y="555"/>
                    </a:lnTo>
                    <a:lnTo>
                      <a:pt x="2574" y="576"/>
                    </a:lnTo>
                    <a:lnTo>
                      <a:pt x="2574" y="546"/>
                    </a:lnTo>
                    <a:lnTo>
                      <a:pt x="2576" y="574"/>
                    </a:lnTo>
                    <a:lnTo>
                      <a:pt x="2576" y="574"/>
                    </a:lnTo>
                    <a:lnTo>
                      <a:pt x="2576" y="550"/>
                    </a:lnTo>
                    <a:lnTo>
                      <a:pt x="2577" y="576"/>
                    </a:lnTo>
                    <a:lnTo>
                      <a:pt x="2578" y="561"/>
                    </a:lnTo>
                    <a:lnTo>
                      <a:pt x="2578" y="561"/>
                    </a:lnTo>
                    <a:lnTo>
                      <a:pt x="2580" y="525"/>
                    </a:lnTo>
                    <a:lnTo>
                      <a:pt x="2580" y="596"/>
                    </a:lnTo>
                    <a:lnTo>
                      <a:pt x="2580" y="550"/>
                    </a:lnTo>
                    <a:lnTo>
                      <a:pt x="2580" y="550"/>
                    </a:lnTo>
                    <a:lnTo>
                      <a:pt x="2580" y="543"/>
                    </a:lnTo>
                    <a:lnTo>
                      <a:pt x="2581" y="584"/>
                    </a:lnTo>
                    <a:lnTo>
                      <a:pt x="2582" y="557"/>
                    </a:lnTo>
                    <a:lnTo>
                      <a:pt x="2582" y="557"/>
                    </a:lnTo>
                    <a:lnTo>
                      <a:pt x="2584" y="546"/>
                    </a:lnTo>
                    <a:lnTo>
                      <a:pt x="2584" y="571"/>
                    </a:lnTo>
                    <a:lnTo>
                      <a:pt x="2584" y="568"/>
                    </a:lnTo>
                    <a:lnTo>
                      <a:pt x="2584" y="568"/>
                    </a:lnTo>
                    <a:lnTo>
                      <a:pt x="2585" y="531"/>
                    </a:lnTo>
                    <a:lnTo>
                      <a:pt x="2586" y="589"/>
                    </a:lnTo>
                    <a:lnTo>
                      <a:pt x="2586" y="571"/>
                    </a:lnTo>
                    <a:lnTo>
                      <a:pt x="2586" y="571"/>
                    </a:lnTo>
                    <a:lnTo>
                      <a:pt x="2587" y="575"/>
                    </a:lnTo>
                    <a:lnTo>
                      <a:pt x="2588" y="544"/>
                    </a:lnTo>
                    <a:lnTo>
                      <a:pt x="2588" y="568"/>
                    </a:lnTo>
                    <a:lnTo>
                      <a:pt x="2588" y="569"/>
                    </a:lnTo>
                    <a:lnTo>
                      <a:pt x="2588" y="549"/>
                    </a:lnTo>
                    <a:lnTo>
                      <a:pt x="2590" y="572"/>
                    </a:lnTo>
                    <a:lnTo>
                      <a:pt x="2590" y="572"/>
                    </a:lnTo>
                    <a:lnTo>
                      <a:pt x="2590" y="572"/>
                    </a:lnTo>
                    <a:lnTo>
                      <a:pt x="2592" y="269"/>
                    </a:lnTo>
                    <a:lnTo>
                      <a:pt x="2592" y="830"/>
                    </a:lnTo>
                    <a:lnTo>
                      <a:pt x="2592" y="416"/>
                    </a:lnTo>
                    <a:lnTo>
                      <a:pt x="2592" y="415"/>
                    </a:lnTo>
                    <a:lnTo>
                      <a:pt x="2592" y="398"/>
                    </a:lnTo>
                    <a:lnTo>
                      <a:pt x="2592" y="688"/>
                    </a:lnTo>
                    <a:lnTo>
                      <a:pt x="2594" y="551"/>
                    </a:lnTo>
                    <a:lnTo>
                      <a:pt x="2594" y="552"/>
                    </a:lnTo>
                    <a:lnTo>
                      <a:pt x="2594" y="572"/>
                    </a:lnTo>
                    <a:lnTo>
                      <a:pt x="2596" y="563"/>
                    </a:lnTo>
                    <a:lnTo>
                      <a:pt x="2596" y="563"/>
                    </a:lnTo>
                    <a:lnTo>
                      <a:pt x="2597" y="554"/>
                    </a:lnTo>
                    <a:lnTo>
                      <a:pt x="2598" y="571"/>
                    </a:lnTo>
                    <a:lnTo>
                      <a:pt x="2598" y="563"/>
                    </a:lnTo>
                    <a:lnTo>
                      <a:pt x="2598" y="563"/>
                    </a:lnTo>
                    <a:lnTo>
                      <a:pt x="2598" y="555"/>
                    </a:lnTo>
                    <a:lnTo>
                      <a:pt x="2598" y="571"/>
                    </a:lnTo>
                    <a:lnTo>
                      <a:pt x="2600" y="566"/>
                    </a:lnTo>
                    <a:lnTo>
                      <a:pt x="2600" y="566"/>
                    </a:lnTo>
                    <a:lnTo>
                      <a:pt x="2601" y="552"/>
                    </a:lnTo>
                    <a:lnTo>
                      <a:pt x="2601" y="570"/>
                    </a:lnTo>
                    <a:lnTo>
                      <a:pt x="2602" y="560"/>
                    </a:lnTo>
                    <a:lnTo>
                      <a:pt x="2602" y="560"/>
                    </a:lnTo>
                    <a:lnTo>
                      <a:pt x="2602" y="553"/>
                    </a:lnTo>
                    <a:lnTo>
                      <a:pt x="2603" y="569"/>
                    </a:lnTo>
                    <a:lnTo>
                      <a:pt x="2604" y="557"/>
                    </a:lnTo>
                    <a:lnTo>
                      <a:pt x="2604" y="557"/>
                    </a:lnTo>
                    <a:lnTo>
                      <a:pt x="2605" y="570"/>
                    </a:lnTo>
                    <a:lnTo>
                      <a:pt x="2605" y="554"/>
                    </a:lnTo>
                    <a:lnTo>
                      <a:pt x="2606" y="556"/>
                    </a:lnTo>
                    <a:lnTo>
                      <a:pt x="2606" y="556"/>
                    </a:lnTo>
                    <a:lnTo>
                      <a:pt x="2606" y="555"/>
                    </a:lnTo>
                    <a:lnTo>
                      <a:pt x="2607" y="569"/>
                    </a:lnTo>
                    <a:lnTo>
                      <a:pt x="2608" y="559"/>
                    </a:lnTo>
                    <a:lnTo>
                      <a:pt x="2608" y="559"/>
                    </a:lnTo>
                    <a:lnTo>
                      <a:pt x="2609" y="551"/>
                    </a:lnTo>
                    <a:lnTo>
                      <a:pt x="2610" y="571"/>
                    </a:lnTo>
                    <a:lnTo>
                      <a:pt x="2610" y="567"/>
                    </a:lnTo>
                    <a:lnTo>
                      <a:pt x="2610" y="567"/>
                    </a:lnTo>
                    <a:lnTo>
                      <a:pt x="2610" y="553"/>
                    </a:lnTo>
                    <a:lnTo>
                      <a:pt x="2610" y="571"/>
                    </a:lnTo>
                    <a:lnTo>
                      <a:pt x="2612" y="560"/>
                    </a:lnTo>
                    <a:lnTo>
                      <a:pt x="2612" y="560"/>
                    </a:lnTo>
                    <a:lnTo>
                      <a:pt x="2612" y="553"/>
                    </a:lnTo>
                    <a:lnTo>
                      <a:pt x="2612" y="570"/>
                    </a:lnTo>
                    <a:lnTo>
                      <a:pt x="2614" y="568"/>
                    </a:lnTo>
                    <a:lnTo>
                      <a:pt x="2614" y="568"/>
                    </a:lnTo>
                    <a:lnTo>
                      <a:pt x="2614" y="553"/>
                    </a:lnTo>
                    <a:lnTo>
                      <a:pt x="2615" y="572"/>
                    </a:lnTo>
                    <a:lnTo>
                      <a:pt x="2616" y="554"/>
                    </a:lnTo>
                    <a:lnTo>
                      <a:pt x="2616" y="554"/>
                    </a:lnTo>
                    <a:lnTo>
                      <a:pt x="2616" y="518"/>
                    </a:lnTo>
                    <a:lnTo>
                      <a:pt x="2617" y="591"/>
                    </a:lnTo>
                    <a:lnTo>
                      <a:pt x="2618" y="564"/>
                    </a:lnTo>
                    <a:lnTo>
                      <a:pt x="2618" y="564"/>
                    </a:lnTo>
                    <a:lnTo>
                      <a:pt x="2618" y="569"/>
                    </a:lnTo>
                    <a:lnTo>
                      <a:pt x="2619" y="555"/>
                    </a:lnTo>
                    <a:lnTo>
                      <a:pt x="2620" y="558"/>
                    </a:lnTo>
                    <a:lnTo>
                      <a:pt x="2620" y="558"/>
                    </a:lnTo>
                    <a:lnTo>
                      <a:pt x="2622" y="656"/>
                    </a:lnTo>
                    <a:lnTo>
                      <a:pt x="2622" y="467"/>
                    </a:lnTo>
                    <a:lnTo>
                      <a:pt x="2622" y="554"/>
                    </a:lnTo>
                    <a:lnTo>
                      <a:pt x="2622" y="553"/>
                    </a:lnTo>
                    <a:lnTo>
                      <a:pt x="2622" y="412"/>
                    </a:lnTo>
                    <a:lnTo>
                      <a:pt x="2622" y="751"/>
                    </a:lnTo>
                    <a:lnTo>
                      <a:pt x="2624" y="570"/>
                    </a:lnTo>
                    <a:lnTo>
                      <a:pt x="2624" y="570"/>
                    </a:lnTo>
                    <a:lnTo>
                      <a:pt x="2624" y="571"/>
                    </a:lnTo>
                    <a:lnTo>
                      <a:pt x="2625" y="555"/>
                    </a:lnTo>
                    <a:lnTo>
                      <a:pt x="2626" y="561"/>
                    </a:lnTo>
                    <a:lnTo>
                      <a:pt x="2626" y="561"/>
                    </a:lnTo>
                    <a:lnTo>
                      <a:pt x="2627" y="566"/>
                    </a:lnTo>
                    <a:lnTo>
                      <a:pt x="2628" y="556"/>
                    </a:lnTo>
                    <a:lnTo>
                      <a:pt x="2628" y="557"/>
                    </a:lnTo>
                    <a:lnTo>
                      <a:pt x="2628" y="557"/>
                    </a:lnTo>
                    <a:lnTo>
                      <a:pt x="2628" y="552"/>
                    </a:lnTo>
                    <a:lnTo>
                      <a:pt x="2630" y="570"/>
                    </a:lnTo>
                    <a:lnTo>
                      <a:pt x="2630" y="561"/>
                    </a:lnTo>
                    <a:lnTo>
                      <a:pt x="2630" y="561"/>
                    </a:lnTo>
                    <a:lnTo>
                      <a:pt x="2632" y="815"/>
                    </a:lnTo>
                    <a:lnTo>
                      <a:pt x="2632" y="285"/>
                    </a:lnTo>
                    <a:lnTo>
                      <a:pt x="2632" y="584"/>
                    </a:lnTo>
                    <a:lnTo>
                      <a:pt x="2632" y="584"/>
                    </a:lnTo>
                    <a:lnTo>
                      <a:pt x="2632" y="361"/>
                    </a:lnTo>
                    <a:lnTo>
                      <a:pt x="2633" y="706"/>
                    </a:lnTo>
                    <a:lnTo>
                      <a:pt x="2634" y="553"/>
                    </a:lnTo>
                    <a:lnTo>
                      <a:pt x="2634" y="553"/>
                    </a:lnTo>
                    <a:lnTo>
                      <a:pt x="2635" y="581"/>
                    </a:lnTo>
                    <a:lnTo>
                      <a:pt x="2635" y="545"/>
                    </a:lnTo>
                    <a:lnTo>
                      <a:pt x="2636" y="550"/>
                    </a:lnTo>
                    <a:lnTo>
                      <a:pt x="2636" y="550"/>
                    </a:lnTo>
                    <a:lnTo>
                      <a:pt x="2637" y="550"/>
                    </a:lnTo>
                    <a:lnTo>
                      <a:pt x="2638" y="574"/>
                    </a:lnTo>
                    <a:lnTo>
                      <a:pt x="2638" y="558"/>
                    </a:lnTo>
                    <a:lnTo>
                      <a:pt x="2638" y="558"/>
                    </a:lnTo>
                    <a:lnTo>
                      <a:pt x="2638" y="573"/>
                    </a:lnTo>
                    <a:lnTo>
                      <a:pt x="2639" y="552"/>
                    </a:lnTo>
                    <a:lnTo>
                      <a:pt x="2640" y="558"/>
                    </a:lnTo>
                    <a:lnTo>
                      <a:pt x="2640" y="558"/>
                    </a:lnTo>
                    <a:lnTo>
                      <a:pt x="2640" y="552"/>
                    </a:lnTo>
                    <a:lnTo>
                      <a:pt x="2642" y="571"/>
                    </a:lnTo>
                    <a:lnTo>
                      <a:pt x="2642" y="565"/>
                    </a:lnTo>
                    <a:lnTo>
                      <a:pt x="2642" y="565"/>
                    </a:lnTo>
                    <a:lnTo>
                      <a:pt x="2643" y="570"/>
                    </a:lnTo>
                    <a:lnTo>
                      <a:pt x="2644" y="551"/>
                    </a:lnTo>
                    <a:lnTo>
                      <a:pt x="2644" y="565"/>
                    </a:lnTo>
                    <a:lnTo>
                      <a:pt x="2644" y="565"/>
                    </a:lnTo>
                    <a:lnTo>
                      <a:pt x="2644" y="568"/>
                    </a:lnTo>
                    <a:lnTo>
                      <a:pt x="2645" y="552"/>
                    </a:lnTo>
                    <a:lnTo>
                      <a:pt x="2646" y="558"/>
                    </a:lnTo>
                    <a:lnTo>
                      <a:pt x="2646" y="558"/>
                    </a:lnTo>
                    <a:lnTo>
                      <a:pt x="2647" y="569"/>
                    </a:lnTo>
                    <a:lnTo>
                      <a:pt x="2647" y="552"/>
                    </a:lnTo>
                    <a:lnTo>
                      <a:pt x="2648" y="566"/>
                    </a:lnTo>
                    <a:lnTo>
                      <a:pt x="2648" y="566"/>
                    </a:lnTo>
                    <a:lnTo>
                      <a:pt x="2650" y="569"/>
                    </a:lnTo>
                    <a:lnTo>
                      <a:pt x="2650" y="551"/>
                    </a:lnTo>
                    <a:lnTo>
                      <a:pt x="2650" y="556"/>
                    </a:lnTo>
                    <a:lnTo>
                      <a:pt x="2650" y="556"/>
                    </a:lnTo>
                    <a:lnTo>
                      <a:pt x="2651" y="576"/>
                    </a:lnTo>
                    <a:lnTo>
                      <a:pt x="2652" y="546"/>
                    </a:lnTo>
                    <a:lnTo>
                      <a:pt x="2652" y="556"/>
                    </a:lnTo>
                    <a:lnTo>
                      <a:pt x="2652" y="556"/>
                    </a:lnTo>
                    <a:lnTo>
                      <a:pt x="2653" y="570"/>
                    </a:lnTo>
                    <a:lnTo>
                      <a:pt x="2654" y="553"/>
                    </a:lnTo>
                    <a:lnTo>
                      <a:pt x="2654" y="564"/>
                    </a:lnTo>
                    <a:lnTo>
                      <a:pt x="2654" y="564"/>
                    </a:lnTo>
                    <a:lnTo>
                      <a:pt x="2655" y="547"/>
                    </a:lnTo>
                    <a:lnTo>
                      <a:pt x="2655" y="591"/>
                    </a:lnTo>
                    <a:lnTo>
                      <a:pt x="2656" y="556"/>
                    </a:lnTo>
                    <a:lnTo>
                      <a:pt x="2656" y="556"/>
                    </a:lnTo>
                    <a:lnTo>
                      <a:pt x="2656" y="576"/>
                    </a:lnTo>
                    <a:lnTo>
                      <a:pt x="2657" y="554"/>
                    </a:lnTo>
                    <a:lnTo>
                      <a:pt x="2658" y="564"/>
                    </a:lnTo>
                    <a:lnTo>
                      <a:pt x="2658" y="564"/>
                    </a:lnTo>
                    <a:lnTo>
                      <a:pt x="2660" y="530"/>
                    </a:lnTo>
                    <a:lnTo>
                      <a:pt x="2660" y="581"/>
                    </a:lnTo>
                    <a:lnTo>
                      <a:pt x="2660" y="581"/>
                    </a:lnTo>
                    <a:lnTo>
                      <a:pt x="2660" y="581"/>
                    </a:lnTo>
                    <a:lnTo>
                      <a:pt x="2660" y="586"/>
                    </a:lnTo>
                    <a:lnTo>
                      <a:pt x="2661" y="552"/>
                    </a:lnTo>
                    <a:lnTo>
                      <a:pt x="2662" y="557"/>
                    </a:lnTo>
                    <a:lnTo>
                      <a:pt x="2662" y="557"/>
                    </a:lnTo>
                    <a:lnTo>
                      <a:pt x="2662" y="572"/>
                    </a:lnTo>
                    <a:lnTo>
                      <a:pt x="2663" y="549"/>
                    </a:lnTo>
                    <a:lnTo>
                      <a:pt x="2664" y="558"/>
                    </a:lnTo>
                    <a:lnTo>
                      <a:pt x="2664" y="558"/>
                    </a:lnTo>
                    <a:lnTo>
                      <a:pt x="2665" y="571"/>
                    </a:lnTo>
                    <a:lnTo>
                      <a:pt x="2666" y="555"/>
                    </a:lnTo>
                    <a:lnTo>
                      <a:pt x="2666" y="555"/>
                    </a:lnTo>
                    <a:lnTo>
                      <a:pt x="2666" y="555"/>
                    </a:lnTo>
                    <a:lnTo>
                      <a:pt x="2667" y="543"/>
                    </a:lnTo>
                    <a:lnTo>
                      <a:pt x="2668" y="581"/>
                    </a:lnTo>
                    <a:lnTo>
                      <a:pt x="2668" y="560"/>
                    </a:lnTo>
                    <a:lnTo>
                      <a:pt x="2668" y="560"/>
                    </a:lnTo>
                    <a:lnTo>
                      <a:pt x="2669" y="571"/>
                    </a:lnTo>
                    <a:lnTo>
                      <a:pt x="2670" y="552"/>
                    </a:lnTo>
                    <a:lnTo>
                      <a:pt x="2670" y="560"/>
                    </a:lnTo>
                    <a:lnTo>
                      <a:pt x="2670" y="560"/>
                    </a:lnTo>
                    <a:lnTo>
                      <a:pt x="2671" y="551"/>
                    </a:lnTo>
                    <a:lnTo>
                      <a:pt x="2671" y="570"/>
                    </a:lnTo>
                    <a:lnTo>
                      <a:pt x="2672" y="566"/>
                    </a:lnTo>
                    <a:lnTo>
                      <a:pt x="2672" y="566"/>
                    </a:lnTo>
                    <a:lnTo>
                      <a:pt x="2672" y="571"/>
                    </a:lnTo>
                    <a:lnTo>
                      <a:pt x="2672" y="552"/>
                    </a:lnTo>
                    <a:lnTo>
                      <a:pt x="2674" y="557"/>
                    </a:lnTo>
                    <a:lnTo>
                      <a:pt x="2674" y="557"/>
                    </a:lnTo>
                    <a:lnTo>
                      <a:pt x="2674" y="572"/>
                    </a:lnTo>
                    <a:lnTo>
                      <a:pt x="2675" y="553"/>
                    </a:lnTo>
                    <a:lnTo>
                      <a:pt x="2676" y="564"/>
                    </a:lnTo>
                    <a:lnTo>
                      <a:pt x="2676" y="564"/>
                    </a:lnTo>
                    <a:lnTo>
                      <a:pt x="2677" y="548"/>
                    </a:lnTo>
                    <a:lnTo>
                      <a:pt x="2677" y="574"/>
                    </a:lnTo>
                    <a:lnTo>
                      <a:pt x="2678" y="564"/>
                    </a:lnTo>
                    <a:lnTo>
                      <a:pt x="2678" y="564"/>
                    </a:lnTo>
                    <a:lnTo>
                      <a:pt x="2680" y="776"/>
                    </a:lnTo>
                    <a:lnTo>
                      <a:pt x="2680" y="254"/>
                    </a:lnTo>
                    <a:lnTo>
                      <a:pt x="2680" y="484"/>
                    </a:lnTo>
                    <a:lnTo>
                      <a:pt x="2680" y="483"/>
                    </a:lnTo>
                    <a:lnTo>
                      <a:pt x="2681" y="864"/>
                    </a:lnTo>
                    <a:lnTo>
                      <a:pt x="2681" y="311"/>
                    </a:lnTo>
                    <a:lnTo>
                      <a:pt x="2682" y="521"/>
                    </a:lnTo>
                    <a:lnTo>
                      <a:pt x="2682" y="521"/>
                    </a:lnTo>
                    <a:lnTo>
                      <a:pt x="2683" y="510"/>
                    </a:lnTo>
                    <a:lnTo>
                      <a:pt x="2683" y="579"/>
                    </a:lnTo>
                    <a:lnTo>
                      <a:pt x="2684" y="563"/>
                    </a:lnTo>
                    <a:lnTo>
                      <a:pt x="2684" y="563"/>
                    </a:lnTo>
                    <a:lnTo>
                      <a:pt x="2684" y="551"/>
                    </a:lnTo>
                    <a:lnTo>
                      <a:pt x="2685" y="574"/>
                    </a:lnTo>
                    <a:lnTo>
                      <a:pt x="2686" y="563"/>
                    </a:lnTo>
                    <a:lnTo>
                      <a:pt x="2686" y="563"/>
                    </a:lnTo>
                    <a:lnTo>
                      <a:pt x="2687" y="555"/>
                    </a:lnTo>
                    <a:lnTo>
                      <a:pt x="2687" y="570"/>
                    </a:lnTo>
                    <a:lnTo>
                      <a:pt x="2688" y="560"/>
                    </a:lnTo>
                    <a:lnTo>
                      <a:pt x="2688" y="560"/>
                    </a:lnTo>
                    <a:lnTo>
                      <a:pt x="2689" y="555"/>
                    </a:lnTo>
                    <a:lnTo>
                      <a:pt x="2689" y="568"/>
                    </a:lnTo>
                    <a:lnTo>
                      <a:pt x="2690" y="557"/>
                    </a:lnTo>
                    <a:lnTo>
                      <a:pt x="2690" y="557"/>
                    </a:lnTo>
                    <a:lnTo>
                      <a:pt x="2691" y="569"/>
                    </a:lnTo>
                    <a:lnTo>
                      <a:pt x="2691" y="553"/>
                    </a:lnTo>
                    <a:lnTo>
                      <a:pt x="2692" y="560"/>
                    </a:lnTo>
                    <a:lnTo>
                      <a:pt x="2692" y="560"/>
                    </a:lnTo>
                    <a:lnTo>
                      <a:pt x="2693" y="555"/>
                    </a:lnTo>
                    <a:lnTo>
                      <a:pt x="2693" y="567"/>
                    </a:lnTo>
                    <a:lnTo>
                      <a:pt x="2694" y="559"/>
                    </a:lnTo>
                    <a:lnTo>
                      <a:pt x="2694" y="559"/>
                    </a:lnTo>
                    <a:lnTo>
                      <a:pt x="2695" y="555"/>
                    </a:lnTo>
                    <a:lnTo>
                      <a:pt x="2696" y="568"/>
                    </a:lnTo>
                    <a:lnTo>
                      <a:pt x="2696" y="560"/>
                    </a:lnTo>
                    <a:lnTo>
                      <a:pt x="2696" y="560"/>
                    </a:lnTo>
                    <a:lnTo>
                      <a:pt x="2696" y="555"/>
                    </a:lnTo>
                    <a:lnTo>
                      <a:pt x="2698" y="567"/>
                    </a:lnTo>
                    <a:lnTo>
                      <a:pt x="2698" y="555"/>
                    </a:lnTo>
                    <a:lnTo>
                      <a:pt x="2698" y="555"/>
                    </a:lnTo>
                    <a:lnTo>
                      <a:pt x="2698" y="566"/>
                    </a:lnTo>
                    <a:lnTo>
                      <a:pt x="2700" y="557"/>
                    </a:lnTo>
                    <a:lnTo>
                      <a:pt x="2700" y="557"/>
                    </a:lnTo>
                    <a:lnTo>
                      <a:pt x="2701" y="556"/>
                    </a:lnTo>
                    <a:lnTo>
                      <a:pt x="2702" y="567"/>
                    </a:lnTo>
                    <a:lnTo>
                      <a:pt x="2702" y="558"/>
                    </a:lnTo>
                    <a:lnTo>
                      <a:pt x="2702" y="558"/>
                    </a:lnTo>
                    <a:lnTo>
                      <a:pt x="2703" y="555"/>
                    </a:lnTo>
                    <a:lnTo>
                      <a:pt x="2704" y="567"/>
                    </a:lnTo>
                    <a:lnTo>
                      <a:pt x="2704" y="558"/>
                    </a:lnTo>
                    <a:lnTo>
                      <a:pt x="2704" y="558"/>
                    </a:lnTo>
                    <a:lnTo>
                      <a:pt x="2705" y="543"/>
                    </a:lnTo>
                    <a:lnTo>
                      <a:pt x="2705" y="580"/>
                    </a:lnTo>
                    <a:lnTo>
                      <a:pt x="2706" y="564"/>
                    </a:lnTo>
                    <a:lnTo>
                      <a:pt x="2706" y="564"/>
                    </a:lnTo>
                    <a:lnTo>
                      <a:pt x="2707" y="569"/>
                    </a:lnTo>
                    <a:lnTo>
                      <a:pt x="2707" y="555"/>
                    </a:lnTo>
                    <a:lnTo>
                      <a:pt x="2708" y="557"/>
                    </a:lnTo>
                    <a:lnTo>
                      <a:pt x="2708" y="557"/>
                    </a:lnTo>
                    <a:lnTo>
                      <a:pt x="2708" y="569"/>
                    </a:lnTo>
                    <a:lnTo>
                      <a:pt x="2710" y="563"/>
                    </a:lnTo>
                    <a:lnTo>
                      <a:pt x="2710" y="563"/>
                    </a:lnTo>
                    <a:lnTo>
                      <a:pt x="2712" y="556"/>
                    </a:lnTo>
                    <a:lnTo>
                      <a:pt x="2712" y="571"/>
                    </a:lnTo>
                    <a:lnTo>
                      <a:pt x="2712" y="566"/>
                    </a:lnTo>
                    <a:lnTo>
                      <a:pt x="2712" y="567"/>
                    </a:lnTo>
                    <a:lnTo>
                      <a:pt x="2713" y="957"/>
                    </a:lnTo>
                    <a:lnTo>
                      <a:pt x="2713" y="189"/>
                    </a:lnTo>
                    <a:lnTo>
                      <a:pt x="2714" y="560"/>
                    </a:lnTo>
                    <a:lnTo>
                      <a:pt x="2714" y="560"/>
                    </a:lnTo>
                    <a:lnTo>
                      <a:pt x="2716" y="629"/>
                    </a:lnTo>
                    <a:lnTo>
                      <a:pt x="2716" y="527"/>
                    </a:lnTo>
                    <a:lnTo>
                      <a:pt x="2716" y="527"/>
                    </a:lnTo>
                    <a:lnTo>
                      <a:pt x="2716" y="527"/>
                    </a:lnTo>
                    <a:lnTo>
                      <a:pt x="2718" y="347"/>
                    </a:lnTo>
                    <a:lnTo>
                      <a:pt x="2718" y="747"/>
                    </a:lnTo>
                    <a:lnTo>
                      <a:pt x="2718" y="531"/>
                    </a:lnTo>
                    <a:lnTo>
                      <a:pt x="2718" y="530"/>
                    </a:lnTo>
                    <a:lnTo>
                      <a:pt x="2718" y="510"/>
                    </a:lnTo>
                    <a:lnTo>
                      <a:pt x="2719" y="637"/>
                    </a:lnTo>
                    <a:lnTo>
                      <a:pt x="2720" y="558"/>
                    </a:lnTo>
                    <a:lnTo>
                      <a:pt x="2720" y="558"/>
                    </a:lnTo>
                    <a:lnTo>
                      <a:pt x="2720" y="554"/>
                    </a:lnTo>
                    <a:lnTo>
                      <a:pt x="2722" y="573"/>
                    </a:lnTo>
                    <a:lnTo>
                      <a:pt x="2722" y="566"/>
                    </a:lnTo>
                    <a:lnTo>
                      <a:pt x="2722" y="567"/>
                    </a:lnTo>
                    <a:lnTo>
                      <a:pt x="2722" y="571"/>
                    </a:lnTo>
                    <a:lnTo>
                      <a:pt x="2723" y="552"/>
                    </a:lnTo>
                    <a:lnTo>
                      <a:pt x="2724" y="561"/>
                    </a:lnTo>
                    <a:lnTo>
                      <a:pt x="2724" y="561"/>
                    </a:lnTo>
                    <a:lnTo>
                      <a:pt x="2725" y="619"/>
                    </a:lnTo>
                    <a:lnTo>
                      <a:pt x="2725" y="509"/>
                    </a:lnTo>
                    <a:lnTo>
                      <a:pt x="2726" y="552"/>
                    </a:lnTo>
                    <a:lnTo>
                      <a:pt x="2726" y="552"/>
                    </a:lnTo>
                    <a:lnTo>
                      <a:pt x="2727" y="572"/>
                    </a:lnTo>
                    <a:lnTo>
                      <a:pt x="2728" y="564"/>
                    </a:lnTo>
                    <a:lnTo>
                      <a:pt x="2728" y="564"/>
                    </a:lnTo>
                    <a:lnTo>
                      <a:pt x="2729" y="572"/>
                    </a:lnTo>
                    <a:lnTo>
                      <a:pt x="2730" y="553"/>
                    </a:lnTo>
                    <a:lnTo>
                      <a:pt x="2730" y="564"/>
                    </a:lnTo>
                    <a:lnTo>
                      <a:pt x="2730" y="564"/>
                    </a:lnTo>
                    <a:lnTo>
                      <a:pt x="2731" y="553"/>
                    </a:lnTo>
                    <a:lnTo>
                      <a:pt x="2731" y="571"/>
                    </a:lnTo>
                    <a:lnTo>
                      <a:pt x="2732" y="556"/>
                    </a:lnTo>
                    <a:lnTo>
                      <a:pt x="2732" y="556"/>
                    </a:lnTo>
                    <a:lnTo>
                      <a:pt x="2734" y="518"/>
                    </a:lnTo>
                    <a:lnTo>
                      <a:pt x="2734" y="835"/>
                    </a:lnTo>
                    <a:lnTo>
                      <a:pt x="2734" y="681"/>
                    </a:lnTo>
                    <a:lnTo>
                      <a:pt x="2734" y="678"/>
                    </a:lnTo>
                    <a:lnTo>
                      <a:pt x="2734" y="271"/>
                    </a:lnTo>
                    <a:lnTo>
                      <a:pt x="2735" y="720"/>
                    </a:lnTo>
                    <a:lnTo>
                      <a:pt x="2736" y="529"/>
                    </a:lnTo>
                    <a:lnTo>
                      <a:pt x="2736" y="529"/>
                    </a:lnTo>
                    <a:lnTo>
                      <a:pt x="2738" y="629"/>
                    </a:lnTo>
                    <a:lnTo>
                      <a:pt x="2738" y="437"/>
                    </a:lnTo>
                    <a:lnTo>
                      <a:pt x="2739" y="562"/>
                    </a:lnTo>
                    <a:lnTo>
                      <a:pt x="2739" y="562"/>
                    </a:lnTo>
                    <a:lnTo>
                      <a:pt x="2739" y="546"/>
                    </a:lnTo>
                    <a:lnTo>
                      <a:pt x="2740" y="575"/>
                    </a:lnTo>
                    <a:lnTo>
                      <a:pt x="2740" y="557"/>
                    </a:lnTo>
                    <a:lnTo>
                      <a:pt x="2740" y="557"/>
                    </a:lnTo>
                    <a:lnTo>
                      <a:pt x="2742" y="927"/>
                    </a:lnTo>
                    <a:lnTo>
                      <a:pt x="2742" y="193"/>
                    </a:lnTo>
                    <a:lnTo>
                      <a:pt x="2742" y="392"/>
                    </a:lnTo>
                    <a:lnTo>
                      <a:pt x="2742" y="394"/>
                    </a:lnTo>
                    <a:lnTo>
                      <a:pt x="2743" y="696"/>
                    </a:lnTo>
                    <a:lnTo>
                      <a:pt x="2745" y="559"/>
                    </a:lnTo>
                    <a:lnTo>
                      <a:pt x="2745" y="559"/>
                    </a:lnTo>
                    <a:lnTo>
                      <a:pt x="2745" y="573"/>
                    </a:lnTo>
                    <a:lnTo>
                      <a:pt x="2746" y="553"/>
                    </a:lnTo>
                    <a:lnTo>
                      <a:pt x="2746" y="568"/>
                    </a:lnTo>
                    <a:lnTo>
                      <a:pt x="2746" y="568"/>
                    </a:lnTo>
                    <a:lnTo>
                      <a:pt x="2747" y="571"/>
                    </a:lnTo>
                    <a:lnTo>
                      <a:pt x="2748" y="554"/>
                    </a:lnTo>
                    <a:lnTo>
                      <a:pt x="2748" y="565"/>
                    </a:lnTo>
                    <a:lnTo>
                      <a:pt x="2748" y="565"/>
                    </a:lnTo>
                    <a:lnTo>
                      <a:pt x="2749" y="1040"/>
                    </a:lnTo>
                    <a:lnTo>
                      <a:pt x="2749" y="137"/>
                    </a:lnTo>
                    <a:lnTo>
                      <a:pt x="2751" y="500"/>
                    </a:lnTo>
                    <a:lnTo>
                      <a:pt x="2751" y="500"/>
                    </a:lnTo>
                    <a:lnTo>
                      <a:pt x="2751" y="576"/>
                    </a:lnTo>
                    <a:lnTo>
                      <a:pt x="2752" y="558"/>
                    </a:lnTo>
                    <a:lnTo>
                      <a:pt x="2752" y="558"/>
                    </a:lnTo>
                    <a:lnTo>
                      <a:pt x="2754" y="528"/>
                    </a:lnTo>
                    <a:lnTo>
                      <a:pt x="2754" y="580"/>
                    </a:lnTo>
                    <a:lnTo>
                      <a:pt x="2754" y="564"/>
                    </a:lnTo>
                    <a:lnTo>
                      <a:pt x="2754" y="563"/>
                    </a:lnTo>
                    <a:lnTo>
                      <a:pt x="2755" y="543"/>
                    </a:lnTo>
                    <a:lnTo>
                      <a:pt x="2755" y="577"/>
                    </a:lnTo>
                    <a:lnTo>
                      <a:pt x="2757" y="563"/>
                    </a:lnTo>
                    <a:lnTo>
                      <a:pt x="2757" y="563"/>
                    </a:lnTo>
                    <a:lnTo>
                      <a:pt x="2757" y="547"/>
                    </a:lnTo>
                    <a:lnTo>
                      <a:pt x="2758" y="573"/>
                    </a:lnTo>
                    <a:lnTo>
                      <a:pt x="2758" y="567"/>
                    </a:lnTo>
                    <a:lnTo>
                      <a:pt x="2758" y="567"/>
                    </a:lnTo>
                    <a:lnTo>
                      <a:pt x="2760" y="604"/>
                    </a:lnTo>
                    <a:lnTo>
                      <a:pt x="2760" y="499"/>
                    </a:lnTo>
                    <a:lnTo>
                      <a:pt x="2760" y="582"/>
                    </a:lnTo>
                    <a:lnTo>
                      <a:pt x="2760" y="582"/>
                    </a:lnTo>
                    <a:lnTo>
                      <a:pt x="2762" y="61"/>
                    </a:lnTo>
                    <a:lnTo>
                      <a:pt x="2762" y="759"/>
                    </a:lnTo>
                    <a:lnTo>
                      <a:pt x="2763" y="683"/>
                    </a:lnTo>
                    <a:lnTo>
                      <a:pt x="2763" y="682"/>
                    </a:lnTo>
                    <a:lnTo>
                      <a:pt x="2763" y="688"/>
                    </a:lnTo>
                    <a:lnTo>
                      <a:pt x="2763" y="455"/>
                    </a:lnTo>
                    <a:lnTo>
                      <a:pt x="2764" y="578"/>
                    </a:lnTo>
                    <a:lnTo>
                      <a:pt x="2764" y="578"/>
                    </a:lnTo>
                    <a:lnTo>
                      <a:pt x="2766" y="632"/>
                    </a:lnTo>
                    <a:lnTo>
                      <a:pt x="2766" y="485"/>
                    </a:lnTo>
                    <a:lnTo>
                      <a:pt x="2766" y="562"/>
                    </a:lnTo>
                    <a:lnTo>
                      <a:pt x="2766" y="562"/>
                    </a:lnTo>
                    <a:lnTo>
                      <a:pt x="2767" y="551"/>
                    </a:lnTo>
                    <a:lnTo>
                      <a:pt x="2767" y="573"/>
                    </a:lnTo>
                    <a:lnTo>
                      <a:pt x="2769" y="562"/>
                    </a:lnTo>
                    <a:lnTo>
                      <a:pt x="2769" y="561"/>
                    </a:lnTo>
                    <a:lnTo>
                      <a:pt x="2769" y="569"/>
                    </a:lnTo>
                    <a:lnTo>
                      <a:pt x="2769" y="556"/>
                    </a:lnTo>
                    <a:lnTo>
                      <a:pt x="2770" y="560"/>
                    </a:lnTo>
                    <a:lnTo>
                      <a:pt x="2770" y="560"/>
                    </a:lnTo>
                    <a:lnTo>
                      <a:pt x="2771" y="556"/>
                    </a:lnTo>
                    <a:lnTo>
                      <a:pt x="2771" y="567"/>
                    </a:lnTo>
                    <a:lnTo>
                      <a:pt x="2772" y="561"/>
                    </a:lnTo>
                    <a:lnTo>
                      <a:pt x="2772" y="561"/>
                    </a:lnTo>
                    <a:lnTo>
                      <a:pt x="2773" y="658"/>
                    </a:lnTo>
                    <a:lnTo>
                      <a:pt x="2773" y="416"/>
                    </a:lnTo>
                    <a:lnTo>
                      <a:pt x="2775" y="560"/>
                    </a:lnTo>
                    <a:lnTo>
                      <a:pt x="2775" y="560"/>
                    </a:lnTo>
                    <a:lnTo>
                      <a:pt x="2776" y="567"/>
                    </a:lnTo>
                    <a:lnTo>
                      <a:pt x="2776" y="556"/>
                    </a:lnTo>
                    <a:lnTo>
                      <a:pt x="2776" y="559"/>
                    </a:lnTo>
                    <a:lnTo>
                      <a:pt x="2776" y="559"/>
                    </a:lnTo>
                    <a:lnTo>
                      <a:pt x="2776" y="555"/>
                    </a:lnTo>
                    <a:lnTo>
                      <a:pt x="2778" y="567"/>
                    </a:lnTo>
                    <a:lnTo>
                      <a:pt x="2778" y="559"/>
                    </a:lnTo>
                    <a:lnTo>
                      <a:pt x="2778" y="559"/>
                    </a:lnTo>
                    <a:lnTo>
                      <a:pt x="2780" y="589"/>
                    </a:lnTo>
                    <a:lnTo>
                      <a:pt x="2780" y="538"/>
                    </a:lnTo>
                    <a:lnTo>
                      <a:pt x="2781" y="561"/>
                    </a:lnTo>
                    <a:lnTo>
                      <a:pt x="2781" y="561"/>
                    </a:lnTo>
                    <a:lnTo>
                      <a:pt x="2781" y="557"/>
                    </a:lnTo>
                    <a:lnTo>
                      <a:pt x="2782" y="566"/>
                    </a:lnTo>
                    <a:lnTo>
                      <a:pt x="2782" y="561"/>
                    </a:lnTo>
                    <a:lnTo>
                      <a:pt x="2782" y="561"/>
                    </a:lnTo>
                    <a:lnTo>
                      <a:pt x="2784" y="626"/>
                    </a:lnTo>
                    <a:lnTo>
                      <a:pt x="2784" y="556"/>
                    </a:lnTo>
                    <a:lnTo>
                      <a:pt x="2784" y="556"/>
                    </a:lnTo>
                    <a:lnTo>
                      <a:pt x="2785" y="332"/>
                    </a:lnTo>
                    <a:lnTo>
                      <a:pt x="2785" y="762"/>
                    </a:lnTo>
                    <a:lnTo>
                      <a:pt x="2787" y="555"/>
                    </a:lnTo>
                    <a:lnTo>
                      <a:pt x="2787" y="555"/>
                    </a:lnTo>
                    <a:lnTo>
                      <a:pt x="2787" y="579"/>
                    </a:lnTo>
                    <a:lnTo>
                      <a:pt x="2788" y="552"/>
                    </a:lnTo>
                    <a:lnTo>
                      <a:pt x="2788" y="563"/>
                    </a:lnTo>
                    <a:lnTo>
                      <a:pt x="2788" y="563"/>
                    </a:lnTo>
                    <a:lnTo>
                      <a:pt x="2790" y="609"/>
                    </a:lnTo>
                    <a:lnTo>
                      <a:pt x="2790" y="513"/>
                    </a:lnTo>
                    <a:lnTo>
                      <a:pt x="2790" y="574"/>
                    </a:lnTo>
                    <a:lnTo>
                      <a:pt x="2790" y="574"/>
                    </a:lnTo>
                    <a:lnTo>
                      <a:pt x="2791" y="552"/>
                    </a:lnTo>
                    <a:lnTo>
                      <a:pt x="2793" y="560"/>
                    </a:lnTo>
                    <a:lnTo>
                      <a:pt x="2793" y="560"/>
                    </a:lnTo>
                    <a:lnTo>
                      <a:pt x="2793" y="567"/>
                    </a:lnTo>
                    <a:lnTo>
                      <a:pt x="2794" y="554"/>
                    </a:lnTo>
                    <a:lnTo>
                      <a:pt x="2794" y="559"/>
                    </a:lnTo>
                    <a:lnTo>
                      <a:pt x="2794" y="559"/>
                    </a:lnTo>
                    <a:lnTo>
                      <a:pt x="2796" y="489"/>
                    </a:lnTo>
                    <a:lnTo>
                      <a:pt x="2796" y="606"/>
                    </a:lnTo>
                    <a:lnTo>
                      <a:pt x="2796" y="594"/>
                    </a:lnTo>
                    <a:lnTo>
                      <a:pt x="2796" y="594"/>
                    </a:lnTo>
                    <a:lnTo>
                      <a:pt x="2797" y="665"/>
                    </a:lnTo>
                    <a:lnTo>
                      <a:pt x="2797" y="445"/>
                    </a:lnTo>
                    <a:lnTo>
                      <a:pt x="2799" y="558"/>
                    </a:lnTo>
                    <a:lnTo>
                      <a:pt x="2799" y="558"/>
                    </a:lnTo>
                    <a:lnTo>
                      <a:pt x="2800" y="723"/>
                    </a:lnTo>
                    <a:lnTo>
                      <a:pt x="2800" y="389"/>
                    </a:lnTo>
                    <a:lnTo>
                      <a:pt x="2800" y="480"/>
                    </a:lnTo>
                    <a:lnTo>
                      <a:pt x="2800" y="481"/>
                    </a:lnTo>
                    <a:lnTo>
                      <a:pt x="2801" y="781"/>
                    </a:lnTo>
                    <a:lnTo>
                      <a:pt x="2802" y="380"/>
                    </a:lnTo>
                    <a:lnTo>
                      <a:pt x="2802" y="447"/>
                    </a:lnTo>
                    <a:lnTo>
                      <a:pt x="2802" y="447"/>
                    </a:lnTo>
                    <a:lnTo>
                      <a:pt x="2803" y="642"/>
                    </a:lnTo>
                    <a:lnTo>
                      <a:pt x="2805" y="564"/>
                    </a:lnTo>
                    <a:lnTo>
                      <a:pt x="2805" y="564"/>
                    </a:lnTo>
                    <a:lnTo>
                      <a:pt x="2805" y="557"/>
                    </a:lnTo>
                    <a:lnTo>
                      <a:pt x="2805" y="566"/>
                    </a:lnTo>
                    <a:lnTo>
                      <a:pt x="2806" y="558"/>
                    </a:lnTo>
                    <a:lnTo>
                      <a:pt x="2806" y="558"/>
                    </a:lnTo>
                    <a:lnTo>
                      <a:pt x="2808" y="504"/>
                    </a:lnTo>
                    <a:lnTo>
                      <a:pt x="2808" y="608"/>
                    </a:lnTo>
                    <a:lnTo>
                      <a:pt x="2808" y="563"/>
                    </a:lnTo>
                    <a:lnTo>
                      <a:pt x="2808" y="563"/>
                    </a:lnTo>
                    <a:lnTo>
                      <a:pt x="2810" y="841"/>
                    </a:lnTo>
                    <a:lnTo>
                      <a:pt x="2810" y="209"/>
                    </a:lnTo>
                    <a:lnTo>
                      <a:pt x="2811" y="661"/>
                    </a:lnTo>
                    <a:lnTo>
                      <a:pt x="2811" y="661"/>
                    </a:lnTo>
                    <a:lnTo>
                      <a:pt x="2811" y="744"/>
                    </a:lnTo>
                    <a:lnTo>
                      <a:pt x="2812" y="545"/>
                    </a:lnTo>
                    <a:lnTo>
                      <a:pt x="2812" y="564"/>
                    </a:lnTo>
                    <a:lnTo>
                      <a:pt x="2812" y="564"/>
                    </a:lnTo>
                    <a:lnTo>
                      <a:pt x="2814" y="619"/>
                    </a:lnTo>
                    <a:lnTo>
                      <a:pt x="2814" y="523"/>
                    </a:lnTo>
                    <a:lnTo>
                      <a:pt x="2814" y="563"/>
                    </a:lnTo>
                    <a:lnTo>
                      <a:pt x="2814" y="563"/>
                    </a:lnTo>
                    <a:lnTo>
                      <a:pt x="2816" y="589"/>
                    </a:lnTo>
                    <a:lnTo>
                      <a:pt x="2816" y="539"/>
                    </a:lnTo>
                    <a:lnTo>
                      <a:pt x="2817" y="555"/>
                    </a:lnTo>
                    <a:lnTo>
                      <a:pt x="2817" y="555"/>
                    </a:lnTo>
                    <a:lnTo>
                      <a:pt x="2818" y="632"/>
                    </a:lnTo>
                    <a:lnTo>
                      <a:pt x="2818" y="510"/>
                    </a:lnTo>
                    <a:lnTo>
                      <a:pt x="2818" y="572"/>
                    </a:lnTo>
                    <a:lnTo>
                      <a:pt x="2818" y="572"/>
                    </a:lnTo>
                    <a:lnTo>
                      <a:pt x="2819" y="556"/>
                    </a:lnTo>
                    <a:lnTo>
                      <a:pt x="2819" y="574"/>
                    </a:lnTo>
                    <a:lnTo>
                      <a:pt x="2820" y="565"/>
                    </a:lnTo>
                    <a:lnTo>
                      <a:pt x="2820" y="565"/>
                    </a:lnTo>
                    <a:lnTo>
                      <a:pt x="2821" y="556"/>
                    </a:lnTo>
                    <a:lnTo>
                      <a:pt x="2821" y="574"/>
                    </a:lnTo>
                    <a:lnTo>
                      <a:pt x="2823" y="558"/>
                    </a:lnTo>
                    <a:lnTo>
                      <a:pt x="2823" y="558"/>
                    </a:lnTo>
                    <a:lnTo>
                      <a:pt x="2823" y="556"/>
                    </a:lnTo>
                    <a:lnTo>
                      <a:pt x="2823" y="574"/>
                    </a:lnTo>
                    <a:lnTo>
                      <a:pt x="2824" y="568"/>
                    </a:lnTo>
                    <a:lnTo>
                      <a:pt x="2824" y="568"/>
                    </a:lnTo>
                    <a:lnTo>
                      <a:pt x="2825" y="556"/>
                    </a:lnTo>
                    <a:lnTo>
                      <a:pt x="2825" y="574"/>
                    </a:lnTo>
                    <a:lnTo>
                      <a:pt x="2826" y="563"/>
                    </a:lnTo>
                    <a:lnTo>
                      <a:pt x="2826" y="563"/>
                    </a:lnTo>
                    <a:lnTo>
                      <a:pt x="2827" y="556"/>
                    </a:lnTo>
                    <a:lnTo>
                      <a:pt x="2827" y="574"/>
                    </a:lnTo>
                    <a:lnTo>
                      <a:pt x="2829" y="571"/>
                    </a:lnTo>
                    <a:lnTo>
                      <a:pt x="2829" y="571"/>
                    </a:lnTo>
                    <a:lnTo>
                      <a:pt x="2829" y="556"/>
                    </a:lnTo>
                    <a:lnTo>
                      <a:pt x="2829" y="574"/>
                    </a:lnTo>
                    <a:lnTo>
                      <a:pt x="2830" y="566"/>
                    </a:lnTo>
                    <a:lnTo>
                      <a:pt x="2830" y="566"/>
                    </a:lnTo>
                    <a:lnTo>
                      <a:pt x="2831" y="556"/>
                    </a:lnTo>
                    <a:lnTo>
                      <a:pt x="2831" y="574"/>
                    </a:lnTo>
                    <a:lnTo>
                      <a:pt x="2832" y="556"/>
                    </a:lnTo>
                    <a:lnTo>
                      <a:pt x="2832" y="556"/>
                    </a:lnTo>
                    <a:lnTo>
                      <a:pt x="2832" y="556"/>
                    </a:lnTo>
                    <a:lnTo>
                      <a:pt x="2832" y="574"/>
                    </a:lnTo>
                    <a:lnTo>
                      <a:pt x="2835" y="565"/>
                    </a:lnTo>
                    <a:lnTo>
                      <a:pt x="2835" y="565"/>
                    </a:lnTo>
                    <a:lnTo>
                      <a:pt x="2835" y="556"/>
                    </a:lnTo>
                    <a:lnTo>
                      <a:pt x="2835" y="574"/>
                    </a:lnTo>
                    <a:lnTo>
                      <a:pt x="2836" y="560"/>
                    </a:lnTo>
                    <a:lnTo>
                      <a:pt x="2836" y="559"/>
                    </a:lnTo>
                    <a:lnTo>
                      <a:pt x="2836" y="556"/>
                    </a:lnTo>
                    <a:lnTo>
                      <a:pt x="2836" y="574"/>
                    </a:lnTo>
                    <a:lnTo>
                      <a:pt x="2838" y="568"/>
                    </a:lnTo>
                    <a:lnTo>
                      <a:pt x="2838" y="568"/>
                    </a:lnTo>
                    <a:lnTo>
                      <a:pt x="2839" y="556"/>
                    </a:lnTo>
                    <a:lnTo>
                      <a:pt x="2839" y="574"/>
                    </a:lnTo>
                    <a:lnTo>
                      <a:pt x="2841" y="562"/>
                    </a:lnTo>
                    <a:lnTo>
                      <a:pt x="2841" y="561"/>
                    </a:lnTo>
                    <a:lnTo>
                      <a:pt x="2842" y="620"/>
                    </a:lnTo>
                    <a:lnTo>
                      <a:pt x="2842" y="448"/>
                    </a:lnTo>
                    <a:lnTo>
                      <a:pt x="2842" y="564"/>
                    </a:lnTo>
                    <a:lnTo>
                      <a:pt x="2842" y="564"/>
                    </a:lnTo>
                    <a:lnTo>
                      <a:pt x="2844" y="7"/>
                    </a:lnTo>
                    <a:lnTo>
                      <a:pt x="2844" y="791"/>
                    </a:lnTo>
                    <a:lnTo>
                      <a:pt x="2844" y="524"/>
                    </a:lnTo>
                    <a:lnTo>
                      <a:pt x="2844" y="525"/>
                    </a:lnTo>
                    <a:lnTo>
                      <a:pt x="2844" y="525"/>
                    </a:lnTo>
                    <a:lnTo>
                      <a:pt x="2845" y="586"/>
                    </a:lnTo>
                    <a:lnTo>
                      <a:pt x="2847" y="548"/>
                    </a:lnTo>
                    <a:lnTo>
                      <a:pt x="2847" y="549"/>
                    </a:lnTo>
                    <a:lnTo>
                      <a:pt x="2847" y="1254"/>
                    </a:lnTo>
                    <a:lnTo>
                      <a:pt x="2848" y="1"/>
                    </a:lnTo>
                    <a:lnTo>
                      <a:pt x="2849" y="520"/>
                    </a:lnTo>
                    <a:lnTo>
                      <a:pt x="2849" y="519"/>
                    </a:lnTo>
                    <a:lnTo>
                      <a:pt x="2849" y="399"/>
                    </a:lnTo>
                    <a:lnTo>
                      <a:pt x="2850" y="625"/>
                    </a:lnTo>
                    <a:lnTo>
                      <a:pt x="2850" y="592"/>
                    </a:lnTo>
                    <a:lnTo>
                      <a:pt x="2850" y="591"/>
                    </a:lnTo>
                    <a:lnTo>
                      <a:pt x="2852" y="596"/>
                    </a:lnTo>
                    <a:lnTo>
                      <a:pt x="2853" y="520"/>
                    </a:lnTo>
                    <a:lnTo>
                      <a:pt x="2853" y="522"/>
                    </a:lnTo>
                    <a:lnTo>
                      <a:pt x="2853" y="523"/>
                    </a:lnTo>
                    <a:lnTo>
                      <a:pt x="2853" y="522"/>
                    </a:lnTo>
                    <a:lnTo>
                      <a:pt x="2853" y="605"/>
                    </a:lnTo>
                    <a:lnTo>
                      <a:pt x="2855" y="547"/>
                    </a:lnTo>
                    <a:lnTo>
                      <a:pt x="2855" y="547"/>
                    </a:lnTo>
                    <a:lnTo>
                      <a:pt x="2856" y="540"/>
                    </a:lnTo>
                    <a:lnTo>
                      <a:pt x="2856" y="586"/>
                    </a:lnTo>
                    <a:lnTo>
                      <a:pt x="2856" y="563"/>
                    </a:lnTo>
                    <a:lnTo>
                      <a:pt x="2856" y="563"/>
                    </a:lnTo>
                    <a:lnTo>
                      <a:pt x="2857" y="545"/>
                    </a:lnTo>
                    <a:lnTo>
                      <a:pt x="2858" y="583"/>
                    </a:lnTo>
                    <a:lnTo>
                      <a:pt x="2859" y="582"/>
                    </a:lnTo>
                    <a:lnTo>
                      <a:pt x="2859" y="582"/>
                    </a:lnTo>
                    <a:lnTo>
                      <a:pt x="2861" y="583"/>
                    </a:lnTo>
                    <a:lnTo>
                      <a:pt x="2861" y="549"/>
                    </a:lnTo>
                    <a:lnTo>
                      <a:pt x="2861" y="552"/>
                    </a:lnTo>
                    <a:lnTo>
                      <a:pt x="2861" y="552"/>
                    </a:lnTo>
                    <a:lnTo>
                      <a:pt x="2861" y="579"/>
                    </a:lnTo>
                    <a:lnTo>
                      <a:pt x="2861" y="549"/>
                    </a:lnTo>
                    <a:lnTo>
                      <a:pt x="2862" y="577"/>
                    </a:lnTo>
                    <a:lnTo>
                      <a:pt x="2862" y="577"/>
                    </a:lnTo>
                    <a:lnTo>
                      <a:pt x="2864" y="550"/>
                    </a:lnTo>
                    <a:lnTo>
                      <a:pt x="2864" y="579"/>
                    </a:lnTo>
                    <a:lnTo>
                      <a:pt x="2865" y="566"/>
                    </a:lnTo>
                    <a:lnTo>
                      <a:pt x="2865" y="565"/>
                    </a:lnTo>
                    <a:lnTo>
                      <a:pt x="2865" y="548"/>
                    </a:lnTo>
                    <a:lnTo>
                      <a:pt x="2865" y="581"/>
                    </a:lnTo>
                    <a:lnTo>
                      <a:pt x="2867" y="553"/>
                    </a:lnTo>
                    <a:lnTo>
                      <a:pt x="2867" y="553"/>
                    </a:lnTo>
                    <a:lnTo>
                      <a:pt x="2867" y="578"/>
                    </a:lnTo>
                    <a:lnTo>
                      <a:pt x="2867" y="546"/>
                    </a:lnTo>
                    <a:lnTo>
                      <a:pt x="2868" y="554"/>
                    </a:lnTo>
                    <a:lnTo>
                      <a:pt x="2868" y="554"/>
                    </a:lnTo>
                    <a:lnTo>
                      <a:pt x="2869" y="553"/>
                    </a:lnTo>
                    <a:lnTo>
                      <a:pt x="2870" y="575"/>
                    </a:lnTo>
                    <a:lnTo>
                      <a:pt x="2871" y="557"/>
                    </a:lnTo>
                    <a:lnTo>
                      <a:pt x="2871" y="557"/>
                    </a:lnTo>
                    <a:lnTo>
                      <a:pt x="2871" y="554"/>
                    </a:lnTo>
                    <a:lnTo>
                      <a:pt x="2872" y="574"/>
                    </a:lnTo>
                    <a:lnTo>
                      <a:pt x="2873" y="556"/>
                    </a:lnTo>
                    <a:lnTo>
                      <a:pt x="2873" y="556"/>
                    </a:lnTo>
                    <a:lnTo>
                      <a:pt x="2873" y="571"/>
                    </a:lnTo>
                    <a:lnTo>
                      <a:pt x="2874" y="556"/>
                    </a:lnTo>
                    <a:lnTo>
                      <a:pt x="2874" y="569"/>
                    </a:lnTo>
                    <a:lnTo>
                      <a:pt x="2874" y="569"/>
                    </a:lnTo>
                    <a:lnTo>
                      <a:pt x="2875" y="551"/>
                    </a:lnTo>
                    <a:lnTo>
                      <a:pt x="2877" y="575"/>
                    </a:lnTo>
                    <a:lnTo>
                      <a:pt x="2877" y="572"/>
                    </a:lnTo>
                    <a:lnTo>
                      <a:pt x="2877" y="572"/>
                    </a:lnTo>
                    <a:lnTo>
                      <a:pt x="2877" y="575"/>
                    </a:lnTo>
                    <a:lnTo>
                      <a:pt x="2877" y="551"/>
                    </a:lnTo>
                    <a:lnTo>
                      <a:pt x="2879" y="574"/>
                    </a:lnTo>
                    <a:lnTo>
                      <a:pt x="2879" y="574"/>
                    </a:lnTo>
                    <a:lnTo>
                      <a:pt x="2879" y="550"/>
                    </a:lnTo>
                    <a:lnTo>
                      <a:pt x="2880" y="560"/>
                    </a:lnTo>
                    <a:lnTo>
                      <a:pt x="2880" y="560"/>
                    </a:lnTo>
                    <a:lnTo>
                      <a:pt x="2881" y="554"/>
                    </a:lnTo>
                    <a:lnTo>
                      <a:pt x="2881" y="572"/>
                    </a:lnTo>
                    <a:lnTo>
                      <a:pt x="2883" y="560"/>
                    </a:lnTo>
                    <a:lnTo>
                      <a:pt x="2883" y="560"/>
                    </a:lnTo>
                    <a:lnTo>
                      <a:pt x="2883" y="575"/>
                    </a:lnTo>
                    <a:lnTo>
                      <a:pt x="2883" y="548"/>
                    </a:lnTo>
                    <a:lnTo>
                      <a:pt x="2885" y="574"/>
                    </a:lnTo>
                    <a:lnTo>
                      <a:pt x="2885" y="574"/>
                    </a:lnTo>
                    <a:lnTo>
                      <a:pt x="2886" y="547"/>
                    </a:lnTo>
                    <a:lnTo>
                      <a:pt x="2886" y="579"/>
                    </a:lnTo>
                    <a:lnTo>
                      <a:pt x="2886" y="578"/>
                    </a:lnTo>
                    <a:lnTo>
                      <a:pt x="2886" y="578"/>
                    </a:lnTo>
                    <a:lnTo>
                      <a:pt x="2886" y="581"/>
                    </a:lnTo>
                    <a:lnTo>
                      <a:pt x="2887" y="543"/>
                    </a:lnTo>
                    <a:lnTo>
                      <a:pt x="2889" y="555"/>
                    </a:lnTo>
                    <a:lnTo>
                      <a:pt x="2889" y="555"/>
                    </a:lnTo>
                    <a:lnTo>
                      <a:pt x="2889" y="581"/>
                    </a:lnTo>
                    <a:lnTo>
                      <a:pt x="2890" y="541"/>
                    </a:lnTo>
                    <a:lnTo>
                      <a:pt x="2891" y="569"/>
                    </a:lnTo>
                    <a:lnTo>
                      <a:pt x="2891" y="569"/>
                    </a:lnTo>
                    <a:lnTo>
                      <a:pt x="2891" y="579"/>
                    </a:lnTo>
                    <a:lnTo>
                      <a:pt x="2892" y="543"/>
                    </a:lnTo>
                    <a:lnTo>
                      <a:pt x="2892" y="548"/>
                    </a:lnTo>
                    <a:lnTo>
                      <a:pt x="2892" y="548"/>
                    </a:lnTo>
                    <a:lnTo>
                      <a:pt x="2894" y="581"/>
                    </a:lnTo>
                    <a:lnTo>
                      <a:pt x="2894" y="542"/>
                    </a:lnTo>
                    <a:lnTo>
                      <a:pt x="2895" y="577"/>
                    </a:lnTo>
                    <a:lnTo>
                      <a:pt x="2895" y="577"/>
                    </a:lnTo>
                    <a:lnTo>
                      <a:pt x="2895" y="539"/>
                    </a:lnTo>
                    <a:lnTo>
                      <a:pt x="2895" y="586"/>
                    </a:lnTo>
                    <a:lnTo>
                      <a:pt x="2897" y="583"/>
                    </a:lnTo>
                    <a:lnTo>
                      <a:pt x="2897" y="583"/>
                    </a:lnTo>
                    <a:lnTo>
                      <a:pt x="2898" y="587"/>
                    </a:lnTo>
                    <a:lnTo>
                      <a:pt x="2898" y="537"/>
                    </a:lnTo>
                    <a:lnTo>
                      <a:pt x="2898" y="551"/>
                    </a:lnTo>
                    <a:lnTo>
                      <a:pt x="2898" y="551"/>
                    </a:lnTo>
                    <a:lnTo>
                      <a:pt x="2899" y="588"/>
                    </a:lnTo>
                    <a:lnTo>
                      <a:pt x="2900" y="534"/>
                    </a:lnTo>
                    <a:lnTo>
                      <a:pt x="2901" y="572"/>
                    </a:lnTo>
                    <a:lnTo>
                      <a:pt x="2901" y="572"/>
                    </a:lnTo>
                    <a:lnTo>
                      <a:pt x="2902" y="590"/>
                    </a:lnTo>
                    <a:lnTo>
                      <a:pt x="2903" y="528"/>
                    </a:lnTo>
                    <a:lnTo>
                      <a:pt x="2903" y="528"/>
                    </a:lnTo>
                    <a:lnTo>
                      <a:pt x="2903" y="596"/>
                    </a:lnTo>
                    <a:lnTo>
                      <a:pt x="2903" y="519"/>
                    </a:lnTo>
                    <a:lnTo>
                      <a:pt x="2904" y="554"/>
                    </a:lnTo>
                    <a:lnTo>
                      <a:pt x="2904" y="554"/>
                    </a:lnTo>
                    <a:lnTo>
                      <a:pt x="2906" y="589"/>
                    </a:lnTo>
                    <a:lnTo>
                      <a:pt x="2906" y="530"/>
                    </a:lnTo>
                    <a:lnTo>
                      <a:pt x="2907" y="572"/>
                    </a:lnTo>
                    <a:lnTo>
                      <a:pt x="2907" y="572"/>
                    </a:lnTo>
                    <a:lnTo>
                      <a:pt x="2907" y="528"/>
                    </a:lnTo>
                    <a:lnTo>
                      <a:pt x="2908" y="596"/>
                    </a:lnTo>
                    <a:lnTo>
                      <a:pt x="2909" y="566"/>
                    </a:lnTo>
                    <a:lnTo>
                      <a:pt x="2909" y="567"/>
                    </a:lnTo>
                    <a:lnTo>
                      <a:pt x="2909" y="600"/>
                    </a:lnTo>
                    <a:lnTo>
                      <a:pt x="2910" y="506"/>
                    </a:lnTo>
                    <a:lnTo>
                      <a:pt x="2910" y="506"/>
                    </a:lnTo>
                    <a:lnTo>
                      <a:pt x="2910" y="506"/>
                    </a:lnTo>
                    <a:lnTo>
                      <a:pt x="2911" y="602"/>
                    </a:lnTo>
                    <a:lnTo>
                      <a:pt x="2913" y="602"/>
                    </a:lnTo>
                    <a:lnTo>
                      <a:pt x="2913" y="602"/>
                    </a:lnTo>
                    <a:lnTo>
                      <a:pt x="2913" y="514"/>
                    </a:lnTo>
                    <a:lnTo>
                      <a:pt x="2915" y="534"/>
                    </a:lnTo>
                    <a:lnTo>
                      <a:pt x="2915" y="534"/>
                    </a:lnTo>
                    <a:lnTo>
                      <a:pt x="2915" y="604"/>
                    </a:lnTo>
                    <a:lnTo>
                      <a:pt x="2915" y="521"/>
                    </a:lnTo>
                    <a:lnTo>
                      <a:pt x="2916" y="561"/>
                    </a:lnTo>
                    <a:lnTo>
                      <a:pt x="2916" y="561"/>
                    </a:lnTo>
                    <a:lnTo>
                      <a:pt x="2918" y="510"/>
                    </a:lnTo>
                    <a:lnTo>
                      <a:pt x="2918" y="604"/>
                    </a:lnTo>
                    <a:lnTo>
                      <a:pt x="2919" y="515"/>
                    </a:lnTo>
                    <a:lnTo>
                      <a:pt x="2919" y="515"/>
                    </a:lnTo>
                    <a:lnTo>
                      <a:pt x="2919" y="515"/>
                    </a:lnTo>
                    <a:lnTo>
                      <a:pt x="2920" y="599"/>
                    </a:lnTo>
                    <a:lnTo>
                      <a:pt x="2921" y="558"/>
                    </a:lnTo>
                    <a:lnTo>
                      <a:pt x="2921" y="558"/>
                    </a:lnTo>
                    <a:lnTo>
                      <a:pt x="2921" y="601"/>
                    </a:lnTo>
                    <a:lnTo>
                      <a:pt x="2921" y="515"/>
                    </a:lnTo>
                    <a:lnTo>
                      <a:pt x="2922" y="600"/>
                    </a:lnTo>
                    <a:lnTo>
                      <a:pt x="2922" y="600"/>
                    </a:lnTo>
                    <a:lnTo>
                      <a:pt x="2924" y="606"/>
                    </a:lnTo>
                    <a:lnTo>
                      <a:pt x="2924" y="507"/>
                    </a:lnTo>
                    <a:lnTo>
                      <a:pt x="2925" y="589"/>
                    </a:lnTo>
                    <a:lnTo>
                      <a:pt x="2925" y="589"/>
                    </a:lnTo>
                    <a:lnTo>
                      <a:pt x="2925" y="524"/>
                    </a:lnTo>
                    <a:lnTo>
                      <a:pt x="2927" y="599"/>
                    </a:lnTo>
                    <a:lnTo>
                      <a:pt x="2927" y="544"/>
                    </a:lnTo>
                    <a:lnTo>
                      <a:pt x="2927" y="544"/>
                    </a:lnTo>
                    <a:lnTo>
                      <a:pt x="2928" y="514"/>
                    </a:lnTo>
                    <a:lnTo>
                      <a:pt x="2928" y="606"/>
                    </a:lnTo>
                    <a:lnTo>
                      <a:pt x="2928" y="601"/>
                    </a:lnTo>
                    <a:lnTo>
                      <a:pt x="2928" y="601"/>
                    </a:lnTo>
                    <a:lnTo>
                      <a:pt x="2930" y="605"/>
                    </a:lnTo>
                    <a:lnTo>
                      <a:pt x="2930" y="513"/>
                    </a:lnTo>
                    <a:lnTo>
                      <a:pt x="2931" y="604"/>
                    </a:lnTo>
                    <a:lnTo>
                      <a:pt x="2931" y="604"/>
                    </a:lnTo>
                    <a:lnTo>
                      <a:pt x="2932" y="510"/>
                    </a:lnTo>
                    <a:lnTo>
                      <a:pt x="2933" y="544"/>
                    </a:lnTo>
                    <a:lnTo>
                      <a:pt x="2933" y="544"/>
                    </a:lnTo>
                    <a:lnTo>
                      <a:pt x="2934" y="514"/>
                    </a:lnTo>
                    <a:lnTo>
                      <a:pt x="2934" y="607"/>
                    </a:lnTo>
                    <a:lnTo>
                      <a:pt x="2934" y="549"/>
                    </a:lnTo>
                    <a:lnTo>
                      <a:pt x="2934" y="549"/>
                    </a:lnTo>
                    <a:lnTo>
                      <a:pt x="2935" y="515"/>
                    </a:lnTo>
                    <a:lnTo>
                      <a:pt x="2936" y="607"/>
                    </a:lnTo>
                    <a:lnTo>
                      <a:pt x="2937" y="548"/>
                    </a:lnTo>
                    <a:lnTo>
                      <a:pt x="2937" y="548"/>
                    </a:lnTo>
                    <a:lnTo>
                      <a:pt x="2938" y="602"/>
                    </a:lnTo>
                    <a:lnTo>
                      <a:pt x="2938" y="512"/>
                    </a:lnTo>
                    <a:lnTo>
                      <a:pt x="2939" y="590"/>
                    </a:lnTo>
                    <a:lnTo>
                      <a:pt x="2939" y="589"/>
                    </a:lnTo>
                    <a:lnTo>
                      <a:pt x="2940" y="509"/>
                    </a:lnTo>
                    <a:lnTo>
                      <a:pt x="2940" y="607"/>
                    </a:lnTo>
                    <a:lnTo>
                      <a:pt x="2940" y="584"/>
                    </a:lnTo>
                    <a:lnTo>
                      <a:pt x="2940" y="583"/>
                    </a:lnTo>
                    <a:lnTo>
                      <a:pt x="2941" y="514"/>
                    </a:lnTo>
                    <a:lnTo>
                      <a:pt x="2941" y="596"/>
                    </a:lnTo>
                    <a:lnTo>
                      <a:pt x="2943" y="574"/>
                    </a:lnTo>
                    <a:lnTo>
                      <a:pt x="2943" y="574"/>
                    </a:lnTo>
                    <a:lnTo>
                      <a:pt x="2943" y="613"/>
                    </a:lnTo>
                    <a:lnTo>
                      <a:pt x="2944" y="514"/>
                    </a:lnTo>
                    <a:lnTo>
                      <a:pt x="2945" y="583"/>
                    </a:lnTo>
                    <a:lnTo>
                      <a:pt x="2945" y="583"/>
                    </a:lnTo>
                    <a:lnTo>
                      <a:pt x="2945" y="504"/>
                    </a:lnTo>
                    <a:lnTo>
                      <a:pt x="2946" y="606"/>
                    </a:lnTo>
                    <a:lnTo>
                      <a:pt x="2946" y="571"/>
                    </a:lnTo>
                    <a:lnTo>
                      <a:pt x="2946" y="571"/>
                    </a:lnTo>
                    <a:lnTo>
                      <a:pt x="2948" y="602"/>
                    </a:lnTo>
                    <a:lnTo>
                      <a:pt x="2948" y="513"/>
                    </a:lnTo>
                    <a:lnTo>
                      <a:pt x="2949" y="598"/>
                    </a:lnTo>
                    <a:lnTo>
                      <a:pt x="2949" y="598"/>
                    </a:lnTo>
                    <a:lnTo>
                      <a:pt x="2950" y="507"/>
                    </a:lnTo>
                    <a:lnTo>
                      <a:pt x="2950" y="613"/>
                    </a:lnTo>
                    <a:lnTo>
                      <a:pt x="2951" y="557"/>
                    </a:lnTo>
                    <a:lnTo>
                      <a:pt x="2951" y="557"/>
                    </a:lnTo>
                    <a:lnTo>
                      <a:pt x="2951" y="611"/>
                    </a:lnTo>
                    <a:lnTo>
                      <a:pt x="2952" y="505"/>
                    </a:lnTo>
                    <a:lnTo>
                      <a:pt x="2952" y="538"/>
                    </a:lnTo>
                    <a:lnTo>
                      <a:pt x="2952" y="539"/>
                    </a:lnTo>
                    <a:lnTo>
                      <a:pt x="2954" y="692"/>
                    </a:lnTo>
                    <a:lnTo>
                      <a:pt x="2954" y="488"/>
                    </a:lnTo>
                    <a:lnTo>
                      <a:pt x="2955" y="511"/>
                    </a:lnTo>
                    <a:lnTo>
                      <a:pt x="2955" y="511"/>
                    </a:lnTo>
                    <a:lnTo>
                      <a:pt x="2955" y="913"/>
                    </a:lnTo>
                    <a:lnTo>
                      <a:pt x="2955" y="335"/>
                    </a:lnTo>
                    <a:lnTo>
                      <a:pt x="2957" y="557"/>
                    </a:lnTo>
                    <a:lnTo>
                      <a:pt x="2957" y="557"/>
                    </a:lnTo>
                    <a:lnTo>
                      <a:pt x="2958" y="530"/>
                    </a:lnTo>
                    <a:lnTo>
                      <a:pt x="2959" y="596"/>
                    </a:lnTo>
                    <a:lnTo>
                      <a:pt x="2959" y="575"/>
                    </a:lnTo>
                    <a:lnTo>
                      <a:pt x="2959" y="574"/>
                    </a:lnTo>
                    <a:lnTo>
                      <a:pt x="2960" y="599"/>
                    </a:lnTo>
                    <a:lnTo>
                      <a:pt x="2960" y="510"/>
                    </a:lnTo>
                    <a:lnTo>
                      <a:pt x="2961" y="597"/>
                    </a:lnTo>
                    <a:lnTo>
                      <a:pt x="2961" y="597"/>
                    </a:lnTo>
                    <a:lnTo>
                      <a:pt x="2961" y="513"/>
                    </a:lnTo>
                    <a:lnTo>
                      <a:pt x="2961" y="599"/>
                    </a:lnTo>
                    <a:lnTo>
                      <a:pt x="2963" y="571"/>
                    </a:lnTo>
                    <a:lnTo>
                      <a:pt x="2963" y="571"/>
                    </a:lnTo>
                    <a:lnTo>
                      <a:pt x="2965" y="609"/>
                    </a:lnTo>
                    <a:lnTo>
                      <a:pt x="2965" y="508"/>
                    </a:lnTo>
                    <a:lnTo>
                      <a:pt x="2965" y="539"/>
                    </a:lnTo>
                    <a:lnTo>
                      <a:pt x="2965" y="539"/>
                    </a:lnTo>
                    <a:lnTo>
                      <a:pt x="2965" y="610"/>
                    </a:lnTo>
                    <a:lnTo>
                      <a:pt x="2966" y="512"/>
                    </a:lnTo>
                    <a:lnTo>
                      <a:pt x="2967" y="592"/>
                    </a:lnTo>
                    <a:lnTo>
                      <a:pt x="2967" y="592"/>
                    </a:lnTo>
                    <a:lnTo>
                      <a:pt x="2967" y="510"/>
                    </a:lnTo>
                    <a:lnTo>
                      <a:pt x="2968" y="607"/>
                    </a:lnTo>
                    <a:lnTo>
                      <a:pt x="2969" y="527"/>
                    </a:lnTo>
                    <a:lnTo>
                      <a:pt x="2969" y="526"/>
                    </a:lnTo>
                    <a:lnTo>
                      <a:pt x="2970" y="504"/>
                    </a:lnTo>
                    <a:lnTo>
                      <a:pt x="2970" y="610"/>
                    </a:lnTo>
                    <a:lnTo>
                      <a:pt x="2971" y="532"/>
                    </a:lnTo>
                    <a:lnTo>
                      <a:pt x="2971" y="532"/>
                    </a:lnTo>
                    <a:lnTo>
                      <a:pt x="2972" y="503"/>
                    </a:lnTo>
                    <a:lnTo>
                      <a:pt x="2972" y="609"/>
                    </a:lnTo>
                    <a:lnTo>
                      <a:pt x="2973" y="549"/>
                    </a:lnTo>
                    <a:lnTo>
                      <a:pt x="2973" y="549"/>
                    </a:lnTo>
                    <a:lnTo>
                      <a:pt x="2974" y="613"/>
                    </a:lnTo>
                    <a:lnTo>
                      <a:pt x="2975" y="506"/>
                    </a:lnTo>
                    <a:lnTo>
                      <a:pt x="2975" y="605"/>
                    </a:lnTo>
                    <a:lnTo>
                      <a:pt x="2975" y="605"/>
                    </a:lnTo>
                    <a:lnTo>
                      <a:pt x="2975" y="606"/>
                    </a:lnTo>
                    <a:lnTo>
                      <a:pt x="2975" y="512"/>
                    </a:lnTo>
                    <a:lnTo>
                      <a:pt x="2977" y="560"/>
                    </a:lnTo>
                    <a:lnTo>
                      <a:pt x="2977" y="559"/>
                    </a:lnTo>
                    <a:lnTo>
                      <a:pt x="2977" y="506"/>
                    </a:lnTo>
                    <a:lnTo>
                      <a:pt x="2978" y="603"/>
                    </a:lnTo>
                    <a:lnTo>
                      <a:pt x="2979" y="581"/>
                    </a:lnTo>
                    <a:lnTo>
                      <a:pt x="2979" y="581"/>
                    </a:lnTo>
                    <a:lnTo>
                      <a:pt x="2980" y="515"/>
                    </a:lnTo>
                    <a:lnTo>
                      <a:pt x="2980" y="605"/>
                    </a:lnTo>
                    <a:lnTo>
                      <a:pt x="2981" y="564"/>
                    </a:lnTo>
                    <a:lnTo>
                      <a:pt x="2981" y="564"/>
                    </a:lnTo>
                    <a:lnTo>
                      <a:pt x="2981" y="507"/>
                    </a:lnTo>
                    <a:lnTo>
                      <a:pt x="2982" y="601"/>
                    </a:lnTo>
                    <a:lnTo>
                      <a:pt x="2983" y="555"/>
                    </a:lnTo>
                    <a:lnTo>
                      <a:pt x="2983" y="555"/>
                    </a:lnTo>
                    <a:lnTo>
                      <a:pt x="2983" y="510"/>
                    </a:lnTo>
                    <a:lnTo>
                      <a:pt x="2984" y="602"/>
                    </a:lnTo>
                    <a:lnTo>
                      <a:pt x="2985" y="588"/>
                    </a:lnTo>
                    <a:lnTo>
                      <a:pt x="2985" y="588"/>
                    </a:lnTo>
                    <a:lnTo>
                      <a:pt x="2985" y="613"/>
                    </a:lnTo>
                    <a:lnTo>
                      <a:pt x="2986" y="502"/>
                    </a:lnTo>
                    <a:lnTo>
                      <a:pt x="2987" y="574"/>
                    </a:lnTo>
                    <a:lnTo>
                      <a:pt x="2987" y="574"/>
                    </a:lnTo>
                    <a:lnTo>
                      <a:pt x="2987" y="608"/>
                    </a:lnTo>
                    <a:lnTo>
                      <a:pt x="2988" y="501"/>
                    </a:lnTo>
                    <a:lnTo>
                      <a:pt x="2989" y="513"/>
                    </a:lnTo>
                    <a:lnTo>
                      <a:pt x="2989" y="513"/>
                    </a:lnTo>
                    <a:lnTo>
                      <a:pt x="2989" y="500"/>
                    </a:lnTo>
                    <a:lnTo>
                      <a:pt x="2989" y="604"/>
                    </a:lnTo>
                    <a:lnTo>
                      <a:pt x="2991" y="532"/>
                    </a:lnTo>
                    <a:lnTo>
                      <a:pt x="2991" y="532"/>
                    </a:lnTo>
                    <a:lnTo>
                      <a:pt x="2991" y="450"/>
                    </a:lnTo>
                    <a:lnTo>
                      <a:pt x="2992" y="601"/>
                    </a:lnTo>
                    <a:lnTo>
                      <a:pt x="2993" y="542"/>
                    </a:lnTo>
                    <a:lnTo>
                      <a:pt x="2993" y="542"/>
                    </a:lnTo>
                    <a:lnTo>
                      <a:pt x="2993" y="590"/>
                    </a:lnTo>
                    <a:lnTo>
                      <a:pt x="2993" y="533"/>
                    </a:lnTo>
                    <a:lnTo>
                      <a:pt x="2995" y="573"/>
                    </a:lnTo>
                    <a:lnTo>
                      <a:pt x="2995" y="573"/>
                    </a:lnTo>
                    <a:lnTo>
                      <a:pt x="2996" y="508"/>
                    </a:lnTo>
                    <a:lnTo>
                      <a:pt x="2997" y="608"/>
                    </a:lnTo>
                    <a:lnTo>
                      <a:pt x="2997" y="556"/>
                    </a:lnTo>
                    <a:lnTo>
                      <a:pt x="2997" y="555"/>
                    </a:lnTo>
                    <a:lnTo>
                      <a:pt x="2997" y="487"/>
                    </a:lnTo>
                    <a:lnTo>
                      <a:pt x="2997" y="617"/>
                    </a:lnTo>
                    <a:lnTo>
                      <a:pt x="2999" y="573"/>
                    </a:lnTo>
                    <a:lnTo>
                      <a:pt x="2999" y="573"/>
                    </a:lnTo>
                    <a:lnTo>
                      <a:pt x="2999" y="594"/>
                    </a:lnTo>
                    <a:lnTo>
                      <a:pt x="2999" y="515"/>
                    </a:lnTo>
                    <a:lnTo>
                      <a:pt x="3001" y="591"/>
                    </a:lnTo>
                    <a:lnTo>
                      <a:pt x="3001" y="591"/>
                    </a:lnTo>
                    <a:lnTo>
                      <a:pt x="3002" y="515"/>
                    </a:lnTo>
                    <a:lnTo>
                      <a:pt x="3003" y="620"/>
                    </a:lnTo>
                    <a:lnTo>
                      <a:pt x="3003" y="599"/>
                    </a:lnTo>
                    <a:lnTo>
                      <a:pt x="3003" y="599"/>
                    </a:lnTo>
                    <a:lnTo>
                      <a:pt x="3004" y="498"/>
                    </a:lnTo>
                    <a:lnTo>
                      <a:pt x="3004" y="604"/>
                    </a:lnTo>
                    <a:lnTo>
                      <a:pt x="3005" y="560"/>
                    </a:lnTo>
                    <a:lnTo>
                      <a:pt x="3005" y="560"/>
                    </a:lnTo>
                    <a:lnTo>
                      <a:pt x="3005" y="592"/>
                    </a:lnTo>
                    <a:lnTo>
                      <a:pt x="3006" y="518"/>
                    </a:lnTo>
                    <a:lnTo>
                      <a:pt x="3007" y="586"/>
                    </a:lnTo>
                    <a:lnTo>
                      <a:pt x="3007" y="586"/>
                    </a:lnTo>
                    <a:lnTo>
                      <a:pt x="3008" y="498"/>
                    </a:lnTo>
                    <a:lnTo>
                      <a:pt x="3008" y="611"/>
                    </a:lnTo>
                    <a:lnTo>
                      <a:pt x="3009" y="533"/>
                    </a:lnTo>
                    <a:lnTo>
                      <a:pt x="3009" y="533"/>
                    </a:lnTo>
                    <a:lnTo>
                      <a:pt x="3009" y="504"/>
                    </a:lnTo>
                    <a:lnTo>
                      <a:pt x="3009" y="614"/>
                    </a:lnTo>
                    <a:lnTo>
                      <a:pt x="3011" y="575"/>
                    </a:lnTo>
                    <a:lnTo>
                      <a:pt x="3011" y="575"/>
                    </a:lnTo>
                    <a:lnTo>
                      <a:pt x="3011" y="606"/>
                    </a:lnTo>
                    <a:lnTo>
                      <a:pt x="3013" y="503"/>
                    </a:lnTo>
                    <a:lnTo>
                      <a:pt x="3013" y="604"/>
                    </a:lnTo>
                    <a:lnTo>
                      <a:pt x="3013" y="604"/>
                    </a:lnTo>
                    <a:lnTo>
                      <a:pt x="3013" y="516"/>
                    </a:lnTo>
                    <a:lnTo>
                      <a:pt x="3015" y="596"/>
                    </a:lnTo>
                    <a:lnTo>
                      <a:pt x="3015" y="596"/>
                    </a:lnTo>
                    <a:lnTo>
                      <a:pt x="3016" y="491"/>
                    </a:lnTo>
                    <a:lnTo>
                      <a:pt x="3016" y="608"/>
                    </a:lnTo>
                    <a:lnTo>
                      <a:pt x="3017" y="504"/>
                    </a:lnTo>
                    <a:lnTo>
                      <a:pt x="3017" y="504"/>
                    </a:lnTo>
                    <a:lnTo>
                      <a:pt x="3018" y="600"/>
                    </a:lnTo>
                    <a:lnTo>
                      <a:pt x="3019" y="500"/>
                    </a:lnTo>
                    <a:lnTo>
                      <a:pt x="3019" y="567"/>
                    </a:lnTo>
                    <a:lnTo>
                      <a:pt x="3019" y="566"/>
                    </a:lnTo>
                    <a:lnTo>
                      <a:pt x="3020" y="608"/>
                    </a:lnTo>
                    <a:lnTo>
                      <a:pt x="3021" y="491"/>
                    </a:lnTo>
                    <a:lnTo>
                      <a:pt x="3021" y="497"/>
                    </a:lnTo>
                    <a:lnTo>
                      <a:pt x="3021" y="497"/>
                    </a:lnTo>
                    <a:lnTo>
                      <a:pt x="3021" y="607"/>
                    </a:lnTo>
                    <a:lnTo>
                      <a:pt x="3022" y="494"/>
                    </a:lnTo>
                    <a:lnTo>
                      <a:pt x="3023" y="575"/>
                    </a:lnTo>
                    <a:lnTo>
                      <a:pt x="3023" y="575"/>
                    </a:lnTo>
                    <a:lnTo>
                      <a:pt x="3024" y="602"/>
                    </a:lnTo>
                    <a:lnTo>
                      <a:pt x="3025" y="501"/>
                    </a:lnTo>
                    <a:lnTo>
                      <a:pt x="3025" y="594"/>
                    </a:lnTo>
                    <a:lnTo>
                      <a:pt x="3025" y="595"/>
                    </a:lnTo>
                    <a:lnTo>
                      <a:pt x="3025" y="598"/>
                    </a:lnTo>
                    <a:lnTo>
                      <a:pt x="3026" y="507"/>
                    </a:lnTo>
                    <a:lnTo>
                      <a:pt x="3027" y="566"/>
                    </a:lnTo>
                    <a:lnTo>
                      <a:pt x="3027" y="567"/>
                    </a:lnTo>
                    <a:lnTo>
                      <a:pt x="3029" y="509"/>
                    </a:lnTo>
                    <a:lnTo>
                      <a:pt x="3029" y="600"/>
                    </a:lnTo>
                    <a:lnTo>
                      <a:pt x="3029" y="600"/>
                    </a:lnTo>
                    <a:lnTo>
                      <a:pt x="3029" y="600"/>
                    </a:lnTo>
                    <a:lnTo>
                      <a:pt x="3029" y="506"/>
                    </a:lnTo>
                    <a:lnTo>
                      <a:pt x="3031" y="589"/>
                    </a:lnTo>
                    <a:lnTo>
                      <a:pt x="3031" y="589"/>
                    </a:lnTo>
                    <a:lnTo>
                      <a:pt x="3032" y="599"/>
                    </a:lnTo>
                    <a:lnTo>
                      <a:pt x="3032" y="506"/>
                    </a:lnTo>
                    <a:lnTo>
                      <a:pt x="3033" y="575"/>
                    </a:lnTo>
                    <a:lnTo>
                      <a:pt x="3033" y="575"/>
                    </a:lnTo>
                    <a:lnTo>
                      <a:pt x="3033" y="602"/>
                    </a:lnTo>
                    <a:lnTo>
                      <a:pt x="3034" y="499"/>
                    </a:lnTo>
                    <a:lnTo>
                      <a:pt x="3035" y="584"/>
                    </a:lnTo>
                    <a:lnTo>
                      <a:pt x="3035" y="584"/>
                    </a:lnTo>
                    <a:lnTo>
                      <a:pt x="3035" y="599"/>
                    </a:lnTo>
                    <a:lnTo>
                      <a:pt x="3035" y="506"/>
                    </a:lnTo>
                    <a:lnTo>
                      <a:pt x="3037" y="527"/>
                    </a:lnTo>
                    <a:lnTo>
                      <a:pt x="3037" y="527"/>
                    </a:lnTo>
                    <a:lnTo>
                      <a:pt x="3037" y="508"/>
                    </a:lnTo>
                    <a:lnTo>
                      <a:pt x="3037" y="603"/>
                    </a:lnTo>
                    <a:lnTo>
                      <a:pt x="3039" y="514"/>
                    </a:lnTo>
                    <a:lnTo>
                      <a:pt x="3039" y="514"/>
                    </a:lnTo>
                    <a:lnTo>
                      <a:pt x="3039" y="596"/>
                    </a:lnTo>
                    <a:lnTo>
                      <a:pt x="3041" y="509"/>
                    </a:lnTo>
                    <a:lnTo>
                      <a:pt x="3041" y="542"/>
                    </a:lnTo>
                    <a:lnTo>
                      <a:pt x="3041" y="542"/>
                    </a:lnTo>
                    <a:lnTo>
                      <a:pt x="3041" y="507"/>
                    </a:lnTo>
                    <a:lnTo>
                      <a:pt x="3042" y="597"/>
                    </a:lnTo>
                    <a:lnTo>
                      <a:pt x="3043" y="548"/>
                    </a:lnTo>
                    <a:lnTo>
                      <a:pt x="3043" y="549"/>
                    </a:lnTo>
                    <a:lnTo>
                      <a:pt x="3043" y="510"/>
                    </a:lnTo>
                    <a:lnTo>
                      <a:pt x="3043" y="598"/>
                    </a:lnTo>
                    <a:lnTo>
                      <a:pt x="3045" y="578"/>
                    </a:lnTo>
                    <a:lnTo>
                      <a:pt x="3045" y="577"/>
                    </a:lnTo>
                    <a:lnTo>
                      <a:pt x="3046" y="503"/>
                    </a:lnTo>
                    <a:lnTo>
                      <a:pt x="3047" y="597"/>
                    </a:lnTo>
                    <a:lnTo>
                      <a:pt x="3047" y="517"/>
                    </a:lnTo>
                    <a:lnTo>
                      <a:pt x="3047" y="517"/>
                    </a:lnTo>
                    <a:lnTo>
                      <a:pt x="3048" y="603"/>
                    </a:lnTo>
                    <a:lnTo>
                      <a:pt x="3048" y="506"/>
                    </a:lnTo>
                    <a:lnTo>
                      <a:pt x="3049" y="592"/>
                    </a:lnTo>
                    <a:lnTo>
                      <a:pt x="3049" y="592"/>
                    </a:lnTo>
                    <a:lnTo>
                      <a:pt x="3049" y="501"/>
                    </a:lnTo>
                    <a:lnTo>
                      <a:pt x="3050" y="596"/>
                    </a:lnTo>
                    <a:lnTo>
                      <a:pt x="3051" y="571"/>
                    </a:lnTo>
                    <a:lnTo>
                      <a:pt x="3051" y="571"/>
                    </a:lnTo>
                    <a:lnTo>
                      <a:pt x="3052" y="596"/>
                    </a:lnTo>
                    <a:lnTo>
                      <a:pt x="3052" y="500"/>
                    </a:lnTo>
                    <a:lnTo>
                      <a:pt x="3053" y="587"/>
                    </a:lnTo>
                    <a:lnTo>
                      <a:pt x="3053" y="587"/>
                    </a:lnTo>
                    <a:lnTo>
                      <a:pt x="3053" y="599"/>
                    </a:lnTo>
                    <a:lnTo>
                      <a:pt x="3054" y="506"/>
                    </a:lnTo>
                    <a:lnTo>
                      <a:pt x="3055" y="580"/>
                    </a:lnTo>
                    <a:lnTo>
                      <a:pt x="3055" y="580"/>
                    </a:lnTo>
                    <a:lnTo>
                      <a:pt x="3055" y="504"/>
                    </a:lnTo>
                    <a:lnTo>
                      <a:pt x="3055" y="595"/>
                    </a:lnTo>
                    <a:lnTo>
                      <a:pt x="3057" y="510"/>
                    </a:lnTo>
                    <a:lnTo>
                      <a:pt x="3057" y="510"/>
                    </a:lnTo>
                    <a:lnTo>
                      <a:pt x="3058" y="601"/>
                    </a:lnTo>
                    <a:lnTo>
                      <a:pt x="3059" y="507"/>
                    </a:lnTo>
                    <a:lnTo>
                      <a:pt x="3059" y="544"/>
                    </a:lnTo>
                    <a:lnTo>
                      <a:pt x="3059" y="545"/>
                    </a:lnTo>
                    <a:lnTo>
                      <a:pt x="3059" y="597"/>
                    </a:lnTo>
                    <a:lnTo>
                      <a:pt x="3059" y="507"/>
                    </a:lnTo>
                    <a:lnTo>
                      <a:pt x="3061" y="554"/>
                    </a:lnTo>
                    <a:lnTo>
                      <a:pt x="3061" y="554"/>
                    </a:lnTo>
                    <a:lnTo>
                      <a:pt x="3061" y="596"/>
                    </a:lnTo>
                    <a:lnTo>
                      <a:pt x="3062" y="509"/>
                    </a:lnTo>
                    <a:lnTo>
                      <a:pt x="3063" y="590"/>
                    </a:lnTo>
                    <a:lnTo>
                      <a:pt x="3063" y="590"/>
                    </a:lnTo>
                    <a:lnTo>
                      <a:pt x="3063" y="505"/>
                    </a:lnTo>
                    <a:lnTo>
                      <a:pt x="3063" y="594"/>
                    </a:lnTo>
                    <a:lnTo>
                      <a:pt x="3065" y="584"/>
                    </a:lnTo>
                    <a:lnTo>
                      <a:pt x="3065" y="584"/>
                    </a:lnTo>
                    <a:lnTo>
                      <a:pt x="3066" y="509"/>
                    </a:lnTo>
                    <a:lnTo>
                      <a:pt x="3067" y="595"/>
                    </a:lnTo>
                    <a:lnTo>
                      <a:pt x="3067" y="595"/>
                    </a:lnTo>
                    <a:lnTo>
                      <a:pt x="3067" y="595"/>
                    </a:lnTo>
                    <a:lnTo>
                      <a:pt x="3069" y="612"/>
                    </a:lnTo>
                    <a:lnTo>
                      <a:pt x="3069" y="501"/>
                    </a:lnTo>
                    <a:lnTo>
                      <a:pt x="3069" y="538"/>
                    </a:lnTo>
                    <a:lnTo>
                      <a:pt x="3069" y="539"/>
                    </a:lnTo>
                    <a:lnTo>
                      <a:pt x="3070" y="606"/>
                    </a:lnTo>
                    <a:lnTo>
                      <a:pt x="3070" y="504"/>
                    </a:lnTo>
                    <a:lnTo>
                      <a:pt x="3071" y="584"/>
                    </a:lnTo>
                    <a:lnTo>
                      <a:pt x="3071" y="584"/>
                    </a:lnTo>
                    <a:lnTo>
                      <a:pt x="3072" y="596"/>
                    </a:lnTo>
                    <a:lnTo>
                      <a:pt x="3073" y="507"/>
                    </a:lnTo>
                    <a:lnTo>
                      <a:pt x="3073" y="581"/>
                    </a:lnTo>
                    <a:lnTo>
                      <a:pt x="3073" y="581"/>
                    </a:lnTo>
                    <a:lnTo>
                      <a:pt x="3075" y="499"/>
                    </a:lnTo>
                    <a:lnTo>
                      <a:pt x="3075" y="606"/>
                    </a:lnTo>
                    <a:lnTo>
                      <a:pt x="3075" y="517"/>
                    </a:lnTo>
                    <a:lnTo>
                      <a:pt x="3075" y="516"/>
                    </a:lnTo>
                    <a:lnTo>
                      <a:pt x="3075" y="497"/>
                    </a:lnTo>
                    <a:lnTo>
                      <a:pt x="3075" y="600"/>
                    </a:lnTo>
                    <a:lnTo>
                      <a:pt x="3077" y="545"/>
                    </a:lnTo>
                    <a:lnTo>
                      <a:pt x="3077" y="545"/>
                    </a:lnTo>
                    <a:lnTo>
                      <a:pt x="3078" y="615"/>
                    </a:lnTo>
                    <a:lnTo>
                      <a:pt x="3078" y="495"/>
                    </a:lnTo>
                    <a:lnTo>
                      <a:pt x="3079" y="589"/>
                    </a:lnTo>
                    <a:lnTo>
                      <a:pt x="3079" y="589"/>
                    </a:lnTo>
                    <a:lnTo>
                      <a:pt x="3080" y="509"/>
                    </a:lnTo>
                    <a:lnTo>
                      <a:pt x="3081" y="599"/>
                    </a:lnTo>
                    <a:lnTo>
                      <a:pt x="3081" y="599"/>
                    </a:lnTo>
                    <a:lnTo>
                      <a:pt x="3081" y="599"/>
                    </a:lnTo>
                    <a:lnTo>
                      <a:pt x="3081" y="600"/>
                    </a:lnTo>
                    <a:lnTo>
                      <a:pt x="3082" y="510"/>
                    </a:lnTo>
                    <a:lnTo>
                      <a:pt x="3083" y="579"/>
                    </a:lnTo>
                    <a:lnTo>
                      <a:pt x="3083" y="579"/>
                    </a:lnTo>
                    <a:lnTo>
                      <a:pt x="3084" y="507"/>
                    </a:lnTo>
                    <a:lnTo>
                      <a:pt x="3084" y="595"/>
                    </a:lnTo>
                    <a:lnTo>
                      <a:pt x="3085" y="540"/>
                    </a:lnTo>
                    <a:lnTo>
                      <a:pt x="3085" y="540"/>
                    </a:lnTo>
                    <a:lnTo>
                      <a:pt x="3086" y="513"/>
                    </a:lnTo>
                    <a:lnTo>
                      <a:pt x="3086" y="597"/>
                    </a:lnTo>
                    <a:lnTo>
                      <a:pt x="3087" y="522"/>
                    </a:lnTo>
                    <a:lnTo>
                      <a:pt x="3087" y="522"/>
                    </a:lnTo>
                    <a:lnTo>
                      <a:pt x="3087" y="514"/>
                    </a:lnTo>
                    <a:lnTo>
                      <a:pt x="3088" y="598"/>
                    </a:lnTo>
                    <a:lnTo>
                      <a:pt x="3089" y="523"/>
                    </a:lnTo>
                    <a:lnTo>
                      <a:pt x="3089" y="523"/>
                    </a:lnTo>
                    <a:lnTo>
                      <a:pt x="3089" y="517"/>
                    </a:lnTo>
                    <a:lnTo>
                      <a:pt x="3090" y="594"/>
                    </a:lnTo>
                    <a:lnTo>
                      <a:pt x="3091" y="574"/>
                    </a:lnTo>
                    <a:lnTo>
                      <a:pt x="3091" y="574"/>
                    </a:lnTo>
                    <a:lnTo>
                      <a:pt x="3092" y="516"/>
                    </a:lnTo>
                    <a:lnTo>
                      <a:pt x="3093" y="596"/>
                    </a:lnTo>
                    <a:lnTo>
                      <a:pt x="3093" y="596"/>
                    </a:lnTo>
                    <a:lnTo>
                      <a:pt x="3093" y="596"/>
                    </a:lnTo>
                    <a:lnTo>
                      <a:pt x="3094" y="596"/>
                    </a:lnTo>
                    <a:lnTo>
                      <a:pt x="3094" y="507"/>
                    </a:lnTo>
                    <a:lnTo>
                      <a:pt x="3095" y="583"/>
                    </a:lnTo>
                    <a:lnTo>
                      <a:pt x="3095" y="583"/>
                    </a:lnTo>
                    <a:lnTo>
                      <a:pt x="3096" y="511"/>
                    </a:lnTo>
                    <a:lnTo>
                      <a:pt x="3096" y="599"/>
                    </a:lnTo>
                    <a:lnTo>
                      <a:pt x="3097" y="580"/>
                    </a:lnTo>
                    <a:lnTo>
                      <a:pt x="3097" y="580"/>
                    </a:lnTo>
                    <a:lnTo>
                      <a:pt x="3098" y="507"/>
                    </a:lnTo>
                    <a:lnTo>
                      <a:pt x="3099" y="603"/>
                    </a:lnTo>
                    <a:lnTo>
                      <a:pt x="3099" y="570"/>
                    </a:lnTo>
                    <a:lnTo>
                      <a:pt x="3099" y="569"/>
                    </a:lnTo>
                    <a:lnTo>
                      <a:pt x="3099" y="502"/>
                    </a:lnTo>
                    <a:lnTo>
                      <a:pt x="3100" y="604"/>
                    </a:lnTo>
                    <a:lnTo>
                      <a:pt x="3101" y="578"/>
                    </a:lnTo>
                    <a:lnTo>
                      <a:pt x="3101" y="577"/>
                    </a:lnTo>
                    <a:lnTo>
                      <a:pt x="3102" y="505"/>
                    </a:lnTo>
                    <a:lnTo>
                      <a:pt x="3102" y="596"/>
                    </a:lnTo>
                    <a:lnTo>
                      <a:pt x="3103" y="586"/>
                    </a:lnTo>
                    <a:lnTo>
                      <a:pt x="3103" y="586"/>
                    </a:lnTo>
                    <a:lnTo>
                      <a:pt x="3104" y="500"/>
                    </a:lnTo>
                    <a:lnTo>
                      <a:pt x="3104" y="612"/>
                    </a:lnTo>
                    <a:lnTo>
                      <a:pt x="3105" y="541"/>
                    </a:lnTo>
                    <a:lnTo>
                      <a:pt x="3105" y="541"/>
                    </a:lnTo>
                    <a:lnTo>
                      <a:pt x="3106" y="598"/>
                    </a:lnTo>
                    <a:lnTo>
                      <a:pt x="3107" y="508"/>
                    </a:lnTo>
                    <a:lnTo>
                      <a:pt x="3107" y="538"/>
                    </a:lnTo>
                    <a:lnTo>
                      <a:pt x="3107" y="538"/>
                    </a:lnTo>
                    <a:lnTo>
                      <a:pt x="3109" y="511"/>
                    </a:lnTo>
                    <a:lnTo>
                      <a:pt x="3109" y="596"/>
                    </a:lnTo>
                    <a:lnTo>
                      <a:pt x="3109" y="551"/>
                    </a:lnTo>
                    <a:lnTo>
                      <a:pt x="3109" y="550"/>
                    </a:lnTo>
                    <a:lnTo>
                      <a:pt x="3109" y="512"/>
                    </a:lnTo>
                    <a:lnTo>
                      <a:pt x="3110" y="602"/>
                    </a:lnTo>
                    <a:lnTo>
                      <a:pt x="3111" y="513"/>
                    </a:lnTo>
                    <a:lnTo>
                      <a:pt x="3111" y="513"/>
                    </a:lnTo>
                    <a:lnTo>
                      <a:pt x="3111" y="512"/>
                    </a:lnTo>
                    <a:lnTo>
                      <a:pt x="3113" y="595"/>
                    </a:lnTo>
                    <a:lnTo>
                      <a:pt x="3113" y="522"/>
                    </a:lnTo>
                    <a:lnTo>
                      <a:pt x="3113" y="522"/>
                    </a:lnTo>
                    <a:lnTo>
                      <a:pt x="3113" y="600"/>
                    </a:lnTo>
                    <a:lnTo>
                      <a:pt x="3114" y="512"/>
                    </a:lnTo>
                    <a:lnTo>
                      <a:pt x="3115" y="583"/>
                    </a:lnTo>
                    <a:lnTo>
                      <a:pt x="3115" y="583"/>
                    </a:lnTo>
                    <a:lnTo>
                      <a:pt x="3116" y="510"/>
                    </a:lnTo>
                    <a:lnTo>
                      <a:pt x="3117" y="602"/>
                    </a:lnTo>
                    <a:lnTo>
                      <a:pt x="3117" y="587"/>
                    </a:lnTo>
                    <a:lnTo>
                      <a:pt x="3117" y="587"/>
                    </a:lnTo>
                    <a:lnTo>
                      <a:pt x="3118" y="510"/>
                    </a:lnTo>
                    <a:lnTo>
                      <a:pt x="3118" y="601"/>
                    </a:lnTo>
                    <a:lnTo>
                      <a:pt x="3119" y="553"/>
                    </a:lnTo>
                    <a:lnTo>
                      <a:pt x="3119" y="552"/>
                    </a:lnTo>
                    <a:lnTo>
                      <a:pt x="3120" y="512"/>
                    </a:lnTo>
                    <a:lnTo>
                      <a:pt x="3121" y="604"/>
                    </a:lnTo>
                    <a:lnTo>
                      <a:pt x="3121" y="581"/>
                    </a:lnTo>
                    <a:lnTo>
                      <a:pt x="3121" y="581"/>
                    </a:lnTo>
                    <a:lnTo>
                      <a:pt x="3121" y="508"/>
                    </a:lnTo>
                    <a:lnTo>
                      <a:pt x="3121" y="602"/>
                    </a:lnTo>
                    <a:lnTo>
                      <a:pt x="3123" y="595"/>
                    </a:lnTo>
                    <a:lnTo>
                      <a:pt x="3123" y="595"/>
                    </a:lnTo>
                    <a:lnTo>
                      <a:pt x="3124" y="512"/>
                    </a:lnTo>
                    <a:lnTo>
                      <a:pt x="3124" y="604"/>
                    </a:lnTo>
                    <a:lnTo>
                      <a:pt x="3125" y="588"/>
                    </a:lnTo>
                    <a:lnTo>
                      <a:pt x="3125" y="588"/>
                    </a:lnTo>
                    <a:lnTo>
                      <a:pt x="3125" y="606"/>
                    </a:lnTo>
                    <a:lnTo>
                      <a:pt x="3126" y="505"/>
                    </a:lnTo>
                    <a:lnTo>
                      <a:pt x="3127" y="590"/>
                    </a:lnTo>
                    <a:lnTo>
                      <a:pt x="3127" y="590"/>
                    </a:lnTo>
                    <a:lnTo>
                      <a:pt x="3127" y="599"/>
                    </a:lnTo>
                    <a:lnTo>
                      <a:pt x="3127" y="515"/>
                    </a:lnTo>
                    <a:lnTo>
                      <a:pt x="3129" y="583"/>
                    </a:lnTo>
                    <a:lnTo>
                      <a:pt x="3129" y="583"/>
                    </a:lnTo>
                    <a:lnTo>
                      <a:pt x="3130" y="598"/>
                    </a:lnTo>
                    <a:lnTo>
                      <a:pt x="3130" y="517"/>
                    </a:lnTo>
                    <a:lnTo>
                      <a:pt x="3131" y="534"/>
                    </a:lnTo>
                    <a:lnTo>
                      <a:pt x="3131" y="534"/>
                    </a:lnTo>
                    <a:lnTo>
                      <a:pt x="3132" y="512"/>
                    </a:lnTo>
                    <a:lnTo>
                      <a:pt x="3132" y="599"/>
                    </a:lnTo>
                    <a:lnTo>
                      <a:pt x="3133" y="539"/>
                    </a:lnTo>
                    <a:lnTo>
                      <a:pt x="3133" y="539"/>
                    </a:lnTo>
                    <a:lnTo>
                      <a:pt x="3133" y="594"/>
                    </a:lnTo>
                    <a:lnTo>
                      <a:pt x="3134" y="519"/>
                    </a:lnTo>
                    <a:lnTo>
                      <a:pt x="3135" y="580"/>
                    </a:lnTo>
                    <a:lnTo>
                      <a:pt x="3135" y="580"/>
                    </a:lnTo>
                    <a:lnTo>
                      <a:pt x="3136" y="507"/>
                    </a:lnTo>
                    <a:lnTo>
                      <a:pt x="3137" y="598"/>
                    </a:lnTo>
                    <a:lnTo>
                      <a:pt x="3137" y="549"/>
                    </a:lnTo>
                    <a:lnTo>
                      <a:pt x="3137" y="549"/>
                    </a:lnTo>
                    <a:lnTo>
                      <a:pt x="3138" y="515"/>
                    </a:lnTo>
                    <a:lnTo>
                      <a:pt x="3139" y="601"/>
                    </a:lnTo>
                    <a:lnTo>
                      <a:pt x="3139" y="587"/>
                    </a:lnTo>
                    <a:lnTo>
                      <a:pt x="3139" y="587"/>
                    </a:lnTo>
                    <a:lnTo>
                      <a:pt x="3140" y="517"/>
                    </a:lnTo>
                    <a:lnTo>
                      <a:pt x="3141" y="601"/>
                    </a:lnTo>
                    <a:lnTo>
                      <a:pt x="3141" y="582"/>
                    </a:lnTo>
                    <a:lnTo>
                      <a:pt x="3141" y="582"/>
                    </a:lnTo>
                    <a:lnTo>
                      <a:pt x="3141" y="604"/>
                    </a:lnTo>
                    <a:lnTo>
                      <a:pt x="3142" y="513"/>
                    </a:lnTo>
                    <a:lnTo>
                      <a:pt x="3143" y="529"/>
                    </a:lnTo>
                    <a:lnTo>
                      <a:pt x="3143" y="529"/>
                    </a:lnTo>
                    <a:lnTo>
                      <a:pt x="3144" y="599"/>
                    </a:lnTo>
                    <a:lnTo>
                      <a:pt x="3144" y="524"/>
                    </a:lnTo>
                    <a:lnTo>
                      <a:pt x="3145" y="578"/>
                    </a:lnTo>
                    <a:lnTo>
                      <a:pt x="3145" y="578"/>
                    </a:lnTo>
                    <a:lnTo>
                      <a:pt x="3146" y="607"/>
                    </a:lnTo>
                    <a:lnTo>
                      <a:pt x="3147" y="518"/>
                    </a:lnTo>
                    <a:lnTo>
                      <a:pt x="3147" y="582"/>
                    </a:lnTo>
                    <a:lnTo>
                      <a:pt x="3147" y="582"/>
                    </a:lnTo>
                    <a:lnTo>
                      <a:pt x="3147" y="601"/>
                    </a:lnTo>
                    <a:lnTo>
                      <a:pt x="3148" y="520"/>
                    </a:lnTo>
                    <a:lnTo>
                      <a:pt x="3149" y="587"/>
                    </a:lnTo>
                    <a:lnTo>
                      <a:pt x="3149" y="586"/>
                    </a:lnTo>
                    <a:lnTo>
                      <a:pt x="3150" y="603"/>
                    </a:lnTo>
                    <a:lnTo>
                      <a:pt x="3150" y="517"/>
                    </a:lnTo>
                    <a:lnTo>
                      <a:pt x="3151" y="536"/>
                    </a:lnTo>
                    <a:lnTo>
                      <a:pt x="3151" y="536"/>
                    </a:lnTo>
                    <a:lnTo>
                      <a:pt x="3152" y="513"/>
                    </a:lnTo>
                    <a:lnTo>
                      <a:pt x="3153" y="607"/>
                    </a:lnTo>
                    <a:lnTo>
                      <a:pt x="3153" y="573"/>
                    </a:lnTo>
                    <a:lnTo>
                      <a:pt x="3153" y="572"/>
                    </a:lnTo>
                    <a:lnTo>
                      <a:pt x="3153" y="493"/>
                    </a:lnTo>
                    <a:lnTo>
                      <a:pt x="3153" y="632"/>
                    </a:lnTo>
                    <a:lnTo>
                      <a:pt x="3155" y="558"/>
                    </a:lnTo>
                    <a:lnTo>
                      <a:pt x="3155" y="558"/>
                    </a:lnTo>
                    <a:lnTo>
                      <a:pt x="3155" y="524"/>
                    </a:lnTo>
                    <a:lnTo>
                      <a:pt x="3156" y="595"/>
                    </a:lnTo>
                    <a:lnTo>
                      <a:pt x="3157" y="582"/>
                    </a:lnTo>
                    <a:lnTo>
                      <a:pt x="3157" y="582"/>
                    </a:lnTo>
                    <a:lnTo>
                      <a:pt x="3157" y="527"/>
                    </a:lnTo>
                    <a:lnTo>
                      <a:pt x="3157" y="594"/>
                    </a:lnTo>
                    <a:lnTo>
                      <a:pt x="3159" y="591"/>
                    </a:lnTo>
                    <a:lnTo>
                      <a:pt x="3159" y="591"/>
                    </a:lnTo>
                    <a:lnTo>
                      <a:pt x="3160" y="525"/>
                    </a:lnTo>
                    <a:lnTo>
                      <a:pt x="3161" y="594"/>
                    </a:lnTo>
                    <a:lnTo>
                      <a:pt x="3161" y="542"/>
                    </a:lnTo>
                    <a:lnTo>
                      <a:pt x="3161" y="542"/>
                    </a:lnTo>
                    <a:lnTo>
                      <a:pt x="3162" y="603"/>
                    </a:lnTo>
                    <a:lnTo>
                      <a:pt x="3162" y="520"/>
                    </a:lnTo>
                    <a:lnTo>
                      <a:pt x="3163" y="574"/>
                    </a:lnTo>
                    <a:lnTo>
                      <a:pt x="3163" y="574"/>
                    </a:lnTo>
                    <a:lnTo>
                      <a:pt x="3163" y="591"/>
                    </a:lnTo>
                    <a:lnTo>
                      <a:pt x="3164" y="533"/>
                    </a:lnTo>
                    <a:lnTo>
                      <a:pt x="3165" y="581"/>
                    </a:lnTo>
                    <a:lnTo>
                      <a:pt x="3165" y="581"/>
                    </a:lnTo>
                    <a:lnTo>
                      <a:pt x="3165" y="524"/>
                    </a:lnTo>
                    <a:lnTo>
                      <a:pt x="3166" y="594"/>
                    </a:lnTo>
                    <a:lnTo>
                      <a:pt x="3167" y="579"/>
                    </a:lnTo>
                    <a:lnTo>
                      <a:pt x="3167" y="579"/>
                    </a:lnTo>
                    <a:lnTo>
                      <a:pt x="3168" y="528"/>
                    </a:lnTo>
                    <a:lnTo>
                      <a:pt x="3168" y="595"/>
                    </a:lnTo>
                    <a:lnTo>
                      <a:pt x="3169" y="581"/>
                    </a:lnTo>
                    <a:lnTo>
                      <a:pt x="3169" y="581"/>
                    </a:lnTo>
                    <a:lnTo>
                      <a:pt x="3169" y="593"/>
                    </a:lnTo>
                    <a:lnTo>
                      <a:pt x="3169" y="527"/>
                    </a:lnTo>
                    <a:lnTo>
                      <a:pt x="3171" y="532"/>
                    </a:lnTo>
                    <a:lnTo>
                      <a:pt x="3171" y="532"/>
                    </a:lnTo>
                    <a:lnTo>
                      <a:pt x="3172" y="598"/>
                    </a:lnTo>
                    <a:lnTo>
                      <a:pt x="3172" y="516"/>
                    </a:lnTo>
                    <a:lnTo>
                      <a:pt x="3173" y="577"/>
                    </a:lnTo>
                    <a:lnTo>
                      <a:pt x="3173" y="578"/>
                    </a:lnTo>
                    <a:lnTo>
                      <a:pt x="3173" y="521"/>
                    </a:lnTo>
                    <a:lnTo>
                      <a:pt x="3174" y="597"/>
                    </a:lnTo>
                    <a:lnTo>
                      <a:pt x="3175" y="582"/>
                    </a:lnTo>
                    <a:lnTo>
                      <a:pt x="3175" y="582"/>
                    </a:lnTo>
                    <a:lnTo>
                      <a:pt x="3176" y="602"/>
                    </a:lnTo>
                    <a:lnTo>
                      <a:pt x="3176" y="522"/>
                    </a:lnTo>
                    <a:lnTo>
                      <a:pt x="3177" y="528"/>
                    </a:lnTo>
                    <a:lnTo>
                      <a:pt x="3177" y="528"/>
                    </a:lnTo>
                    <a:lnTo>
                      <a:pt x="3177" y="527"/>
                    </a:lnTo>
                    <a:lnTo>
                      <a:pt x="3178" y="596"/>
                    </a:lnTo>
                    <a:lnTo>
                      <a:pt x="3179" y="572"/>
                    </a:lnTo>
                    <a:lnTo>
                      <a:pt x="3179" y="572"/>
                    </a:lnTo>
                    <a:lnTo>
                      <a:pt x="3179" y="604"/>
                    </a:lnTo>
                    <a:lnTo>
                      <a:pt x="3179" y="520"/>
                    </a:lnTo>
                    <a:lnTo>
                      <a:pt x="3181" y="573"/>
                    </a:lnTo>
                    <a:lnTo>
                      <a:pt x="3181" y="573"/>
                    </a:lnTo>
                    <a:lnTo>
                      <a:pt x="3182" y="524"/>
                    </a:lnTo>
                    <a:lnTo>
                      <a:pt x="3182" y="601"/>
                    </a:lnTo>
                    <a:lnTo>
                      <a:pt x="3183" y="584"/>
                    </a:lnTo>
                    <a:lnTo>
                      <a:pt x="3183" y="584"/>
                    </a:lnTo>
                    <a:lnTo>
                      <a:pt x="3184" y="521"/>
                    </a:lnTo>
                    <a:lnTo>
                      <a:pt x="3185" y="600"/>
                    </a:lnTo>
                    <a:lnTo>
                      <a:pt x="3185" y="537"/>
                    </a:lnTo>
                    <a:lnTo>
                      <a:pt x="3185" y="537"/>
                    </a:lnTo>
                    <a:lnTo>
                      <a:pt x="3186" y="526"/>
                    </a:lnTo>
                    <a:lnTo>
                      <a:pt x="3187" y="599"/>
                    </a:lnTo>
                    <a:lnTo>
                      <a:pt x="3187" y="577"/>
                    </a:lnTo>
                    <a:lnTo>
                      <a:pt x="3187" y="577"/>
                    </a:lnTo>
                    <a:lnTo>
                      <a:pt x="3189" y="604"/>
                    </a:lnTo>
                    <a:lnTo>
                      <a:pt x="3189" y="527"/>
                    </a:lnTo>
                    <a:lnTo>
                      <a:pt x="3189" y="536"/>
                    </a:lnTo>
                    <a:lnTo>
                      <a:pt x="3189" y="535"/>
                    </a:lnTo>
                    <a:lnTo>
                      <a:pt x="3191" y="594"/>
                    </a:lnTo>
                    <a:lnTo>
                      <a:pt x="3191" y="528"/>
                    </a:lnTo>
                    <a:lnTo>
                      <a:pt x="3191" y="563"/>
                    </a:lnTo>
                    <a:lnTo>
                      <a:pt x="3191" y="563"/>
                    </a:lnTo>
                    <a:lnTo>
                      <a:pt x="3192" y="596"/>
                    </a:lnTo>
                    <a:lnTo>
                      <a:pt x="3192" y="528"/>
                    </a:lnTo>
                    <a:lnTo>
                      <a:pt x="3193" y="562"/>
                    </a:lnTo>
                    <a:lnTo>
                      <a:pt x="3193" y="562"/>
                    </a:lnTo>
                    <a:lnTo>
                      <a:pt x="3194" y="524"/>
                    </a:lnTo>
                    <a:lnTo>
                      <a:pt x="3194" y="603"/>
                    </a:lnTo>
                    <a:lnTo>
                      <a:pt x="3195" y="576"/>
                    </a:lnTo>
                    <a:lnTo>
                      <a:pt x="3195" y="576"/>
                    </a:lnTo>
                    <a:lnTo>
                      <a:pt x="3195" y="600"/>
                    </a:lnTo>
                    <a:lnTo>
                      <a:pt x="3196" y="524"/>
                    </a:lnTo>
                    <a:lnTo>
                      <a:pt x="3197" y="549"/>
                    </a:lnTo>
                    <a:lnTo>
                      <a:pt x="3197" y="549"/>
                    </a:lnTo>
                    <a:lnTo>
                      <a:pt x="3198" y="605"/>
                    </a:lnTo>
                    <a:lnTo>
                      <a:pt x="3198" y="520"/>
                    </a:lnTo>
                    <a:lnTo>
                      <a:pt x="3199" y="544"/>
                    </a:lnTo>
                    <a:lnTo>
                      <a:pt x="3199" y="544"/>
                    </a:lnTo>
                    <a:lnTo>
                      <a:pt x="3200" y="527"/>
                    </a:lnTo>
                    <a:lnTo>
                      <a:pt x="3201" y="594"/>
                    </a:lnTo>
                    <a:lnTo>
                      <a:pt x="3201" y="557"/>
                    </a:lnTo>
                    <a:lnTo>
                      <a:pt x="3201" y="558"/>
                    </a:lnTo>
                    <a:lnTo>
                      <a:pt x="3203" y="535"/>
                    </a:lnTo>
                    <a:lnTo>
                      <a:pt x="3203" y="594"/>
                    </a:lnTo>
                    <a:lnTo>
                      <a:pt x="3203" y="553"/>
                    </a:lnTo>
                    <a:lnTo>
                      <a:pt x="3203" y="553"/>
                    </a:lnTo>
                    <a:lnTo>
                      <a:pt x="3203" y="605"/>
                    </a:lnTo>
                    <a:lnTo>
                      <a:pt x="3203" y="532"/>
                    </a:lnTo>
                    <a:lnTo>
                      <a:pt x="3205" y="575"/>
                    </a:lnTo>
                    <a:lnTo>
                      <a:pt x="3205" y="575"/>
                    </a:lnTo>
                    <a:lnTo>
                      <a:pt x="3206" y="596"/>
                    </a:lnTo>
                    <a:lnTo>
                      <a:pt x="3207" y="531"/>
                    </a:lnTo>
                    <a:lnTo>
                      <a:pt x="3207" y="562"/>
                    </a:lnTo>
                    <a:lnTo>
                      <a:pt x="3207" y="562"/>
                    </a:lnTo>
                    <a:lnTo>
                      <a:pt x="3208" y="606"/>
                    </a:lnTo>
                    <a:lnTo>
                      <a:pt x="3209" y="526"/>
                    </a:lnTo>
                    <a:lnTo>
                      <a:pt x="3209" y="574"/>
                    </a:lnTo>
                    <a:lnTo>
                      <a:pt x="3209" y="574"/>
                    </a:lnTo>
                    <a:lnTo>
                      <a:pt x="3210" y="606"/>
                    </a:lnTo>
                    <a:lnTo>
                      <a:pt x="3210" y="521"/>
                    </a:lnTo>
                    <a:lnTo>
                      <a:pt x="3211" y="595"/>
                    </a:lnTo>
                    <a:lnTo>
                      <a:pt x="3211" y="595"/>
                    </a:lnTo>
                    <a:lnTo>
                      <a:pt x="3211" y="597"/>
                    </a:lnTo>
                    <a:lnTo>
                      <a:pt x="3211" y="532"/>
                    </a:lnTo>
                    <a:lnTo>
                      <a:pt x="3213" y="537"/>
                    </a:lnTo>
                    <a:lnTo>
                      <a:pt x="3213" y="537"/>
                    </a:lnTo>
                    <a:lnTo>
                      <a:pt x="3215" y="604"/>
                    </a:lnTo>
                    <a:lnTo>
                      <a:pt x="3215" y="526"/>
                    </a:lnTo>
                    <a:lnTo>
                      <a:pt x="3215" y="565"/>
                    </a:lnTo>
                    <a:lnTo>
                      <a:pt x="3215" y="565"/>
                    </a:lnTo>
                    <a:lnTo>
                      <a:pt x="3215" y="614"/>
                    </a:lnTo>
                    <a:lnTo>
                      <a:pt x="3215" y="515"/>
                    </a:lnTo>
                    <a:lnTo>
                      <a:pt x="3217" y="572"/>
                    </a:lnTo>
                    <a:lnTo>
                      <a:pt x="3217" y="572"/>
                    </a:lnTo>
                    <a:lnTo>
                      <a:pt x="3218" y="530"/>
                    </a:lnTo>
                    <a:lnTo>
                      <a:pt x="3219" y="610"/>
                    </a:lnTo>
                    <a:lnTo>
                      <a:pt x="3219" y="606"/>
                    </a:lnTo>
                    <a:lnTo>
                      <a:pt x="3219" y="606"/>
                    </a:lnTo>
                    <a:lnTo>
                      <a:pt x="3219" y="493"/>
                    </a:lnTo>
                    <a:lnTo>
                      <a:pt x="3220" y="620"/>
                    </a:lnTo>
                    <a:lnTo>
                      <a:pt x="3221" y="521"/>
                    </a:lnTo>
                    <a:lnTo>
                      <a:pt x="3221" y="521"/>
                    </a:lnTo>
                    <a:lnTo>
                      <a:pt x="3221" y="612"/>
                    </a:lnTo>
                    <a:lnTo>
                      <a:pt x="3222" y="507"/>
                    </a:lnTo>
                    <a:lnTo>
                      <a:pt x="3223" y="579"/>
                    </a:lnTo>
                    <a:lnTo>
                      <a:pt x="3223" y="579"/>
                    </a:lnTo>
                    <a:lnTo>
                      <a:pt x="3223" y="587"/>
                    </a:lnTo>
                    <a:lnTo>
                      <a:pt x="3223" y="529"/>
                    </a:lnTo>
                    <a:lnTo>
                      <a:pt x="3225" y="572"/>
                    </a:lnTo>
                    <a:lnTo>
                      <a:pt x="3225" y="572"/>
                    </a:lnTo>
                    <a:lnTo>
                      <a:pt x="3226" y="613"/>
                    </a:lnTo>
                    <a:lnTo>
                      <a:pt x="3227" y="503"/>
                    </a:lnTo>
                    <a:lnTo>
                      <a:pt x="3227" y="589"/>
                    </a:lnTo>
                    <a:lnTo>
                      <a:pt x="3227" y="589"/>
                    </a:lnTo>
                    <a:lnTo>
                      <a:pt x="3227" y="590"/>
                    </a:lnTo>
                    <a:lnTo>
                      <a:pt x="3229" y="525"/>
                    </a:lnTo>
                    <a:lnTo>
                      <a:pt x="3229" y="574"/>
                    </a:lnTo>
                    <a:lnTo>
                      <a:pt x="3229" y="574"/>
                    </a:lnTo>
                    <a:lnTo>
                      <a:pt x="3230" y="583"/>
                    </a:lnTo>
                    <a:lnTo>
                      <a:pt x="3230" y="538"/>
                    </a:lnTo>
                    <a:lnTo>
                      <a:pt x="3231" y="577"/>
                    </a:lnTo>
                    <a:lnTo>
                      <a:pt x="3231" y="577"/>
                    </a:lnTo>
                    <a:lnTo>
                      <a:pt x="3232" y="527"/>
                    </a:lnTo>
                    <a:lnTo>
                      <a:pt x="3233" y="608"/>
                    </a:lnTo>
                    <a:lnTo>
                      <a:pt x="3233" y="567"/>
                    </a:lnTo>
                    <a:lnTo>
                      <a:pt x="3233" y="566"/>
                    </a:lnTo>
                    <a:lnTo>
                      <a:pt x="3233" y="518"/>
                    </a:lnTo>
                    <a:lnTo>
                      <a:pt x="3233" y="607"/>
                    </a:lnTo>
                    <a:lnTo>
                      <a:pt x="3235" y="571"/>
                    </a:lnTo>
                    <a:lnTo>
                      <a:pt x="3235" y="571"/>
                    </a:lnTo>
                    <a:lnTo>
                      <a:pt x="3236" y="536"/>
                    </a:lnTo>
                    <a:lnTo>
                      <a:pt x="3236" y="581"/>
                    </a:lnTo>
                    <a:lnTo>
                      <a:pt x="3237" y="560"/>
                    </a:lnTo>
                    <a:lnTo>
                      <a:pt x="3237" y="560"/>
                    </a:lnTo>
                    <a:lnTo>
                      <a:pt x="3239" y="538"/>
                    </a:lnTo>
                    <a:lnTo>
                      <a:pt x="3239" y="599"/>
                    </a:lnTo>
                    <a:lnTo>
                      <a:pt x="3239" y="545"/>
                    </a:lnTo>
                    <a:lnTo>
                      <a:pt x="3239" y="545"/>
                    </a:lnTo>
                    <a:lnTo>
                      <a:pt x="3239" y="606"/>
                    </a:lnTo>
                    <a:lnTo>
                      <a:pt x="3240" y="538"/>
                    </a:lnTo>
                    <a:lnTo>
                      <a:pt x="3241" y="580"/>
                    </a:lnTo>
                    <a:lnTo>
                      <a:pt x="3241" y="579"/>
                    </a:lnTo>
                    <a:lnTo>
                      <a:pt x="3242" y="598"/>
                    </a:lnTo>
                    <a:lnTo>
                      <a:pt x="3243" y="518"/>
                    </a:lnTo>
                    <a:lnTo>
                      <a:pt x="3243" y="583"/>
                    </a:lnTo>
                    <a:lnTo>
                      <a:pt x="3243" y="583"/>
                    </a:lnTo>
                    <a:lnTo>
                      <a:pt x="3243" y="537"/>
                    </a:lnTo>
                    <a:lnTo>
                      <a:pt x="3244" y="600"/>
                    </a:lnTo>
                    <a:lnTo>
                      <a:pt x="3245" y="564"/>
                    </a:lnTo>
                    <a:lnTo>
                      <a:pt x="3245" y="564"/>
                    </a:lnTo>
                    <a:lnTo>
                      <a:pt x="3246" y="631"/>
                    </a:lnTo>
                    <a:lnTo>
                      <a:pt x="3247" y="394"/>
                    </a:lnTo>
                    <a:lnTo>
                      <a:pt x="3247" y="447"/>
                    </a:lnTo>
                    <a:lnTo>
                      <a:pt x="3247" y="447"/>
                    </a:lnTo>
                    <a:lnTo>
                      <a:pt x="3248" y="711"/>
                    </a:lnTo>
                    <a:lnTo>
                      <a:pt x="3249" y="533"/>
                    </a:lnTo>
                    <a:lnTo>
                      <a:pt x="3249" y="533"/>
                    </a:lnTo>
                    <a:lnTo>
                      <a:pt x="3249" y="631"/>
                    </a:lnTo>
                    <a:lnTo>
                      <a:pt x="3249" y="469"/>
                    </a:lnTo>
                    <a:lnTo>
                      <a:pt x="3251" y="541"/>
                    </a:lnTo>
                    <a:lnTo>
                      <a:pt x="3251" y="541"/>
                    </a:lnTo>
                    <a:lnTo>
                      <a:pt x="3251" y="539"/>
                    </a:lnTo>
                    <a:lnTo>
                      <a:pt x="3252" y="601"/>
                    </a:lnTo>
                    <a:lnTo>
                      <a:pt x="3253" y="581"/>
                    </a:lnTo>
                    <a:lnTo>
                      <a:pt x="3253" y="581"/>
                    </a:lnTo>
                    <a:lnTo>
                      <a:pt x="3254" y="617"/>
                    </a:lnTo>
                    <a:lnTo>
                      <a:pt x="3255" y="525"/>
                    </a:lnTo>
                    <a:lnTo>
                      <a:pt x="3255" y="531"/>
                    </a:lnTo>
                    <a:lnTo>
                      <a:pt x="3255" y="531"/>
                    </a:lnTo>
                    <a:lnTo>
                      <a:pt x="3256" y="645"/>
                    </a:lnTo>
                    <a:lnTo>
                      <a:pt x="3256" y="463"/>
                    </a:lnTo>
                    <a:lnTo>
                      <a:pt x="3257" y="631"/>
                    </a:lnTo>
                    <a:lnTo>
                      <a:pt x="3257" y="631"/>
                    </a:lnTo>
                    <a:lnTo>
                      <a:pt x="3258" y="488"/>
                    </a:lnTo>
                    <a:lnTo>
                      <a:pt x="3259" y="556"/>
                    </a:lnTo>
                    <a:lnTo>
                      <a:pt x="3259" y="556"/>
                    </a:lnTo>
                    <a:lnTo>
                      <a:pt x="3261" y="616"/>
                    </a:lnTo>
                    <a:lnTo>
                      <a:pt x="3261" y="525"/>
                    </a:lnTo>
                    <a:lnTo>
                      <a:pt x="3261" y="555"/>
                    </a:lnTo>
                    <a:lnTo>
                      <a:pt x="3261" y="555"/>
                    </a:lnTo>
                    <a:lnTo>
                      <a:pt x="3262" y="502"/>
                    </a:lnTo>
                    <a:lnTo>
                      <a:pt x="3262" y="648"/>
                    </a:lnTo>
                    <a:lnTo>
                      <a:pt x="3263" y="558"/>
                    </a:lnTo>
                    <a:lnTo>
                      <a:pt x="3263" y="558"/>
                    </a:lnTo>
                    <a:lnTo>
                      <a:pt x="3265" y="602"/>
                    </a:lnTo>
                    <a:lnTo>
                      <a:pt x="3265" y="531"/>
                    </a:lnTo>
                    <a:lnTo>
                      <a:pt x="3265" y="566"/>
                    </a:lnTo>
                    <a:lnTo>
                      <a:pt x="3265" y="566"/>
                    </a:lnTo>
                    <a:lnTo>
                      <a:pt x="3265" y="664"/>
                    </a:lnTo>
                    <a:lnTo>
                      <a:pt x="3267" y="481"/>
                    </a:lnTo>
                    <a:lnTo>
                      <a:pt x="3267" y="586"/>
                    </a:lnTo>
                    <a:lnTo>
                      <a:pt x="3267" y="586"/>
                    </a:lnTo>
                    <a:lnTo>
                      <a:pt x="3269" y="611"/>
                    </a:lnTo>
                    <a:lnTo>
                      <a:pt x="3269" y="514"/>
                    </a:lnTo>
                    <a:lnTo>
                      <a:pt x="3269" y="549"/>
                    </a:lnTo>
                    <a:lnTo>
                      <a:pt x="3269" y="549"/>
                    </a:lnTo>
                    <a:lnTo>
                      <a:pt x="3269" y="659"/>
                    </a:lnTo>
                    <a:lnTo>
                      <a:pt x="3270" y="478"/>
                    </a:lnTo>
                    <a:lnTo>
                      <a:pt x="3271" y="614"/>
                    </a:lnTo>
                    <a:lnTo>
                      <a:pt x="3271" y="615"/>
                    </a:lnTo>
                    <a:lnTo>
                      <a:pt x="3273" y="515"/>
                    </a:lnTo>
                    <a:lnTo>
                      <a:pt x="3273" y="650"/>
                    </a:lnTo>
                    <a:lnTo>
                      <a:pt x="3273" y="537"/>
                    </a:lnTo>
                    <a:lnTo>
                      <a:pt x="3273" y="537"/>
                    </a:lnTo>
                    <a:lnTo>
                      <a:pt x="3274" y="635"/>
                    </a:lnTo>
                    <a:lnTo>
                      <a:pt x="3275" y="489"/>
                    </a:lnTo>
                    <a:lnTo>
                      <a:pt x="3275" y="554"/>
                    </a:lnTo>
                    <a:lnTo>
                      <a:pt x="3275" y="555"/>
                    </a:lnTo>
                    <a:lnTo>
                      <a:pt x="3275" y="611"/>
                    </a:lnTo>
                    <a:lnTo>
                      <a:pt x="3276" y="530"/>
                    </a:lnTo>
                    <a:lnTo>
                      <a:pt x="3277" y="550"/>
                    </a:lnTo>
                    <a:lnTo>
                      <a:pt x="3277" y="550"/>
                    </a:lnTo>
                    <a:lnTo>
                      <a:pt x="3278" y="645"/>
                    </a:lnTo>
                    <a:lnTo>
                      <a:pt x="3279" y="393"/>
                    </a:lnTo>
                    <a:lnTo>
                      <a:pt x="3279" y="473"/>
                    </a:lnTo>
                    <a:lnTo>
                      <a:pt x="3279" y="474"/>
                    </a:lnTo>
                    <a:lnTo>
                      <a:pt x="3279" y="459"/>
                    </a:lnTo>
                    <a:lnTo>
                      <a:pt x="3279" y="667"/>
                    </a:lnTo>
                    <a:lnTo>
                      <a:pt x="3281" y="577"/>
                    </a:lnTo>
                    <a:lnTo>
                      <a:pt x="3281" y="577"/>
                    </a:lnTo>
                    <a:lnTo>
                      <a:pt x="3282" y="603"/>
                    </a:lnTo>
                    <a:lnTo>
                      <a:pt x="3283" y="534"/>
                    </a:lnTo>
                    <a:lnTo>
                      <a:pt x="3283" y="581"/>
                    </a:lnTo>
                    <a:lnTo>
                      <a:pt x="3283" y="582"/>
                    </a:lnTo>
                    <a:lnTo>
                      <a:pt x="3284" y="643"/>
                    </a:lnTo>
                    <a:lnTo>
                      <a:pt x="3284" y="489"/>
                    </a:lnTo>
                    <a:lnTo>
                      <a:pt x="3285" y="577"/>
                    </a:lnTo>
                    <a:lnTo>
                      <a:pt x="3285" y="577"/>
                    </a:lnTo>
                    <a:lnTo>
                      <a:pt x="3285" y="522"/>
                    </a:lnTo>
                    <a:lnTo>
                      <a:pt x="3287" y="607"/>
                    </a:lnTo>
                    <a:lnTo>
                      <a:pt x="3287" y="539"/>
                    </a:lnTo>
                    <a:lnTo>
                      <a:pt x="3287" y="539"/>
                    </a:lnTo>
                    <a:lnTo>
                      <a:pt x="3288" y="382"/>
                    </a:lnTo>
                    <a:lnTo>
                      <a:pt x="3288" y="684"/>
                    </a:lnTo>
                    <a:lnTo>
                      <a:pt x="3289" y="539"/>
                    </a:lnTo>
                    <a:lnTo>
                      <a:pt x="3289" y="540"/>
                    </a:lnTo>
                    <a:lnTo>
                      <a:pt x="3290" y="482"/>
                    </a:lnTo>
                    <a:lnTo>
                      <a:pt x="3290" y="629"/>
                    </a:lnTo>
                    <a:lnTo>
                      <a:pt x="3291" y="554"/>
                    </a:lnTo>
                    <a:lnTo>
                      <a:pt x="3291" y="554"/>
                    </a:lnTo>
                    <a:lnTo>
                      <a:pt x="3293" y="630"/>
                    </a:lnTo>
                    <a:lnTo>
                      <a:pt x="3293" y="519"/>
                    </a:lnTo>
                    <a:lnTo>
                      <a:pt x="3293" y="591"/>
                    </a:lnTo>
                    <a:lnTo>
                      <a:pt x="3293" y="591"/>
                    </a:lnTo>
                    <a:lnTo>
                      <a:pt x="3295" y="921"/>
                    </a:lnTo>
                    <a:lnTo>
                      <a:pt x="3295" y="276"/>
                    </a:lnTo>
                    <a:lnTo>
                      <a:pt x="3295" y="566"/>
                    </a:lnTo>
                    <a:lnTo>
                      <a:pt x="3295" y="568"/>
                    </a:lnTo>
                    <a:lnTo>
                      <a:pt x="3296" y="963"/>
                    </a:lnTo>
                    <a:lnTo>
                      <a:pt x="3296" y="460"/>
                    </a:lnTo>
                    <a:lnTo>
                      <a:pt x="3297" y="536"/>
                    </a:lnTo>
                    <a:lnTo>
                      <a:pt x="3297" y="536"/>
                    </a:lnTo>
                    <a:lnTo>
                      <a:pt x="3298" y="623"/>
                    </a:lnTo>
                    <a:lnTo>
                      <a:pt x="3299" y="496"/>
                    </a:lnTo>
                    <a:lnTo>
                      <a:pt x="3299" y="569"/>
                    </a:lnTo>
                    <a:lnTo>
                      <a:pt x="3299" y="569"/>
                    </a:lnTo>
                    <a:lnTo>
                      <a:pt x="3299" y="614"/>
                    </a:lnTo>
                    <a:lnTo>
                      <a:pt x="3300" y="503"/>
                    </a:lnTo>
                    <a:lnTo>
                      <a:pt x="3301" y="603"/>
                    </a:lnTo>
                    <a:lnTo>
                      <a:pt x="3301" y="603"/>
                    </a:lnTo>
                    <a:lnTo>
                      <a:pt x="3302" y="608"/>
                    </a:lnTo>
                    <a:lnTo>
                      <a:pt x="3302" y="503"/>
                    </a:lnTo>
                    <a:lnTo>
                      <a:pt x="3303" y="569"/>
                    </a:lnTo>
                    <a:lnTo>
                      <a:pt x="3303" y="569"/>
                    </a:lnTo>
                    <a:lnTo>
                      <a:pt x="3303" y="518"/>
                    </a:lnTo>
                    <a:lnTo>
                      <a:pt x="3304" y="589"/>
                    </a:lnTo>
                    <a:lnTo>
                      <a:pt x="3305" y="556"/>
                    </a:lnTo>
                    <a:lnTo>
                      <a:pt x="3305" y="556"/>
                    </a:lnTo>
                    <a:lnTo>
                      <a:pt x="3307" y="599"/>
                    </a:lnTo>
                    <a:lnTo>
                      <a:pt x="3307" y="532"/>
                    </a:lnTo>
                    <a:lnTo>
                      <a:pt x="3307" y="559"/>
                    </a:lnTo>
                    <a:lnTo>
                      <a:pt x="3307" y="559"/>
                    </a:lnTo>
                    <a:lnTo>
                      <a:pt x="3307" y="606"/>
                    </a:lnTo>
                    <a:lnTo>
                      <a:pt x="3308" y="514"/>
                    </a:lnTo>
                    <a:lnTo>
                      <a:pt x="3309" y="543"/>
                    </a:lnTo>
                    <a:lnTo>
                      <a:pt x="3309" y="543"/>
                    </a:lnTo>
                    <a:lnTo>
                      <a:pt x="3310" y="577"/>
                    </a:lnTo>
                    <a:lnTo>
                      <a:pt x="3311" y="541"/>
                    </a:lnTo>
                    <a:lnTo>
                      <a:pt x="3311" y="546"/>
                    </a:lnTo>
                    <a:lnTo>
                      <a:pt x="3311" y="547"/>
                    </a:lnTo>
                    <a:lnTo>
                      <a:pt x="3313" y="579"/>
                    </a:lnTo>
                    <a:lnTo>
                      <a:pt x="3313" y="558"/>
                    </a:lnTo>
                    <a:lnTo>
                      <a:pt x="3313" y="558"/>
                    </a:lnTo>
                    <a:lnTo>
                      <a:pt x="3315" y="619"/>
                    </a:lnTo>
                    <a:lnTo>
                      <a:pt x="3315" y="497"/>
                    </a:lnTo>
                    <a:lnTo>
                      <a:pt x="3315" y="574"/>
                    </a:lnTo>
                    <a:lnTo>
                      <a:pt x="3315" y="574"/>
                    </a:lnTo>
                    <a:lnTo>
                      <a:pt x="3315" y="596"/>
                    </a:lnTo>
                    <a:lnTo>
                      <a:pt x="3316" y="504"/>
                    </a:lnTo>
                    <a:lnTo>
                      <a:pt x="3317" y="572"/>
                    </a:lnTo>
                    <a:lnTo>
                      <a:pt x="3317" y="572"/>
                    </a:lnTo>
                    <a:lnTo>
                      <a:pt x="3319" y="542"/>
                    </a:lnTo>
                    <a:lnTo>
                      <a:pt x="3319" y="581"/>
                    </a:lnTo>
                    <a:lnTo>
                      <a:pt x="3319" y="581"/>
                    </a:lnTo>
                    <a:lnTo>
                      <a:pt x="3319" y="581"/>
                    </a:lnTo>
                    <a:lnTo>
                      <a:pt x="3321" y="585"/>
                    </a:lnTo>
                    <a:lnTo>
                      <a:pt x="3321" y="531"/>
                    </a:lnTo>
                    <a:lnTo>
                      <a:pt x="3321" y="582"/>
                    </a:lnTo>
                    <a:lnTo>
                      <a:pt x="3321" y="583"/>
                    </a:lnTo>
                    <a:lnTo>
                      <a:pt x="3321" y="585"/>
                    </a:lnTo>
                    <a:lnTo>
                      <a:pt x="3322" y="528"/>
                    </a:lnTo>
                    <a:lnTo>
                      <a:pt x="3323" y="565"/>
                    </a:lnTo>
                    <a:lnTo>
                      <a:pt x="3323" y="565"/>
                    </a:lnTo>
                    <a:lnTo>
                      <a:pt x="3325" y="542"/>
                    </a:lnTo>
                    <a:lnTo>
                      <a:pt x="3325" y="581"/>
                    </a:lnTo>
                    <a:lnTo>
                      <a:pt x="3325" y="567"/>
                    </a:lnTo>
                    <a:lnTo>
                      <a:pt x="3325" y="567"/>
                    </a:lnTo>
                    <a:lnTo>
                      <a:pt x="3327" y="515"/>
                    </a:lnTo>
                    <a:lnTo>
                      <a:pt x="3327" y="632"/>
                    </a:lnTo>
                    <a:lnTo>
                      <a:pt x="3327" y="523"/>
                    </a:lnTo>
                    <a:lnTo>
                      <a:pt x="3327" y="523"/>
                    </a:lnTo>
                    <a:lnTo>
                      <a:pt x="3328" y="623"/>
                    </a:lnTo>
                    <a:lnTo>
                      <a:pt x="3328" y="514"/>
                    </a:lnTo>
                    <a:lnTo>
                      <a:pt x="3329" y="558"/>
                    </a:lnTo>
                    <a:lnTo>
                      <a:pt x="3329" y="558"/>
                    </a:lnTo>
                    <a:lnTo>
                      <a:pt x="3331" y="545"/>
                    </a:lnTo>
                    <a:lnTo>
                      <a:pt x="3331" y="594"/>
                    </a:lnTo>
                    <a:lnTo>
                      <a:pt x="3331" y="591"/>
                    </a:lnTo>
                    <a:lnTo>
                      <a:pt x="3331" y="591"/>
                    </a:lnTo>
                    <a:lnTo>
                      <a:pt x="3332" y="507"/>
                    </a:lnTo>
                    <a:lnTo>
                      <a:pt x="3332" y="622"/>
                    </a:lnTo>
                    <a:lnTo>
                      <a:pt x="3333" y="560"/>
                    </a:lnTo>
                    <a:lnTo>
                      <a:pt x="3333" y="560"/>
                    </a:lnTo>
                    <a:lnTo>
                      <a:pt x="3333" y="542"/>
                    </a:lnTo>
                    <a:lnTo>
                      <a:pt x="3334" y="580"/>
                    </a:lnTo>
                    <a:lnTo>
                      <a:pt x="3335" y="567"/>
                    </a:lnTo>
                    <a:lnTo>
                      <a:pt x="3335" y="567"/>
                    </a:lnTo>
                    <a:lnTo>
                      <a:pt x="3335" y="542"/>
                    </a:lnTo>
                    <a:lnTo>
                      <a:pt x="3337" y="580"/>
                    </a:lnTo>
                    <a:lnTo>
                      <a:pt x="3337" y="551"/>
                    </a:lnTo>
                    <a:lnTo>
                      <a:pt x="3337" y="551"/>
                    </a:lnTo>
                    <a:lnTo>
                      <a:pt x="3338" y="510"/>
                    </a:lnTo>
                    <a:lnTo>
                      <a:pt x="3338" y="632"/>
                    </a:lnTo>
                    <a:lnTo>
                      <a:pt x="3339" y="576"/>
                    </a:lnTo>
                    <a:lnTo>
                      <a:pt x="3339" y="577"/>
                    </a:lnTo>
                    <a:lnTo>
                      <a:pt x="3340" y="546"/>
                    </a:lnTo>
                    <a:lnTo>
                      <a:pt x="3340" y="583"/>
                    </a:lnTo>
                    <a:lnTo>
                      <a:pt x="3341" y="566"/>
                    </a:lnTo>
                    <a:lnTo>
                      <a:pt x="3341" y="566"/>
                    </a:lnTo>
                    <a:lnTo>
                      <a:pt x="3343" y="512"/>
                    </a:lnTo>
                    <a:lnTo>
                      <a:pt x="3343" y="754"/>
                    </a:lnTo>
                    <a:lnTo>
                      <a:pt x="3343" y="754"/>
                    </a:lnTo>
                    <a:lnTo>
                      <a:pt x="3343" y="753"/>
                    </a:lnTo>
                    <a:lnTo>
                      <a:pt x="3344" y="283"/>
                    </a:lnTo>
                    <a:lnTo>
                      <a:pt x="3344" y="765"/>
                    </a:lnTo>
                    <a:lnTo>
                      <a:pt x="3345" y="538"/>
                    </a:lnTo>
                    <a:lnTo>
                      <a:pt x="3345" y="537"/>
                    </a:lnTo>
                    <a:lnTo>
                      <a:pt x="3347" y="604"/>
                    </a:lnTo>
                    <a:lnTo>
                      <a:pt x="3347" y="525"/>
                    </a:lnTo>
                    <a:lnTo>
                      <a:pt x="3347" y="525"/>
                    </a:lnTo>
                    <a:lnTo>
                      <a:pt x="3347" y="525"/>
                    </a:lnTo>
                    <a:lnTo>
                      <a:pt x="3349" y="640"/>
                    </a:lnTo>
                    <a:lnTo>
                      <a:pt x="3349" y="502"/>
                    </a:lnTo>
                    <a:lnTo>
                      <a:pt x="3349" y="548"/>
                    </a:lnTo>
                    <a:lnTo>
                      <a:pt x="3349" y="548"/>
                    </a:lnTo>
                    <a:lnTo>
                      <a:pt x="3349" y="638"/>
                    </a:lnTo>
                    <a:lnTo>
                      <a:pt x="3350" y="511"/>
                    </a:lnTo>
                    <a:lnTo>
                      <a:pt x="3351" y="560"/>
                    </a:lnTo>
                    <a:lnTo>
                      <a:pt x="3351" y="560"/>
                    </a:lnTo>
                    <a:lnTo>
                      <a:pt x="3353" y="546"/>
                    </a:lnTo>
                    <a:lnTo>
                      <a:pt x="3353" y="582"/>
                    </a:lnTo>
                    <a:lnTo>
                      <a:pt x="3353" y="557"/>
                    </a:lnTo>
                    <a:lnTo>
                      <a:pt x="3353" y="557"/>
                    </a:lnTo>
                    <a:lnTo>
                      <a:pt x="3354" y="377"/>
                    </a:lnTo>
                    <a:lnTo>
                      <a:pt x="3355" y="681"/>
                    </a:lnTo>
                    <a:lnTo>
                      <a:pt x="3355" y="513"/>
                    </a:lnTo>
                    <a:lnTo>
                      <a:pt x="3355" y="513"/>
                    </a:lnTo>
                    <a:lnTo>
                      <a:pt x="3356" y="467"/>
                    </a:lnTo>
                    <a:lnTo>
                      <a:pt x="3356" y="630"/>
                    </a:lnTo>
                    <a:lnTo>
                      <a:pt x="3357" y="554"/>
                    </a:lnTo>
                    <a:lnTo>
                      <a:pt x="3357" y="554"/>
                    </a:lnTo>
                    <a:lnTo>
                      <a:pt x="3358" y="596"/>
                    </a:lnTo>
                    <a:lnTo>
                      <a:pt x="3359" y="528"/>
                    </a:lnTo>
                    <a:lnTo>
                      <a:pt x="3359" y="556"/>
                    </a:lnTo>
                    <a:lnTo>
                      <a:pt x="3359" y="556"/>
                    </a:lnTo>
                    <a:lnTo>
                      <a:pt x="3359" y="514"/>
                    </a:lnTo>
                    <a:lnTo>
                      <a:pt x="3359" y="608"/>
                    </a:lnTo>
                    <a:lnTo>
                      <a:pt x="3361" y="552"/>
                    </a:lnTo>
                    <a:lnTo>
                      <a:pt x="3361" y="552"/>
                    </a:lnTo>
                    <a:lnTo>
                      <a:pt x="3362" y="548"/>
                    </a:lnTo>
                    <a:lnTo>
                      <a:pt x="3362" y="576"/>
                    </a:lnTo>
                    <a:lnTo>
                      <a:pt x="3363" y="557"/>
                    </a:lnTo>
                    <a:lnTo>
                      <a:pt x="3363" y="557"/>
                    </a:lnTo>
                    <a:lnTo>
                      <a:pt x="3364" y="592"/>
                    </a:lnTo>
                    <a:lnTo>
                      <a:pt x="3365" y="516"/>
                    </a:lnTo>
                    <a:lnTo>
                      <a:pt x="3365" y="587"/>
                    </a:lnTo>
                    <a:lnTo>
                      <a:pt x="3365" y="588"/>
                    </a:lnTo>
                    <a:lnTo>
                      <a:pt x="3365" y="521"/>
                    </a:lnTo>
                    <a:lnTo>
                      <a:pt x="3366" y="608"/>
                    </a:lnTo>
                    <a:lnTo>
                      <a:pt x="3367" y="550"/>
                    </a:lnTo>
                    <a:lnTo>
                      <a:pt x="3367" y="550"/>
                    </a:lnTo>
                    <a:lnTo>
                      <a:pt x="3368" y="594"/>
                    </a:lnTo>
                    <a:lnTo>
                      <a:pt x="3369" y="522"/>
                    </a:lnTo>
                    <a:lnTo>
                      <a:pt x="3369" y="582"/>
                    </a:lnTo>
                    <a:lnTo>
                      <a:pt x="3369" y="582"/>
                    </a:lnTo>
                    <a:lnTo>
                      <a:pt x="3370" y="537"/>
                    </a:lnTo>
                    <a:lnTo>
                      <a:pt x="3370" y="587"/>
                    </a:lnTo>
                    <a:lnTo>
                      <a:pt x="3371" y="564"/>
                    </a:lnTo>
                    <a:lnTo>
                      <a:pt x="3371" y="564"/>
                    </a:lnTo>
                    <a:lnTo>
                      <a:pt x="3372" y="601"/>
                    </a:lnTo>
                    <a:lnTo>
                      <a:pt x="3373" y="518"/>
                    </a:lnTo>
                    <a:lnTo>
                      <a:pt x="3373" y="572"/>
                    </a:lnTo>
                    <a:lnTo>
                      <a:pt x="3373" y="572"/>
                    </a:lnTo>
                    <a:lnTo>
                      <a:pt x="3374" y="548"/>
                    </a:lnTo>
                    <a:lnTo>
                      <a:pt x="3375" y="589"/>
                    </a:lnTo>
                    <a:lnTo>
                      <a:pt x="3375" y="552"/>
                    </a:lnTo>
                    <a:lnTo>
                      <a:pt x="3375" y="552"/>
                    </a:lnTo>
                    <a:lnTo>
                      <a:pt x="3377" y="607"/>
                    </a:lnTo>
                    <a:lnTo>
                      <a:pt x="3377" y="521"/>
                    </a:lnTo>
                    <a:lnTo>
                      <a:pt x="3377" y="543"/>
                    </a:lnTo>
                    <a:lnTo>
                      <a:pt x="3377" y="543"/>
                    </a:lnTo>
                    <a:lnTo>
                      <a:pt x="3377" y="420"/>
                    </a:lnTo>
                    <a:lnTo>
                      <a:pt x="3378" y="638"/>
                    </a:lnTo>
                    <a:lnTo>
                      <a:pt x="3379" y="583"/>
                    </a:lnTo>
                    <a:lnTo>
                      <a:pt x="3379" y="583"/>
                    </a:lnTo>
                    <a:lnTo>
                      <a:pt x="3379" y="504"/>
                    </a:lnTo>
                    <a:lnTo>
                      <a:pt x="3380" y="614"/>
                    </a:lnTo>
                    <a:lnTo>
                      <a:pt x="3381" y="572"/>
                    </a:lnTo>
                    <a:lnTo>
                      <a:pt x="3381" y="573"/>
                    </a:lnTo>
                    <a:lnTo>
                      <a:pt x="3382" y="603"/>
                    </a:lnTo>
                    <a:lnTo>
                      <a:pt x="3382" y="514"/>
                    </a:lnTo>
                    <a:lnTo>
                      <a:pt x="3383" y="573"/>
                    </a:lnTo>
                    <a:lnTo>
                      <a:pt x="3383" y="573"/>
                    </a:lnTo>
                    <a:lnTo>
                      <a:pt x="3383" y="582"/>
                    </a:lnTo>
                    <a:lnTo>
                      <a:pt x="3383" y="529"/>
                    </a:lnTo>
                    <a:lnTo>
                      <a:pt x="3385" y="558"/>
                    </a:lnTo>
                    <a:lnTo>
                      <a:pt x="3385" y="558"/>
                    </a:lnTo>
                    <a:lnTo>
                      <a:pt x="3386" y="610"/>
                    </a:lnTo>
                    <a:lnTo>
                      <a:pt x="3386" y="510"/>
                    </a:lnTo>
                    <a:lnTo>
                      <a:pt x="3387" y="601"/>
                    </a:lnTo>
                    <a:lnTo>
                      <a:pt x="3387" y="601"/>
                    </a:lnTo>
                    <a:lnTo>
                      <a:pt x="3388" y="610"/>
                    </a:lnTo>
                    <a:lnTo>
                      <a:pt x="3388" y="513"/>
                    </a:lnTo>
                    <a:lnTo>
                      <a:pt x="3389" y="566"/>
                    </a:lnTo>
                    <a:lnTo>
                      <a:pt x="3389" y="566"/>
                    </a:lnTo>
                    <a:lnTo>
                      <a:pt x="3391" y="531"/>
                    </a:lnTo>
                    <a:lnTo>
                      <a:pt x="3391" y="605"/>
                    </a:lnTo>
                    <a:lnTo>
                      <a:pt x="3391" y="605"/>
                    </a:lnTo>
                    <a:lnTo>
                      <a:pt x="3391" y="613"/>
                    </a:lnTo>
                    <a:lnTo>
                      <a:pt x="3393" y="494"/>
                    </a:lnTo>
                    <a:lnTo>
                      <a:pt x="3393" y="585"/>
                    </a:lnTo>
                    <a:lnTo>
                      <a:pt x="3393" y="585"/>
                    </a:lnTo>
                    <a:lnTo>
                      <a:pt x="3394" y="540"/>
                    </a:lnTo>
                    <a:lnTo>
                      <a:pt x="3394" y="587"/>
                    </a:lnTo>
                    <a:lnTo>
                      <a:pt x="3395" y="554"/>
                    </a:lnTo>
                    <a:lnTo>
                      <a:pt x="3395" y="554"/>
                    </a:lnTo>
                    <a:lnTo>
                      <a:pt x="3395" y="648"/>
                    </a:lnTo>
                    <a:lnTo>
                      <a:pt x="3397" y="490"/>
                    </a:lnTo>
                    <a:lnTo>
                      <a:pt x="3397" y="528"/>
                    </a:lnTo>
                    <a:lnTo>
                      <a:pt x="3397" y="527"/>
                    </a:lnTo>
                    <a:lnTo>
                      <a:pt x="3397" y="492"/>
                    </a:lnTo>
                    <a:lnTo>
                      <a:pt x="3398" y="599"/>
                    </a:lnTo>
                    <a:lnTo>
                      <a:pt x="3399" y="565"/>
                    </a:lnTo>
                    <a:lnTo>
                      <a:pt x="3399" y="566"/>
                    </a:lnTo>
                    <a:lnTo>
                      <a:pt x="3401" y="724"/>
                    </a:lnTo>
                    <a:lnTo>
                      <a:pt x="3401" y="477"/>
                    </a:lnTo>
                    <a:lnTo>
                      <a:pt x="3402" y="502"/>
                    </a:lnTo>
                    <a:lnTo>
                      <a:pt x="3402" y="502"/>
                    </a:lnTo>
                    <a:lnTo>
                      <a:pt x="3402" y="501"/>
                    </a:lnTo>
                    <a:lnTo>
                      <a:pt x="3402" y="615"/>
                    </a:lnTo>
                    <a:lnTo>
                      <a:pt x="3403" y="556"/>
                    </a:lnTo>
                    <a:lnTo>
                      <a:pt x="3403" y="556"/>
                    </a:lnTo>
                    <a:lnTo>
                      <a:pt x="3405" y="582"/>
                    </a:lnTo>
                    <a:lnTo>
                      <a:pt x="3405" y="545"/>
                    </a:lnTo>
                    <a:lnTo>
                      <a:pt x="3405" y="555"/>
                    </a:lnTo>
                    <a:lnTo>
                      <a:pt x="3405" y="555"/>
                    </a:lnTo>
                    <a:lnTo>
                      <a:pt x="3406" y="424"/>
                    </a:lnTo>
                    <a:lnTo>
                      <a:pt x="3407" y="641"/>
                    </a:lnTo>
                    <a:lnTo>
                      <a:pt x="3408" y="550"/>
                    </a:lnTo>
                    <a:lnTo>
                      <a:pt x="3408" y="550"/>
                    </a:lnTo>
                    <a:lnTo>
                      <a:pt x="3408" y="658"/>
                    </a:lnTo>
                    <a:lnTo>
                      <a:pt x="3408" y="469"/>
                    </a:lnTo>
                    <a:lnTo>
                      <a:pt x="3409" y="596"/>
                    </a:lnTo>
                    <a:lnTo>
                      <a:pt x="3409" y="596"/>
                    </a:lnTo>
                    <a:lnTo>
                      <a:pt x="3411" y="603"/>
                    </a:lnTo>
                    <a:lnTo>
                      <a:pt x="3411" y="509"/>
                    </a:lnTo>
                    <a:lnTo>
                      <a:pt x="3411" y="571"/>
                    </a:lnTo>
                    <a:lnTo>
                      <a:pt x="3411" y="571"/>
                    </a:lnTo>
                    <a:lnTo>
                      <a:pt x="3412" y="519"/>
                    </a:lnTo>
                    <a:lnTo>
                      <a:pt x="3412" y="608"/>
                    </a:lnTo>
                    <a:lnTo>
                      <a:pt x="3414" y="553"/>
                    </a:lnTo>
                    <a:lnTo>
                      <a:pt x="3414" y="553"/>
                    </a:lnTo>
                    <a:lnTo>
                      <a:pt x="3414" y="608"/>
                    </a:lnTo>
                    <a:lnTo>
                      <a:pt x="3415" y="524"/>
                    </a:lnTo>
                    <a:lnTo>
                      <a:pt x="3415" y="524"/>
                    </a:lnTo>
                    <a:lnTo>
                      <a:pt x="3415" y="524"/>
                    </a:lnTo>
                    <a:lnTo>
                      <a:pt x="3416" y="518"/>
                    </a:lnTo>
                    <a:lnTo>
                      <a:pt x="3417" y="601"/>
                    </a:lnTo>
                    <a:lnTo>
                      <a:pt x="3417" y="584"/>
                    </a:lnTo>
                    <a:lnTo>
                      <a:pt x="3417" y="584"/>
                    </a:lnTo>
                    <a:lnTo>
                      <a:pt x="3419" y="466"/>
                    </a:lnTo>
                    <a:lnTo>
                      <a:pt x="3420" y="736"/>
                    </a:lnTo>
                    <a:lnTo>
                      <a:pt x="3420" y="737"/>
                    </a:lnTo>
                    <a:lnTo>
                      <a:pt x="3420" y="367"/>
                    </a:lnTo>
                    <a:lnTo>
                      <a:pt x="3420" y="746"/>
                    </a:lnTo>
                    <a:lnTo>
                      <a:pt x="3421" y="571"/>
                    </a:lnTo>
                    <a:lnTo>
                      <a:pt x="3421" y="571"/>
                    </a:lnTo>
                    <a:lnTo>
                      <a:pt x="3422" y="596"/>
                    </a:lnTo>
                    <a:lnTo>
                      <a:pt x="3422" y="499"/>
                    </a:lnTo>
                    <a:lnTo>
                      <a:pt x="3423" y="586"/>
                    </a:lnTo>
                    <a:lnTo>
                      <a:pt x="3423" y="587"/>
                    </a:lnTo>
                    <a:lnTo>
                      <a:pt x="3425" y="616"/>
                    </a:lnTo>
                    <a:lnTo>
                      <a:pt x="3426" y="526"/>
                    </a:lnTo>
                    <a:lnTo>
                      <a:pt x="3426" y="526"/>
                    </a:lnTo>
                    <a:lnTo>
                      <a:pt x="3426" y="472"/>
                    </a:lnTo>
                    <a:lnTo>
                      <a:pt x="3426" y="627"/>
                    </a:lnTo>
                    <a:lnTo>
                      <a:pt x="3427" y="541"/>
                    </a:lnTo>
                    <a:lnTo>
                      <a:pt x="3427" y="541"/>
                    </a:lnTo>
                    <a:lnTo>
                      <a:pt x="3429" y="580"/>
                    </a:lnTo>
                    <a:lnTo>
                      <a:pt x="3429" y="561"/>
                    </a:lnTo>
                    <a:lnTo>
                      <a:pt x="3429" y="561"/>
                    </a:lnTo>
                    <a:lnTo>
                      <a:pt x="3431" y="595"/>
                    </a:lnTo>
                    <a:lnTo>
                      <a:pt x="3431" y="518"/>
                    </a:lnTo>
                    <a:lnTo>
                      <a:pt x="3432" y="594"/>
                    </a:lnTo>
                    <a:lnTo>
                      <a:pt x="3432" y="594"/>
                    </a:lnTo>
                    <a:lnTo>
                      <a:pt x="3432" y="600"/>
                    </a:lnTo>
                    <a:lnTo>
                      <a:pt x="3432" y="525"/>
                    </a:lnTo>
                    <a:lnTo>
                      <a:pt x="3433" y="556"/>
                    </a:lnTo>
                    <a:lnTo>
                      <a:pt x="3433" y="556"/>
                    </a:lnTo>
                    <a:lnTo>
                      <a:pt x="3435" y="548"/>
                    </a:lnTo>
                    <a:lnTo>
                      <a:pt x="3435" y="606"/>
                    </a:lnTo>
                    <a:lnTo>
                      <a:pt x="3435" y="607"/>
                    </a:lnTo>
                    <a:lnTo>
                      <a:pt x="3436" y="698"/>
                    </a:lnTo>
                    <a:lnTo>
                      <a:pt x="3436" y="409"/>
                    </a:lnTo>
                    <a:lnTo>
                      <a:pt x="3438" y="580"/>
                    </a:lnTo>
                    <a:lnTo>
                      <a:pt x="3438" y="580"/>
                    </a:lnTo>
                    <a:lnTo>
                      <a:pt x="3438" y="631"/>
                    </a:lnTo>
                    <a:lnTo>
                      <a:pt x="3438" y="469"/>
                    </a:lnTo>
                    <a:lnTo>
                      <a:pt x="3439" y="560"/>
                    </a:lnTo>
                    <a:lnTo>
                      <a:pt x="3439" y="560"/>
                    </a:lnTo>
                    <a:lnTo>
                      <a:pt x="3441" y="453"/>
                    </a:lnTo>
                    <a:lnTo>
                      <a:pt x="3441" y="638"/>
                    </a:lnTo>
                    <a:lnTo>
                      <a:pt x="3441" y="537"/>
                    </a:lnTo>
                    <a:lnTo>
                      <a:pt x="3441" y="538"/>
                    </a:lnTo>
                    <a:lnTo>
                      <a:pt x="3442" y="613"/>
                    </a:lnTo>
                    <a:lnTo>
                      <a:pt x="3442" y="493"/>
                    </a:lnTo>
                    <a:lnTo>
                      <a:pt x="3444" y="561"/>
                    </a:lnTo>
                    <a:lnTo>
                      <a:pt x="3444" y="560"/>
                    </a:lnTo>
                    <a:lnTo>
                      <a:pt x="3445" y="606"/>
                    </a:lnTo>
                    <a:lnTo>
                      <a:pt x="3445" y="516"/>
                    </a:lnTo>
                    <a:lnTo>
                      <a:pt x="3445" y="521"/>
                    </a:lnTo>
                    <a:lnTo>
                      <a:pt x="3445" y="521"/>
                    </a:lnTo>
                    <a:lnTo>
                      <a:pt x="3446" y="269"/>
                    </a:lnTo>
                    <a:lnTo>
                      <a:pt x="3447" y="769"/>
                    </a:lnTo>
                    <a:lnTo>
                      <a:pt x="3447" y="602"/>
                    </a:lnTo>
                    <a:lnTo>
                      <a:pt x="3447" y="602"/>
                    </a:lnTo>
                    <a:lnTo>
                      <a:pt x="3447" y="604"/>
                    </a:lnTo>
                    <a:lnTo>
                      <a:pt x="3448" y="516"/>
                    </a:lnTo>
                    <a:lnTo>
                      <a:pt x="3450" y="534"/>
                    </a:lnTo>
                    <a:lnTo>
                      <a:pt x="3450" y="534"/>
                    </a:lnTo>
                    <a:lnTo>
                      <a:pt x="3450" y="595"/>
                    </a:lnTo>
                    <a:lnTo>
                      <a:pt x="3451" y="522"/>
                    </a:lnTo>
                    <a:lnTo>
                      <a:pt x="3451" y="587"/>
                    </a:lnTo>
                    <a:lnTo>
                      <a:pt x="3451" y="587"/>
                    </a:lnTo>
                    <a:lnTo>
                      <a:pt x="3452" y="596"/>
                    </a:lnTo>
                    <a:lnTo>
                      <a:pt x="3453" y="518"/>
                    </a:lnTo>
                    <a:lnTo>
                      <a:pt x="3453" y="548"/>
                    </a:lnTo>
                    <a:lnTo>
                      <a:pt x="3453" y="548"/>
                    </a:lnTo>
                    <a:lnTo>
                      <a:pt x="3454" y="583"/>
                    </a:lnTo>
                    <a:lnTo>
                      <a:pt x="3455" y="525"/>
                    </a:lnTo>
                    <a:lnTo>
                      <a:pt x="3456" y="571"/>
                    </a:lnTo>
                    <a:lnTo>
                      <a:pt x="3456" y="571"/>
                    </a:lnTo>
                    <a:lnTo>
                      <a:pt x="3457" y="592"/>
                    </a:lnTo>
                    <a:lnTo>
                      <a:pt x="3457" y="527"/>
                    </a:lnTo>
                    <a:lnTo>
                      <a:pt x="3457" y="578"/>
                    </a:lnTo>
                    <a:lnTo>
                      <a:pt x="3457" y="578"/>
                    </a:lnTo>
                    <a:lnTo>
                      <a:pt x="3457" y="588"/>
                    </a:lnTo>
                    <a:lnTo>
                      <a:pt x="3458" y="528"/>
                    </a:lnTo>
                    <a:lnTo>
                      <a:pt x="3459" y="560"/>
                    </a:lnTo>
                    <a:lnTo>
                      <a:pt x="3459" y="561"/>
                    </a:lnTo>
                    <a:lnTo>
                      <a:pt x="3460" y="526"/>
                    </a:lnTo>
                    <a:lnTo>
                      <a:pt x="3460" y="590"/>
                    </a:lnTo>
                    <a:lnTo>
                      <a:pt x="3462" y="565"/>
                    </a:lnTo>
                    <a:lnTo>
                      <a:pt x="3462" y="565"/>
                    </a:lnTo>
                    <a:lnTo>
                      <a:pt x="3462" y="583"/>
                    </a:lnTo>
                    <a:lnTo>
                      <a:pt x="3462" y="537"/>
                    </a:lnTo>
                    <a:lnTo>
                      <a:pt x="3463" y="555"/>
                    </a:lnTo>
                    <a:lnTo>
                      <a:pt x="3463" y="555"/>
                    </a:lnTo>
                    <a:lnTo>
                      <a:pt x="3465" y="530"/>
                    </a:lnTo>
                    <a:lnTo>
                      <a:pt x="3465" y="583"/>
                    </a:lnTo>
                    <a:lnTo>
                      <a:pt x="3465" y="574"/>
                    </a:lnTo>
                    <a:lnTo>
                      <a:pt x="3465" y="574"/>
                    </a:lnTo>
                    <a:lnTo>
                      <a:pt x="3466" y="579"/>
                    </a:lnTo>
                    <a:lnTo>
                      <a:pt x="3466" y="533"/>
                    </a:lnTo>
                    <a:lnTo>
                      <a:pt x="3468" y="569"/>
                    </a:lnTo>
                    <a:lnTo>
                      <a:pt x="3468" y="569"/>
                    </a:lnTo>
                    <a:lnTo>
                      <a:pt x="3468" y="540"/>
                    </a:lnTo>
                    <a:lnTo>
                      <a:pt x="3468" y="575"/>
                    </a:lnTo>
                    <a:lnTo>
                      <a:pt x="3469" y="554"/>
                    </a:lnTo>
                    <a:lnTo>
                      <a:pt x="3469" y="554"/>
                    </a:lnTo>
                    <a:lnTo>
                      <a:pt x="3471" y="525"/>
                    </a:lnTo>
                    <a:lnTo>
                      <a:pt x="3471" y="589"/>
                    </a:lnTo>
                    <a:lnTo>
                      <a:pt x="3471" y="578"/>
                    </a:lnTo>
                    <a:lnTo>
                      <a:pt x="3471" y="578"/>
                    </a:lnTo>
                    <a:lnTo>
                      <a:pt x="3472" y="531"/>
                    </a:lnTo>
                    <a:lnTo>
                      <a:pt x="3472" y="583"/>
                    </a:lnTo>
                    <a:lnTo>
                      <a:pt x="3474" y="559"/>
                    </a:lnTo>
                    <a:lnTo>
                      <a:pt x="3474" y="559"/>
                    </a:lnTo>
                    <a:lnTo>
                      <a:pt x="3474" y="575"/>
                    </a:lnTo>
                    <a:lnTo>
                      <a:pt x="3475" y="542"/>
                    </a:lnTo>
                    <a:lnTo>
                      <a:pt x="3475" y="569"/>
                    </a:lnTo>
                    <a:lnTo>
                      <a:pt x="3475" y="569"/>
                    </a:lnTo>
                    <a:lnTo>
                      <a:pt x="3477" y="577"/>
                    </a:lnTo>
                    <a:lnTo>
                      <a:pt x="3477" y="536"/>
                    </a:lnTo>
                    <a:lnTo>
                      <a:pt x="3477" y="550"/>
                    </a:lnTo>
                    <a:lnTo>
                      <a:pt x="3477" y="550"/>
                    </a:lnTo>
                    <a:lnTo>
                      <a:pt x="3478" y="580"/>
                    </a:lnTo>
                    <a:lnTo>
                      <a:pt x="3478" y="541"/>
                    </a:lnTo>
                    <a:lnTo>
                      <a:pt x="3480" y="572"/>
                    </a:lnTo>
                    <a:lnTo>
                      <a:pt x="3480" y="572"/>
                    </a:lnTo>
                    <a:lnTo>
                      <a:pt x="3480" y="534"/>
                    </a:lnTo>
                    <a:lnTo>
                      <a:pt x="3481" y="582"/>
                    </a:lnTo>
                    <a:lnTo>
                      <a:pt x="3481" y="571"/>
                    </a:lnTo>
                    <a:lnTo>
                      <a:pt x="3481" y="571"/>
                    </a:lnTo>
                    <a:lnTo>
                      <a:pt x="3482" y="541"/>
                    </a:lnTo>
                    <a:lnTo>
                      <a:pt x="3483" y="575"/>
                    </a:lnTo>
                    <a:lnTo>
                      <a:pt x="3483" y="567"/>
                    </a:lnTo>
                    <a:lnTo>
                      <a:pt x="3483" y="567"/>
                    </a:lnTo>
                    <a:lnTo>
                      <a:pt x="3484" y="584"/>
                    </a:lnTo>
                    <a:lnTo>
                      <a:pt x="3485" y="533"/>
                    </a:lnTo>
                    <a:lnTo>
                      <a:pt x="3486" y="583"/>
                    </a:lnTo>
                    <a:lnTo>
                      <a:pt x="3486" y="583"/>
                    </a:lnTo>
                    <a:lnTo>
                      <a:pt x="3486" y="586"/>
                    </a:lnTo>
                    <a:lnTo>
                      <a:pt x="3486" y="529"/>
                    </a:lnTo>
                    <a:lnTo>
                      <a:pt x="3487" y="562"/>
                    </a:lnTo>
                    <a:lnTo>
                      <a:pt x="3487" y="562"/>
                    </a:lnTo>
                    <a:lnTo>
                      <a:pt x="3489" y="532"/>
                    </a:lnTo>
                    <a:lnTo>
                      <a:pt x="3489" y="584"/>
                    </a:lnTo>
                    <a:lnTo>
                      <a:pt x="3489" y="583"/>
                    </a:lnTo>
                    <a:lnTo>
                      <a:pt x="3489" y="583"/>
                    </a:lnTo>
                    <a:lnTo>
                      <a:pt x="3490" y="543"/>
                    </a:lnTo>
                    <a:lnTo>
                      <a:pt x="3492" y="561"/>
                    </a:lnTo>
                    <a:lnTo>
                      <a:pt x="3492" y="561"/>
                    </a:lnTo>
                    <a:lnTo>
                      <a:pt x="3492" y="543"/>
                    </a:lnTo>
                    <a:lnTo>
                      <a:pt x="3493" y="575"/>
                    </a:lnTo>
                    <a:lnTo>
                      <a:pt x="3493" y="549"/>
                    </a:lnTo>
                    <a:lnTo>
                      <a:pt x="3493" y="549"/>
                    </a:lnTo>
                    <a:lnTo>
                      <a:pt x="3495" y="588"/>
                    </a:lnTo>
                    <a:lnTo>
                      <a:pt x="3495" y="530"/>
                    </a:lnTo>
                    <a:lnTo>
                      <a:pt x="3495" y="536"/>
                    </a:lnTo>
                    <a:lnTo>
                      <a:pt x="3495" y="536"/>
                    </a:lnTo>
                    <a:lnTo>
                      <a:pt x="3496" y="584"/>
                    </a:lnTo>
                    <a:lnTo>
                      <a:pt x="3496" y="531"/>
                    </a:lnTo>
                    <a:lnTo>
                      <a:pt x="3498" y="549"/>
                    </a:lnTo>
                    <a:lnTo>
                      <a:pt x="3498" y="549"/>
                    </a:lnTo>
                    <a:lnTo>
                      <a:pt x="3498" y="543"/>
                    </a:lnTo>
                    <a:lnTo>
                      <a:pt x="3498" y="573"/>
                    </a:lnTo>
                    <a:lnTo>
                      <a:pt x="3499" y="567"/>
                    </a:lnTo>
                    <a:lnTo>
                      <a:pt x="3499" y="567"/>
                    </a:lnTo>
                    <a:lnTo>
                      <a:pt x="3501" y="531"/>
                    </a:lnTo>
                    <a:lnTo>
                      <a:pt x="3501" y="587"/>
                    </a:lnTo>
                    <a:lnTo>
                      <a:pt x="3501" y="577"/>
                    </a:lnTo>
                    <a:lnTo>
                      <a:pt x="3501" y="577"/>
                    </a:lnTo>
                    <a:lnTo>
                      <a:pt x="3502" y="533"/>
                    </a:lnTo>
                    <a:lnTo>
                      <a:pt x="3502" y="584"/>
                    </a:lnTo>
                    <a:lnTo>
                      <a:pt x="3504" y="569"/>
                    </a:lnTo>
                    <a:lnTo>
                      <a:pt x="3504" y="569"/>
                    </a:lnTo>
                    <a:lnTo>
                      <a:pt x="3505" y="576"/>
                    </a:lnTo>
                    <a:lnTo>
                      <a:pt x="3505" y="538"/>
                    </a:lnTo>
                    <a:lnTo>
                      <a:pt x="3505" y="571"/>
                    </a:lnTo>
                    <a:lnTo>
                      <a:pt x="3505" y="571"/>
                    </a:lnTo>
                    <a:lnTo>
                      <a:pt x="3507" y="577"/>
                    </a:lnTo>
                    <a:lnTo>
                      <a:pt x="3507" y="540"/>
                    </a:lnTo>
                    <a:lnTo>
                      <a:pt x="3507" y="575"/>
                    </a:lnTo>
                    <a:lnTo>
                      <a:pt x="3507" y="575"/>
                    </a:lnTo>
                    <a:lnTo>
                      <a:pt x="3508" y="578"/>
                    </a:lnTo>
                    <a:lnTo>
                      <a:pt x="3509" y="538"/>
                    </a:lnTo>
                    <a:lnTo>
                      <a:pt x="3510" y="546"/>
                    </a:lnTo>
                    <a:lnTo>
                      <a:pt x="3510" y="546"/>
                    </a:lnTo>
                    <a:lnTo>
                      <a:pt x="3511" y="544"/>
                    </a:lnTo>
                    <a:lnTo>
                      <a:pt x="3511" y="574"/>
                    </a:lnTo>
                    <a:lnTo>
                      <a:pt x="3512" y="568"/>
                    </a:lnTo>
                    <a:lnTo>
                      <a:pt x="3512" y="568"/>
                    </a:lnTo>
                    <a:lnTo>
                      <a:pt x="3512" y="577"/>
                    </a:lnTo>
                    <a:lnTo>
                      <a:pt x="3512" y="540"/>
                    </a:lnTo>
                    <a:lnTo>
                      <a:pt x="3513" y="575"/>
                    </a:lnTo>
                    <a:lnTo>
                      <a:pt x="3513" y="575"/>
                    </a:lnTo>
                    <a:lnTo>
                      <a:pt x="3514" y="540"/>
                    </a:lnTo>
                    <a:lnTo>
                      <a:pt x="3515" y="578"/>
                    </a:lnTo>
                    <a:lnTo>
                      <a:pt x="3516" y="574"/>
                    </a:lnTo>
                    <a:lnTo>
                      <a:pt x="3516" y="574"/>
                    </a:lnTo>
                    <a:lnTo>
                      <a:pt x="3516" y="575"/>
                    </a:lnTo>
                    <a:lnTo>
                      <a:pt x="3517" y="542"/>
                    </a:lnTo>
                    <a:lnTo>
                      <a:pt x="3518" y="566"/>
                    </a:lnTo>
                    <a:lnTo>
                      <a:pt x="3518" y="566"/>
                    </a:lnTo>
                    <a:lnTo>
                      <a:pt x="3519" y="573"/>
                    </a:lnTo>
                    <a:lnTo>
                      <a:pt x="3519" y="540"/>
                    </a:lnTo>
                    <a:lnTo>
                      <a:pt x="3519" y="549"/>
                    </a:lnTo>
                    <a:lnTo>
                      <a:pt x="3519" y="549"/>
                    </a:lnTo>
                    <a:lnTo>
                      <a:pt x="3521" y="592"/>
                    </a:lnTo>
                    <a:lnTo>
                      <a:pt x="3521" y="535"/>
                    </a:lnTo>
                    <a:lnTo>
                      <a:pt x="3522" y="586"/>
                    </a:lnTo>
                    <a:lnTo>
                      <a:pt x="3522" y="586"/>
                    </a:lnTo>
                    <a:lnTo>
                      <a:pt x="3522" y="535"/>
                    </a:lnTo>
                    <a:lnTo>
                      <a:pt x="3524" y="562"/>
                    </a:lnTo>
                    <a:lnTo>
                      <a:pt x="3524" y="562"/>
                    </a:lnTo>
                    <a:lnTo>
                      <a:pt x="3525" y="572"/>
                    </a:lnTo>
                    <a:lnTo>
                      <a:pt x="3525" y="539"/>
                    </a:lnTo>
                    <a:lnTo>
                      <a:pt x="3525" y="571"/>
                    </a:lnTo>
                    <a:lnTo>
                      <a:pt x="3525" y="571"/>
                    </a:lnTo>
                    <a:lnTo>
                      <a:pt x="3526" y="579"/>
                    </a:lnTo>
                    <a:lnTo>
                      <a:pt x="3526" y="538"/>
                    </a:lnTo>
                    <a:lnTo>
                      <a:pt x="3528" y="563"/>
                    </a:lnTo>
                    <a:lnTo>
                      <a:pt x="3528" y="563"/>
                    </a:lnTo>
                    <a:lnTo>
                      <a:pt x="3528" y="578"/>
                    </a:lnTo>
                    <a:lnTo>
                      <a:pt x="3529" y="542"/>
                    </a:lnTo>
                    <a:lnTo>
                      <a:pt x="3530" y="567"/>
                    </a:lnTo>
                    <a:lnTo>
                      <a:pt x="3530" y="567"/>
                    </a:lnTo>
                    <a:lnTo>
                      <a:pt x="3531" y="542"/>
                    </a:lnTo>
                    <a:lnTo>
                      <a:pt x="3531" y="577"/>
                    </a:lnTo>
                    <a:lnTo>
                      <a:pt x="3531" y="566"/>
                    </a:lnTo>
                    <a:lnTo>
                      <a:pt x="3531" y="566"/>
                    </a:lnTo>
                    <a:lnTo>
                      <a:pt x="3533" y="536"/>
                    </a:lnTo>
                    <a:lnTo>
                      <a:pt x="3534" y="582"/>
                    </a:lnTo>
                    <a:lnTo>
                      <a:pt x="3534" y="582"/>
                    </a:lnTo>
                    <a:lnTo>
                      <a:pt x="3534" y="582"/>
                    </a:lnTo>
                    <a:lnTo>
                      <a:pt x="3534" y="537"/>
                    </a:lnTo>
                    <a:lnTo>
                      <a:pt x="3536" y="573"/>
                    </a:lnTo>
                    <a:lnTo>
                      <a:pt x="3536" y="573"/>
                    </a:lnTo>
                    <a:lnTo>
                      <a:pt x="3536" y="575"/>
                    </a:lnTo>
                    <a:lnTo>
                      <a:pt x="3537" y="543"/>
                    </a:lnTo>
                    <a:lnTo>
                      <a:pt x="3537" y="557"/>
                    </a:lnTo>
                    <a:lnTo>
                      <a:pt x="3537" y="557"/>
                    </a:lnTo>
                    <a:lnTo>
                      <a:pt x="3538" y="543"/>
                    </a:lnTo>
                    <a:lnTo>
                      <a:pt x="3538" y="575"/>
                    </a:lnTo>
                    <a:lnTo>
                      <a:pt x="3540" y="556"/>
                    </a:lnTo>
                    <a:lnTo>
                      <a:pt x="3540" y="556"/>
                    </a:lnTo>
                    <a:lnTo>
                      <a:pt x="3540" y="592"/>
                    </a:lnTo>
                    <a:lnTo>
                      <a:pt x="3540" y="527"/>
                    </a:lnTo>
                    <a:lnTo>
                      <a:pt x="3542" y="547"/>
                    </a:lnTo>
                    <a:lnTo>
                      <a:pt x="3542" y="547"/>
                    </a:lnTo>
                    <a:lnTo>
                      <a:pt x="3542" y="575"/>
                    </a:lnTo>
                    <a:lnTo>
                      <a:pt x="3543" y="545"/>
                    </a:lnTo>
                    <a:lnTo>
                      <a:pt x="3543" y="560"/>
                    </a:lnTo>
                    <a:lnTo>
                      <a:pt x="3543" y="561"/>
                    </a:lnTo>
                    <a:lnTo>
                      <a:pt x="3544" y="576"/>
                    </a:lnTo>
                    <a:lnTo>
                      <a:pt x="3544" y="540"/>
                    </a:lnTo>
                    <a:lnTo>
                      <a:pt x="3546" y="557"/>
                    </a:lnTo>
                    <a:lnTo>
                      <a:pt x="3546" y="557"/>
                    </a:lnTo>
                    <a:lnTo>
                      <a:pt x="3546" y="541"/>
                    </a:lnTo>
                    <a:lnTo>
                      <a:pt x="3548" y="577"/>
                    </a:lnTo>
                    <a:lnTo>
                      <a:pt x="3548" y="577"/>
                    </a:lnTo>
                    <a:lnTo>
                      <a:pt x="3548" y="577"/>
                    </a:lnTo>
                    <a:lnTo>
                      <a:pt x="3548" y="538"/>
                    </a:lnTo>
                    <a:lnTo>
                      <a:pt x="3549" y="581"/>
                    </a:lnTo>
                    <a:lnTo>
                      <a:pt x="3549" y="560"/>
                    </a:lnTo>
                    <a:lnTo>
                      <a:pt x="3549" y="560"/>
                    </a:lnTo>
                    <a:lnTo>
                      <a:pt x="3550" y="578"/>
                    </a:lnTo>
                    <a:lnTo>
                      <a:pt x="3551" y="542"/>
                    </a:lnTo>
                    <a:lnTo>
                      <a:pt x="3552" y="560"/>
                    </a:lnTo>
                    <a:lnTo>
                      <a:pt x="3552" y="560"/>
                    </a:lnTo>
                    <a:lnTo>
                      <a:pt x="3552" y="542"/>
                    </a:lnTo>
                    <a:lnTo>
                      <a:pt x="3553" y="580"/>
                    </a:lnTo>
                    <a:lnTo>
                      <a:pt x="3554" y="561"/>
                    </a:lnTo>
                    <a:lnTo>
                      <a:pt x="3554" y="561"/>
                    </a:lnTo>
                    <a:lnTo>
                      <a:pt x="3554" y="579"/>
                    </a:lnTo>
                    <a:lnTo>
                      <a:pt x="3555" y="541"/>
                    </a:lnTo>
                    <a:lnTo>
                      <a:pt x="3555" y="578"/>
                    </a:lnTo>
                    <a:lnTo>
                      <a:pt x="3555" y="578"/>
                    </a:lnTo>
                    <a:lnTo>
                      <a:pt x="3556" y="542"/>
                    </a:lnTo>
                    <a:lnTo>
                      <a:pt x="3557" y="579"/>
                    </a:lnTo>
                    <a:lnTo>
                      <a:pt x="3558" y="574"/>
                    </a:lnTo>
                    <a:lnTo>
                      <a:pt x="3558" y="574"/>
                    </a:lnTo>
                    <a:lnTo>
                      <a:pt x="3558" y="541"/>
                    </a:lnTo>
                    <a:lnTo>
                      <a:pt x="3559" y="580"/>
                    </a:lnTo>
                    <a:lnTo>
                      <a:pt x="3560" y="574"/>
                    </a:lnTo>
                    <a:lnTo>
                      <a:pt x="3560" y="574"/>
                    </a:lnTo>
                    <a:lnTo>
                      <a:pt x="3560" y="580"/>
                    </a:lnTo>
                    <a:lnTo>
                      <a:pt x="3561" y="540"/>
                    </a:lnTo>
                    <a:lnTo>
                      <a:pt x="3561" y="549"/>
                    </a:lnTo>
                    <a:lnTo>
                      <a:pt x="3561" y="549"/>
                    </a:lnTo>
                    <a:lnTo>
                      <a:pt x="3563" y="579"/>
                    </a:lnTo>
                    <a:lnTo>
                      <a:pt x="3563" y="540"/>
                    </a:lnTo>
                    <a:lnTo>
                      <a:pt x="3564" y="577"/>
                    </a:lnTo>
                    <a:lnTo>
                      <a:pt x="3564" y="577"/>
                    </a:lnTo>
                    <a:lnTo>
                      <a:pt x="3564" y="540"/>
                    </a:lnTo>
                    <a:lnTo>
                      <a:pt x="3565" y="580"/>
                    </a:lnTo>
                    <a:lnTo>
                      <a:pt x="3566" y="558"/>
                    </a:lnTo>
                    <a:lnTo>
                      <a:pt x="3566" y="558"/>
                    </a:lnTo>
                    <a:lnTo>
                      <a:pt x="3566" y="581"/>
                    </a:lnTo>
                    <a:lnTo>
                      <a:pt x="3566" y="539"/>
                    </a:lnTo>
                    <a:lnTo>
                      <a:pt x="3567" y="574"/>
                    </a:lnTo>
                    <a:lnTo>
                      <a:pt x="3567" y="574"/>
                    </a:lnTo>
                    <a:lnTo>
                      <a:pt x="3568" y="579"/>
                    </a:lnTo>
                    <a:lnTo>
                      <a:pt x="3568" y="540"/>
                    </a:lnTo>
                    <a:lnTo>
                      <a:pt x="3570" y="577"/>
                    </a:lnTo>
                    <a:lnTo>
                      <a:pt x="3570" y="577"/>
                    </a:lnTo>
                    <a:lnTo>
                      <a:pt x="3571" y="539"/>
                    </a:lnTo>
                    <a:lnTo>
                      <a:pt x="3572" y="580"/>
                    </a:lnTo>
                    <a:lnTo>
                      <a:pt x="3572" y="577"/>
                    </a:lnTo>
                    <a:lnTo>
                      <a:pt x="3572" y="577"/>
                    </a:lnTo>
                    <a:lnTo>
                      <a:pt x="3572" y="538"/>
                    </a:lnTo>
                    <a:lnTo>
                      <a:pt x="3573" y="579"/>
                    </a:lnTo>
                    <a:lnTo>
                      <a:pt x="3573" y="574"/>
                    </a:lnTo>
                    <a:lnTo>
                      <a:pt x="3573" y="574"/>
                    </a:lnTo>
                    <a:lnTo>
                      <a:pt x="3574" y="540"/>
                    </a:lnTo>
                    <a:lnTo>
                      <a:pt x="3574" y="579"/>
                    </a:lnTo>
                    <a:lnTo>
                      <a:pt x="3576" y="544"/>
                    </a:lnTo>
                    <a:lnTo>
                      <a:pt x="3576" y="544"/>
                    </a:lnTo>
                    <a:lnTo>
                      <a:pt x="3576" y="582"/>
                    </a:lnTo>
                    <a:lnTo>
                      <a:pt x="3577" y="541"/>
                    </a:lnTo>
                    <a:lnTo>
                      <a:pt x="3578" y="556"/>
                    </a:lnTo>
                    <a:lnTo>
                      <a:pt x="3578" y="556"/>
                    </a:lnTo>
                    <a:lnTo>
                      <a:pt x="3578" y="540"/>
                    </a:lnTo>
                    <a:lnTo>
                      <a:pt x="3579" y="583"/>
                    </a:lnTo>
                    <a:lnTo>
                      <a:pt x="3579" y="556"/>
                    </a:lnTo>
                    <a:lnTo>
                      <a:pt x="3579" y="556"/>
                    </a:lnTo>
                    <a:lnTo>
                      <a:pt x="3580" y="583"/>
                    </a:lnTo>
                    <a:lnTo>
                      <a:pt x="3580" y="537"/>
                    </a:lnTo>
                    <a:lnTo>
                      <a:pt x="3582" y="574"/>
                    </a:lnTo>
                    <a:lnTo>
                      <a:pt x="3582" y="574"/>
                    </a:lnTo>
                    <a:lnTo>
                      <a:pt x="3582" y="541"/>
                    </a:lnTo>
                    <a:lnTo>
                      <a:pt x="3583" y="579"/>
                    </a:lnTo>
                    <a:lnTo>
                      <a:pt x="3584" y="545"/>
                    </a:lnTo>
                    <a:lnTo>
                      <a:pt x="3584" y="545"/>
                    </a:lnTo>
                    <a:lnTo>
                      <a:pt x="3585" y="580"/>
                    </a:lnTo>
                    <a:lnTo>
                      <a:pt x="3585" y="540"/>
                    </a:lnTo>
                    <a:lnTo>
                      <a:pt x="3585" y="545"/>
                    </a:lnTo>
                    <a:lnTo>
                      <a:pt x="3585" y="545"/>
                    </a:lnTo>
                    <a:lnTo>
                      <a:pt x="3587" y="541"/>
                    </a:lnTo>
                    <a:lnTo>
                      <a:pt x="3587" y="580"/>
                    </a:lnTo>
                    <a:lnTo>
                      <a:pt x="3588" y="548"/>
                    </a:lnTo>
                    <a:lnTo>
                      <a:pt x="3588" y="548"/>
                    </a:lnTo>
                    <a:lnTo>
                      <a:pt x="3588" y="538"/>
                    </a:lnTo>
                    <a:lnTo>
                      <a:pt x="3588" y="581"/>
                    </a:lnTo>
                    <a:lnTo>
                      <a:pt x="3590" y="553"/>
                    </a:lnTo>
                    <a:lnTo>
                      <a:pt x="3590" y="553"/>
                    </a:lnTo>
                    <a:lnTo>
                      <a:pt x="3591" y="580"/>
                    </a:lnTo>
                    <a:lnTo>
                      <a:pt x="3591" y="540"/>
                    </a:lnTo>
                    <a:lnTo>
                      <a:pt x="3591" y="576"/>
                    </a:lnTo>
                    <a:lnTo>
                      <a:pt x="3591" y="576"/>
                    </a:lnTo>
                    <a:lnTo>
                      <a:pt x="3593" y="541"/>
                    </a:lnTo>
                    <a:lnTo>
                      <a:pt x="3593" y="582"/>
                    </a:lnTo>
                    <a:lnTo>
                      <a:pt x="3594" y="566"/>
                    </a:lnTo>
                    <a:lnTo>
                      <a:pt x="3594" y="566"/>
                    </a:lnTo>
                    <a:lnTo>
                      <a:pt x="3594" y="540"/>
                    </a:lnTo>
                    <a:lnTo>
                      <a:pt x="3594" y="580"/>
                    </a:lnTo>
                    <a:lnTo>
                      <a:pt x="3596" y="542"/>
                    </a:lnTo>
                    <a:lnTo>
                      <a:pt x="3596" y="542"/>
                    </a:lnTo>
                    <a:lnTo>
                      <a:pt x="3596" y="540"/>
                    </a:lnTo>
                    <a:lnTo>
                      <a:pt x="3596" y="581"/>
                    </a:lnTo>
                    <a:lnTo>
                      <a:pt x="3597" y="577"/>
                    </a:lnTo>
                    <a:lnTo>
                      <a:pt x="3597" y="577"/>
                    </a:lnTo>
                    <a:lnTo>
                      <a:pt x="3599" y="581"/>
                    </a:lnTo>
                    <a:lnTo>
                      <a:pt x="3599" y="540"/>
                    </a:lnTo>
                    <a:lnTo>
                      <a:pt x="3600" y="573"/>
                    </a:lnTo>
                    <a:lnTo>
                      <a:pt x="3600" y="573"/>
                    </a:lnTo>
                    <a:lnTo>
                      <a:pt x="3600" y="540"/>
                    </a:lnTo>
                    <a:lnTo>
                      <a:pt x="3600" y="581"/>
                    </a:lnTo>
                    <a:lnTo>
                      <a:pt x="3602" y="575"/>
                    </a:lnTo>
                    <a:lnTo>
                      <a:pt x="3602" y="575"/>
                    </a:lnTo>
                    <a:lnTo>
                      <a:pt x="3602" y="539"/>
                    </a:lnTo>
                    <a:lnTo>
                      <a:pt x="3603" y="583"/>
                    </a:lnTo>
                    <a:lnTo>
                      <a:pt x="3603" y="552"/>
                    </a:lnTo>
                    <a:lnTo>
                      <a:pt x="3603" y="552"/>
                    </a:lnTo>
                    <a:lnTo>
                      <a:pt x="3605" y="542"/>
                    </a:lnTo>
                    <a:lnTo>
                      <a:pt x="3605" y="583"/>
                    </a:lnTo>
                    <a:lnTo>
                      <a:pt x="3606" y="572"/>
                    </a:lnTo>
                    <a:lnTo>
                      <a:pt x="3606" y="572"/>
                    </a:lnTo>
                    <a:lnTo>
                      <a:pt x="3607" y="580"/>
                    </a:lnTo>
                    <a:lnTo>
                      <a:pt x="3607" y="540"/>
                    </a:lnTo>
                    <a:lnTo>
                      <a:pt x="3608" y="557"/>
                    </a:lnTo>
                    <a:lnTo>
                      <a:pt x="3608" y="556"/>
                    </a:lnTo>
                    <a:lnTo>
                      <a:pt x="3608" y="580"/>
                    </a:lnTo>
                    <a:lnTo>
                      <a:pt x="3609" y="540"/>
                    </a:lnTo>
                    <a:lnTo>
                      <a:pt x="3609" y="554"/>
                    </a:lnTo>
                    <a:lnTo>
                      <a:pt x="3609" y="554"/>
                    </a:lnTo>
                    <a:lnTo>
                      <a:pt x="3610" y="580"/>
                    </a:lnTo>
                    <a:lnTo>
                      <a:pt x="3611" y="539"/>
                    </a:lnTo>
                    <a:lnTo>
                      <a:pt x="3612" y="573"/>
                    </a:lnTo>
                    <a:lnTo>
                      <a:pt x="3612" y="574"/>
                    </a:lnTo>
                    <a:lnTo>
                      <a:pt x="3612" y="540"/>
                    </a:lnTo>
                    <a:lnTo>
                      <a:pt x="3613" y="582"/>
                    </a:lnTo>
                    <a:lnTo>
                      <a:pt x="3614" y="572"/>
                    </a:lnTo>
                    <a:lnTo>
                      <a:pt x="3614" y="572"/>
                    </a:lnTo>
                    <a:lnTo>
                      <a:pt x="3614" y="540"/>
                    </a:lnTo>
                    <a:lnTo>
                      <a:pt x="3615" y="581"/>
                    </a:lnTo>
                    <a:lnTo>
                      <a:pt x="3615" y="571"/>
                    </a:lnTo>
                    <a:lnTo>
                      <a:pt x="3615" y="571"/>
                    </a:lnTo>
                    <a:lnTo>
                      <a:pt x="3617" y="586"/>
                    </a:lnTo>
                    <a:lnTo>
                      <a:pt x="3617" y="538"/>
                    </a:lnTo>
                    <a:lnTo>
                      <a:pt x="3618" y="566"/>
                    </a:lnTo>
                    <a:lnTo>
                      <a:pt x="3618" y="566"/>
                    </a:lnTo>
                    <a:lnTo>
                      <a:pt x="3618" y="541"/>
                    </a:lnTo>
                    <a:lnTo>
                      <a:pt x="3619" y="579"/>
                    </a:lnTo>
                    <a:lnTo>
                      <a:pt x="3620" y="545"/>
                    </a:lnTo>
                    <a:lnTo>
                      <a:pt x="3620" y="545"/>
                    </a:lnTo>
                    <a:lnTo>
                      <a:pt x="3621" y="577"/>
                    </a:lnTo>
                    <a:lnTo>
                      <a:pt x="3622" y="542"/>
                    </a:lnTo>
                    <a:lnTo>
                      <a:pt x="3622" y="574"/>
                    </a:lnTo>
                    <a:lnTo>
                      <a:pt x="3622" y="574"/>
                    </a:lnTo>
                    <a:lnTo>
                      <a:pt x="3622" y="541"/>
                    </a:lnTo>
                    <a:lnTo>
                      <a:pt x="3624" y="580"/>
                    </a:lnTo>
                    <a:lnTo>
                      <a:pt x="3624" y="573"/>
                    </a:lnTo>
                    <a:lnTo>
                      <a:pt x="3624" y="573"/>
                    </a:lnTo>
                    <a:lnTo>
                      <a:pt x="3624" y="538"/>
                    </a:lnTo>
                    <a:lnTo>
                      <a:pt x="3625" y="581"/>
                    </a:lnTo>
                    <a:lnTo>
                      <a:pt x="3626" y="576"/>
                    </a:lnTo>
                    <a:lnTo>
                      <a:pt x="3626" y="576"/>
                    </a:lnTo>
                    <a:lnTo>
                      <a:pt x="3627" y="539"/>
                    </a:lnTo>
                    <a:lnTo>
                      <a:pt x="3627" y="581"/>
                    </a:lnTo>
                    <a:lnTo>
                      <a:pt x="3628" y="563"/>
                    </a:lnTo>
                    <a:lnTo>
                      <a:pt x="3628" y="562"/>
                    </a:lnTo>
                    <a:lnTo>
                      <a:pt x="3629" y="242"/>
                    </a:lnTo>
                    <a:lnTo>
                      <a:pt x="3629" y="790"/>
                    </a:lnTo>
                    <a:lnTo>
                      <a:pt x="3630" y="638"/>
                    </a:lnTo>
                    <a:lnTo>
                      <a:pt x="3630" y="638"/>
                    </a:lnTo>
                    <a:lnTo>
                      <a:pt x="3631" y="512"/>
                    </a:lnTo>
                    <a:lnTo>
                      <a:pt x="3632" y="617"/>
                    </a:lnTo>
                    <a:lnTo>
                      <a:pt x="3632" y="616"/>
                    </a:lnTo>
                    <a:lnTo>
                      <a:pt x="3632" y="512"/>
                    </a:lnTo>
                    <a:lnTo>
                      <a:pt x="3634" y="588"/>
                    </a:lnTo>
                    <a:lnTo>
                      <a:pt x="3634" y="588"/>
                    </a:lnTo>
                    <a:lnTo>
                      <a:pt x="3635" y="597"/>
                    </a:lnTo>
                    <a:lnTo>
                      <a:pt x="3635" y="519"/>
                    </a:lnTo>
                    <a:lnTo>
                      <a:pt x="3636" y="576"/>
                    </a:lnTo>
                    <a:lnTo>
                      <a:pt x="3636" y="576"/>
                    </a:lnTo>
                    <a:lnTo>
                      <a:pt x="3637" y="593"/>
                    </a:lnTo>
                    <a:lnTo>
                      <a:pt x="3637" y="534"/>
                    </a:lnTo>
                    <a:lnTo>
                      <a:pt x="3638" y="534"/>
                    </a:lnTo>
                    <a:lnTo>
                      <a:pt x="3638" y="534"/>
                    </a:lnTo>
                    <a:lnTo>
                      <a:pt x="3639" y="241"/>
                    </a:lnTo>
                    <a:lnTo>
                      <a:pt x="3640" y="815"/>
                    </a:lnTo>
                    <a:lnTo>
                      <a:pt x="3640" y="741"/>
                    </a:lnTo>
                    <a:lnTo>
                      <a:pt x="3640" y="741"/>
                    </a:lnTo>
                    <a:lnTo>
                      <a:pt x="3640" y="888"/>
                    </a:lnTo>
                    <a:lnTo>
                      <a:pt x="3641" y="171"/>
                    </a:lnTo>
                    <a:lnTo>
                      <a:pt x="3642" y="459"/>
                    </a:lnTo>
                    <a:lnTo>
                      <a:pt x="3642" y="459"/>
                    </a:lnTo>
                    <a:lnTo>
                      <a:pt x="3642" y="457"/>
                    </a:lnTo>
                    <a:lnTo>
                      <a:pt x="3643" y="645"/>
                    </a:lnTo>
                    <a:lnTo>
                      <a:pt x="3644" y="623"/>
                    </a:lnTo>
                    <a:lnTo>
                      <a:pt x="3644" y="623"/>
                    </a:lnTo>
                    <a:lnTo>
                      <a:pt x="3645" y="623"/>
                    </a:lnTo>
                    <a:lnTo>
                      <a:pt x="3645" y="496"/>
                    </a:lnTo>
                    <a:lnTo>
                      <a:pt x="3646" y="534"/>
                    </a:lnTo>
                    <a:lnTo>
                      <a:pt x="3646" y="533"/>
                    </a:lnTo>
                    <a:lnTo>
                      <a:pt x="3647" y="620"/>
                    </a:lnTo>
                    <a:lnTo>
                      <a:pt x="3647" y="498"/>
                    </a:lnTo>
                    <a:lnTo>
                      <a:pt x="3648" y="606"/>
                    </a:lnTo>
                    <a:lnTo>
                      <a:pt x="3648" y="607"/>
                    </a:lnTo>
                    <a:lnTo>
                      <a:pt x="3648" y="613"/>
                    </a:lnTo>
                    <a:lnTo>
                      <a:pt x="3649" y="503"/>
                    </a:lnTo>
                    <a:lnTo>
                      <a:pt x="3650" y="573"/>
                    </a:lnTo>
                    <a:lnTo>
                      <a:pt x="3650" y="573"/>
                    </a:lnTo>
                    <a:lnTo>
                      <a:pt x="3650" y="616"/>
                    </a:lnTo>
                    <a:lnTo>
                      <a:pt x="3650" y="501"/>
                    </a:lnTo>
                    <a:lnTo>
                      <a:pt x="3652" y="509"/>
                    </a:lnTo>
                    <a:lnTo>
                      <a:pt x="3652" y="509"/>
                    </a:lnTo>
                    <a:lnTo>
                      <a:pt x="3652" y="631"/>
                    </a:lnTo>
                    <a:lnTo>
                      <a:pt x="3652" y="495"/>
                    </a:lnTo>
                    <a:lnTo>
                      <a:pt x="3654" y="526"/>
                    </a:lnTo>
                    <a:lnTo>
                      <a:pt x="3654" y="526"/>
                    </a:lnTo>
                    <a:lnTo>
                      <a:pt x="3654" y="495"/>
                    </a:lnTo>
                    <a:lnTo>
                      <a:pt x="3655" y="640"/>
                    </a:lnTo>
                    <a:lnTo>
                      <a:pt x="3656" y="589"/>
                    </a:lnTo>
                    <a:lnTo>
                      <a:pt x="3656" y="589"/>
                    </a:lnTo>
                    <a:lnTo>
                      <a:pt x="3658" y="607"/>
                    </a:lnTo>
                    <a:lnTo>
                      <a:pt x="3658" y="515"/>
                    </a:lnTo>
                    <a:lnTo>
                      <a:pt x="3658" y="546"/>
                    </a:lnTo>
                    <a:lnTo>
                      <a:pt x="3658" y="546"/>
                    </a:lnTo>
                    <a:lnTo>
                      <a:pt x="3659" y="614"/>
                    </a:lnTo>
                    <a:lnTo>
                      <a:pt x="3659" y="498"/>
                    </a:lnTo>
                    <a:lnTo>
                      <a:pt x="3660" y="613"/>
                    </a:lnTo>
                    <a:lnTo>
                      <a:pt x="3660" y="613"/>
                    </a:lnTo>
                    <a:lnTo>
                      <a:pt x="3661" y="497"/>
                    </a:lnTo>
                    <a:lnTo>
                      <a:pt x="3662" y="615"/>
                    </a:lnTo>
                    <a:lnTo>
                      <a:pt x="3662" y="581"/>
                    </a:lnTo>
                    <a:lnTo>
                      <a:pt x="3662" y="581"/>
                    </a:lnTo>
                    <a:lnTo>
                      <a:pt x="3662" y="615"/>
                    </a:lnTo>
                    <a:lnTo>
                      <a:pt x="3662" y="499"/>
                    </a:lnTo>
                    <a:lnTo>
                      <a:pt x="3664" y="523"/>
                    </a:lnTo>
                    <a:lnTo>
                      <a:pt x="3664" y="524"/>
                    </a:lnTo>
                    <a:lnTo>
                      <a:pt x="3664" y="497"/>
                    </a:lnTo>
                    <a:lnTo>
                      <a:pt x="3665" y="611"/>
                    </a:lnTo>
                    <a:lnTo>
                      <a:pt x="3666" y="506"/>
                    </a:lnTo>
                    <a:lnTo>
                      <a:pt x="3666" y="506"/>
                    </a:lnTo>
                    <a:lnTo>
                      <a:pt x="3666" y="505"/>
                    </a:lnTo>
                    <a:lnTo>
                      <a:pt x="3667" y="613"/>
                    </a:lnTo>
                    <a:lnTo>
                      <a:pt x="3668" y="529"/>
                    </a:lnTo>
                    <a:lnTo>
                      <a:pt x="3668" y="528"/>
                    </a:lnTo>
                    <a:lnTo>
                      <a:pt x="3668" y="501"/>
                    </a:lnTo>
                    <a:lnTo>
                      <a:pt x="3669" y="607"/>
                    </a:lnTo>
                    <a:lnTo>
                      <a:pt x="3670" y="595"/>
                    </a:lnTo>
                    <a:lnTo>
                      <a:pt x="3670" y="595"/>
                    </a:lnTo>
                    <a:lnTo>
                      <a:pt x="3671" y="612"/>
                    </a:lnTo>
                    <a:lnTo>
                      <a:pt x="3671" y="496"/>
                    </a:lnTo>
                    <a:lnTo>
                      <a:pt x="3672" y="536"/>
                    </a:lnTo>
                    <a:lnTo>
                      <a:pt x="3672" y="535"/>
                    </a:lnTo>
                    <a:lnTo>
                      <a:pt x="3672" y="505"/>
                    </a:lnTo>
                    <a:lnTo>
                      <a:pt x="3673" y="628"/>
                    </a:lnTo>
                    <a:lnTo>
                      <a:pt x="3674" y="559"/>
                    </a:lnTo>
                    <a:lnTo>
                      <a:pt x="3674" y="560"/>
                    </a:lnTo>
                    <a:lnTo>
                      <a:pt x="3676" y="613"/>
                    </a:lnTo>
                    <a:lnTo>
                      <a:pt x="3676" y="506"/>
                    </a:lnTo>
                    <a:lnTo>
                      <a:pt x="3676" y="506"/>
                    </a:lnTo>
                    <a:lnTo>
                      <a:pt x="3676" y="635"/>
                    </a:lnTo>
                    <a:lnTo>
                      <a:pt x="3677" y="482"/>
                    </a:lnTo>
                    <a:lnTo>
                      <a:pt x="3678" y="587"/>
                    </a:lnTo>
                    <a:lnTo>
                      <a:pt x="3678" y="587"/>
                    </a:lnTo>
                    <a:lnTo>
                      <a:pt x="3678" y="626"/>
                    </a:lnTo>
                    <a:lnTo>
                      <a:pt x="3679" y="491"/>
                    </a:lnTo>
                    <a:lnTo>
                      <a:pt x="3680" y="608"/>
                    </a:lnTo>
                    <a:lnTo>
                      <a:pt x="3680" y="608"/>
                    </a:lnTo>
                    <a:lnTo>
                      <a:pt x="3680" y="614"/>
                    </a:lnTo>
                    <a:lnTo>
                      <a:pt x="3681" y="497"/>
                    </a:lnTo>
                    <a:lnTo>
                      <a:pt x="3682" y="516"/>
                    </a:lnTo>
                    <a:lnTo>
                      <a:pt x="3682" y="516"/>
                    </a:lnTo>
                    <a:lnTo>
                      <a:pt x="3682" y="607"/>
                    </a:lnTo>
                    <a:lnTo>
                      <a:pt x="3683" y="503"/>
                    </a:lnTo>
                    <a:lnTo>
                      <a:pt x="3684" y="554"/>
                    </a:lnTo>
                    <a:lnTo>
                      <a:pt x="3684" y="554"/>
                    </a:lnTo>
                    <a:lnTo>
                      <a:pt x="3684" y="505"/>
                    </a:lnTo>
                    <a:lnTo>
                      <a:pt x="3684" y="607"/>
                    </a:lnTo>
                    <a:lnTo>
                      <a:pt x="3686" y="585"/>
                    </a:lnTo>
                    <a:lnTo>
                      <a:pt x="3686" y="585"/>
                    </a:lnTo>
                    <a:lnTo>
                      <a:pt x="3687" y="502"/>
                    </a:lnTo>
                    <a:lnTo>
                      <a:pt x="3688" y="629"/>
                    </a:lnTo>
                    <a:lnTo>
                      <a:pt x="3688" y="577"/>
                    </a:lnTo>
                    <a:lnTo>
                      <a:pt x="3688" y="576"/>
                    </a:lnTo>
                    <a:lnTo>
                      <a:pt x="3689" y="1014"/>
                    </a:lnTo>
                    <a:lnTo>
                      <a:pt x="3689" y="295"/>
                    </a:lnTo>
                    <a:lnTo>
                      <a:pt x="3690" y="610"/>
                    </a:lnTo>
                    <a:lnTo>
                      <a:pt x="3690" y="610"/>
                    </a:lnTo>
                    <a:lnTo>
                      <a:pt x="3690" y="967"/>
                    </a:lnTo>
                    <a:lnTo>
                      <a:pt x="3691" y="198"/>
                    </a:lnTo>
                    <a:lnTo>
                      <a:pt x="3692" y="474"/>
                    </a:lnTo>
                    <a:lnTo>
                      <a:pt x="3692" y="474"/>
                    </a:lnTo>
                    <a:lnTo>
                      <a:pt x="3692" y="445"/>
                    </a:lnTo>
                    <a:lnTo>
                      <a:pt x="3692" y="603"/>
                    </a:lnTo>
                    <a:lnTo>
                      <a:pt x="3694" y="553"/>
                    </a:lnTo>
                    <a:lnTo>
                      <a:pt x="3694" y="553"/>
                    </a:lnTo>
                    <a:lnTo>
                      <a:pt x="3694" y="580"/>
                    </a:lnTo>
                    <a:lnTo>
                      <a:pt x="3694" y="546"/>
                    </a:lnTo>
                    <a:lnTo>
                      <a:pt x="3696" y="562"/>
                    </a:lnTo>
                    <a:lnTo>
                      <a:pt x="3696" y="562"/>
                    </a:lnTo>
                    <a:lnTo>
                      <a:pt x="3697" y="675"/>
                    </a:lnTo>
                    <a:lnTo>
                      <a:pt x="3697" y="528"/>
                    </a:lnTo>
                    <a:lnTo>
                      <a:pt x="3698" y="567"/>
                    </a:lnTo>
                    <a:lnTo>
                      <a:pt x="3698" y="567"/>
                    </a:lnTo>
                    <a:lnTo>
                      <a:pt x="3698" y="3"/>
                    </a:lnTo>
                    <a:lnTo>
                      <a:pt x="3698" y="801"/>
                    </a:lnTo>
                    <a:lnTo>
                      <a:pt x="3700" y="562"/>
                    </a:lnTo>
                    <a:lnTo>
                      <a:pt x="3700" y="562"/>
                    </a:lnTo>
                    <a:lnTo>
                      <a:pt x="3701" y="528"/>
                    </a:lnTo>
                    <a:lnTo>
                      <a:pt x="3702" y="619"/>
                    </a:lnTo>
                    <a:lnTo>
                      <a:pt x="3702" y="619"/>
                    </a:lnTo>
                    <a:lnTo>
                      <a:pt x="3702" y="619"/>
                    </a:lnTo>
                    <a:lnTo>
                      <a:pt x="3702" y="527"/>
                    </a:lnTo>
                    <a:lnTo>
                      <a:pt x="3704" y="566"/>
                    </a:lnTo>
                    <a:lnTo>
                      <a:pt x="3704" y="566"/>
                    </a:lnTo>
                    <a:lnTo>
                      <a:pt x="3706" y="567"/>
                    </a:lnTo>
                    <a:lnTo>
                      <a:pt x="3706" y="548"/>
                    </a:lnTo>
                    <a:lnTo>
                      <a:pt x="3706" y="552"/>
                    </a:lnTo>
                    <a:lnTo>
                      <a:pt x="3706" y="552"/>
                    </a:lnTo>
                    <a:lnTo>
                      <a:pt x="3706" y="542"/>
                    </a:lnTo>
                    <a:lnTo>
                      <a:pt x="3706" y="581"/>
                    </a:lnTo>
                    <a:lnTo>
                      <a:pt x="3708" y="559"/>
                    </a:lnTo>
                    <a:lnTo>
                      <a:pt x="3708" y="559"/>
                    </a:lnTo>
                    <a:lnTo>
                      <a:pt x="3709" y="553"/>
                    </a:lnTo>
                    <a:lnTo>
                      <a:pt x="3709" y="572"/>
                    </a:lnTo>
                    <a:lnTo>
                      <a:pt x="3710" y="561"/>
                    </a:lnTo>
                    <a:lnTo>
                      <a:pt x="3710" y="561"/>
                    </a:lnTo>
                    <a:lnTo>
                      <a:pt x="3710" y="554"/>
                    </a:lnTo>
                    <a:lnTo>
                      <a:pt x="3711" y="569"/>
                    </a:lnTo>
                    <a:lnTo>
                      <a:pt x="3712" y="560"/>
                    </a:lnTo>
                    <a:lnTo>
                      <a:pt x="3712" y="560"/>
                    </a:lnTo>
                    <a:lnTo>
                      <a:pt x="3712" y="569"/>
                    </a:lnTo>
                    <a:lnTo>
                      <a:pt x="3714" y="552"/>
                    </a:lnTo>
                    <a:lnTo>
                      <a:pt x="3714" y="557"/>
                    </a:lnTo>
                    <a:lnTo>
                      <a:pt x="3714" y="557"/>
                    </a:lnTo>
                    <a:lnTo>
                      <a:pt x="3716" y="635"/>
                    </a:lnTo>
                    <a:lnTo>
                      <a:pt x="3716" y="456"/>
                    </a:lnTo>
                    <a:lnTo>
                      <a:pt x="3716" y="457"/>
                    </a:lnTo>
                    <a:lnTo>
                      <a:pt x="3716" y="458"/>
                    </a:lnTo>
                    <a:lnTo>
                      <a:pt x="3716" y="594"/>
                    </a:lnTo>
                    <a:lnTo>
                      <a:pt x="3718" y="566"/>
                    </a:lnTo>
                    <a:lnTo>
                      <a:pt x="3718" y="567"/>
                    </a:lnTo>
                    <a:lnTo>
                      <a:pt x="3718" y="592"/>
                    </a:lnTo>
                    <a:lnTo>
                      <a:pt x="3719" y="532"/>
                    </a:lnTo>
                    <a:lnTo>
                      <a:pt x="3720" y="569"/>
                    </a:lnTo>
                    <a:lnTo>
                      <a:pt x="3720" y="569"/>
                    </a:lnTo>
                    <a:lnTo>
                      <a:pt x="3720" y="580"/>
                    </a:lnTo>
                    <a:lnTo>
                      <a:pt x="3720" y="542"/>
                    </a:lnTo>
                    <a:lnTo>
                      <a:pt x="3722" y="556"/>
                    </a:lnTo>
                    <a:lnTo>
                      <a:pt x="3722" y="556"/>
                    </a:lnTo>
                    <a:lnTo>
                      <a:pt x="3722" y="552"/>
                    </a:lnTo>
                    <a:lnTo>
                      <a:pt x="3722" y="573"/>
                    </a:lnTo>
                    <a:lnTo>
                      <a:pt x="3724" y="565"/>
                    </a:lnTo>
                    <a:lnTo>
                      <a:pt x="3724" y="565"/>
                    </a:lnTo>
                    <a:lnTo>
                      <a:pt x="3724" y="641"/>
                    </a:lnTo>
                    <a:lnTo>
                      <a:pt x="3725" y="462"/>
                    </a:lnTo>
                    <a:lnTo>
                      <a:pt x="3725" y="462"/>
                    </a:lnTo>
                  </a:path>
                </a:pathLst>
              </a:custGeom>
              <a:noFill/>
              <a:ln w="3175" cap="flat">
                <a:solidFill>
                  <a:srgbClr val="7030A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7030A0"/>
                  </a:solidFill>
                </a:endParaRPr>
              </a:p>
            </p:txBody>
          </p:sp>
          <p:sp>
            <p:nvSpPr>
              <p:cNvPr id="43" name="Rectangle 21">
                <a:extLst>
                  <a:ext uri="{FF2B5EF4-FFF2-40B4-BE49-F238E27FC236}">
                    <a16:creationId xmlns:a16="http://schemas.microsoft.com/office/drawing/2014/main" id="{CE560079-95B4-CEA2-F8DD-7C7B2AB73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1758" y="2664062"/>
                <a:ext cx="1117550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1200" dirty="0">
                    <a:solidFill>
                      <a:srgbClr val="7030A0"/>
                    </a:solidFill>
                    <a:latin typeface="Aptos" panose="020B0004020202020204" pitchFamily="34" charset="0"/>
                    <a:cs typeface="Times New Roman" panose="02020603050405020304" pitchFamily="18" charset="0"/>
                  </a:rPr>
                  <a:t>8.8 Hours of EEG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1E6494B-C196-2C05-14C8-B5FB5E8B99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83550" y="2795701"/>
              <a:ext cx="123825" cy="168734"/>
            </a:xfrm>
            <a:prstGeom prst="straightConnector1">
              <a:avLst/>
            </a:prstGeom>
            <a:ln w="9525">
              <a:solidFill>
                <a:schemeClr val="bg1">
                  <a:lumMod val="75000"/>
                </a:scheme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95">
              <a:extLst>
                <a:ext uri="{FF2B5EF4-FFF2-40B4-BE49-F238E27FC236}">
                  <a16:creationId xmlns:a16="http://schemas.microsoft.com/office/drawing/2014/main" id="{B3CF57FC-0ABB-D11B-F3EF-5B18B62CC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2201" y="4059758"/>
              <a:ext cx="13355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Occurred after 13 hours, 47 minutes </a:t>
              </a:r>
              <a:endPara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95">
              <a:extLst>
                <a:ext uri="{FF2B5EF4-FFF2-40B4-BE49-F238E27FC236}">
                  <a16:creationId xmlns:a16="http://schemas.microsoft.com/office/drawing/2014/main" id="{02C630D3-F154-1A8B-4570-0197DB258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2201" y="3640714"/>
              <a:ext cx="144558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panose="020B0604020202020204" pitchFamily="34" charset="0"/>
                </a:rPr>
                <a:t>Occurred after 10 minutes, 32 seconds</a:t>
              </a:r>
              <a:endPara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88B78DD-6832-6EFB-925D-448212B1B1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3550" y="3950211"/>
              <a:ext cx="131761" cy="139189"/>
            </a:xfrm>
            <a:prstGeom prst="straightConnector1">
              <a:avLst/>
            </a:prstGeom>
            <a:ln w="9525">
              <a:solidFill>
                <a:schemeClr val="bg1">
                  <a:lumMod val="75000"/>
                </a:scheme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39CD9F2-DF06-87A5-03BE-86EECDB850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83550" y="4216400"/>
              <a:ext cx="131761" cy="97002"/>
            </a:xfrm>
            <a:prstGeom prst="straightConnector1">
              <a:avLst/>
            </a:prstGeom>
            <a:ln w="9525">
              <a:solidFill>
                <a:schemeClr val="bg1">
                  <a:lumMod val="75000"/>
                </a:scheme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95">
              <a:extLst>
                <a:ext uri="{FF2B5EF4-FFF2-40B4-BE49-F238E27FC236}">
                  <a16:creationId xmlns:a16="http://schemas.microsoft.com/office/drawing/2014/main" id="{8CF8971B-D1E3-26C7-9EBB-A67EF4C44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932" y="4414251"/>
              <a:ext cx="126813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 Seconds</a:t>
              </a:r>
              <a:endPara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58269D44-2126-F1C4-B5E5-48EAE125DDCC}"/>
              </a:ext>
            </a:extLst>
          </p:cNvPr>
          <p:cNvSpPr txBox="1"/>
          <p:nvPr/>
        </p:nvSpPr>
        <p:spPr>
          <a:xfrm>
            <a:off x="5000567" y="91319"/>
            <a:ext cx="6869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CinC_Challenge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090284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08B960-F9C7-4DB7-301A-B77FBD3BF0FB}"/>
              </a:ext>
            </a:extLst>
          </p:cNvPr>
          <p:cNvSpPr txBox="1"/>
          <p:nvPr/>
        </p:nvSpPr>
        <p:spPr>
          <a:xfrm>
            <a:off x="104775" y="142875"/>
            <a:ext cx="165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SWAT Attack  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57448D-9B5C-17B0-88D4-BC65CF0D8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" y="2443734"/>
            <a:ext cx="5334000" cy="4000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62762C-B82E-0909-9BDC-6439F6D32F5B}"/>
              </a:ext>
            </a:extLst>
          </p:cNvPr>
          <p:cNvSpPr txBox="1"/>
          <p:nvPr/>
        </p:nvSpPr>
        <p:spPr>
          <a:xfrm>
            <a:off x="7069419" y="4506456"/>
            <a:ext cx="54464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&gt;&gt; [</a:t>
            </a:r>
            <a:r>
              <a:rPr lang="en-US" sz="700" dirty="0" err="1"/>
              <a:t>momp_out</a:t>
            </a:r>
            <a:r>
              <a:rPr lang="en-US" sz="700" dirty="0"/>
              <a:t>, </a:t>
            </a:r>
            <a:r>
              <a:rPr lang="en-US" sz="700" dirty="0" err="1"/>
              <a:t>momp_loc</a:t>
            </a:r>
            <a:r>
              <a:rPr lang="en-US" sz="700" dirty="0"/>
              <a:t>] = momp_v5( swtAttack7 , 4*16*256 ,  1, 0, 0);</a:t>
            </a:r>
          </a:p>
          <a:p>
            <a:r>
              <a:rPr lang="en-US" sz="700" dirty="0"/>
              <a:t>T is length 449919, and m is set to 16384</a:t>
            </a:r>
          </a:p>
          <a:p>
            <a:r>
              <a:rPr lang="en-US" sz="700" dirty="0"/>
              <a:t>Starting </a:t>
            </a:r>
            <a:r>
              <a:rPr lang="en-US" sz="700" dirty="0" err="1"/>
              <a:t>downsampling</a:t>
            </a:r>
            <a:r>
              <a:rPr lang="en-US" sz="700" dirty="0"/>
              <a:t> rate: 256</a:t>
            </a:r>
          </a:p>
          <a:p>
            <a:r>
              <a:rPr lang="en-US" sz="700" dirty="0"/>
              <a:t>====== MOMP ======</a:t>
            </a:r>
          </a:p>
          <a:p>
            <a:r>
              <a:rPr lang="en-US" sz="700" dirty="0"/>
              <a:t>MOMP : Tpaa1in256 | BSF: 17.18 {95461, 218178} | </a:t>
            </a:r>
            <a:r>
              <a:rPr lang="en-US" sz="700" dirty="0" err="1"/>
              <a:t>localBSF</a:t>
            </a:r>
            <a:r>
              <a:rPr lang="en-US" sz="700" dirty="0"/>
              <a:t>: 18.39 {95489, 218113} | pruning: 0.0000 | Time: 11.96</a:t>
            </a:r>
          </a:p>
          <a:p>
            <a:r>
              <a:rPr lang="en-US" sz="700" dirty="0"/>
              <a:t>MOMP : Tpaa1in128 | BSF: 17.18 {95461, 218178} | </a:t>
            </a:r>
            <a:r>
              <a:rPr lang="en-US" sz="700" dirty="0" err="1"/>
              <a:t>localBSF</a:t>
            </a:r>
            <a:r>
              <a:rPr lang="en-US" sz="700" dirty="0"/>
              <a:t>: 18.39 {95489, 218113} | pruning: 0.0000 | Time: 22.47</a:t>
            </a:r>
          </a:p>
          <a:p>
            <a:r>
              <a:rPr lang="en-US" sz="700" dirty="0"/>
              <a:t>MOMP : Tpaa1in64 | BSF: 17.18 {95461, 218178} | </a:t>
            </a:r>
            <a:r>
              <a:rPr lang="en-US" sz="700" dirty="0" err="1"/>
              <a:t>localBSF</a:t>
            </a:r>
            <a:r>
              <a:rPr lang="en-US" sz="700" dirty="0"/>
              <a:t>: 17.40 {95425, 218113} | pruning: 0.0098 | Time: 33.18</a:t>
            </a:r>
          </a:p>
          <a:p>
            <a:r>
              <a:rPr lang="en-US" sz="700" dirty="0"/>
              <a:t>MOMP : Tpaa1in32 | BSF: 13.73 {133869, 144979} | </a:t>
            </a:r>
            <a:r>
              <a:rPr lang="en-US" sz="700" dirty="0" err="1"/>
              <a:t>localBSF</a:t>
            </a:r>
            <a:r>
              <a:rPr lang="en-US" sz="700" dirty="0"/>
              <a:t>: 17.34 {133857, 144961} | pruning: 0.0545 | Time: 39.91</a:t>
            </a:r>
          </a:p>
          <a:p>
            <a:r>
              <a:rPr lang="en-US" sz="700" dirty="0"/>
              <a:t>MOMP : Tpaa1in16 | BSF: 13.73 {133869, 144979} | </a:t>
            </a:r>
            <a:r>
              <a:rPr lang="en-US" sz="700" dirty="0" err="1"/>
              <a:t>localBSF</a:t>
            </a:r>
            <a:r>
              <a:rPr lang="en-US" sz="700" dirty="0"/>
              <a:t>: 17.34 {133857, 144961} | pruning: 0.2274 | Time: 48.64</a:t>
            </a:r>
          </a:p>
          <a:p>
            <a:r>
              <a:rPr lang="en-US" sz="700" dirty="0"/>
              <a:t>MOMP : Tpaa1in8 | BSF: 13.73 {133869, 144979} | </a:t>
            </a:r>
            <a:r>
              <a:rPr lang="en-US" sz="700" dirty="0" err="1"/>
              <a:t>localBSF</a:t>
            </a:r>
            <a:r>
              <a:rPr lang="en-US" sz="700" dirty="0"/>
              <a:t>: 17.34 {133857, 144961} | pruning: 0.4452 | Time: 63.31</a:t>
            </a:r>
          </a:p>
          <a:p>
            <a:r>
              <a:rPr lang="en-US" sz="700" dirty="0"/>
              <a:t>MOMP : Tpaa1in4 | BSF: 13.73 {133869, 144979} | </a:t>
            </a:r>
            <a:r>
              <a:rPr lang="en-US" sz="700" dirty="0" err="1"/>
              <a:t>localBSF</a:t>
            </a:r>
            <a:r>
              <a:rPr lang="en-US" sz="700" dirty="0"/>
              <a:t>: 13.84 {133869, 144977} | pruning: 0.7264 | Time: 94.07</a:t>
            </a:r>
          </a:p>
          <a:p>
            <a:r>
              <a:rPr lang="en-US" sz="700" dirty="0"/>
              <a:t>MOMP : Tpaa1in2 | BSF: 13.73 {133869, 144979} | </a:t>
            </a:r>
            <a:r>
              <a:rPr lang="en-US" sz="700" dirty="0" err="1"/>
              <a:t>localBSF</a:t>
            </a:r>
            <a:r>
              <a:rPr lang="en-US" sz="700" dirty="0"/>
              <a:t>: 13.84 {133869, 144977} | pruning: 0.9127 | Time: 125.09</a:t>
            </a:r>
          </a:p>
          <a:p>
            <a:r>
              <a:rPr lang="en-US" sz="700" dirty="0"/>
              <a:t>MOMP : Tpaa1in1 | BSF: 13.63 {133860, 144969} | Tot Time: 142.10s </a:t>
            </a:r>
          </a:p>
          <a:p>
            <a:r>
              <a:rPr lang="en-US" sz="700" dirty="0"/>
              <a:t>====== Profiling Summary ======</a:t>
            </a:r>
          </a:p>
          <a:p>
            <a:r>
              <a:rPr lang="en-US" sz="700" dirty="0"/>
              <a:t>Tot KTIP time : 1.23s  (0.01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UAMP time : 54.81s  (0.39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LBMP time : 11.81s  (0.08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Refine time : 56.56s  (0.40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Prune time : 0.54s  (0.00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&gt;&gt;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D229A-1947-C4AE-465D-9B2CB750D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-93382"/>
            <a:ext cx="5334000" cy="40005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36F3384-DEE4-FA4A-CDD4-D17B14113F66}"/>
              </a:ext>
            </a:extLst>
          </p:cNvPr>
          <p:cNvSpPr txBox="1"/>
          <p:nvPr/>
        </p:nvSpPr>
        <p:spPr>
          <a:xfrm>
            <a:off x="2542701" y="142875"/>
            <a:ext cx="6289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67D17"/>
                </a:solidFill>
                <a:effectLst/>
                <a:latin typeface="JetBrains Mono"/>
              </a:rPr>
              <a:t>swtAttack7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4479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2B037C-F7A1-9B44-BA3A-DDB264124300}"/>
              </a:ext>
            </a:extLst>
          </p:cNvPr>
          <p:cNvSpPr txBox="1"/>
          <p:nvPr/>
        </p:nvSpPr>
        <p:spPr>
          <a:xfrm>
            <a:off x="6335922" y="-151928"/>
            <a:ext cx="609382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700" dirty="0"/>
          </a:p>
          <a:p>
            <a:r>
              <a:rPr lang="en-US" sz="700" dirty="0"/>
              <a:t>&gt;&gt; [</a:t>
            </a:r>
            <a:r>
              <a:rPr lang="en-US" sz="700" dirty="0" err="1"/>
              <a:t>momp_out</a:t>
            </a:r>
            <a:r>
              <a:rPr lang="en-US" sz="700" dirty="0"/>
              <a:t>, </a:t>
            </a:r>
            <a:r>
              <a:rPr lang="en-US" sz="700" dirty="0" err="1"/>
              <a:t>momp_loc</a:t>
            </a:r>
            <a:r>
              <a:rPr lang="en-US" sz="700" dirty="0"/>
              <a:t>] = momp_v3( smooth(val(7,1:1:end),8) , 32768,  1, 0, 0);</a:t>
            </a:r>
          </a:p>
          <a:p>
            <a:r>
              <a:rPr lang="en-US" sz="700" dirty="0"/>
              <a:t>T is length 5983000, and m is set to 32768</a:t>
            </a:r>
          </a:p>
          <a:p>
            <a:r>
              <a:rPr lang="en-US" sz="700" dirty="0"/>
              <a:t>Starting </a:t>
            </a:r>
            <a:r>
              <a:rPr lang="en-US" sz="700" dirty="0" err="1"/>
              <a:t>downsampling</a:t>
            </a:r>
            <a:r>
              <a:rPr lang="en-US" sz="700" dirty="0"/>
              <a:t> rate: 512</a:t>
            </a:r>
          </a:p>
          <a:p>
            <a:r>
              <a:rPr lang="en-US" sz="700" dirty="0"/>
              <a:t>====== MOMP ======</a:t>
            </a:r>
          </a:p>
          <a:p>
            <a:r>
              <a:rPr lang="en-US" sz="700" dirty="0"/>
              <a:t>MOMP : Tpaa1in512 | BSF: 64.23 {3608737, 5890562} | </a:t>
            </a:r>
            <a:r>
              <a:rPr lang="en-US" sz="700" dirty="0" err="1"/>
              <a:t>localBSF</a:t>
            </a:r>
            <a:r>
              <a:rPr lang="en-US" sz="700" dirty="0"/>
              <a:t>: 284.91 {3609089, 5891073} | pruning: 0.0000 | Time: 142.70</a:t>
            </a:r>
          </a:p>
          <a:p>
            <a:r>
              <a:rPr lang="en-US" sz="700" dirty="0"/>
              <a:t>MOMP : Tpaa1in256 | BSF: 37.49 {1976492, 3608093} | </a:t>
            </a:r>
            <a:r>
              <a:rPr lang="en-US" sz="700" dirty="0" err="1"/>
              <a:t>localBSF</a:t>
            </a:r>
            <a:r>
              <a:rPr lang="en-US" sz="700" dirty="0"/>
              <a:t>: 269.58 {1976577, 3608065} | pruning: 0.0000 | Time: 243.69</a:t>
            </a:r>
          </a:p>
          <a:p>
            <a:r>
              <a:rPr lang="en-US" sz="700" dirty="0"/>
              <a:t>MOMP : Tpaa1in128 | BSF: 37.49 {1976492, 3608093} | </a:t>
            </a:r>
            <a:r>
              <a:rPr lang="en-US" sz="700" dirty="0" err="1"/>
              <a:t>localBSF</a:t>
            </a:r>
            <a:r>
              <a:rPr lang="en-US" sz="700" dirty="0"/>
              <a:t>: 67.00 {1976449, 3608065} | pruning: 0.0000 | Time: 393.80</a:t>
            </a:r>
          </a:p>
          <a:p>
            <a:r>
              <a:rPr lang="en-US" sz="700" dirty="0"/>
              <a:t>MOMP : Tpaa1in64 | BSF: 5.83 {1964433, 5889218} | </a:t>
            </a:r>
            <a:r>
              <a:rPr lang="en-US" sz="700" dirty="0" err="1"/>
              <a:t>localBSF</a:t>
            </a:r>
            <a:r>
              <a:rPr lang="en-US" sz="700" dirty="0"/>
              <a:t>: 15.07 {1964481, 5889281} | pruning: 0.0000 | Time: 699.94</a:t>
            </a:r>
          </a:p>
          <a:p>
            <a:r>
              <a:rPr lang="en-US" sz="700" dirty="0"/>
              <a:t>MOMP : Tpaa1in32 | BSF: 5.83 {1964433, 5889218} | </a:t>
            </a:r>
            <a:r>
              <a:rPr lang="en-US" sz="700" dirty="0" err="1"/>
              <a:t>localBSF</a:t>
            </a:r>
            <a:r>
              <a:rPr lang="en-US" sz="700" dirty="0"/>
              <a:t>: 14.35 {1964449, 5889249} | pruning: 0.1763 | Time: 1163.71</a:t>
            </a:r>
          </a:p>
          <a:p>
            <a:r>
              <a:rPr lang="en-US" sz="700" dirty="0"/>
              <a:t>MOMP : Tpaa1in16 | BSF: 5.48 {1964402, 5889187} | </a:t>
            </a:r>
            <a:r>
              <a:rPr lang="en-US" sz="700" dirty="0" err="1"/>
              <a:t>localBSF</a:t>
            </a:r>
            <a:r>
              <a:rPr lang="en-US" sz="700" dirty="0"/>
              <a:t>: 5.72 {1964417, 5889201} | pruning: 0.9026 | Time: 2259.56</a:t>
            </a:r>
          </a:p>
          <a:p>
            <a:r>
              <a:rPr lang="en-US" sz="700" dirty="0"/>
              <a:t>MOMP : Tpaa1in8 | BSF: 5.48 {1964402, 5889187} | </a:t>
            </a:r>
            <a:r>
              <a:rPr lang="en-US" sz="700" dirty="0" err="1"/>
              <a:t>localBSF</a:t>
            </a:r>
            <a:r>
              <a:rPr lang="en-US" sz="700" dirty="0"/>
              <a:t>: 5.69 {1964409, 5889193} | pruning: 0.9605 | Time: 2488.01</a:t>
            </a:r>
          </a:p>
          <a:p>
            <a:r>
              <a:rPr lang="en-US" sz="700" dirty="0"/>
              <a:t>MOMP : Tpaa1in4 | BSF: 5.48 {1964402, 5889187} | </a:t>
            </a:r>
            <a:r>
              <a:rPr lang="en-US" sz="700" dirty="0" err="1"/>
              <a:t>localBSF</a:t>
            </a:r>
            <a:r>
              <a:rPr lang="en-US" sz="700" dirty="0"/>
              <a:t>: 5.69 {1964409, 5889193} | pruning: 0.9835 | Time: 2736.38</a:t>
            </a:r>
          </a:p>
          <a:p>
            <a:r>
              <a:rPr lang="en-US" sz="700" dirty="0"/>
              <a:t>MOMP : Tpaa1in2 | BSF: 5.43 {1964375, 5889161} | </a:t>
            </a:r>
            <a:r>
              <a:rPr lang="en-US" sz="700" dirty="0" err="1"/>
              <a:t>localBSF</a:t>
            </a:r>
            <a:r>
              <a:rPr lang="en-US" sz="700" dirty="0"/>
              <a:t>: 5.43 {1964375, 5889161} | pruning: </a:t>
            </a:r>
            <a:r>
              <a:rPr lang="en-US" sz="1000" dirty="0"/>
              <a:t>0.9835</a:t>
            </a:r>
            <a:r>
              <a:rPr lang="en-US" sz="700" dirty="0"/>
              <a:t> | Time: 2925.20</a:t>
            </a:r>
          </a:p>
          <a:p>
            <a:r>
              <a:rPr lang="en-US" sz="700" dirty="0"/>
              <a:t>MOMP : Tpaa1in1 | BSF: 5.43 {1964375, 5889161} | Tot Time: 3090.66s </a:t>
            </a:r>
          </a:p>
          <a:p>
            <a:r>
              <a:rPr lang="en-US" sz="700" dirty="0"/>
              <a:t>====== Profiling Summary ======</a:t>
            </a:r>
          </a:p>
          <a:p>
            <a:r>
              <a:rPr lang="en-US" sz="700" dirty="0"/>
              <a:t>Tot KTIP time : 38.46s  (0.01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UAMP time : 827.31s  (0.27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LBMP time : 1371.97s  (0.44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Refine time : 684.90s  (0.22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Prune time : 1.35s  (0.00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B6E217-2CD2-9FD6-02B6-AFAB00A3E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83" y="2389144"/>
            <a:ext cx="12192000" cy="1774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A642C6-718D-C559-B675-3E6B5F416683}"/>
              </a:ext>
            </a:extLst>
          </p:cNvPr>
          <p:cNvSpPr txBox="1"/>
          <p:nvPr/>
        </p:nvSpPr>
        <p:spPr>
          <a:xfrm>
            <a:off x="258092" y="158863"/>
            <a:ext cx="6635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highlight>
                  <a:srgbClr val="00FF00"/>
                </a:highlight>
                <a:latin typeface="Helvetica Neue"/>
              </a:rPr>
              <a:t>MGH Sleep Electromyography 200 Hz</a:t>
            </a:r>
            <a:r>
              <a:rPr lang="en-US" b="0" i="0" dirty="0">
                <a:solidFill>
                  <a:srgbClr val="444444"/>
                </a:solidFill>
                <a:effectLst/>
                <a:highlight>
                  <a:srgbClr val="ED9587"/>
                </a:highlight>
                <a:latin typeface="Helvetica Neue"/>
              </a:rPr>
              <a:t> </a:t>
            </a:r>
          </a:p>
          <a:p>
            <a:r>
              <a:rPr lang="en-US" dirty="0">
                <a:solidFill>
                  <a:srgbClr val="444444"/>
                </a:solidFill>
                <a:highlight>
                  <a:srgbClr val="FFFFFF"/>
                </a:highlight>
                <a:latin typeface="Helvetica Neue"/>
              </a:rPr>
              <a:t>8.3 hours. Motif is 2.7 minutes long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196953-0473-7A23-971D-2C011631D493}"/>
              </a:ext>
            </a:extLst>
          </p:cNvPr>
          <p:cNvSpPr txBox="1"/>
          <p:nvPr/>
        </p:nvSpPr>
        <p:spPr>
          <a:xfrm>
            <a:off x="1862990" y="5588057"/>
            <a:ext cx="9688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https://archive.physionet.org/physiobank/database/challenge/2018/test/te03-0577/</a:t>
            </a:r>
          </a:p>
        </p:txBody>
      </p:sp>
      <p:sp>
        <p:nvSpPr>
          <p:cNvPr id="17" name="Line 6">
            <a:extLst>
              <a:ext uri="{FF2B5EF4-FFF2-40B4-BE49-F238E27FC236}">
                <a16:creationId xmlns:a16="http://schemas.microsoft.com/office/drawing/2014/main" id="{CBDADBC3-5A69-1445-BC28-5AFDFE26C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913" y="6400166"/>
            <a:ext cx="8959850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7">
            <a:extLst>
              <a:ext uri="{FF2B5EF4-FFF2-40B4-BE49-F238E27FC236}">
                <a16:creationId xmlns:a16="http://schemas.microsoft.com/office/drawing/2014/main" id="{DB006CE3-52A0-8E6F-89E6-C4411406EE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0913" y="6311266"/>
            <a:ext cx="0" cy="8890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E85CE599-4E92-7C6E-3096-27183D460A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30438" y="6311266"/>
            <a:ext cx="0" cy="8890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Line 9">
            <a:extLst>
              <a:ext uri="{FF2B5EF4-FFF2-40B4-BE49-F238E27FC236}">
                <a16:creationId xmlns:a16="http://schemas.microsoft.com/office/drawing/2014/main" id="{733702C2-E063-4B66-8767-C4B0977F6A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1550" y="6311266"/>
            <a:ext cx="0" cy="8890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Line 10">
            <a:extLst>
              <a:ext uri="{FF2B5EF4-FFF2-40B4-BE49-F238E27FC236}">
                <a16:creationId xmlns:a16="http://schemas.microsoft.com/office/drawing/2014/main" id="{E7024064-F620-7872-EDD7-A7232E2728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1075" y="6311266"/>
            <a:ext cx="0" cy="8890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9E42CF22-467A-D99E-55B0-D88723DDB8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72188" y="6311266"/>
            <a:ext cx="0" cy="8890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Line 12">
            <a:extLst>
              <a:ext uri="{FF2B5EF4-FFF2-40B4-BE49-F238E27FC236}">
                <a16:creationId xmlns:a16="http://schemas.microsoft.com/office/drawing/2014/main" id="{0D5868C1-24B6-E990-F4AE-0B1392D48D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51713" y="6311266"/>
            <a:ext cx="0" cy="8890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Line 13">
            <a:extLst>
              <a:ext uri="{FF2B5EF4-FFF2-40B4-BE49-F238E27FC236}">
                <a16:creationId xmlns:a16="http://schemas.microsoft.com/office/drawing/2014/main" id="{5E7A7AB7-5D8E-CA44-6FBF-680307737D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31238" y="6311266"/>
            <a:ext cx="0" cy="8890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Line 14">
            <a:extLst>
              <a:ext uri="{FF2B5EF4-FFF2-40B4-BE49-F238E27FC236}">
                <a16:creationId xmlns:a16="http://schemas.microsoft.com/office/drawing/2014/main" id="{11D48D7E-0946-C392-2E81-9E363D50B1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10763" y="6311266"/>
            <a:ext cx="0" cy="8890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6780B2D3-2EDD-BA1D-56B7-020089771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813" y="6457316"/>
            <a:ext cx="12382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1ED5F9B4-5FA3-94A8-E8EB-7CB7D3A38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1538" y="6457316"/>
            <a:ext cx="228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6740E4C8-57FF-84E5-8280-68814BACD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6457316"/>
            <a:ext cx="12382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3966276E-D350-E000-49D7-E532204A5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938" y="6457316"/>
            <a:ext cx="228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1.5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D4576A83-EDFE-58D7-10D3-EF59F4C68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0913" y="6457316"/>
            <a:ext cx="12382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B8808898-C652-958F-2B68-2AAC66207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1225" y="6457316"/>
            <a:ext cx="228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2.5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9406C3B0-7AFC-540E-458A-BAB445DD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457316"/>
            <a:ext cx="12382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ED83ADD6-CE7B-26A4-927B-7EA2C5DC9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5038" y="6457316"/>
            <a:ext cx="228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3.5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Freeform 23">
            <a:extLst>
              <a:ext uri="{FF2B5EF4-FFF2-40B4-BE49-F238E27FC236}">
                <a16:creationId xmlns:a16="http://schemas.microsoft.com/office/drawing/2014/main" id="{442A1613-5D49-C1C2-DAC6-3DC4FB3CE557}"/>
              </a:ext>
            </a:extLst>
          </p:cNvPr>
          <p:cNvSpPr>
            <a:spLocks/>
          </p:cNvSpPr>
          <p:nvPr/>
        </p:nvSpPr>
        <p:spPr bwMode="auto">
          <a:xfrm>
            <a:off x="9634538" y="6712903"/>
            <a:ext cx="58738" cy="60325"/>
          </a:xfrm>
          <a:custGeom>
            <a:avLst/>
            <a:gdLst>
              <a:gd name="T0" fmla="*/ 0 w 99"/>
              <a:gd name="T1" fmla="*/ 95 h 99"/>
              <a:gd name="T2" fmla="*/ 1 w 99"/>
              <a:gd name="T3" fmla="*/ 92 h 99"/>
              <a:gd name="T4" fmla="*/ 44 w 99"/>
              <a:gd name="T5" fmla="*/ 49 h 99"/>
              <a:gd name="T6" fmla="*/ 1 w 99"/>
              <a:gd name="T7" fmla="*/ 7 h 99"/>
              <a:gd name="T8" fmla="*/ 0 w 99"/>
              <a:gd name="T9" fmla="*/ 4 h 99"/>
              <a:gd name="T10" fmla="*/ 2 w 99"/>
              <a:gd name="T11" fmla="*/ 2 h 99"/>
              <a:gd name="T12" fmla="*/ 5 w 99"/>
              <a:gd name="T13" fmla="*/ 0 h 99"/>
              <a:gd name="T14" fmla="*/ 8 w 99"/>
              <a:gd name="T15" fmla="*/ 1 h 99"/>
              <a:gd name="T16" fmla="*/ 50 w 99"/>
              <a:gd name="T17" fmla="*/ 44 h 99"/>
              <a:gd name="T18" fmla="*/ 92 w 99"/>
              <a:gd name="T19" fmla="*/ 1 h 99"/>
              <a:gd name="T20" fmla="*/ 95 w 99"/>
              <a:gd name="T21" fmla="*/ 0 h 99"/>
              <a:gd name="T22" fmla="*/ 98 w 99"/>
              <a:gd name="T23" fmla="*/ 1 h 99"/>
              <a:gd name="T24" fmla="*/ 99 w 99"/>
              <a:gd name="T25" fmla="*/ 4 h 99"/>
              <a:gd name="T26" fmla="*/ 98 w 99"/>
              <a:gd name="T27" fmla="*/ 7 h 99"/>
              <a:gd name="T28" fmla="*/ 56 w 99"/>
              <a:gd name="T29" fmla="*/ 49 h 99"/>
              <a:gd name="T30" fmla="*/ 98 w 99"/>
              <a:gd name="T31" fmla="*/ 92 h 99"/>
              <a:gd name="T32" fmla="*/ 99 w 99"/>
              <a:gd name="T33" fmla="*/ 95 h 99"/>
              <a:gd name="T34" fmla="*/ 98 w 99"/>
              <a:gd name="T35" fmla="*/ 97 h 99"/>
              <a:gd name="T36" fmla="*/ 95 w 99"/>
              <a:gd name="T37" fmla="*/ 99 h 99"/>
              <a:gd name="T38" fmla="*/ 92 w 99"/>
              <a:gd name="T39" fmla="*/ 97 h 99"/>
              <a:gd name="T40" fmla="*/ 50 w 99"/>
              <a:gd name="T41" fmla="*/ 55 h 99"/>
              <a:gd name="T42" fmla="*/ 8 w 99"/>
              <a:gd name="T43" fmla="*/ 97 h 99"/>
              <a:gd name="T44" fmla="*/ 5 w 99"/>
              <a:gd name="T45" fmla="*/ 99 h 99"/>
              <a:gd name="T46" fmla="*/ 2 w 99"/>
              <a:gd name="T47" fmla="*/ 97 h 99"/>
              <a:gd name="T48" fmla="*/ 0 w 99"/>
              <a:gd name="T49" fmla="*/ 95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9" h="99">
                <a:moveTo>
                  <a:pt x="0" y="95"/>
                </a:moveTo>
                <a:cubicBezTo>
                  <a:pt x="0" y="94"/>
                  <a:pt x="1" y="93"/>
                  <a:pt x="1" y="92"/>
                </a:cubicBezTo>
                <a:lnTo>
                  <a:pt x="44" y="49"/>
                </a:lnTo>
                <a:lnTo>
                  <a:pt x="1" y="7"/>
                </a:lnTo>
                <a:cubicBezTo>
                  <a:pt x="1" y="6"/>
                  <a:pt x="0" y="5"/>
                  <a:pt x="0" y="4"/>
                </a:cubicBezTo>
                <a:cubicBezTo>
                  <a:pt x="0" y="3"/>
                  <a:pt x="1" y="2"/>
                  <a:pt x="2" y="2"/>
                </a:cubicBezTo>
                <a:cubicBezTo>
                  <a:pt x="3" y="1"/>
                  <a:pt x="3" y="0"/>
                  <a:pt x="5" y="0"/>
                </a:cubicBezTo>
                <a:cubicBezTo>
                  <a:pt x="5" y="0"/>
                  <a:pt x="6" y="1"/>
                  <a:pt x="8" y="1"/>
                </a:cubicBezTo>
                <a:lnTo>
                  <a:pt x="50" y="44"/>
                </a:lnTo>
                <a:lnTo>
                  <a:pt x="92" y="1"/>
                </a:lnTo>
                <a:cubicBezTo>
                  <a:pt x="93" y="1"/>
                  <a:pt x="94" y="0"/>
                  <a:pt x="95" y="0"/>
                </a:cubicBezTo>
                <a:cubicBezTo>
                  <a:pt x="96" y="0"/>
                  <a:pt x="97" y="1"/>
                  <a:pt x="98" y="1"/>
                </a:cubicBezTo>
                <a:cubicBezTo>
                  <a:pt x="99" y="2"/>
                  <a:pt x="99" y="3"/>
                  <a:pt x="99" y="4"/>
                </a:cubicBezTo>
                <a:cubicBezTo>
                  <a:pt x="99" y="5"/>
                  <a:pt x="99" y="6"/>
                  <a:pt x="98" y="7"/>
                </a:cubicBezTo>
                <a:lnTo>
                  <a:pt x="56" y="49"/>
                </a:lnTo>
                <a:lnTo>
                  <a:pt x="98" y="92"/>
                </a:lnTo>
                <a:cubicBezTo>
                  <a:pt x="99" y="93"/>
                  <a:pt x="99" y="94"/>
                  <a:pt x="99" y="95"/>
                </a:cubicBezTo>
                <a:cubicBezTo>
                  <a:pt x="99" y="96"/>
                  <a:pt x="99" y="97"/>
                  <a:pt x="98" y="97"/>
                </a:cubicBezTo>
                <a:cubicBezTo>
                  <a:pt x="97" y="98"/>
                  <a:pt x="96" y="99"/>
                  <a:pt x="95" y="99"/>
                </a:cubicBezTo>
                <a:cubicBezTo>
                  <a:pt x="94" y="99"/>
                  <a:pt x="93" y="98"/>
                  <a:pt x="92" y="97"/>
                </a:cubicBezTo>
                <a:lnTo>
                  <a:pt x="50" y="55"/>
                </a:lnTo>
                <a:lnTo>
                  <a:pt x="8" y="97"/>
                </a:lnTo>
                <a:cubicBezTo>
                  <a:pt x="7" y="98"/>
                  <a:pt x="6" y="99"/>
                  <a:pt x="5" y="99"/>
                </a:cubicBezTo>
                <a:cubicBezTo>
                  <a:pt x="3" y="99"/>
                  <a:pt x="3" y="98"/>
                  <a:pt x="2" y="97"/>
                </a:cubicBezTo>
                <a:cubicBezTo>
                  <a:pt x="1" y="97"/>
                  <a:pt x="0" y="96"/>
                  <a:pt x="0" y="95"/>
                </a:cubicBezTo>
                <a:close/>
              </a:path>
            </a:pathLst>
          </a:custGeom>
          <a:solidFill>
            <a:srgbClr val="2626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2C4959E1-EABF-DE7B-6ECC-10189A9D5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0738" y="6658928"/>
            <a:ext cx="1905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A77192A1-4C9C-7B10-8F3A-227267B73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3613" y="6630353"/>
            <a:ext cx="104775" cy="13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Line 27">
            <a:extLst>
              <a:ext uri="{FF2B5EF4-FFF2-40B4-BE49-F238E27FC236}">
                <a16:creationId xmlns:a16="http://schemas.microsoft.com/office/drawing/2014/main" id="{2CBF1A1D-41A8-CCE2-AEF4-125E8DCCE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913" y="6400166"/>
            <a:ext cx="88900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Rectangle 43">
            <a:extLst>
              <a:ext uri="{FF2B5EF4-FFF2-40B4-BE49-F238E27FC236}">
                <a16:creationId xmlns:a16="http://schemas.microsoft.com/office/drawing/2014/main" id="{CDACD1AE-A673-BC7D-F3B3-E55B49FFF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252913"/>
            <a:ext cx="973138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MOMP : 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44">
            <a:extLst>
              <a:ext uri="{FF2B5EF4-FFF2-40B4-BE49-F238E27FC236}">
                <a16:creationId xmlns:a16="http://schemas.microsoft.com/office/drawing/2014/main" id="{210D0C56-4AA0-D1F5-20E6-23F1CE818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263" y="4378326"/>
            <a:ext cx="6667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1964375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45">
            <a:extLst>
              <a:ext uri="{FF2B5EF4-FFF2-40B4-BE49-F238E27FC236}">
                <a16:creationId xmlns:a16="http://schemas.microsoft.com/office/drawing/2014/main" id="{E17DF7EB-39E2-684A-A2C4-705DDFC4E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4252913"/>
            <a:ext cx="6477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46">
            <a:extLst>
              <a:ext uri="{FF2B5EF4-FFF2-40B4-BE49-F238E27FC236}">
                <a16:creationId xmlns:a16="http://schemas.microsoft.com/office/drawing/2014/main" id="{70B6166B-0E7B-F038-1E81-AFA4DA00C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113" y="4378326"/>
            <a:ext cx="6667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5889161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455C4AE2-659C-EF1A-FA48-9A4FBE9D50AE}"/>
              </a:ext>
            </a:extLst>
          </p:cNvPr>
          <p:cNvSpPr>
            <a:spLocks/>
          </p:cNvSpPr>
          <p:nvPr/>
        </p:nvSpPr>
        <p:spPr bwMode="auto">
          <a:xfrm>
            <a:off x="950913" y="5365751"/>
            <a:ext cx="8389938" cy="812800"/>
          </a:xfrm>
          <a:custGeom>
            <a:avLst/>
            <a:gdLst>
              <a:gd name="T0" fmla="*/ 120 w 5285"/>
              <a:gd name="T1" fmla="*/ 472 h 512"/>
              <a:gd name="T2" fmla="*/ 217 w 5285"/>
              <a:gd name="T3" fmla="*/ 443 h 512"/>
              <a:gd name="T4" fmla="*/ 306 w 5285"/>
              <a:gd name="T5" fmla="*/ 439 h 512"/>
              <a:gd name="T6" fmla="*/ 387 w 5285"/>
              <a:gd name="T7" fmla="*/ 440 h 512"/>
              <a:gd name="T8" fmla="*/ 469 w 5285"/>
              <a:gd name="T9" fmla="*/ 439 h 512"/>
              <a:gd name="T10" fmla="*/ 555 w 5285"/>
              <a:gd name="T11" fmla="*/ 440 h 512"/>
              <a:gd name="T12" fmla="*/ 639 w 5285"/>
              <a:gd name="T13" fmla="*/ 440 h 512"/>
              <a:gd name="T14" fmla="*/ 734 w 5285"/>
              <a:gd name="T15" fmla="*/ 441 h 512"/>
              <a:gd name="T16" fmla="*/ 816 w 5285"/>
              <a:gd name="T17" fmla="*/ 439 h 512"/>
              <a:gd name="T18" fmla="*/ 895 w 5285"/>
              <a:gd name="T19" fmla="*/ 439 h 512"/>
              <a:gd name="T20" fmla="*/ 981 w 5285"/>
              <a:gd name="T21" fmla="*/ 440 h 512"/>
              <a:gd name="T22" fmla="*/ 1061 w 5285"/>
              <a:gd name="T23" fmla="*/ 440 h 512"/>
              <a:gd name="T24" fmla="*/ 1140 w 5285"/>
              <a:gd name="T25" fmla="*/ 440 h 512"/>
              <a:gd name="T26" fmla="*/ 1221 w 5285"/>
              <a:gd name="T27" fmla="*/ 439 h 512"/>
              <a:gd name="T28" fmla="*/ 1300 w 5285"/>
              <a:gd name="T29" fmla="*/ 440 h 512"/>
              <a:gd name="T30" fmla="*/ 1382 w 5285"/>
              <a:gd name="T31" fmla="*/ 439 h 512"/>
              <a:gd name="T32" fmla="*/ 1462 w 5285"/>
              <a:gd name="T33" fmla="*/ 439 h 512"/>
              <a:gd name="T34" fmla="*/ 1546 w 5285"/>
              <a:gd name="T35" fmla="*/ 439 h 512"/>
              <a:gd name="T36" fmla="*/ 1628 w 5285"/>
              <a:gd name="T37" fmla="*/ 439 h 512"/>
              <a:gd name="T38" fmla="*/ 1713 w 5285"/>
              <a:gd name="T39" fmla="*/ 440 h 512"/>
              <a:gd name="T40" fmla="*/ 1796 w 5285"/>
              <a:gd name="T41" fmla="*/ 439 h 512"/>
              <a:gd name="T42" fmla="*/ 1878 w 5285"/>
              <a:gd name="T43" fmla="*/ 439 h 512"/>
              <a:gd name="T44" fmla="*/ 1955 w 5285"/>
              <a:gd name="T45" fmla="*/ 440 h 512"/>
              <a:gd name="T46" fmla="*/ 2034 w 5285"/>
              <a:gd name="T47" fmla="*/ 439 h 512"/>
              <a:gd name="T48" fmla="*/ 2118 w 5285"/>
              <a:gd name="T49" fmla="*/ 439 h 512"/>
              <a:gd name="T50" fmla="*/ 2196 w 5285"/>
              <a:gd name="T51" fmla="*/ 439 h 512"/>
              <a:gd name="T52" fmla="*/ 2275 w 5285"/>
              <a:gd name="T53" fmla="*/ 439 h 512"/>
              <a:gd name="T54" fmla="*/ 2355 w 5285"/>
              <a:gd name="T55" fmla="*/ 440 h 512"/>
              <a:gd name="T56" fmla="*/ 2443 w 5285"/>
              <a:gd name="T57" fmla="*/ 440 h 512"/>
              <a:gd name="T58" fmla="*/ 2519 w 5285"/>
              <a:gd name="T59" fmla="*/ 439 h 512"/>
              <a:gd name="T60" fmla="*/ 2597 w 5285"/>
              <a:gd name="T61" fmla="*/ 439 h 512"/>
              <a:gd name="T62" fmla="*/ 2681 w 5285"/>
              <a:gd name="T63" fmla="*/ 439 h 512"/>
              <a:gd name="T64" fmla="*/ 2763 w 5285"/>
              <a:gd name="T65" fmla="*/ 439 h 512"/>
              <a:gd name="T66" fmla="*/ 2849 w 5285"/>
              <a:gd name="T67" fmla="*/ 439 h 512"/>
              <a:gd name="T68" fmla="*/ 2931 w 5285"/>
              <a:gd name="T69" fmla="*/ 439 h 512"/>
              <a:gd name="T70" fmla="*/ 3013 w 5285"/>
              <a:gd name="T71" fmla="*/ 439 h 512"/>
              <a:gd name="T72" fmla="*/ 3094 w 5285"/>
              <a:gd name="T73" fmla="*/ 440 h 512"/>
              <a:gd name="T74" fmla="*/ 3174 w 5285"/>
              <a:gd name="T75" fmla="*/ 439 h 512"/>
              <a:gd name="T76" fmla="*/ 3258 w 5285"/>
              <a:gd name="T77" fmla="*/ 440 h 512"/>
              <a:gd name="T78" fmla="*/ 3336 w 5285"/>
              <a:gd name="T79" fmla="*/ 439 h 512"/>
              <a:gd name="T80" fmla="*/ 3416 w 5285"/>
              <a:gd name="T81" fmla="*/ 439 h 512"/>
              <a:gd name="T82" fmla="*/ 3494 w 5285"/>
              <a:gd name="T83" fmla="*/ 440 h 512"/>
              <a:gd name="T84" fmla="*/ 3572 w 5285"/>
              <a:gd name="T85" fmla="*/ 440 h 512"/>
              <a:gd name="T86" fmla="*/ 3650 w 5285"/>
              <a:gd name="T87" fmla="*/ 439 h 512"/>
              <a:gd name="T88" fmla="*/ 3730 w 5285"/>
              <a:gd name="T89" fmla="*/ 439 h 512"/>
              <a:gd name="T90" fmla="*/ 3806 w 5285"/>
              <a:gd name="T91" fmla="*/ 439 h 512"/>
              <a:gd name="T92" fmla="*/ 3885 w 5285"/>
              <a:gd name="T93" fmla="*/ 440 h 512"/>
              <a:gd name="T94" fmla="*/ 3966 w 5285"/>
              <a:gd name="T95" fmla="*/ 439 h 512"/>
              <a:gd name="T96" fmla="*/ 4047 w 5285"/>
              <a:gd name="T97" fmla="*/ 439 h 512"/>
              <a:gd name="T98" fmla="*/ 4131 w 5285"/>
              <a:gd name="T99" fmla="*/ 439 h 512"/>
              <a:gd name="T100" fmla="*/ 4210 w 5285"/>
              <a:gd name="T101" fmla="*/ 439 h 512"/>
              <a:gd name="T102" fmla="*/ 4295 w 5285"/>
              <a:gd name="T103" fmla="*/ 439 h 512"/>
              <a:gd name="T104" fmla="*/ 4377 w 5285"/>
              <a:gd name="T105" fmla="*/ 440 h 512"/>
              <a:gd name="T106" fmla="*/ 4459 w 5285"/>
              <a:gd name="T107" fmla="*/ 440 h 512"/>
              <a:gd name="T108" fmla="*/ 4541 w 5285"/>
              <a:gd name="T109" fmla="*/ 440 h 512"/>
              <a:gd name="T110" fmla="*/ 4621 w 5285"/>
              <a:gd name="T111" fmla="*/ 440 h 512"/>
              <a:gd name="T112" fmla="*/ 4697 w 5285"/>
              <a:gd name="T113" fmla="*/ 440 h 512"/>
              <a:gd name="T114" fmla="*/ 4775 w 5285"/>
              <a:gd name="T115" fmla="*/ 439 h 512"/>
              <a:gd name="T116" fmla="*/ 4854 w 5285"/>
              <a:gd name="T117" fmla="*/ 439 h 512"/>
              <a:gd name="T118" fmla="*/ 4935 w 5285"/>
              <a:gd name="T119" fmla="*/ 440 h 512"/>
              <a:gd name="T120" fmla="*/ 5026 w 5285"/>
              <a:gd name="T121" fmla="*/ 439 h 512"/>
              <a:gd name="T122" fmla="*/ 5114 w 5285"/>
              <a:gd name="T123" fmla="*/ 441 h 512"/>
              <a:gd name="T124" fmla="*/ 5204 w 5285"/>
              <a:gd name="T125" fmla="*/ 439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285" h="512">
                <a:moveTo>
                  <a:pt x="0" y="338"/>
                </a:moveTo>
                <a:lnTo>
                  <a:pt x="0" y="330"/>
                </a:lnTo>
                <a:lnTo>
                  <a:pt x="2" y="238"/>
                </a:lnTo>
                <a:lnTo>
                  <a:pt x="2" y="231"/>
                </a:lnTo>
                <a:lnTo>
                  <a:pt x="4" y="165"/>
                </a:lnTo>
                <a:lnTo>
                  <a:pt x="4" y="160"/>
                </a:lnTo>
                <a:lnTo>
                  <a:pt x="6" y="108"/>
                </a:lnTo>
                <a:lnTo>
                  <a:pt x="6" y="104"/>
                </a:lnTo>
                <a:lnTo>
                  <a:pt x="8" y="62"/>
                </a:lnTo>
                <a:lnTo>
                  <a:pt x="8" y="59"/>
                </a:lnTo>
                <a:lnTo>
                  <a:pt x="10" y="32"/>
                </a:lnTo>
                <a:lnTo>
                  <a:pt x="10" y="30"/>
                </a:lnTo>
                <a:lnTo>
                  <a:pt x="12" y="11"/>
                </a:lnTo>
                <a:lnTo>
                  <a:pt x="13" y="10"/>
                </a:lnTo>
                <a:lnTo>
                  <a:pt x="14" y="2"/>
                </a:lnTo>
                <a:lnTo>
                  <a:pt x="14" y="2"/>
                </a:lnTo>
                <a:lnTo>
                  <a:pt x="15" y="0"/>
                </a:lnTo>
                <a:lnTo>
                  <a:pt x="16" y="1"/>
                </a:lnTo>
                <a:lnTo>
                  <a:pt x="16" y="1"/>
                </a:lnTo>
                <a:lnTo>
                  <a:pt x="18" y="8"/>
                </a:lnTo>
                <a:lnTo>
                  <a:pt x="18" y="9"/>
                </a:lnTo>
                <a:lnTo>
                  <a:pt x="20" y="23"/>
                </a:lnTo>
                <a:lnTo>
                  <a:pt x="20" y="24"/>
                </a:lnTo>
                <a:lnTo>
                  <a:pt x="22" y="41"/>
                </a:lnTo>
                <a:lnTo>
                  <a:pt x="22" y="43"/>
                </a:lnTo>
                <a:lnTo>
                  <a:pt x="24" y="62"/>
                </a:lnTo>
                <a:lnTo>
                  <a:pt x="24" y="64"/>
                </a:lnTo>
                <a:lnTo>
                  <a:pt x="26" y="87"/>
                </a:lnTo>
                <a:lnTo>
                  <a:pt x="26" y="88"/>
                </a:lnTo>
                <a:lnTo>
                  <a:pt x="28" y="110"/>
                </a:lnTo>
                <a:lnTo>
                  <a:pt x="28" y="113"/>
                </a:lnTo>
                <a:lnTo>
                  <a:pt x="30" y="136"/>
                </a:lnTo>
                <a:lnTo>
                  <a:pt x="30" y="139"/>
                </a:lnTo>
                <a:lnTo>
                  <a:pt x="32" y="165"/>
                </a:lnTo>
                <a:lnTo>
                  <a:pt x="32" y="167"/>
                </a:lnTo>
                <a:lnTo>
                  <a:pt x="34" y="193"/>
                </a:lnTo>
                <a:lnTo>
                  <a:pt x="34" y="195"/>
                </a:lnTo>
                <a:lnTo>
                  <a:pt x="36" y="223"/>
                </a:lnTo>
                <a:lnTo>
                  <a:pt x="37" y="225"/>
                </a:lnTo>
                <a:lnTo>
                  <a:pt x="38" y="249"/>
                </a:lnTo>
                <a:lnTo>
                  <a:pt x="38" y="251"/>
                </a:lnTo>
                <a:lnTo>
                  <a:pt x="40" y="272"/>
                </a:lnTo>
                <a:lnTo>
                  <a:pt x="40" y="274"/>
                </a:lnTo>
                <a:lnTo>
                  <a:pt x="42" y="291"/>
                </a:lnTo>
                <a:lnTo>
                  <a:pt x="42" y="293"/>
                </a:lnTo>
                <a:lnTo>
                  <a:pt x="44" y="317"/>
                </a:lnTo>
                <a:lnTo>
                  <a:pt x="44" y="319"/>
                </a:lnTo>
                <a:lnTo>
                  <a:pt x="46" y="344"/>
                </a:lnTo>
                <a:lnTo>
                  <a:pt x="46" y="346"/>
                </a:lnTo>
                <a:lnTo>
                  <a:pt x="48" y="367"/>
                </a:lnTo>
                <a:lnTo>
                  <a:pt x="48" y="368"/>
                </a:lnTo>
                <a:lnTo>
                  <a:pt x="50" y="386"/>
                </a:lnTo>
                <a:lnTo>
                  <a:pt x="50" y="387"/>
                </a:lnTo>
                <a:lnTo>
                  <a:pt x="52" y="405"/>
                </a:lnTo>
                <a:lnTo>
                  <a:pt x="52" y="407"/>
                </a:lnTo>
                <a:lnTo>
                  <a:pt x="54" y="423"/>
                </a:lnTo>
                <a:lnTo>
                  <a:pt x="54" y="424"/>
                </a:lnTo>
                <a:lnTo>
                  <a:pt x="56" y="438"/>
                </a:lnTo>
                <a:lnTo>
                  <a:pt x="56" y="440"/>
                </a:lnTo>
                <a:lnTo>
                  <a:pt x="58" y="451"/>
                </a:lnTo>
                <a:lnTo>
                  <a:pt x="58" y="452"/>
                </a:lnTo>
                <a:lnTo>
                  <a:pt x="60" y="462"/>
                </a:lnTo>
                <a:lnTo>
                  <a:pt x="61" y="463"/>
                </a:lnTo>
                <a:lnTo>
                  <a:pt x="62" y="472"/>
                </a:lnTo>
                <a:lnTo>
                  <a:pt x="62" y="472"/>
                </a:lnTo>
                <a:lnTo>
                  <a:pt x="64" y="480"/>
                </a:lnTo>
                <a:lnTo>
                  <a:pt x="64" y="481"/>
                </a:lnTo>
                <a:lnTo>
                  <a:pt x="66" y="488"/>
                </a:lnTo>
                <a:lnTo>
                  <a:pt x="67" y="488"/>
                </a:lnTo>
                <a:lnTo>
                  <a:pt x="68" y="494"/>
                </a:lnTo>
                <a:lnTo>
                  <a:pt x="68" y="494"/>
                </a:lnTo>
                <a:lnTo>
                  <a:pt x="70" y="498"/>
                </a:lnTo>
                <a:lnTo>
                  <a:pt x="70" y="498"/>
                </a:lnTo>
                <a:lnTo>
                  <a:pt x="72" y="503"/>
                </a:lnTo>
                <a:lnTo>
                  <a:pt x="72" y="503"/>
                </a:lnTo>
                <a:lnTo>
                  <a:pt x="74" y="506"/>
                </a:lnTo>
                <a:lnTo>
                  <a:pt x="74" y="506"/>
                </a:lnTo>
                <a:lnTo>
                  <a:pt x="76" y="508"/>
                </a:lnTo>
                <a:lnTo>
                  <a:pt x="76" y="508"/>
                </a:lnTo>
                <a:lnTo>
                  <a:pt x="78" y="510"/>
                </a:lnTo>
                <a:lnTo>
                  <a:pt x="78" y="511"/>
                </a:lnTo>
                <a:lnTo>
                  <a:pt x="79" y="512"/>
                </a:lnTo>
                <a:lnTo>
                  <a:pt x="80" y="512"/>
                </a:lnTo>
                <a:lnTo>
                  <a:pt x="80" y="512"/>
                </a:lnTo>
                <a:lnTo>
                  <a:pt x="82" y="509"/>
                </a:lnTo>
                <a:lnTo>
                  <a:pt x="82" y="509"/>
                </a:lnTo>
                <a:lnTo>
                  <a:pt x="84" y="506"/>
                </a:lnTo>
                <a:lnTo>
                  <a:pt x="85" y="506"/>
                </a:lnTo>
                <a:lnTo>
                  <a:pt x="85" y="506"/>
                </a:lnTo>
                <a:lnTo>
                  <a:pt x="86" y="508"/>
                </a:lnTo>
                <a:lnTo>
                  <a:pt x="86" y="508"/>
                </a:lnTo>
                <a:lnTo>
                  <a:pt x="88" y="511"/>
                </a:lnTo>
                <a:lnTo>
                  <a:pt x="88" y="511"/>
                </a:lnTo>
                <a:lnTo>
                  <a:pt x="89" y="511"/>
                </a:lnTo>
                <a:lnTo>
                  <a:pt x="90" y="509"/>
                </a:lnTo>
                <a:lnTo>
                  <a:pt x="91" y="509"/>
                </a:lnTo>
                <a:lnTo>
                  <a:pt x="92" y="506"/>
                </a:lnTo>
                <a:lnTo>
                  <a:pt x="92" y="506"/>
                </a:lnTo>
                <a:lnTo>
                  <a:pt x="94" y="501"/>
                </a:lnTo>
                <a:lnTo>
                  <a:pt x="94" y="500"/>
                </a:lnTo>
                <a:lnTo>
                  <a:pt x="96" y="499"/>
                </a:lnTo>
                <a:lnTo>
                  <a:pt x="96" y="499"/>
                </a:lnTo>
                <a:lnTo>
                  <a:pt x="98" y="498"/>
                </a:lnTo>
                <a:lnTo>
                  <a:pt x="98" y="497"/>
                </a:lnTo>
                <a:lnTo>
                  <a:pt x="100" y="494"/>
                </a:lnTo>
                <a:lnTo>
                  <a:pt x="100" y="493"/>
                </a:lnTo>
                <a:lnTo>
                  <a:pt x="102" y="492"/>
                </a:lnTo>
                <a:lnTo>
                  <a:pt x="102" y="491"/>
                </a:lnTo>
                <a:lnTo>
                  <a:pt x="104" y="486"/>
                </a:lnTo>
                <a:lnTo>
                  <a:pt x="104" y="485"/>
                </a:lnTo>
                <a:lnTo>
                  <a:pt x="106" y="484"/>
                </a:lnTo>
                <a:lnTo>
                  <a:pt x="106" y="484"/>
                </a:lnTo>
                <a:lnTo>
                  <a:pt x="106" y="484"/>
                </a:lnTo>
                <a:lnTo>
                  <a:pt x="107" y="484"/>
                </a:lnTo>
                <a:lnTo>
                  <a:pt x="108" y="482"/>
                </a:lnTo>
                <a:lnTo>
                  <a:pt x="109" y="482"/>
                </a:lnTo>
                <a:lnTo>
                  <a:pt x="110" y="479"/>
                </a:lnTo>
                <a:lnTo>
                  <a:pt x="110" y="478"/>
                </a:lnTo>
                <a:lnTo>
                  <a:pt x="112" y="477"/>
                </a:lnTo>
                <a:lnTo>
                  <a:pt x="112" y="477"/>
                </a:lnTo>
                <a:lnTo>
                  <a:pt x="114" y="476"/>
                </a:lnTo>
                <a:lnTo>
                  <a:pt x="114" y="476"/>
                </a:lnTo>
                <a:lnTo>
                  <a:pt x="115" y="476"/>
                </a:lnTo>
                <a:lnTo>
                  <a:pt x="116" y="475"/>
                </a:lnTo>
                <a:lnTo>
                  <a:pt x="116" y="475"/>
                </a:lnTo>
                <a:lnTo>
                  <a:pt x="118" y="474"/>
                </a:lnTo>
                <a:lnTo>
                  <a:pt x="118" y="474"/>
                </a:lnTo>
                <a:lnTo>
                  <a:pt x="120" y="472"/>
                </a:lnTo>
                <a:lnTo>
                  <a:pt x="120" y="472"/>
                </a:lnTo>
                <a:lnTo>
                  <a:pt x="121" y="471"/>
                </a:lnTo>
                <a:lnTo>
                  <a:pt x="122" y="472"/>
                </a:lnTo>
                <a:lnTo>
                  <a:pt x="123" y="472"/>
                </a:lnTo>
                <a:lnTo>
                  <a:pt x="124" y="469"/>
                </a:lnTo>
                <a:lnTo>
                  <a:pt x="124" y="468"/>
                </a:lnTo>
                <a:lnTo>
                  <a:pt x="126" y="464"/>
                </a:lnTo>
                <a:lnTo>
                  <a:pt x="126" y="464"/>
                </a:lnTo>
                <a:lnTo>
                  <a:pt x="129" y="459"/>
                </a:lnTo>
                <a:lnTo>
                  <a:pt x="129" y="459"/>
                </a:lnTo>
                <a:lnTo>
                  <a:pt x="129" y="457"/>
                </a:lnTo>
                <a:lnTo>
                  <a:pt x="130" y="458"/>
                </a:lnTo>
                <a:lnTo>
                  <a:pt x="130" y="458"/>
                </a:lnTo>
                <a:lnTo>
                  <a:pt x="132" y="460"/>
                </a:lnTo>
                <a:lnTo>
                  <a:pt x="132" y="460"/>
                </a:lnTo>
                <a:lnTo>
                  <a:pt x="133" y="460"/>
                </a:lnTo>
                <a:lnTo>
                  <a:pt x="134" y="461"/>
                </a:lnTo>
                <a:lnTo>
                  <a:pt x="134" y="460"/>
                </a:lnTo>
                <a:lnTo>
                  <a:pt x="135" y="460"/>
                </a:lnTo>
                <a:lnTo>
                  <a:pt x="136" y="460"/>
                </a:lnTo>
                <a:lnTo>
                  <a:pt x="136" y="460"/>
                </a:lnTo>
                <a:lnTo>
                  <a:pt x="138" y="458"/>
                </a:lnTo>
                <a:lnTo>
                  <a:pt x="139" y="458"/>
                </a:lnTo>
                <a:lnTo>
                  <a:pt x="140" y="457"/>
                </a:lnTo>
                <a:lnTo>
                  <a:pt x="140" y="457"/>
                </a:lnTo>
                <a:lnTo>
                  <a:pt x="141" y="457"/>
                </a:lnTo>
                <a:lnTo>
                  <a:pt x="142" y="455"/>
                </a:lnTo>
                <a:lnTo>
                  <a:pt x="142" y="455"/>
                </a:lnTo>
                <a:lnTo>
                  <a:pt x="144" y="454"/>
                </a:lnTo>
                <a:lnTo>
                  <a:pt x="144" y="454"/>
                </a:lnTo>
                <a:lnTo>
                  <a:pt x="146" y="451"/>
                </a:lnTo>
                <a:lnTo>
                  <a:pt x="147" y="451"/>
                </a:lnTo>
                <a:lnTo>
                  <a:pt x="148" y="452"/>
                </a:lnTo>
                <a:lnTo>
                  <a:pt x="148" y="452"/>
                </a:lnTo>
                <a:lnTo>
                  <a:pt x="149" y="453"/>
                </a:lnTo>
                <a:lnTo>
                  <a:pt x="150" y="452"/>
                </a:lnTo>
                <a:lnTo>
                  <a:pt x="150" y="453"/>
                </a:lnTo>
                <a:lnTo>
                  <a:pt x="151" y="453"/>
                </a:lnTo>
                <a:lnTo>
                  <a:pt x="152" y="452"/>
                </a:lnTo>
                <a:lnTo>
                  <a:pt x="153" y="452"/>
                </a:lnTo>
                <a:lnTo>
                  <a:pt x="153" y="452"/>
                </a:lnTo>
                <a:lnTo>
                  <a:pt x="154" y="451"/>
                </a:lnTo>
                <a:lnTo>
                  <a:pt x="154" y="451"/>
                </a:lnTo>
                <a:lnTo>
                  <a:pt x="154" y="451"/>
                </a:lnTo>
                <a:lnTo>
                  <a:pt x="155" y="451"/>
                </a:lnTo>
                <a:lnTo>
                  <a:pt x="156" y="452"/>
                </a:lnTo>
                <a:lnTo>
                  <a:pt x="156" y="452"/>
                </a:lnTo>
                <a:lnTo>
                  <a:pt x="157" y="452"/>
                </a:lnTo>
                <a:lnTo>
                  <a:pt x="158" y="451"/>
                </a:lnTo>
                <a:lnTo>
                  <a:pt x="158" y="451"/>
                </a:lnTo>
                <a:lnTo>
                  <a:pt x="159" y="451"/>
                </a:lnTo>
                <a:lnTo>
                  <a:pt x="160" y="450"/>
                </a:lnTo>
                <a:lnTo>
                  <a:pt x="160" y="450"/>
                </a:lnTo>
                <a:lnTo>
                  <a:pt x="160" y="450"/>
                </a:lnTo>
                <a:lnTo>
                  <a:pt x="162" y="449"/>
                </a:lnTo>
                <a:lnTo>
                  <a:pt x="163" y="449"/>
                </a:lnTo>
                <a:lnTo>
                  <a:pt x="164" y="447"/>
                </a:lnTo>
                <a:lnTo>
                  <a:pt x="165" y="447"/>
                </a:lnTo>
                <a:lnTo>
                  <a:pt x="165" y="447"/>
                </a:lnTo>
                <a:lnTo>
                  <a:pt x="166" y="448"/>
                </a:lnTo>
                <a:lnTo>
                  <a:pt x="166" y="448"/>
                </a:lnTo>
                <a:lnTo>
                  <a:pt x="168" y="448"/>
                </a:lnTo>
                <a:lnTo>
                  <a:pt x="168" y="448"/>
                </a:lnTo>
                <a:lnTo>
                  <a:pt x="169" y="448"/>
                </a:lnTo>
                <a:lnTo>
                  <a:pt x="169" y="448"/>
                </a:lnTo>
                <a:lnTo>
                  <a:pt x="170" y="448"/>
                </a:lnTo>
                <a:lnTo>
                  <a:pt x="171" y="448"/>
                </a:lnTo>
                <a:lnTo>
                  <a:pt x="171" y="448"/>
                </a:lnTo>
                <a:lnTo>
                  <a:pt x="172" y="448"/>
                </a:lnTo>
                <a:lnTo>
                  <a:pt x="172" y="448"/>
                </a:lnTo>
                <a:lnTo>
                  <a:pt x="174" y="451"/>
                </a:lnTo>
                <a:lnTo>
                  <a:pt x="174" y="452"/>
                </a:lnTo>
                <a:lnTo>
                  <a:pt x="175" y="452"/>
                </a:lnTo>
                <a:lnTo>
                  <a:pt x="177" y="447"/>
                </a:lnTo>
                <a:lnTo>
                  <a:pt x="177" y="447"/>
                </a:lnTo>
                <a:lnTo>
                  <a:pt x="178" y="444"/>
                </a:lnTo>
                <a:lnTo>
                  <a:pt x="178" y="444"/>
                </a:lnTo>
                <a:lnTo>
                  <a:pt x="179" y="444"/>
                </a:lnTo>
                <a:lnTo>
                  <a:pt x="180" y="444"/>
                </a:lnTo>
                <a:lnTo>
                  <a:pt x="180" y="444"/>
                </a:lnTo>
                <a:lnTo>
                  <a:pt x="180" y="444"/>
                </a:lnTo>
                <a:lnTo>
                  <a:pt x="181" y="444"/>
                </a:lnTo>
                <a:lnTo>
                  <a:pt x="182" y="444"/>
                </a:lnTo>
                <a:lnTo>
                  <a:pt x="183" y="444"/>
                </a:lnTo>
                <a:lnTo>
                  <a:pt x="184" y="443"/>
                </a:lnTo>
                <a:lnTo>
                  <a:pt x="184" y="443"/>
                </a:lnTo>
                <a:lnTo>
                  <a:pt x="184" y="443"/>
                </a:lnTo>
                <a:lnTo>
                  <a:pt x="186" y="443"/>
                </a:lnTo>
                <a:lnTo>
                  <a:pt x="186" y="444"/>
                </a:lnTo>
                <a:lnTo>
                  <a:pt x="187" y="444"/>
                </a:lnTo>
                <a:lnTo>
                  <a:pt x="187" y="444"/>
                </a:lnTo>
                <a:lnTo>
                  <a:pt x="188" y="443"/>
                </a:lnTo>
                <a:lnTo>
                  <a:pt x="189" y="443"/>
                </a:lnTo>
                <a:lnTo>
                  <a:pt x="189" y="443"/>
                </a:lnTo>
                <a:lnTo>
                  <a:pt x="190" y="444"/>
                </a:lnTo>
                <a:lnTo>
                  <a:pt x="190" y="444"/>
                </a:lnTo>
                <a:lnTo>
                  <a:pt x="192" y="446"/>
                </a:lnTo>
                <a:lnTo>
                  <a:pt x="193" y="446"/>
                </a:lnTo>
                <a:lnTo>
                  <a:pt x="193" y="447"/>
                </a:lnTo>
                <a:lnTo>
                  <a:pt x="194" y="447"/>
                </a:lnTo>
                <a:lnTo>
                  <a:pt x="195" y="447"/>
                </a:lnTo>
                <a:lnTo>
                  <a:pt x="195" y="447"/>
                </a:lnTo>
                <a:lnTo>
                  <a:pt x="196" y="446"/>
                </a:lnTo>
                <a:lnTo>
                  <a:pt x="196" y="446"/>
                </a:lnTo>
                <a:lnTo>
                  <a:pt x="197" y="446"/>
                </a:lnTo>
                <a:lnTo>
                  <a:pt x="198" y="447"/>
                </a:lnTo>
                <a:lnTo>
                  <a:pt x="198" y="447"/>
                </a:lnTo>
                <a:lnTo>
                  <a:pt x="199" y="447"/>
                </a:lnTo>
                <a:lnTo>
                  <a:pt x="201" y="446"/>
                </a:lnTo>
                <a:lnTo>
                  <a:pt x="201" y="446"/>
                </a:lnTo>
                <a:lnTo>
                  <a:pt x="202" y="444"/>
                </a:lnTo>
                <a:lnTo>
                  <a:pt x="202" y="444"/>
                </a:lnTo>
                <a:lnTo>
                  <a:pt x="204" y="443"/>
                </a:lnTo>
                <a:lnTo>
                  <a:pt x="204" y="443"/>
                </a:lnTo>
                <a:lnTo>
                  <a:pt x="207" y="443"/>
                </a:lnTo>
                <a:lnTo>
                  <a:pt x="207" y="443"/>
                </a:lnTo>
                <a:lnTo>
                  <a:pt x="208" y="443"/>
                </a:lnTo>
                <a:lnTo>
                  <a:pt x="208" y="443"/>
                </a:lnTo>
                <a:lnTo>
                  <a:pt x="208" y="443"/>
                </a:lnTo>
                <a:lnTo>
                  <a:pt x="210" y="442"/>
                </a:lnTo>
                <a:lnTo>
                  <a:pt x="211" y="442"/>
                </a:lnTo>
                <a:lnTo>
                  <a:pt x="212" y="441"/>
                </a:lnTo>
                <a:lnTo>
                  <a:pt x="212" y="441"/>
                </a:lnTo>
                <a:lnTo>
                  <a:pt x="213" y="441"/>
                </a:lnTo>
                <a:lnTo>
                  <a:pt x="214" y="442"/>
                </a:lnTo>
                <a:lnTo>
                  <a:pt x="214" y="443"/>
                </a:lnTo>
                <a:lnTo>
                  <a:pt x="216" y="443"/>
                </a:lnTo>
                <a:lnTo>
                  <a:pt x="216" y="443"/>
                </a:lnTo>
                <a:lnTo>
                  <a:pt x="217" y="443"/>
                </a:lnTo>
                <a:lnTo>
                  <a:pt x="217" y="443"/>
                </a:lnTo>
                <a:lnTo>
                  <a:pt x="218" y="443"/>
                </a:lnTo>
                <a:lnTo>
                  <a:pt x="219" y="443"/>
                </a:lnTo>
                <a:lnTo>
                  <a:pt x="220" y="442"/>
                </a:lnTo>
                <a:lnTo>
                  <a:pt x="220" y="442"/>
                </a:lnTo>
                <a:lnTo>
                  <a:pt x="220" y="442"/>
                </a:lnTo>
                <a:lnTo>
                  <a:pt x="222" y="443"/>
                </a:lnTo>
                <a:lnTo>
                  <a:pt x="222" y="443"/>
                </a:lnTo>
                <a:lnTo>
                  <a:pt x="223" y="443"/>
                </a:lnTo>
                <a:lnTo>
                  <a:pt x="224" y="442"/>
                </a:lnTo>
                <a:lnTo>
                  <a:pt x="225" y="442"/>
                </a:lnTo>
                <a:lnTo>
                  <a:pt x="225" y="442"/>
                </a:lnTo>
                <a:lnTo>
                  <a:pt x="225" y="442"/>
                </a:lnTo>
                <a:lnTo>
                  <a:pt x="226" y="442"/>
                </a:lnTo>
                <a:lnTo>
                  <a:pt x="226" y="443"/>
                </a:lnTo>
                <a:lnTo>
                  <a:pt x="228" y="443"/>
                </a:lnTo>
                <a:lnTo>
                  <a:pt x="228" y="443"/>
                </a:lnTo>
                <a:lnTo>
                  <a:pt x="228" y="443"/>
                </a:lnTo>
                <a:lnTo>
                  <a:pt x="231" y="441"/>
                </a:lnTo>
                <a:lnTo>
                  <a:pt x="231" y="441"/>
                </a:lnTo>
                <a:lnTo>
                  <a:pt x="232" y="442"/>
                </a:lnTo>
                <a:lnTo>
                  <a:pt x="232" y="442"/>
                </a:lnTo>
                <a:lnTo>
                  <a:pt x="233" y="442"/>
                </a:lnTo>
                <a:lnTo>
                  <a:pt x="234" y="442"/>
                </a:lnTo>
                <a:lnTo>
                  <a:pt x="235" y="442"/>
                </a:lnTo>
                <a:lnTo>
                  <a:pt x="236" y="442"/>
                </a:lnTo>
                <a:lnTo>
                  <a:pt x="237" y="442"/>
                </a:lnTo>
                <a:lnTo>
                  <a:pt x="237" y="443"/>
                </a:lnTo>
                <a:lnTo>
                  <a:pt x="238" y="442"/>
                </a:lnTo>
                <a:lnTo>
                  <a:pt x="238" y="442"/>
                </a:lnTo>
                <a:lnTo>
                  <a:pt x="239" y="442"/>
                </a:lnTo>
                <a:lnTo>
                  <a:pt x="240" y="442"/>
                </a:lnTo>
                <a:lnTo>
                  <a:pt x="241" y="442"/>
                </a:lnTo>
                <a:lnTo>
                  <a:pt x="241" y="442"/>
                </a:lnTo>
                <a:lnTo>
                  <a:pt x="242" y="440"/>
                </a:lnTo>
                <a:lnTo>
                  <a:pt x="243" y="440"/>
                </a:lnTo>
                <a:lnTo>
                  <a:pt x="243" y="440"/>
                </a:lnTo>
                <a:lnTo>
                  <a:pt x="244" y="440"/>
                </a:lnTo>
                <a:lnTo>
                  <a:pt x="244" y="440"/>
                </a:lnTo>
                <a:lnTo>
                  <a:pt x="244" y="440"/>
                </a:lnTo>
                <a:lnTo>
                  <a:pt x="246" y="442"/>
                </a:lnTo>
                <a:lnTo>
                  <a:pt x="247" y="442"/>
                </a:lnTo>
                <a:lnTo>
                  <a:pt x="247" y="442"/>
                </a:lnTo>
                <a:lnTo>
                  <a:pt x="248" y="442"/>
                </a:lnTo>
                <a:lnTo>
                  <a:pt x="249" y="442"/>
                </a:lnTo>
                <a:lnTo>
                  <a:pt x="249" y="442"/>
                </a:lnTo>
                <a:lnTo>
                  <a:pt x="250" y="442"/>
                </a:lnTo>
                <a:lnTo>
                  <a:pt x="250" y="442"/>
                </a:lnTo>
                <a:lnTo>
                  <a:pt x="250" y="442"/>
                </a:lnTo>
                <a:lnTo>
                  <a:pt x="251" y="442"/>
                </a:lnTo>
                <a:lnTo>
                  <a:pt x="252" y="442"/>
                </a:lnTo>
                <a:lnTo>
                  <a:pt x="252" y="442"/>
                </a:lnTo>
                <a:lnTo>
                  <a:pt x="252" y="442"/>
                </a:lnTo>
                <a:lnTo>
                  <a:pt x="253" y="442"/>
                </a:lnTo>
                <a:lnTo>
                  <a:pt x="255" y="442"/>
                </a:lnTo>
                <a:lnTo>
                  <a:pt x="255" y="442"/>
                </a:lnTo>
                <a:lnTo>
                  <a:pt x="256" y="442"/>
                </a:lnTo>
                <a:lnTo>
                  <a:pt x="256" y="443"/>
                </a:lnTo>
                <a:lnTo>
                  <a:pt x="257" y="443"/>
                </a:lnTo>
                <a:lnTo>
                  <a:pt x="258" y="443"/>
                </a:lnTo>
                <a:lnTo>
                  <a:pt x="259" y="443"/>
                </a:lnTo>
                <a:lnTo>
                  <a:pt x="259" y="442"/>
                </a:lnTo>
                <a:lnTo>
                  <a:pt x="260" y="443"/>
                </a:lnTo>
                <a:lnTo>
                  <a:pt x="261" y="443"/>
                </a:lnTo>
                <a:lnTo>
                  <a:pt x="262" y="444"/>
                </a:lnTo>
                <a:lnTo>
                  <a:pt x="262" y="444"/>
                </a:lnTo>
                <a:lnTo>
                  <a:pt x="262" y="444"/>
                </a:lnTo>
                <a:lnTo>
                  <a:pt x="264" y="440"/>
                </a:lnTo>
                <a:lnTo>
                  <a:pt x="265" y="440"/>
                </a:lnTo>
                <a:lnTo>
                  <a:pt x="266" y="439"/>
                </a:lnTo>
                <a:lnTo>
                  <a:pt x="266" y="439"/>
                </a:lnTo>
                <a:lnTo>
                  <a:pt x="267" y="439"/>
                </a:lnTo>
                <a:lnTo>
                  <a:pt x="267" y="439"/>
                </a:lnTo>
                <a:lnTo>
                  <a:pt x="268" y="439"/>
                </a:lnTo>
                <a:lnTo>
                  <a:pt x="268" y="439"/>
                </a:lnTo>
                <a:lnTo>
                  <a:pt x="268" y="439"/>
                </a:lnTo>
                <a:lnTo>
                  <a:pt x="270" y="438"/>
                </a:lnTo>
                <a:lnTo>
                  <a:pt x="271" y="438"/>
                </a:lnTo>
                <a:lnTo>
                  <a:pt x="273" y="439"/>
                </a:lnTo>
                <a:lnTo>
                  <a:pt x="273" y="439"/>
                </a:lnTo>
                <a:lnTo>
                  <a:pt x="273" y="439"/>
                </a:lnTo>
                <a:lnTo>
                  <a:pt x="274" y="439"/>
                </a:lnTo>
                <a:lnTo>
                  <a:pt x="274" y="439"/>
                </a:lnTo>
                <a:lnTo>
                  <a:pt x="274" y="439"/>
                </a:lnTo>
                <a:lnTo>
                  <a:pt x="276" y="439"/>
                </a:lnTo>
                <a:lnTo>
                  <a:pt x="276" y="439"/>
                </a:lnTo>
                <a:lnTo>
                  <a:pt x="276" y="439"/>
                </a:lnTo>
                <a:lnTo>
                  <a:pt x="279" y="441"/>
                </a:lnTo>
                <a:lnTo>
                  <a:pt x="279" y="441"/>
                </a:lnTo>
                <a:lnTo>
                  <a:pt x="279" y="441"/>
                </a:lnTo>
                <a:lnTo>
                  <a:pt x="280" y="442"/>
                </a:lnTo>
                <a:lnTo>
                  <a:pt x="281" y="442"/>
                </a:lnTo>
                <a:lnTo>
                  <a:pt x="281" y="442"/>
                </a:lnTo>
                <a:lnTo>
                  <a:pt x="282" y="442"/>
                </a:lnTo>
                <a:lnTo>
                  <a:pt x="282" y="441"/>
                </a:lnTo>
                <a:lnTo>
                  <a:pt x="283" y="441"/>
                </a:lnTo>
                <a:lnTo>
                  <a:pt x="283" y="441"/>
                </a:lnTo>
                <a:lnTo>
                  <a:pt x="284" y="440"/>
                </a:lnTo>
                <a:lnTo>
                  <a:pt x="285" y="440"/>
                </a:lnTo>
                <a:lnTo>
                  <a:pt x="287" y="442"/>
                </a:lnTo>
                <a:lnTo>
                  <a:pt x="287" y="442"/>
                </a:lnTo>
                <a:lnTo>
                  <a:pt x="288" y="442"/>
                </a:lnTo>
                <a:lnTo>
                  <a:pt x="288" y="442"/>
                </a:lnTo>
                <a:lnTo>
                  <a:pt x="289" y="442"/>
                </a:lnTo>
                <a:lnTo>
                  <a:pt x="290" y="441"/>
                </a:lnTo>
                <a:lnTo>
                  <a:pt x="291" y="441"/>
                </a:lnTo>
                <a:lnTo>
                  <a:pt x="291" y="440"/>
                </a:lnTo>
                <a:lnTo>
                  <a:pt x="293" y="441"/>
                </a:lnTo>
                <a:lnTo>
                  <a:pt x="293" y="441"/>
                </a:lnTo>
                <a:lnTo>
                  <a:pt x="293" y="441"/>
                </a:lnTo>
                <a:lnTo>
                  <a:pt x="293" y="441"/>
                </a:lnTo>
                <a:lnTo>
                  <a:pt x="294" y="441"/>
                </a:lnTo>
                <a:lnTo>
                  <a:pt x="295" y="441"/>
                </a:lnTo>
                <a:lnTo>
                  <a:pt x="295" y="441"/>
                </a:lnTo>
                <a:lnTo>
                  <a:pt x="296" y="440"/>
                </a:lnTo>
                <a:lnTo>
                  <a:pt x="297" y="441"/>
                </a:lnTo>
                <a:lnTo>
                  <a:pt x="297" y="440"/>
                </a:lnTo>
                <a:lnTo>
                  <a:pt x="299" y="440"/>
                </a:lnTo>
                <a:lnTo>
                  <a:pt x="299" y="440"/>
                </a:lnTo>
                <a:lnTo>
                  <a:pt x="299" y="440"/>
                </a:lnTo>
                <a:lnTo>
                  <a:pt x="300" y="441"/>
                </a:lnTo>
                <a:lnTo>
                  <a:pt x="300" y="441"/>
                </a:lnTo>
                <a:lnTo>
                  <a:pt x="302" y="441"/>
                </a:lnTo>
                <a:lnTo>
                  <a:pt x="302" y="441"/>
                </a:lnTo>
                <a:lnTo>
                  <a:pt x="303" y="441"/>
                </a:lnTo>
                <a:lnTo>
                  <a:pt x="303" y="440"/>
                </a:lnTo>
                <a:lnTo>
                  <a:pt x="305" y="439"/>
                </a:lnTo>
                <a:lnTo>
                  <a:pt x="305" y="439"/>
                </a:lnTo>
                <a:lnTo>
                  <a:pt x="305" y="440"/>
                </a:lnTo>
                <a:lnTo>
                  <a:pt x="306" y="439"/>
                </a:lnTo>
                <a:lnTo>
                  <a:pt x="306" y="439"/>
                </a:lnTo>
                <a:lnTo>
                  <a:pt x="307" y="439"/>
                </a:lnTo>
                <a:lnTo>
                  <a:pt x="308" y="440"/>
                </a:lnTo>
                <a:lnTo>
                  <a:pt x="309" y="440"/>
                </a:lnTo>
                <a:lnTo>
                  <a:pt x="309" y="440"/>
                </a:lnTo>
                <a:lnTo>
                  <a:pt x="309" y="440"/>
                </a:lnTo>
                <a:lnTo>
                  <a:pt x="311" y="439"/>
                </a:lnTo>
                <a:lnTo>
                  <a:pt x="311" y="439"/>
                </a:lnTo>
                <a:lnTo>
                  <a:pt x="311" y="439"/>
                </a:lnTo>
                <a:lnTo>
                  <a:pt x="312" y="440"/>
                </a:lnTo>
                <a:lnTo>
                  <a:pt x="313" y="440"/>
                </a:lnTo>
                <a:lnTo>
                  <a:pt x="314" y="441"/>
                </a:lnTo>
                <a:lnTo>
                  <a:pt x="314" y="441"/>
                </a:lnTo>
                <a:lnTo>
                  <a:pt x="315" y="440"/>
                </a:lnTo>
                <a:lnTo>
                  <a:pt x="315" y="441"/>
                </a:lnTo>
                <a:lnTo>
                  <a:pt x="317" y="439"/>
                </a:lnTo>
                <a:lnTo>
                  <a:pt x="317" y="439"/>
                </a:lnTo>
                <a:lnTo>
                  <a:pt x="317" y="438"/>
                </a:lnTo>
                <a:lnTo>
                  <a:pt x="318" y="439"/>
                </a:lnTo>
                <a:lnTo>
                  <a:pt x="319" y="440"/>
                </a:lnTo>
                <a:lnTo>
                  <a:pt x="320" y="441"/>
                </a:lnTo>
                <a:lnTo>
                  <a:pt x="320" y="440"/>
                </a:lnTo>
                <a:lnTo>
                  <a:pt x="321" y="440"/>
                </a:lnTo>
                <a:lnTo>
                  <a:pt x="321" y="440"/>
                </a:lnTo>
                <a:lnTo>
                  <a:pt x="322" y="440"/>
                </a:lnTo>
                <a:lnTo>
                  <a:pt x="323" y="440"/>
                </a:lnTo>
                <a:lnTo>
                  <a:pt x="323" y="440"/>
                </a:lnTo>
                <a:lnTo>
                  <a:pt x="323" y="440"/>
                </a:lnTo>
                <a:lnTo>
                  <a:pt x="324" y="440"/>
                </a:lnTo>
                <a:lnTo>
                  <a:pt x="324" y="440"/>
                </a:lnTo>
                <a:lnTo>
                  <a:pt x="326" y="441"/>
                </a:lnTo>
                <a:lnTo>
                  <a:pt x="327" y="441"/>
                </a:lnTo>
                <a:lnTo>
                  <a:pt x="327" y="441"/>
                </a:lnTo>
                <a:lnTo>
                  <a:pt x="327" y="441"/>
                </a:lnTo>
                <a:lnTo>
                  <a:pt x="329" y="440"/>
                </a:lnTo>
                <a:lnTo>
                  <a:pt x="329" y="440"/>
                </a:lnTo>
                <a:lnTo>
                  <a:pt x="330" y="439"/>
                </a:lnTo>
                <a:lnTo>
                  <a:pt x="330" y="439"/>
                </a:lnTo>
                <a:lnTo>
                  <a:pt x="331" y="439"/>
                </a:lnTo>
                <a:lnTo>
                  <a:pt x="331" y="439"/>
                </a:lnTo>
                <a:lnTo>
                  <a:pt x="332" y="439"/>
                </a:lnTo>
                <a:lnTo>
                  <a:pt x="333" y="439"/>
                </a:lnTo>
                <a:lnTo>
                  <a:pt x="333" y="439"/>
                </a:lnTo>
                <a:lnTo>
                  <a:pt x="333" y="439"/>
                </a:lnTo>
                <a:lnTo>
                  <a:pt x="334" y="440"/>
                </a:lnTo>
                <a:lnTo>
                  <a:pt x="335" y="440"/>
                </a:lnTo>
                <a:lnTo>
                  <a:pt x="335" y="440"/>
                </a:lnTo>
                <a:lnTo>
                  <a:pt x="336" y="439"/>
                </a:lnTo>
                <a:lnTo>
                  <a:pt x="336" y="439"/>
                </a:lnTo>
                <a:lnTo>
                  <a:pt x="337" y="439"/>
                </a:lnTo>
                <a:lnTo>
                  <a:pt x="338" y="439"/>
                </a:lnTo>
                <a:lnTo>
                  <a:pt x="338" y="439"/>
                </a:lnTo>
                <a:lnTo>
                  <a:pt x="339" y="439"/>
                </a:lnTo>
                <a:lnTo>
                  <a:pt x="339" y="439"/>
                </a:lnTo>
                <a:lnTo>
                  <a:pt x="341" y="440"/>
                </a:lnTo>
                <a:lnTo>
                  <a:pt x="341" y="440"/>
                </a:lnTo>
                <a:lnTo>
                  <a:pt x="341" y="440"/>
                </a:lnTo>
                <a:lnTo>
                  <a:pt x="342" y="441"/>
                </a:lnTo>
                <a:lnTo>
                  <a:pt x="342" y="440"/>
                </a:lnTo>
                <a:lnTo>
                  <a:pt x="343" y="440"/>
                </a:lnTo>
                <a:lnTo>
                  <a:pt x="343" y="440"/>
                </a:lnTo>
                <a:lnTo>
                  <a:pt x="344" y="440"/>
                </a:lnTo>
                <a:lnTo>
                  <a:pt x="344" y="440"/>
                </a:lnTo>
                <a:lnTo>
                  <a:pt x="345" y="440"/>
                </a:lnTo>
                <a:lnTo>
                  <a:pt x="345" y="440"/>
                </a:lnTo>
                <a:lnTo>
                  <a:pt x="347" y="441"/>
                </a:lnTo>
                <a:lnTo>
                  <a:pt x="347" y="441"/>
                </a:lnTo>
                <a:lnTo>
                  <a:pt x="348" y="442"/>
                </a:lnTo>
                <a:lnTo>
                  <a:pt x="348" y="441"/>
                </a:lnTo>
                <a:lnTo>
                  <a:pt x="349" y="441"/>
                </a:lnTo>
                <a:lnTo>
                  <a:pt x="350" y="440"/>
                </a:lnTo>
                <a:lnTo>
                  <a:pt x="351" y="441"/>
                </a:lnTo>
                <a:lnTo>
                  <a:pt x="351" y="441"/>
                </a:lnTo>
                <a:lnTo>
                  <a:pt x="352" y="441"/>
                </a:lnTo>
                <a:lnTo>
                  <a:pt x="353" y="440"/>
                </a:lnTo>
                <a:lnTo>
                  <a:pt x="353" y="440"/>
                </a:lnTo>
                <a:lnTo>
                  <a:pt x="354" y="437"/>
                </a:lnTo>
                <a:lnTo>
                  <a:pt x="354" y="437"/>
                </a:lnTo>
                <a:lnTo>
                  <a:pt x="355" y="437"/>
                </a:lnTo>
                <a:lnTo>
                  <a:pt x="357" y="439"/>
                </a:lnTo>
                <a:lnTo>
                  <a:pt x="357" y="439"/>
                </a:lnTo>
                <a:lnTo>
                  <a:pt x="357" y="439"/>
                </a:lnTo>
                <a:lnTo>
                  <a:pt x="358" y="438"/>
                </a:lnTo>
                <a:lnTo>
                  <a:pt x="359" y="439"/>
                </a:lnTo>
                <a:lnTo>
                  <a:pt x="359" y="439"/>
                </a:lnTo>
                <a:lnTo>
                  <a:pt x="360" y="440"/>
                </a:lnTo>
                <a:lnTo>
                  <a:pt x="361" y="440"/>
                </a:lnTo>
                <a:lnTo>
                  <a:pt x="361" y="440"/>
                </a:lnTo>
                <a:lnTo>
                  <a:pt x="362" y="439"/>
                </a:lnTo>
                <a:lnTo>
                  <a:pt x="362" y="439"/>
                </a:lnTo>
                <a:lnTo>
                  <a:pt x="363" y="439"/>
                </a:lnTo>
                <a:lnTo>
                  <a:pt x="365" y="439"/>
                </a:lnTo>
                <a:lnTo>
                  <a:pt x="365" y="439"/>
                </a:lnTo>
                <a:lnTo>
                  <a:pt x="366" y="440"/>
                </a:lnTo>
                <a:lnTo>
                  <a:pt x="366" y="440"/>
                </a:lnTo>
                <a:lnTo>
                  <a:pt x="367" y="440"/>
                </a:lnTo>
                <a:lnTo>
                  <a:pt x="368" y="441"/>
                </a:lnTo>
                <a:lnTo>
                  <a:pt x="368" y="440"/>
                </a:lnTo>
                <a:lnTo>
                  <a:pt x="369" y="440"/>
                </a:lnTo>
                <a:lnTo>
                  <a:pt x="371" y="440"/>
                </a:lnTo>
                <a:lnTo>
                  <a:pt x="371" y="440"/>
                </a:lnTo>
                <a:lnTo>
                  <a:pt x="371" y="440"/>
                </a:lnTo>
                <a:lnTo>
                  <a:pt x="371" y="439"/>
                </a:lnTo>
                <a:lnTo>
                  <a:pt x="372" y="440"/>
                </a:lnTo>
                <a:lnTo>
                  <a:pt x="372" y="440"/>
                </a:lnTo>
                <a:lnTo>
                  <a:pt x="373" y="440"/>
                </a:lnTo>
                <a:lnTo>
                  <a:pt x="374" y="440"/>
                </a:lnTo>
                <a:lnTo>
                  <a:pt x="375" y="440"/>
                </a:lnTo>
                <a:lnTo>
                  <a:pt x="375" y="440"/>
                </a:lnTo>
                <a:lnTo>
                  <a:pt x="376" y="439"/>
                </a:lnTo>
                <a:lnTo>
                  <a:pt x="377" y="439"/>
                </a:lnTo>
                <a:lnTo>
                  <a:pt x="377" y="439"/>
                </a:lnTo>
                <a:lnTo>
                  <a:pt x="378" y="439"/>
                </a:lnTo>
                <a:lnTo>
                  <a:pt x="378" y="440"/>
                </a:lnTo>
                <a:lnTo>
                  <a:pt x="379" y="440"/>
                </a:lnTo>
                <a:lnTo>
                  <a:pt x="379" y="440"/>
                </a:lnTo>
                <a:lnTo>
                  <a:pt x="380" y="440"/>
                </a:lnTo>
                <a:lnTo>
                  <a:pt x="381" y="440"/>
                </a:lnTo>
                <a:lnTo>
                  <a:pt x="381" y="440"/>
                </a:lnTo>
                <a:lnTo>
                  <a:pt x="381" y="440"/>
                </a:lnTo>
                <a:lnTo>
                  <a:pt x="383" y="440"/>
                </a:lnTo>
                <a:lnTo>
                  <a:pt x="383" y="440"/>
                </a:lnTo>
                <a:lnTo>
                  <a:pt x="383" y="440"/>
                </a:lnTo>
                <a:lnTo>
                  <a:pt x="384" y="440"/>
                </a:lnTo>
                <a:lnTo>
                  <a:pt x="384" y="440"/>
                </a:lnTo>
                <a:lnTo>
                  <a:pt x="385" y="440"/>
                </a:lnTo>
                <a:lnTo>
                  <a:pt x="386" y="440"/>
                </a:lnTo>
                <a:lnTo>
                  <a:pt x="386" y="440"/>
                </a:lnTo>
                <a:lnTo>
                  <a:pt x="387" y="440"/>
                </a:lnTo>
                <a:lnTo>
                  <a:pt x="387" y="441"/>
                </a:lnTo>
                <a:lnTo>
                  <a:pt x="389" y="440"/>
                </a:lnTo>
                <a:lnTo>
                  <a:pt x="389" y="440"/>
                </a:lnTo>
                <a:lnTo>
                  <a:pt x="389" y="440"/>
                </a:lnTo>
                <a:lnTo>
                  <a:pt x="390" y="439"/>
                </a:lnTo>
                <a:lnTo>
                  <a:pt x="391" y="439"/>
                </a:lnTo>
                <a:lnTo>
                  <a:pt x="391" y="439"/>
                </a:lnTo>
                <a:lnTo>
                  <a:pt x="392" y="439"/>
                </a:lnTo>
                <a:lnTo>
                  <a:pt x="392" y="439"/>
                </a:lnTo>
                <a:lnTo>
                  <a:pt x="393" y="439"/>
                </a:lnTo>
                <a:lnTo>
                  <a:pt x="393" y="439"/>
                </a:lnTo>
                <a:lnTo>
                  <a:pt x="395" y="440"/>
                </a:lnTo>
                <a:lnTo>
                  <a:pt x="395" y="440"/>
                </a:lnTo>
                <a:lnTo>
                  <a:pt x="395" y="440"/>
                </a:lnTo>
                <a:lnTo>
                  <a:pt x="396" y="440"/>
                </a:lnTo>
                <a:lnTo>
                  <a:pt x="396" y="440"/>
                </a:lnTo>
                <a:lnTo>
                  <a:pt x="397" y="440"/>
                </a:lnTo>
                <a:lnTo>
                  <a:pt x="398" y="439"/>
                </a:lnTo>
                <a:lnTo>
                  <a:pt x="399" y="439"/>
                </a:lnTo>
                <a:lnTo>
                  <a:pt x="399" y="439"/>
                </a:lnTo>
                <a:lnTo>
                  <a:pt x="401" y="440"/>
                </a:lnTo>
                <a:lnTo>
                  <a:pt x="401" y="440"/>
                </a:lnTo>
                <a:lnTo>
                  <a:pt x="402" y="440"/>
                </a:lnTo>
                <a:lnTo>
                  <a:pt x="402" y="439"/>
                </a:lnTo>
                <a:lnTo>
                  <a:pt x="402" y="439"/>
                </a:lnTo>
                <a:lnTo>
                  <a:pt x="404" y="438"/>
                </a:lnTo>
                <a:lnTo>
                  <a:pt x="405" y="438"/>
                </a:lnTo>
                <a:lnTo>
                  <a:pt x="405" y="438"/>
                </a:lnTo>
                <a:lnTo>
                  <a:pt x="406" y="439"/>
                </a:lnTo>
                <a:lnTo>
                  <a:pt x="407" y="439"/>
                </a:lnTo>
                <a:lnTo>
                  <a:pt x="407" y="439"/>
                </a:lnTo>
                <a:lnTo>
                  <a:pt x="407" y="439"/>
                </a:lnTo>
                <a:lnTo>
                  <a:pt x="408" y="438"/>
                </a:lnTo>
                <a:lnTo>
                  <a:pt x="408" y="439"/>
                </a:lnTo>
                <a:lnTo>
                  <a:pt x="409" y="439"/>
                </a:lnTo>
                <a:lnTo>
                  <a:pt x="409" y="439"/>
                </a:lnTo>
                <a:lnTo>
                  <a:pt x="410" y="439"/>
                </a:lnTo>
                <a:lnTo>
                  <a:pt x="411" y="439"/>
                </a:lnTo>
                <a:lnTo>
                  <a:pt x="411" y="439"/>
                </a:lnTo>
                <a:lnTo>
                  <a:pt x="412" y="439"/>
                </a:lnTo>
                <a:lnTo>
                  <a:pt x="413" y="439"/>
                </a:lnTo>
                <a:lnTo>
                  <a:pt x="413" y="439"/>
                </a:lnTo>
                <a:lnTo>
                  <a:pt x="414" y="439"/>
                </a:lnTo>
                <a:lnTo>
                  <a:pt x="414" y="439"/>
                </a:lnTo>
                <a:lnTo>
                  <a:pt x="415" y="439"/>
                </a:lnTo>
                <a:lnTo>
                  <a:pt x="415" y="439"/>
                </a:lnTo>
                <a:lnTo>
                  <a:pt x="416" y="439"/>
                </a:lnTo>
                <a:lnTo>
                  <a:pt x="417" y="439"/>
                </a:lnTo>
                <a:lnTo>
                  <a:pt x="419" y="440"/>
                </a:lnTo>
                <a:lnTo>
                  <a:pt x="419" y="440"/>
                </a:lnTo>
                <a:lnTo>
                  <a:pt x="419" y="440"/>
                </a:lnTo>
                <a:lnTo>
                  <a:pt x="420" y="440"/>
                </a:lnTo>
                <a:lnTo>
                  <a:pt x="421" y="440"/>
                </a:lnTo>
                <a:lnTo>
                  <a:pt x="422" y="439"/>
                </a:lnTo>
                <a:lnTo>
                  <a:pt x="423" y="439"/>
                </a:lnTo>
                <a:lnTo>
                  <a:pt x="423" y="439"/>
                </a:lnTo>
                <a:lnTo>
                  <a:pt x="423" y="438"/>
                </a:lnTo>
                <a:lnTo>
                  <a:pt x="425" y="438"/>
                </a:lnTo>
                <a:lnTo>
                  <a:pt x="425" y="438"/>
                </a:lnTo>
                <a:lnTo>
                  <a:pt x="425" y="438"/>
                </a:lnTo>
                <a:lnTo>
                  <a:pt x="426" y="439"/>
                </a:lnTo>
                <a:lnTo>
                  <a:pt x="426" y="439"/>
                </a:lnTo>
                <a:lnTo>
                  <a:pt x="426" y="439"/>
                </a:lnTo>
                <a:lnTo>
                  <a:pt x="427" y="439"/>
                </a:lnTo>
                <a:lnTo>
                  <a:pt x="428" y="439"/>
                </a:lnTo>
                <a:lnTo>
                  <a:pt x="429" y="439"/>
                </a:lnTo>
                <a:lnTo>
                  <a:pt x="429" y="439"/>
                </a:lnTo>
                <a:lnTo>
                  <a:pt x="431" y="440"/>
                </a:lnTo>
                <a:lnTo>
                  <a:pt x="431" y="440"/>
                </a:lnTo>
                <a:lnTo>
                  <a:pt x="433" y="440"/>
                </a:lnTo>
                <a:lnTo>
                  <a:pt x="433" y="440"/>
                </a:lnTo>
                <a:lnTo>
                  <a:pt x="435" y="441"/>
                </a:lnTo>
                <a:lnTo>
                  <a:pt x="435" y="441"/>
                </a:lnTo>
                <a:lnTo>
                  <a:pt x="436" y="440"/>
                </a:lnTo>
                <a:lnTo>
                  <a:pt x="437" y="440"/>
                </a:lnTo>
                <a:lnTo>
                  <a:pt x="437" y="440"/>
                </a:lnTo>
                <a:lnTo>
                  <a:pt x="439" y="440"/>
                </a:lnTo>
                <a:lnTo>
                  <a:pt x="439" y="440"/>
                </a:lnTo>
                <a:lnTo>
                  <a:pt x="439" y="440"/>
                </a:lnTo>
                <a:lnTo>
                  <a:pt x="439" y="440"/>
                </a:lnTo>
                <a:lnTo>
                  <a:pt x="440" y="441"/>
                </a:lnTo>
                <a:lnTo>
                  <a:pt x="441" y="441"/>
                </a:lnTo>
                <a:lnTo>
                  <a:pt x="443" y="440"/>
                </a:lnTo>
                <a:lnTo>
                  <a:pt x="443" y="440"/>
                </a:lnTo>
                <a:lnTo>
                  <a:pt x="444" y="440"/>
                </a:lnTo>
                <a:lnTo>
                  <a:pt x="445" y="440"/>
                </a:lnTo>
                <a:lnTo>
                  <a:pt x="445" y="440"/>
                </a:lnTo>
                <a:lnTo>
                  <a:pt x="446" y="439"/>
                </a:lnTo>
                <a:lnTo>
                  <a:pt x="447" y="439"/>
                </a:lnTo>
                <a:lnTo>
                  <a:pt x="447" y="439"/>
                </a:lnTo>
                <a:lnTo>
                  <a:pt x="447" y="440"/>
                </a:lnTo>
                <a:lnTo>
                  <a:pt x="449" y="439"/>
                </a:lnTo>
                <a:lnTo>
                  <a:pt x="449" y="439"/>
                </a:lnTo>
                <a:lnTo>
                  <a:pt x="449" y="439"/>
                </a:lnTo>
                <a:lnTo>
                  <a:pt x="449" y="439"/>
                </a:lnTo>
                <a:lnTo>
                  <a:pt x="450" y="439"/>
                </a:lnTo>
                <a:lnTo>
                  <a:pt x="451" y="439"/>
                </a:lnTo>
                <a:lnTo>
                  <a:pt x="451" y="439"/>
                </a:lnTo>
                <a:lnTo>
                  <a:pt x="451" y="439"/>
                </a:lnTo>
                <a:lnTo>
                  <a:pt x="452" y="439"/>
                </a:lnTo>
                <a:lnTo>
                  <a:pt x="453" y="439"/>
                </a:lnTo>
                <a:lnTo>
                  <a:pt x="453" y="439"/>
                </a:lnTo>
                <a:lnTo>
                  <a:pt x="453" y="439"/>
                </a:lnTo>
                <a:lnTo>
                  <a:pt x="455" y="439"/>
                </a:lnTo>
                <a:lnTo>
                  <a:pt x="455" y="439"/>
                </a:lnTo>
                <a:lnTo>
                  <a:pt x="457" y="439"/>
                </a:lnTo>
                <a:lnTo>
                  <a:pt x="457" y="439"/>
                </a:lnTo>
                <a:lnTo>
                  <a:pt x="458" y="439"/>
                </a:lnTo>
                <a:lnTo>
                  <a:pt x="459" y="439"/>
                </a:lnTo>
                <a:lnTo>
                  <a:pt x="459" y="439"/>
                </a:lnTo>
                <a:lnTo>
                  <a:pt x="460" y="440"/>
                </a:lnTo>
                <a:lnTo>
                  <a:pt x="461" y="439"/>
                </a:lnTo>
                <a:lnTo>
                  <a:pt x="461" y="439"/>
                </a:lnTo>
                <a:lnTo>
                  <a:pt x="461" y="439"/>
                </a:lnTo>
                <a:lnTo>
                  <a:pt x="462" y="439"/>
                </a:lnTo>
                <a:lnTo>
                  <a:pt x="463" y="439"/>
                </a:lnTo>
                <a:lnTo>
                  <a:pt x="463" y="439"/>
                </a:lnTo>
                <a:lnTo>
                  <a:pt x="463" y="439"/>
                </a:lnTo>
                <a:lnTo>
                  <a:pt x="464" y="439"/>
                </a:lnTo>
                <a:lnTo>
                  <a:pt x="464" y="439"/>
                </a:lnTo>
                <a:lnTo>
                  <a:pt x="465" y="439"/>
                </a:lnTo>
                <a:lnTo>
                  <a:pt x="466" y="439"/>
                </a:lnTo>
                <a:lnTo>
                  <a:pt x="466" y="439"/>
                </a:lnTo>
                <a:lnTo>
                  <a:pt x="467" y="439"/>
                </a:lnTo>
                <a:lnTo>
                  <a:pt x="467" y="439"/>
                </a:lnTo>
                <a:lnTo>
                  <a:pt x="467" y="439"/>
                </a:lnTo>
                <a:lnTo>
                  <a:pt x="468" y="439"/>
                </a:lnTo>
                <a:lnTo>
                  <a:pt x="469" y="439"/>
                </a:lnTo>
                <a:lnTo>
                  <a:pt x="469" y="439"/>
                </a:lnTo>
                <a:lnTo>
                  <a:pt x="469" y="440"/>
                </a:lnTo>
                <a:lnTo>
                  <a:pt x="470" y="439"/>
                </a:lnTo>
                <a:lnTo>
                  <a:pt x="471" y="439"/>
                </a:lnTo>
                <a:lnTo>
                  <a:pt x="471" y="439"/>
                </a:lnTo>
                <a:lnTo>
                  <a:pt x="472" y="440"/>
                </a:lnTo>
                <a:lnTo>
                  <a:pt x="473" y="440"/>
                </a:lnTo>
                <a:lnTo>
                  <a:pt x="473" y="440"/>
                </a:lnTo>
                <a:lnTo>
                  <a:pt x="475" y="439"/>
                </a:lnTo>
                <a:lnTo>
                  <a:pt x="475" y="439"/>
                </a:lnTo>
                <a:lnTo>
                  <a:pt x="475" y="439"/>
                </a:lnTo>
                <a:lnTo>
                  <a:pt x="476" y="439"/>
                </a:lnTo>
                <a:lnTo>
                  <a:pt x="477" y="439"/>
                </a:lnTo>
                <a:lnTo>
                  <a:pt x="477" y="439"/>
                </a:lnTo>
                <a:lnTo>
                  <a:pt x="478" y="439"/>
                </a:lnTo>
                <a:lnTo>
                  <a:pt x="479" y="440"/>
                </a:lnTo>
                <a:lnTo>
                  <a:pt x="479" y="440"/>
                </a:lnTo>
                <a:lnTo>
                  <a:pt x="479" y="440"/>
                </a:lnTo>
                <a:lnTo>
                  <a:pt x="481" y="440"/>
                </a:lnTo>
                <a:lnTo>
                  <a:pt x="481" y="440"/>
                </a:lnTo>
                <a:lnTo>
                  <a:pt x="481" y="440"/>
                </a:lnTo>
                <a:lnTo>
                  <a:pt x="483" y="439"/>
                </a:lnTo>
                <a:lnTo>
                  <a:pt x="483" y="439"/>
                </a:lnTo>
                <a:lnTo>
                  <a:pt x="483" y="439"/>
                </a:lnTo>
                <a:lnTo>
                  <a:pt x="485" y="440"/>
                </a:lnTo>
                <a:lnTo>
                  <a:pt x="485" y="440"/>
                </a:lnTo>
                <a:lnTo>
                  <a:pt x="486" y="440"/>
                </a:lnTo>
                <a:lnTo>
                  <a:pt x="487" y="440"/>
                </a:lnTo>
                <a:lnTo>
                  <a:pt x="487" y="440"/>
                </a:lnTo>
                <a:lnTo>
                  <a:pt x="489" y="439"/>
                </a:lnTo>
                <a:lnTo>
                  <a:pt x="489" y="439"/>
                </a:lnTo>
                <a:lnTo>
                  <a:pt x="489" y="439"/>
                </a:lnTo>
                <a:lnTo>
                  <a:pt x="491" y="439"/>
                </a:lnTo>
                <a:lnTo>
                  <a:pt x="491" y="440"/>
                </a:lnTo>
                <a:lnTo>
                  <a:pt x="492" y="440"/>
                </a:lnTo>
                <a:lnTo>
                  <a:pt x="493" y="440"/>
                </a:lnTo>
                <a:lnTo>
                  <a:pt x="493" y="440"/>
                </a:lnTo>
                <a:lnTo>
                  <a:pt x="493" y="440"/>
                </a:lnTo>
                <a:lnTo>
                  <a:pt x="494" y="440"/>
                </a:lnTo>
                <a:lnTo>
                  <a:pt x="495" y="440"/>
                </a:lnTo>
                <a:lnTo>
                  <a:pt x="495" y="440"/>
                </a:lnTo>
                <a:lnTo>
                  <a:pt x="497" y="440"/>
                </a:lnTo>
                <a:lnTo>
                  <a:pt x="497" y="439"/>
                </a:lnTo>
                <a:lnTo>
                  <a:pt x="499" y="439"/>
                </a:lnTo>
                <a:lnTo>
                  <a:pt x="499" y="439"/>
                </a:lnTo>
                <a:lnTo>
                  <a:pt x="499" y="439"/>
                </a:lnTo>
                <a:lnTo>
                  <a:pt x="499" y="438"/>
                </a:lnTo>
                <a:lnTo>
                  <a:pt x="501" y="439"/>
                </a:lnTo>
                <a:lnTo>
                  <a:pt x="501" y="439"/>
                </a:lnTo>
                <a:lnTo>
                  <a:pt x="502" y="440"/>
                </a:lnTo>
                <a:lnTo>
                  <a:pt x="503" y="440"/>
                </a:lnTo>
                <a:lnTo>
                  <a:pt x="503" y="440"/>
                </a:lnTo>
                <a:lnTo>
                  <a:pt x="503" y="440"/>
                </a:lnTo>
                <a:lnTo>
                  <a:pt x="505" y="439"/>
                </a:lnTo>
                <a:lnTo>
                  <a:pt x="505" y="439"/>
                </a:lnTo>
                <a:lnTo>
                  <a:pt x="505" y="439"/>
                </a:lnTo>
                <a:lnTo>
                  <a:pt x="507" y="439"/>
                </a:lnTo>
                <a:lnTo>
                  <a:pt x="507" y="439"/>
                </a:lnTo>
                <a:lnTo>
                  <a:pt x="507" y="439"/>
                </a:lnTo>
                <a:lnTo>
                  <a:pt x="509" y="439"/>
                </a:lnTo>
                <a:lnTo>
                  <a:pt x="509" y="438"/>
                </a:lnTo>
                <a:lnTo>
                  <a:pt x="510" y="437"/>
                </a:lnTo>
                <a:lnTo>
                  <a:pt x="511" y="438"/>
                </a:lnTo>
                <a:lnTo>
                  <a:pt x="511" y="438"/>
                </a:lnTo>
                <a:lnTo>
                  <a:pt x="513" y="440"/>
                </a:lnTo>
                <a:lnTo>
                  <a:pt x="513" y="440"/>
                </a:lnTo>
                <a:lnTo>
                  <a:pt x="514" y="440"/>
                </a:lnTo>
                <a:lnTo>
                  <a:pt x="515" y="439"/>
                </a:lnTo>
                <a:lnTo>
                  <a:pt x="515" y="440"/>
                </a:lnTo>
                <a:lnTo>
                  <a:pt x="515" y="440"/>
                </a:lnTo>
                <a:lnTo>
                  <a:pt x="517" y="440"/>
                </a:lnTo>
                <a:lnTo>
                  <a:pt x="517" y="440"/>
                </a:lnTo>
                <a:lnTo>
                  <a:pt x="517" y="440"/>
                </a:lnTo>
                <a:lnTo>
                  <a:pt x="518" y="440"/>
                </a:lnTo>
                <a:lnTo>
                  <a:pt x="519" y="440"/>
                </a:lnTo>
                <a:lnTo>
                  <a:pt x="519" y="440"/>
                </a:lnTo>
                <a:lnTo>
                  <a:pt x="520" y="439"/>
                </a:lnTo>
                <a:lnTo>
                  <a:pt x="521" y="439"/>
                </a:lnTo>
                <a:lnTo>
                  <a:pt x="521" y="439"/>
                </a:lnTo>
                <a:lnTo>
                  <a:pt x="523" y="440"/>
                </a:lnTo>
                <a:lnTo>
                  <a:pt x="523" y="441"/>
                </a:lnTo>
                <a:lnTo>
                  <a:pt x="523" y="441"/>
                </a:lnTo>
                <a:lnTo>
                  <a:pt x="525" y="440"/>
                </a:lnTo>
                <a:lnTo>
                  <a:pt x="525" y="440"/>
                </a:lnTo>
                <a:lnTo>
                  <a:pt x="525" y="440"/>
                </a:lnTo>
                <a:lnTo>
                  <a:pt x="527" y="439"/>
                </a:lnTo>
                <a:lnTo>
                  <a:pt x="527" y="439"/>
                </a:lnTo>
                <a:lnTo>
                  <a:pt x="527" y="439"/>
                </a:lnTo>
                <a:lnTo>
                  <a:pt x="529" y="439"/>
                </a:lnTo>
                <a:lnTo>
                  <a:pt x="529" y="439"/>
                </a:lnTo>
                <a:lnTo>
                  <a:pt x="529" y="439"/>
                </a:lnTo>
                <a:lnTo>
                  <a:pt x="530" y="439"/>
                </a:lnTo>
                <a:lnTo>
                  <a:pt x="531" y="439"/>
                </a:lnTo>
                <a:lnTo>
                  <a:pt x="531" y="439"/>
                </a:lnTo>
                <a:lnTo>
                  <a:pt x="532" y="439"/>
                </a:lnTo>
                <a:lnTo>
                  <a:pt x="533" y="439"/>
                </a:lnTo>
                <a:lnTo>
                  <a:pt x="533" y="438"/>
                </a:lnTo>
                <a:lnTo>
                  <a:pt x="535" y="439"/>
                </a:lnTo>
                <a:lnTo>
                  <a:pt x="535" y="439"/>
                </a:lnTo>
                <a:lnTo>
                  <a:pt x="535" y="439"/>
                </a:lnTo>
                <a:lnTo>
                  <a:pt x="537" y="439"/>
                </a:lnTo>
                <a:lnTo>
                  <a:pt x="537" y="439"/>
                </a:lnTo>
                <a:lnTo>
                  <a:pt x="538" y="439"/>
                </a:lnTo>
                <a:lnTo>
                  <a:pt x="539" y="439"/>
                </a:lnTo>
                <a:lnTo>
                  <a:pt x="539" y="439"/>
                </a:lnTo>
                <a:lnTo>
                  <a:pt x="540" y="439"/>
                </a:lnTo>
                <a:lnTo>
                  <a:pt x="541" y="439"/>
                </a:lnTo>
                <a:lnTo>
                  <a:pt x="541" y="439"/>
                </a:lnTo>
                <a:lnTo>
                  <a:pt x="541" y="439"/>
                </a:lnTo>
                <a:lnTo>
                  <a:pt x="541" y="439"/>
                </a:lnTo>
                <a:lnTo>
                  <a:pt x="542" y="439"/>
                </a:lnTo>
                <a:lnTo>
                  <a:pt x="543" y="439"/>
                </a:lnTo>
                <a:lnTo>
                  <a:pt x="543" y="439"/>
                </a:lnTo>
                <a:lnTo>
                  <a:pt x="544" y="440"/>
                </a:lnTo>
                <a:lnTo>
                  <a:pt x="545" y="440"/>
                </a:lnTo>
                <a:lnTo>
                  <a:pt x="545" y="440"/>
                </a:lnTo>
                <a:lnTo>
                  <a:pt x="545" y="440"/>
                </a:lnTo>
                <a:lnTo>
                  <a:pt x="547" y="439"/>
                </a:lnTo>
                <a:lnTo>
                  <a:pt x="547" y="439"/>
                </a:lnTo>
                <a:lnTo>
                  <a:pt x="548" y="438"/>
                </a:lnTo>
                <a:lnTo>
                  <a:pt x="549" y="438"/>
                </a:lnTo>
                <a:lnTo>
                  <a:pt x="549" y="438"/>
                </a:lnTo>
                <a:lnTo>
                  <a:pt x="551" y="439"/>
                </a:lnTo>
                <a:lnTo>
                  <a:pt x="551" y="439"/>
                </a:lnTo>
                <a:lnTo>
                  <a:pt x="552" y="440"/>
                </a:lnTo>
                <a:lnTo>
                  <a:pt x="553" y="440"/>
                </a:lnTo>
                <a:lnTo>
                  <a:pt x="553" y="440"/>
                </a:lnTo>
                <a:lnTo>
                  <a:pt x="554" y="441"/>
                </a:lnTo>
                <a:lnTo>
                  <a:pt x="555" y="440"/>
                </a:lnTo>
                <a:lnTo>
                  <a:pt x="555" y="440"/>
                </a:lnTo>
                <a:lnTo>
                  <a:pt x="556" y="441"/>
                </a:lnTo>
                <a:lnTo>
                  <a:pt x="557" y="439"/>
                </a:lnTo>
                <a:lnTo>
                  <a:pt x="557" y="439"/>
                </a:lnTo>
                <a:lnTo>
                  <a:pt x="558" y="439"/>
                </a:lnTo>
                <a:lnTo>
                  <a:pt x="559" y="439"/>
                </a:lnTo>
                <a:lnTo>
                  <a:pt x="559" y="439"/>
                </a:lnTo>
                <a:lnTo>
                  <a:pt x="559" y="439"/>
                </a:lnTo>
                <a:lnTo>
                  <a:pt x="560" y="439"/>
                </a:lnTo>
                <a:lnTo>
                  <a:pt x="561" y="439"/>
                </a:lnTo>
                <a:lnTo>
                  <a:pt x="561" y="439"/>
                </a:lnTo>
                <a:lnTo>
                  <a:pt x="563" y="440"/>
                </a:lnTo>
                <a:lnTo>
                  <a:pt x="563" y="440"/>
                </a:lnTo>
                <a:lnTo>
                  <a:pt x="563" y="439"/>
                </a:lnTo>
                <a:lnTo>
                  <a:pt x="563" y="440"/>
                </a:lnTo>
                <a:lnTo>
                  <a:pt x="565" y="439"/>
                </a:lnTo>
                <a:lnTo>
                  <a:pt x="565" y="439"/>
                </a:lnTo>
                <a:lnTo>
                  <a:pt x="565" y="439"/>
                </a:lnTo>
                <a:lnTo>
                  <a:pt x="566" y="439"/>
                </a:lnTo>
                <a:lnTo>
                  <a:pt x="566" y="439"/>
                </a:lnTo>
                <a:lnTo>
                  <a:pt x="567" y="439"/>
                </a:lnTo>
                <a:lnTo>
                  <a:pt x="567" y="439"/>
                </a:lnTo>
                <a:lnTo>
                  <a:pt x="568" y="439"/>
                </a:lnTo>
                <a:lnTo>
                  <a:pt x="569" y="439"/>
                </a:lnTo>
                <a:lnTo>
                  <a:pt x="569" y="439"/>
                </a:lnTo>
                <a:lnTo>
                  <a:pt x="571" y="440"/>
                </a:lnTo>
                <a:lnTo>
                  <a:pt x="571" y="440"/>
                </a:lnTo>
                <a:lnTo>
                  <a:pt x="571" y="440"/>
                </a:lnTo>
                <a:lnTo>
                  <a:pt x="573" y="440"/>
                </a:lnTo>
                <a:lnTo>
                  <a:pt x="573" y="440"/>
                </a:lnTo>
                <a:lnTo>
                  <a:pt x="575" y="439"/>
                </a:lnTo>
                <a:lnTo>
                  <a:pt x="575" y="439"/>
                </a:lnTo>
                <a:lnTo>
                  <a:pt x="575" y="439"/>
                </a:lnTo>
                <a:lnTo>
                  <a:pt x="576" y="439"/>
                </a:lnTo>
                <a:lnTo>
                  <a:pt x="577" y="439"/>
                </a:lnTo>
                <a:lnTo>
                  <a:pt x="577" y="439"/>
                </a:lnTo>
                <a:lnTo>
                  <a:pt x="579" y="440"/>
                </a:lnTo>
                <a:lnTo>
                  <a:pt x="579" y="440"/>
                </a:lnTo>
                <a:lnTo>
                  <a:pt x="580" y="440"/>
                </a:lnTo>
                <a:lnTo>
                  <a:pt x="581" y="440"/>
                </a:lnTo>
                <a:lnTo>
                  <a:pt x="581" y="440"/>
                </a:lnTo>
                <a:lnTo>
                  <a:pt x="582" y="439"/>
                </a:lnTo>
                <a:lnTo>
                  <a:pt x="583" y="439"/>
                </a:lnTo>
                <a:lnTo>
                  <a:pt x="583" y="440"/>
                </a:lnTo>
                <a:lnTo>
                  <a:pt x="584" y="440"/>
                </a:lnTo>
                <a:lnTo>
                  <a:pt x="585" y="440"/>
                </a:lnTo>
                <a:lnTo>
                  <a:pt x="585" y="440"/>
                </a:lnTo>
                <a:lnTo>
                  <a:pt x="585" y="440"/>
                </a:lnTo>
                <a:lnTo>
                  <a:pt x="586" y="439"/>
                </a:lnTo>
                <a:lnTo>
                  <a:pt x="587" y="440"/>
                </a:lnTo>
                <a:lnTo>
                  <a:pt x="587" y="440"/>
                </a:lnTo>
                <a:lnTo>
                  <a:pt x="589" y="439"/>
                </a:lnTo>
                <a:lnTo>
                  <a:pt x="589" y="439"/>
                </a:lnTo>
                <a:lnTo>
                  <a:pt x="589" y="439"/>
                </a:lnTo>
                <a:lnTo>
                  <a:pt x="591" y="437"/>
                </a:lnTo>
                <a:lnTo>
                  <a:pt x="591" y="437"/>
                </a:lnTo>
                <a:lnTo>
                  <a:pt x="593" y="438"/>
                </a:lnTo>
                <a:lnTo>
                  <a:pt x="593" y="438"/>
                </a:lnTo>
                <a:lnTo>
                  <a:pt x="594" y="439"/>
                </a:lnTo>
                <a:lnTo>
                  <a:pt x="595" y="439"/>
                </a:lnTo>
                <a:lnTo>
                  <a:pt x="595" y="439"/>
                </a:lnTo>
                <a:lnTo>
                  <a:pt x="596" y="439"/>
                </a:lnTo>
                <a:lnTo>
                  <a:pt x="597" y="439"/>
                </a:lnTo>
                <a:lnTo>
                  <a:pt x="597" y="439"/>
                </a:lnTo>
                <a:lnTo>
                  <a:pt x="598" y="439"/>
                </a:lnTo>
                <a:lnTo>
                  <a:pt x="598" y="438"/>
                </a:lnTo>
                <a:lnTo>
                  <a:pt x="599" y="438"/>
                </a:lnTo>
                <a:lnTo>
                  <a:pt x="599" y="438"/>
                </a:lnTo>
                <a:lnTo>
                  <a:pt x="601" y="440"/>
                </a:lnTo>
                <a:lnTo>
                  <a:pt x="601" y="440"/>
                </a:lnTo>
                <a:lnTo>
                  <a:pt x="601" y="440"/>
                </a:lnTo>
                <a:lnTo>
                  <a:pt x="603" y="439"/>
                </a:lnTo>
                <a:lnTo>
                  <a:pt x="603" y="439"/>
                </a:lnTo>
                <a:lnTo>
                  <a:pt x="603" y="439"/>
                </a:lnTo>
                <a:lnTo>
                  <a:pt x="604" y="439"/>
                </a:lnTo>
                <a:lnTo>
                  <a:pt x="605" y="439"/>
                </a:lnTo>
                <a:lnTo>
                  <a:pt x="605" y="439"/>
                </a:lnTo>
                <a:lnTo>
                  <a:pt x="606" y="439"/>
                </a:lnTo>
                <a:lnTo>
                  <a:pt x="607" y="439"/>
                </a:lnTo>
                <a:lnTo>
                  <a:pt x="607" y="439"/>
                </a:lnTo>
                <a:lnTo>
                  <a:pt x="607" y="439"/>
                </a:lnTo>
                <a:lnTo>
                  <a:pt x="608" y="439"/>
                </a:lnTo>
                <a:lnTo>
                  <a:pt x="608" y="439"/>
                </a:lnTo>
                <a:lnTo>
                  <a:pt x="609" y="439"/>
                </a:lnTo>
                <a:lnTo>
                  <a:pt x="609" y="439"/>
                </a:lnTo>
                <a:lnTo>
                  <a:pt x="611" y="440"/>
                </a:lnTo>
                <a:lnTo>
                  <a:pt x="611" y="440"/>
                </a:lnTo>
                <a:lnTo>
                  <a:pt x="612" y="440"/>
                </a:lnTo>
                <a:lnTo>
                  <a:pt x="613" y="441"/>
                </a:lnTo>
                <a:lnTo>
                  <a:pt x="613" y="441"/>
                </a:lnTo>
                <a:lnTo>
                  <a:pt x="615" y="440"/>
                </a:lnTo>
                <a:lnTo>
                  <a:pt x="615" y="440"/>
                </a:lnTo>
                <a:lnTo>
                  <a:pt x="616" y="439"/>
                </a:lnTo>
                <a:lnTo>
                  <a:pt x="617" y="440"/>
                </a:lnTo>
                <a:lnTo>
                  <a:pt x="617" y="440"/>
                </a:lnTo>
                <a:lnTo>
                  <a:pt x="618" y="439"/>
                </a:lnTo>
                <a:lnTo>
                  <a:pt x="619" y="439"/>
                </a:lnTo>
                <a:lnTo>
                  <a:pt x="619" y="440"/>
                </a:lnTo>
                <a:lnTo>
                  <a:pt x="619" y="440"/>
                </a:lnTo>
                <a:lnTo>
                  <a:pt x="621" y="439"/>
                </a:lnTo>
                <a:lnTo>
                  <a:pt x="621" y="439"/>
                </a:lnTo>
                <a:lnTo>
                  <a:pt x="621" y="440"/>
                </a:lnTo>
                <a:lnTo>
                  <a:pt x="621" y="440"/>
                </a:lnTo>
                <a:lnTo>
                  <a:pt x="622" y="439"/>
                </a:lnTo>
                <a:lnTo>
                  <a:pt x="623" y="439"/>
                </a:lnTo>
                <a:lnTo>
                  <a:pt x="623" y="439"/>
                </a:lnTo>
                <a:lnTo>
                  <a:pt x="624" y="439"/>
                </a:lnTo>
                <a:lnTo>
                  <a:pt x="625" y="440"/>
                </a:lnTo>
                <a:lnTo>
                  <a:pt x="625" y="440"/>
                </a:lnTo>
                <a:lnTo>
                  <a:pt x="626" y="439"/>
                </a:lnTo>
                <a:lnTo>
                  <a:pt x="627" y="440"/>
                </a:lnTo>
                <a:lnTo>
                  <a:pt x="627" y="440"/>
                </a:lnTo>
                <a:lnTo>
                  <a:pt x="628" y="440"/>
                </a:lnTo>
                <a:lnTo>
                  <a:pt x="629" y="440"/>
                </a:lnTo>
                <a:lnTo>
                  <a:pt x="629" y="440"/>
                </a:lnTo>
                <a:lnTo>
                  <a:pt x="631" y="439"/>
                </a:lnTo>
                <a:lnTo>
                  <a:pt x="631" y="439"/>
                </a:lnTo>
                <a:lnTo>
                  <a:pt x="631" y="439"/>
                </a:lnTo>
                <a:lnTo>
                  <a:pt x="632" y="439"/>
                </a:lnTo>
                <a:lnTo>
                  <a:pt x="633" y="439"/>
                </a:lnTo>
                <a:lnTo>
                  <a:pt x="633" y="439"/>
                </a:lnTo>
                <a:lnTo>
                  <a:pt x="633" y="439"/>
                </a:lnTo>
                <a:lnTo>
                  <a:pt x="633" y="439"/>
                </a:lnTo>
                <a:lnTo>
                  <a:pt x="635" y="439"/>
                </a:lnTo>
                <a:lnTo>
                  <a:pt x="635" y="439"/>
                </a:lnTo>
                <a:lnTo>
                  <a:pt x="636" y="439"/>
                </a:lnTo>
                <a:lnTo>
                  <a:pt x="637" y="439"/>
                </a:lnTo>
                <a:lnTo>
                  <a:pt x="637" y="439"/>
                </a:lnTo>
                <a:lnTo>
                  <a:pt x="639" y="440"/>
                </a:lnTo>
                <a:lnTo>
                  <a:pt x="639" y="440"/>
                </a:lnTo>
                <a:lnTo>
                  <a:pt x="640" y="440"/>
                </a:lnTo>
                <a:lnTo>
                  <a:pt x="641" y="439"/>
                </a:lnTo>
                <a:lnTo>
                  <a:pt x="641" y="440"/>
                </a:lnTo>
                <a:lnTo>
                  <a:pt x="642" y="439"/>
                </a:lnTo>
                <a:lnTo>
                  <a:pt x="643" y="439"/>
                </a:lnTo>
                <a:lnTo>
                  <a:pt x="643" y="439"/>
                </a:lnTo>
                <a:lnTo>
                  <a:pt x="645" y="439"/>
                </a:lnTo>
                <a:lnTo>
                  <a:pt x="645" y="439"/>
                </a:lnTo>
                <a:lnTo>
                  <a:pt x="645" y="439"/>
                </a:lnTo>
                <a:lnTo>
                  <a:pt x="646" y="440"/>
                </a:lnTo>
                <a:lnTo>
                  <a:pt x="647" y="440"/>
                </a:lnTo>
                <a:lnTo>
                  <a:pt x="647" y="439"/>
                </a:lnTo>
                <a:lnTo>
                  <a:pt x="647" y="439"/>
                </a:lnTo>
                <a:lnTo>
                  <a:pt x="649" y="439"/>
                </a:lnTo>
                <a:lnTo>
                  <a:pt x="649" y="439"/>
                </a:lnTo>
                <a:lnTo>
                  <a:pt x="651" y="440"/>
                </a:lnTo>
                <a:lnTo>
                  <a:pt x="651" y="440"/>
                </a:lnTo>
                <a:lnTo>
                  <a:pt x="651" y="440"/>
                </a:lnTo>
                <a:lnTo>
                  <a:pt x="651" y="440"/>
                </a:lnTo>
                <a:lnTo>
                  <a:pt x="653" y="439"/>
                </a:lnTo>
                <a:lnTo>
                  <a:pt x="653" y="439"/>
                </a:lnTo>
                <a:lnTo>
                  <a:pt x="655" y="440"/>
                </a:lnTo>
                <a:lnTo>
                  <a:pt x="655" y="440"/>
                </a:lnTo>
                <a:lnTo>
                  <a:pt x="655" y="440"/>
                </a:lnTo>
                <a:lnTo>
                  <a:pt x="657" y="438"/>
                </a:lnTo>
                <a:lnTo>
                  <a:pt x="657" y="438"/>
                </a:lnTo>
                <a:lnTo>
                  <a:pt x="657" y="438"/>
                </a:lnTo>
                <a:lnTo>
                  <a:pt x="659" y="439"/>
                </a:lnTo>
                <a:lnTo>
                  <a:pt x="659" y="439"/>
                </a:lnTo>
                <a:lnTo>
                  <a:pt x="661" y="439"/>
                </a:lnTo>
                <a:lnTo>
                  <a:pt x="661" y="439"/>
                </a:lnTo>
                <a:lnTo>
                  <a:pt x="663" y="440"/>
                </a:lnTo>
                <a:lnTo>
                  <a:pt x="663" y="440"/>
                </a:lnTo>
                <a:lnTo>
                  <a:pt x="665" y="442"/>
                </a:lnTo>
                <a:lnTo>
                  <a:pt x="665" y="441"/>
                </a:lnTo>
                <a:lnTo>
                  <a:pt x="665" y="441"/>
                </a:lnTo>
                <a:lnTo>
                  <a:pt x="667" y="439"/>
                </a:lnTo>
                <a:lnTo>
                  <a:pt x="667" y="439"/>
                </a:lnTo>
                <a:lnTo>
                  <a:pt x="667" y="439"/>
                </a:lnTo>
                <a:lnTo>
                  <a:pt x="667" y="439"/>
                </a:lnTo>
                <a:lnTo>
                  <a:pt x="669" y="439"/>
                </a:lnTo>
                <a:lnTo>
                  <a:pt x="669" y="440"/>
                </a:lnTo>
                <a:lnTo>
                  <a:pt x="670" y="439"/>
                </a:lnTo>
                <a:lnTo>
                  <a:pt x="671" y="439"/>
                </a:lnTo>
                <a:lnTo>
                  <a:pt x="671" y="439"/>
                </a:lnTo>
                <a:lnTo>
                  <a:pt x="672" y="438"/>
                </a:lnTo>
                <a:lnTo>
                  <a:pt x="673" y="438"/>
                </a:lnTo>
                <a:lnTo>
                  <a:pt x="673" y="438"/>
                </a:lnTo>
                <a:lnTo>
                  <a:pt x="673" y="438"/>
                </a:lnTo>
                <a:lnTo>
                  <a:pt x="675" y="439"/>
                </a:lnTo>
                <a:lnTo>
                  <a:pt x="675" y="439"/>
                </a:lnTo>
                <a:lnTo>
                  <a:pt x="677" y="437"/>
                </a:lnTo>
                <a:lnTo>
                  <a:pt x="677" y="437"/>
                </a:lnTo>
                <a:lnTo>
                  <a:pt x="678" y="437"/>
                </a:lnTo>
                <a:lnTo>
                  <a:pt x="679" y="437"/>
                </a:lnTo>
                <a:lnTo>
                  <a:pt x="679" y="437"/>
                </a:lnTo>
                <a:lnTo>
                  <a:pt x="681" y="439"/>
                </a:lnTo>
                <a:lnTo>
                  <a:pt x="681" y="439"/>
                </a:lnTo>
                <a:lnTo>
                  <a:pt x="682" y="439"/>
                </a:lnTo>
                <a:lnTo>
                  <a:pt x="683" y="439"/>
                </a:lnTo>
                <a:lnTo>
                  <a:pt x="683" y="439"/>
                </a:lnTo>
                <a:lnTo>
                  <a:pt x="685" y="441"/>
                </a:lnTo>
                <a:lnTo>
                  <a:pt x="685" y="441"/>
                </a:lnTo>
                <a:lnTo>
                  <a:pt x="685" y="441"/>
                </a:lnTo>
                <a:lnTo>
                  <a:pt x="686" y="441"/>
                </a:lnTo>
                <a:lnTo>
                  <a:pt x="687" y="440"/>
                </a:lnTo>
                <a:lnTo>
                  <a:pt x="687" y="440"/>
                </a:lnTo>
                <a:lnTo>
                  <a:pt x="687" y="440"/>
                </a:lnTo>
                <a:lnTo>
                  <a:pt x="688" y="440"/>
                </a:lnTo>
                <a:lnTo>
                  <a:pt x="689" y="440"/>
                </a:lnTo>
                <a:lnTo>
                  <a:pt x="689" y="440"/>
                </a:lnTo>
                <a:lnTo>
                  <a:pt x="691" y="436"/>
                </a:lnTo>
                <a:lnTo>
                  <a:pt x="691" y="436"/>
                </a:lnTo>
                <a:lnTo>
                  <a:pt x="691" y="436"/>
                </a:lnTo>
                <a:lnTo>
                  <a:pt x="693" y="440"/>
                </a:lnTo>
                <a:lnTo>
                  <a:pt x="693" y="441"/>
                </a:lnTo>
                <a:lnTo>
                  <a:pt x="694" y="443"/>
                </a:lnTo>
                <a:lnTo>
                  <a:pt x="695" y="442"/>
                </a:lnTo>
                <a:lnTo>
                  <a:pt x="695" y="442"/>
                </a:lnTo>
                <a:lnTo>
                  <a:pt x="697" y="440"/>
                </a:lnTo>
                <a:lnTo>
                  <a:pt x="697" y="440"/>
                </a:lnTo>
                <a:lnTo>
                  <a:pt x="699" y="439"/>
                </a:lnTo>
                <a:lnTo>
                  <a:pt x="699" y="439"/>
                </a:lnTo>
                <a:lnTo>
                  <a:pt x="700" y="439"/>
                </a:lnTo>
                <a:lnTo>
                  <a:pt x="700" y="439"/>
                </a:lnTo>
                <a:lnTo>
                  <a:pt x="701" y="439"/>
                </a:lnTo>
                <a:lnTo>
                  <a:pt x="701" y="439"/>
                </a:lnTo>
                <a:lnTo>
                  <a:pt x="703" y="439"/>
                </a:lnTo>
                <a:lnTo>
                  <a:pt x="703" y="439"/>
                </a:lnTo>
                <a:lnTo>
                  <a:pt x="703" y="440"/>
                </a:lnTo>
                <a:lnTo>
                  <a:pt x="705" y="439"/>
                </a:lnTo>
                <a:lnTo>
                  <a:pt x="705" y="439"/>
                </a:lnTo>
                <a:lnTo>
                  <a:pt x="706" y="438"/>
                </a:lnTo>
                <a:lnTo>
                  <a:pt x="707" y="439"/>
                </a:lnTo>
                <a:lnTo>
                  <a:pt x="707" y="439"/>
                </a:lnTo>
                <a:lnTo>
                  <a:pt x="709" y="443"/>
                </a:lnTo>
                <a:lnTo>
                  <a:pt x="709" y="444"/>
                </a:lnTo>
                <a:lnTo>
                  <a:pt x="711" y="446"/>
                </a:lnTo>
                <a:lnTo>
                  <a:pt x="711" y="446"/>
                </a:lnTo>
                <a:lnTo>
                  <a:pt x="711" y="445"/>
                </a:lnTo>
                <a:lnTo>
                  <a:pt x="713" y="441"/>
                </a:lnTo>
                <a:lnTo>
                  <a:pt x="713" y="440"/>
                </a:lnTo>
                <a:lnTo>
                  <a:pt x="715" y="436"/>
                </a:lnTo>
                <a:lnTo>
                  <a:pt x="715" y="436"/>
                </a:lnTo>
                <a:lnTo>
                  <a:pt x="717" y="435"/>
                </a:lnTo>
                <a:lnTo>
                  <a:pt x="717" y="435"/>
                </a:lnTo>
                <a:lnTo>
                  <a:pt x="717" y="435"/>
                </a:lnTo>
                <a:lnTo>
                  <a:pt x="719" y="436"/>
                </a:lnTo>
                <a:lnTo>
                  <a:pt x="719" y="436"/>
                </a:lnTo>
                <a:lnTo>
                  <a:pt x="720" y="435"/>
                </a:lnTo>
                <a:lnTo>
                  <a:pt x="721" y="436"/>
                </a:lnTo>
                <a:lnTo>
                  <a:pt x="721" y="436"/>
                </a:lnTo>
                <a:lnTo>
                  <a:pt x="723" y="438"/>
                </a:lnTo>
                <a:lnTo>
                  <a:pt x="723" y="438"/>
                </a:lnTo>
                <a:lnTo>
                  <a:pt x="724" y="438"/>
                </a:lnTo>
                <a:lnTo>
                  <a:pt x="725" y="439"/>
                </a:lnTo>
                <a:lnTo>
                  <a:pt x="725" y="439"/>
                </a:lnTo>
                <a:lnTo>
                  <a:pt x="727" y="440"/>
                </a:lnTo>
                <a:lnTo>
                  <a:pt x="727" y="440"/>
                </a:lnTo>
                <a:lnTo>
                  <a:pt x="727" y="440"/>
                </a:lnTo>
                <a:lnTo>
                  <a:pt x="729" y="440"/>
                </a:lnTo>
                <a:lnTo>
                  <a:pt x="729" y="440"/>
                </a:lnTo>
                <a:lnTo>
                  <a:pt x="730" y="440"/>
                </a:lnTo>
                <a:lnTo>
                  <a:pt x="731" y="441"/>
                </a:lnTo>
                <a:lnTo>
                  <a:pt x="731" y="441"/>
                </a:lnTo>
                <a:lnTo>
                  <a:pt x="733" y="442"/>
                </a:lnTo>
                <a:lnTo>
                  <a:pt x="733" y="442"/>
                </a:lnTo>
                <a:lnTo>
                  <a:pt x="733" y="442"/>
                </a:lnTo>
                <a:lnTo>
                  <a:pt x="734" y="441"/>
                </a:lnTo>
                <a:lnTo>
                  <a:pt x="735" y="441"/>
                </a:lnTo>
                <a:lnTo>
                  <a:pt x="735" y="441"/>
                </a:lnTo>
                <a:lnTo>
                  <a:pt x="735" y="441"/>
                </a:lnTo>
                <a:lnTo>
                  <a:pt x="737" y="440"/>
                </a:lnTo>
                <a:lnTo>
                  <a:pt x="737" y="440"/>
                </a:lnTo>
                <a:lnTo>
                  <a:pt x="739" y="439"/>
                </a:lnTo>
                <a:lnTo>
                  <a:pt x="739" y="439"/>
                </a:lnTo>
                <a:lnTo>
                  <a:pt x="739" y="439"/>
                </a:lnTo>
                <a:lnTo>
                  <a:pt x="741" y="440"/>
                </a:lnTo>
                <a:lnTo>
                  <a:pt x="741" y="440"/>
                </a:lnTo>
                <a:lnTo>
                  <a:pt x="742" y="440"/>
                </a:lnTo>
                <a:lnTo>
                  <a:pt x="743" y="440"/>
                </a:lnTo>
                <a:lnTo>
                  <a:pt x="743" y="440"/>
                </a:lnTo>
                <a:lnTo>
                  <a:pt x="744" y="440"/>
                </a:lnTo>
                <a:lnTo>
                  <a:pt x="745" y="440"/>
                </a:lnTo>
                <a:lnTo>
                  <a:pt x="745" y="440"/>
                </a:lnTo>
                <a:lnTo>
                  <a:pt x="746" y="440"/>
                </a:lnTo>
                <a:lnTo>
                  <a:pt x="747" y="441"/>
                </a:lnTo>
                <a:lnTo>
                  <a:pt x="747" y="441"/>
                </a:lnTo>
                <a:lnTo>
                  <a:pt x="747" y="441"/>
                </a:lnTo>
                <a:lnTo>
                  <a:pt x="749" y="440"/>
                </a:lnTo>
                <a:lnTo>
                  <a:pt x="749" y="440"/>
                </a:lnTo>
                <a:lnTo>
                  <a:pt x="749" y="440"/>
                </a:lnTo>
                <a:lnTo>
                  <a:pt x="750" y="440"/>
                </a:lnTo>
                <a:lnTo>
                  <a:pt x="751" y="440"/>
                </a:lnTo>
                <a:lnTo>
                  <a:pt x="751" y="440"/>
                </a:lnTo>
                <a:lnTo>
                  <a:pt x="753" y="438"/>
                </a:lnTo>
                <a:lnTo>
                  <a:pt x="753" y="438"/>
                </a:lnTo>
                <a:lnTo>
                  <a:pt x="754" y="437"/>
                </a:lnTo>
                <a:lnTo>
                  <a:pt x="755" y="438"/>
                </a:lnTo>
                <a:lnTo>
                  <a:pt x="755" y="438"/>
                </a:lnTo>
                <a:lnTo>
                  <a:pt x="757" y="437"/>
                </a:lnTo>
                <a:lnTo>
                  <a:pt x="757" y="437"/>
                </a:lnTo>
                <a:lnTo>
                  <a:pt x="757" y="437"/>
                </a:lnTo>
                <a:lnTo>
                  <a:pt x="758" y="437"/>
                </a:lnTo>
                <a:lnTo>
                  <a:pt x="759" y="439"/>
                </a:lnTo>
                <a:lnTo>
                  <a:pt x="759" y="439"/>
                </a:lnTo>
                <a:lnTo>
                  <a:pt x="761" y="440"/>
                </a:lnTo>
                <a:lnTo>
                  <a:pt x="761" y="439"/>
                </a:lnTo>
                <a:lnTo>
                  <a:pt x="761" y="439"/>
                </a:lnTo>
                <a:lnTo>
                  <a:pt x="762" y="440"/>
                </a:lnTo>
                <a:lnTo>
                  <a:pt x="763" y="439"/>
                </a:lnTo>
                <a:lnTo>
                  <a:pt x="763" y="439"/>
                </a:lnTo>
                <a:lnTo>
                  <a:pt x="764" y="439"/>
                </a:lnTo>
                <a:lnTo>
                  <a:pt x="765" y="439"/>
                </a:lnTo>
                <a:lnTo>
                  <a:pt x="765" y="439"/>
                </a:lnTo>
                <a:lnTo>
                  <a:pt x="765" y="439"/>
                </a:lnTo>
                <a:lnTo>
                  <a:pt x="767" y="441"/>
                </a:lnTo>
                <a:lnTo>
                  <a:pt x="767" y="440"/>
                </a:lnTo>
                <a:lnTo>
                  <a:pt x="767" y="440"/>
                </a:lnTo>
                <a:lnTo>
                  <a:pt x="768" y="441"/>
                </a:lnTo>
                <a:lnTo>
                  <a:pt x="769" y="440"/>
                </a:lnTo>
                <a:lnTo>
                  <a:pt x="769" y="440"/>
                </a:lnTo>
                <a:lnTo>
                  <a:pt x="770" y="441"/>
                </a:lnTo>
                <a:lnTo>
                  <a:pt x="771" y="441"/>
                </a:lnTo>
                <a:lnTo>
                  <a:pt x="771" y="441"/>
                </a:lnTo>
                <a:lnTo>
                  <a:pt x="772" y="441"/>
                </a:lnTo>
                <a:lnTo>
                  <a:pt x="773" y="440"/>
                </a:lnTo>
                <a:lnTo>
                  <a:pt x="773" y="440"/>
                </a:lnTo>
                <a:lnTo>
                  <a:pt x="775" y="439"/>
                </a:lnTo>
                <a:lnTo>
                  <a:pt x="775" y="439"/>
                </a:lnTo>
                <a:lnTo>
                  <a:pt x="777" y="438"/>
                </a:lnTo>
                <a:lnTo>
                  <a:pt x="777" y="438"/>
                </a:lnTo>
                <a:lnTo>
                  <a:pt x="777" y="438"/>
                </a:lnTo>
                <a:lnTo>
                  <a:pt x="777" y="437"/>
                </a:lnTo>
                <a:lnTo>
                  <a:pt x="778" y="438"/>
                </a:lnTo>
                <a:lnTo>
                  <a:pt x="779" y="438"/>
                </a:lnTo>
                <a:lnTo>
                  <a:pt x="779" y="438"/>
                </a:lnTo>
                <a:lnTo>
                  <a:pt x="780" y="437"/>
                </a:lnTo>
                <a:lnTo>
                  <a:pt x="781" y="437"/>
                </a:lnTo>
                <a:lnTo>
                  <a:pt x="781" y="437"/>
                </a:lnTo>
                <a:lnTo>
                  <a:pt x="782" y="437"/>
                </a:lnTo>
                <a:lnTo>
                  <a:pt x="783" y="439"/>
                </a:lnTo>
                <a:lnTo>
                  <a:pt x="783" y="439"/>
                </a:lnTo>
                <a:lnTo>
                  <a:pt x="785" y="440"/>
                </a:lnTo>
                <a:lnTo>
                  <a:pt x="785" y="439"/>
                </a:lnTo>
                <a:lnTo>
                  <a:pt x="786" y="439"/>
                </a:lnTo>
                <a:lnTo>
                  <a:pt x="787" y="440"/>
                </a:lnTo>
                <a:lnTo>
                  <a:pt x="787" y="439"/>
                </a:lnTo>
                <a:lnTo>
                  <a:pt x="787" y="439"/>
                </a:lnTo>
                <a:lnTo>
                  <a:pt x="788" y="439"/>
                </a:lnTo>
                <a:lnTo>
                  <a:pt x="789" y="440"/>
                </a:lnTo>
                <a:lnTo>
                  <a:pt x="789" y="440"/>
                </a:lnTo>
                <a:lnTo>
                  <a:pt x="789" y="440"/>
                </a:lnTo>
                <a:lnTo>
                  <a:pt x="790" y="439"/>
                </a:lnTo>
                <a:lnTo>
                  <a:pt x="791" y="440"/>
                </a:lnTo>
                <a:lnTo>
                  <a:pt x="791" y="439"/>
                </a:lnTo>
                <a:lnTo>
                  <a:pt x="791" y="439"/>
                </a:lnTo>
                <a:lnTo>
                  <a:pt x="791" y="439"/>
                </a:lnTo>
                <a:lnTo>
                  <a:pt x="792" y="440"/>
                </a:lnTo>
                <a:lnTo>
                  <a:pt x="793" y="439"/>
                </a:lnTo>
                <a:lnTo>
                  <a:pt x="793" y="440"/>
                </a:lnTo>
                <a:lnTo>
                  <a:pt x="794" y="440"/>
                </a:lnTo>
                <a:lnTo>
                  <a:pt x="795" y="439"/>
                </a:lnTo>
                <a:lnTo>
                  <a:pt x="795" y="440"/>
                </a:lnTo>
                <a:lnTo>
                  <a:pt x="795" y="440"/>
                </a:lnTo>
                <a:lnTo>
                  <a:pt x="796" y="439"/>
                </a:lnTo>
                <a:lnTo>
                  <a:pt x="797" y="440"/>
                </a:lnTo>
                <a:lnTo>
                  <a:pt x="797" y="440"/>
                </a:lnTo>
                <a:lnTo>
                  <a:pt x="797" y="440"/>
                </a:lnTo>
                <a:lnTo>
                  <a:pt x="799" y="440"/>
                </a:lnTo>
                <a:lnTo>
                  <a:pt x="799" y="440"/>
                </a:lnTo>
                <a:lnTo>
                  <a:pt x="801" y="439"/>
                </a:lnTo>
                <a:lnTo>
                  <a:pt x="801" y="439"/>
                </a:lnTo>
                <a:lnTo>
                  <a:pt x="802" y="439"/>
                </a:lnTo>
                <a:lnTo>
                  <a:pt x="803" y="439"/>
                </a:lnTo>
                <a:lnTo>
                  <a:pt x="803" y="439"/>
                </a:lnTo>
                <a:lnTo>
                  <a:pt x="804" y="439"/>
                </a:lnTo>
                <a:lnTo>
                  <a:pt x="805" y="439"/>
                </a:lnTo>
                <a:lnTo>
                  <a:pt x="805" y="439"/>
                </a:lnTo>
                <a:lnTo>
                  <a:pt x="806" y="439"/>
                </a:lnTo>
                <a:lnTo>
                  <a:pt x="807" y="439"/>
                </a:lnTo>
                <a:lnTo>
                  <a:pt x="807" y="439"/>
                </a:lnTo>
                <a:lnTo>
                  <a:pt x="807" y="439"/>
                </a:lnTo>
                <a:lnTo>
                  <a:pt x="807" y="439"/>
                </a:lnTo>
                <a:lnTo>
                  <a:pt x="809" y="439"/>
                </a:lnTo>
                <a:lnTo>
                  <a:pt x="809" y="440"/>
                </a:lnTo>
                <a:lnTo>
                  <a:pt x="810" y="440"/>
                </a:lnTo>
                <a:lnTo>
                  <a:pt x="811" y="440"/>
                </a:lnTo>
                <a:lnTo>
                  <a:pt x="811" y="440"/>
                </a:lnTo>
                <a:lnTo>
                  <a:pt x="812" y="440"/>
                </a:lnTo>
                <a:lnTo>
                  <a:pt x="813" y="440"/>
                </a:lnTo>
                <a:lnTo>
                  <a:pt x="813" y="440"/>
                </a:lnTo>
                <a:lnTo>
                  <a:pt x="813" y="440"/>
                </a:lnTo>
                <a:lnTo>
                  <a:pt x="813" y="440"/>
                </a:lnTo>
                <a:lnTo>
                  <a:pt x="815" y="440"/>
                </a:lnTo>
                <a:lnTo>
                  <a:pt x="815" y="440"/>
                </a:lnTo>
                <a:lnTo>
                  <a:pt x="815" y="440"/>
                </a:lnTo>
                <a:lnTo>
                  <a:pt x="816" y="439"/>
                </a:lnTo>
                <a:lnTo>
                  <a:pt x="817" y="439"/>
                </a:lnTo>
                <a:lnTo>
                  <a:pt x="817" y="439"/>
                </a:lnTo>
                <a:lnTo>
                  <a:pt x="818" y="440"/>
                </a:lnTo>
                <a:lnTo>
                  <a:pt x="819" y="439"/>
                </a:lnTo>
                <a:lnTo>
                  <a:pt x="819" y="439"/>
                </a:lnTo>
                <a:lnTo>
                  <a:pt x="819" y="439"/>
                </a:lnTo>
                <a:lnTo>
                  <a:pt x="820" y="439"/>
                </a:lnTo>
                <a:lnTo>
                  <a:pt x="821" y="439"/>
                </a:lnTo>
                <a:lnTo>
                  <a:pt x="821" y="439"/>
                </a:lnTo>
                <a:lnTo>
                  <a:pt x="822" y="439"/>
                </a:lnTo>
                <a:lnTo>
                  <a:pt x="823" y="440"/>
                </a:lnTo>
                <a:lnTo>
                  <a:pt x="823" y="440"/>
                </a:lnTo>
                <a:lnTo>
                  <a:pt x="824" y="439"/>
                </a:lnTo>
                <a:lnTo>
                  <a:pt x="825" y="439"/>
                </a:lnTo>
                <a:lnTo>
                  <a:pt x="825" y="439"/>
                </a:lnTo>
                <a:lnTo>
                  <a:pt x="826" y="440"/>
                </a:lnTo>
                <a:lnTo>
                  <a:pt x="827" y="440"/>
                </a:lnTo>
                <a:lnTo>
                  <a:pt x="827" y="440"/>
                </a:lnTo>
                <a:lnTo>
                  <a:pt x="828" y="440"/>
                </a:lnTo>
                <a:lnTo>
                  <a:pt x="829" y="439"/>
                </a:lnTo>
                <a:lnTo>
                  <a:pt x="829" y="439"/>
                </a:lnTo>
                <a:lnTo>
                  <a:pt x="829" y="439"/>
                </a:lnTo>
                <a:lnTo>
                  <a:pt x="830" y="439"/>
                </a:lnTo>
                <a:lnTo>
                  <a:pt x="831" y="439"/>
                </a:lnTo>
                <a:lnTo>
                  <a:pt x="831" y="439"/>
                </a:lnTo>
                <a:lnTo>
                  <a:pt x="833" y="439"/>
                </a:lnTo>
                <a:lnTo>
                  <a:pt x="833" y="439"/>
                </a:lnTo>
                <a:lnTo>
                  <a:pt x="833" y="439"/>
                </a:lnTo>
                <a:lnTo>
                  <a:pt x="834" y="439"/>
                </a:lnTo>
                <a:lnTo>
                  <a:pt x="834" y="439"/>
                </a:lnTo>
                <a:lnTo>
                  <a:pt x="835" y="439"/>
                </a:lnTo>
                <a:lnTo>
                  <a:pt x="835" y="439"/>
                </a:lnTo>
                <a:lnTo>
                  <a:pt x="836" y="439"/>
                </a:lnTo>
                <a:lnTo>
                  <a:pt x="837" y="439"/>
                </a:lnTo>
                <a:lnTo>
                  <a:pt x="837" y="439"/>
                </a:lnTo>
                <a:lnTo>
                  <a:pt x="837" y="439"/>
                </a:lnTo>
                <a:lnTo>
                  <a:pt x="837" y="439"/>
                </a:lnTo>
                <a:lnTo>
                  <a:pt x="839" y="439"/>
                </a:lnTo>
                <a:lnTo>
                  <a:pt x="839" y="439"/>
                </a:lnTo>
                <a:lnTo>
                  <a:pt x="839" y="439"/>
                </a:lnTo>
                <a:lnTo>
                  <a:pt x="840" y="439"/>
                </a:lnTo>
                <a:lnTo>
                  <a:pt x="840" y="439"/>
                </a:lnTo>
                <a:lnTo>
                  <a:pt x="841" y="439"/>
                </a:lnTo>
                <a:lnTo>
                  <a:pt x="841" y="439"/>
                </a:lnTo>
                <a:lnTo>
                  <a:pt x="842" y="439"/>
                </a:lnTo>
                <a:lnTo>
                  <a:pt x="843" y="439"/>
                </a:lnTo>
                <a:lnTo>
                  <a:pt x="843" y="439"/>
                </a:lnTo>
                <a:lnTo>
                  <a:pt x="843" y="439"/>
                </a:lnTo>
                <a:lnTo>
                  <a:pt x="845" y="439"/>
                </a:lnTo>
                <a:lnTo>
                  <a:pt x="845" y="439"/>
                </a:lnTo>
                <a:lnTo>
                  <a:pt x="845" y="439"/>
                </a:lnTo>
                <a:lnTo>
                  <a:pt x="847" y="440"/>
                </a:lnTo>
                <a:lnTo>
                  <a:pt x="847" y="439"/>
                </a:lnTo>
                <a:lnTo>
                  <a:pt x="847" y="439"/>
                </a:lnTo>
                <a:lnTo>
                  <a:pt x="848" y="439"/>
                </a:lnTo>
                <a:lnTo>
                  <a:pt x="849" y="440"/>
                </a:lnTo>
                <a:lnTo>
                  <a:pt x="849" y="440"/>
                </a:lnTo>
                <a:lnTo>
                  <a:pt x="849" y="439"/>
                </a:lnTo>
                <a:lnTo>
                  <a:pt x="851" y="440"/>
                </a:lnTo>
                <a:lnTo>
                  <a:pt x="851" y="440"/>
                </a:lnTo>
                <a:lnTo>
                  <a:pt x="851" y="440"/>
                </a:lnTo>
                <a:lnTo>
                  <a:pt x="853" y="440"/>
                </a:lnTo>
                <a:lnTo>
                  <a:pt x="853" y="440"/>
                </a:lnTo>
                <a:lnTo>
                  <a:pt x="853" y="440"/>
                </a:lnTo>
                <a:lnTo>
                  <a:pt x="855" y="440"/>
                </a:lnTo>
                <a:lnTo>
                  <a:pt x="855" y="439"/>
                </a:lnTo>
                <a:lnTo>
                  <a:pt x="857" y="439"/>
                </a:lnTo>
                <a:lnTo>
                  <a:pt x="857" y="439"/>
                </a:lnTo>
                <a:lnTo>
                  <a:pt x="859" y="440"/>
                </a:lnTo>
                <a:lnTo>
                  <a:pt x="859" y="440"/>
                </a:lnTo>
                <a:lnTo>
                  <a:pt x="860" y="440"/>
                </a:lnTo>
                <a:lnTo>
                  <a:pt x="861" y="439"/>
                </a:lnTo>
                <a:lnTo>
                  <a:pt x="861" y="439"/>
                </a:lnTo>
                <a:lnTo>
                  <a:pt x="862" y="439"/>
                </a:lnTo>
                <a:lnTo>
                  <a:pt x="863" y="439"/>
                </a:lnTo>
                <a:lnTo>
                  <a:pt x="863" y="439"/>
                </a:lnTo>
                <a:lnTo>
                  <a:pt x="864" y="440"/>
                </a:lnTo>
                <a:lnTo>
                  <a:pt x="865" y="439"/>
                </a:lnTo>
                <a:lnTo>
                  <a:pt x="865" y="439"/>
                </a:lnTo>
                <a:lnTo>
                  <a:pt x="866" y="440"/>
                </a:lnTo>
                <a:lnTo>
                  <a:pt x="867" y="439"/>
                </a:lnTo>
                <a:lnTo>
                  <a:pt x="867" y="439"/>
                </a:lnTo>
                <a:lnTo>
                  <a:pt x="867" y="440"/>
                </a:lnTo>
                <a:lnTo>
                  <a:pt x="869" y="440"/>
                </a:lnTo>
                <a:lnTo>
                  <a:pt x="869" y="440"/>
                </a:lnTo>
                <a:lnTo>
                  <a:pt x="869" y="440"/>
                </a:lnTo>
                <a:lnTo>
                  <a:pt x="869" y="440"/>
                </a:lnTo>
                <a:lnTo>
                  <a:pt x="870" y="439"/>
                </a:lnTo>
                <a:lnTo>
                  <a:pt x="871" y="439"/>
                </a:lnTo>
                <a:lnTo>
                  <a:pt x="871" y="439"/>
                </a:lnTo>
                <a:lnTo>
                  <a:pt x="873" y="439"/>
                </a:lnTo>
                <a:lnTo>
                  <a:pt x="873" y="440"/>
                </a:lnTo>
                <a:lnTo>
                  <a:pt x="874" y="440"/>
                </a:lnTo>
                <a:lnTo>
                  <a:pt x="875" y="439"/>
                </a:lnTo>
                <a:lnTo>
                  <a:pt x="875" y="439"/>
                </a:lnTo>
                <a:lnTo>
                  <a:pt x="875" y="439"/>
                </a:lnTo>
                <a:lnTo>
                  <a:pt x="876" y="438"/>
                </a:lnTo>
                <a:lnTo>
                  <a:pt x="877" y="439"/>
                </a:lnTo>
                <a:lnTo>
                  <a:pt x="877" y="439"/>
                </a:lnTo>
                <a:lnTo>
                  <a:pt x="879" y="440"/>
                </a:lnTo>
                <a:lnTo>
                  <a:pt x="879" y="439"/>
                </a:lnTo>
                <a:lnTo>
                  <a:pt x="879" y="439"/>
                </a:lnTo>
                <a:lnTo>
                  <a:pt x="880" y="440"/>
                </a:lnTo>
                <a:lnTo>
                  <a:pt x="881" y="439"/>
                </a:lnTo>
                <a:lnTo>
                  <a:pt x="881" y="439"/>
                </a:lnTo>
                <a:lnTo>
                  <a:pt x="881" y="439"/>
                </a:lnTo>
                <a:lnTo>
                  <a:pt x="882" y="439"/>
                </a:lnTo>
                <a:lnTo>
                  <a:pt x="883" y="439"/>
                </a:lnTo>
                <a:lnTo>
                  <a:pt x="883" y="439"/>
                </a:lnTo>
                <a:lnTo>
                  <a:pt x="883" y="439"/>
                </a:lnTo>
                <a:lnTo>
                  <a:pt x="884" y="440"/>
                </a:lnTo>
                <a:lnTo>
                  <a:pt x="885" y="440"/>
                </a:lnTo>
                <a:lnTo>
                  <a:pt x="885" y="439"/>
                </a:lnTo>
                <a:lnTo>
                  <a:pt x="886" y="440"/>
                </a:lnTo>
                <a:lnTo>
                  <a:pt x="887" y="439"/>
                </a:lnTo>
                <a:lnTo>
                  <a:pt x="887" y="439"/>
                </a:lnTo>
                <a:lnTo>
                  <a:pt x="887" y="439"/>
                </a:lnTo>
                <a:lnTo>
                  <a:pt x="888" y="440"/>
                </a:lnTo>
                <a:lnTo>
                  <a:pt x="889" y="439"/>
                </a:lnTo>
                <a:lnTo>
                  <a:pt x="889" y="439"/>
                </a:lnTo>
                <a:lnTo>
                  <a:pt x="890" y="440"/>
                </a:lnTo>
                <a:lnTo>
                  <a:pt x="891" y="439"/>
                </a:lnTo>
                <a:lnTo>
                  <a:pt x="891" y="439"/>
                </a:lnTo>
                <a:lnTo>
                  <a:pt x="891" y="439"/>
                </a:lnTo>
                <a:lnTo>
                  <a:pt x="893" y="440"/>
                </a:lnTo>
                <a:lnTo>
                  <a:pt x="893" y="440"/>
                </a:lnTo>
                <a:lnTo>
                  <a:pt x="893" y="440"/>
                </a:lnTo>
                <a:lnTo>
                  <a:pt x="894" y="440"/>
                </a:lnTo>
                <a:lnTo>
                  <a:pt x="895" y="439"/>
                </a:lnTo>
                <a:lnTo>
                  <a:pt x="895" y="439"/>
                </a:lnTo>
                <a:lnTo>
                  <a:pt x="895" y="439"/>
                </a:lnTo>
                <a:lnTo>
                  <a:pt x="896" y="439"/>
                </a:lnTo>
                <a:lnTo>
                  <a:pt x="896" y="440"/>
                </a:lnTo>
                <a:lnTo>
                  <a:pt x="897" y="439"/>
                </a:lnTo>
                <a:lnTo>
                  <a:pt x="897" y="439"/>
                </a:lnTo>
                <a:lnTo>
                  <a:pt x="898" y="439"/>
                </a:lnTo>
                <a:lnTo>
                  <a:pt x="899" y="440"/>
                </a:lnTo>
                <a:lnTo>
                  <a:pt x="899" y="439"/>
                </a:lnTo>
                <a:lnTo>
                  <a:pt x="899" y="439"/>
                </a:lnTo>
                <a:lnTo>
                  <a:pt x="900" y="440"/>
                </a:lnTo>
                <a:lnTo>
                  <a:pt x="901" y="440"/>
                </a:lnTo>
                <a:lnTo>
                  <a:pt x="901" y="440"/>
                </a:lnTo>
                <a:lnTo>
                  <a:pt x="902" y="440"/>
                </a:lnTo>
                <a:lnTo>
                  <a:pt x="903" y="440"/>
                </a:lnTo>
                <a:lnTo>
                  <a:pt x="903" y="440"/>
                </a:lnTo>
                <a:lnTo>
                  <a:pt x="904" y="440"/>
                </a:lnTo>
                <a:lnTo>
                  <a:pt x="905" y="440"/>
                </a:lnTo>
                <a:lnTo>
                  <a:pt x="905" y="440"/>
                </a:lnTo>
                <a:lnTo>
                  <a:pt x="906" y="440"/>
                </a:lnTo>
                <a:lnTo>
                  <a:pt x="907" y="439"/>
                </a:lnTo>
                <a:lnTo>
                  <a:pt x="907" y="439"/>
                </a:lnTo>
                <a:lnTo>
                  <a:pt x="907" y="439"/>
                </a:lnTo>
                <a:lnTo>
                  <a:pt x="908" y="439"/>
                </a:lnTo>
                <a:lnTo>
                  <a:pt x="908" y="439"/>
                </a:lnTo>
                <a:lnTo>
                  <a:pt x="909" y="439"/>
                </a:lnTo>
                <a:lnTo>
                  <a:pt x="909" y="439"/>
                </a:lnTo>
                <a:lnTo>
                  <a:pt x="911" y="440"/>
                </a:lnTo>
                <a:lnTo>
                  <a:pt x="911" y="440"/>
                </a:lnTo>
                <a:lnTo>
                  <a:pt x="911" y="440"/>
                </a:lnTo>
                <a:lnTo>
                  <a:pt x="912" y="440"/>
                </a:lnTo>
                <a:lnTo>
                  <a:pt x="913" y="439"/>
                </a:lnTo>
                <a:lnTo>
                  <a:pt x="913" y="439"/>
                </a:lnTo>
                <a:lnTo>
                  <a:pt x="914" y="439"/>
                </a:lnTo>
                <a:lnTo>
                  <a:pt x="914" y="439"/>
                </a:lnTo>
                <a:lnTo>
                  <a:pt x="915" y="439"/>
                </a:lnTo>
                <a:lnTo>
                  <a:pt x="916" y="439"/>
                </a:lnTo>
                <a:lnTo>
                  <a:pt x="917" y="440"/>
                </a:lnTo>
                <a:lnTo>
                  <a:pt x="917" y="440"/>
                </a:lnTo>
                <a:lnTo>
                  <a:pt x="918" y="440"/>
                </a:lnTo>
                <a:lnTo>
                  <a:pt x="919" y="440"/>
                </a:lnTo>
                <a:lnTo>
                  <a:pt x="919" y="440"/>
                </a:lnTo>
                <a:lnTo>
                  <a:pt x="920" y="440"/>
                </a:lnTo>
                <a:lnTo>
                  <a:pt x="921" y="440"/>
                </a:lnTo>
                <a:lnTo>
                  <a:pt x="921" y="440"/>
                </a:lnTo>
                <a:lnTo>
                  <a:pt x="923" y="440"/>
                </a:lnTo>
                <a:lnTo>
                  <a:pt x="923" y="440"/>
                </a:lnTo>
                <a:lnTo>
                  <a:pt x="925" y="439"/>
                </a:lnTo>
                <a:lnTo>
                  <a:pt x="925" y="439"/>
                </a:lnTo>
                <a:lnTo>
                  <a:pt x="927" y="438"/>
                </a:lnTo>
                <a:lnTo>
                  <a:pt x="927" y="438"/>
                </a:lnTo>
                <a:lnTo>
                  <a:pt x="929" y="439"/>
                </a:lnTo>
                <a:lnTo>
                  <a:pt x="929" y="439"/>
                </a:lnTo>
                <a:lnTo>
                  <a:pt x="930" y="440"/>
                </a:lnTo>
                <a:lnTo>
                  <a:pt x="931" y="439"/>
                </a:lnTo>
                <a:lnTo>
                  <a:pt x="931" y="439"/>
                </a:lnTo>
                <a:lnTo>
                  <a:pt x="932" y="438"/>
                </a:lnTo>
                <a:lnTo>
                  <a:pt x="933" y="439"/>
                </a:lnTo>
                <a:lnTo>
                  <a:pt x="933" y="439"/>
                </a:lnTo>
                <a:lnTo>
                  <a:pt x="935" y="440"/>
                </a:lnTo>
                <a:lnTo>
                  <a:pt x="935" y="439"/>
                </a:lnTo>
                <a:lnTo>
                  <a:pt x="935" y="439"/>
                </a:lnTo>
                <a:lnTo>
                  <a:pt x="937" y="439"/>
                </a:lnTo>
                <a:lnTo>
                  <a:pt x="937" y="439"/>
                </a:lnTo>
                <a:lnTo>
                  <a:pt x="937" y="439"/>
                </a:lnTo>
                <a:lnTo>
                  <a:pt x="939" y="439"/>
                </a:lnTo>
                <a:lnTo>
                  <a:pt x="939" y="439"/>
                </a:lnTo>
                <a:lnTo>
                  <a:pt x="940" y="439"/>
                </a:lnTo>
                <a:lnTo>
                  <a:pt x="940" y="439"/>
                </a:lnTo>
                <a:lnTo>
                  <a:pt x="941" y="439"/>
                </a:lnTo>
                <a:lnTo>
                  <a:pt x="941" y="439"/>
                </a:lnTo>
                <a:lnTo>
                  <a:pt x="942" y="439"/>
                </a:lnTo>
                <a:lnTo>
                  <a:pt x="943" y="439"/>
                </a:lnTo>
                <a:lnTo>
                  <a:pt x="943" y="439"/>
                </a:lnTo>
                <a:lnTo>
                  <a:pt x="944" y="439"/>
                </a:lnTo>
                <a:lnTo>
                  <a:pt x="945" y="439"/>
                </a:lnTo>
                <a:lnTo>
                  <a:pt x="945" y="439"/>
                </a:lnTo>
                <a:lnTo>
                  <a:pt x="945" y="439"/>
                </a:lnTo>
                <a:lnTo>
                  <a:pt x="946" y="438"/>
                </a:lnTo>
                <a:lnTo>
                  <a:pt x="947" y="438"/>
                </a:lnTo>
                <a:lnTo>
                  <a:pt x="947" y="439"/>
                </a:lnTo>
                <a:lnTo>
                  <a:pt x="949" y="439"/>
                </a:lnTo>
                <a:lnTo>
                  <a:pt x="949" y="439"/>
                </a:lnTo>
                <a:lnTo>
                  <a:pt x="949" y="439"/>
                </a:lnTo>
                <a:lnTo>
                  <a:pt x="950" y="440"/>
                </a:lnTo>
                <a:lnTo>
                  <a:pt x="951" y="440"/>
                </a:lnTo>
                <a:lnTo>
                  <a:pt x="951" y="440"/>
                </a:lnTo>
                <a:lnTo>
                  <a:pt x="953" y="440"/>
                </a:lnTo>
                <a:lnTo>
                  <a:pt x="953" y="440"/>
                </a:lnTo>
                <a:lnTo>
                  <a:pt x="955" y="440"/>
                </a:lnTo>
                <a:lnTo>
                  <a:pt x="955" y="440"/>
                </a:lnTo>
                <a:lnTo>
                  <a:pt x="955" y="440"/>
                </a:lnTo>
                <a:lnTo>
                  <a:pt x="957" y="439"/>
                </a:lnTo>
                <a:lnTo>
                  <a:pt x="957" y="439"/>
                </a:lnTo>
                <a:lnTo>
                  <a:pt x="958" y="439"/>
                </a:lnTo>
                <a:lnTo>
                  <a:pt x="959" y="439"/>
                </a:lnTo>
                <a:lnTo>
                  <a:pt x="959" y="439"/>
                </a:lnTo>
                <a:lnTo>
                  <a:pt x="959" y="439"/>
                </a:lnTo>
                <a:lnTo>
                  <a:pt x="959" y="439"/>
                </a:lnTo>
                <a:lnTo>
                  <a:pt x="961" y="439"/>
                </a:lnTo>
                <a:lnTo>
                  <a:pt x="961" y="439"/>
                </a:lnTo>
                <a:lnTo>
                  <a:pt x="963" y="440"/>
                </a:lnTo>
                <a:lnTo>
                  <a:pt x="963" y="440"/>
                </a:lnTo>
                <a:lnTo>
                  <a:pt x="964" y="440"/>
                </a:lnTo>
                <a:lnTo>
                  <a:pt x="965" y="440"/>
                </a:lnTo>
                <a:lnTo>
                  <a:pt x="965" y="440"/>
                </a:lnTo>
                <a:lnTo>
                  <a:pt x="967" y="439"/>
                </a:lnTo>
                <a:lnTo>
                  <a:pt x="967" y="439"/>
                </a:lnTo>
                <a:lnTo>
                  <a:pt x="967" y="439"/>
                </a:lnTo>
                <a:lnTo>
                  <a:pt x="968" y="439"/>
                </a:lnTo>
                <a:lnTo>
                  <a:pt x="969" y="439"/>
                </a:lnTo>
                <a:lnTo>
                  <a:pt x="969" y="439"/>
                </a:lnTo>
                <a:lnTo>
                  <a:pt x="971" y="440"/>
                </a:lnTo>
                <a:lnTo>
                  <a:pt x="971" y="440"/>
                </a:lnTo>
                <a:lnTo>
                  <a:pt x="971" y="440"/>
                </a:lnTo>
                <a:lnTo>
                  <a:pt x="973" y="439"/>
                </a:lnTo>
                <a:lnTo>
                  <a:pt x="973" y="439"/>
                </a:lnTo>
                <a:lnTo>
                  <a:pt x="973" y="439"/>
                </a:lnTo>
                <a:lnTo>
                  <a:pt x="974" y="439"/>
                </a:lnTo>
                <a:lnTo>
                  <a:pt x="975" y="439"/>
                </a:lnTo>
                <a:lnTo>
                  <a:pt x="975" y="439"/>
                </a:lnTo>
                <a:lnTo>
                  <a:pt x="976" y="439"/>
                </a:lnTo>
                <a:lnTo>
                  <a:pt x="977" y="439"/>
                </a:lnTo>
                <a:lnTo>
                  <a:pt x="977" y="439"/>
                </a:lnTo>
                <a:lnTo>
                  <a:pt x="977" y="439"/>
                </a:lnTo>
                <a:lnTo>
                  <a:pt x="978" y="439"/>
                </a:lnTo>
                <a:lnTo>
                  <a:pt x="979" y="439"/>
                </a:lnTo>
                <a:lnTo>
                  <a:pt x="979" y="439"/>
                </a:lnTo>
                <a:lnTo>
                  <a:pt x="981" y="440"/>
                </a:lnTo>
                <a:lnTo>
                  <a:pt x="981" y="440"/>
                </a:lnTo>
                <a:lnTo>
                  <a:pt x="983" y="439"/>
                </a:lnTo>
                <a:lnTo>
                  <a:pt x="983" y="439"/>
                </a:lnTo>
                <a:lnTo>
                  <a:pt x="983" y="439"/>
                </a:lnTo>
                <a:lnTo>
                  <a:pt x="985" y="439"/>
                </a:lnTo>
                <a:lnTo>
                  <a:pt x="985" y="440"/>
                </a:lnTo>
                <a:lnTo>
                  <a:pt x="985" y="440"/>
                </a:lnTo>
                <a:lnTo>
                  <a:pt x="985" y="440"/>
                </a:lnTo>
                <a:lnTo>
                  <a:pt x="987" y="439"/>
                </a:lnTo>
                <a:lnTo>
                  <a:pt x="987" y="439"/>
                </a:lnTo>
                <a:lnTo>
                  <a:pt x="988" y="439"/>
                </a:lnTo>
                <a:lnTo>
                  <a:pt x="988" y="439"/>
                </a:lnTo>
                <a:lnTo>
                  <a:pt x="989" y="439"/>
                </a:lnTo>
                <a:lnTo>
                  <a:pt x="989" y="439"/>
                </a:lnTo>
                <a:lnTo>
                  <a:pt x="990" y="439"/>
                </a:lnTo>
                <a:lnTo>
                  <a:pt x="991" y="439"/>
                </a:lnTo>
                <a:lnTo>
                  <a:pt x="991" y="439"/>
                </a:lnTo>
                <a:lnTo>
                  <a:pt x="993" y="440"/>
                </a:lnTo>
                <a:lnTo>
                  <a:pt x="993" y="439"/>
                </a:lnTo>
                <a:lnTo>
                  <a:pt x="994" y="439"/>
                </a:lnTo>
                <a:lnTo>
                  <a:pt x="995" y="439"/>
                </a:lnTo>
                <a:lnTo>
                  <a:pt x="995" y="439"/>
                </a:lnTo>
                <a:lnTo>
                  <a:pt x="995" y="439"/>
                </a:lnTo>
                <a:lnTo>
                  <a:pt x="995" y="439"/>
                </a:lnTo>
                <a:lnTo>
                  <a:pt x="997" y="440"/>
                </a:lnTo>
                <a:lnTo>
                  <a:pt x="997" y="440"/>
                </a:lnTo>
                <a:lnTo>
                  <a:pt x="998" y="440"/>
                </a:lnTo>
                <a:lnTo>
                  <a:pt x="999" y="440"/>
                </a:lnTo>
                <a:lnTo>
                  <a:pt x="999" y="440"/>
                </a:lnTo>
                <a:lnTo>
                  <a:pt x="1000" y="440"/>
                </a:lnTo>
                <a:lnTo>
                  <a:pt x="1001" y="440"/>
                </a:lnTo>
                <a:lnTo>
                  <a:pt x="1001" y="440"/>
                </a:lnTo>
                <a:lnTo>
                  <a:pt x="1001" y="440"/>
                </a:lnTo>
                <a:lnTo>
                  <a:pt x="1003" y="440"/>
                </a:lnTo>
                <a:lnTo>
                  <a:pt x="1003" y="440"/>
                </a:lnTo>
                <a:lnTo>
                  <a:pt x="1003" y="440"/>
                </a:lnTo>
                <a:lnTo>
                  <a:pt x="1005" y="439"/>
                </a:lnTo>
                <a:lnTo>
                  <a:pt x="1005" y="439"/>
                </a:lnTo>
                <a:lnTo>
                  <a:pt x="1006" y="439"/>
                </a:lnTo>
                <a:lnTo>
                  <a:pt x="1007" y="439"/>
                </a:lnTo>
                <a:lnTo>
                  <a:pt x="1007" y="439"/>
                </a:lnTo>
                <a:lnTo>
                  <a:pt x="1009" y="440"/>
                </a:lnTo>
                <a:lnTo>
                  <a:pt x="1009" y="440"/>
                </a:lnTo>
                <a:lnTo>
                  <a:pt x="1010" y="440"/>
                </a:lnTo>
                <a:lnTo>
                  <a:pt x="1011" y="440"/>
                </a:lnTo>
                <a:lnTo>
                  <a:pt x="1012" y="440"/>
                </a:lnTo>
                <a:lnTo>
                  <a:pt x="1012" y="440"/>
                </a:lnTo>
                <a:lnTo>
                  <a:pt x="1013" y="439"/>
                </a:lnTo>
                <a:lnTo>
                  <a:pt x="1013" y="439"/>
                </a:lnTo>
                <a:lnTo>
                  <a:pt x="1013" y="439"/>
                </a:lnTo>
                <a:lnTo>
                  <a:pt x="1015" y="439"/>
                </a:lnTo>
                <a:lnTo>
                  <a:pt x="1015" y="439"/>
                </a:lnTo>
                <a:lnTo>
                  <a:pt x="1015" y="439"/>
                </a:lnTo>
                <a:lnTo>
                  <a:pt x="1017" y="440"/>
                </a:lnTo>
                <a:lnTo>
                  <a:pt x="1017" y="440"/>
                </a:lnTo>
                <a:lnTo>
                  <a:pt x="1018" y="440"/>
                </a:lnTo>
                <a:lnTo>
                  <a:pt x="1018" y="440"/>
                </a:lnTo>
                <a:lnTo>
                  <a:pt x="1019" y="439"/>
                </a:lnTo>
                <a:lnTo>
                  <a:pt x="1019" y="439"/>
                </a:lnTo>
                <a:lnTo>
                  <a:pt x="1019" y="440"/>
                </a:lnTo>
                <a:lnTo>
                  <a:pt x="1020" y="440"/>
                </a:lnTo>
                <a:lnTo>
                  <a:pt x="1021" y="439"/>
                </a:lnTo>
                <a:lnTo>
                  <a:pt x="1021" y="439"/>
                </a:lnTo>
                <a:lnTo>
                  <a:pt x="1022" y="439"/>
                </a:lnTo>
                <a:lnTo>
                  <a:pt x="1023" y="439"/>
                </a:lnTo>
                <a:lnTo>
                  <a:pt x="1023" y="439"/>
                </a:lnTo>
                <a:lnTo>
                  <a:pt x="1023" y="439"/>
                </a:lnTo>
                <a:lnTo>
                  <a:pt x="1024" y="439"/>
                </a:lnTo>
                <a:lnTo>
                  <a:pt x="1025" y="439"/>
                </a:lnTo>
                <a:lnTo>
                  <a:pt x="1025" y="439"/>
                </a:lnTo>
                <a:lnTo>
                  <a:pt x="1026" y="440"/>
                </a:lnTo>
                <a:lnTo>
                  <a:pt x="1026" y="439"/>
                </a:lnTo>
                <a:lnTo>
                  <a:pt x="1027" y="440"/>
                </a:lnTo>
                <a:lnTo>
                  <a:pt x="1027" y="440"/>
                </a:lnTo>
                <a:lnTo>
                  <a:pt x="1028" y="440"/>
                </a:lnTo>
                <a:lnTo>
                  <a:pt x="1029" y="439"/>
                </a:lnTo>
                <a:lnTo>
                  <a:pt x="1029" y="439"/>
                </a:lnTo>
                <a:lnTo>
                  <a:pt x="1029" y="439"/>
                </a:lnTo>
                <a:lnTo>
                  <a:pt x="1031" y="439"/>
                </a:lnTo>
                <a:lnTo>
                  <a:pt x="1031" y="439"/>
                </a:lnTo>
                <a:lnTo>
                  <a:pt x="1031" y="439"/>
                </a:lnTo>
                <a:lnTo>
                  <a:pt x="1033" y="439"/>
                </a:lnTo>
                <a:lnTo>
                  <a:pt x="1033" y="439"/>
                </a:lnTo>
                <a:lnTo>
                  <a:pt x="1033" y="439"/>
                </a:lnTo>
                <a:lnTo>
                  <a:pt x="1034" y="439"/>
                </a:lnTo>
                <a:lnTo>
                  <a:pt x="1035" y="439"/>
                </a:lnTo>
                <a:lnTo>
                  <a:pt x="1035" y="439"/>
                </a:lnTo>
                <a:lnTo>
                  <a:pt x="1036" y="439"/>
                </a:lnTo>
                <a:lnTo>
                  <a:pt x="1036" y="439"/>
                </a:lnTo>
                <a:lnTo>
                  <a:pt x="1037" y="439"/>
                </a:lnTo>
                <a:lnTo>
                  <a:pt x="1037" y="439"/>
                </a:lnTo>
                <a:lnTo>
                  <a:pt x="1037" y="439"/>
                </a:lnTo>
                <a:lnTo>
                  <a:pt x="1039" y="440"/>
                </a:lnTo>
                <a:lnTo>
                  <a:pt x="1039" y="439"/>
                </a:lnTo>
                <a:lnTo>
                  <a:pt x="1039" y="439"/>
                </a:lnTo>
                <a:lnTo>
                  <a:pt x="1040" y="439"/>
                </a:lnTo>
                <a:lnTo>
                  <a:pt x="1040" y="439"/>
                </a:lnTo>
                <a:lnTo>
                  <a:pt x="1041" y="439"/>
                </a:lnTo>
                <a:lnTo>
                  <a:pt x="1042" y="439"/>
                </a:lnTo>
                <a:lnTo>
                  <a:pt x="1042" y="440"/>
                </a:lnTo>
                <a:lnTo>
                  <a:pt x="1043" y="439"/>
                </a:lnTo>
                <a:lnTo>
                  <a:pt x="1044" y="439"/>
                </a:lnTo>
                <a:lnTo>
                  <a:pt x="1045" y="439"/>
                </a:lnTo>
                <a:lnTo>
                  <a:pt x="1045" y="439"/>
                </a:lnTo>
                <a:lnTo>
                  <a:pt x="1045" y="439"/>
                </a:lnTo>
                <a:lnTo>
                  <a:pt x="1046" y="440"/>
                </a:lnTo>
                <a:lnTo>
                  <a:pt x="1047" y="439"/>
                </a:lnTo>
                <a:lnTo>
                  <a:pt x="1047" y="439"/>
                </a:lnTo>
                <a:lnTo>
                  <a:pt x="1049" y="438"/>
                </a:lnTo>
                <a:lnTo>
                  <a:pt x="1050" y="439"/>
                </a:lnTo>
                <a:lnTo>
                  <a:pt x="1051" y="439"/>
                </a:lnTo>
                <a:lnTo>
                  <a:pt x="1051" y="439"/>
                </a:lnTo>
                <a:lnTo>
                  <a:pt x="1051" y="439"/>
                </a:lnTo>
                <a:lnTo>
                  <a:pt x="1053" y="439"/>
                </a:lnTo>
                <a:lnTo>
                  <a:pt x="1053" y="439"/>
                </a:lnTo>
                <a:lnTo>
                  <a:pt x="1053" y="439"/>
                </a:lnTo>
                <a:lnTo>
                  <a:pt x="1054" y="439"/>
                </a:lnTo>
                <a:lnTo>
                  <a:pt x="1055" y="439"/>
                </a:lnTo>
                <a:lnTo>
                  <a:pt x="1056" y="439"/>
                </a:lnTo>
                <a:lnTo>
                  <a:pt x="1056" y="439"/>
                </a:lnTo>
                <a:lnTo>
                  <a:pt x="1056" y="439"/>
                </a:lnTo>
                <a:lnTo>
                  <a:pt x="1057" y="440"/>
                </a:lnTo>
                <a:lnTo>
                  <a:pt x="1057" y="440"/>
                </a:lnTo>
                <a:lnTo>
                  <a:pt x="1057" y="440"/>
                </a:lnTo>
                <a:lnTo>
                  <a:pt x="1058" y="440"/>
                </a:lnTo>
                <a:lnTo>
                  <a:pt x="1059" y="439"/>
                </a:lnTo>
                <a:lnTo>
                  <a:pt x="1060" y="439"/>
                </a:lnTo>
                <a:lnTo>
                  <a:pt x="1061" y="440"/>
                </a:lnTo>
                <a:lnTo>
                  <a:pt x="1061" y="440"/>
                </a:lnTo>
                <a:lnTo>
                  <a:pt x="1062" y="440"/>
                </a:lnTo>
                <a:lnTo>
                  <a:pt x="1062" y="440"/>
                </a:lnTo>
                <a:lnTo>
                  <a:pt x="1063" y="439"/>
                </a:lnTo>
                <a:lnTo>
                  <a:pt x="1063" y="439"/>
                </a:lnTo>
                <a:lnTo>
                  <a:pt x="1064" y="439"/>
                </a:lnTo>
                <a:lnTo>
                  <a:pt x="1065" y="440"/>
                </a:lnTo>
                <a:lnTo>
                  <a:pt x="1065" y="440"/>
                </a:lnTo>
                <a:lnTo>
                  <a:pt x="1066" y="440"/>
                </a:lnTo>
                <a:lnTo>
                  <a:pt x="1066" y="440"/>
                </a:lnTo>
                <a:lnTo>
                  <a:pt x="1066" y="440"/>
                </a:lnTo>
                <a:lnTo>
                  <a:pt x="1067" y="440"/>
                </a:lnTo>
                <a:lnTo>
                  <a:pt x="1068" y="440"/>
                </a:lnTo>
                <a:lnTo>
                  <a:pt x="1069" y="439"/>
                </a:lnTo>
                <a:lnTo>
                  <a:pt x="1069" y="439"/>
                </a:lnTo>
                <a:lnTo>
                  <a:pt x="1069" y="439"/>
                </a:lnTo>
                <a:lnTo>
                  <a:pt x="1070" y="439"/>
                </a:lnTo>
                <a:lnTo>
                  <a:pt x="1071" y="439"/>
                </a:lnTo>
                <a:lnTo>
                  <a:pt x="1071" y="439"/>
                </a:lnTo>
                <a:lnTo>
                  <a:pt x="1071" y="440"/>
                </a:lnTo>
                <a:lnTo>
                  <a:pt x="1072" y="440"/>
                </a:lnTo>
                <a:lnTo>
                  <a:pt x="1073" y="440"/>
                </a:lnTo>
                <a:lnTo>
                  <a:pt x="1073" y="440"/>
                </a:lnTo>
                <a:lnTo>
                  <a:pt x="1074" y="440"/>
                </a:lnTo>
                <a:lnTo>
                  <a:pt x="1075" y="439"/>
                </a:lnTo>
                <a:lnTo>
                  <a:pt x="1075" y="440"/>
                </a:lnTo>
                <a:lnTo>
                  <a:pt x="1075" y="440"/>
                </a:lnTo>
                <a:lnTo>
                  <a:pt x="1077" y="439"/>
                </a:lnTo>
                <a:lnTo>
                  <a:pt x="1077" y="439"/>
                </a:lnTo>
                <a:lnTo>
                  <a:pt x="1078" y="439"/>
                </a:lnTo>
                <a:lnTo>
                  <a:pt x="1079" y="440"/>
                </a:lnTo>
                <a:lnTo>
                  <a:pt x="1080" y="440"/>
                </a:lnTo>
                <a:lnTo>
                  <a:pt x="1080" y="440"/>
                </a:lnTo>
                <a:lnTo>
                  <a:pt x="1080" y="440"/>
                </a:lnTo>
                <a:lnTo>
                  <a:pt x="1081" y="439"/>
                </a:lnTo>
                <a:lnTo>
                  <a:pt x="1081" y="439"/>
                </a:lnTo>
                <a:lnTo>
                  <a:pt x="1081" y="439"/>
                </a:lnTo>
                <a:lnTo>
                  <a:pt x="1082" y="439"/>
                </a:lnTo>
                <a:lnTo>
                  <a:pt x="1083" y="439"/>
                </a:lnTo>
                <a:lnTo>
                  <a:pt x="1083" y="439"/>
                </a:lnTo>
                <a:lnTo>
                  <a:pt x="1084" y="439"/>
                </a:lnTo>
                <a:lnTo>
                  <a:pt x="1084" y="439"/>
                </a:lnTo>
                <a:lnTo>
                  <a:pt x="1084" y="439"/>
                </a:lnTo>
                <a:lnTo>
                  <a:pt x="1085" y="439"/>
                </a:lnTo>
                <a:lnTo>
                  <a:pt x="1086" y="439"/>
                </a:lnTo>
                <a:lnTo>
                  <a:pt x="1087" y="439"/>
                </a:lnTo>
                <a:lnTo>
                  <a:pt x="1087" y="439"/>
                </a:lnTo>
                <a:lnTo>
                  <a:pt x="1087" y="439"/>
                </a:lnTo>
                <a:lnTo>
                  <a:pt x="1089" y="440"/>
                </a:lnTo>
                <a:lnTo>
                  <a:pt x="1090" y="440"/>
                </a:lnTo>
                <a:lnTo>
                  <a:pt x="1091" y="440"/>
                </a:lnTo>
                <a:lnTo>
                  <a:pt x="1091" y="439"/>
                </a:lnTo>
                <a:lnTo>
                  <a:pt x="1092" y="439"/>
                </a:lnTo>
                <a:lnTo>
                  <a:pt x="1092" y="439"/>
                </a:lnTo>
                <a:lnTo>
                  <a:pt x="1093" y="440"/>
                </a:lnTo>
                <a:lnTo>
                  <a:pt x="1093" y="440"/>
                </a:lnTo>
                <a:lnTo>
                  <a:pt x="1093" y="440"/>
                </a:lnTo>
                <a:lnTo>
                  <a:pt x="1094" y="440"/>
                </a:lnTo>
                <a:lnTo>
                  <a:pt x="1095" y="439"/>
                </a:lnTo>
                <a:lnTo>
                  <a:pt x="1096" y="439"/>
                </a:lnTo>
                <a:lnTo>
                  <a:pt x="1096" y="440"/>
                </a:lnTo>
                <a:lnTo>
                  <a:pt x="1097" y="439"/>
                </a:lnTo>
                <a:lnTo>
                  <a:pt x="1097" y="439"/>
                </a:lnTo>
                <a:lnTo>
                  <a:pt x="1098" y="439"/>
                </a:lnTo>
                <a:lnTo>
                  <a:pt x="1098" y="439"/>
                </a:lnTo>
                <a:lnTo>
                  <a:pt x="1099" y="440"/>
                </a:lnTo>
                <a:lnTo>
                  <a:pt x="1099" y="440"/>
                </a:lnTo>
                <a:lnTo>
                  <a:pt x="1099" y="440"/>
                </a:lnTo>
                <a:lnTo>
                  <a:pt x="1100" y="439"/>
                </a:lnTo>
                <a:lnTo>
                  <a:pt x="1101" y="439"/>
                </a:lnTo>
                <a:lnTo>
                  <a:pt x="1101" y="439"/>
                </a:lnTo>
                <a:lnTo>
                  <a:pt x="1102" y="439"/>
                </a:lnTo>
                <a:lnTo>
                  <a:pt x="1102" y="440"/>
                </a:lnTo>
                <a:lnTo>
                  <a:pt x="1104" y="439"/>
                </a:lnTo>
                <a:lnTo>
                  <a:pt x="1104" y="439"/>
                </a:lnTo>
                <a:lnTo>
                  <a:pt x="1105" y="438"/>
                </a:lnTo>
                <a:lnTo>
                  <a:pt x="1105" y="439"/>
                </a:lnTo>
                <a:lnTo>
                  <a:pt x="1105" y="439"/>
                </a:lnTo>
                <a:lnTo>
                  <a:pt x="1106" y="438"/>
                </a:lnTo>
                <a:lnTo>
                  <a:pt x="1107" y="439"/>
                </a:lnTo>
                <a:lnTo>
                  <a:pt x="1107" y="439"/>
                </a:lnTo>
                <a:lnTo>
                  <a:pt x="1107" y="439"/>
                </a:lnTo>
                <a:lnTo>
                  <a:pt x="1108" y="439"/>
                </a:lnTo>
                <a:lnTo>
                  <a:pt x="1109" y="439"/>
                </a:lnTo>
                <a:lnTo>
                  <a:pt x="1110" y="439"/>
                </a:lnTo>
                <a:lnTo>
                  <a:pt x="1110" y="439"/>
                </a:lnTo>
                <a:lnTo>
                  <a:pt x="1111" y="439"/>
                </a:lnTo>
                <a:lnTo>
                  <a:pt x="1111" y="439"/>
                </a:lnTo>
                <a:lnTo>
                  <a:pt x="1112" y="439"/>
                </a:lnTo>
                <a:lnTo>
                  <a:pt x="1113" y="439"/>
                </a:lnTo>
                <a:lnTo>
                  <a:pt x="1114" y="439"/>
                </a:lnTo>
                <a:lnTo>
                  <a:pt x="1115" y="440"/>
                </a:lnTo>
                <a:lnTo>
                  <a:pt x="1115" y="440"/>
                </a:lnTo>
                <a:lnTo>
                  <a:pt x="1116" y="440"/>
                </a:lnTo>
                <a:lnTo>
                  <a:pt x="1117" y="439"/>
                </a:lnTo>
                <a:lnTo>
                  <a:pt x="1117" y="439"/>
                </a:lnTo>
                <a:lnTo>
                  <a:pt x="1119" y="440"/>
                </a:lnTo>
                <a:lnTo>
                  <a:pt x="1120" y="440"/>
                </a:lnTo>
                <a:lnTo>
                  <a:pt x="1120" y="440"/>
                </a:lnTo>
                <a:lnTo>
                  <a:pt x="1121" y="440"/>
                </a:lnTo>
                <a:lnTo>
                  <a:pt x="1121" y="440"/>
                </a:lnTo>
                <a:lnTo>
                  <a:pt x="1122" y="440"/>
                </a:lnTo>
                <a:lnTo>
                  <a:pt x="1122" y="440"/>
                </a:lnTo>
                <a:lnTo>
                  <a:pt x="1122" y="440"/>
                </a:lnTo>
                <a:lnTo>
                  <a:pt x="1123" y="440"/>
                </a:lnTo>
                <a:lnTo>
                  <a:pt x="1123" y="440"/>
                </a:lnTo>
                <a:lnTo>
                  <a:pt x="1124" y="440"/>
                </a:lnTo>
                <a:lnTo>
                  <a:pt x="1125" y="440"/>
                </a:lnTo>
                <a:lnTo>
                  <a:pt x="1125" y="440"/>
                </a:lnTo>
                <a:lnTo>
                  <a:pt x="1126" y="440"/>
                </a:lnTo>
                <a:lnTo>
                  <a:pt x="1128" y="440"/>
                </a:lnTo>
                <a:lnTo>
                  <a:pt x="1128" y="439"/>
                </a:lnTo>
                <a:lnTo>
                  <a:pt x="1129" y="439"/>
                </a:lnTo>
                <a:lnTo>
                  <a:pt x="1129" y="439"/>
                </a:lnTo>
                <a:lnTo>
                  <a:pt x="1131" y="439"/>
                </a:lnTo>
                <a:lnTo>
                  <a:pt x="1131" y="439"/>
                </a:lnTo>
                <a:lnTo>
                  <a:pt x="1132" y="440"/>
                </a:lnTo>
                <a:lnTo>
                  <a:pt x="1134" y="439"/>
                </a:lnTo>
                <a:lnTo>
                  <a:pt x="1134" y="439"/>
                </a:lnTo>
                <a:lnTo>
                  <a:pt x="1134" y="439"/>
                </a:lnTo>
                <a:lnTo>
                  <a:pt x="1135" y="439"/>
                </a:lnTo>
                <a:lnTo>
                  <a:pt x="1135" y="439"/>
                </a:lnTo>
                <a:lnTo>
                  <a:pt x="1135" y="439"/>
                </a:lnTo>
                <a:lnTo>
                  <a:pt x="1136" y="439"/>
                </a:lnTo>
                <a:lnTo>
                  <a:pt x="1137" y="440"/>
                </a:lnTo>
                <a:lnTo>
                  <a:pt x="1137" y="440"/>
                </a:lnTo>
                <a:lnTo>
                  <a:pt x="1138" y="440"/>
                </a:lnTo>
                <a:lnTo>
                  <a:pt x="1139" y="440"/>
                </a:lnTo>
                <a:lnTo>
                  <a:pt x="1139" y="440"/>
                </a:lnTo>
                <a:lnTo>
                  <a:pt x="1140" y="440"/>
                </a:lnTo>
                <a:lnTo>
                  <a:pt x="1140" y="440"/>
                </a:lnTo>
                <a:lnTo>
                  <a:pt x="1141" y="440"/>
                </a:lnTo>
                <a:lnTo>
                  <a:pt x="1141" y="439"/>
                </a:lnTo>
                <a:lnTo>
                  <a:pt x="1142" y="439"/>
                </a:lnTo>
                <a:lnTo>
                  <a:pt x="1143" y="439"/>
                </a:lnTo>
                <a:lnTo>
                  <a:pt x="1143" y="439"/>
                </a:lnTo>
                <a:lnTo>
                  <a:pt x="1144" y="439"/>
                </a:lnTo>
                <a:lnTo>
                  <a:pt x="1144" y="439"/>
                </a:lnTo>
                <a:lnTo>
                  <a:pt x="1145" y="439"/>
                </a:lnTo>
                <a:lnTo>
                  <a:pt x="1145" y="439"/>
                </a:lnTo>
                <a:lnTo>
                  <a:pt x="1146" y="439"/>
                </a:lnTo>
                <a:lnTo>
                  <a:pt x="1146" y="439"/>
                </a:lnTo>
                <a:lnTo>
                  <a:pt x="1147" y="438"/>
                </a:lnTo>
                <a:lnTo>
                  <a:pt x="1147" y="438"/>
                </a:lnTo>
                <a:lnTo>
                  <a:pt x="1147" y="438"/>
                </a:lnTo>
                <a:lnTo>
                  <a:pt x="1149" y="439"/>
                </a:lnTo>
                <a:lnTo>
                  <a:pt x="1149" y="439"/>
                </a:lnTo>
                <a:lnTo>
                  <a:pt x="1150" y="439"/>
                </a:lnTo>
                <a:lnTo>
                  <a:pt x="1151" y="439"/>
                </a:lnTo>
                <a:lnTo>
                  <a:pt x="1152" y="439"/>
                </a:lnTo>
                <a:lnTo>
                  <a:pt x="1152" y="439"/>
                </a:lnTo>
                <a:lnTo>
                  <a:pt x="1152" y="439"/>
                </a:lnTo>
                <a:lnTo>
                  <a:pt x="1153" y="440"/>
                </a:lnTo>
                <a:lnTo>
                  <a:pt x="1153" y="439"/>
                </a:lnTo>
                <a:lnTo>
                  <a:pt x="1153" y="439"/>
                </a:lnTo>
                <a:lnTo>
                  <a:pt x="1154" y="439"/>
                </a:lnTo>
                <a:lnTo>
                  <a:pt x="1154" y="439"/>
                </a:lnTo>
                <a:lnTo>
                  <a:pt x="1155" y="439"/>
                </a:lnTo>
                <a:lnTo>
                  <a:pt x="1155" y="439"/>
                </a:lnTo>
                <a:lnTo>
                  <a:pt x="1157" y="439"/>
                </a:lnTo>
                <a:lnTo>
                  <a:pt x="1158" y="439"/>
                </a:lnTo>
                <a:lnTo>
                  <a:pt x="1158" y="439"/>
                </a:lnTo>
                <a:lnTo>
                  <a:pt x="1158" y="439"/>
                </a:lnTo>
                <a:lnTo>
                  <a:pt x="1159" y="439"/>
                </a:lnTo>
                <a:lnTo>
                  <a:pt x="1159" y="439"/>
                </a:lnTo>
                <a:lnTo>
                  <a:pt x="1161" y="439"/>
                </a:lnTo>
                <a:lnTo>
                  <a:pt x="1161" y="439"/>
                </a:lnTo>
                <a:lnTo>
                  <a:pt x="1161" y="439"/>
                </a:lnTo>
                <a:lnTo>
                  <a:pt x="1162" y="439"/>
                </a:lnTo>
                <a:lnTo>
                  <a:pt x="1162" y="439"/>
                </a:lnTo>
                <a:lnTo>
                  <a:pt x="1163" y="439"/>
                </a:lnTo>
                <a:lnTo>
                  <a:pt x="1164" y="439"/>
                </a:lnTo>
                <a:lnTo>
                  <a:pt x="1164" y="439"/>
                </a:lnTo>
                <a:lnTo>
                  <a:pt x="1165" y="439"/>
                </a:lnTo>
                <a:lnTo>
                  <a:pt x="1165" y="440"/>
                </a:lnTo>
                <a:lnTo>
                  <a:pt x="1166" y="439"/>
                </a:lnTo>
                <a:lnTo>
                  <a:pt x="1167" y="440"/>
                </a:lnTo>
                <a:lnTo>
                  <a:pt x="1168" y="440"/>
                </a:lnTo>
                <a:lnTo>
                  <a:pt x="1168" y="440"/>
                </a:lnTo>
                <a:lnTo>
                  <a:pt x="1169" y="440"/>
                </a:lnTo>
                <a:lnTo>
                  <a:pt x="1169" y="440"/>
                </a:lnTo>
                <a:lnTo>
                  <a:pt x="1170" y="440"/>
                </a:lnTo>
                <a:lnTo>
                  <a:pt x="1170" y="439"/>
                </a:lnTo>
                <a:lnTo>
                  <a:pt x="1171" y="440"/>
                </a:lnTo>
                <a:lnTo>
                  <a:pt x="1171" y="440"/>
                </a:lnTo>
                <a:lnTo>
                  <a:pt x="1172" y="439"/>
                </a:lnTo>
                <a:lnTo>
                  <a:pt x="1173" y="440"/>
                </a:lnTo>
                <a:lnTo>
                  <a:pt x="1173" y="440"/>
                </a:lnTo>
                <a:lnTo>
                  <a:pt x="1173" y="439"/>
                </a:lnTo>
                <a:lnTo>
                  <a:pt x="1174" y="439"/>
                </a:lnTo>
                <a:lnTo>
                  <a:pt x="1175" y="440"/>
                </a:lnTo>
                <a:lnTo>
                  <a:pt x="1176" y="440"/>
                </a:lnTo>
                <a:lnTo>
                  <a:pt x="1176" y="440"/>
                </a:lnTo>
                <a:lnTo>
                  <a:pt x="1176" y="440"/>
                </a:lnTo>
                <a:lnTo>
                  <a:pt x="1177" y="441"/>
                </a:lnTo>
                <a:lnTo>
                  <a:pt x="1177" y="441"/>
                </a:lnTo>
                <a:lnTo>
                  <a:pt x="1178" y="441"/>
                </a:lnTo>
                <a:lnTo>
                  <a:pt x="1179" y="440"/>
                </a:lnTo>
                <a:lnTo>
                  <a:pt x="1179" y="440"/>
                </a:lnTo>
                <a:lnTo>
                  <a:pt x="1181" y="438"/>
                </a:lnTo>
                <a:lnTo>
                  <a:pt x="1182" y="438"/>
                </a:lnTo>
                <a:lnTo>
                  <a:pt x="1182" y="438"/>
                </a:lnTo>
                <a:lnTo>
                  <a:pt x="1183" y="439"/>
                </a:lnTo>
                <a:lnTo>
                  <a:pt x="1183" y="439"/>
                </a:lnTo>
                <a:lnTo>
                  <a:pt x="1184" y="439"/>
                </a:lnTo>
                <a:lnTo>
                  <a:pt x="1185" y="439"/>
                </a:lnTo>
                <a:lnTo>
                  <a:pt x="1186" y="439"/>
                </a:lnTo>
                <a:lnTo>
                  <a:pt x="1186" y="439"/>
                </a:lnTo>
                <a:lnTo>
                  <a:pt x="1187" y="439"/>
                </a:lnTo>
                <a:lnTo>
                  <a:pt x="1188" y="439"/>
                </a:lnTo>
                <a:lnTo>
                  <a:pt x="1188" y="439"/>
                </a:lnTo>
                <a:lnTo>
                  <a:pt x="1189" y="439"/>
                </a:lnTo>
                <a:lnTo>
                  <a:pt x="1189" y="439"/>
                </a:lnTo>
                <a:lnTo>
                  <a:pt x="1191" y="439"/>
                </a:lnTo>
                <a:lnTo>
                  <a:pt x="1192" y="439"/>
                </a:lnTo>
                <a:lnTo>
                  <a:pt x="1193" y="438"/>
                </a:lnTo>
                <a:lnTo>
                  <a:pt x="1193" y="439"/>
                </a:lnTo>
                <a:lnTo>
                  <a:pt x="1194" y="439"/>
                </a:lnTo>
                <a:lnTo>
                  <a:pt x="1194" y="439"/>
                </a:lnTo>
                <a:lnTo>
                  <a:pt x="1196" y="440"/>
                </a:lnTo>
                <a:lnTo>
                  <a:pt x="1196" y="440"/>
                </a:lnTo>
                <a:lnTo>
                  <a:pt x="1197" y="439"/>
                </a:lnTo>
                <a:lnTo>
                  <a:pt x="1197" y="440"/>
                </a:lnTo>
                <a:lnTo>
                  <a:pt x="1198" y="440"/>
                </a:lnTo>
                <a:lnTo>
                  <a:pt x="1199" y="440"/>
                </a:lnTo>
                <a:lnTo>
                  <a:pt x="1200" y="439"/>
                </a:lnTo>
                <a:lnTo>
                  <a:pt x="1200" y="439"/>
                </a:lnTo>
                <a:lnTo>
                  <a:pt x="1201" y="440"/>
                </a:lnTo>
                <a:lnTo>
                  <a:pt x="1202" y="440"/>
                </a:lnTo>
                <a:lnTo>
                  <a:pt x="1202" y="440"/>
                </a:lnTo>
                <a:lnTo>
                  <a:pt x="1202" y="440"/>
                </a:lnTo>
                <a:lnTo>
                  <a:pt x="1203" y="439"/>
                </a:lnTo>
                <a:lnTo>
                  <a:pt x="1203" y="439"/>
                </a:lnTo>
                <a:lnTo>
                  <a:pt x="1204" y="439"/>
                </a:lnTo>
                <a:lnTo>
                  <a:pt x="1206" y="440"/>
                </a:lnTo>
                <a:lnTo>
                  <a:pt x="1206" y="440"/>
                </a:lnTo>
                <a:lnTo>
                  <a:pt x="1207" y="440"/>
                </a:lnTo>
                <a:lnTo>
                  <a:pt x="1208" y="440"/>
                </a:lnTo>
                <a:lnTo>
                  <a:pt x="1208" y="440"/>
                </a:lnTo>
                <a:lnTo>
                  <a:pt x="1209" y="439"/>
                </a:lnTo>
                <a:lnTo>
                  <a:pt x="1209" y="439"/>
                </a:lnTo>
                <a:lnTo>
                  <a:pt x="1210" y="439"/>
                </a:lnTo>
                <a:lnTo>
                  <a:pt x="1210" y="440"/>
                </a:lnTo>
                <a:lnTo>
                  <a:pt x="1211" y="440"/>
                </a:lnTo>
                <a:lnTo>
                  <a:pt x="1212" y="440"/>
                </a:lnTo>
                <a:lnTo>
                  <a:pt x="1212" y="439"/>
                </a:lnTo>
                <a:lnTo>
                  <a:pt x="1214" y="439"/>
                </a:lnTo>
                <a:lnTo>
                  <a:pt x="1214" y="439"/>
                </a:lnTo>
                <a:lnTo>
                  <a:pt x="1214" y="440"/>
                </a:lnTo>
                <a:lnTo>
                  <a:pt x="1215" y="439"/>
                </a:lnTo>
                <a:lnTo>
                  <a:pt x="1216" y="439"/>
                </a:lnTo>
                <a:lnTo>
                  <a:pt x="1217" y="439"/>
                </a:lnTo>
                <a:lnTo>
                  <a:pt x="1217" y="439"/>
                </a:lnTo>
                <a:lnTo>
                  <a:pt x="1218" y="439"/>
                </a:lnTo>
                <a:lnTo>
                  <a:pt x="1220" y="440"/>
                </a:lnTo>
                <a:lnTo>
                  <a:pt x="1220" y="440"/>
                </a:lnTo>
                <a:lnTo>
                  <a:pt x="1220" y="440"/>
                </a:lnTo>
                <a:lnTo>
                  <a:pt x="1221" y="439"/>
                </a:lnTo>
                <a:lnTo>
                  <a:pt x="1221" y="439"/>
                </a:lnTo>
                <a:lnTo>
                  <a:pt x="1222" y="439"/>
                </a:lnTo>
                <a:lnTo>
                  <a:pt x="1223" y="439"/>
                </a:lnTo>
                <a:lnTo>
                  <a:pt x="1224" y="439"/>
                </a:lnTo>
                <a:lnTo>
                  <a:pt x="1224" y="439"/>
                </a:lnTo>
                <a:lnTo>
                  <a:pt x="1225" y="439"/>
                </a:lnTo>
                <a:lnTo>
                  <a:pt x="1226" y="439"/>
                </a:lnTo>
                <a:lnTo>
                  <a:pt x="1226" y="439"/>
                </a:lnTo>
                <a:lnTo>
                  <a:pt x="1227" y="440"/>
                </a:lnTo>
                <a:lnTo>
                  <a:pt x="1227" y="440"/>
                </a:lnTo>
                <a:lnTo>
                  <a:pt x="1229" y="439"/>
                </a:lnTo>
                <a:lnTo>
                  <a:pt x="1230" y="439"/>
                </a:lnTo>
                <a:lnTo>
                  <a:pt x="1230" y="439"/>
                </a:lnTo>
                <a:lnTo>
                  <a:pt x="1230" y="439"/>
                </a:lnTo>
                <a:lnTo>
                  <a:pt x="1231" y="440"/>
                </a:lnTo>
                <a:lnTo>
                  <a:pt x="1232" y="440"/>
                </a:lnTo>
                <a:lnTo>
                  <a:pt x="1232" y="440"/>
                </a:lnTo>
                <a:lnTo>
                  <a:pt x="1232" y="440"/>
                </a:lnTo>
                <a:lnTo>
                  <a:pt x="1233" y="439"/>
                </a:lnTo>
                <a:lnTo>
                  <a:pt x="1234" y="439"/>
                </a:lnTo>
                <a:lnTo>
                  <a:pt x="1234" y="439"/>
                </a:lnTo>
                <a:lnTo>
                  <a:pt x="1235" y="439"/>
                </a:lnTo>
                <a:lnTo>
                  <a:pt x="1236" y="439"/>
                </a:lnTo>
                <a:lnTo>
                  <a:pt x="1236" y="439"/>
                </a:lnTo>
                <a:lnTo>
                  <a:pt x="1237" y="439"/>
                </a:lnTo>
                <a:lnTo>
                  <a:pt x="1238" y="439"/>
                </a:lnTo>
                <a:lnTo>
                  <a:pt x="1238" y="439"/>
                </a:lnTo>
                <a:lnTo>
                  <a:pt x="1238" y="439"/>
                </a:lnTo>
                <a:lnTo>
                  <a:pt x="1239" y="439"/>
                </a:lnTo>
                <a:lnTo>
                  <a:pt x="1239" y="439"/>
                </a:lnTo>
                <a:lnTo>
                  <a:pt x="1240" y="439"/>
                </a:lnTo>
                <a:lnTo>
                  <a:pt x="1240" y="439"/>
                </a:lnTo>
                <a:lnTo>
                  <a:pt x="1241" y="440"/>
                </a:lnTo>
                <a:lnTo>
                  <a:pt x="1242" y="440"/>
                </a:lnTo>
                <a:lnTo>
                  <a:pt x="1244" y="439"/>
                </a:lnTo>
                <a:lnTo>
                  <a:pt x="1244" y="439"/>
                </a:lnTo>
                <a:lnTo>
                  <a:pt x="1245" y="439"/>
                </a:lnTo>
                <a:lnTo>
                  <a:pt x="1245" y="439"/>
                </a:lnTo>
                <a:lnTo>
                  <a:pt x="1246" y="439"/>
                </a:lnTo>
                <a:lnTo>
                  <a:pt x="1247" y="439"/>
                </a:lnTo>
                <a:lnTo>
                  <a:pt x="1248" y="439"/>
                </a:lnTo>
                <a:lnTo>
                  <a:pt x="1248" y="439"/>
                </a:lnTo>
                <a:lnTo>
                  <a:pt x="1249" y="439"/>
                </a:lnTo>
                <a:lnTo>
                  <a:pt x="1250" y="439"/>
                </a:lnTo>
                <a:lnTo>
                  <a:pt x="1250" y="439"/>
                </a:lnTo>
                <a:lnTo>
                  <a:pt x="1251" y="440"/>
                </a:lnTo>
                <a:lnTo>
                  <a:pt x="1251" y="440"/>
                </a:lnTo>
                <a:lnTo>
                  <a:pt x="1251" y="440"/>
                </a:lnTo>
                <a:lnTo>
                  <a:pt x="1252" y="440"/>
                </a:lnTo>
                <a:lnTo>
                  <a:pt x="1254" y="439"/>
                </a:lnTo>
                <a:lnTo>
                  <a:pt x="1254" y="440"/>
                </a:lnTo>
                <a:lnTo>
                  <a:pt x="1254" y="439"/>
                </a:lnTo>
                <a:lnTo>
                  <a:pt x="1255" y="440"/>
                </a:lnTo>
                <a:lnTo>
                  <a:pt x="1256" y="440"/>
                </a:lnTo>
                <a:lnTo>
                  <a:pt x="1256" y="440"/>
                </a:lnTo>
                <a:lnTo>
                  <a:pt x="1257" y="439"/>
                </a:lnTo>
                <a:lnTo>
                  <a:pt x="1258" y="439"/>
                </a:lnTo>
                <a:lnTo>
                  <a:pt x="1260" y="439"/>
                </a:lnTo>
                <a:lnTo>
                  <a:pt x="1260" y="439"/>
                </a:lnTo>
                <a:lnTo>
                  <a:pt x="1260" y="439"/>
                </a:lnTo>
                <a:lnTo>
                  <a:pt x="1261" y="440"/>
                </a:lnTo>
                <a:lnTo>
                  <a:pt x="1262" y="440"/>
                </a:lnTo>
                <a:lnTo>
                  <a:pt x="1262" y="439"/>
                </a:lnTo>
                <a:lnTo>
                  <a:pt x="1263" y="439"/>
                </a:lnTo>
                <a:lnTo>
                  <a:pt x="1263" y="439"/>
                </a:lnTo>
                <a:lnTo>
                  <a:pt x="1264" y="439"/>
                </a:lnTo>
                <a:lnTo>
                  <a:pt x="1265" y="440"/>
                </a:lnTo>
                <a:lnTo>
                  <a:pt x="1266" y="440"/>
                </a:lnTo>
                <a:lnTo>
                  <a:pt x="1266" y="440"/>
                </a:lnTo>
                <a:lnTo>
                  <a:pt x="1268" y="439"/>
                </a:lnTo>
                <a:lnTo>
                  <a:pt x="1268" y="439"/>
                </a:lnTo>
                <a:lnTo>
                  <a:pt x="1268" y="439"/>
                </a:lnTo>
                <a:lnTo>
                  <a:pt x="1269" y="439"/>
                </a:lnTo>
                <a:lnTo>
                  <a:pt x="1270" y="439"/>
                </a:lnTo>
                <a:lnTo>
                  <a:pt x="1270" y="439"/>
                </a:lnTo>
                <a:lnTo>
                  <a:pt x="1271" y="439"/>
                </a:lnTo>
                <a:lnTo>
                  <a:pt x="1271" y="439"/>
                </a:lnTo>
                <a:lnTo>
                  <a:pt x="1272" y="439"/>
                </a:lnTo>
                <a:lnTo>
                  <a:pt x="1272" y="439"/>
                </a:lnTo>
                <a:lnTo>
                  <a:pt x="1273" y="439"/>
                </a:lnTo>
                <a:lnTo>
                  <a:pt x="1274" y="439"/>
                </a:lnTo>
                <a:lnTo>
                  <a:pt x="1274" y="439"/>
                </a:lnTo>
                <a:lnTo>
                  <a:pt x="1274" y="439"/>
                </a:lnTo>
                <a:lnTo>
                  <a:pt x="1275" y="439"/>
                </a:lnTo>
                <a:lnTo>
                  <a:pt x="1275" y="439"/>
                </a:lnTo>
                <a:lnTo>
                  <a:pt x="1276" y="439"/>
                </a:lnTo>
                <a:lnTo>
                  <a:pt x="1276" y="439"/>
                </a:lnTo>
                <a:lnTo>
                  <a:pt x="1278" y="439"/>
                </a:lnTo>
                <a:lnTo>
                  <a:pt x="1278" y="439"/>
                </a:lnTo>
                <a:lnTo>
                  <a:pt x="1278" y="439"/>
                </a:lnTo>
                <a:lnTo>
                  <a:pt x="1280" y="440"/>
                </a:lnTo>
                <a:lnTo>
                  <a:pt x="1280" y="440"/>
                </a:lnTo>
                <a:lnTo>
                  <a:pt x="1280" y="440"/>
                </a:lnTo>
                <a:lnTo>
                  <a:pt x="1281" y="439"/>
                </a:lnTo>
                <a:lnTo>
                  <a:pt x="1281" y="439"/>
                </a:lnTo>
                <a:lnTo>
                  <a:pt x="1282" y="440"/>
                </a:lnTo>
                <a:lnTo>
                  <a:pt x="1283" y="439"/>
                </a:lnTo>
                <a:lnTo>
                  <a:pt x="1284" y="440"/>
                </a:lnTo>
                <a:lnTo>
                  <a:pt x="1284" y="440"/>
                </a:lnTo>
                <a:lnTo>
                  <a:pt x="1284" y="440"/>
                </a:lnTo>
                <a:lnTo>
                  <a:pt x="1285" y="439"/>
                </a:lnTo>
                <a:lnTo>
                  <a:pt x="1286" y="440"/>
                </a:lnTo>
                <a:lnTo>
                  <a:pt x="1286" y="440"/>
                </a:lnTo>
                <a:lnTo>
                  <a:pt x="1287" y="439"/>
                </a:lnTo>
                <a:lnTo>
                  <a:pt x="1287" y="439"/>
                </a:lnTo>
                <a:lnTo>
                  <a:pt x="1288" y="439"/>
                </a:lnTo>
                <a:lnTo>
                  <a:pt x="1289" y="439"/>
                </a:lnTo>
                <a:lnTo>
                  <a:pt x="1289" y="439"/>
                </a:lnTo>
                <a:lnTo>
                  <a:pt x="1289" y="439"/>
                </a:lnTo>
                <a:lnTo>
                  <a:pt x="1290" y="440"/>
                </a:lnTo>
                <a:lnTo>
                  <a:pt x="1290" y="440"/>
                </a:lnTo>
                <a:lnTo>
                  <a:pt x="1291" y="440"/>
                </a:lnTo>
                <a:lnTo>
                  <a:pt x="1292" y="440"/>
                </a:lnTo>
                <a:lnTo>
                  <a:pt x="1292" y="440"/>
                </a:lnTo>
                <a:lnTo>
                  <a:pt x="1292" y="440"/>
                </a:lnTo>
                <a:lnTo>
                  <a:pt x="1293" y="440"/>
                </a:lnTo>
                <a:lnTo>
                  <a:pt x="1293" y="440"/>
                </a:lnTo>
                <a:lnTo>
                  <a:pt x="1294" y="440"/>
                </a:lnTo>
                <a:lnTo>
                  <a:pt x="1294" y="440"/>
                </a:lnTo>
                <a:lnTo>
                  <a:pt x="1295" y="439"/>
                </a:lnTo>
                <a:lnTo>
                  <a:pt x="1295" y="440"/>
                </a:lnTo>
                <a:lnTo>
                  <a:pt x="1296" y="440"/>
                </a:lnTo>
                <a:lnTo>
                  <a:pt x="1296" y="440"/>
                </a:lnTo>
                <a:lnTo>
                  <a:pt x="1296" y="439"/>
                </a:lnTo>
                <a:lnTo>
                  <a:pt x="1298" y="440"/>
                </a:lnTo>
                <a:lnTo>
                  <a:pt x="1298" y="440"/>
                </a:lnTo>
                <a:lnTo>
                  <a:pt x="1298" y="440"/>
                </a:lnTo>
                <a:lnTo>
                  <a:pt x="1299" y="440"/>
                </a:lnTo>
                <a:lnTo>
                  <a:pt x="1300" y="439"/>
                </a:lnTo>
                <a:lnTo>
                  <a:pt x="1300" y="440"/>
                </a:lnTo>
                <a:lnTo>
                  <a:pt x="1301" y="439"/>
                </a:lnTo>
                <a:lnTo>
                  <a:pt x="1302" y="439"/>
                </a:lnTo>
                <a:lnTo>
                  <a:pt x="1302" y="439"/>
                </a:lnTo>
                <a:lnTo>
                  <a:pt x="1303" y="439"/>
                </a:lnTo>
                <a:lnTo>
                  <a:pt x="1304" y="439"/>
                </a:lnTo>
                <a:lnTo>
                  <a:pt x="1304" y="439"/>
                </a:lnTo>
                <a:lnTo>
                  <a:pt x="1305" y="440"/>
                </a:lnTo>
                <a:lnTo>
                  <a:pt x="1305" y="440"/>
                </a:lnTo>
                <a:lnTo>
                  <a:pt x="1306" y="440"/>
                </a:lnTo>
                <a:lnTo>
                  <a:pt x="1306" y="440"/>
                </a:lnTo>
                <a:lnTo>
                  <a:pt x="1307" y="439"/>
                </a:lnTo>
                <a:lnTo>
                  <a:pt x="1308" y="439"/>
                </a:lnTo>
                <a:lnTo>
                  <a:pt x="1308" y="439"/>
                </a:lnTo>
                <a:lnTo>
                  <a:pt x="1309" y="439"/>
                </a:lnTo>
                <a:lnTo>
                  <a:pt x="1310" y="439"/>
                </a:lnTo>
                <a:lnTo>
                  <a:pt x="1310" y="439"/>
                </a:lnTo>
                <a:lnTo>
                  <a:pt x="1311" y="439"/>
                </a:lnTo>
                <a:lnTo>
                  <a:pt x="1311" y="439"/>
                </a:lnTo>
                <a:lnTo>
                  <a:pt x="1312" y="439"/>
                </a:lnTo>
                <a:lnTo>
                  <a:pt x="1312" y="439"/>
                </a:lnTo>
                <a:lnTo>
                  <a:pt x="1313" y="439"/>
                </a:lnTo>
                <a:lnTo>
                  <a:pt x="1313" y="439"/>
                </a:lnTo>
                <a:lnTo>
                  <a:pt x="1314" y="439"/>
                </a:lnTo>
                <a:lnTo>
                  <a:pt x="1316" y="440"/>
                </a:lnTo>
                <a:lnTo>
                  <a:pt x="1316" y="440"/>
                </a:lnTo>
                <a:lnTo>
                  <a:pt x="1316" y="440"/>
                </a:lnTo>
                <a:lnTo>
                  <a:pt x="1317" y="440"/>
                </a:lnTo>
                <a:lnTo>
                  <a:pt x="1317" y="440"/>
                </a:lnTo>
                <a:lnTo>
                  <a:pt x="1318" y="440"/>
                </a:lnTo>
                <a:lnTo>
                  <a:pt x="1319" y="439"/>
                </a:lnTo>
                <a:lnTo>
                  <a:pt x="1319" y="439"/>
                </a:lnTo>
                <a:lnTo>
                  <a:pt x="1320" y="439"/>
                </a:lnTo>
                <a:lnTo>
                  <a:pt x="1320" y="439"/>
                </a:lnTo>
                <a:lnTo>
                  <a:pt x="1322" y="439"/>
                </a:lnTo>
                <a:lnTo>
                  <a:pt x="1322" y="439"/>
                </a:lnTo>
                <a:lnTo>
                  <a:pt x="1322" y="439"/>
                </a:lnTo>
                <a:lnTo>
                  <a:pt x="1322" y="439"/>
                </a:lnTo>
                <a:lnTo>
                  <a:pt x="1323" y="440"/>
                </a:lnTo>
                <a:lnTo>
                  <a:pt x="1323" y="440"/>
                </a:lnTo>
                <a:lnTo>
                  <a:pt x="1324" y="439"/>
                </a:lnTo>
                <a:lnTo>
                  <a:pt x="1326" y="439"/>
                </a:lnTo>
                <a:lnTo>
                  <a:pt x="1326" y="438"/>
                </a:lnTo>
                <a:lnTo>
                  <a:pt x="1326" y="438"/>
                </a:lnTo>
                <a:lnTo>
                  <a:pt x="1327" y="439"/>
                </a:lnTo>
                <a:lnTo>
                  <a:pt x="1328" y="439"/>
                </a:lnTo>
                <a:lnTo>
                  <a:pt x="1328" y="439"/>
                </a:lnTo>
                <a:lnTo>
                  <a:pt x="1328" y="439"/>
                </a:lnTo>
                <a:lnTo>
                  <a:pt x="1329" y="439"/>
                </a:lnTo>
                <a:lnTo>
                  <a:pt x="1330" y="439"/>
                </a:lnTo>
                <a:lnTo>
                  <a:pt x="1330" y="439"/>
                </a:lnTo>
                <a:lnTo>
                  <a:pt x="1332" y="439"/>
                </a:lnTo>
                <a:lnTo>
                  <a:pt x="1332" y="439"/>
                </a:lnTo>
                <a:lnTo>
                  <a:pt x="1332" y="439"/>
                </a:lnTo>
                <a:lnTo>
                  <a:pt x="1334" y="439"/>
                </a:lnTo>
                <a:lnTo>
                  <a:pt x="1334" y="439"/>
                </a:lnTo>
                <a:lnTo>
                  <a:pt x="1334" y="439"/>
                </a:lnTo>
                <a:lnTo>
                  <a:pt x="1335" y="439"/>
                </a:lnTo>
                <a:lnTo>
                  <a:pt x="1335" y="439"/>
                </a:lnTo>
                <a:lnTo>
                  <a:pt x="1336" y="439"/>
                </a:lnTo>
                <a:lnTo>
                  <a:pt x="1338" y="440"/>
                </a:lnTo>
                <a:lnTo>
                  <a:pt x="1338" y="440"/>
                </a:lnTo>
                <a:lnTo>
                  <a:pt x="1338" y="440"/>
                </a:lnTo>
                <a:lnTo>
                  <a:pt x="1340" y="440"/>
                </a:lnTo>
                <a:lnTo>
                  <a:pt x="1340" y="440"/>
                </a:lnTo>
                <a:lnTo>
                  <a:pt x="1340" y="440"/>
                </a:lnTo>
                <a:lnTo>
                  <a:pt x="1341" y="440"/>
                </a:lnTo>
                <a:lnTo>
                  <a:pt x="1341" y="440"/>
                </a:lnTo>
                <a:lnTo>
                  <a:pt x="1342" y="439"/>
                </a:lnTo>
                <a:lnTo>
                  <a:pt x="1342" y="439"/>
                </a:lnTo>
                <a:lnTo>
                  <a:pt x="1342" y="439"/>
                </a:lnTo>
                <a:lnTo>
                  <a:pt x="1343" y="439"/>
                </a:lnTo>
                <a:lnTo>
                  <a:pt x="1344" y="439"/>
                </a:lnTo>
                <a:lnTo>
                  <a:pt x="1344" y="439"/>
                </a:lnTo>
                <a:lnTo>
                  <a:pt x="1346" y="439"/>
                </a:lnTo>
                <a:lnTo>
                  <a:pt x="1346" y="439"/>
                </a:lnTo>
                <a:lnTo>
                  <a:pt x="1347" y="440"/>
                </a:lnTo>
                <a:lnTo>
                  <a:pt x="1348" y="439"/>
                </a:lnTo>
                <a:lnTo>
                  <a:pt x="1348" y="439"/>
                </a:lnTo>
                <a:lnTo>
                  <a:pt x="1350" y="439"/>
                </a:lnTo>
                <a:lnTo>
                  <a:pt x="1350" y="439"/>
                </a:lnTo>
                <a:lnTo>
                  <a:pt x="1351" y="440"/>
                </a:lnTo>
                <a:lnTo>
                  <a:pt x="1352" y="440"/>
                </a:lnTo>
                <a:lnTo>
                  <a:pt x="1352" y="440"/>
                </a:lnTo>
                <a:lnTo>
                  <a:pt x="1352" y="440"/>
                </a:lnTo>
                <a:lnTo>
                  <a:pt x="1354" y="439"/>
                </a:lnTo>
                <a:lnTo>
                  <a:pt x="1354" y="439"/>
                </a:lnTo>
                <a:lnTo>
                  <a:pt x="1355" y="440"/>
                </a:lnTo>
                <a:lnTo>
                  <a:pt x="1356" y="439"/>
                </a:lnTo>
                <a:lnTo>
                  <a:pt x="1356" y="439"/>
                </a:lnTo>
                <a:lnTo>
                  <a:pt x="1357" y="440"/>
                </a:lnTo>
                <a:lnTo>
                  <a:pt x="1358" y="440"/>
                </a:lnTo>
                <a:lnTo>
                  <a:pt x="1358" y="439"/>
                </a:lnTo>
                <a:lnTo>
                  <a:pt x="1358" y="440"/>
                </a:lnTo>
                <a:lnTo>
                  <a:pt x="1360" y="439"/>
                </a:lnTo>
                <a:lnTo>
                  <a:pt x="1360" y="439"/>
                </a:lnTo>
                <a:lnTo>
                  <a:pt x="1361" y="439"/>
                </a:lnTo>
                <a:lnTo>
                  <a:pt x="1361" y="439"/>
                </a:lnTo>
                <a:lnTo>
                  <a:pt x="1362" y="439"/>
                </a:lnTo>
                <a:lnTo>
                  <a:pt x="1362" y="439"/>
                </a:lnTo>
                <a:lnTo>
                  <a:pt x="1363" y="440"/>
                </a:lnTo>
                <a:lnTo>
                  <a:pt x="1364" y="439"/>
                </a:lnTo>
                <a:lnTo>
                  <a:pt x="1364" y="439"/>
                </a:lnTo>
                <a:lnTo>
                  <a:pt x="1364" y="439"/>
                </a:lnTo>
                <a:lnTo>
                  <a:pt x="1365" y="439"/>
                </a:lnTo>
                <a:lnTo>
                  <a:pt x="1366" y="439"/>
                </a:lnTo>
                <a:lnTo>
                  <a:pt x="1366" y="439"/>
                </a:lnTo>
                <a:lnTo>
                  <a:pt x="1367" y="439"/>
                </a:lnTo>
                <a:lnTo>
                  <a:pt x="1367" y="439"/>
                </a:lnTo>
                <a:lnTo>
                  <a:pt x="1368" y="439"/>
                </a:lnTo>
                <a:lnTo>
                  <a:pt x="1369" y="439"/>
                </a:lnTo>
                <a:lnTo>
                  <a:pt x="1370" y="439"/>
                </a:lnTo>
                <a:lnTo>
                  <a:pt x="1370" y="439"/>
                </a:lnTo>
                <a:lnTo>
                  <a:pt x="1371" y="439"/>
                </a:lnTo>
                <a:lnTo>
                  <a:pt x="1372" y="439"/>
                </a:lnTo>
                <a:lnTo>
                  <a:pt x="1372" y="439"/>
                </a:lnTo>
                <a:lnTo>
                  <a:pt x="1373" y="439"/>
                </a:lnTo>
                <a:lnTo>
                  <a:pt x="1374" y="439"/>
                </a:lnTo>
                <a:lnTo>
                  <a:pt x="1374" y="439"/>
                </a:lnTo>
                <a:lnTo>
                  <a:pt x="1376" y="439"/>
                </a:lnTo>
                <a:lnTo>
                  <a:pt x="1376" y="439"/>
                </a:lnTo>
                <a:lnTo>
                  <a:pt x="1376" y="439"/>
                </a:lnTo>
                <a:lnTo>
                  <a:pt x="1377" y="439"/>
                </a:lnTo>
                <a:lnTo>
                  <a:pt x="1378" y="439"/>
                </a:lnTo>
                <a:lnTo>
                  <a:pt x="1378" y="439"/>
                </a:lnTo>
                <a:lnTo>
                  <a:pt x="1378" y="439"/>
                </a:lnTo>
                <a:lnTo>
                  <a:pt x="1380" y="439"/>
                </a:lnTo>
                <a:lnTo>
                  <a:pt x="1380" y="439"/>
                </a:lnTo>
                <a:lnTo>
                  <a:pt x="1382" y="439"/>
                </a:lnTo>
                <a:lnTo>
                  <a:pt x="1382" y="439"/>
                </a:lnTo>
                <a:lnTo>
                  <a:pt x="1382" y="439"/>
                </a:lnTo>
                <a:lnTo>
                  <a:pt x="1384" y="440"/>
                </a:lnTo>
                <a:lnTo>
                  <a:pt x="1384" y="440"/>
                </a:lnTo>
                <a:lnTo>
                  <a:pt x="1385" y="439"/>
                </a:lnTo>
                <a:lnTo>
                  <a:pt x="1386" y="439"/>
                </a:lnTo>
                <a:lnTo>
                  <a:pt x="1386" y="439"/>
                </a:lnTo>
                <a:lnTo>
                  <a:pt x="1386" y="439"/>
                </a:lnTo>
                <a:lnTo>
                  <a:pt x="1387" y="439"/>
                </a:lnTo>
                <a:lnTo>
                  <a:pt x="1388" y="439"/>
                </a:lnTo>
                <a:lnTo>
                  <a:pt x="1388" y="439"/>
                </a:lnTo>
                <a:lnTo>
                  <a:pt x="1388" y="439"/>
                </a:lnTo>
                <a:lnTo>
                  <a:pt x="1390" y="439"/>
                </a:lnTo>
                <a:lnTo>
                  <a:pt x="1390" y="439"/>
                </a:lnTo>
                <a:lnTo>
                  <a:pt x="1390" y="439"/>
                </a:lnTo>
                <a:lnTo>
                  <a:pt x="1391" y="439"/>
                </a:lnTo>
                <a:lnTo>
                  <a:pt x="1391" y="439"/>
                </a:lnTo>
                <a:lnTo>
                  <a:pt x="1392" y="439"/>
                </a:lnTo>
                <a:lnTo>
                  <a:pt x="1394" y="440"/>
                </a:lnTo>
                <a:lnTo>
                  <a:pt x="1394" y="440"/>
                </a:lnTo>
                <a:lnTo>
                  <a:pt x="1394" y="440"/>
                </a:lnTo>
                <a:lnTo>
                  <a:pt x="1394" y="440"/>
                </a:lnTo>
                <a:lnTo>
                  <a:pt x="1396" y="439"/>
                </a:lnTo>
                <a:lnTo>
                  <a:pt x="1396" y="439"/>
                </a:lnTo>
                <a:lnTo>
                  <a:pt x="1396" y="439"/>
                </a:lnTo>
                <a:lnTo>
                  <a:pt x="1396" y="439"/>
                </a:lnTo>
                <a:lnTo>
                  <a:pt x="1398" y="440"/>
                </a:lnTo>
                <a:lnTo>
                  <a:pt x="1398" y="440"/>
                </a:lnTo>
                <a:lnTo>
                  <a:pt x="1399" y="440"/>
                </a:lnTo>
                <a:lnTo>
                  <a:pt x="1400" y="440"/>
                </a:lnTo>
                <a:lnTo>
                  <a:pt x="1400" y="440"/>
                </a:lnTo>
                <a:lnTo>
                  <a:pt x="1402" y="439"/>
                </a:lnTo>
                <a:lnTo>
                  <a:pt x="1402" y="439"/>
                </a:lnTo>
                <a:lnTo>
                  <a:pt x="1402" y="439"/>
                </a:lnTo>
                <a:lnTo>
                  <a:pt x="1403" y="440"/>
                </a:lnTo>
                <a:lnTo>
                  <a:pt x="1404" y="440"/>
                </a:lnTo>
                <a:lnTo>
                  <a:pt x="1404" y="439"/>
                </a:lnTo>
                <a:lnTo>
                  <a:pt x="1404" y="440"/>
                </a:lnTo>
                <a:lnTo>
                  <a:pt x="1405" y="439"/>
                </a:lnTo>
                <a:lnTo>
                  <a:pt x="1406" y="440"/>
                </a:lnTo>
                <a:lnTo>
                  <a:pt x="1406" y="439"/>
                </a:lnTo>
                <a:lnTo>
                  <a:pt x="1406" y="439"/>
                </a:lnTo>
                <a:lnTo>
                  <a:pt x="1408" y="439"/>
                </a:lnTo>
                <a:lnTo>
                  <a:pt x="1408" y="439"/>
                </a:lnTo>
                <a:lnTo>
                  <a:pt x="1408" y="439"/>
                </a:lnTo>
                <a:lnTo>
                  <a:pt x="1410" y="439"/>
                </a:lnTo>
                <a:lnTo>
                  <a:pt x="1410" y="439"/>
                </a:lnTo>
                <a:lnTo>
                  <a:pt x="1411" y="439"/>
                </a:lnTo>
                <a:lnTo>
                  <a:pt x="1412" y="439"/>
                </a:lnTo>
                <a:lnTo>
                  <a:pt x="1412" y="439"/>
                </a:lnTo>
                <a:lnTo>
                  <a:pt x="1412" y="439"/>
                </a:lnTo>
                <a:lnTo>
                  <a:pt x="1414" y="439"/>
                </a:lnTo>
                <a:lnTo>
                  <a:pt x="1414" y="439"/>
                </a:lnTo>
                <a:lnTo>
                  <a:pt x="1414" y="440"/>
                </a:lnTo>
                <a:lnTo>
                  <a:pt x="1415" y="439"/>
                </a:lnTo>
                <a:lnTo>
                  <a:pt x="1416" y="439"/>
                </a:lnTo>
                <a:lnTo>
                  <a:pt x="1416" y="439"/>
                </a:lnTo>
                <a:lnTo>
                  <a:pt x="1418" y="440"/>
                </a:lnTo>
                <a:lnTo>
                  <a:pt x="1418" y="440"/>
                </a:lnTo>
                <a:lnTo>
                  <a:pt x="1419" y="439"/>
                </a:lnTo>
                <a:lnTo>
                  <a:pt x="1419" y="440"/>
                </a:lnTo>
                <a:lnTo>
                  <a:pt x="1420" y="440"/>
                </a:lnTo>
                <a:lnTo>
                  <a:pt x="1420" y="440"/>
                </a:lnTo>
                <a:lnTo>
                  <a:pt x="1420" y="440"/>
                </a:lnTo>
                <a:lnTo>
                  <a:pt x="1421" y="439"/>
                </a:lnTo>
                <a:lnTo>
                  <a:pt x="1422" y="439"/>
                </a:lnTo>
                <a:lnTo>
                  <a:pt x="1422" y="440"/>
                </a:lnTo>
                <a:lnTo>
                  <a:pt x="1423" y="439"/>
                </a:lnTo>
                <a:lnTo>
                  <a:pt x="1424" y="440"/>
                </a:lnTo>
                <a:lnTo>
                  <a:pt x="1424" y="440"/>
                </a:lnTo>
                <a:lnTo>
                  <a:pt x="1424" y="440"/>
                </a:lnTo>
                <a:lnTo>
                  <a:pt x="1426" y="439"/>
                </a:lnTo>
                <a:lnTo>
                  <a:pt x="1426" y="439"/>
                </a:lnTo>
                <a:lnTo>
                  <a:pt x="1426" y="439"/>
                </a:lnTo>
                <a:lnTo>
                  <a:pt x="1426" y="439"/>
                </a:lnTo>
                <a:lnTo>
                  <a:pt x="1427" y="439"/>
                </a:lnTo>
                <a:lnTo>
                  <a:pt x="1428" y="439"/>
                </a:lnTo>
                <a:lnTo>
                  <a:pt x="1428" y="439"/>
                </a:lnTo>
                <a:lnTo>
                  <a:pt x="1428" y="439"/>
                </a:lnTo>
                <a:lnTo>
                  <a:pt x="1429" y="439"/>
                </a:lnTo>
                <a:lnTo>
                  <a:pt x="1430" y="439"/>
                </a:lnTo>
                <a:lnTo>
                  <a:pt x="1430" y="439"/>
                </a:lnTo>
                <a:lnTo>
                  <a:pt x="1432" y="439"/>
                </a:lnTo>
                <a:lnTo>
                  <a:pt x="1432" y="439"/>
                </a:lnTo>
                <a:lnTo>
                  <a:pt x="1432" y="439"/>
                </a:lnTo>
                <a:lnTo>
                  <a:pt x="1432" y="439"/>
                </a:lnTo>
                <a:lnTo>
                  <a:pt x="1433" y="440"/>
                </a:lnTo>
                <a:lnTo>
                  <a:pt x="1434" y="440"/>
                </a:lnTo>
                <a:lnTo>
                  <a:pt x="1434" y="440"/>
                </a:lnTo>
                <a:lnTo>
                  <a:pt x="1435" y="440"/>
                </a:lnTo>
                <a:lnTo>
                  <a:pt x="1436" y="439"/>
                </a:lnTo>
                <a:lnTo>
                  <a:pt x="1436" y="439"/>
                </a:lnTo>
                <a:lnTo>
                  <a:pt x="1437" y="439"/>
                </a:lnTo>
                <a:lnTo>
                  <a:pt x="1438" y="439"/>
                </a:lnTo>
                <a:lnTo>
                  <a:pt x="1438" y="439"/>
                </a:lnTo>
                <a:lnTo>
                  <a:pt x="1440" y="440"/>
                </a:lnTo>
                <a:lnTo>
                  <a:pt x="1440" y="440"/>
                </a:lnTo>
                <a:lnTo>
                  <a:pt x="1442" y="439"/>
                </a:lnTo>
                <a:lnTo>
                  <a:pt x="1442" y="439"/>
                </a:lnTo>
                <a:lnTo>
                  <a:pt x="1442" y="439"/>
                </a:lnTo>
                <a:lnTo>
                  <a:pt x="1443" y="438"/>
                </a:lnTo>
                <a:lnTo>
                  <a:pt x="1444" y="439"/>
                </a:lnTo>
                <a:lnTo>
                  <a:pt x="1444" y="439"/>
                </a:lnTo>
                <a:lnTo>
                  <a:pt x="1445" y="440"/>
                </a:lnTo>
                <a:lnTo>
                  <a:pt x="1446" y="439"/>
                </a:lnTo>
                <a:lnTo>
                  <a:pt x="1446" y="439"/>
                </a:lnTo>
                <a:lnTo>
                  <a:pt x="1447" y="439"/>
                </a:lnTo>
                <a:lnTo>
                  <a:pt x="1448" y="439"/>
                </a:lnTo>
                <a:lnTo>
                  <a:pt x="1448" y="439"/>
                </a:lnTo>
                <a:lnTo>
                  <a:pt x="1448" y="439"/>
                </a:lnTo>
                <a:lnTo>
                  <a:pt x="1449" y="440"/>
                </a:lnTo>
                <a:lnTo>
                  <a:pt x="1450" y="440"/>
                </a:lnTo>
                <a:lnTo>
                  <a:pt x="1450" y="440"/>
                </a:lnTo>
                <a:lnTo>
                  <a:pt x="1452" y="439"/>
                </a:lnTo>
                <a:lnTo>
                  <a:pt x="1452" y="439"/>
                </a:lnTo>
                <a:lnTo>
                  <a:pt x="1453" y="440"/>
                </a:lnTo>
                <a:lnTo>
                  <a:pt x="1454" y="440"/>
                </a:lnTo>
                <a:lnTo>
                  <a:pt x="1454" y="440"/>
                </a:lnTo>
                <a:lnTo>
                  <a:pt x="1454" y="439"/>
                </a:lnTo>
                <a:lnTo>
                  <a:pt x="1455" y="440"/>
                </a:lnTo>
                <a:lnTo>
                  <a:pt x="1456" y="440"/>
                </a:lnTo>
                <a:lnTo>
                  <a:pt x="1456" y="440"/>
                </a:lnTo>
                <a:lnTo>
                  <a:pt x="1457" y="439"/>
                </a:lnTo>
                <a:lnTo>
                  <a:pt x="1458" y="439"/>
                </a:lnTo>
                <a:lnTo>
                  <a:pt x="1458" y="439"/>
                </a:lnTo>
                <a:lnTo>
                  <a:pt x="1458" y="439"/>
                </a:lnTo>
                <a:lnTo>
                  <a:pt x="1460" y="440"/>
                </a:lnTo>
                <a:lnTo>
                  <a:pt x="1460" y="440"/>
                </a:lnTo>
                <a:lnTo>
                  <a:pt x="1460" y="440"/>
                </a:lnTo>
                <a:lnTo>
                  <a:pt x="1462" y="439"/>
                </a:lnTo>
                <a:lnTo>
                  <a:pt x="1462" y="439"/>
                </a:lnTo>
                <a:lnTo>
                  <a:pt x="1462" y="439"/>
                </a:lnTo>
                <a:lnTo>
                  <a:pt x="1462" y="439"/>
                </a:lnTo>
                <a:lnTo>
                  <a:pt x="1463" y="439"/>
                </a:lnTo>
                <a:lnTo>
                  <a:pt x="1464" y="439"/>
                </a:lnTo>
                <a:lnTo>
                  <a:pt x="1464" y="439"/>
                </a:lnTo>
                <a:lnTo>
                  <a:pt x="1464" y="439"/>
                </a:lnTo>
                <a:lnTo>
                  <a:pt x="1466" y="439"/>
                </a:lnTo>
                <a:lnTo>
                  <a:pt x="1466" y="439"/>
                </a:lnTo>
                <a:lnTo>
                  <a:pt x="1466" y="439"/>
                </a:lnTo>
                <a:lnTo>
                  <a:pt x="1468" y="439"/>
                </a:lnTo>
                <a:lnTo>
                  <a:pt x="1468" y="439"/>
                </a:lnTo>
                <a:lnTo>
                  <a:pt x="1469" y="440"/>
                </a:lnTo>
                <a:lnTo>
                  <a:pt x="1470" y="440"/>
                </a:lnTo>
                <a:lnTo>
                  <a:pt x="1470" y="440"/>
                </a:lnTo>
                <a:lnTo>
                  <a:pt x="1470" y="440"/>
                </a:lnTo>
                <a:lnTo>
                  <a:pt x="1471" y="439"/>
                </a:lnTo>
                <a:lnTo>
                  <a:pt x="1472" y="439"/>
                </a:lnTo>
                <a:lnTo>
                  <a:pt x="1472" y="440"/>
                </a:lnTo>
                <a:lnTo>
                  <a:pt x="1472" y="440"/>
                </a:lnTo>
                <a:lnTo>
                  <a:pt x="1473" y="440"/>
                </a:lnTo>
                <a:lnTo>
                  <a:pt x="1474" y="440"/>
                </a:lnTo>
                <a:lnTo>
                  <a:pt x="1474" y="440"/>
                </a:lnTo>
                <a:lnTo>
                  <a:pt x="1476" y="439"/>
                </a:lnTo>
                <a:lnTo>
                  <a:pt x="1476" y="439"/>
                </a:lnTo>
                <a:lnTo>
                  <a:pt x="1476" y="439"/>
                </a:lnTo>
                <a:lnTo>
                  <a:pt x="1478" y="439"/>
                </a:lnTo>
                <a:lnTo>
                  <a:pt x="1478" y="439"/>
                </a:lnTo>
                <a:lnTo>
                  <a:pt x="1480" y="439"/>
                </a:lnTo>
                <a:lnTo>
                  <a:pt x="1480" y="440"/>
                </a:lnTo>
                <a:lnTo>
                  <a:pt x="1481" y="440"/>
                </a:lnTo>
                <a:lnTo>
                  <a:pt x="1481" y="439"/>
                </a:lnTo>
                <a:lnTo>
                  <a:pt x="1482" y="439"/>
                </a:lnTo>
                <a:lnTo>
                  <a:pt x="1482" y="440"/>
                </a:lnTo>
                <a:lnTo>
                  <a:pt x="1482" y="440"/>
                </a:lnTo>
                <a:lnTo>
                  <a:pt x="1483" y="439"/>
                </a:lnTo>
                <a:lnTo>
                  <a:pt x="1484" y="439"/>
                </a:lnTo>
                <a:lnTo>
                  <a:pt x="1484" y="440"/>
                </a:lnTo>
                <a:lnTo>
                  <a:pt x="1486" y="439"/>
                </a:lnTo>
                <a:lnTo>
                  <a:pt x="1486" y="439"/>
                </a:lnTo>
                <a:lnTo>
                  <a:pt x="1486" y="439"/>
                </a:lnTo>
                <a:lnTo>
                  <a:pt x="1487" y="439"/>
                </a:lnTo>
                <a:lnTo>
                  <a:pt x="1488" y="439"/>
                </a:lnTo>
                <a:lnTo>
                  <a:pt x="1488" y="439"/>
                </a:lnTo>
                <a:lnTo>
                  <a:pt x="1489" y="440"/>
                </a:lnTo>
                <a:lnTo>
                  <a:pt x="1490" y="440"/>
                </a:lnTo>
                <a:lnTo>
                  <a:pt x="1490" y="440"/>
                </a:lnTo>
                <a:lnTo>
                  <a:pt x="1492" y="440"/>
                </a:lnTo>
                <a:lnTo>
                  <a:pt x="1492" y="440"/>
                </a:lnTo>
                <a:lnTo>
                  <a:pt x="1492" y="440"/>
                </a:lnTo>
                <a:lnTo>
                  <a:pt x="1494" y="440"/>
                </a:lnTo>
                <a:lnTo>
                  <a:pt x="1494" y="440"/>
                </a:lnTo>
                <a:lnTo>
                  <a:pt x="1495" y="439"/>
                </a:lnTo>
                <a:lnTo>
                  <a:pt x="1496" y="440"/>
                </a:lnTo>
                <a:lnTo>
                  <a:pt x="1496" y="440"/>
                </a:lnTo>
                <a:lnTo>
                  <a:pt x="1497" y="439"/>
                </a:lnTo>
                <a:lnTo>
                  <a:pt x="1498" y="439"/>
                </a:lnTo>
                <a:lnTo>
                  <a:pt x="1498" y="439"/>
                </a:lnTo>
                <a:lnTo>
                  <a:pt x="1498" y="439"/>
                </a:lnTo>
                <a:lnTo>
                  <a:pt x="1500" y="439"/>
                </a:lnTo>
                <a:lnTo>
                  <a:pt x="1500" y="439"/>
                </a:lnTo>
                <a:lnTo>
                  <a:pt x="1501" y="439"/>
                </a:lnTo>
                <a:lnTo>
                  <a:pt x="1502" y="439"/>
                </a:lnTo>
                <a:lnTo>
                  <a:pt x="1502" y="439"/>
                </a:lnTo>
                <a:lnTo>
                  <a:pt x="1503" y="440"/>
                </a:lnTo>
                <a:lnTo>
                  <a:pt x="1504" y="439"/>
                </a:lnTo>
                <a:lnTo>
                  <a:pt x="1504" y="439"/>
                </a:lnTo>
                <a:lnTo>
                  <a:pt x="1504" y="439"/>
                </a:lnTo>
                <a:lnTo>
                  <a:pt x="1505" y="439"/>
                </a:lnTo>
                <a:lnTo>
                  <a:pt x="1506" y="439"/>
                </a:lnTo>
                <a:lnTo>
                  <a:pt x="1506" y="439"/>
                </a:lnTo>
                <a:lnTo>
                  <a:pt x="1506" y="439"/>
                </a:lnTo>
                <a:lnTo>
                  <a:pt x="1508" y="439"/>
                </a:lnTo>
                <a:lnTo>
                  <a:pt x="1508" y="439"/>
                </a:lnTo>
                <a:lnTo>
                  <a:pt x="1509" y="438"/>
                </a:lnTo>
                <a:lnTo>
                  <a:pt x="1510" y="439"/>
                </a:lnTo>
                <a:lnTo>
                  <a:pt x="1510" y="439"/>
                </a:lnTo>
                <a:lnTo>
                  <a:pt x="1512" y="440"/>
                </a:lnTo>
                <a:lnTo>
                  <a:pt x="1512" y="440"/>
                </a:lnTo>
                <a:lnTo>
                  <a:pt x="1514" y="439"/>
                </a:lnTo>
                <a:lnTo>
                  <a:pt x="1514" y="439"/>
                </a:lnTo>
                <a:lnTo>
                  <a:pt x="1514" y="439"/>
                </a:lnTo>
                <a:lnTo>
                  <a:pt x="1516" y="439"/>
                </a:lnTo>
                <a:lnTo>
                  <a:pt x="1516" y="439"/>
                </a:lnTo>
                <a:lnTo>
                  <a:pt x="1517" y="440"/>
                </a:lnTo>
                <a:lnTo>
                  <a:pt x="1518" y="439"/>
                </a:lnTo>
                <a:lnTo>
                  <a:pt x="1518" y="440"/>
                </a:lnTo>
                <a:lnTo>
                  <a:pt x="1519" y="440"/>
                </a:lnTo>
                <a:lnTo>
                  <a:pt x="1520" y="440"/>
                </a:lnTo>
                <a:lnTo>
                  <a:pt x="1520" y="440"/>
                </a:lnTo>
                <a:lnTo>
                  <a:pt x="1521" y="440"/>
                </a:lnTo>
                <a:lnTo>
                  <a:pt x="1522" y="440"/>
                </a:lnTo>
                <a:lnTo>
                  <a:pt x="1522" y="439"/>
                </a:lnTo>
                <a:lnTo>
                  <a:pt x="1523" y="440"/>
                </a:lnTo>
                <a:lnTo>
                  <a:pt x="1524" y="439"/>
                </a:lnTo>
                <a:lnTo>
                  <a:pt x="1524" y="439"/>
                </a:lnTo>
                <a:lnTo>
                  <a:pt x="1524" y="439"/>
                </a:lnTo>
                <a:lnTo>
                  <a:pt x="1525" y="439"/>
                </a:lnTo>
                <a:lnTo>
                  <a:pt x="1526" y="439"/>
                </a:lnTo>
                <a:lnTo>
                  <a:pt x="1526" y="439"/>
                </a:lnTo>
                <a:lnTo>
                  <a:pt x="1527" y="440"/>
                </a:lnTo>
                <a:lnTo>
                  <a:pt x="1528" y="439"/>
                </a:lnTo>
                <a:lnTo>
                  <a:pt x="1528" y="439"/>
                </a:lnTo>
                <a:lnTo>
                  <a:pt x="1528" y="440"/>
                </a:lnTo>
                <a:lnTo>
                  <a:pt x="1529" y="439"/>
                </a:lnTo>
                <a:lnTo>
                  <a:pt x="1530" y="439"/>
                </a:lnTo>
                <a:lnTo>
                  <a:pt x="1530" y="440"/>
                </a:lnTo>
                <a:lnTo>
                  <a:pt x="1531" y="439"/>
                </a:lnTo>
                <a:lnTo>
                  <a:pt x="1532" y="440"/>
                </a:lnTo>
                <a:lnTo>
                  <a:pt x="1532" y="440"/>
                </a:lnTo>
                <a:lnTo>
                  <a:pt x="1533" y="439"/>
                </a:lnTo>
                <a:lnTo>
                  <a:pt x="1534" y="440"/>
                </a:lnTo>
                <a:lnTo>
                  <a:pt x="1534" y="440"/>
                </a:lnTo>
                <a:lnTo>
                  <a:pt x="1534" y="440"/>
                </a:lnTo>
                <a:lnTo>
                  <a:pt x="1536" y="440"/>
                </a:lnTo>
                <a:lnTo>
                  <a:pt x="1536" y="440"/>
                </a:lnTo>
                <a:lnTo>
                  <a:pt x="1538" y="440"/>
                </a:lnTo>
                <a:lnTo>
                  <a:pt x="1538" y="440"/>
                </a:lnTo>
                <a:lnTo>
                  <a:pt x="1538" y="440"/>
                </a:lnTo>
                <a:lnTo>
                  <a:pt x="1540" y="439"/>
                </a:lnTo>
                <a:lnTo>
                  <a:pt x="1540" y="439"/>
                </a:lnTo>
                <a:lnTo>
                  <a:pt x="1540" y="439"/>
                </a:lnTo>
                <a:lnTo>
                  <a:pt x="1541" y="439"/>
                </a:lnTo>
                <a:lnTo>
                  <a:pt x="1542" y="439"/>
                </a:lnTo>
                <a:lnTo>
                  <a:pt x="1542" y="439"/>
                </a:lnTo>
                <a:lnTo>
                  <a:pt x="1542" y="439"/>
                </a:lnTo>
                <a:lnTo>
                  <a:pt x="1544" y="440"/>
                </a:lnTo>
                <a:lnTo>
                  <a:pt x="1544" y="440"/>
                </a:lnTo>
                <a:lnTo>
                  <a:pt x="1546" y="439"/>
                </a:lnTo>
                <a:lnTo>
                  <a:pt x="1546" y="439"/>
                </a:lnTo>
                <a:lnTo>
                  <a:pt x="1546" y="439"/>
                </a:lnTo>
                <a:lnTo>
                  <a:pt x="1548" y="439"/>
                </a:lnTo>
                <a:lnTo>
                  <a:pt x="1548" y="439"/>
                </a:lnTo>
                <a:lnTo>
                  <a:pt x="1548" y="439"/>
                </a:lnTo>
                <a:lnTo>
                  <a:pt x="1550" y="440"/>
                </a:lnTo>
                <a:lnTo>
                  <a:pt x="1550" y="440"/>
                </a:lnTo>
                <a:lnTo>
                  <a:pt x="1551" y="440"/>
                </a:lnTo>
                <a:lnTo>
                  <a:pt x="1552" y="440"/>
                </a:lnTo>
                <a:lnTo>
                  <a:pt x="1552" y="440"/>
                </a:lnTo>
                <a:lnTo>
                  <a:pt x="1552" y="440"/>
                </a:lnTo>
                <a:lnTo>
                  <a:pt x="1554" y="439"/>
                </a:lnTo>
                <a:lnTo>
                  <a:pt x="1554" y="439"/>
                </a:lnTo>
                <a:lnTo>
                  <a:pt x="1555" y="439"/>
                </a:lnTo>
                <a:lnTo>
                  <a:pt x="1556" y="439"/>
                </a:lnTo>
                <a:lnTo>
                  <a:pt x="1556" y="439"/>
                </a:lnTo>
                <a:lnTo>
                  <a:pt x="1557" y="440"/>
                </a:lnTo>
                <a:lnTo>
                  <a:pt x="1558" y="439"/>
                </a:lnTo>
                <a:lnTo>
                  <a:pt x="1558" y="439"/>
                </a:lnTo>
                <a:lnTo>
                  <a:pt x="1558" y="439"/>
                </a:lnTo>
                <a:lnTo>
                  <a:pt x="1560" y="440"/>
                </a:lnTo>
                <a:lnTo>
                  <a:pt x="1560" y="440"/>
                </a:lnTo>
                <a:lnTo>
                  <a:pt x="1561" y="439"/>
                </a:lnTo>
                <a:lnTo>
                  <a:pt x="1562" y="439"/>
                </a:lnTo>
                <a:lnTo>
                  <a:pt x="1562" y="439"/>
                </a:lnTo>
                <a:lnTo>
                  <a:pt x="1563" y="439"/>
                </a:lnTo>
                <a:lnTo>
                  <a:pt x="1564" y="439"/>
                </a:lnTo>
                <a:lnTo>
                  <a:pt x="1564" y="439"/>
                </a:lnTo>
                <a:lnTo>
                  <a:pt x="1564" y="439"/>
                </a:lnTo>
                <a:lnTo>
                  <a:pt x="1565" y="439"/>
                </a:lnTo>
                <a:lnTo>
                  <a:pt x="1566" y="439"/>
                </a:lnTo>
                <a:lnTo>
                  <a:pt x="1566" y="439"/>
                </a:lnTo>
                <a:lnTo>
                  <a:pt x="1567" y="439"/>
                </a:lnTo>
                <a:lnTo>
                  <a:pt x="1568" y="439"/>
                </a:lnTo>
                <a:lnTo>
                  <a:pt x="1568" y="439"/>
                </a:lnTo>
                <a:lnTo>
                  <a:pt x="1569" y="440"/>
                </a:lnTo>
                <a:lnTo>
                  <a:pt x="1570" y="440"/>
                </a:lnTo>
                <a:lnTo>
                  <a:pt x="1570" y="440"/>
                </a:lnTo>
                <a:lnTo>
                  <a:pt x="1570" y="440"/>
                </a:lnTo>
                <a:lnTo>
                  <a:pt x="1572" y="439"/>
                </a:lnTo>
                <a:lnTo>
                  <a:pt x="1572" y="439"/>
                </a:lnTo>
                <a:lnTo>
                  <a:pt x="1572" y="439"/>
                </a:lnTo>
                <a:lnTo>
                  <a:pt x="1573" y="439"/>
                </a:lnTo>
                <a:lnTo>
                  <a:pt x="1573" y="439"/>
                </a:lnTo>
                <a:lnTo>
                  <a:pt x="1574" y="439"/>
                </a:lnTo>
                <a:lnTo>
                  <a:pt x="1574" y="439"/>
                </a:lnTo>
                <a:lnTo>
                  <a:pt x="1575" y="439"/>
                </a:lnTo>
                <a:lnTo>
                  <a:pt x="1575" y="439"/>
                </a:lnTo>
                <a:lnTo>
                  <a:pt x="1576" y="439"/>
                </a:lnTo>
                <a:lnTo>
                  <a:pt x="1576" y="439"/>
                </a:lnTo>
                <a:lnTo>
                  <a:pt x="1577" y="439"/>
                </a:lnTo>
                <a:lnTo>
                  <a:pt x="1578" y="439"/>
                </a:lnTo>
                <a:lnTo>
                  <a:pt x="1578" y="439"/>
                </a:lnTo>
                <a:lnTo>
                  <a:pt x="1578" y="439"/>
                </a:lnTo>
                <a:lnTo>
                  <a:pt x="1579" y="439"/>
                </a:lnTo>
                <a:lnTo>
                  <a:pt x="1580" y="439"/>
                </a:lnTo>
                <a:lnTo>
                  <a:pt x="1580" y="439"/>
                </a:lnTo>
                <a:lnTo>
                  <a:pt x="1581" y="439"/>
                </a:lnTo>
                <a:lnTo>
                  <a:pt x="1582" y="439"/>
                </a:lnTo>
                <a:lnTo>
                  <a:pt x="1582" y="439"/>
                </a:lnTo>
                <a:lnTo>
                  <a:pt x="1583" y="440"/>
                </a:lnTo>
                <a:lnTo>
                  <a:pt x="1584" y="440"/>
                </a:lnTo>
                <a:lnTo>
                  <a:pt x="1584" y="440"/>
                </a:lnTo>
                <a:lnTo>
                  <a:pt x="1584" y="440"/>
                </a:lnTo>
                <a:lnTo>
                  <a:pt x="1586" y="439"/>
                </a:lnTo>
                <a:lnTo>
                  <a:pt x="1586" y="439"/>
                </a:lnTo>
                <a:lnTo>
                  <a:pt x="1586" y="439"/>
                </a:lnTo>
                <a:lnTo>
                  <a:pt x="1587" y="439"/>
                </a:lnTo>
                <a:lnTo>
                  <a:pt x="1588" y="439"/>
                </a:lnTo>
                <a:lnTo>
                  <a:pt x="1588" y="439"/>
                </a:lnTo>
                <a:lnTo>
                  <a:pt x="1588" y="439"/>
                </a:lnTo>
                <a:lnTo>
                  <a:pt x="1588" y="440"/>
                </a:lnTo>
                <a:lnTo>
                  <a:pt x="1590" y="439"/>
                </a:lnTo>
                <a:lnTo>
                  <a:pt x="1590" y="439"/>
                </a:lnTo>
                <a:lnTo>
                  <a:pt x="1591" y="438"/>
                </a:lnTo>
                <a:lnTo>
                  <a:pt x="1592" y="438"/>
                </a:lnTo>
                <a:lnTo>
                  <a:pt x="1592" y="438"/>
                </a:lnTo>
                <a:lnTo>
                  <a:pt x="1594" y="439"/>
                </a:lnTo>
                <a:lnTo>
                  <a:pt x="1594" y="440"/>
                </a:lnTo>
                <a:lnTo>
                  <a:pt x="1596" y="440"/>
                </a:lnTo>
                <a:lnTo>
                  <a:pt x="1596" y="440"/>
                </a:lnTo>
                <a:lnTo>
                  <a:pt x="1596" y="440"/>
                </a:lnTo>
                <a:lnTo>
                  <a:pt x="1597" y="439"/>
                </a:lnTo>
                <a:lnTo>
                  <a:pt x="1598" y="439"/>
                </a:lnTo>
                <a:lnTo>
                  <a:pt x="1598" y="439"/>
                </a:lnTo>
                <a:lnTo>
                  <a:pt x="1599" y="439"/>
                </a:lnTo>
                <a:lnTo>
                  <a:pt x="1600" y="440"/>
                </a:lnTo>
                <a:lnTo>
                  <a:pt x="1600" y="440"/>
                </a:lnTo>
                <a:lnTo>
                  <a:pt x="1602" y="439"/>
                </a:lnTo>
                <a:lnTo>
                  <a:pt x="1602" y="439"/>
                </a:lnTo>
                <a:lnTo>
                  <a:pt x="1603" y="439"/>
                </a:lnTo>
                <a:lnTo>
                  <a:pt x="1604" y="439"/>
                </a:lnTo>
                <a:lnTo>
                  <a:pt x="1604" y="439"/>
                </a:lnTo>
                <a:lnTo>
                  <a:pt x="1604" y="439"/>
                </a:lnTo>
                <a:lnTo>
                  <a:pt x="1605" y="439"/>
                </a:lnTo>
                <a:lnTo>
                  <a:pt x="1606" y="439"/>
                </a:lnTo>
                <a:lnTo>
                  <a:pt x="1606" y="439"/>
                </a:lnTo>
                <a:lnTo>
                  <a:pt x="1607" y="439"/>
                </a:lnTo>
                <a:lnTo>
                  <a:pt x="1608" y="439"/>
                </a:lnTo>
                <a:lnTo>
                  <a:pt x="1608" y="439"/>
                </a:lnTo>
                <a:lnTo>
                  <a:pt x="1608" y="439"/>
                </a:lnTo>
                <a:lnTo>
                  <a:pt x="1609" y="439"/>
                </a:lnTo>
                <a:lnTo>
                  <a:pt x="1610" y="439"/>
                </a:lnTo>
                <a:lnTo>
                  <a:pt x="1610" y="439"/>
                </a:lnTo>
                <a:lnTo>
                  <a:pt x="1611" y="439"/>
                </a:lnTo>
                <a:lnTo>
                  <a:pt x="1611" y="439"/>
                </a:lnTo>
                <a:lnTo>
                  <a:pt x="1612" y="439"/>
                </a:lnTo>
                <a:lnTo>
                  <a:pt x="1612" y="439"/>
                </a:lnTo>
                <a:lnTo>
                  <a:pt x="1612" y="439"/>
                </a:lnTo>
                <a:lnTo>
                  <a:pt x="1614" y="440"/>
                </a:lnTo>
                <a:lnTo>
                  <a:pt x="1614" y="440"/>
                </a:lnTo>
                <a:lnTo>
                  <a:pt x="1614" y="440"/>
                </a:lnTo>
                <a:lnTo>
                  <a:pt x="1616" y="439"/>
                </a:lnTo>
                <a:lnTo>
                  <a:pt x="1616" y="439"/>
                </a:lnTo>
                <a:lnTo>
                  <a:pt x="1617" y="439"/>
                </a:lnTo>
                <a:lnTo>
                  <a:pt x="1618" y="439"/>
                </a:lnTo>
                <a:lnTo>
                  <a:pt x="1618" y="439"/>
                </a:lnTo>
                <a:lnTo>
                  <a:pt x="1619" y="439"/>
                </a:lnTo>
                <a:lnTo>
                  <a:pt x="1620" y="439"/>
                </a:lnTo>
                <a:lnTo>
                  <a:pt x="1620" y="439"/>
                </a:lnTo>
                <a:lnTo>
                  <a:pt x="1622" y="440"/>
                </a:lnTo>
                <a:lnTo>
                  <a:pt x="1622" y="440"/>
                </a:lnTo>
                <a:lnTo>
                  <a:pt x="1623" y="441"/>
                </a:lnTo>
                <a:lnTo>
                  <a:pt x="1624" y="440"/>
                </a:lnTo>
                <a:lnTo>
                  <a:pt x="1624" y="440"/>
                </a:lnTo>
                <a:lnTo>
                  <a:pt x="1626" y="439"/>
                </a:lnTo>
                <a:lnTo>
                  <a:pt x="1626" y="439"/>
                </a:lnTo>
                <a:lnTo>
                  <a:pt x="1627" y="439"/>
                </a:lnTo>
                <a:lnTo>
                  <a:pt x="1628" y="439"/>
                </a:lnTo>
                <a:lnTo>
                  <a:pt x="1628" y="439"/>
                </a:lnTo>
                <a:lnTo>
                  <a:pt x="1629" y="439"/>
                </a:lnTo>
                <a:lnTo>
                  <a:pt x="1630" y="439"/>
                </a:lnTo>
                <a:lnTo>
                  <a:pt x="1630" y="439"/>
                </a:lnTo>
                <a:lnTo>
                  <a:pt x="1630" y="439"/>
                </a:lnTo>
                <a:lnTo>
                  <a:pt x="1631" y="439"/>
                </a:lnTo>
                <a:lnTo>
                  <a:pt x="1632" y="439"/>
                </a:lnTo>
                <a:lnTo>
                  <a:pt x="1632" y="439"/>
                </a:lnTo>
                <a:lnTo>
                  <a:pt x="1634" y="439"/>
                </a:lnTo>
                <a:lnTo>
                  <a:pt x="1634" y="439"/>
                </a:lnTo>
                <a:lnTo>
                  <a:pt x="1636" y="440"/>
                </a:lnTo>
                <a:lnTo>
                  <a:pt x="1636" y="440"/>
                </a:lnTo>
                <a:lnTo>
                  <a:pt x="1638" y="440"/>
                </a:lnTo>
                <a:lnTo>
                  <a:pt x="1638" y="440"/>
                </a:lnTo>
                <a:lnTo>
                  <a:pt x="1638" y="440"/>
                </a:lnTo>
                <a:lnTo>
                  <a:pt x="1639" y="439"/>
                </a:lnTo>
                <a:lnTo>
                  <a:pt x="1640" y="440"/>
                </a:lnTo>
                <a:lnTo>
                  <a:pt x="1640" y="440"/>
                </a:lnTo>
                <a:lnTo>
                  <a:pt x="1641" y="439"/>
                </a:lnTo>
                <a:lnTo>
                  <a:pt x="1641" y="440"/>
                </a:lnTo>
                <a:lnTo>
                  <a:pt x="1642" y="440"/>
                </a:lnTo>
                <a:lnTo>
                  <a:pt x="1642" y="440"/>
                </a:lnTo>
                <a:lnTo>
                  <a:pt x="1643" y="439"/>
                </a:lnTo>
                <a:lnTo>
                  <a:pt x="1644" y="440"/>
                </a:lnTo>
                <a:lnTo>
                  <a:pt x="1644" y="440"/>
                </a:lnTo>
                <a:lnTo>
                  <a:pt x="1644" y="440"/>
                </a:lnTo>
                <a:lnTo>
                  <a:pt x="1646" y="439"/>
                </a:lnTo>
                <a:lnTo>
                  <a:pt x="1646" y="439"/>
                </a:lnTo>
                <a:lnTo>
                  <a:pt x="1647" y="439"/>
                </a:lnTo>
                <a:lnTo>
                  <a:pt x="1648" y="439"/>
                </a:lnTo>
                <a:lnTo>
                  <a:pt x="1648" y="439"/>
                </a:lnTo>
                <a:lnTo>
                  <a:pt x="1650" y="440"/>
                </a:lnTo>
                <a:lnTo>
                  <a:pt x="1650" y="440"/>
                </a:lnTo>
                <a:lnTo>
                  <a:pt x="1651" y="439"/>
                </a:lnTo>
                <a:lnTo>
                  <a:pt x="1652" y="439"/>
                </a:lnTo>
                <a:lnTo>
                  <a:pt x="1652" y="439"/>
                </a:lnTo>
                <a:lnTo>
                  <a:pt x="1653" y="439"/>
                </a:lnTo>
                <a:lnTo>
                  <a:pt x="1654" y="439"/>
                </a:lnTo>
                <a:lnTo>
                  <a:pt x="1654" y="439"/>
                </a:lnTo>
                <a:lnTo>
                  <a:pt x="1655" y="439"/>
                </a:lnTo>
                <a:lnTo>
                  <a:pt x="1655" y="440"/>
                </a:lnTo>
                <a:lnTo>
                  <a:pt x="1656" y="440"/>
                </a:lnTo>
                <a:lnTo>
                  <a:pt x="1656" y="440"/>
                </a:lnTo>
                <a:lnTo>
                  <a:pt x="1657" y="440"/>
                </a:lnTo>
                <a:lnTo>
                  <a:pt x="1658" y="439"/>
                </a:lnTo>
                <a:lnTo>
                  <a:pt x="1658" y="439"/>
                </a:lnTo>
                <a:lnTo>
                  <a:pt x="1659" y="440"/>
                </a:lnTo>
                <a:lnTo>
                  <a:pt x="1660" y="439"/>
                </a:lnTo>
                <a:lnTo>
                  <a:pt x="1660" y="439"/>
                </a:lnTo>
                <a:lnTo>
                  <a:pt x="1660" y="439"/>
                </a:lnTo>
                <a:lnTo>
                  <a:pt x="1662" y="440"/>
                </a:lnTo>
                <a:lnTo>
                  <a:pt x="1662" y="440"/>
                </a:lnTo>
                <a:lnTo>
                  <a:pt x="1662" y="440"/>
                </a:lnTo>
                <a:lnTo>
                  <a:pt x="1663" y="440"/>
                </a:lnTo>
                <a:lnTo>
                  <a:pt x="1664" y="440"/>
                </a:lnTo>
                <a:lnTo>
                  <a:pt x="1664" y="440"/>
                </a:lnTo>
                <a:lnTo>
                  <a:pt x="1664" y="440"/>
                </a:lnTo>
                <a:lnTo>
                  <a:pt x="1666" y="440"/>
                </a:lnTo>
                <a:lnTo>
                  <a:pt x="1666" y="440"/>
                </a:lnTo>
                <a:lnTo>
                  <a:pt x="1668" y="439"/>
                </a:lnTo>
                <a:lnTo>
                  <a:pt x="1668" y="439"/>
                </a:lnTo>
                <a:lnTo>
                  <a:pt x="1668" y="439"/>
                </a:lnTo>
                <a:lnTo>
                  <a:pt x="1670" y="439"/>
                </a:lnTo>
                <a:lnTo>
                  <a:pt x="1670" y="439"/>
                </a:lnTo>
                <a:lnTo>
                  <a:pt x="1670" y="439"/>
                </a:lnTo>
                <a:lnTo>
                  <a:pt x="1671" y="440"/>
                </a:lnTo>
                <a:lnTo>
                  <a:pt x="1672" y="439"/>
                </a:lnTo>
                <a:lnTo>
                  <a:pt x="1672" y="439"/>
                </a:lnTo>
                <a:lnTo>
                  <a:pt x="1674" y="438"/>
                </a:lnTo>
                <a:lnTo>
                  <a:pt x="1674" y="438"/>
                </a:lnTo>
                <a:lnTo>
                  <a:pt x="1674" y="438"/>
                </a:lnTo>
                <a:lnTo>
                  <a:pt x="1676" y="439"/>
                </a:lnTo>
                <a:lnTo>
                  <a:pt x="1676" y="439"/>
                </a:lnTo>
                <a:lnTo>
                  <a:pt x="1676" y="440"/>
                </a:lnTo>
                <a:lnTo>
                  <a:pt x="1677" y="440"/>
                </a:lnTo>
                <a:lnTo>
                  <a:pt x="1678" y="440"/>
                </a:lnTo>
                <a:lnTo>
                  <a:pt x="1678" y="440"/>
                </a:lnTo>
                <a:lnTo>
                  <a:pt x="1678" y="440"/>
                </a:lnTo>
                <a:lnTo>
                  <a:pt x="1680" y="439"/>
                </a:lnTo>
                <a:lnTo>
                  <a:pt x="1680" y="439"/>
                </a:lnTo>
                <a:lnTo>
                  <a:pt x="1680" y="439"/>
                </a:lnTo>
                <a:lnTo>
                  <a:pt x="1681" y="440"/>
                </a:lnTo>
                <a:lnTo>
                  <a:pt x="1682" y="440"/>
                </a:lnTo>
                <a:lnTo>
                  <a:pt x="1682" y="439"/>
                </a:lnTo>
                <a:lnTo>
                  <a:pt x="1683" y="439"/>
                </a:lnTo>
                <a:lnTo>
                  <a:pt x="1683" y="439"/>
                </a:lnTo>
                <a:lnTo>
                  <a:pt x="1684" y="439"/>
                </a:lnTo>
                <a:lnTo>
                  <a:pt x="1684" y="439"/>
                </a:lnTo>
                <a:lnTo>
                  <a:pt x="1685" y="439"/>
                </a:lnTo>
                <a:lnTo>
                  <a:pt x="1686" y="439"/>
                </a:lnTo>
                <a:lnTo>
                  <a:pt x="1686" y="439"/>
                </a:lnTo>
                <a:lnTo>
                  <a:pt x="1688" y="439"/>
                </a:lnTo>
                <a:lnTo>
                  <a:pt x="1688" y="439"/>
                </a:lnTo>
                <a:lnTo>
                  <a:pt x="1688" y="439"/>
                </a:lnTo>
                <a:lnTo>
                  <a:pt x="1690" y="440"/>
                </a:lnTo>
                <a:lnTo>
                  <a:pt x="1690" y="440"/>
                </a:lnTo>
                <a:lnTo>
                  <a:pt x="1691" y="440"/>
                </a:lnTo>
                <a:lnTo>
                  <a:pt x="1692" y="440"/>
                </a:lnTo>
                <a:lnTo>
                  <a:pt x="1692" y="440"/>
                </a:lnTo>
                <a:lnTo>
                  <a:pt x="1694" y="439"/>
                </a:lnTo>
                <a:lnTo>
                  <a:pt x="1694" y="439"/>
                </a:lnTo>
                <a:lnTo>
                  <a:pt x="1696" y="439"/>
                </a:lnTo>
                <a:lnTo>
                  <a:pt x="1696" y="439"/>
                </a:lnTo>
                <a:lnTo>
                  <a:pt x="1696" y="438"/>
                </a:lnTo>
                <a:lnTo>
                  <a:pt x="1697" y="439"/>
                </a:lnTo>
                <a:lnTo>
                  <a:pt x="1698" y="439"/>
                </a:lnTo>
                <a:lnTo>
                  <a:pt x="1698" y="439"/>
                </a:lnTo>
                <a:lnTo>
                  <a:pt x="1700" y="439"/>
                </a:lnTo>
                <a:lnTo>
                  <a:pt x="1700" y="439"/>
                </a:lnTo>
                <a:lnTo>
                  <a:pt x="1702" y="440"/>
                </a:lnTo>
                <a:lnTo>
                  <a:pt x="1702" y="440"/>
                </a:lnTo>
                <a:lnTo>
                  <a:pt x="1703" y="440"/>
                </a:lnTo>
                <a:lnTo>
                  <a:pt x="1703" y="439"/>
                </a:lnTo>
                <a:lnTo>
                  <a:pt x="1704" y="440"/>
                </a:lnTo>
                <a:lnTo>
                  <a:pt x="1704" y="440"/>
                </a:lnTo>
                <a:lnTo>
                  <a:pt x="1704" y="440"/>
                </a:lnTo>
                <a:lnTo>
                  <a:pt x="1706" y="440"/>
                </a:lnTo>
                <a:lnTo>
                  <a:pt x="1706" y="440"/>
                </a:lnTo>
                <a:lnTo>
                  <a:pt x="1706" y="440"/>
                </a:lnTo>
                <a:lnTo>
                  <a:pt x="1708" y="439"/>
                </a:lnTo>
                <a:lnTo>
                  <a:pt x="1708" y="439"/>
                </a:lnTo>
                <a:lnTo>
                  <a:pt x="1709" y="439"/>
                </a:lnTo>
                <a:lnTo>
                  <a:pt x="1709" y="440"/>
                </a:lnTo>
                <a:lnTo>
                  <a:pt x="1710" y="440"/>
                </a:lnTo>
                <a:lnTo>
                  <a:pt x="1710" y="440"/>
                </a:lnTo>
                <a:lnTo>
                  <a:pt x="1711" y="440"/>
                </a:lnTo>
                <a:lnTo>
                  <a:pt x="1712" y="439"/>
                </a:lnTo>
                <a:lnTo>
                  <a:pt x="1712" y="439"/>
                </a:lnTo>
                <a:lnTo>
                  <a:pt x="1713" y="440"/>
                </a:lnTo>
                <a:lnTo>
                  <a:pt x="1713" y="439"/>
                </a:lnTo>
                <a:lnTo>
                  <a:pt x="1714" y="439"/>
                </a:lnTo>
                <a:lnTo>
                  <a:pt x="1714" y="439"/>
                </a:lnTo>
                <a:lnTo>
                  <a:pt x="1715" y="439"/>
                </a:lnTo>
                <a:lnTo>
                  <a:pt x="1716" y="439"/>
                </a:lnTo>
                <a:lnTo>
                  <a:pt x="1716" y="439"/>
                </a:lnTo>
                <a:lnTo>
                  <a:pt x="1716" y="439"/>
                </a:lnTo>
                <a:lnTo>
                  <a:pt x="1717" y="439"/>
                </a:lnTo>
                <a:lnTo>
                  <a:pt x="1718" y="439"/>
                </a:lnTo>
                <a:lnTo>
                  <a:pt x="1718" y="439"/>
                </a:lnTo>
                <a:lnTo>
                  <a:pt x="1719" y="440"/>
                </a:lnTo>
                <a:lnTo>
                  <a:pt x="1720" y="439"/>
                </a:lnTo>
                <a:lnTo>
                  <a:pt x="1720" y="439"/>
                </a:lnTo>
                <a:lnTo>
                  <a:pt x="1720" y="439"/>
                </a:lnTo>
                <a:lnTo>
                  <a:pt x="1722" y="439"/>
                </a:lnTo>
                <a:lnTo>
                  <a:pt x="1722" y="439"/>
                </a:lnTo>
                <a:lnTo>
                  <a:pt x="1722" y="439"/>
                </a:lnTo>
                <a:lnTo>
                  <a:pt x="1723" y="440"/>
                </a:lnTo>
                <a:lnTo>
                  <a:pt x="1724" y="440"/>
                </a:lnTo>
                <a:lnTo>
                  <a:pt x="1724" y="440"/>
                </a:lnTo>
                <a:lnTo>
                  <a:pt x="1725" y="440"/>
                </a:lnTo>
                <a:lnTo>
                  <a:pt x="1726" y="439"/>
                </a:lnTo>
                <a:lnTo>
                  <a:pt x="1726" y="439"/>
                </a:lnTo>
                <a:lnTo>
                  <a:pt x="1726" y="439"/>
                </a:lnTo>
                <a:lnTo>
                  <a:pt x="1727" y="439"/>
                </a:lnTo>
                <a:lnTo>
                  <a:pt x="1728" y="439"/>
                </a:lnTo>
                <a:lnTo>
                  <a:pt x="1728" y="439"/>
                </a:lnTo>
                <a:lnTo>
                  <a:pt x="1729" y="439"/>
                </a:lnTo>
                <a:lnTo>
                  <a:pt x="1730" y="439"/>
                </a:lnTo>
                <a:lnTo>
                  <a:pt x="1730" y="439"/>
                </a:lnTo>
                <a:lnTo>
                  <a:pt x="1731" y="439"/>
                </a:lnTo>
                <a:lnTo>
                  <a:pt x="1732" y="440"/>
                </a:lnTo>
                <a:lnTo>
                  <a:pt x="1732" y="440"/>
                </a:lnTo>
                <a:lnTo>
                  <a:pt x="1733" y="439"/>
                </a:lnTo>
                <a:lnTo>
                  <a:pt x="1734" y="440"/>
                </a:lnTo>
                <a:lnTo>
                  <a:pt x="1734" y="440"/>
                </a:lnTo>
                <a:lnTo>
                  <a:pt x="1734" y="440"/>
                </a:lnTo>
                <a:lnTo>
                  <a:pt x="1736" y="439"/>
                </a:lnTo>
                <a:lnTo>
                  <a:pt x="1736" y="439"/>
                </a:lnTo>
                <a:lnTo>
                  <a:pt x="1736" y="439"/>
                </a:lnTo>
                <a:lnTo>
                  <a:pt x="1738" y="439"/>
                </a:lnTo>
                <a:lnTo>
                  <a:pt x="1738" y="439"/>
                </a:lnTo>
                <a:lnTo>
                  <a:pt x="1738" y="439"/>
                </a:lnTo>
                <a:lnTo>
                  <a:pt x="1740" y="440"/>
                </a:lnTo>
                <a:lnTo>
                  <a:pt x="1740" y="440"/>
                </a:lnTo>
                <a:lnTo>
                  <a:pt x="1741" y="440"/>
                </a:lnTo>
                <a:lnTo>
                  <a:pt x="1742" y="439"/>
                </a:lnTo>
                <a:lnTo>
                  <a:pt x="1742" y="439"/>
                </a:lnTo>
                <a:lnTo>
                  <a:pt x="1744" y="439"/>
                </a:lnTo>
                <a:lnTo>
                  <a:pt x="1744" y="439"/>
                </a:lnTo>
                <a:lnTo>
                  <a:pt x="1744" y="439"/>
                </a:lnTo>
                <a:lnTo>
                  <a:pt x="1745" y="440"/>
                </a:lnTo>
                <a:lnTo>
                  <a:pt x="1746" y="440"/>
                </a:lnTo>
                <a:lnTo>
                  <a:pt x="1746" y="439"/>
                </a:lnTo>
                <a:lnTo>
                  <a:pt x="1748" y="439"/>
                </a:lnTo>
                <a:lnTo>
                  <a:pt x="1748" y="439"/>
                </a:lnTo>
                <a:lnTo>
                  <a:pt x="1749" y="440"/>
                </a:lnTo>
                <a:lnTo>
                  <a:pt x="1750" y="439"/>
                </a:lnTo>
                <a:lnTo>
                  <a:pt x="1750" y="439"/>
                </a:lnTo>
                <a:lnTo>
                  <a:pt x="1752" y="439"/>
                </a:lnTo>
                <a:lnTo>
                  <a:pt x="1752" y="439"/>
                </a:lnTo>
                <a:lnTo>
                  <a:pt x="1752" y="439"/>
                </a:lnTo>
                <a:lnTo>
                  <a:pt x="1754" y="439"/>
                </a:lnTo>
                <a:lnTo>
                  <a:pt x="1754" y="440"/>
                </a:lnTo>
                <a:lnTo>
                  <a:pt x="1755" y="440"/>
                </a:lnTo>
                <a:lnTo>
                  <a:pt x="1756" y="440"/>
                </a:lnTo>
                <a:lnTo>
                  <a:pt x="1756" y="440"/>
                </a:lnTo>
                <a:lnTo>
                  <a:pt x="1757" y="439"/>
                </a:lnTo>
                <a:lnTo>
                  <a:pt x="1758" y="439"/>
                </a:lnTo>
                <a:lnTo>
                  <a:pt x="1758" y="439"/>
                </a:lnTo>
                <a:lnTo>
                  <a:pt x="1760" y="440"/>
                </a:lnTo>
                <a:lnTo>
                  <a:pt x="1760" y="440"/>
                </a:lnTo>
                <a:lnTo>
                  <a:pt x="1761" y="439"/>
                </a:lnTo>
                <a:lnTo>
                  <a:pt x="1761" y="440"/>
                </a:lnTo>
                <a:lnTo>
                  <a:pt x="1762" y="440"/>
                </a:lnTo>
                <a:lnTo>
                  <a:pt x="1762" y="440"/>
                </a:lnTo>
                <a:lnTo>
                  <a:pt x="1764" y="440"/>
                </a:lnTo>
                <a:lnTo>
                  <a:pt x="1764" y="440"/>
                </a:lnTo>
                <a:lnTo>
                  <a:pt x="1764" y="440"/>
                </a:lnTo>
                <a:lnTo>
                  <a:pt x="1765" y="440"/>
                </a:lnTo>
                <a:lnTo>
                  <a:pt x="1766" y="439"/>
                </a:lnTo>
                <a:lnTo>
                  <a:pt x="1766" y="439"/>
                </a:lnTo>
                <a:lnTo>
                  <a:pt x="1768" y="440"/>
                </a:lnTo>
                <a:lnTo>
                  <a:pt x="1768" y="440"/>
                </a:lnTo>
                <a:lnTo>
                  <a:pt x="1769" y="440"/>
                </a:lnTo>
                <a:lnTo>
                  <a:pt x="1770" y="439"/>
                </a:lnTo>
                <a:lnTo>
                  <a:pt x="1770" y="439"/>
                </a:lnTo>
                <a:lnTo>
                  <a:pt x="1770" y="439"/>
                </a:lnTo>
                <a:lnTo>
                  <a:pt x="1770" y="439"/>
                </a:lnTo>
                <a:lnTo>
                  <a:pt x="1772" y="439"/>
                </a:lnTo>
                <a:lnTo>
                  <a:pt x="1772" y="439"/>
                </a:lnTo>
                <a:lnTo>
                  <a:pt x="1774" y="440"/>
                </a:lnTo>
                <a:lnTo>
                  <a:pt x="1774" y="440"/>
                </a:lnTo>
                <a:lnTo>
                  <a:pt x="1774" y="440"/>
                </a:lnTo>
                <a:lnTo>
                  <a:pt x="1776" y="440"/>
                </a:lnTo>
                <a:lnTo>
                  <a:pt x="1776" y="440"/>
                </a:lnTo>
                <a:lnTo>
                  <a:pt x="1776" y="439"/>
                </a:lnTo>
                <a:lnTo>
                  <a:pt x="1778" y="439"/>
                </a:lnTo>
                <a:lnTo>
                  <a:pt x="1778" y="439"/>
                </a:lnTo>
                <a:lnTo>
                  <a:pt x="1778" y="439"/>
                </a:lnTo>
                <a:lnTo>
                  <a:pt x="1779" y="439"/>
                </a:lnTo>
                <a:lnTo>
                  <a:pt x="1780" y="439"/>
                </a:lnTo>
                <a:lnTo>
                  <a:pt x="1780" y="439"/>
                </a:lnTo>
                <a:lnTo>
                  <a:pt x="1781" y="439"/>
                </a:lnTo>
                <a:lnTo>
                  <a:pt x="1781" y="439"/>
                </a:lnTo>
                <a:lnTo>
                  <a:pt x="1782" y="439"/>
                </a:lnTo>
                <a:lnTo>
                  <a:pt x="1782" y="439"/>
                </a:lnTo>
                <a:lnTo>
                  <a:pt x="1784" y="440"/>
                </a:lnTo>
                <a:lnTo>
                  <a:pt x="1784" y="440"/>
                </a:lnTo>
                <a:lnTo>
                  <a:pt x="1784" y="440"/>
                </a:lnTo>
                <a:lnTo>
                  <a:pt x="1786" y="439"/>
                </a:lnTo>
                <a:lnTo>
                  <a:pt x="1786" y="439"/>
                </a:lnTo>
                <a:lnTo>
                  <a:pt x="1787" y="439"/>
                </a:lnTo>
                <a:lnTo>
                  <a:pt x="1788" y="439"/>
                </a:lnTo>
                <a:lnTo>
                  <a:pt x="1788" y="439"/>
                </a:lnTo>
                <a:lnTo>
                  <a:pt x="1788" y="439"/>
                </a:lnTo>
                <a:lnTo>
                  <a:pt x="1788" y="439"/>
                </a:lnTo>
                <a:lnTo>
                  <a:pt x="1790" y="439"/>
                </a:lnTo>
                <a:lnTo>
                  <a:pt x="1790" y="439"/>
                </a:lnTo>
                <a:lnTo>
                  <a:pt x="1790" y="438"/>
                </a:lnTo>
                <a:lnTo>
                  <a:pt x="1790" y="438"/>
                </a:lnTo>
                <a:lnTo>
                  <a:pt x="1792" y="439"/>
                </a:lnTo>
                <a:lnTo>
                  <a:pt x="1792" y="439"/>
                </a:lnTo>
                <a:lnTo>
                  <a:pt x="1793" y="439"/>
                </a:lnTo>
                <a:lnTo>
                  <a:pt x="1794" y="439"/>
                </a:lnTo>
                <a:lnTo>
                  <a:pt x="1794" y="439"/>
                </a:lnTo>
                <a:lnTo>
                  <a:pt x="1795" y="439"/>
                </a:lnTo>
                <a:lnTo>
                  <a:pt x="1796" y="439"/>
                </a:lnTo>
                <a:lnTo>
                  <a:pt x="1796" y="439"/>
                </a:lnTo>
                <a:lnTo>
                  <a:pt x="1796" y="439"/>
                </a:lnTo>
                <a:lnTo>
                  <a:pt x="1796" y="439"/>
                </a:lnTo>
                <a:lnTo>
                  <a:pt x="1798" y="439"/>
                </a:lnTo>
                <a:lnTo>
                  <a:pt x="1798" y="439"/>
                </a:lnTo>
                <a:lnTo>
                  <a:pt x="1798" y="439"/>
                </a:lnTo>
                <a:lnTo>
                  <a:pt x="1799" y="439"/>
                </a:lnTo>
                <a:lnTo>
                  <a:pt x="1800" y="439"/>
                </a:lnTo>
                <a:lnTo>
                  <a:pt x="1800" y="440"/>
                </a:lnTo>
                <a:lnTo>
                  <a:pt x="1801" y="440"/>
                </a:lnTo>
                <a:lnTo>
                  <a:pt x="1801" y="440"/>
                </a:lnTo>
                <a:lnTo>
                  <a:pt x="1802" y="440"/>
                </a:lnTo>
                <a:lnTo>
                  <a:pt x="1802" y="440"/>
                </a:lnTo>
                <a:lnTo>
                  <a:pt x="1803" y="439"/>
                </a:lnTo>
                <a:lnTo>
                  <a:pt x="1804" y="439"/>
                </a:lnTo>
                <a:lnTo>
                  <a:pt x="1804" y="439"/>
                </a:lnTo>
                <a:lnTo>
                  <a:pt x="1805" y="439"/>
                </a:lnTo>
                <a:lnTo>
                  <a:pt x="1805" y="440"/>
                </a:lnTo>
                <a:lnTo>
                  <a:pt x="1806" y="439"/>
                </a:lnTo>
                <a:lnTo>
                  <a:pt x="1806" y="440"/>
                </a:lnTo>
                <a:lnTo>
                  <a:pt x="1807" y="439"/>
                </a:lnTo>
                <a:lnTo>
                  <a:pt x="1808" y="440"/>
                </a:lnTo>
                <a:lnTo>
                  <a:pt x="1808" y="440"/>
                </a:lnTo>
                <a:lnTo>
                  <a:pt x="1809" y="439"/>
                </a:lnTo>
                <a:lnTo>
                  <a:pt x="1810" y="439"/>
                </a:lnTo>
                <a:lnTo>
                  <a:pt x="1810" y="439"/>
                </a:lnTo>
                <a:lnTo>
                  <a:pt x="1811" y="439"/>
                </a:lnTo>
                <a:lnTo>
                  <a:pt x="1812" y="440"/>
                </a:lnTo>
                <a:lnTo>
                  <a:pt x="1812" y="440"/>
                </a:lnTo>
                <a:lnTo>
                  <a:pt x="1812" y="440"/>
                </a:lnTo>
                <a:lnTo>
                  <a:pt x="1813" y="440"/>
                </a:lnTo>
                <a:lnTo>
                  <a:pt x="1814" y="440"/>
                </a:lnTo>
                <a:lnTo>
                  <a:pt x="1814" y="440"/>
                </a:lnTo>
                <a:lnTo>
                  <a:pt x="1816" y="439"/>
                </a:lnTo>
                <a:lnTo>
                  <a:pt x="1816" y="439"/>
                </a:lnTo>
                <a:lnTo>
                  <a:pt x="1818" y="439"/>
                </a:lnTo>
                <a:lnTo>
                  <a:pt x="1818" y="439"/>
                </a:lnTo>
                <a:lnTo>
                  <a:pt x="1819" y="440"/>
                </a:lnTo>
                <a:lnTo>
                  <a:pt x="1820" y="439"/>
                </a:lnTo>
                <a:lnTo>
                  <a:pt x="1820" y="439"/>
                </a:lnTo>
                <a:lnTo>
                  <a:pt x="1820" y="439"/>
                </a:lnTo>
                <a:lnTo>
                  <a:pt x="1822" y="440"/>
                </a:lnTo>
                <a:lnTo>
                  <a:pt x="1822" y="440"/>
                </a:lnTo>
                <a:lnTo>
                  <a:pt x="1823" y="440"/>
                </a:lnTo>
                <a:lnTo>
                  <a:pt x="1823" y="440"/>
                </a:lnTo>
                <a:lnTo>
                  <a:pt x="1824" y="440"/>
                </a:lnTo>
                <a:lnTo>
                  <a:pt x="1824" y="440"/>
                </a:lnTo>
                <a:lnTo>
                  <a:pt x="1826" y="439"/>
                </a:lnTo>
                <a:lnTo>
                  <a:pt x="1826" y="439"/>
                </a:lnTo>
                <a:lnTo>
                  <a:pt x="1826" y="439"/>
                </a:lnTo>
                <a:lnTo>
                  <a:pt x="1827" y="439"/>
                </a:lnTo>
                <a:lnTo>
                  <a:pt x="1827" y="439"/>
                </a:lnTo>
                <a:lnTo>
                  <a:pt x="1828" y="439"/>
                </a:lnTo>
                <a:lnTo>
                  <a:pt x="1828" y="439"/>
                </a:lnTo>
                <a:lnTo>
                  <a:pt x="1830" y="439"/>
                </a:lnTo>
                <a:lnTo>
                  <a:pt x="1830" y="439"/>
                </a:lnTo>
                <a:lnTo>
                  <a:pt x="1830" y="439"/>
                </a:lnTo>
                <a:lnTo>
                  <a:pt x="1832" y="440"/>
                </a:lnTo>
                <a:lnTo>
                  <a:pt x="1832" y="440"/>
                </a:lnTo>
                <a:lnTo>
                  <a:pt x="1832" y="440"/>
                </a:lnTo>
                <a:lnTo>
                  <a:pt x="1834" y="440"/>
                </a:lnTo>
                <a:lnTo>
                  <a:pt x="1834" y="440"/>
                </a:lnTo>
                <a:lnTo>
                  <a:pt x="1834" y="440"/>
                </a:lnTo>
                <a:lnTo>
                  <a:pt x="1834" y="440"/>
                </a:lnTo>
                <a:lnTo>
                  <a:pt x="1836" y="439"/>
                </a:lnTo>
                <a:lnTo>
                  <a:pt x="1836" y="439"/>
                </a:lnTo>
                <a:lnTo>
                  <a:pt x="1838" y="438"/>
                </a:lnTo>
                <a:lnTo>
                  <a:pt x="1838" y="438"/>
                </a:lnTo>
                <a:lnTo>
                  <a:pt x="1840" y="439"/>
                </a:lnTo>
                <a:lnTo>
                  <a:pt x="1840" y="439"/>
                </a:lnTo>
                <a:lnTo>
                  <a:pt x="1841" y="439"/>
                </a:lnTo>
                <a:lnTo>
                  <a:pt x="1842" y="440"/>
                </a:lnTo>
                <a:lnTo>
                  <a:pt x="1842" y="440"/>
                </a:lnTo>
                <a:lnTo>
                  <a:pt x="1843" y="440"/>
                </a:lnTo>
                <a:lnTo>
                  <a:pt x="1843" y="439"/>
                </a:lnTo>
                <a:lnTo>
                  <a:pt x="1844" y="439"/>
                </a:lnTo>
                <a:lnTo>
                  <a:pt x="1844" y="439"/>
                </a:lnTo>
                <a:lnTo>
                  <a:pt x="1846" y="440"/>
                </a:lnTo>
                <a:lnTo>
                  <a:pt x="1846" y="440"/>
                </a:lnTo>
                <a:lnTo>
                  <a:pt x="1846" y="440"/>
                </a:lnTo>
                <a:lnTo>
                  <a:pt x="1847" y="440"/>
                </a:lnTo>
                <a:lnTo>
                  <a:pt x="1848" y="440"/>
                </a:lnTo>
                <a:lnTo>
                  <a:pt x="1848" y="440"/>
                </a:lnTo>
                <a:lnTo>
                  <a:pt x="1850" y="439"/>
                </a:lnTo>
                <a:lnTo>
                  <a:pt x="1850" y="439"/>
                </a:lnTo>
                <a:lnTo>
                  <a:pt x="1850" y="439"/>
                </a:lnTo>
                <a:lnTo>
                  <a:pt x="1852" y="439"/>
                </a:lnTo>
                <a:lnTo>
                  <a:pt x="1852" y="439"/>
                </a:lnTo>
                <a:lnTo>
                  <a:pt x="1853" y="440"/>
                </a:lnTo>
                <a:lnTo>
                  <a:pt x="1854" y="440"/>
                </a:lnTo>
                <a:lnTo>
                  <a:pt x="1854" y="440"/>
                </a:lnTo>
                <a:lnTo>
                  <a:pt x="1855" y="440"/>
                </a:lnTo>
                <a:lnTo>
                  <a:pt x="1856" y="439"/>
                </a:lnTo>
                <a:lnTo>
                  <a:pt x="1856" y="439"/>
                </a:lnTo>
                <a:lnTo>
                  <a:pt x="1858" y="439"/>
                </a:lnTo>
                <a:lnTo>
                  <a:pt x="1858" y="439"/>
                </a:lnTo>
                <a:lnTo>
                  <a:pt x="1858" y="439"/>
                </a:lnTo>
                <a:lnTo>
                  <a:pt x="1859" y="439"/>
                </a:lnTo>
                <a:lnTo>
                  <a:pt x="1860" y="440"/>
                </a:lnTo>
                <a:lnTo>
                  <a:pt x="1860" y="439"/>
                </a:lnTo>
                <a:lnTo>
                  <a:pt x="1860" y="439"/>
                </a:lnTo>
                <a:lnTo>
                  <a:pt x="1861" y="440"/>
                </a:lnTo>
                <a:lnTo>
                  <a:pt x="1862" y="439"/>
                </a:lnTo>
                <a:lnTo>
                  <a:pt x="1862" y="439"/>
                </a:lnTo>
                <a:lnTo>
                  <a:pt x="1862" y="439"/>
                </a:lnTo>
                <a:lnTo>
                  <a:pt x="1864" y="440"/>
                </a:lnTo>
                <a:lnTo>
                  <a:pt x="1864" y="439"/>
                </a:lnTo>
                <a:lnTo>
                  <a:pt x="1864" y="439"/>
                </a:lnTo>
                <a:lnTo>
                  <a:pt x="1865" y="439"/>
                </a:lnTo>
                <a:lnTo>
                  <a:pt x="1866" y="439"/>
                </a:lnTo>
                <a:lnTo>
                  <a:pt x="1867" y="439"/>
                </a:lnTo>
                <a:lnTo>
                  <a:pt x="1867" y="439"/>
                </a:lnTo>
                <a:lnTo>
                  <a:pt x="1867" y="439"/>
                </a:lnTo>
                <a:lnTo>
                  <a:pt x="1868" y="439"/>
                </a:lnTo>
                <a:lnTo>
                  <a:pt x="1868" y="439"/>
                </a:lnTo>
                <a:lnTo>
                  <a:pt x="1869" y="439"/>
                </a:lnTo>
                <a:lnTo>
                  <a:pt x="1870" y="439"/>
                </a:lnTo>
                <a:lnTo>
                  <a:pt x="1870" y="439"/>
                </a:lnTo>
                <a:lnTo>
                  <a:pt x="1870" y="439"/>
                </a:lnTo>
                <a:lnTo>
                  <a:pt x="1871" y="439"/>
                </a:lnTo>
                <a:lnTo>
                  <a:pt x="1872" y="439"/>
                </a:lnTo>
                <a:lnTo>
                  <a:pt x="1872" y="439"/>
                </a:lnTo>
                <a:lnTo>
                  <a:pt x="1873" y="439"/>
                </a:lnTo>
                <a:lnTo>
                  <a:pt x="1874" y="439"/>
                </a:lnTo>
                <a:lnTo>
                  <a:pt x="1874" y="439"/>
                </a:lnTo>
                <a:lnTo>
                  <a:pt x="1875" y="439"/>
                </a:lnTo>
                <a:lnTo>
                  <a:pt x="1876" y="439"/>
                </a:lnTo>
                <a:lnTo>
                  <a:pt x="1876" y="439"/>
                </a:lnTo>
                <a:lnTo>
                  <a:pt x="1876" y="439"/>
                </a:lnTo>
                <a:lnTo>
                  <a:pt x="1878" y="439"/>
                </a:lnTo>
                <a:lnTo>
                  <a:pt x="1878" y="439"/>
                </a:lnTo>
                <a:lnTo>
                  <a:pt x="1878" y="439"/>
                </a:lnTo>
                <a:lnTo>
                  <a:pt x="1879" y="439"/>
                </a:lnTo>
                <a:lnTo>
                  <a:pt x="1879" y="440"/>
                </a:lnTo>
                <a:lnTo>
                  <a:pt x="1880" y="440"/>
                </a:lnTo>
                <a:lnTo>
                  <a:pt x="1880" y="440"/>
                </a:lnTo>
                <a:lnTo>
                  <a:pt x="1881" y="439"/>
                </a:lnTo>
                <a:lnTo>
                  <a:pt x="1882" y="440"/>
                </a:lnTo>
                <a:lnTo>
                  <a:pt x="1882" y="440"/>
                </a:lnTo>
                <a:lnTo>
                  <a:pt x="1882" y="440"/>
                </a:lnTo>
                <a:lnTo>
                  <a:pt x="1883" y="440"/>
                </a:lnTo>
                <a:lnTo>
                  <a:pt x="1884" y="439"/>
                </a:lnTo>
                <a:lnTo>
                  <a:pt x="1884" y="439"/>
                </a:lnTo>
                <a:lnTo>
                  <a:pt x="1886" y="440"/>
                </a:lnTo>
                <a:lnTo>
                  <a:pt x="1886" y="440"/>
                </a:lnTo>
                <a:lnTo>
                  <a:pt x="1886" y="440"/>
                </a:lnTo>
                <a:lnTo>
                  <a:pt x="1888" y="439"/>
                </a:lnTo>
                <a:lnTo>
                  <a:pt x="1888" y="438"/>
                </a:lnTo>
                <a:lnTo>
                  <a:pt x="1890" y="438"/>
                </a:lnTo>
                <a:lnTo>
                  <a:pt x="1890" y="439"/>
                </a:lnTo>
                <a:lnTo>
                  <a:pt x="1891" y="439"/>
                </a:lnTo>
                <a:lnTo>
                  <a:pt x="1891" y="440"/>
                </a:lnTo>
                <a:lnTo>
                  <a:pt x="1892" y="440"/>
                </a:lnTo>
                <a:lnTo>
                  <a:pt x="1892" y="440"/>
                </a:lnTo>
                <a:lnTo>
                  <a:pt x="1893" y="440"/>
                </a:lnTo>
                <a:lnTo>
                  <a:pt x="1894" y="439"/>
                </a:lnTo>
                <a:lnTo>
                  <a:pt x="1894" y="439"/>
                </a:lnTo>
                <a:lnTo>
                  <a:pt x="1894" y="439"/>
                </a:lnTo>
                <a:lnTo>
                  <a:pt x="1896" y="440"/>
                </a:lnTo>
                <a:lnTo>
                  <a:pt x="1896" y="439"/>
                </a:lnTo>
                <a:lnTo>
                  <a:pt x="1896" y="439"/>
                </a:lnTo>
                <a:lnTo>
                  <a:pt x="1897" y="439"/>
                </a:lnTo>
                <a:lnTo>
                  <a:pt x="1898" y="439"/>
                </a:lnTo>
                <a:lnTo>
                  <a:pt x="1898" y="439"/>
                </a:lnTo>
                <a:lnTo>
                  <a:pt x="1900" y="440"/>
                </a:lnTo>
                <a:lnTo>
                  <a:pt x="1900" y="440"/>
                </a:lnTo>
                <a:lnTo>
                  <a:pt x="1902" y="440"/>
                </a:lnTo>
                <a:lnTo>
                  <a:pt x="1902" y="440"/>
                </a:lnTo>
                <a:lnTo>
                  <a:pt x="1903" y="439"/>
                </a:lnTo>
                <a:lnTo>
                  <a:pt x="1904" y="440"/>
                </a:lnTo>
                <a:lnTo>
                  <a:pt x="1904" y="440"/>
                </a:lnTo>
                <a:lnTo>
                  <a:pt x="1904" y="440"/>
                </a:lnTo>
                <a:lnTo>
                  <a:pt x="1905" y="440"/>
                </a:lnTo>
                <a:lnTo>
                  <a:pt x="1906" y="439"/>
                </a:lnTo>
                <a:lnTo>
                  <a:pt x="1906" y="439"/>
                </a:lnTo>
                <a:lnTo>
                  <a:pt x="1906" y="439"/>
                </a:lnTo>
                <a:lnTo>
                  <a:pt x="1907" y="439"/>
                </a:lnTo>
                <a:lnTo>
                  <a:pt x="1908" y="439"/>
                </a:lnTo>
                <a:lnTo>
                  <a:pt x="1908" y="439"/>
                </a:lnTo>
                <a:lnTo>
                  <a:pt x="1909" y="439"/>
                </a:lnTo>
                <a:lnTo>
                  <a:pt x="1910" y="440"/>
                </a:lnTo>
                <a:lnTo>
                  <a:pt x="1910" y="440"/>
                </a:lnTo>
                <a:lnTo>
                  <a:pt x="1910" y="440"/>
                </a:lnTo>
                <a:lnTo>
                  <a:pt x="1911" y="440"/>
                </a:lnTo>
                <a:lnTo>
                  <a:pt x="1912" y="439"/>
                </a:lnTo>
                <a:lnTo>
                  <a:pt x="1912" y="439"/>
                </a:lnTo>
                <a:lnTo>
                  <a:pt x="1912" y="439"/>
                </a:lnTo>
                <a:lnTo>
                  <a:pt x="1912" y="439"/>
                </a:lnTo>
                <a:lnTo>
                  <a:pt x="1914" y="439"/>
                </a:lnTo>
                <a:lnTo>
                  <a:pt x="1914" y="439"/>
                </a:lnTo>
                <a:lnTo>
                  <a:pt x="1915" y="439"/>
                </a:lnTo>
                <a:lnTo>
                  <a:pt x="1915" y="439"/>
                </a:lnTo>
                <a:lnTo>
                  <a:pt x="1916" y="439"/>
                </a:lnTo>
                <a:lnTo>
                  <a:pt x="1916" y="439"/>
                </a:lnTo>
                <a:lnTo>
                  <a:pt x="1918" y="439"/>
                </a:lnTo>
                <a:lnTo>
                  <a:pt x="1918" y="439"/>
                </a:lnTo>
                <a:lnTo>
                  <a:pt x="1918" y="439"/>
                </a:lnTo>
                <a:lnTo>
                  <a:pt x="1920" y="440"/>
                </a:lnTo>
                <a:lnTo>
                  <a:pt x="1921" y="440"/>
                </a:lnTo>
                <a:lnTo>
                  <a:pt x="1921" y="440"/>
                </a:lnTo>
                <a:lnTo>
                  <a:pt x="1921" y="440"/>
                </a:lnTo>
                <a:lnTo>
                  <a:pt x="1922" y="440"/>
                </a:lnTo>
                <a:lnTo>
                  <a:pt x="1922" y="440"/>
                </a:lnTo>
                <a:lnTo>
                  <a:pt x="1924" y="439"/>
                </a:lnTo>
                <a:lnTo>
                  <a:pt x="1924" y="439"/>
                </a:lnTo>
                <a:lnTo>
                  <a:pt x="1926" y="438"/>
                </a:lnTo>
                <a:lnTo>
                  <a:pt x="1926" y="439"/>
                </a:lnTo>
                <a:lnTo>
                  <a:pt x="1926" y="439"/>
                </a:lnTo>
                <a:lnTo>
                  <a:pt x="1928" y="439"/>
                </a:lnTo>
                <a:lnTo>
                  <a:pt x="1928" y="439"/>
                </a:lnTo>
                <a:lnTo>
                  <a:pt x="1928" y="439"/>
                </a:lnTo>
                <a:lnTo>
                  <a:pt x="1929" y="439"/>
                </a:lnTo>
                <a:lnTo>
                  <a:pt x="1930" y="439"/>
                </a:lnTo>
                <a:lnTo>
                  <a:pt x="1930" y="439"/>
                </a:lnTo>
                <a:lnTo>
                  <a:pt x="1930" y="439"/>
                </a:lnTo>
                <a:lnTo>
                  <a:pt x="1931" y="439"/>
                </a:lnTo>
                <a:lnTo>
                  <a:pt x="1932" y="439"/>
                </a:lnTo>
                <a:lnTo>
                  <a:pt x="1932" y="439"/>
                </a:lnTo>
                <a:lnTo>
                  <a:pt x="1932" y="439"/>
                </a:lnTo>
                <a:lnTo>
                  <a:pt x="1933" y="440"/>
                </a:lnTo>
                <a:lnTo>
                  <a:pt x="1934" y="439"/>
                </a:lnTo>
                <a:lnTo>
                  <a:pt x="1934" y="439"/>
                </a:lnTo>
                <a:lnTo>
                  <a:pt x="1934" y="439"/>
                </a:lnTo>
                <a:lnTo>
                  <a:pt x="1935" y="439"/>
                </a:lnTo>
                <a:lnTo>
                  <a:pt x="1936" y="439"/>
                </a:lnTo>
                <a:lnTo>
                  <a:pt x="1936" y="439"/>
                </a:lnTo>
                <a:lnTo>
                  <a:pt x="1936" y="439"/>
                </a:lnTo>
                <a:lnTo>
                  <a:pt x="1938" y="439"/>
                </a:lnTo>
                <a:lnTo>
                  <a:pt x="1938" y="439"/>
                </a:lnTo>
                <a:lnTo>
                  <a:pt x="1939" y="439"/>
                </a:lnTo>
                <a:lnTo>
                  <a:pt x="1940" y="440"/>
                </a:lnTo>
                <a:lnTo>
                  <a:pt x="1940" y="440"/>
                </a:lnTo>
                <a:lnTo>
                  <a:pt x="1940" y="440"/>
                </a:lnTo>
                <a:lnTo>
                  <a:pt x="1941" y="440"/>
                </a:lnTo>
                <a:lnTo>
                  <a:pt x="1942" y="440"/>
                </a:lnTo>
                <a:lnTo>
                  <a:pt x="1942" y="440"/>
                </a:lnTo>
                <a:lnTo>
                  <a:pt x="1942" y="440"/>
                </a:lnTo>
                <a:lnTo>
                  <a:pt x="1943" y="440"/>
                </a:lnTo>
                <a:lnTo>
                  <a:pt x="1944" y="439"/>
                </a:lnTo>
                <a:lnTo>
                  <a:pt x="1944" y="439"/>
                </a:lnTo>
                <a:lnTo>
                  <a:pt x="1945" y="440"/>
                </a:lnTo>
                <a:lnTo>
                  <a:pt x="1945" y="440"/>
                </a:lnTo>
                <a:lnTo>
                  <a:pt x="1946" y="439"/>
                </a:lnTo>
                <a:lnTo>
                  <a:pt x="1946" y="439"/>
                </a:lnTo>
                <a:lnTo>
                  <a:pt x="1947" y="439"/>
                </a:lnTo>
                <a:lnTo>
                  <a:pt x="1948" y="439"/>
                </a:lnTo>
                <a:lnTo>
                  <a:pt x="1948" y="439"/>
                </a:lnTo>
                <a:lnTo>
                  <a:pt x="1948" y="439"/>
                </a:lnTo>
                <a:lnTo>
                  <a:pt x="1949" y="440"/>
                </a:lnTo>
                <a:lnTo>
                  <a:pt x="1950" y="440"/>
                </a:lnTo>
                <a:lnTo>
                  <a:pt x="1950" y="440"/>
                </a:lnTo>
                <a:lnTo>
                  <a:pt x="1951" y="439"/>
                </a:lnTo>
                <a:lnTo>
                  <a:pt x="1952" y="440"/>
                </a:lnTo>
                <a:lnTo>
                  <a:pt x="1952" y="440"/>
                </a:lnTo>
                <a:lnTo>
                  <a:pt x="1952" y="440"/>
                </a:lnTo>
                <a:lnTo>
                  <a:pt x="1954" y="440"/>
                </a:lnTo>
                <a:lnTo>
                  <a:pt x="1954" y="440"/>
                </a:lnTo>
                <a:lnTo>
                  <a:pt x="1954" y="440"/>
                </a:lnTo>
                <a:lnTo>
                  <a:pt x="1955" y="440"/>
                </a:lnTo>
                <a:lnTo>
                  <a:pt x="1956" y="440"/>
                </a:lnTo>
                <a:lnTo>
                  <a:pt x="1956" y="440"/>
                </a:lnTo>
                <a:lnTo>
                  <a:pt x="1956" y="440"/>
                </a:lnTo>
                <a:lnTo>
                  <a:pt x="1957" y="439"/>
                </a:lnTo>
                <a:lnTo>
                  <a:pt x="1958" y="440"/>
                </a:lnTo>
                <a:lnTo>
                  <a:pt x="1958" y="440"/>
                </a:lnTo>
                <a:lnTo>
                  <a:pt x="1960" y="439"/>
                </a:lnTo>
                <a:lnTo>
                  <a:pt x="1960" y="439"/>
                </a:lnTo>
                <a:lnTo>
                  <a:pt x="1960" y="439"/>
                </a:lnTo>
                <a:lnTo>
                  <a:pt x="1962" y="440"/>
                </a:lnTo>
                <a:lnTo>
                  <a:pt x="1962" y="440"/>
                </a:lnTo>
                <a:lnTo>
                  <a:pt x="1963" y="440"/>
                </a:lnTo>
                <a:lnTo>
                  <a:pt x="1963" y="439"/>
                </a:lnTo>
                <a:lnTo>
                  <a:pt x="1964" y="439"/>
                </a:lnTo>
                <a:lnTo>
                  <a:pt x="1965" y="439"/>
                </a:lnTo>
                <a:lnTo>
                  <a:pt x="1966" y="440"/>
                </a:lnTo>
                <a:lnTo>
                  <a:pt x="1966" y="440"/>
                </a:lnTo>
                <a:lnTo>
                  <a:pt x="1966" y="440"/>
                </a:lnTo>
                <a:lnTo>
                  <a:pt x="1968" y="439"/>
                </a:lnTo>
                <a:lnTo>
                  <a:pt x="1969" y="439"/>
                </a:lnTo>
                <a:lnTo>
                  <a:pt x="1970" y="439"/>
                </a:lnTo>
                <a:lnTo>
                  <a:pt x="1971" y="439"/>
                </a:lnTo>
                <a:lnTo>
                  <a:pt x="1971" y="439"/>
                </a:lnTo>
                <a:lnTo>
                  <a:pt x="1972" y="439"/>
                </a:lnTo>
                <a:lnTo>
                  <a:pt x="1972" y="439"/>
                </a:lnTo>
                <a:lnTo>
                  <a:pt x="1973" y="439"/>
                </a:lnTo>
                <a:lnTo>
                  <a:pt x="1973" y="439"/>
                </a:lnTo>
                <a:lnTo>
                  <a:pt x="1974" y="439"/>
                </a:lnTo>
                <a:lnTo>
                  <a:pt x="1974" y="439"/>
                </a:lnTo>
                <a:lnTo>
                  <a:pt x="1975" y="439"/>
                </a:lnTo>
                <a:lnTo>
                  <a:pt x="1976" y="439"/>
                </a:lnTo>
                <a:lnTo>
                  <a:pt x="1977" y="439"/>
                </a:lnTo>
                <a:lnTo>
                  <a:pt x="1978" y="439"/>
                </a:lnTo>
                <a:lnTo>
                  <a:pt x="1978" y="439"/>
                </a:lnTo>
                <a:lnTo>
                  <a:pt x="1978" y="439"/>
                </a:lnTo>
                <a:lnTo>
                  <a:pt x="1978" y="439"/>
                </a:lnTo>
                <a:lnTo>
                  <a:pt x="1980" y="440"/>
                </a:lnTo>
                <a:lnTo>
                  <a:pt x="1980" y="440"/>
                </a:lnTo>
                <a:lnTo>
                  <a:pt x="1980" y="440"/>
                </a:lnTo>
                <a:lnTo>
                  <a:pt x="1981" y="440"/>
                </a:lnTo>
                <a:lnTo>
                  <a:pt x="1982" y="439"/>
                </a:lnTo>
                <a:lnTo>
                  <a:pt x="1983" y="439"/>
                </a:lnTo>
                <a:lnTo>
                  <a:pt x="1983" y="440"/>
                </a:lnTo>
                <a:lnTo>
                  <a:pt x="1983" y="440"/>
                </a:lnTo>
                <a:lnTo>
                  <a:pt x="1984" y="439"/>
                </a:lnTo>
                <a:lnTo>
                  <a:pt x="1984" y="439"/>
                </a:lnTo>
                <a:lnTo>
                  <a:pt x="1984" y="439"/>
                </a:lnTo>
                <a:lnTo>
                  <a:pt x="1985" y="440"/>
                </a:lnTo>
                <a:lnTo>
                  <a:pt x="1986" y="439"/>
                </a:lnTo>
                <a:lnTo>
                  <a:pt x="1986" y="439"/>
                </a:lnTo>
                <a:lnTo>
                  <a:pt x="1987" y="439"/>
                </a:lnTo>
                <a:lnTo>
                  <a:pt x="1988" y="440"/>
                </a:lnTo>
                <a:lnTo>
                  <a:pt x="1988" y="440"/>
                </a:lnTo>
                <a:lnTo>
                  <a:pt x="1989" y="440"/>
                </a:lnTo>
                <a:lnTo>
                  <a:pt x="1989" y="440"/>
                </a:lnTo>
                <a:lnTo>
                  <a:pt x="1990" y="440"/>
                </a:lnTo>
                <a:lnTo>
                  <a:pt x="1990" y="440"/>
                </a:lnTo>
                <a:lnTo>
                  <a:pt x="1991" y="440"/>
                </a:lnTo>
                <a:lnTo>
                  <a:pt x="1992" y="439"/>
                </a:lnTo>
                <a:lnTo>
                  <a:pt x="1993" y="439"/>
                </a:lnTo>
                <a:lnTo>
                  <a:pt x="1993" y="439"/>
                </a:lnTo>
                <a:lnTo>
                  <a:pt x="1994" y="439"/>
                </a:lnTo>
                <a:lnTo>
                  <a:pt x="1994" y="439"/>
                </a:lnTo>
                <a:lnTo>
                  <a:pt x="1995" y="439"/>
                </a:lnTo>
                <a:lnTo>
                  <a:pt x="1995" y="439"/>
                </a:lnTo>
                <a:lnTo>
                  <a:pt x="1996" y="439"/>
                </a:lnTo>
                <a:lnTo>
                  <a:pt x="1996" y="440"/>
                </a:lnTo>
                <a:lnTo>
                  <a:pt x="1997" y="440"/>
                </a:lnTo>
                <a:lnTo>
                  <a:pt x="1998" y="439"/>
                </a:lnTo>
                <a:lnTo>
                  <a:pt x="1998" y="439"/>
                </a:lnTo>
                <a:lnTo>
                  <a:pt x="1999" y="439"/>
                </a:lnTo>
                <a:lnTo>
                  <a:pt x="2000" y="439"/>
                </a:lnTo>
                <a:lnTo>
                  <a:pt x="2001" y="439"/>
                </a:lnTo>
                <a:lnTo>
                  <a:pt x="2002" y="440"/>
                </a:lnTo>
                <a:lnTo>
                  <a:pt x="2002" y="440"/>
                </a:lnTo>
                <a:lnTo>
                  <a:pt x="2002" y="440"/>
                </a:lnTo>
                <a:lnTo>
                  <a:pt x="2004" y="439"/>
                </a:lnTo>
                <a:lnTo>
                  <a:pt x="2004" y="439"/>
                </a:lnTo>
                <a:lnTo>
                  <a:pt x="2006" y="439"/>
                </a:lnTo>
                <a:lnTo>
                  <a:pt x="2007" y="439"/>
                </a:lnTo>
                <a:lnTo>
                  <a:pt x="2007" y="439"/>
                </a:lnTo>
                <a:lnTo>
                  <a:pt x="2008" y="440"/>
                </a:lnTo>
                <a:lnTo>
                  <a:pt x="2008" y="440"/>
                </a:lnTo>
                <a:lnTo>
                  <a:pt x="2010" y="439"/>
                </a:lnTo>
                <a:lnTo>
                  <a:pt x="2010" y="440"/>
                </a:lnTo>
                <a:lnTo>
                  <a:pt x="2011" y="440"/>
                </a:lnTo>
                <a:lnTo>
                  <a:pt x="2011" y="439"/>
                </a:lnTo>
                <a:lnTo>
                  <a:pt x="2012" y="440"/>
                </a:lnTo>
                <a:lnTo>
                  <a:pt x="2012" y="440"/>
                </a:lnTo>
                <a:lnTo>
                  <a:pt x="2013" y="440"/>
                </a:lnTo>
                <a:lnTo>
                  <a:pt x="2013" y="440"/>
                </a:lnTo>
                <a:lnTo>
                  <a:pt x="2014" y="439"/>
                </a:lnTo>
                <a:lnTo>
                  <a:pt x="2014" y="439"/>
                </a:lnTo>
                <a:lnTo>
                  <a:pt x="2014" y="439"/>
                </a:lnTo>
                <a:lnTo>
                  <a:pt x="2015" y="440"/>
                </a:lnTo>
                <a:lnTo>
                  <a:pt x="2016" y="439"/>
                </a:lnTo>
                <a:lnTo>
                  <a:pt x="2016" y="439"/>
                </a:lnTo>
                <a:lnTo>
                  <a:pt x="2017" y="439"/>
                </a:lnTo>
                <a:lnTo>
                  <a:pt x="2018" y="440"/>
                </a:lnTo>
                <a:lnTo>
                  <a:pt x="2018" y="439"/>
                </a:lnTo>
                <a:lnTo>
                  <a:pt x="2019" y="439"/>
                </a:lnTo>
                <a:lnTo>
                  <a:pt x="2019" y="439"/>
                </a:lnTo>
                <a:lnTo>
                  <a:pt x="2020" y="440"/>
                </a:lnTo>
                <a:lnTo>
                  <a:pt x="2020" y="439"/>
                </a:lnTo>
                <a:lnTo>
                  <a:pt x="2020" y="439"/>
                </a:lnTo>
                <a:lnTo>
                  <a:pt x="2021" y="439"/>
                </a:lnTo>
                <a:lnTo>
                  <a:pt x="2022" y="439"/>
                </a:lnTo>
                <a:lnTo>
                  <a:pt x="2022" y="439"/>
                </a:lnTo>
                <a:lnTo>
                  <a:pt x="2023" y="439"/>
                </a:lnTo>
                <a:lnTo>
                  <a:pt x="2023" y="439"/>
                </a:lnTo>
                <a:lnTo>
                  <a:pt x="2023" y="439"/>
                </a:lnTo>
                <a:lnTo>
                  <a:pt x="2024" y="439"/>
                </a:lnTo>
                <a:lnTo>
                  <a:pt x="2025" y="439"/>
                </a:lnTo>
                <a:lnTo>
                  <a:pt x="2025" y="440"/>
                </a:lnTo>
                <a:lnTo>
                  <a:pt x="2026" y="439"/>
                </a:lnTo>
                <a:lnTo>
                  <a:pt x="2026" y="440"/>
                </a:lnTo>
                <a:lnTo>
                  <a:pt x="2027" y="440"/>
                </a:lnTo>
                <a:lnTo>
                  <a:pt x="2028" y="440"/>
                </a:lnTo>
                <a:lnTo>
                  <a:pt x="2028" y="440"/>
                </a:lnTo>
                <a:lnTo>
                  <a:pt x="2028" y="440"/>
                </a:lnTo>
                <a:lnTo>
                  <a:pt x="2029" y="440"/>
                </a:lnTo>
                <a:lnTo>
                  <a:pt x="2030" y="439"/>
                </a:lnTo>
                <a:lnTo>
                  <a:pt x="2031" y="439"/>
                </a:lnTo>
                <a:lnTo>
                  <a:pt x="2031" y="439"/>
                </a:lnTo>
                <a:lnTo>
                  <a:pt x="2032" y="439"/>
                </a:lnTo>
                <a:lnTo>
                  <a:pt x="2032" y="439"/>
                </a:lnTo>
                <a:lnTo>
                  <a:pt x="2032" y="439"/>
                </a:lnTo>
                <a:lnTo>
                  <a:pt x="2033" y="439"/>
                </a:lnTo>
                <a:lnTo>
                  <a:pt x="2034" y="439"/>
                </a:lnTo>
                <a:lnTo>
                  <a:pt x="2035" y="439"/>
                </a:lnTo>
                <a:lnTo>
                  <a:pt x="2036" y="439"/>
                </a:lnTo>
                <a:lnTo>
                  <a:pt x="2036" y="439"/>
                </a:lnTo>
                <a:lnTo>
                  <a:pt x="2037" y="439"/>
                </a:lnTo>
                <a:lnTo>
                  <a:pt x="2037" y="439"/>
                </a:lnTo>
                <a:lnTo>
                  <a:pt x="2038" y="439"/>
                </a:lnTo>
                <a:lnTo>
                  <a:pt x="2038" y="439"/>
                </a:lnTo>
                <a:lnTo>
                  <a:pt x="2038" y="439"/>
                </a:lnTo>
                <a:lnTo>
                  <a:pt x="2039" y="439"/>
                </a:lnTo>
                <a:lnTo>
                  <a:pt x="2040" y="439"/>
                </a:lnTo>
                <a:lnTo>
                  <a:pt x="2041" y="439"/>
                </a:lnTo>
                <a:lnTo>
                  <a:pt x="2042" y="440"/>
                </a:lnTo>
                <a:lnTo>
                  <a:pt x="2042" y="440"/>
                </a:lnTo>
                <a:lnTo>
                  <a:pt x="2043" y="440"/>
                </a:lnTo>
                <a:lnTo>
                  <a:pt x="2044" y="439"/>
                </a:lnTo>
                <a:lnTo>
                  <a:pt x="2044" y="439"/>
                </a:lnTo>
                <a:lnTo>
                  <a:pt x="2044" y="439"/>
                </a:lnTo>
                <a:lnTo>
                  <a:pt x="2046" y="440"/>
                </a:lnTo>
                <a:lnTo>
                  <a:pt x="2047" y="440"/>
                </a:lnTo>
                <a:lnTo>
                  <a:pt x="2048" y="439"/>
                </a:lnTo>
                <a:lnTo>
                  <a:pt x="2049" y="439"/>
                </a:lnTo>
                <a:lnTo>
                  <a:pt x="2050" y="439"/>
                </a:lnTo>
                <a:lnTo>
                  <a:pt x="2050" y="439"/>
                </a:lnTo>
                <a:lnTo>
                  <a:pt x="2051" y="440"/>
                </a:lnTo>
                <a:lnTo>
                  <a:pt x="2052" y="439"/>
                </a:lnTo>
                <a:lnTo>
                  <a:pt x="2052" y="439"/>
                </a:lnTo>
                <a:lnTo>
                  <a:pt x="2053" y="439"/>
                </a:lnTo>
                <a:lnTo>
                  <a:pt x="2053" y="440"/>
                </a:lnTo>
                <a:lnTo>
                  <a:pt x="2055" y="439"/>
                </a:lnTo>
                <a:lnTo>
                  <a:pt x="2055" y="439"/>
                </a:lnTo>
                <a:lnTo>
                  <a:pt x="2055" y="439"/>
                </a:lnTo>
                <a:lnTo>
                  <a:pt x="2056" y="440"/>
                </a:lnTo>
                <a:lnTo>
                  <a:pt x="2056" y="439"/>
                </a:lnTo>
                <a:lnTo>
                  <a:pt x="2056" y="440"/>
                </a:lnTo>
                <a:lnTo>
                  <a:pt x="2057" y="440"/>
                </a:lnTo>
                <a:lnTo>
                  <a:pt x="2058" y="439"/>
                </a:lnTo>
                <a:lnTo>
                  <a:pt x="2058" y="439"/>
                </a:lnTo>
                <a:lnTo>
                  <a:pt x="2058" y="439"/>
                </a:lnTo>
                <a:lnTo>
                  <a:pt x="2059" y="439"/>
                </a:lnTo>
                <a:lnTo>
                  <a:pt x="2060" y="440"/>
                </a:lnTo>
                <a:lnTo>
                  <a:pt x="2061" y="440"/>
                </a:lnTo>
                <a:lnTo>
                  <a:pt x="2062" y="439"/>
                </a:lnTo>
                <a:lnTo>
                  <a:pt x="2062" y="440"/>
                </a:lnTo>
                <a:lnTo>
                  <a:pt x="2062" y="440"/>
                </a:lnTo>
                <a:lnTo>
                  <a:pt x="2064" y="439"/>
                </a:lnTo>
                <a:lnTo>
                  <a:pt x="2064" y="439"/>
                </a:lnTo>
                <a:lnTo>
                  <a:pt x="2065" y="439"/>
                </a:lnTo>
                <a:lnTo>
                  <a:pt x="2065" y="439"/>
                </a:lnTo>
                <a:lnTo>
                  <a:pt x="2066" y="440"/>
                </a:lnTo>
                <a:lnTo>
                  <a:pt x="2067" y="440"/>
                </a:lnTo>
                <a:lnTo>
                  <a:pt x="2068" y="439"/>
                </a:lnTo>
                <a:lnTo>
                  <a:pt x="2068" y="439"/>
                </a:lnTo>
                <a:lnTo>
                  <a:pt x="2068" y="439"/>
                </a:lnTo>
                <a:lnTo>
                  <a:pt x="2069" y="439"/>
                </a:lnTo>
                <a:lnTo>
                  <a:pt x="2070" y="440"/>
                </a:lnTo>
                <a:lnTo>
                  <a:pt x="2070" y="439"/>
                </a:lnTo>
                <a:lnTo>
                  <a:pt x="2071" y="440"/>
                </a:lnTo>
                <a:lnTo>
                  <a:pt x="2071" y="440"/>
                </a:lnTo>
                <a:lnTo>
                  <a:pt x="2072" y="440"/>
                </a:lnTo>
                <a:lnTo>
                  <a:pt x="2073" y="439"/>
                </a:lnTo>
                <a:lnTo>
                  <a:pt x="2073" y="439"/>
                </a:lnTo>
                <a:lnTo>
                  <a:pt x="2074" y="440"/>
                </a:lnTo>
                <a:lnTo>
                  <a:pt x="2074" y="440"/>
                </a:lnTo>
                <a:lnTo>
                  <a:pt x="2076" y="440"/>
                </a:lnTo>
                <a:lnTo>
                  <a:pt x="2076" y="440"/>
                </a:lnTo>
                <a:lnTo>
                  <a:pt x="2076" y="440"/>
                </a:lnTo>
                <a:lnTo>
                  <a:pt x="2078" y="439"/>
                </a:lnTo>
                <a:lnTo>
                  <a:pt x="2079" y="439"/>
                </a:lnTo>
                <a:lnTo>
                  <a:pt x="2079" y="440"/>
                </a:lnTo>
                <a:lnTo>
                  <a:pt x="2079" y="440"/>
                </a:lnTo>
                <a:lnTo>
                  <a:pt x="2080" y="439"/>
                </a:lnTo>
                <a:lnTo>
                  <a:pt x="2080" y="440"/>
                </a:lnTo>
                <a:lnTo>
                  <a:pt x="2080" y="439"/>
                </a:lnTo>
                <a:lnTo>
                  <a:pt x="2082" y="439"/>
                </a:lnTo>
                <a:lnTo>
                  <a:pt x="2082" y="439"/>
                </a:lnTo>
                <a:lnTo>
                  <a:pt x="2082" y="439"/>
                </a:lnTo>
                <a:lnTo>
                  <a:pt x="2083" y="440"/>
                </a:lnTo>
                <a:lnTo>
                  <a:pt x="2085" y="439"/>
                </a:lnTo>
                <a:lnTo>
                  <a:pt x="2085" y="439"/>
                </a:lnTo>
                <a:lnTo>
                  <a:pt x="2086" y="439"/>
                </a:lnTo>
                <a:lnTo>
                  <a:pt x="2086" y="439"/>
                </a:lnTo>
                <a:lnTo>
                  <a:pt x="2086" y="439"/>
                </a:lnTo>
                <a:lnTo>
                  <a:pt x="2088" y="439"/>
                </a:lnTo>
                <a:lnTo>
                  <a:pt x="2089" y="439"/>
                </a:lnTo>
                <a:lnTo>
                  <a:pt x="2090" y="439"/>
                </a:lnTo>
                <a:lnTo>
                  <a:pt x="2090" y="439"/>
                </a:lnTo>
                <a:lnTo>
                  <a:pt x="2091" y="439"/>
                </a:lnTo>
                <a:lnTo>
                  <a:pt x="2092" y="439"/>
                </a:lnTo>
                <a:lnTo>
                  <a:pt x="2092" y="439"/>
                </a:lnTo>
                <a:lnTo>
                  <a:pt x="2092" y="439"/>
                </a:lnTo>
                <a:lnTo>
                  <a:pt x="2093" y="439"/>
                </a:lnTo>
                <a:lnTo>
                  <a:pt x="2094" y="439"/>
                </a:lnTo>
                <a:lnTo>
                  <a:pt x="2095" y="439"/>
                </a:lnTo>
                <a:lnTo>
                  <a:pt x="2095" y="439"/>
                </a:lnTo>
                <a:lnTo>
                  <a:pt x="2096" y="440"/>
                </a:lnTo>
                <a:lnTo>
                  <a:pt x="2097" y="440"/>
                </a:lnTo>
                <a:lnTo>
                  <a:pt x="2097" y="440"/>
                </a:lnTo>
                <a:lnTo>
                  <a:pt x="2098" y="440"/>
                </a:lnTo>
                <a:lnTo>
                  <a:pt x="2098" y="440"/>
                </a:lnTo>
                <a:lnTo>
                  <a:pt x="2099" y="439"/>
                </a:lnTo>
                <a:lnTo>
                  <a:pt x="2100" y="439"/>
                </a:lnTo>
                <a:lnTo>
                  <a:pt x="2100" y="439"/>
                </a:lnTo>
                <a:lnTo>
                  <a:pt x="2101" y="439"/>
                </a:lnTo>
                <a:lnTo>
                  <a:pt x="2102" y="440"/>
                </a:lnTo>
                <a:lnTo>
                  <a:pt x="2103" y="440"/>
                </a:lnTo>
                <a:lnTo>
                  <a:pt x="2103" y="440"/>
                </a:lnTo>
                <a:lnTo>
                  <a:pt x="2104" y="440"/>
                </a:lnTo>
                <a:lnTo>
                  <a:pt x="2104" y="439"/>
                </a:lnTo>
                <a:lnTo>
                  <a:pt x="2104" y="439"/>
                </a:lnTo>
                <a:lnTo>
                  <a:pt x="2105" y="439"/>
                </a:lnTo>
                <a:lnTo>
                  <a:pt x="2106" y="440"/>
                </a:lnTo>
                <a:lnTo>
                  <a:pt x="2106" y="440"/>
                </a:lnTo>
                <a:lnTo>
                  <a:pt x="2107" y="440"/>
                </a:lnTo>
                <a:lnTo>
                  <a:pt x="2109" y="440"/>
                </a:lnTo>
                <a:lnTo>
                  <a:pt x="2109" y="439"/>
                </a:lnTo>
                <a:lnTo>
                  <a:pt x="2110" y="439"/>
                </a:lnTo>
                <a:lnTo>
                  <a:pt x="2110" y="439"/>
                </a:lnTo>
                <a:lnTo>
                  <a:pt x="2110" y="439"/>
                </a:lnTo>
                <a:lnTo>
                  <a:pt x="2112" y="440"/>
                </a:lnTo>
                <a:lnTo>
                  <a:pt x="2113" y="440"/>
                </a:lnTo>
                <a:lnTo>
                  <a:pt x="2113" y="440"/>
                </a:lnTo>
                <a:lnTo>
                  <a:pt x="2114" y="439"/>
                </a:lnTo>
                <a:lnTo>
                  <a:pt x="2115" y="439"/>
                </a:lnTo>
                <a:lnTo>
                  <a:pt x="2115" y="439"/>
                </a:lnTo>
                <a:lnTo>
                  <a:pt x="2117" y="439"/>
                </a:lnTo>
                <a:lnTo>
                  <a:pt x="2117" y="439"/>
                </a:lnTo>
                <a:lnTo>
                  <a:pt x="2117" y="439"/>
                </a:lnTo>
                <a:lnTo>
                  <a:pt x="2117" y="439"/>
                </a:lnTo>
                <a:lnTo>
                  <a:pt x="2118" y="439"/>
                </a:lnTo>
                <a:lnTo>
                  <a:pt x="2119" y="439"/>
                </a:lnTo>
                <a:lnTo>
                  <a:pt x="2120" y="439"/>
                </a:lnTo>
                <a:lnTo>
                  <a:pt x="2120" y="439"/>
                </a:lnTo>
                <a:lnTo>
                  <a:pt x="2121" y="439"/>
                </a:lnTo>
                <a:lnTo>
                  <a:pt x="2121" y="439"/>
                </a:lnTo>
                <a:lnTo>
                  <a:pt x="2123" y="439"/>
                </a:lnTo>
                <a:lnTo>
                  <a:pt x="2123" y="439"/>
                </a:lnTo>
                <a:lnTo>
                  <a:pt x="2123" y="439"/>
                </a:lnTo>
                <a:lnTo>
                  <a:pt x="2124" y="440"/>
                </a:lnTo>
                <a:lnTo>
                  <a:pt x="2124" y="440"/>
                </a:lnTo>
                <a:lnTo>
                  <a:pt x="2125" y="440"/>
                </a:lnTo>
                <a:lnTo>
                  <a:pt x="2126" y="440"/>
                </a:lnTo>
                <a:lnTo>
                  <a:pt x="2127" y="439"/>
                </a:lnTo>
                <a:lnTo>
                  <a:pt x="2127" y="439"/>
                </a:lnTo>
                <a:lnTo>
                  <a:pt x="2128" y="439"/>
                </a:lnTo>
                <a:lnTo>
                  <a:pt x="2129" y="439"/>
                </a:lnTo>
                <a:lnTo>
                  <a:pt x="2129" y="439"/>
                </a:lnTo>
                <a:lnTo>
                  <a:pt x="2129" y="439"/>
                </a:lnTo>
                <a:lnTo>
                  <a:pt x="2130" y="439"/>
                </a:lnTo>
                <a:lnTo>
                  <a:pt x="2130" y="439"/>
                </a:lnTo>
                <a:lnTo>
                  <a:pt x="2130" y="439"/>
                </a:lnTo>
                <a:lnTo>
                  <a:pt x="2132" y="440"/>
                </a:lnTo>
                <a:lnTo>
                  <a:pt x="2133" y="440"/>
                </a:lnTo>
                <a:lnTo>
                  <a:pt x="2133" y="440"/>
                </a:lnTo>
                <a:lnTo>
                  <a:pt x="2134" y="440"/>
                </a:lnTo>
                <a:lnTo>
                  <a:pt x="2135" y="439"/>
                </a:lnTo>
                <a:lnTo>
                  <a:pt x="2135" y="439"/>
                </a:lnTo>
                <a:lnTo>
                  <a:pt x="2135" y="440"/>
                </a:lnTo>
                <a:lnTo>
                  <a:pt x="2136" y="439"/>
                </a:lnTo>
                <a:lnTo>
                  <a:pt x="2137" y="439"/>
                </a:lnTo>
                <a:lnTo>
                  <a:pt x="2137" y="439"/>
                </a:lnTo>
                <a:lnTo>
                  <a:pt x="2138" y="440"/>
                </a:lnTo>
                <a:lnTo>
                  <a:pt x="2139" y="440"/>
                </a:lnTo>
                <a:lnTo>
                  <a:pt x="2139" y="440"/>
                </a:lnTo>
                <a:lnTo>
                  <a:pt x="2140" y="439"/>
                </a:lnTo>
                <a:lnTo>
                  <a:pt x="2141" y="439"/>
                </a:lnTo>
                <a:lnTo>
                  <a:pt x="2141" y="440"/>
                </a:lnTo>
                <a:lnTo>
                  <a:pt x="2142" y="439"/>
                </a:lnTo>
                <a:lnTo>
                  <a:pt x="2143" y="439"/>
                </a:lnTo>
                <a:lnTo>
                  <a:pt x="2143" y="439"/>
                </a:lnTo>
                <a:lnTo>
                  <a:pt x="2144" y="439"/>
                </a:lnTo>
                <a:lnTo>
                  <a:pt x="2144" y="439"/>
                </a:lnTo>
                <a:lnTo>
                  <a:pt x="2145" y="439"/>
                </a:lnTo>
                <a:lnTo>
                  <a:pt x="2145" y="440"/>
                </a:lnTo>
                <a:lnTo>
                  <a:pt x="2147" y="440"/>
                </a:lnTo>
                <a:lnTo>
                  <a:pt x="2147" y="440"/>
                </a:lnTo>
                <a:lnTo>
                  <a:pt x="2148" y="439"/>
                </a:lnTo>
                <a:lnTo>
                  <a:pt x="2148" y="439"/>
                </a:lnTo>
                <a:lnTo>
                  <a:pt x="2149" y="439"/>
                </a:lnTo>
                <a:lnTo>
                  <a:pt x="2150" y="439"/>
                </a:lnTo>
                <a:lnTo>
                  <a:pt x="2151" y="440"/>
                </a:lnTo>
                <a:lnTo>
                  <a:pt x="2151" y="440"/>
                </a:lnTo>
                <a:lnTo>
                  <a:pt x="2151" y="440"/>
                </a:lnTo>
                <a:lnTo>
                  <a:pt x="2153" y="440"/>
                </a:lnTo>
                <a:lnTo>
                  <a:pt x="2153" y="440"/>
                </a:lnTo>
                <a:lnTo>
                  <a:pt x="2153" y="440"/>
                </a:lnTo>
                <a:lnTo>
                  <a:pt x="2154" y="439"/>
                </a:lnTo>
                <a:lnTo>
                  <a:pt x="2154" y="439"/>
                </a:lnTo>
                <a:lnTo>
                  <a:pt x="2155" y="439"/>
                </a:lnTo>
                <a:lnTo>
                  <a:pt x="2156" y="439"/>
                </a:lnTo>
                <a:lnTo>
                  <a:pt x="2157" y="439"/>
                </a:lnTo>
                <a:lnTo>
                  <a:pt x="2157" y="439"/>
                </a:lnTo>
                <a:lnTo>
                  <a:pt x="2157" y="440"/>
                </a:lnTo>
                <a:lnTo>
                  <a:pt x="2158" y="439"/>
                </a:lnTo>
                <a:lnTo>
                  <a:pt x="2159" y="439"/>
                </a:lnTo>
                <a:lnTo>
                  <a:pt x="2159" y="439"/>
                </a:lnTo>
                <a:lnTo>
                  <a:pt x="2159" y="439"/>
                </a:lnTo>
                <a:lnTo>
                  <a:pt x="2160" y="439"/>
                </a:lnTo>
                <a:lnTo>
                  <a:pt x="2160" y="439"/>
                </a:lnTo>
                <a:lnTo>
                  <a:pt x="2161" y="439"/>
                </a:lnTo>
                <a:lnTo>
                  <a:pt x="2162" y="439"/>
                </a:lnTo>
                <a:lnTo>
                  <a:pt x="2162" y="439"/>
                </a:lnTo>
                <a:lnTo>
                  <a:pt x="2163" y="439"/>
                </a:lnTo>
                <a:lnTo>
                  <a:pt x="2163" y="439"/>
                </a:lnTo>
                <a:lnTo>
                  <a:pt x="2163" y="439"/>
                </a:lnTo>
                <a:lnTo>
                  <a:pt x="2164" y="439"/>
                </a:lnTo>
                <a:lnTo>
                  <a:pt x="2165" y="439"/>
                </a:lnTo>
                <a:lnTo>
                  <a:pt x="2165" y="439"/>
                </a:lnTo>
                <a:lnTo>
                  <a:pt x="2165" y="439"/>
                </a:lnTo>
                <a:lnTo>
                  <a:pt x="2166" y="440"/>
                </a:lnTo>
                <a:lnTo>
                  <a:pt x="2166" y="439"/>
                </a:lnTo>
                <a:lnTo>
                  <a:pt x="2167" y="439"/>
                </a:lnTo>
                <a:lnTo>
                  <a:pt x="2167" y="439"/>
                </a:lnTo>
                <a:lnTo>
                  <a:pt x="2168" y="439"/>
                </a:lnTo>
                <a:lnTo>
                  <a:pt x="2168" y="439"/>
                </a:lnTo>
                <a:lnTo>
                  <a:pt x="2169" y="439"/>
                </a:lnTo>
                <a:lnTo>
                  <a:pt x="2169" y="439"/>
                </a:lnTo>
                <a:lnTo>
                  <a:pt x="2171" y="439"/>
                </a:lnTo>
                <a:lnTo>
                  <a:pt x="2171" y="439"/>
                </a:lnTo>
                <a:lnTo>
                  <a:pt x="2171" y="439"/>
                </a:lnTo>
                <a:lnTo>
                  <a:pt x="2172" y="440"/>
                </a:lnTo>
                <a:lnTo>
                  <a:pt x="2173" y="440"/>
                </a:lnTo>
                <a:lnTo>
                  <a:pt x="2174" y="439"/>
                </a:lnTo>
                <a:lnTo>
                  <a:pt x="2175" y="439"/>
                </a:lnTo>
                <a:lnTo>
                  <a:pt x="2175" y="439"/>
                </a:lnTo>
                <a:lnTo>
                  <a:pt x="2175" y="439"/>
                </a:lnTo>
                <a:lnTo>
                  <a:pt x="2176" y="440"/>
                </a:lnTo>
                <a:lnTo>
                  <a:pt x="2177" y="440"/>
                </a:lnTo>
                <a:lnTo>
                  <a:pt x="2177" y="440"/>
                </a:lnTo>
                <a:lnTo>
                  <a:pt x="2177" y="440"/>
                </a:lnTo>
                <a:lnTo>
                  <a:pt x="2178" y="440"/>
                </a:lnTo>
                <a:lnTo>
                  <a:pt x="2178" y="440"/>
                </a:lnTo>
                <a:lnTo>
                  <a:pt x="2178" y="440"/>
                </a:lnTo>
                <a:lnTo>
                  <a:pt x="2180" y="440"/>
                </a:lnTo>
                <a:lnTo>
                  <a:pt x="2180" y="439"/>
                </a:lnTo>
                <a:lnTo>
                  <a:pt x="2181" y="440"/>
                </a:lnTo>
                <a:lnTo>
                  <a:pt x="2181" y="440"/>
                </a:lnTo>
                <a:lnTo>
                  <a:pt x="2181" y="440"/>
                </a:lnTo>
                <a:lnTo>
                  <a:pt x="2183" y="439"/>
                </a:lnTo>
                <a:lnTo>
                  <a:pt x="2183" y="439"/>
                </a:lnTo>
                <a:lnTo>
                  <a:pt x="2183" y="439"/>
                </a:lnTo>
                <a:lnTo>
                  <a:pt x="2184" y="439"/>
                </a:lnTo>
                <a:lnTo>
                  <a:pt x="2185" y="439"/>
                </a:lnTo>
                <a:lnTo>
                  <a:pt x="2186" y="440"/>
                </a:lnTo>
                <a:lnTo>
                  <a:pt x="2187" y="439"/>
                </a:lnTo>
                <a:lnTo>
                  <a:pt x="2187" y="440"/>
                </a:lnTo>
                <a:lnTo>
                  <a:pt x="2187" y="440"/>
                </a:lnTo>
                <a:lnTo>
                  <a:pt x="2189" y="439"/>
                </a:lnTo>
                <a:lnTo>
                  <a:pt x="2189" y="439"/>
                </a:lnTo>
                <a:lnTo>
                  <a:pt x="2190" y="439"/>
                </a:lnTo>
                <a:lnTo>
                  <a:pt x="2191" y="439"/>
                </a:lnTo>
                <a:lnTo>
                  <a:pt x="2191" y="440"/>
                </a:lnTo>
                <a:lnTo>
                  <a:pt x="2192" y="440"/>
                </a:lnTo>
                <a:lnTo>
                  <a:pt x="2193" y="440"/>
                </a:lnTo>
                <a:lnTo>
                  <a:pt x="2193" y="440"/>
                </a:lnTo>
                <a:lnTo>
                  <a:pt x="2195" y="440"/>
                </a:lnTo>
                <a:lnTo>
                  <a:pt x="2195" y="440"/>
                </a:lnTo>
                <a:lnTo>
                  <a:pt x="2195" y="440"/>
                </a:lnTo>
                <a:lnTo>
                  <a:pt x="2196" y="439"/>
                </a:lnTo>
                <a:lnTo>
                  <a:pt x="2197" y="439"/>
                </a:lnTo>
                <a:lnTo>
                  <a:pt x="2198" y="439"/>
                </a:lnTo>
                <a:lnTo>
                  <a:pt x="2198" y="439"/>
                </a:lnTo>
                <a:lnTo>
                  <a:pt x="2199" y="439"/>
                </a:lnTo>
                <a:lnTo>
                  <a:pt x="2199" y="439"/>
                </a:lnTo>
                <a:lnTo>
                  <a:pt x="2200" y="440"/>
                </a:lnTo>
                <a:lnTo>
                  <a:pt x="2201" y="440"/>
                </a:lnTo>
                <a:lnTo>
                  <a:pt x="2201" y="440"/>
                </a:lnTo>
                <a:lnTo>
                  <a:pt x="2201" y="440"/>
                </a:lnTo>
                <a:lnTo>
                  <a:pt x="2202" y="438"/>
                </a:lnTo>
                <a:lnTo>
                  <a:pt x="2203" y="438"/>
                </a:lnTo>
                <a:lnTo>
                  <a:pt x="2203" y="438"/>
                </a:lnTo>
                <a:lnTo>
                  <a:pt x="2205" y="439"/>
                </a:lnTo>
                <a:lnTo>
                  <a:pt x="2205" y="439"/>
                </a:lnTo>
                <a:lnTo>
                  <a:pt x="2205" y="440"/>
                </a:lnTo>
                <a:lnTo>
                  <a:pt x="2207" y="439"/>
                </a:lnTo>
                <a:lnTo>
                  <a:pt x="2207" y="440"/>
                </a:lnTo>
                <a:lnTo>
                  <a:pt x="2208" y="440"/>
                </a:lnTo>
                <a:lnTo>
                  <a:pt x="2208" y="440"/>
                </a:lnTo>
                <a:lnTo>
                  <a:pt x="2209" y="440"/>
                </a:lnTo>
                <a:lnTo>
                  <a:pt x="2209" y="440"/>
                </a:lnTo>
                <a:lnTo>
                  <a:pt x="2211" y="439"/>
                </a:lnTo>
                <a:lnTo>
                  <a:pt x="2211" y="439"/>
                </a:lnTo>
                <a:lnTo>
                  <a:pt x="2212" y="439"/>
                </a:lnTo>
                <a:lnTo>
                  <a:pt x="2213" y="439"/>
                </a:lnTo>
                <a:lnTo>
                  <a:pt x="2213" y="439"/>
                </a:lnTo>
                <a:lnTo>
                  <a:pt x="2214" y="440"/>
                </a:lnTo>
                <a:lnTo>
                  <a:pt x="2214" y="440"/>
                </a:lnTo>
                <a:lnTo>
                  <a:pt x="2215" y="440"/>
                </a:lnTo>
                <a:lnTo>
                  <a:pt x="2216" y="439"/>
                </a:lnTo>
                <a:lnTo>
                  <a:pt x="2216" y="439"/>
                </a:lnTo>
                <a:lnTo>
                  <a:pt x="2217" y="439"/>
                </a:lnTo>
                <a:lnTo>
                  <a:pt x="2219" y="440"/>
                </a:lnTo>
                <a:lnTo>
                  <a:pt x="2219" y="440"/>
                </a:lnTo>
                <a:lnTo>
                  <a:pt x="2219" y="440"/>
                </a:lnTo>
                <a:lnTo>
                  <a:pt x="2219" y="440"/>
                </a:lnTo>
                <a:lnTo>
                  <a:pt x="2220" y="439"/>
                </a:lnTo>
                <a:lnTo>
                  <a:pt x="2221" y="439"/>
                </a:lnTo>
                <a:lnTo>
                  <a:pt x="2221" y="439"/>
                </a:lnTo>
                <a:lnTo>
                  <a:pt x="2222" y="439"/>
                </a:lnTo>
                <a:lnTo>
                  <a:pt x="2222" y="439"/>
                </a:lnTo>
                <a:lnTo>
                  <a:pt x="2223" y="439"/>
                </a:lnTo>
                <a:lnTo>
                  <a:pt x="2224" y="440"/>
                </a:lnTo>
                <a:lnTo>
                  <a:pt x="2225" y="439"/>
                </a:lnTo>
                <a:lnTo>
                  <a:pt x="2225" y="440"/>
                </a:lnTo>
                <a:lnTo>
                  <a:pt x="2225" y="440"/>
                </a:lnTo>
                <a:lnTo>
                  <a:pt x="2226" y="439"/>
                </a:lnTo>
                <a:lnTo>
                  <a:pt x="2226" y="439"/>
                </a:lnTo>
                <a:lnTo>
                  <a:pt x="2227" y="439"/>
                </a:lnTo>
                <a:lnTo>
                  <a:pt x="2227" y="440"/>
                </a:lnTo>
                <a:lnTo>
                  <a:pt x="2228" y="439"/>
                </a:lnTo>
                <a:lnTo>
                  <a:pt x="2229" y="439"/>
                </a:lnTo>
                <a:lnTo>
                  <a:pt x="2229" y="439"/>
                </a:lnTo>
                <a:lnTo>
                  <a:pt x="2229" y="439"/>
                </a:lnTo>
                <a:lnTo>
                  <a:pt x="2231" y="440"/>
                </a:lnTo>
                <a:lnTo>
                  <a:pt x="2231" y="440"/>
                </a:lnTo>
                <a:lnTo>
                  <a:pt x="2231" y="440"/>
                </a:lnTo>
                <a:lnTo>
                  <a:pt x="2232" y="440"/>
                </a:lnTo>
                <a:lnTo>
                  <a:pt x="2232" y="440"/>
                </a:lnTo>
                <a:lnTo>
                  <a:pt x="2233" y="439"/>
                </a:lnTo>
                <a:lnTo>
                  <a:pt x="2234" y="439"/>
                </a:lnTo>
                <a:lnTo>
                  <a:pt x="2235" y="440"/>
                </a:lnTo>
                <a:lnTo>
                  <a:pt x="2235" y="440"/>
                </a:lnTo>
                <a:lnTo>
                  <a:pt x="2235" y="440"/>
                </a:lnTo>
                <a:lnTo>
                  <a:pt x="2236" y="440"/>
                </a:lnTo>
                <a:lnTo>
                  <a:pt x="2237" y="440"/>
                </a:lnTo>
                <a:lnTo>
                  <a:pt x="2237" y="440"/>
                </a:lnTo>
                <a:lnTo>
                  <a:pt x="2237" y="439"/>
                </a:lnTo>
                <a:lnTo>
                  <a:pt x="2238" y="439"/>
                </a:lnTo>
                <a:lnTo>
                  <a:pt x="2239" y="439"/>
                </a:lnTo>
                <a:lnTo>
                  <a:pt x="2240" y="440"/>
                </a:lnTo>
                <a:lnTo>
                  <a:pt x="2240" y="440"/>
                </a:lnTo>
                <a:lnTo>
                  <a:pt x="2241" y="440"/>
                </a:lnTo>
                <a:lnTo>
                  <a:pt x="2242" y="439"/>
                </a:lnTo>
                <a:lnTo>
                  <a:pt x="2243" y="439"/>
                </a:lnTo>
                <a:lnTo>
                  <a:pt x="2243" y="439"/>
                </a:lnTo>
                <a:lnTo>
                  <a:pt x="2243" y="440"/>
                </a:lnTo>
                <a:lnTo>
                  <a:pt x="2244" y="439"/>
                </a:lnTo>
                <a:lnTo>
                  <a:pt x="2245" y="440"/>
                </a:lnTo>
                <a:lnTo>
                  <a:pt x="2245" y="440"/>
                </a:lnTo>
                <a:lnTo>
                  <a:pt x="2246" y="439"/>
                </a:lnTo>
                <a:lnTo>
                  <a:pt x="2246" y="440"/>
                </a:lnTo>
                <a:lnTo>
                  <a:pt x="2247" y="440"/>
                </a:lnTo>
                <a:lnTo>
                  <a:pt x="2247" y="440"/>
                </a:lnTo>
                <a:lnTo>
                  <a:pt x="2249" y="440"/>
                </a:lnTo>
                <a:lnTo>
                  <a:pt x="2249" y="440"/>
                </a:lnTo>
                <a:lnTo>
                  <a:pt x="2249" y="440"/>
                </a:lnTo>
                <a:lnTo>
                  <a:pt x="2250" y="439"/>
                </a:lnTo>
                <a:lnTo>
                  <a:pt x="2250" y="439"/>
                </a:lnTo>
                <a:lnTo>
                  <a:pt x="2251" y="439"/>
                </a:lnTo>
                <a:lnTo>
                  <a:pt x="2251" y="440"/>
                </a:lnTo>
                <a:lnTo>
                  <a:pt x="2252" y="439"/>
                </a:lnTo>
                <a:lnTo>
                  <a:pt x="2253" y="439"/>
                </a:lnTo>
                <a:lnTo>
                  <a:pt x="2253" y="439"/>
                </a:lnTo>
                <a:lnTo>
                  <a:pt x="2255" y="439"/>
                </a:lnTo>
                <a:lnTo>
                  <a:pt x="2255" y="439"/>
                </a:lnTo>
                <a:lnTo>
                  <a:pt x="2255" y="440"/>
                </a:lnTo>
                <a:lnTo>
                  <a:pt x="2256" y="440"/>
                </a:lnTo>
                <a:lnTo>
                  <a:pt x="2257" y="440"/>
                </a:lnTo>
                <a:lnTo>
                  <a:pt x="2258" y="439"/>
                </a:lnTo>
                <a:lnTo>
                  <a:pt x="2259" y="439"/>
                </a:lnTo>
                <a:lnTo>
                  <a:pt x="2259" y="439"/>
                </a:lnTo>
                <a:lnTo>
                  <a:pt x="2259" y="439"/>
                </a:lnTo>
                <a:lnTo>
                  <a:pt x="2261" y="439"/>
                </a:lnTo>
                <a:lnTo>
                  <a:pt x="2261" y="439"/>
                </a:lnTo>
                <a:lnTo>
                  <a:pt x="2261" y="439"/>
                </a:lnTo>
                <a:lnTo>
                  <a:pt x="2262" y="439"/>
                </a:lnTo>
                <a:lnTo>
                  <a:pt x="2262" y="439"/>
                </a:lnTo>
                <a:lnTo>
                  <a:pt x="2263" y="439"/>
                </a:lnTo>
                <a:lnTo>
                  <a:pt x="2264" y="439"/>
                </a:lnTo>
                <a:lnTo>
                  <a:pt x="2265" y="439"/>
                </a:lnTo>
                <a:lnTo>
                  <a:pt x="2265" y="439"/>
                </a:lnTo>
                <a:lnTo>
                  <a:pt x="2265" y="440"/>
                </a:lnTo>
                <a:lnTo>
                  <a:pt x="2267" y="439"/>
                </a:lnTo>
                <a:lnTo>
                  <a:pt x="2267" y="439"/>
                </a:lnTo>
                <a:lnTo>
                  <a:pt x="2268" y="439"/>
                </a:lnTo>
                <a:lnTo>
                  <a:pt x="2268" y="439"/>
                </a:lnTo>
                <a:lnTo>
                  <a:pt x="2269" y="439"/>
                </a:lnTo>
                <a:lnTo>
                  <a:pt x="2269" y="439"/>
                </a:lnTo>
                <a:lnTo>
                  <a:pt x="2270" y="440"/>
                </a:lnTo>
                <a:lnTo>
                  <a:pt x="2270" y="439"/>
                </a:lnTo>
                <a:lnTo>
                  <a:pt x="2271" y="439"/>
                </a:lnTo>
                <a:lnTo>
                  <a:pt x="2271" y="439"/>
                </a:lnTo>
                <a:lnTo>
                  <a:pt x="2272" y="439"/>
                </a:lnTo>
                <a:lnTo>
                  <a:pt x="2273" y="439"/>
                </a:lnTo>
                <a:lnTo>
                  <a:pt x="2273" y="439"/>
                </a:lnTo>
                <a:lnTo>
                  <a:pt x="2273" y="439"/>
                </a:lnTo>
                <a:lnTo>
                  <a:pt x="2274" y="439"/>
                </a:lnTo>
                <a:lnTo>
                  <a:pt x="2275" y="439"/>
                </a:lnTo>
                <a:lnTo>
                  <a:pt x="2275" y="439"/>
                </a:lnTo>
                <a:lnTo>
                  <a:pt x="2275" y="439"/>
                </a:lnTo>
                <a:lnTo>
                  <a:pt x="2277" y="439"/>
                </a:lnTo>
                <a:lnTo>
                  <a:pt x="2277" y="439"/>
                </a:lnTo>
                <a:lnTo>
                  <a:pt x="2277" y="439"/>
                </a:lnTo>
                <a:lnTo>
                  <a:pt x="2278" y="439"/>
                </a:lnTo>
                <a:lnTo>
                  <a:pt x="2279" y="439"/>
                </a:lnTo>
                <a:lnTo>
                  <a:pt x="2279" y="439"/>
                </a:lnTo>
                <a:lnTo>
                  <a:pt x="2279" y="439"/>
                </a:lnTo>
                <a:lnTo>
                  <a:pt x="2280" y="440"/>
                </a:lnTo>
                <a:lnTo>
                  <a:pt x="2281" y="439"/>
                </a:lnTo>
                <a:lnTo>
                  <a:pt x="2281" y="439"/>
                </a:lnTo>
                <a:lnTo>
                  <a:pt x="2282" y="439"/>
                </a:lnTo>
                <a:lnTo>
                  <a:pt x="2283" y="439"/>
                </a:lnTo>
                <a:lnTo>
                  <a:pt x="2283" y="439"/>
                </a:lnTo>
                <a:lnTo>
                  <a:pt x="2283" y="439"/>
                </a:lnTo>
                <a:lnTo>
                  <a:pt x="2284" y="439"/>
                </a:lnTo>
                <a:lnTo>
                  <a:pt x="2285" y="439"/>
                </a:lnTo>
                <a:lnTo>
                  <a:pt x="2285" y="439"/>
                </a:lnTo>
                <a:lnTo>
                  <a:pt x="2287" y="438"/>
                </a:lnTo>
                <a:lnTo>
                  <a:pt x="2287" y="438"/>
                </a:lnTo>
                <a:lnTo>
                  <a:pt x="2287" y="438"/>
                </a:lnTo>
                <a:lnTo>
                  <a:pt x="2288" y="439"/>
                </a:lnTo>
                <a:lnTo>
                  <a:pt x="2289" y="439"/>
                </a:lnTo>
                <a:lnTo>
                  <a:pt x="2289" y="439"/>
                </a:lnTo>
                <a:lnTo>
                  <a:pt x="2290" y="439"/>
                </a:lnTo>
                <a:lnTo>
                  <a:pt x="2291" y="439"/>
                </a:lnTo>
                <a:lnTo>
                  <a:pt x="2291" y="439"/>
                </a:lnTo>
                <a:lnTo>
                  <a:pt x="2292" y="439"/>
                </a:lnTo>
                <a:lnTo>
                  <a:pt x="2293" y="439"/>
                </a:lnTo>
                <a:lnTo>
                  <a:pt x="2293" y="439"/>
                </a:lnTo>
                <a:lnTo>
                  <a:pt x="2294" y="439"/>
                </a:lnTo>
                <a:lnTo>
                  <a:pt x="2294" y="439"/>
                </a:lnTo>
                <a:lnTo>
                  <a:pt x="2295" y="439"/>
                </a:lnTo>
                <a:lnTo>
                  <a:pt x="2295" y="439"/>
                </a:lnTo>
                <a:lnTo>
                  <a:pt x="2297" y="440"/>
                </a:lnTo>
                <a:lnTo>
                  <a:pt x="2297" y="440"/>
                </a:lnTo>
                <a:lnTo>
                  <a:pt x="2297" y="440"/>
                </a:lnTo>
                <a:lnTo>
                  <a:pt x="2298" y="440"/>
                </a:lnTo>
                <a:lnTo>
                  <a:pt x="2299" y="440"/>
                </a:lnTo>
                <a:lnTo>
                  <a:pt x="2299" y="440"/>
                </a:lnTo>
                <a:lnTo>
                  <a:pt x="2300" y="439"/>
                </a:lnTo>
                <a:lnTo>
                  <a:pt x="2301" y="440"/>
                </a:lnTo>
                <a:lnTo>
                  <a:pt x="2301" y="440"/>
                </a:lnTo>
                <a:lnTo>
                  <a:pt x="2302" y="439"/>
                </a:lnTo>
                <a:lnTo>
                  <a:pt x="2302" y="440"/>
                </a:lnTo>
                <a:lnTo>
                  <a:pt x="2303" y="440"/>
                </a:lnTo>
                <a:lnTo>
                  <a:pt x="2303" y="440"/>
                </a:lnTo>
                <a:lnTo>
                  <a:pt x="2304" y="440"/>
                </a:lnTo>
                <a:lnTo>
                  <a:pt x="2305" y="439"/>
                </a:lnTo>
                <a:lnTo>
                  <a:pt x="2305" y="439"/>
                </a:lnTo>
                <a:lnTo>
                  <a:pt x="2306" y="439"/>
                </a:lnTo>
                <a:lnTo>
                  <a:pt x="2306" y="439"/>
                </a:lnTo>
                <a:lnTo>
                  <a:pt x="2307" y="439"/>
                </a:lnTo>
                <a:lnTo>
                  <a:pt x="2307" y="439"/>
                </a:lnTo>
                <a:lnTo>
                  <a:pt x="2308" y="440"/>
                </a:lnTo>
                <a:lnTo>
                  <a:pt x="2309" y="440"/>
                </a:lnTo>
                <a:lnTo>
                  <a:pt x="2309" y="440"/>
                </a:lnTo>
                <a:lnTo>
                  <a:pt x="2309" y="440"/>
                </a:lnTo>
                <a:lnTo>
                  <a:pt x="2311" y="440"/>
                </a:lnTo>
                <a:lnTo>
                  <a:pt x="2311" y="440"/>
                </a:lnTo>
                <a:lnTo>
                  <a:pt x="2313" y="439"/>
                </a:lnTo>
                <a:lnTo>
                  <a:pt x="2313" y="439"/>
                </a:lnTo>
                <a:lnTo>
                  <a:pt x="2314" y="439"/>
                </a:lnTo>
                <a:lnTo>
                  <a:pt x="2315" y="439"/>
                </a:lnTo>
                <a:lnTo>
                  <a:pt x="2315" y="439"/>
                </a:lnTo>
                <a:lnTo>
                  <a:pt x="2316" y="439"/>
                </a:lnTo>
                <a:lnTo>
                  <a:pt x="2317" y="439"/>
                </a:lnTo>
                <a:lnTo>
                  <a:pt x="2317" y="439"/>
                </a:lnTo>
                <a:lnTo>
                  <a:pt x="2318" y="440"/>
                </a:lnTo>
                <a:lnTo>
                  <a:pt x="2318" y="439"/>
                </a:lnTo>
                <a:lnTo>
                  <a:pt x="2319" y="439"/>
                </a:lnTo>
                <a:lnTo>
                  <a:pt x="2321" y="440"/>
                </a:lnTo>
                <a:lnTo>
                  <a:pt x="2321" y="440"/>
                </a:lnTo>
                <a:lnTo>
                  <a:pt x="2322" y="440"/>
                </a:lnTo>
                <a:lnTo>
                  <a:pt x="2323" y="440"/>
                </a:lnTo>
                <a:lnTo>
                  <a:pt x="2323" y="440"/>
                </a:lnTo>
                <a:lnTo>
                  <a:pt x="2323" y="440"/>
                </a:lnTo>
                <a:lnTo>
                  <a:pt x="2323" y="440"/>
                </a:lnTo>
                <a:lnTo>
                  <a:pt x="2324" y="439"/>
                </a:lnTo>
                <a:lnTo>
                  <a:pt x="2325" y="439"/>
                </a:lnTo>
                <a:lnTo>
                  <a:pt x="2325" y="439"/>
                </a:lnTo>
                <a:lnTo>
                  <a:pt x="2326" y="439"/>
                </a:lnTo>
                <a:lnTo>
                  <a:pt x="2327" y="439"/>
                </a:lnTo>
                <a:lnTo>
                  <a:pt x="2327" y="439"/>
                </a:lnTo>
                <a:lnTo>
                  <a:pt x="2328" y="440"/>
                </a:lnTo>
                <a:lnTo>
                  <a:pt x="2329" y="440"/>
                </a:lnTo>
                <a:lnTo>
                  <a:pt x="2329" y="440"/>
                </a:lnTo>
                <a:lnTo>
                  <a:pt x="2329" y="440"/>
                </a:lnTo>
                <a:lnTo>
                  <a:pt x="2330" y="439"/>
                </a:lnTo>
                <a:lnTo>
                  <a:pt x="2331" y="439"/>
                </a:lnTo>
                <a:lnTo>
                  <a:pt x="2331" y="439"/>
                </a:lnTo>
                <a:lnTo>
                  <a:pt x="2331" y="439"/>
                </a:lnTo>
                <a:lnTo>
                  <a:pt x="2332" y="440"/>
                </a:lnTo>
                <a:lnTo>
                  <a:pt x="2333" y="439"/>
                </a:lnTo>
                <a:lnTo>
                  <a:pt x="2333" y="439"/>
                </a:lnTo>
                <a:lnTo>
                  <a:pt x="2333" y="440"/>
                </a:lnTo>
                <a:lnTo>
                  <a:pt x="2335" y="439"/>
                </a:lnTo>
                <a:lnTo>
                  <a:pt x="2335" y="439"/>
                </a:lnTo>
                <a:lnTo>
                  <a:pt x="2337" y="439"/>
                </a:lnTo>
                <a:lnTo>
                  <a:pt x="2337" y="439"/>
                </a:lnTo>
                <a:lnTo>
                  <a:pt x="2337" y="439"/>
                </a:lnTo>
                <a:lnTo>
                  <a:pt x="2339" y="439"/>
                </a:lnTo>
                <a:lnTo>
                  <a:pt x="2339" y="439"/>
                </a:lnTo>
                <a:lnTo>
                  <a:pt x="2339" y="439"/>
                </a:lnTo>
                <a:lnTo>
                  <a:pt x="2341" y="440"/>
                </a:lnTo>
                <a:lnTo>
                  <a:pt x="2341" y="440"/>
                </a:lnTo>
                <a:lnTo>
                  <a:pt x="2341" y="440"/>
                </a:lnTo>
                <a:lnTo>
                  <a:pt x="2341" y="440"/>
                </a:lnTo>
                <a:lnTo>
                  <a:pt x="2342" y="439"/>
                </a:lnTo>
                <a:lnTo>
                  <a:pt x="2343" y="439"/>
                </a:lnTo>
                <a:lnTo>
                  <a:pt x="2344" y="439"/>
                </a:lnTo>
                <a:lnTo>
                  <a:pt x="2345" y="439"/>
                </a:lnTo>
                <a:lnTo>
                  <a:pt x="2345" y="439"/>
                </a:lnTo>
                <a:lnTo>
                  <a:pt x="2346" y="439"/>
                </a:lnTo>
                <a:lnTo>
                  <a:pt x="2347" y="439"/>
                </a:lnTo>
                <a:lnTo>
                  <a:pt x="2347" y="439"/>
                </a:lnTo>
                <a:lnTo>
                  <a:pt x="2348" y="439"/>
                </a:lnTo>
                <a:lnTo>
                  <a:pt x="2349" y="439"/>
                </a:lnTo>
                <a:lnTo>
                  <a:pt x="2349" y="439"/>
                </a:lnTo>
                <a:lnTo>
                  <a:pt x="2350" y="440"/>
                </a:lnTo>
                <a:lnTo>
                  <a:pt x="2351" y="439"/>
                </a:lnTo>
                <a:lnTo>
                  <a:pt x="2351" y="439"/>
                </a:lnTo>
                <a:lnTo>
                  <a:pt x="2353" y="439"/>
                </a:lnTo>
                <a:lnTo>
                  <a:pt x="2353" y="439"/>
                </a:lnTo>
                <a:lnTo>
                  <a:pt x="2353" y="439"/>
                </a:lnTo>
                <a:lnTo>
                  <a:pt x="2353" y="439"/>
                </a:lnTo>
                <a:lnTo>
                  <a:pt x="2355" y="440"/>
                </a:lnTo>
                <a:lnTo>
                  <a:pt x="2355" y="440"/>
                </a:lnTo>
                <a:lnTo>
                  <a:pt x="2357" y="439"/>
                </a:lnTo>
                <a:lnTo>
                  <a:pt x="2357" y="439"/>
                </a:lnTo>
                <a:lnTo>
                  <a:pt x="2357" y="439"/>
                </a:lnTo>
                <a:lnTo>
                  <a:pt x="2359" y="440"/>
                </a:lnTo>
                <a:lnTo>
                  <a:pt x="2359" y="439"/>
                </a:lnTo>
                <a:lnTo>
                  <a:pt x="2361" y="439"/>
                </a:lnTo>
                <a:lnTo>
                  <a:pt x="2361" y="439"/>
                </a:lnTo>
                <a:lnTo>
                  <a:pt x="2362" y="439"/>
                </a:lnTo>
                <a:lnTo>
                  <a:pt x="2363" y="439"/>
                </a:lnTo>
                <a:lnTo>
                  <a:pt x="2363" y="439"/>
                </a:lnTo>
                <a:lnTo>
                  <a:pt x="2363" y="439"/>
                </a:lnTo>
                <a:lnTo>
                  <a:pt x="2365" y="440"/>
                </a:lnTo>
                <a:lnTo>
                  <a:pt x="2365" y="440"/>
                </a:lnTo>
                <a:lnTo>
                  <a:pt x="2365" y="440"/>
                </a:lnTo>
                <a:lnTo>
                  <a:pt x="2367" y="440"/>
                </a:lnTo>
                <a:lnTo>
                  <a:pt x="2367" y="440"/>
                </a:lnTo>
                <a:lnTo>
                  <a:pt x="2369" y="439"/>
                </a:lnTo>
                <a:lnTo>
                  <a:pt x="2369" y="439"/>
                </a:lnTo>
                <a:lnTo>
                  <a:pt x="2369" y="439"/>
                </a:lnTo>
                <a:lnTo>
                  <a:pt x="2371" y="440"/>
                </a:lnTo>
                <a:lnTo>
                  <a:pt x="2371" y="440"/>
                </a:lnTo>
                <a:lnTo>
                  <a:pt x="2373" y="440"/>
                </a:lnTo>
                <a:lnTo>
                  <a:pt x="2373" y="440"/>
                </a:lnTo>
                <a:lnTo>
                  <a:pt x="2375" y="439"/>
                </a:lnTo>
                <a:lnTo>
                  <a:pt x="2375" y="439"/>
                </a:lnTo>
                <a:lnTo>
                  <a:pt x="2376" y="438"/>
                </a:lnTo>
                <a:lnTo>
                  <a:pt x="2377" y="438"/>
                </a:lnTo>
                <a:lnTo>
                  <a:pt x="2377" y="439"/>
                </a:lnTo>
                <a:lnTo>
                  <a:pt x="2378" y="439"/>
                </a:lnTo>
                <a:lnTo>
                  <a:pt x="2379" y="439"/>
                </a:lnTo>
                <a:lnTo>
                  <a:pt x="2379" y="439"/>
                </a:lnTo>
                <a:lnTo>
                  <a:pt x="2379" y="439"/>
                </a:lnTo>
                <a:lnTo>
                  <a:pt x="2381" y="438"/>
                </a:lnTo>
                <a:lnTo>
                  <a:pt x="2381" y="439"/>
                </a:lnTo>
                <a:lnTo>
                  <a:pt x="2382" y="439"/>
                </a:lnTo>
                <a:lnTo>
                  <a:pt x="2383" y="439"/>
                </a:lnTo>
                <a:lnTo>
                  <a:pt x="2383" y="439"/>
                </a:lnTo>
                <a:lnTo>
                  <a:pt x="2384" y="439"/>
                </a:lnTo>
                <a:lnTo>
                  <a:pt x="2385" y="439"/>
                </a:lnTo>
                <a:lnTo>
                  <a:pt x="2385" y="439"/>
                </a:lnTo>
                <a:lnTo>
                  <a:pt x="2385" y="439"/>
                </a:lnTo>
                <a:lnTo>
                  <a:pt x="2387" y="440"/>
                </a:lnTo>
                <a:lnTo>
                  <a:pt x="2387" y="440"/>
                </a:lnTo>
                <a:lnTo>
                  <a:pt x="2387" y="439"/>
                </a:lnTo>
                <a:lnTo>
                  <a:pt x="2387" y="439"/>
                </a:lnTo>
                <a:lnTo>
                  <a:pt x="2388" y="439"/>
                </a:lnTo>
                <a:lnTo>
                  <a:pt x="2389" y="439"/>
                </a:lnTo>
                <a:lnTo>
                  <a:pt x="2389" y="439"/>
                </a:lnTo>
                <a:lnTo>
                  <a:pt x="2390" y="439"/>
                </a:lnTo>
                <a:lnTo>
                  <a:pt x="2391" y="440"/>
                </a:lnTo>
                <a:lnTo>
                  <a:pt x="2391" y="440"/>
                </a:lnTo>
                <a:lnTo>
                  <a:pt x="2393" y="440"/>
                </a:lnTo>
                <a:lnTo>
                  <a:pt x="2393" y="440"/>
                </a:lnTo>
                <a:lnTo>
                  <a:pt x="2393" y="440"/>
                </a:lnTo>
                <a:lnTo>
                  <a:pt x="2393" y="440"/>
                </a:lnTo>
                <a:lnTo>
                  <a:pt x="2394" y="440"/>
                </a:lnTo>
                <a:lnTo>
                  <a:pt x="2395" y="440"/>
                </a:lnTo>
                <a:lnTo>
                  <a:pt x="2395" y="440"/>
                </a:lnTo>
                <a:lnTo>
                  <a:pt x="2397" y="439"/>
                </a:lnTo>
                <a:lnTo>
                  <a:pt x="2397" y="439"/>
                </a:lnTo>
                <a:lnTo>
                  <a:pt x="2398" y="440"/>
                </a:lnTo>
                <a:lnTo>
                  <a:pt x="2399" y="439"/>
                </a:lnTo>
                <a:lnTo>
                  <a:pt x="2399" y="439"/>
                </a:lnTo>
                <a:lnTo>
                  <a:pt x="2399" y="439"/>
                </a:lnTo>
                <a:lnTo>
                  <a:pt x="2400" y="439"/>
                </a:lnTo>
                <a:lnTo>
                  <a:pt x="2401" y="439"/>
                </a:lnTo>
                <a:lnTo>
                  <a:pt x="2401" y="439"/>
                </a:lnTo>
                <a:lnTo>
                  <a:pt x="2402" y="439"/>
                </a:lnTo>
                <a:lnTo>
                  <a:pt x="2403" y="439"/>
                </a:lnTo>
                <a:lnTo>
                  <a:pt x="2403" y="439"/>
                </a:lnTo>
                <a:lnTo>
                  <a:pt x="2404" y="440"/>
                </a:lnTo>
                <a:lnTo>
                  <a:pt x="2405" y="439"/>
                </a:lnTo>
                <a:lnTo>
                  <a:pt x="2405" y="439"/>
                </a:lnTo>
                <a:lnTo>
                  <a:pt x="2405" y="440"/>
                </a:lnTo>
                <a:lnTo>
                  <a:pt x="2407" y="439"/>
                </a:lnTo>
                <a:lnTo>
                  <a:pt x="2407" y="439"/>
                </a:lnTo>
                <a:lnTo>
                  <a:pt x="2408" y="440"/>
                </a:lnTo>
                <a:lnTo>
                  <a:pt x="2409" y="440"/>
                </a:lnTo>
                <a:lnTo>
                  <a:pt x="2409" y="440"/>
                </a:lnTo>
                <a:lnTo>
                  <a:pt x="2410" y="440"/>
                </a:lnTo>
                <a:lnTo>
                  <a:pt x="2411" y="440"/>
                </a:lnTo>
                <a:lnTo>
                  <a:pt x="2411" y="440"/>
                </a:lnTo>
                <a:lnTo>
                  <a:pt x="2413" y="439"/>
                </a:lnTo>
                <a:lnTo>
                  <a:pt x="2413" y="439"/>
                </a:lnTo>
                <a:lnTo>
                  <a:pt x="2414" y="439"/>
                </a:lnTo>
                <a:lnTo>
                  <a:pt x="2414" y="439"/>
                </a:lnTo>
                <a:lnTo>
                  <a:pt x="2415" y="439"/>
                </a:lnTo>
                <a:lnTo>
                  <a:pt x="2415" y="439"/>
                </a:lnTo>
                <a:lnTo>
                  <a:pt x="2415" y="439"/>
                </a:lnTo>
                <a:lnTo>
                  <a:pt x="2417" y="440"/>
                </a:lnTo>
                <a:lnTo>
                  <a:pt x="2417" y="440"/>
                </a:lnTo>
                <a:lnTo>
                  <a:pt x="2418" y="440"/>
                </a:lnTo>
                <a:lnTo>
                  <a:pt x="2419" y="440"/>
                </a:lnTo>
                <a:lnTo>
                  <a:pt x="2419" y="440"/>
                </a:lnTo>
                <a:lnTo>
                  <a:pt x="2421" y="439"/>
                </a:lnTo>
                <a:lnTo>
                  <a:pt x="2421" y="439"/>
                </a:lnTo>
                <a:lnTo>
                  <a:pt x="2422" y="440"/>
                </a:lnTo>
                <a:lnTo>
                  <a:pt x="2423" y="440"/>
                </a:lnTo>
                <a:lnTo>
                  <a:pt x="2423" y="440"/>
                </a:lnTo>
                <a:lnTo>
                  <a:pt x="2424" y="440"/>
                </a:lnTo>
                <a:lnTo>
                  <a:pt x="2425" y="439"/>
                </a:lnTo>
                <a:lnTo>
                  <a:pt x="2425" y="439"/>
                </a:lnTo>
                <a:lnTo>
                  <a:pt x="2427" y="439"/>
                </a:lnTo>
                <a:lnTo>
                  <a:pt x="2427" y="439"/>
                </a:lnTo>
                <a:lnTo>
                  <a:pt x="2427" y="439"/>
                </a:lnTo>
                <a:lnTo>
                  <a:pt x="2427" y="439"/>
                </a:lnTo>
                <a:lnTo>
                  <a:pt x="2429" y="439"/>
                </a:lnTo>
                <a:lnTo>
                  <a:pt x="2429" y="439"/>
                </a:lnTo>
                <a:lnTo>
                  <a:pt x="2429" y="439"/>
                </a:lnTo>
                <a:lnTo>
                  <a:pt x="2431" y="439"/>
                </a:lnTo>
                <a:lnTo>
                  <a:pt x="2431" y="440"/>
                </a:lnTo>
                <a:lnTo>
                  <a:pt x="2433" y="440"/>
                </a:lnTo>
                <a:lnTo>
                  <a:pt x="2433" y="440"/>
                </a:lnTo>
                <a:lnTo>
                  <a:pt x="2435" y="439"/>
                </a:lnTo>
                <a:lnTo>
                  <a:pt x="2435" y="439"/>
                </a:lnTo>
                <a:lnTo>
                  <a:pt x="2436" y="439"/>
                </a:lnTo>
                <a:lnTo>
                  <a:pt x="2437" y="439"/>
                </a:lnTo>
                <a:lnTo>
                  <a:pt x="2437" y="439"/>
                </a:lnTo>
                <a:lnTo>
                  <a:pt x="2437" y="439"/>
                </a:lnTo>
                <a:lnTo>
                  <a:pt x="2438" y="439"/>
                </a:lnTo>
                <a:lnTo>
                  <a:pt x="2439" y="439"/>
                </a:lnTo>
                <a:lnTo>
                  <a:pt x="2439" y="439"/>
                </a:lnTo>
                <a:lnTo>
                  <a:pt x="2439" y="439"/>
                </a:lnTo>
                <a:lnTo>
                  <a:pt x="2441" y="439"/>
                </a:lnTo>
                <a:lnTo>
                  <a:pt x="2441" y="439"/>
                </a:lnTo>
                <a:lnTo>
                  <a:pt x="2441" y="439"/>
                </a:lnTo>
                <a:lnTo>
                  <a:pt x="2443" y="440"/>
                </a:lnTo>
                <a:lnTo>
                  <a:pt x="2443" y="440"/>
                </a:lnTo>
                <a:lnTo>
                  <a:pt x="2443" y="440"/>
                </a:lnTo>
                <a:lnTo>
                  <a:pt x="2443" y="440"/>
                </a:lnTo>
                <a:lnTo>
                  <a:pt x="2445" y="439"/>
                </a:lnTo>
                <a:lnTo>
                  <a:pt x="2445" y="439"/>
                </a:lnTo>
                <a:lnTo>
                  <a:pt x="2445" y="439"/>
                </a:lnTo>
                <a:lnTo>
                  <a:pt x="2446" y="439"/>
                </a:lnTo>
                <a:lnTo>
                  <a:pt x="2447" y="439"/>
                </a:lnTo>
                <a:lnTo>
                  <a:pt x="2447" y="440"/>
                </a:lnTo>
                <a:lnTo>
                  <a:pt x="2447" y="439"/>
                </a:lnTo>
                <a:lnTo>
                  <a:pt x="2448" y="440"/>
                </a:lnTo>
                <a:lnTo>
                  <a:pt x="2449" y="440"/>
                </a:lnTo>
                <a:lnTo>
                  <a:pt x="2449" y="439"/>
                </a:lnTo>
                <a:lnTo>
                  <a:pt x="2449" y="439"/>
                </a:lnTo>
                <a:lnTo>
                  <a:pt x="2451" y="439"/>
                </a:lnTo>
                <a:lnTo>
                  <a:pt x="2451" y="439"/>
                </a:lnTo>
                <a:lnTo>
                  <a:pt x="2452" y="439"/>
                </a:lnTo>
                <a:lnTo>
                  <a:pt x="2452" y="439"/>
                </a:lnTo>
                <a:lnTo>
                  <a:pt x="2453" y="439"/>
                </a:lnTo>
                <a:lnTo>
                  <a:pt x="2453" y="439"/>
                </a:lnTo>
                <a:lnTo>
                  <a:pt x="2453" y="439"/>
                </a:lnTo>
                <a:lnTo>
                  <a:pt x="2455" y="439"/>
                </a:lnTo>
                <a:lnTo>
                  <a:pt x="2455" y="439"/>
                </a:lnTo>
                <a:lnTo>
                  <a:pt x="2455" y="440"/>
                </a:lnTo>
                <a:lnTo>
                  <a:pt x="2456" y="439"/>
                </a:lnTo>
                <a:lnTo>
                  <a:pt x="2457" y="439"/>
                </a:lnTo>
                <a:lnTo>
                  <a:pt x="2457" y="439"/>
                </a:lnTo>
                <a:lnTo>
                  <a:pt x="2458" y="440"/>
                </a:lnTo>
                <a:lnTo>
                  <a:pt x="2459" y="440"/>
                </a:lnTo>
                <a:lnTo>
                  <a:pt x="2459" y="439"/>
                </a:lnTo>
                <a:lnTo>
                  <a:pt x="2460" y="439"/>
                </a:lnTo>
                <a:lnTo>
                  <a:pt x="2460" y="439"/>
                </a:lnTo>
                <a:lnTo>
                  <a:pt x="2461" y="439"/>
                </a:lnTo>
                <a:lnTo>
                  <a:pt x="2461" y="439"/>
                </a:lnTo>
                <a:lnTo>
                  <a:pt x="2461" y="439"/>
                </a:lnTo>
                <a:lnTo>
                  <a:pt x="2462" y="439"/>
                </a:lnTo>
                <a:lnTo>
                  <a:pt x="2463" y="439"/>
                </a:lnTo>
                <a:lnTo>
                  <a:pt x="2463" y="439"/>
                </a:lnTo>
                <a:lnTo>
                  <a:pt x="2464" y="439"/>
                </a:lnTo>
                <a:lnTo>
                  <a:pt x="2464" y="439"/>
                </a:lnTo>
                <a:lnTo>
                  <a:pt x="2465" y="439"/>
                </a:lnTo>
                <a:lnTo>
                  <a:pt x="2465" y="439"/>
                </a:lnTo>
                <a:lnTo>
                  <a:pt x="2466" y="440"/>
                </a:lnTo>
                <a:lnTo>
                  <a:pt x="2467" y="440"/>
                </a:lnTo>
                <a:lnTo>
                  <a:pt x="2467" y="439"/>
                </a:lnTo>
                <a:lnTo>
                  <a:pt x="2468" y="440"/>
                </a:lnTo>
                <a:lnTo>
                  <a:pt x="2469" y="439"/>
                </a:lnTo>
                <a:lnTo>
                  <a:pt x="2469" y="439"/>
                </a:lnTo>
                <a:lnTo>
                  <a:pt x="2469" y="439"/>
                </a:lnTo>
                <a:lnTo>
                  <a:pt x="2470" y="440"/>
                </a:lnTo>
                <a:lnTo>
                  <a:pt x="2471" y="440"/>
                </a:lnTo>
                <a:lnTo>
                  <a:pt x="2471" y="440"/>
                </a:lnTo>
                <a:lnTo>
                  <a:pt x="2472" y="440"/>
                </a:lnTo>
                <a:lnTo>
                  <a:pt x="2473" y="439"/>
                </a:lnTo>
                <a:lnTo>
                  <a:pt x="2473" y="439"/>
                </a:lnTo>
                <a:lnTo>
                  <a:pt x="2473" y="439"/>
                </a:lnTo>
                <a:lnTo>
                  <a:pt x="2473" y="439"/>
                </a:lnTo>
                <a:lnTo>
                  <a:pt x="2475" y="439"/>
                </a:lnTo>
                <a:lnTo>
                  <a:pt x="2475" y="439"/>
                </a:lnTo>
                <a:lnTo>
                  <a:pt x="2475" y="439"/>
                </a:lnTo>
                <a:lnTo>
                  <a:pt x="2476" y="439"/>
                </a:lnTo>
                <a:lnTo>
                  <a:pt x="2477" y="439"/>
                </a:lnTo>
                <a:lnTo>
                  <a:pt x="2477" y="439"/>
                </a:lnTo>
                <a:lnTo>
                  <a:pt x="2477" y="439"/>
                </a:lnTo>
                <a:lnTo>
                  <a:pt x="2479" y="440"/>
                </a:lnTo>
                <a:lnTo>
                  <a:pt x="2479" y="440"/>
                </a:lnTo>
                <a:lnTo>
                  <a:pt x="2480" y="440"/>
                </a:lnTo>
                <a:lnTo>
                  <a:pt x="2481" y="440"/>
                </a:lnTo>
                <a:lnTo>
                  <a:pt x="2481" y="440"/>
                </a:lnTo>
                <a:lnTo>
                  <a:pt x="2483" y="439"/>
                </a:lnTo>
                <a:lnTo>
                  <a:pt x="2483" y="439"/>
                </a:lnTo>
                <a:lnTo>
                  <a:pt x="2484" y="439"/>
                </a:lnTo>
                <a:lnTo>
                  <a:pt x="2485" y="439"/>
                </a:lnTo>
                <a:lnTo>
                  <a:pt x="2485" y="439"/>
                </a:lnTo>
                <a:lnTo>
                  <a:pt x="2485" y="439"/>
                </a:lnTo>
                <a:lnTo>
                  <a:pt x="2486" y="439"/>
                </a:lnTo>
                <a:lnTo>
                  <a:pt x="2487" y="439"/>
                </a:lnTo>
                <a:lnTo>
                  <a:pt x="2487" y="439"/>
                </a:lnTo>
                <a:lnTo>
                  <a:pt x="2489" y="440"/>
                </a:lnTo>
                <a:lnTo>
                  <a:pt x="2489" y="439"/>
                </a:lnTo>
                <a:lnTo>
                  <a:pt x="2489" y="439"/>
                </a:lnTo>
                <a:lnTo>
                  <a:pt x="2491" y="439"/>
                </a:lnTo>
                <a:lnTo>
                  <a:pt x="2491" y="439"/>
                </a:lnTo>
                <a:lnTo>
                  <a:pt x="2491" y="439"/>
                </a:lnTo>
                <a:lnTo>
                  <a:pt x="2493" y="440"/>
                </a:lnTo>
                <a:lnTo>
                  <a:pt x="2493" y="439"/>
                </a:lnTo>
                <a:lnTo>
                  <a:pt x="2493" y="439"/>
                </a:lnTo>
                <a:lnTo>
                  <a:pt x="2494" y="440"/>
                </a:lnTo>
                <a:lnTo>
                  <a:pt x="2494" y="439"/>
                </a:lnTo>
                <a:lnTo>
                  <a:pt x="2495" y="440"/>
                </a:lnTo>
                <a:lnTo>
                  <a:pt x="2495" y="439"/>
                </a:lnTo>
                <a:lnTo>
                  <a:pt x="2496" y="439"/>
                </a:lnTo>
                <a:lnTo>
                  <a:pt x="2497" y="440"/>
                </a:lnTo>
                <a:lnTo>
                  <a:pt x="2497" y="440"/>
                </a:lnTo>
                <a:lnTo>
                  <a:pt x="2497" y="440"/>
                </a:lnTo>
                <a:lnTo>
                  <a:pt x="2499" y="440"/>
                </a:lnTo>
                <a:lnTo>
                  <a:pt x="2499" y="440"/>
                </a:lnTo>
                <a:lnTo>
                  <a:pt x="2499" y="440"/>
                </a:lnTo>
                <a:lnTo>
                  <a:pt x="2501" y="439"/>
                </a:lnTo>
                <a:lnTo>
                  <a:pt x="2501" y="439"/>
                </a:lnTo>
                <a:lnTo>
                  <a:pt x="2502" y="439"/>
                </a:lnTo>
                <a:lnTo>
                  <a:pt x="2503" y="440"/>
                </a:lnTo>
                <a:lnTo>
                  <a:pt x="2503" y="439"/>
                </a:lnTo>
                <a:lnTo>
                  <a:pt x="2503" y="439"/>
                </a:lnTo>
                <a:lnTo>
                  <a:pt x="2504" y="440"/>
                </a:lnTo>
                <a:lnTo>
                  <a:pt x="2505" y="439"/>
                </a:lnTo>
                <a:lnTo>
                  <a:pt x="2505" y="439"/>
                </a:lnTo>
                <a:lnTo>
                  <a:pt x="2505" y="439"/>
                </a:lnTo>
                <a:lnTo>
                  <a:pt x="2505" y="439"/>
                </a:lnTo>
                <a:lnTo>
                  <a:pt x="2506" y="440"/>
                </a:lnTo>
                <a:lnTo>
                  <a:pt x="2507" y="439"/>
                </a:lnTo>
                <a:lnTo>
                  <a:pt x="2507" y="440"/>
                </a:lnTo>
                <a:lnTo>
                  <a:pt x="2507" y="440"/>
                </a:lnTo>
                <a:lnTo>
                  <a:pt x="2508" y="439"/>
                </a:lnTo>
                <a:lnTo>
                  <a:pt x="2509" y="440"/>
                </a:lnTo>
                <a:lnTo>
                  <a:pt x="2509" y="440"/>
                </a:lnTo>
                <a:lnTo>
                  <a:pt x="2510" y="440"/>
                </a:lnTo>
                <a:lnTo>
                  <a:pt x="2511" y="440"/>
                </a:lnTo>
                <a:lnTo>
                  <a:pt x="2511" y="440"/>
                </a:lnTo>
                <a:lnTo>
                  <a:pt x="2512" y="438"/>
                </a:lnTo>
                <a:lnTo>
                  <a:pt x="2513" y="439"/>
                </a:lnTo>
                <a:lnTo>
                  <a:pt x="2513" y="439"/>
                </a:lnTo>
                <a:lnTo>
                  <a:pt x="2514" y="439"/>
                </a:lnTo>
                <a:lnTo>
                  <a:pt x="2515" y="439"/>
                </a:lnTo>
                <a:lnTo>
                  <a:pt x="2515" y="439"/>
                </a:lnTo>
                <a:lnTo>
                  <a:pt x="2516" y="439"/>
                </a:lnTo>
                <a:lnTo>
                  <a:pt x="2517" y="439"/>
                </a:lnTo>
                <a:lnTo>
                  <a:pt x="2517" y="439"/>
                </a:lnTo>
                <a:lnTo>
                  <a:pt x="2517" y="439"/>
                </a:lnTo>
                <a:lnTo>
                  <a:pt x="2518" y="440"/>
                </a:lnTo>
                <a:lnTo>
                  <a:pt x="2519" y="439"/>
                </a:lnTo>
                <a:lnTo>
                  <a:pt x="2519" y="439"/>
                </a:lnTo>
                <a:lnTo>
                  <a:pt x="2519" y="439"/>
                </a:lnTo>
                <a:lnTo>
                  <a:pt x="2519" y="439"/>
                </a:lnTo>
                <a:lnTo>
                  <a:pt x="2521" y="439"/>
                </a:lnTo>
                <a:lnTo>
                  <a:pt x="2521" y="439"/>
                </a:lnTo>
                <a:lnTo>
                  <a:pt x="2521" y="439"/>
                </a:lnTo>
                <a:lnTo>
                  <a:pt x="2523" y="439"/>
                </a:lnTo>
                <a:lnTo>
                  <a:pt x="2523" y="439"/>
                </a:lnTo>
                <a:lnTo>
                  <a:pt x="2523" y="439"/>
                </a:lnTo>
                <a:lnTo>
                  <a:pt x="2523" y="439"/>
                </a:lnTo>
                <a:lnTo>
                  <a:pt x="2525" y="439"/>
                </a:lnTo>
                <a:lnTo>
                  <a:pt x="2525" y="439"/>
                </a:lnTo>
                <a:lnTo>
                  <a:pt x="2526" y="439"/>
                </a:lnTo>
                <a:lnTo>
                  <a:pt x="2527" y="439"/>
                </a:lnTo>
                <a:lnTo>
                  <a:pt x="2527" y="439"/>
                </a:lnTo>
                <a:lnTo>
                  <a:pt x="2527" y="439"/>
                </a:lnTo>
                <a:lnTo>
                  <a:pt x="2529" y="440"/>
                </a:lnTo>
                <a:lnTo>
                  <a:pt x="2529" y="440"/>
                </a:lnTo>
                <a:lnTo>
                  <a:pt x="2530" y="440"/>
                </a:lnTo>
                <a:lnTo>
                  <a:pt x="2531" y="440"/>
                </a:lnTo>
                <a:lnTo>
                  <a:pt x="2531" y="440"/>
                </a:lnTo>
                <a:lnTo>
                  <a:pt x="2532" y="440"/>
                </a:lnTo>
                <a:lnTo>
                  <a:pt x="2533" y="440"/>
                </a:lnTo>
                <a:lnTo>
                  <a:pt x="2533" y="440"/>
                </a:lnTo>
                <a:lnTo>
                  <a:pt x="2533" y="440"/>
                </a:lnTo>
                <a:lnTo>
                  <a:pt x="2535" y="439"/>
                </a:lnTo>
                <a:lnTo>
                  <a:pt x="2535" y="439"/>
                </a:lnTo>
                <a:lnTo>
                  <a:pt x="2536" y="439"/>
                </a:lnTo>
                <a:lnTo>
                  <a:pt x="2537" y="439"/>
                </a:lnTo>
                <a:lnTo>
                  <a:pt x="2537" y="439"/>
                </a:lnTo>
                <a:lnTo>
                  <a:pt x="2537" y="439"/>
                </a:lnTo>
                <a:lnTo>
                  <a:pt x="2538" y="440"/>
                </a:lnTo>
                <a:lnTo>
                  <a:pt x="2539" y="439"/>
                </a:lnTo>
                <a:lnTo>
                  <a:pt x="2539" y="439"/>
                </a:lnTo>
                <a:lnTo>
                  <a:pt x="2540" y="439"/>
                </a:lnTo>
                <a:lnTo>
                  <a:pt x="2541" y="440"/>
                </a:lnTo>
                <a:lnTo>
                  <a:pt x="2541" y="440"/>
                </a:lnTo>
                <a:lnTo>
                  <a:pt x="2542" y="440"/>
                </a:lnTo>
                <a:lnTo>
                  <a:pt x="2543" y="439"/>
                </a:lnTo>
                <a:lnTo>
                  <a:pt x="2543" y="439"/>
                </a:lnTo>
                <a:lnTo>
                  <a:pt x="2544" y="439"/>
                </a:lnTo>
                <a:lnTo>
                  <a:pt x="2545" y="439"/>
                </a:lnTo>
                <a:lnTo>
                  <a:pt x="2545" y="439"/>
                </a:lnTo>
                <a:lnTo>
                  <a:pt x="2546" y="440"/>
                </a:lnTo>
                <a:lnTo>
                  <a:pt x="2547" y="440"/>
                </a:lnTo>
                <a:lnTo>
                  <a:pt x="2547" y="440"/>
                </a:lnTo>
                <a:lnTo>
                  <a:pt x="2547" y="440"/>
                </a:lnTo>
                <a:lnTo>
                  <a:pt x="2548" y="439"/>
                </a:lnTo>
                <a:lnTo>
                  <a:pt x="2549" y="439"/>
                </a:lnTo>
                <a:lnTo>
                  <a:pt x="2549" y="439"/>
                </a:lnTo>
                <a:lnTo>
                  <a:pt x="2550" y="439"/>
                </a:lnTo>
                <a:lnTo>
                  <a:pt x="2551" y="439"/>
                </a:lnTo>
                <a:lnTo>
                  <a:pt x="2551" y="439"/>
                </a:lnTo>
                <a:lnTo>
                  <a:pt x="2553" y="440"/>
                </a:lnTo>
                <a:lnTo>
                  <a:pt x="2553" y="440"/>
                </a:lnTo>
                <a:lnTo>
                  <a:pt x="2553" y="440"/>
                </a:lnTo>
                <a:lnTo>
                  <a:pt x="2553" y="440"/>
                </a:lnTo>
                <a:lnTo>
                  <a:pt x="2554" y="439"/>
                </a:lnTo>
                <a:lnTo>
                  <a:pt x="2555" y="439"/>
                </a:lnTo>
                <a:lnTo>
                  <a:pt x="2555" y="439"/>
                </a:lnTo>
                <a:lnTo>
                  <a:pt x="2557" y="439"/>
                </a:lnTo>
                <a:lnTo>
                  <a:pt x="2557" y="439"/>
                </a:lnTo>
                <a:lnTo>
                  <a:pt x="2557" y="439"/>
                </a:lnTo>
                <a:lnTo>
                  <a:pt x="2559" y="440"/>
                </a:lnTo>
                <a:lnTo>
                  <a:pt x="2559" y="440"/>
                </a:lnTo>
                <a:lnTo>
                  <a:pt x="2560" y="440"/>
                </a:lnTo>
                <a:lnTo>
                  <a:pt x="2560" y="440"/>
                </a:lnTo>
                <a:lnTo>
                  <a:pt x="2561" y="440"/>
                </a:lnTo>
                <a:lnTo>
                  <a:pt x="2561" y="440"/>
                </a:lnTo>
                <a:lnTo>
                  <a:pt x="2563" y="439"/>
                </a:lnTo>
                <a:lnTo>
                  <a:pt x="2563" y="439"/>
                </a:lnTo>
                <a:lnTo>
                  <a:pt x="2563" y="439"/>
                </a:lnTo>
                <a:lnTo>
                  <a:pt x="2563" y="439"/>
                </a:lnTo>
                <a:lnTo>
                  <a:pt x="2564" y="439"/>
                </a:lnTo>
                <a:lnTo>
                  <a:pt x="2565" y="439"/>
                </a:lnTo>
                <a:lnTo>
                  <a:pt x="2565" y="439"/>
                </a:lnTo>
                <a:lnTo>
                  <a:pt x="2565" y="440"/>
                </a:lnTo>
                <a:lnTo>
                  <a:pt x="2566" y="439"/>
                </a:lnTo>
                <a:lnTo>
                  <a:pt x="2567" y="439"/>
                </a:lnTo>
                <a:lnTo>
                  <a:pt x="2567" y="439"/>
                </a:lnTo>
                <a:lnTo>
                  <a:pt x="2569" y="440"/>
                </a:lnTo>
                <a:lnTo>
                  <a:pt x="2569" y="440"/>
                </a:lnTo>
                <a:lnTo>
                  <a:pt x="2569" y="440"/>
                </a:lnTo>
                <a:lnTo>
                  <a:pt x="2571" y="440"/>
                </a:lnTo>
                <a:lnTo>
                  <a:pt x="2571" y="440"/>
                </a:lnTo>
                <a:lnTo>
                  <a:pt x="2571" y="440"/>
                </a:lnTo>
                <a:lnTo>
                  <a:pt x="2572" y="439"/>
                </a:lnTo>
                <a:lnTo>
                  <a:pt x="2573" y="439"/>
                </a:lnTo>
                <a:lnTo>
                  <a:pt x="2573" y="439"/>
                </a:lnTo>
                <a:lnTo>
                  <a:pt x="2574" y="439"/>
                </a:lnTo>
                <a:lnTo>
                  <a:pt x="2574" y="439"/>
                </a:lnTo>
                <a:lnTo>
                  <a:pt x="2575" y="439"/>
                </a:lnTo>
                <a:lnTo>
                  <a:pt x="2575" y="439"/>
                </a:lnTo>
                <a:lnTo>
                  <a:pt x="2576" y="439"/>
                </a:lnTo>
                <a:lnTo>
                  <a:pt x="2577" y="439"/>
                </a:lnTo>
                <a:lnTo>
                  <a:pt x="2577" y="439"/>
                </a:lnTo>
                <a:lnTo>
                  <a:pt x="2577" y="439"/>
                </a:lnTo>
                <a:lnTo>
                  <a:pt x="2579" y="440"/>
                </a:lnTo>
                <a:lnTo>
                  <a:pt x="2579" y="440"/>
                </a:lnTo>
                <a:lnTo>
                  <a:pt x="2580" y="440"/>
                </a:lnTo>
                <a:lnTo>
                  <a:pt x="2581" y="439"/>
                </a:lnTo>
                <a:lnTo>
                  <a:pt x="2581" y="439"/>
                </a:lnTo>
                <a:lnTo>
                  <a:pt x="2581" y="440"/>
                </a:lnTo>
                <a:lnTo>
                  <a:pt x="2583" y="439"/>
                </a:lnTo>
                <a:lnTo>
                  <a:pt x="2583" y="439"/>
                </a:lnTo>
                <a:lnTo>
                  <a:pt x="2583" y="439"/>
                </a:lnTo>
                <a:lnTo>
                  <a:pt x="2583" y="439"/>
                </a:lnTo>
                <a:lnTo>
                  <a:pt x="2585" y="439"/>
                </a:lnTo>
                <a:lnTo>
                  <a:pt x="2585" y="439"/>
                </a:lnTo>
                <a:lnTo>
                  <a:pt x="2585" y="439"/>
                </a:lnTo>
                <a:lnTo>
                  <a:pt x="2586" y="439"/>
                </a:lnTo>
                <a:lnTo>
                  <a:pt x="2587" y="439"/>
                </a:lnTo>
                <a:lnTo>
                  <a:pt x="2587" y="440"/>
                </a:lnTo>
                <a:lnTo>
                  <a:pt x="2588" y="440"/>
                </a:lnTo>
                <a:lnTo>
                  <a:pt x="2589" y="439"/>
                </a:lnTo>
                <a:lnTo>
                  <a:pt x="2589" y="439"/>
                </a:lnTo>
                <a:lnTo>
                  <a:pt x="2589" y="439"/>
                </a:lnTo>
                <a:lnTo>
                  <a:pt x="2589" y="439"/>
                </a:lnTo>
                <a:lnTo>
                  <a:pt x="2590" y="439"/>
                </a:lnTo>
                <a:lnTo>
                  <a:pt x="2591" y="439"/>
                </a:lnTo>
                <a:lnTo>
                  <a:pt x="2591" y="439"/>
                </a:lnTo>
                <a:lnTo>
                  <a:pt x="2593" y="440"/>
                </a:lnTo>
                <a:lnTo>
                  <a:pt x="2593" y="440"/>
                </a:lnTo>
                <a:lnTo>
                  <a:pt x="2593" y="440"/>
                </a:lnTo>
                <a:lnTo>
                  <a:pt x="2594" y="440"/>
                </a:lnTo>
                <a:lnTo>
                  <a:pt x="2595" y="439"/>
                </a:lnTo>
                <a:lnTo>
                  <a:pt x="2595" y="439"/>
                </a:lnTo>
                <a:lnTo>
                  <a:pt x="2597" y="438"/>
                </a:lnTo>
                <a:lnTo>
                  <a:pt x="2597" y="439"/>
                </a:lnTo>
                <a:lnTo>
                  <a:pt x="2597" y="439"/>
                </a:lnTo>
                <a:lnTo>
                  <a:pt x="2599" y="439"/>
                </a:lnTo>
                <a:lnTo>
                  <a:pt x="2599" y="439"/>
                </a:lnTo>
                <a:lnTo>
                  <a:pt x="2599" y="439"/>
                </a:lnTo>
                <a:lnTo>
                  <a:pt x="2600" y="440"/>
                </a:lnTo>
                <a:lnTo>
                  <a:pt x="2601" y="440"/>
                </a:lnTo>
                <a:lnTo>
                  <a:pt x="2601" y="440"/>
                </a:lnTo>
                <a:lnTo>
                  <a:pt x="2601" y="440"/>
                </a:lnTo>
                <a:lnTo>
                  <a:pt x="2603" y="440"/>
                </a:lnTo>
                <a:lnTo>
                  <a:pt x="2603" y="440"/>
                </a:lnTo>
                <a:lnTo>
                  <a:pt x="2603" y="440"/>
                </a:lnTo>
                <a:lnTo>
                  <a:pt x="2605" y="439"/>
                </a:lnTo>
                <a:lnTo>
                  <a:pt x="2605" y="439"/>
                </a:lnTo>
                <a:lnTo>
                  <a:pt x="2607" y="439"/>
                </a:lnTo>
                <a:lnTo>
                  <a:pt x="2607" y="439"/>
                </a:lnTo>
                <a:lnTo>
                  <a:pt x="2609" y="440"/>
                </a:lnTo>
                <a:lnTo>
                  <a:pt x="2609" y="440"/>
                </a:lnTo>
                <a:lnTo>
                  <a:pt x="2611" y="439"/>
                </a:lnTo>
                <a:lnTo>
                  <a:pt x="2611" y="439"/>
                </a:lnTo>
                <a:lnTo>
                  <a:pt x="2613" y="439"/>
                </a:lnTo>
                <a:lnTo>
                  <a:pt x="2613" y="439"/>
                </a:lnTo>
                <a:lnTo>
                  <a:pt x="2613" y="440"/>
                </a:lnTo>
                <a:lnTo>
                  <a:pt x="2615" y="440"/>
                </a:lnTo>
                <a:lnTo>
                  <a:pt x="2615" y="440"/>
                </a:lnTo>
                <a:lnTo>
                  <a:pt x="2616" y="439"/>
                </a:lnTo>
                <a:lnTo>
                  <a:pt x="2617" y="439"/>
                </a:lnTo>
                <a:lnTo>
                  <a:pt x="2617" y="439"/>
                </a:lnTo>
                <a:lnTo>
                  <a:pt x="2618" y="439"/>
                </a:lnTo>
                <a:lnTo>
                  <a:pt x="2619" y="440"/>
                </a:lnTo>
                <a:lnTo>
                  <a:pt x="2619" y="440"/>
                </a:lnTo>
                <a:lnTo>
                  <a:pt x="2619" y="440"/>
                </a:lnTo>
                <a:lnTo>
                  <a:pt x="2621" y="439"/>
                </a:lnTo>
                <a:lnTo>
                  <a:pt x="2621" y="439"/>
                </a:lnTo>
                <a:lnTo>
                  <a:pt x="2621" y="439"/>
                </a:lnTo>
                <a:lnTo>
                  <a:pt x="2623" y="439"/>
                </a:lnTo>
                <a:lnTo>
                  <a:pt x="2623" y="439"/>
                </a:lnTo>
                <a:lnTo>
                  <a:pt x="2623" y="439"/>
                </a:lnTo>
                <a:lnTo>
                  <a:pt x="2624" y="440"/>
                </a:lnTo>
                <a:lnTo>
                  <a:pt x="2625" y="439"/>
                </a:lnTo>
                <a:lnTo>
                  <a:pt x="2625" y="439"/>
                </a:lnTo>
                <a:lnTo>
                  <a:pt x="2625" y="439"/>
                </a:lnTo>
                <a:lnTo>
                  <a:pt x="2626" y="439"/>
                </a:lnTo>
                <a:lnTo>
                  <a:pt x="2627" y="440"/>
                </a:lnTo>
                <a:lnTo>
                  <a:pt x="2627" y="440"/>
                </a:lnTo>
                <a:lnTo>
                  <a:pt x="2628" y="439"/>
                </a:lnTo>
                <a:lnTo>
                  <a:pt x="2628" y="440"/>
                </a:lnTo>
                <a:lnTo>
                  <a:pt x="2629" y="439"/>
                </a:lnTo>
                <a:lnTo>
                  <a:pt x="2629" y="439"/>
                </a:lnTo>
                <a:lnTo>
                  <a:pt x="2630" y="439"/>
                </a:lnTo>
                <a:lnTo>
                  <a:pt x="2631" y="439"/>
                </a:lnTo>
                <a:lnTo>
                  <a:pt x="2631" y="439"/>
                </a:lnTo>
                <a:lnTo>
                  <a:pt x="2631" y="439"/>
                </a:lnTo>
                <a:lnTo>
                  <a:pt x="2633" y="439"/>
                </a:lnTo>
                <a:lnTo>
                  <a:pt x="2633" y="439"/>
                </a:lnTo>
                <a:lnTo>
                  <a:pt x="2633" y="439"/>
                </a:lnTo>
                <a:lnTo>
                  <a:pt x="2633" y="439"/>
                </a:lnTo>
                <a:lnTo>
                  <a:pt x="2634" y="439"/>
                </a:lnTo>
                <a:lnTo>
                  <a:pt x="2635" y="439"/>
                </a:lnTo>
                <a:lnTo>
                  <a:pt x="2635" y="439"/>
                </a:lnTo>
                <a:lnTo>
                  <a:pt x="2636" y="439"/>
                </a:lnTo>
                <a:lnTo>
                  <a:pt x="2636" y="439"/>
                </a:lnTo>
                <a:lnTo>
                  <a:pt x="2637" y="439"/>
                </a:lnTo>
                <a:lnTo>
                  <a:pt x="2637" y="439"/>
                </a:lnTo>
                <a:lnTo>
                  <a:pt x="2637" y="440"/>
                </a:lnTo>
                <a:lnTo>
                  <a:pt x="2639" y="439"/>
                </a:lnTo>
                <a:lnTo>
                  <a:pt x="2639" y="439"/>
                </a:lnTo>
                <a:lnTo>
                  <a:pt x="2640" y="439"/>
                </a:lnTo>
                <a:lnTo>
                  <a:pt x="2641" y="439"/>
                </a:lnTo>
                <a:lnTo>
                  <a:pt x="2641" y="439"/>
                </a:lnTo>
                <a:lnTo>
                  <a:pt x="2643" y="439"/>
                </a:lnTo>
                <a:lnTo>
                  <a:pt x="2643" y="439"/>
                </a:lnTo>
                <a:lnTo>
                  <a:pt x="2643" y="439"/>
                </a:lnTo>
                <a:lnTo>
                  <a:pt x="2644" y="439"/>
                </a:lnTo>
                <a:lnTo>
                  <a:pt x="2645" y="439"/>
                </a:lnTo>
                <a:lnTo>
                  <a:pt x="2645" y="439"/>
                </a:lnTo>
                <a:lnTo>
                  <a:pt x="2645" y="439"/>
                </a:lnTo>
                <a:lnTo>
                  <a:pt x="2647" y="440"/>
                </a:lnTo>
                <a:lnTo>
                  <a:pt x="2647" y="439"/>
                </a:lnTo>
                <a:lnTo>
                  <a:pt x="2648" y="439"/>
                </a:lnTo>
                <a:lnTo>
                  <a:pt x="2649" y="440"/>
                </a:lnTo>
                <a:lnTo>
                  <a:pt x="2649" y="440"/>
                </a:lnTo>
                <a:lnTo>
                  <a:pt x="2650" y="440"/>
                </a:lnTo>
                <a:lnTo>
                  <a:pt x="2651" y="440"/>
                </a:lnTo>
                <a:lnTo>
                  <a:pt x="2651" y="440"/>
                </a:lnTo>
                <a:lnTo>
                  <a:pt x="2651" y="440"/>
                </a:lnTo>
                <a:lnTo>
                  <a:pt x="2652" y="440"/>
                </a:lnTo>
                <a:lnTo>
                  <a:pt x="2653" y="439"/>
                </a:lnTo>
                <a:lnTo>
                  <a:pt x="2653" y="439"/>
                </a:lnTo>
                <a:lnTo>
                  <a:pt x="2655" y="438"/>
                </a:lnTo>
                <a:lnTo>
                  <a:pt x="2655" y="439"/>
                </a:lnTo>
                <a:lnTo>
                  <a:pt x="2655" y="439"/>
                </a:lnTo>
                <a:lnTo>
                  <a:pt x="2657" y="440"/>
                </a:lnTo>
                <a:lnTo>
                  <a:pt x="2657" y="440"/>
                </a:lnTo>
                <a:lnTo>
                  <a:pt x="2657" y="439"/>
                </a:lnTo>
                <a:lnTo>
                  <a:pt x="2658" y="440"/>
                </a:lnTo>
                <a:lnTo>
                  <a:pt x="2659" y="439"/>
                </a:lnTo>
                <a:lnTo>
                  <a:pt x="2659" y="439"/>
                </a:lnTo>
                <a:lnTo>
                  <a:pt x="2660" y="439"/>
                </a:lnTo>
                <a:lnTo>
                  <a:pt x="2661" y="439"/>
                </a:lnTo>
                <a:lnTo>
                  <a:pt x="2661" y="439"/>
                </a:lnTo>
                <a:lnTo>
                  <a:pt x="2663" y="440"/>
                </a:lnTo>
                <a:lnTo>
                  <a:pt x="2663" y="440"/>
                </a:lnTo>
                <a:lnTo>
                  <a:pt x="2663" y="440"/>
                </a:lnTo>
                <a:lnTo>
                  <a:pt x="2663" y="440"/>
                </a:lnTo>
                <a:lnTo>
                  <a:pt x="2665" y="439"/>
                </a:lnTo>
                <a:lnTo>
                  <a:pt x="2665" y="439"/>
                </a:lnTo>
                <a:lnTo>
                  <a:pt x="2665" y="439"/>
                </a:lnTo>
                <a:lnTo>
                  <a:pt x="2666" y="439"/>
                </a:lnTo>
                <a:lnTo>
                  <a:pt x="2666" y="439"/>
                </a:lnTo>
                <a:lnTo>
                  <a:pt x="2667" y="439"/>
                </a:lnTo>
                <a:lnTo>
                  <a:pt x="2667" y="439"/>
                </a:lnTo>
                <a:lnTo>
                  <a:pt x="2669" y="439"/>
                </a:lnTo>
                <a:lnTo>
                  <a:pt x="2669" y="439"/>
                </a:lnTo>
                <a:lnTo>
                  <a:pt x="2671" y="440"/>
                </a:lnTo>
                <a:lnTo>
                  <a:pt x="2671" y="440"/>
                </a:lnTo>
                <a:lnTo>
                  <a:pt x="2672" y="441"/>
                </a:lnTo>
                <a:lnTo>
                  <a:pt x="2673" y="440"/>
                </a:lnTo>
                <a:lnTo>
                  <a:pt x="2673" y="440"/>
                </a:lnTo>
                <a:lnTo>
                  <a:pt x="2675" y="439"/>
                </a:lnTo>
                <a:lnTo>
                  <a:pt x="2675" y="439"/>
                </a:lnTo>
                <a:lnTo>
                  <a:pt x="2676" y="440"/>
                </a:lnTo>
                <a:lnTo>
                  <a:pt x="2677" y="440"/>
                </a:lnTo>
                <a:lnTo>
                  <a:pt x="2677" y="440"/>
                </a:lnTo>
                <a:lnTo>
                  <a:pt x="2678" y="440"/>
                </a:lnTo>
                <a:lnTo>
                  <a:pt x="2679" y="440"/>
                </a:lnTo>
                <a:lnTo>
                  <a:pt x="2679" y="440"/>
                </a:lnTo>
                <a:lnTo>
                  <a:pt x="2679" y="440"/>
                </a:lnTo>
                <a:lnTo>
                  <a:pt x="2681" y="439"/>
                </a:lnTo>
                <a:lnTo>
                  <a:pt x="2681" y="439"/>
                </a:lnTo>
                <a:lnTo>
                  <a:pt x="2681" y="439"/>
                </a:lnTo>
                <a:lnTo>
                  <a:pt x="2682" y="439"/>
                </a:lnTo>
                <a:lnTo>
                  <a:pt x="2683" y="439"/>
                </a:lnTo>
                <a:lnTo>
                  <a:pt x="2683" y="439"/>
                </a:lnTo>
                <a:lnTo>
                  <a:pt x="2683" y="439"/>
                </a:lnTo>
                <a:lnTo>
                  <a:pt x="2684" y="439"/>
                </a:lnTo>
                <a:lnTo>
                  <a:pt x="2685" y="440"/>
                </a:lnTo>
                <a:lnTo>
                  <a:pt x="2685" y="440"/>
                </a:lnTo>
                <a:lnTo>
                  <a:pt x="2685" y="440"/>
                </a:lnTo>
                <a:lnTo>
                  <a:pt x="2687" y="440"/>
                </a:lnTo>
                <a:lnTo>
                  <a:pt x="2687" y="440"/>
                </a:lnTo>
                <a:lnTo>
                  <a:pt x="2688" y="441"/>
                </a:lnTo>
                <a:lnTo>
                  <a:pt x="2689" y="440"/>
                </a:lnTo>
                <a:lnTo>
                  <a:pt x="2689" y="440"/>
                </a:lnTo>
                <a:lnTo>
                  <a:pt x="2691" y="439"/>
                </a:lnTo>
                <a:lnTo>
                  <a:pt x="2691" y="439"/>
                </a:lnTo>
                <a:lnTo>
                  <a:pt x="2691" y="439"/>
                </a:lnTo>
                <a:lnTo>
                  <a:pt x="2692" y="440"/>
                </a:lnTo>
                <a:lnTo>
                  <a:pt x="2693" y="439"/>
                </a:lnTo>
                <a:lnTo>
                  <a:pt x="2693" y="439"/>
                </a:lnTo>
                <a:lnTo>
                  <a:pt x="2693" y="439"/>
                </a:lnTo>
                <a:lnTo>
                  <a:pt x="2694" y="439"/>
                </a:lnTo>
                <a:lnTo>
                  <a:pt x="2695" y="439"/>
                </a:lnTo>
                <a:lnTo>
                  <a:pt x="2695" y="439"/>
                </a:lnTo>
                <a:lnTo>
                  <a:pt x="2696" y="440"/>
                </a:lnTo>
                <a:lnTo>
                  <a:pt x="2697" y="440"/>
                </a:lnTo>
                <a:lnTo>
                  <a:pt x="2697" y="440"/>
                </a:lnTo>
                <a:lnTo>
                  <a:pt x="2698" y="440"/>
                </a:lnTo>
                <a:lnTo>
                  <a:pt x="2699" y="440"/>
                </a:lnTo>
                <a:lnTo>
                  <a:pt x="2699" y="439"/>
                </a:lnTo>
                <a:lnTo>
                  <a:pt x="2701" y="440"/>
                </a:lnTo>
                <a:lnTo>
                  <a:pt x="2701" y="439"/>
                </a:lnTo>
                <a:lnTo>
                  <a:pt x="2702" y="439"/>
                </a:lnTo>
                <a:lnTo>
                  <a:pt x="2703" y="439"/>
                </a:lnTo>
                <a:lnTo>
                  <a:pt x="2703" y="440"/>
                </a:lnTo>
                <a:lnTo>
                  <a:pt x="2704" y="439"/>
                </a:lnTo>
                <a:lnTo>
                  <a:pt x="2704" y="440"/>
                </a:lnTo>
                <a:lnTo>
                  <a:pt x="2705" y="439"/>
                </a:lnTo>
                <a:lnTo>
                  <a:pt x="2705" y="439"/>
                </a:lnTo>
                <a:lnTo>
                  <a:pt x="2707" y="439"/>
                </a:lnTo>
                <a:lnTo>
                  <a:pt x="2707" y="439"/>
                </a:lnTo>
                <a:lnTo>
                  <a:pt x="2708" y="439"/>
                </a:lnTo>
                <a:lnTo>
                  <a:pt x="2709" y="439"/>
                </a:lnTo>
                <a:lnTo>
                  <a:pt x="2709" y="439"/>
                </a:lnTo>
                <a:lnTo>
                  <a:pt x="2709" y="439"/>
                </a:lnTo>
                <a:lnTo>
                  <a:pt x="2711" y="439"/>
                </a:lnTo>
                <a:lnTo>
                  <a:pt x="2711" y="439"/>
                </a:lnTo>
                <a:lnTo>
                  <a:pt x="2712" y="438"/>
                </a:lnTo>
                <a:lnTo>
                  <a:pt x="2713" y="439"/>
                </a:lnTo>
                <a:lnTo>
                  <a:pt x="2713" y="439"/>
                </a:lnTo>
                <a:lnTo>
                  <a:pt x="2713" y="439"/>
                </a:lnTo>
                <a:lnTo>
                  <a:pt x="2715" y="440"/>
                </a:lnTo>
                <a:lnTo>
                  <a:pt x="2715" y="440"/>
                </a:lnTo>
                <a:lnTo>
                  <a:pt x="2715" y="440"/>
                </a:lnTo>
                <a:lnTo>
                  <a:pt x="2716" y="440"/>
                </a:lnTo>
                <a:lnTo>
                  <a:pt x="2717" y="439"/>
                </a:lnTo>
                <a:lnTo>
                  <a:pt x="2717" y="439"/>
                </a:lnTo>
                <a:lnTo>
                  <a:pt x="2719" y="438"/>
                </a:lnTo>
                <a:lnTo>
                  <a:pt x="2719" y="438"/>
                </a:lnTo>
                <a:lnTo>
                  <a:pt x="2719" y="438"/>
                </a:lnTo>
                <a:lnTo>
                  <a:pt x="2721" y="439"/>
                </a:lnTo>
                <a:lnTo>
                  <a:pt x="2721" y="439"/>
                </a:lnTo>
                <a:lnTo>
                  <a:pt x="2721" y="439"/>
                </a:lnTo>
                <a:lnTo>
                  <a:pt x="2721" y="439"/>
                </a:lnTo>
                <a:lnTo>
                  <a:pt x="2723" y="439"/>
                </a:lnTo>
                <a:lnTo>
                  <a:pt x="2723" y="439"/>
                </a:lnTo>
                <a:lnTo>
                  <a:pt x="2723" y="439"/>
                </a:lnTo>
                <a:lnTo>
                  <a:pt x="2725" y="439"/>
                </a:lnTo>
                <a:lnTo>
                  <a:pt x="2725" y="439"/>
                </a:lnTo>
                <a:lnTo>
                  <a:pt x="2726" y="440"/>
                </a:lnTo>
                <a:lnTo>
                  <a:pt x="2727" y="439"/>
                </a:lnTo>
                <a:lnTo>
                  <a:pt x="2727" y="439"/>
                </a:lnTo>
                <a:lnTo>
                  <a:pt x="2729" y="440"/>
                </a:lnTo>
                <a:lnTo>
                  <a:pt x="2729" y="440"/>
                </a:lnTo>
                <a:lnTo>
                  <a:pt x="2730" y="440"/>
                </a:lnTo>
                <a:lnTo>
                  <a:pt x="2731" y="439"/>
                </a:lnTo>
                <a:lnTo>
                  <a:pt x="2731" y="439"/>
                </a:lnTo>
                <a:lnTo>
                  <a:pt x="2731" y="439"/>
                </a:lnTo>
                <a:lnTo>
                  <a:pt x="2733" y="439"/>
                </a:lnTo>
                <a:lnTo>
                  <a:pt x="2733" y="439"/>
                </a:lnTo>
                <a:lnTo>
                  <a:pt x="2733" y="439"/>
                </a:lnTo>
                <a:lnTo>
                  <a:pt x="2735" y="439"/>
                </a:lnTo>
                <a:lnTo>
                  <a:pt x="2735" y="439"/>
                </a:lnTo>
                <a:lnTo>
                  <a:pt x="2735" y="439"/>
                </a:lnTo>
                <a:lnTo>
                  <a:pt x="2737" y="440"/>
                </a:lnTo>
                <a:lnTo>
                  <a:pt x="2737" y="440"/>
                </a:lnTo>
                <a:lnTo>
                  <a:pt x="2737" y="440"/>
                </a:lnTo>
                <a:lnTo>
                  <a:pt x="2738" y="440"/>
                </a:lnTo>
                <a:lnTo>
                  <a:pt x="2739" y="440"/>
                </a:lnTo>
                <a:lnTo>
                  <a:pt x="2739" y="440"/>
                </a:lnTo>
                <a:lnTo>
                  <a:pt x="2740" y="440"/>
                </a:lnTo>
                <a:lnTo>
                  <a:pt x="2740" y="440"/>
                </a:lnTo>
                <a:lnTo>
                  <a:pt x="2741" y="439"/>
                </a:lnTo>
                <a:lnTo>
                  <a:pt x="2741" y="440"/>
                </a:lnTo>
                <a:lnTo>
                  <a:pt x="2742" y="440"/>
                </a:lnTo>
                <a:lnTo>
                  <a:pt x="2743" y="439"/>
                </a:lnTo>
                <a:lnTo>
                  <a:pt x="2743" y="439"/>
                </a:lnTo>
                <a:lnTo>
                  <a:pt x="2743" y="439"/>
                </a:lnTo>
                <a:lnTo>
                  <a:pt x="2744" y="440"/>
                </a:lnTo>
                <a:lnTo>
                  <a:pt x="2745" y="440"/>
                </a:lnTo>
                <a:lnTo>
                  <a:pt x="2745" y="440"/>
                </a:lnTo>
                <a:lnTo>
                  <a:pt x="2746" y="440"/>
                </a:lnTo>
                <a:lnTo>
                  <a:pt x="2747" y="439"/>
                </a:lnTo>
                <a:lnTo>
                  <a:pt x="2747" y="439"/>
                </a:lnTo>
                <a:lnTo>
                  <a:pt x="2748" y="440"/>
                </a:lnTo>
                <a:lnTo>
                  <a:pt x="2749" y="440"/>
                </a:lnTo>
                <a:lnTo>
                  <a:pt x="2749" y="440"/>
                </a:lnTo>
                <a:lnTo>
                  <a:pt x="2750" y="440"/>
                </a:lnTo>
                <a:lnTo>
                  <a:pt x="2751" y="439"/>
                </a:lnTo>
                <a:lnTo>
                  <a:pt x="2751" y="439"/>
                </a:lnTo>
                <a:lnTo>
                  <a:pt x="2751" y="439"/>
                </a:lnTo>
                <a:lnTo>
                  <a:pt x="2752" y="439"/>
                </a:lnTo>
                <a:lnTo>
                  <a:pt x="2753" y="439"/>
                </a:lnTo>
                <a:lnTo>
                  <a:pt x="2753" y="440"/>
                </a:lnTo>
                <a:lnTo>
                  <a:pt x="2754" y="440"/>
                </a:lnTo>
                <a:lnTo>
                  <a:pt x="2755" y="440"/>
                </a:lnTo>
                <a:lnTo>
                  <a:pt x="2755" y="440"/>
                </a:lnTo>
                <a:lnTo>
                  <a:pt x="2755" y="440"/>
                </a:lnTo>
                <a:lnTo>
                  <a:pt x="2756" y="439"/>
                </a:lnTo>
                <a:lnTo>
                  <a:pt x="2757" y="439"/>
                </a:lnTo>
                <a:lnTo>
                  <a:pt x="2757" y="439"/>
                </a:lnTo>
                <a:lnTo>
                  <a:pt x="2758" y="439"/>
                </a:lnTo>
                <a:lnTo>
                  <a:pt x="2759" y="439"/>
                </a:lnTo>
                <a:lnTo>
                  <a:pt x="2759" y="439"/>
                </a:lnTo>
                <a:lnTo>
                  <a:pt x="2760" y="439"/>
                </a:lnTo>
                <a:lnTo>
                  <a:pt x="2761" y="439"/>
                </a:lnTo>
                <a:lnTo>
                  <a:pt x="2761" y="439"/>
                </a:lnTo>
                <a:lnTo>
                  <a:pt x="2762" y="439"/>
                </a:lnTo>
                <a:lnTo>
                  <a:pt x="2763" y="439"/>
                </a:lnTo>
                <a:lnTo>
                  <a:pt x="2763" y="439"/>
                </a:lnTo>
                <a:lnTo>
                  <a:pt x="2763" y="439"/>
                </a:lnTo>
                <a:lnTo>
                  <a:pt x="2764" y="439"/>
                </a:lnTo>
                <a:lnTo>
                  <a:pt x="2765" y="439"/>
                </a:lnTo>
                <a:lnTo>
                  <a:pt x="2765" y="439"/>
                </a:lnTo>
                <a:lnTo>
                  <a:pt x="2767" y="439"/>
                </a:lnTo>
                <a:lnTo>
                  <a:pt x="2767" y="440"/>
                </a:lnTo>
                <a:lnTo>
                  <a:pt x="2767" y="440"/>
                </a:lnTo>
                <a:lnTo>
                  <a:pt x="2768" y="440"/>
                </a:lnTo>
                <a:lnTo>
                  <a:pt x="2769" y="440"/>
                </a:lnTo>
                <a:lnTo>
                  <a:pt x="2770" y="440"/>
                </a:lnTo>
                <a:lnTo>
                  <a:pt x="2771" y="439"/>
                </a:lnTo>
                <a:lnTo>
                  <a:pt x="2771" y="439"/>
                </a:lnTo>
                <a:lnTo>
                  <a:pt x="2771" y="439"/>
                </a:lnTo>
                <a:lnTo>
                  <a:pt x="2773" y="440"/>
                </a:lnTo>
                <a:lnTo>
                  <a:pt x="2773" y="440"/>
                </a:lnTo>
                <a:lnTo>
                  <a:pt x="2775" y="440"/>
                </a:lnTo>
                <a:lnTo>
                  <a:pt x="2775" y="440"/>
                </a:lnTo>
                <a:lnTo>
                  <a:pt x="2777" y="439"/>
                </a:lnTo>
                <a:lnTo>
                  <a:pt x="2777" y="439"/>
                </a:lnTo>
                <a:lnTo>
                  <a:pt x="2778" y="438"/>
                </a:lnTo>
                <a:lnTo>
                  <a:pt x="2779" y="439"/>
                </a:lnTo>
                <a:lnTo>
                  <a:pt x="2779" y="439"/>
                </a:lnTo>
                <a:lnTo>
                  <a:pt x="2780" y="439"/>
                </a:lnTo>
                <a:lnTo>
                  <a:pt x="2780" y="439"/>
                </a:lnTo>
                <a:lnTo>
                  <a:pt x="2781" y="439"/>
                </a:lnTo>
                <a:lnTo>
                  <a:pt x="2781" y="439"/>
                </a:lnTo>
                <a:lnTo>
                  <a:pt x="2782" y="439"/>
                </a:lnTo>
                <a:lnTo>
                  <a:pt x="2783" y="439"/>
                </a:lnTo>
                <a:lnTo>
                  <a:pt x="2783" y="439"/>
                </a:lnTo>
                <a:lnTo>
                  <a:pt x="2785" y="439"/>
                </a:lnTo>
                <a:lnTo>
                  <a:pt x="2785" y="439"/>
                </a:lnTo>
                <a:lnTo>
                  <a:pt x="2785" y="439"/>
                </a:lnTo>
                <a:lnTo>
                  <a:pt x="2786" y="439"/>
                </a:lnTo>
                <a:lnTo>
                  <a:pt x="2787" y="439"/>
                </a:lnTo>
                <a:lnTo>
                  <a:pt x="2787" y="439"/>
                </a:lnTo>
                <a:lnTo>
                  <a:pt x="2789" y="440"/>
                </a:lnTo>
                <a:lnTo>
                  <a:pt x="2789" y="440"/>
                </a:lnTo>
                <a:lnTo>
                  <a:pt x="2790" y="440"/>
                </a:lnTo>
                <a:lnTo>
                  <a:pt x="2791" y="439"/>
                </a:lnTo>
                <a:lnTo>
                  <a:pt x="2791" y="439"/>
                </a:lnTo>
                <a:lnTo>
                  <a:pt x="2792" y="440"/>
                </a:lnTo>
                <a:lnTo>
                  <a:pt x="2793" y="439"/>
                </a:lnTo>
                <a:lnTo>
                  <a:pt x="2793" y="439"/>
                </a:lnTo>
                <a:lnTo>
                  <a:pt x="2794" y="439"/>
                </a:lnTo>
                <a:lnTo>
                  <a:pt x="2794" y="439"/>
                </a:lnTo>
                <a:lnTo>
                  <a:pt x="2795" y="439"/>
                </a:lnTo>
                <a:lnTo>
                  <a:pt x="2795" y="439"/>
                </a:lnTo>
                <a:lnTo>
                  <a:pt x="2795" y="439"/>
                </a:lnTo>
                <a:lnTo>
                  <a:pt x="2795" y="439"/>
                </a:lnTo>
                <a:lnTo>
                  <a:pt x="2797" y="439"/>
                </a:lnTo>
                <a:lnTo>
                  <a:pt x="2797" y="439"/>
                </a:lnTo>
                <a:lnTo>
                  <a:pt x="2798" y="439"/>
                </a:lnTo>
                <a:lnTo>
                  <a:pt x="2799" y="440"/>
                </a:lnTo>
                <a:lnTo>
                  <a:pt x="2799" y="439"/>
                </a:lnTo>
                <a:lnTo>
                  <a:pt x="2799" y="439"/>
                </a:lnTo>
                <a:lnTo>
                  <a:pt x="2800" y="439"/>
                </a:lnTo>
                <a:lnTo>
                  <a:pt x="2801" y="439"/>
                </a:lnTo>
                <a:lnTo>
                  <a:pt x="2801" y="439"/>
                </a:lnTo>
                <a:lnTo>
                  <a:pt x="2803" y="440"/>
                </a:lnTo>
                <a:lnTo>
                  <a:pt x="2803" y="440"/>
                </a:lnTo>
                <a:lnTo>
                  <a:pt x="2804" y="440"/>
                </a:lnTo>
                <a:lnTo>
                  <a:pt x="2805" y="440"/>
                </a:lnTo>
                <a:lnTo>
                  <a:pt x="2805" y="440"/>
                </a:lnTo>
                <a:lnTo>
                  <a:pt x="2805" y="440"/>
                </a:lnTo>
                <a:lnTo>
                  <a:pt x="2807" y="439"/>
                </a:lnTo>
                <a:lnTo>
                  <a:pt x="2807" y="439"/>
                </a:lnTo>
                <a:lnTo>
                  <a:pt x="2808" y="439"/>
                </a:lnTo>
                <a:lnTo>
                  <a:pt x="2809" y="440"/>
                </a:lnTo>
                <a:lnTo>
                  <a:pt x="2809" y="440"/>
                </a:lnTo>
                <a:lnTo>
                  <a:pt x="2810" y="440"/>
                </a:lnTo>
                <a:lnTo>
                  <a:pt x="2811" y="440"/>
                </a:lnTo>
                <a:lnTo>
                  <a:pt x="2811" y="440"/>
                </a:lnTo>
                <a:lnTo>
                  <a:pt x="2813" y="439"/>
                </a:lnTo>
                <a:lnTo>
                  <a:pt x="2813" y="439"/>
                </a:lnTo>
                <a:lnTo>
                  <a:pt x="2814" y="439"/>
                </a:lnTo>
                <a:lnTo>
                  <a:pt x="2814" y="439"/>
                </a:lnTo>
                <a:lnTo>
                  <a:pt x="2815" y="439"/>
                </a:lnTo>
                <a:lnTo>
                  <a:pt x="2815" y="439"/>
                </a:lnTo>
                <a:lnTo>
                  <a:pt x="2816" y="439"/>
                </a:lnTo>
                <a:lnTo>
                  <a:pt x="2817" y="439"/>
                </a:lnTo>
                <a:lnTo>
                  <a:pt x="2817" y="439"/>
                </a:lnTo>
                <a:lnTo>
                  <a:pt x="2818" y="439"/>
                </a:lnTo>
                <a:lnTo>
                  <a:pt x="2819" y="439"/>
                </a:lnTo>
                <a:lnTo>
                  <a:pt x="2819" y="440"/>
                </a:lnTo>
                <a:lnTo>
                  <a:pt x="2820" y="440"/>
                </a:lnTo>
                <a:lnTo>
                  <a:pt x="2821" y="439"/>
                </a:lnTo>
                <a:lnTo>
                  <a:pt x="2821" y="439"/>
                </a:lnTo>
                <a:lnTo>
                  <a:pt x="2821" y="439"/>
                </a:lnTo>
                <a:lnTo>
                  <a:pt x="2822" y="439"/>
                </a:lnTo>
                <a:lnTo>
                  <a:pt x="2823" y="440"/>
                </a:lnTo>
                <a:lnTo>
                  <a:pt x="2823" y="440"/>
                </a:lnTo>
                <a:lnTo>
                  <a:pt x="2824" y="440"/>
                </a:lnTo>
                <a:lnTo>
                  <a:pt x="2825" y="440"/>
                </a:lnTo>
                <a:lnTo>
                  <a:pt x="2825" y="440"/>
                </a:lnTo>
                <a:lnTo>
                  <a:pt x="2827" y="440"/>
                </a:lnTo>
                <a:lnTo>
                  <a:pt x="2827" y="440"/>
                </a:lnTo>
                <a:lnTo>
                  <a:pt x="2827" y="440"/>
                </a:lnTo>
                <a:lnTo>
                  <a:pt x="2829" y="439"/>
                </a:lnTo>
                <a:lnTo>
                  <a:pt x="2829" y="439"/>
                </a:lnTo>
                <a:lnTo>
                  <a:pt x="2831" y="439"/>
                </a:lnTo>
                <a:lnTo>
                  <a:pt x="2831" y="439"/>
                </a:lnTo>
                <a:lnTo>
                  <a:pt x="2831" y="439"/>
                </a:lnTo>
                <a:lnTo>
                  <a:pt x="2833" y="439"/>
                </a:lnTo>
                <a:lnTo>
                  <a:pt x="2833" y="439"/>
                </a:lnTo>
                <a:lnTo>
                  <a:pt x="2833" y="439"/>
                </a:lnTo>
                <a:lnTo>
                  <a:pt x="2834" y="439"/>
                </a:lnTo>
                <a:lnTo>
                  <a:pt x="2835" y="440"/>
                </a:lnTo>
                <a:lnTo>
                  <a:pt x="2835" y="440"/>
                </a:lnTo>
                <a:lnTo>
                  <a:pt x="2835" y="439"/>
                </a:lnTo>
                <a:lnTo>
                  <a:pt x="2837" y="439"/>
                </a:lnTo>
                <a:lnTo>
                  <a:pt x="2837" y="439"/>
                </a:lnTo>
                <a:lnTo>
                  <a:pt x="2837" y="439"/>
                </a:lnTo>
                <a:lnTo>
                  <a:pt x="2839" y="440"/>
                </a:lnTo>
                <a:lnTo>
                  <a:pt x="2839" y="440"/>
                </a:lnTo>
                <a:lnTo>
                  <a:pt x="2840" y="439"/>
                </a:lnTo>
                <a:lnTo>
                  <a:pt x="2841" y="440"/>
                </a:lnTo>
                <a:lnTo>
                  <a:pt x="2842" y="440"/>
                </a:lnTo>
                <a:lnTo>
                  <a:pt x="2842" y="440"/>
                </a:lnTo>
                <a:lnTo>
                  <a:pt x="2843" y="440"/>
                </a:lnTo>
                <a:lnTo>
                  <a:pt x="2843" y="440"/>
                </a:lnTo>
                <a:lnTo>
                  <a:pt x="2845" y="439"/>
                </a:lnTo>
                <a:lnTo>
                  <a:pt x="2845" y="439"/>
                </a:lnTo>
                <a:lnTo>
                  <a:pt x="2845" y="439"/>
                </a:lnTo>
                <a:lnTo>
                  <a:pt x="2845" y="439"/>
                </a:lnTo>
                <a:lnTo>
                  <a:pt x="2847" y="439"/>
                </a:lnTo>
                <a:lnTo>
                  <a:pt x="2848" y="440"/>
                </a:lnTo>
                <a:lnTo>
                  <a:pt x="2848" y="440"/>
                </a:lnTo>
                <a:lnTo>
                  <a:pt x="2849" y="439"/>
                </a:lnTo>
                <a:lnTo>
                  <a:pt x="2849" y="440"/>
                </a:lnTo>
                <a:lnTo>
                  <a:pt x="2849" y="440"/>
                </a:lnTo>
                <a:lnTo>
                  <a:pt x="2851" y="439"/>
                </a:lnTo>
                <a:lnTo>
                  <a:pt x="2851" y="439"/>
                </a:lnTo>
                <a:lnTo>
                  <a:pt x="2851" y="439"/>
                </a:lnTo>
                <a:lnTo>
                  <a:pt x="2853" y="440"/>
                </a:lnTo>
                <a:lnTo>
                  <a:pt x="2853" y="440"/>
                </a:lnTo>
                <a:lnTo>
                  <a:pt x="2855" y="439"/>
                </a:lnTo>
                <a:lnTo>
                  <a:pt x="2855" y="439"/>
                </a:lnTo>
                <a:lnTo>
                  <a:pt x="2855" y="439"/>
                </a:lnTo>
                <a:lnTo>
                  <a:pt x="2857" y="439"/>
                </a:lnTo>
                <a:lnTo>
                  <a:pt x="2857" y="439"/>
                </a:lnTo>
                <a:lnTo>
                  <a:pt x="2857" y="439"/>
                </a:lnTo>
                <a:lnTo>
                  <a:pt x="2858" y="439"/>
                </a:lnTo>
                <a:lnTo>
                  <a:pt x="2858" y="439"/>
                </a:lnTo>
                <a:lnTo>
                  <a:pt x="2859" y="439"/>
                </a:lnTo>
                <a:lnTo>
                  <a:pt x="2859" y="439"/>
                </a:lnTo>
                <a:lnTo>
                  <a:pt x="2860" y="439"/>
                </a:lnTo>
                <a:lnTo>
                  <a:pt x="2861" y="439"/>
                </a:lnTo>
                <a:lnTo>
                  <a:pt x="2861" y="439"/>
                </a:lnTo>
                <a:lnTo>
                  <a:pt x="2861" y="439"/>
                </a:lnTo>
                <a:lnTo>
                  <a:pt x="2861" y="439"/>
                </a:lnTo>
                <a:lnTo>
                  <a:pt x="2863" y="439"/>
                </a:lnTo>
                <a:lnTo>
                  <a:pt x="2863" y="440"/>
                </a:lnTo>
                <a:lnTo>
                  <a:pt x="2864" y="440"/>
                </a:lnTo>
                <a:lnTo>
                  <a:pt x="2865" y="440"/>
                </a:lnTo>
                <a:lnTo>
                  <a:pt x="2866" y="440"/>
                </a:lnTo>
                <a:lnTo>
                  <a:pt x="2867" y="439"/>
                </a:lnTo>
                <a:lnTo>
                  <a:pt x="2867" y="439"/>
                </a:lnTo>
                <a:lnTo>
                  <a:pt x="2868" y="439"/>
                </a:lnTo>
                <a:lnTo>
                  <a:pt x="2869" y="439"/>
                </a:lnTo>
                <a:lnTo>
                  <a:pt x="2869" y="439"/>
                </a:lnTo>
                <a:lnTo>
                  <a:pt x="2869" y="439"/>
                </a:lnTo>
                <a:lnTo>
                  <a:pt x="2871" y="440"/>
                </a:lnTo>
                <a:lnTo>
                  <a:pt x="2871" y="440"/>
                </a:lnTo>
                <a:lnTo>
                  <a:pt x="2872" y="440"/>
                </a:lnTo>
                <a:lnTo>
                  <a:pt x="2873" y="438"/>
                </a:lnTo>
                <a:lnTo>
                  <a:pt x="2873" y="439"/>
                </a:lnTo>
                <a:lnTo>
                  <a:pt x="2873" y="439"/>
                </a:lnTo>
                <a:lnTo>
                  <a:pt x="2875" y="440"/>
                </a:lnTo>
                <a:lnTo>
                  <a:pt x="2875" y="440"/>
                </a:lnTo>
                <a:lnTo>
                  <a:pt x="2876" y="440"/>
                </a:lnTo>
                <a:lnTo>
                  <a:pt x="2877" y="440"/>
                </a:lnTo>
                <a:lnTo>
                  <a:pt x="2877" y="440"/>
                </a:lnTo>
                <a:lnTo>
                  <a:pt x="2877" y="440"/>
                </a:lnTo>
                <a:lnTo>
                  <a:pt x="2878" y="439"/>
                </a:lnTo>
                <a:lnTo>
                  <a:pt x="2880" y="440"/>
                </a:lnTo>
                <a:lnTo>
                  <a:pt x="2880" y="440"/>
                </a:lnTo>
                <a:lnTo>
                  <a:pt x="2881" y="439"/>
                </a:lnTo>
                <a:lnTo>
                  <a:pt x="2881" y="439"/>
                </a:lnTo>
                <a:lnTo>
                  <a:pt x="2882" y="439"/>
                </a:lnTo>
                <a:lnTo>
                  <a:pt x="2883" y="439"/>
                </a:lnTo>
                <a:lnTo>
                  <a:pt x="2883" y="439"/>
                </a:lnTo>
                <a:lnTo>
                  <a:pt x="2883" y="439"/>
                </a:lnTo>
                <a:lnTo>
                  <a:pt x="2884" y="440"/>
                </a:lnTo>
                <a:lnTo>
                  <a:pt x="2885" y="440"/>
                </a:lnTo>
                <a:lnTo>
                  <a:pt x="2886" y="440"/>
                </a:lnTo>
                <a:lnTo>
                  <a:pt x="2887" y="439"/>
                </a:lnTo>
                <a:lnTo>
                  <a:pt x="2887" y="439"/>
                </a:lnTo>
                <a:lnTo>
                  <a:pt x="2887" y="439"/>
                </a:lnTo>
                <a:lnTo>
                  <a:pt x="2889" y="439"/>
                </a:lnTo>
                <a:lnTo>
                  <a:pt x="2889" y="439"/>
                </a:lnTo>
                <a:lnTo>
                  <a:pt x="2890" y="439"/>
                </a:lnTo>
                <a:lnTo>
                  <a:pt x="2890" y="439"/>
                </a:lnTo>
                <a:lnTo>
                  <a:pt x="2891" y="439"/>
                </a:lnTo>
                <a:lnTo>
                  <a:pt x="2892" y="439"/>
                </a:lnTo>
                <a:lnTo>
                  <a:pt x="2893" y="439"/>
                </a:lnTo>
                <a:lnTo>
                  <a:pt x="2893" y="439"/>
                </a:lnTo>
                <a:lnTo>
                  <a:pt x="2893" y="439"/>
                </a:lnTo>
                <a:lnTo>
                  <a:pt x="2895" y="439"/>
                </a:lnTo>
                <a:lnTo>
                  <a:pt x="2895" y="439"/>
                </a:lnTo>
                <a:lnTo>
                  <a:pt x="2896" y="439"/>
                </a:lnTo>
                <a:lnTo>
                  <a:pt x="2897" y="439"/>
                </a:lnTo>
                <a:lnTo>
                  <a:pt x="2898" y="439"/>
                </a:lnTo>
                <a:lnTo>
                  <a:pt x="2899" y="439"/>
                </a:lnTo>
                <a:lnTo>
                  <a:pt x="2899" y="439"/>
                </a:lnTo>
                <a:lnTo>
                  <a:pt x="2899" y="439"/>
                </a:lnTo>
                <a:lnTo>
                  <a:pt x="2900" y="439"/>
                </a:lnTo>
                <a:lnTo>
                  <a:pt x="2901" y="440"/>
                </a:lnTo>
                <a:lnTo>
                  <a:pt x="2901" y="439"/>
                </a:lnTo>
                <a:lnTo>
                  <a:pt x="2901" y="439"/>
                </a:lnTo>
                <a:lnTo>
                  <a:pt x="2902" y="439"/>
                </a:lnTo>
                <a:lnTo>
                  <a:pt x="2904" y="440"/>
                </a:lnTo>
                <a:lnTo>
                  <a:pt x="2904" y="440"/>
                </a:lnTo>
                <a:lnTo>
                  <a:pt x="2904" y="440"/>
                </a:lnTo>
                <a:lnTo>
                  <a:pt x="2905" y="440"/>
                </a:lnTo>
                <a:lnTo>
                  <a:pt x="2905" y="440"/>
                </a:lnTo>
                <a:lnTo>
                  <a:pt x="2905" y="440"/>
                </a:lnTo>
                <a:lnTo>
                  <a:pt x="2907" y="439"/>
                </a:lnTo>
                <a:lnTo>
                  <a:pt x="2907" y="439"/>
                </a:lnTo>
                <a:lnTo>
                  <a:pt x="2907" y="439"/>
                </a:lnTo>
                <a:lnTo>
                  <a:pt x="2909" y="440"/>
                </a:lnTo>
                <a:lnTo>
                  <a:pt x="2910" y="440"/>
                </a:lnTo>
                <a:lnTo>
                  <a:pt x="2910" y="440"/>
                </a:lnTo>
                <a:lnTo>
                  <a:pt x="2910" y="440"/>
                </a:lnTo>
                <a:lnTo>
                  <a:pt x="2911" y="439"/>
                </a:lnTo>
                <a:lnTo>
                  <a:pt x="2911" y="439"/>
                </a:lnTo>
                <a:lnTo>
                  <a:pt x="2911" y="439"/>
                </a:lnTo>
                <a:lnTo>
                  <a:pt x="2913" y="439"/>
                </a:lnTo>
                <a:lnTo>
                  <a:pt x="2913" y="439"/>
                </a:lnTo>
                <a:lnTo>
                  <a:pt x="2914" y="439"/>
                </a:lnTo>
                <a:lnTo>
                  <a:pt x="2914" y="440"/>
                </a:lnTo>
                <a:lnTo>
                  <a:pt x="2915" y="439"/>
                </a:lnTo>
                <a:lnTo>
                  <a:pt x="2916" y="439"/>
                </a:lnTo>
                <a:lnTo>
                  <a:pt x="2917" y="440"/>
                </a:lnTo>
                <a:lnTo>
                  <a:pt x="2917" y="440"/>
                </a:lnTo>
                <a:lnTo>
                  <a:pt x="2917" y="440"/>
                </a:lnTo>
                <a:lnTo>
                  <a:pt x="2918" y="440"/>
                </a:lnTo>
                <a:lnTo>
                  <a:pt x="2919" y="440"/>
                </a:lnTo>
                <a:lnTo>
                  <a:pt x="2920" y="440"/>
                </a:lnTo>
                <a:lnTo>
                  <a:pt x="2920" y="440"/>
                </a:lnTo>
                <a:lnTo>
                  <a:pt x="2921" y="440"/>
                </a:lnTo>
                <a:lnTo>
                  <a:pt x="2921" y="440"/>
                </a:lnTo>
                <a:lnTo>
                  <a:pt x="2922" y="440"/>
                </a:lnTo>
                <a:lnTo>
                  <a:pt x="2922" y="440"/>
                </a:lnTo>
                <a:lnTo>
                  <a:pt x="2923" y="440"/>
                </a:lnTo>
                <a:lnTo>
                  <a:pt x="2923" y="440"/>
                </a:lnTo>
                <a:lnTo>
                  <a:pt x="2923" y="440"/>
                </a:lnTo>
                <a:lnTo>
                  <a:pt x="2925" y="439"/>
                </a:lnTo>
                <a:lnTo>
                  <a:pt x="2925" y="439"/>
                </a:lnTo>
                <a:lnTo>
                  <a:pt x="2926" y="439"/>
                </a:lnTo>
                <a:lnTo>
                  <a:pt x="2927" y="439"/>
                </a:lnTo>
                <a:lnTo>
                  <a:pt x="2927" y="439"/>
                </a:lnTo>
                <a:lnTo>
                  <a:pt x="2928" y="439"/>
                </a:lnTo>
                <a:lnTo>
                  <a:pt x="2928" y="439"/>
                </a:lnTo>
                <a:lnTo>
                  <a:pt x="2929" y="440"/>
                </a:lnTo>
                <a:lnTo>
                  <a:pt x="2929" y="440"/>
                </a:lnTo>
                <a:lnTo>
                  <a:pt x="2929" y="440"/>
                </a:lnTo>
                <a:lnTo>
                  <a:pt x="2931" y="439"/>
                </a:lnTo>
                <a:lnTo>
                  <a:pt x="2931" y="439"/>
                </a:lnTo>
                <a:lnTo>
                  <a:pt x="2932" y="439"/>
                </a:lnTo>
                <a:lnTo>
                  <a:pt x="2934" y="439"/>
                </a:lnTo>
                <a:lnTo>
                  <a:pt x="2934" y="439"/>
                </a:lnTo>
                <a:lnTo>
                  <a:pt x="2935" y="439"/>
                </a:lnTo>
                <a:lnTo>
                  <a:pt x="2935" y="440"/>
                </a:lnTo>
                <a:lnTo>
                  <a:pt x="2935" y="440"/>
                </a:lnTo>
                <a:lnTo>
                  <a:pt x="2936" y="439"/>
                </a:lnTo>
                <a:lnTo>
                  <a:pt x="2937" y="440"/>
                </a:lnTo>
                <a:lnTo>
                  <a:pt x="2938" y="440"/>
                </a:lnTo>
                <a:lnTo>
                  <a:pt x="2939" y="439"/>
                </a:lnTo>
                <a:lnTo>
                  <a:pt x="2940" y="439"/>
                </a:lnTo>
                <a:lnTo>
                  <a:pt x="2940" y="439"/>
                </a:lnTo>
                <a:lnTo>
                  <a:pt x="2941" y="439"/>
                </a:lnTo>
                <a:lnTo>
                  <a:pt x="2941" y="439"/>
                </a:lnTo>
                <a:lnTo>
                  <a:pt x="2943" y="440"/>
                </a:lnTo>
                <a:lnTo>
                  <a:pt x="2943" y="440"/>
                </a:lnTo>
                <a:lnTo>
                  <a:pt x="2944" y="440"/>
                </a:lnTo>
                <a:lnTo>
                  <a:pt x="2945" y="440"/>
                </a:lnTo>
                <a:lnTo>
                  <a:pt x="2946" y="439"/>
                </a:lnTo>
                <a:lnTo>
                  <a:pt x="2947" y="439"/>
                </a:lnTo>
                <a:lnTo>
                  <a:pt x="2947" y="439"/>
                </a:lnTo>
                <a:lnTo>
                  <a:pt x="2947" y="439"/>
                </a:lnTo>
                <a:lnTo>
                  <a:pt x="2949" y="439"/>
                </a:lnTo>
                <a:lnTo>
                  <a:pt x="2949" y="439"/>
                </a:lnTo>
                <a:lnTo>
                  <a:pt x="2950" y="439"/>
                </a:lnTo>
                <a:lnTo>
                  <a:pt x="2950" y="439"/>
                </a:lnTo>
                <a:lnTo>
                  <a:pt x="2951" y="439"/>
                </a:lnTo>
                <a:lnTo>
                  <a:pt x="2951" y="439"/>
                </a:lnTo>
                <a:lnTo>
                  <a:pt x="2952" y="439"/>
                </a:lnTo>
                <a:lnTo>
                  <a:pt x="2952" y="439"/>
                </a:lnTo>
                <a:lnTo>
                  <a:pt x="2953" y="439"/>
                </a:lnTo>
                <a:lnTo>
                  <a:pt x="2953" y="439"/>
                </a:lnTo>
                <a:lnTo>
                  <a:pt x="2953" y="439"/>
                </a:lnTo>
                <a:lnTo>
                  <a:pt x="2955" y="440"/>
                </a:lnTo>
                <a:lnTo>
                  <a:pt x="2955" y="440"/>
                </a:lnTo>
                <a:lnTo>
                  <a:pt x="2956" y="440"/>
                </a:lnTo>
                <a:lnTo>
                  <a:pt x="2958" y="440"/>
                </a:lnTo>
                <a:lnTo>
                  <a:pt x="2958" y="440"/>
                </a:lnTo>
                <a:lnTo>
                  <a:pt x="2959" y="439"/>
                </a:lnTo>
                <a:lnTo>
                  <a:pt x="2959" y="439"/>
                </a:lnTo>
                <a:lnTo>
                  <a:pt x="2960" y="439"/>
                </a:lnTo>
                <a:lnTo>
                  <a:pt x="2961" y="439"/>
                </a:lnTo>
                <a:lnTo>
                  <a:pt x="2961" y="439"/>
                </a:lnTo>
                <a:lnTo>
                  <a:pt x="2962" y="439"/>
                </a:lnTo>
                <a:lnTo>
                  <a:pt x="2962" y="439"/>
                </a:lnTo>
                <a:lnTo>
                  <a:pt x="2963" y="440"/>
                </a:lnTo>
                <a:lnTo>
                  <a:pt x="2963" y="440"/>
                </a:lnTo>
                <a:lnTo>
                  <a:pt x="2964" y="439"/>
                </a:lnTo>
                <a:lnTo>
                  <a:pt x="2965" y="439"/>
                </a:lnTo>
                <a:lnTo>
                  <a:pt x="2965" y="439"/>
                </a:lnTo>
                <a:lnTo>
                  <a:pt x="2966" y="439"/>
                </a:lnTo>
                <a:lnTo>
                  <a:pt x="2967" y="440"/>
                </a:lnTo>
                <a:lnTo>
                  <a:pt x="2968" y="440"/>
                </a:lnTo>
                <a:lnTo>
                  <a:pt x="2968" y="440"/>
                </a:lnTo>
                <a:lnTo>
                  <a:pt x="2969" y="439"/>
                </a:lnTo>
                <a:lnTo>
                  <a:pt x="2969" y="439"/>
                </a:lnTo>
                <a:lnTo>
                  <a:pt x="2970" y="439"/>
                </a:lnTo>
                <a:lnTo>
                  <a:pt x="2971" y="440"/>
                </a:lnTo>
                <a:lnTo>
                  <a:pt x="2971" y="440"/>
                </a:lnTo>
                <a:lnTo>
                  <a:pt x="2971" y="440"/>
                </a:lnTo>
                <a:lnTo>
                  <a:pt x="2972" y="440"/>
                </a:lnTo>
                <a:lnTo>
                  <a:pt x="2973" y="439"/>
                </a:lnTo>
                <a:lnTo>
                  <a:pt x="2973" y="439"/>
                </a:lnTo>
                <a:lnTo>
                  <a:pt x="2974" y="440"/>
                </a:lnTo>
                <a:lnTo>
                  <a:pt x="2974" y="439"/>
                </a:lnTo>
                <a:lnTo>
                  <a:pt x="2975" y="439"/>
                </a:lnTo>
                <a:lnTo>
                  <a:pt x="2976" y="439"/>
                </a:lnTo>
                <a:lnTo>
                  <a:pt x="2977" y="438"/>
                </a:lnTo>
                <a:lnTo>
                  <a:pt x="2977" y="439"/>
                </a:lnTo>
                <a:lnTo>
                  <a:pt x="2977" y="439"/>
                </a:lnTo>
                <a:lnTo>
                  <a:pt x="2978" y="439"/>
                </a:lnTo>
                <a:lnTo>
                  <a:pt x="2979" y="439"/>
                </a:lnTo>
                <a:lnTo>
                  <a:pt x="2979" y="439"/>
                </a:lnTo>
                <a:lnTo>
                  <a:pt x="2982" y="439"/>
                </a:lnTo>
                <a:lnTo>
                  <a:pt x="2982" y="439"/>
                </a:lnTo>
                <a:lnTo>
                  <a:pt x="2982" y="439"/>
                </a:lnTo>
                <a:lnTo>
                  <a:pt x="2983" y="439"/>
                </a:lnTo>
                <a:lnTo>
                  <a:pt x="2983" y="439"/>
                </a:lnTo>
                <a:lnTo>
                  <a:pt x="2983" y="439"/>
                </a:lnTo>
                <a:lnTo>
                  <a:pt x="2985" y="440"/>
                </a:lnTo>
                <a:lnTo>
                  <a:pt x="2985" y="439"/>
                </a:lnTo>
                <a:lnTo>
                  <a:pt x="2986" y="439"/>
                </a:lnTo>
                <a:lnTo>
                  <a:pt x="2986" y="439"/>
                </a:lnTo>
                <a:lnTo>
                  <a:pt x="2986" y="439"/>
                </a:lnTo>
                <a:lnTo>
                  <a:pt x="2987" y="439"/>
                </a:lnTo>
                <a:lnTo>
                  <a:pt x="2988" y="439"/>
                </a:lnTo>
                <a:lnTo>
                  <a:pt x="2988" y="439"/>
                </a:lnTo>
                <a:lnTo>
                  <a:pt x="2989" y="440"/>
                </a:lnTo>
                <a:lnTo>
                  <a:pt x="2989" y="440"/>
                </a:lnTo>
                <a:lnTo>
                  <a:pt x="2989" y="439"/>
                </a:lnTo>
                <a:lnTo>
                  <a:pt x="2991" y="439"/>
                </a:lnTo>
                <a:lnTo>
                  <a:pt x="2991" y="439"/>
                </a:lnTo>
                <a:lnTo>
                  <a:pt x="2992" y="439"/>
                </a:lnTo>
                <a:lnTo>
                  <a:pt x="2993" y="439"/>
                </a:lnTo>
                <a:lnTo>
                  <a:pt x="2994" y="439"/>
                </a:lnTo>
                <a:lnTo>
                  <a:pt x="2994" y="440"/>
                </a:lnTo>
                <a:lnTo>
                  <a:pt x="2995" y="439"/>
                </a:lnTo>
                <a:lnTo>
                  <a:pt x="2995" y="440"/>
                </a:lnTo>
                <a:lnTo>
                  <a:pt x="2995" y="440"/>
                </a:lnTo>
                <a:lnTo>
                  <a:pt x="2997" y="439"/>
                </a:lnTo>
                <a:lnTo>
                  <a:pt x="2997" y="439"/>
                </a:lnTo>
                <a:lnTo>
                  <a:pt x="2998" y="439"/>
                </a:lnTo>
                <a:lnTo>
                  <a:pt x="2998" y="440"/>
                </a:lnTo>
                <a:lnTo>
                  <a:pt x="2999" y="439"/>
                </a:lnTo>
                <a:lnTo>
                  <a:pt x="2999" y="439"/>
                </a:lnTo>
                <a:lnTo>
                  <a:pt x="3000" y="439"/>
                </a:lnTo>
                <a:lnTo>
                  <a:pt x="3001" y="439"/>
                </a:lnTo>
                <a:lnTo>
                  <a:pt x="3001" y="439"/>
                </a:lnTo>
                <a:lnTo>
                  <a:pt x="3001" y="439"/>
                </a:lnTo>
                <a:lnTo>
                  <a:pt x="3002" y="439"/>
                </a:lnTo>
                <a:lnTo>
                  <a:pt x="3003" y="440"/>
                </a:lnTo>
                <a:lnTo>
                  <a:pt x="3003" y="440"/>
                </a:lnTo>
                <a:lnTo>
                  <a:pt x="3003" y="440"/>
                </a:lnTo>
                <a:lnTo>
                  <a:pt x="3004" y="440"/>
                </a:lnTo>
                <a:lnTo>
                  <a:pt x="3005" y="439"/>
                </a:lnTo>
                <a:lnTo>
                  <a:pt x="3006" y="439"/>
                </a:lnTo>
                <a:lnTo>
                  <a:pt x="3006" y="439"/>
                </a:lnTo>
                <a:lnTo>
                  <a:pt x="3007" y="440"/>
                </a:lnTo>
                <a:lnTo>
                  <a:pt x="3007" y="440"/>
                </a:lnTo>
                <a:lnTo>
                  <a:pt x="3008" y="440"/>
                </a:lnTo>
                <a:lnTo>
                  <a:pt x="3009" y="440"/>
                </a:lnTo>
                <a:lnTo>
                  <a:pt x="3009" y="440"/>
                </a:lnTo>
                <a:lnTo>
                  <a:pt x="3010" y="440"/>
                </a:lnTo>
                <a:lnTo>
                  <a:pt x="3010" y="439"/>
                </a:lnTo>
                <a:lnTo>
                  <a:pt x="3012" y="439"/>
                </a:lnTo>
                <a:lnTo>
                  <a:pt x="3012" y="439"/>
                </a:lnTo>
                <a:lnTo>
                  <a:pt x="3012" y="440"/>
                </a:lnTo>
                <a:lnTo>
                  <a:pt x="3013" y="439"/>
                </a:lnTo>
                <a:lnTo>
                  <a:pt x="3013" y="439"/>
                </a:lnTo>
                <a:lnTo>
                  <a:pt x="3013" y="439"/>
                </a:lnTo>
                <a:lnTo>
                  <a:pt x="3015" y="438"/>
                </a:lnTo>
                <a:lnTo>
                  <a:pt x="3015" y="438"/>
                </a:lnTo>
                <a:lnTo>
                  <a:pt x="3016" y="439"/>
                </a:lnTo>
                <a:lnTo>
                  <a:pt x="3016" y="439"/>
                </a:lnTo>
                <a:lnTo>
                  <a:pt x="3017" y="439"/>
                </a:lnTo>
                <a:lnTo>
                  <a:pt x="3018" y="439"/>
                </a:lnTo>
                <a:lnTo>
                  <a:pt x="3018" y="439"/>
                </a:lnTo>
                <a:lnTo>
                  <a:pt x="3019" y="439"/>
                </a:lnTo>
                <a:lnTo>
                  <a:pt x="3019" y="439"/>
                </a:lnTo>
                <a:lnTo>
                  <a:pt x="3019" y="439"/>
                </a:lnTo>
                <a:lnTo>
                  <a:pt x="3021" y="440"/>
                </a:lnTo>
                <a:lnTo>
                  <a:pt x="3022" y="440"/>
                </a:lnTo>
                <a:lnTo>
                  <a:pt x="3022" y="440"/>
                </a:lnTo>
                <a:lnTo>
                  <a:pt x="3023" y="440"/>
                </a:lnTo>
                <a:lnTo>
                  <a:pt x="3024" y="440"/>
                </a:lnTo>
                <a:lnTo>
                  <a:pt x="3024" y="439"/>
                </a:lnTo>
                <a:lnTo>
                  <a:pt x="3025" y="439"/>
                </a:lnTo>
                <a:lnTo>
                  <a:pt x="3025" y="439"/>
                </a:lnTo>
                <a:lnTo>
                  <a:pt x="3027" y="440"/>
                </a:lnTo>
                <a:lnTo>
                  <a:pt x="3027" y="440"/>
                </a:lnTo>
                <a:lnTo>
                  <a:pt x="3027" y="440"/>
                </a:lnTo>
                <a:lnTo>
                  <a:pt x="3029" y="440"/>
                </a:lnTo>
                <a:lnTo>
                  <a:pt x="3030" y="440"/>
                </a:lnTo>
                <a:lnTo>
                  <a:pt x="3030" y="440"/>
                </a:lnTo>
                <a:lnTo>
                  <a:pt x="3030" y="440"/>
                </a:lnTo>
                <a:lnTo>
                  <a:pt x="3032" y="439"/>
                </a:lnTo>
                <a:lnTo>
                  <a:pt x="3032" y="439"/>
                </a:lnTo>
                <a:lnTo>
                  <a:pt x="3032" y="439"/>
                </a:lnTo>
                <a:lnTo>
                  <a:pt x="3033" y="440"/>
                </a:lnTo>
                <a:lnTo>
                  <a:pt x="3033" y="439"/>
                </a:lnTo>
                <a:lnTo>
                  <a:pt x="3035" y="439"/>
                </a:lnTo>
                <a:lnTo>
                  <a:pt x="3036" y="439"/>
                </a:lnTo>
                <a:lnTo>
                  <a:pt x="3036" y="439"/>
                </a:lnTo>
                <a:lnTo>
                  <a:pt x="3037" y="439"/>
                </a:lnTo>
                <a:lnTo>
                  <a:pt x="3038" y="439"/>
                </a:lnTo>
                <a:lnTo>
                  <a:pt x="3038" y="439"/>
                </a:lnTo>
                <a:lnTo>
                  <a:pt x="3038" y="439"/>
                </a:lnTo>
                <a:lnTo>
                  <a:pt x="3039" y="439"/>
                </a:lnTo>
                <a:lnTo>
                  <a:pt x="3039" y="439"/>
                </a:lnTo>
                <a:lnTo>
                  <a:pt x="3040" y="439"/>
                </a:lnTo>
                <a:lnTo>
                  <a:pt x="3040" y="439"/>
                </a:lnTo>
                <a:lnTo>
                  <a:pt x="3041" y="439"/>
                </a:lnTo>
                <a:lnTo>
                  <a:pt x="3041" y="439"/>
                </a:lnTo>
                <a:lnTo>
                  <a:pt x="3042" y="439"/>
                </a:lnTo>
                <a:lnTo>
                  <a:pt x="3044" y="439"/>
                </a:lnTo>
                <a:lnTo>
                  <a:pt x="3044" y="439"/>
                </a:lnTo>
                <a:lnTo>
                  <a:pt x="3044" y="439"/>
                </a:lnTo>
                <a:lnTo>
                  <a:pt x="3045" y="440"/>
                </a:lnTo>
                <a:lnTo>
                  <a:pt x="3045" y="440"/>
                </a:lnTo>
                <a:lnTo>
                  <a:pt x="3046" y="440"/>
                </a:lnTo>
                <a:lnTo>
                  <a:pt x="3047" y="439"/>
                </a:lnTo>
                <a:lnTo>
                  <a:pt x="3047" y="440"/>
                </a:lnTo>
                <a:lnTo>
                  <a:pt x="3047" y="440"/>
                </a:lnTo>
                <a:lnTo>
                  <a:pt x="3048" y="440"/>
                </a:lnTo>
                <a:lnTo>
                  <a:pt x="3048" y="440"/>
                </a:lnTo>
                <a:lnTo>
                  <a:pt x="3049" y="439"/>
                </a:lnTo>
                <a:lnTo>
                  <a:pt x="3050" y="439"/>
                </a:lnTo>
                <a:lnTo>
                  <a:pt x="3050" y="439"/>
                </a:lnTo>
                <a:lnTo>
                  <a:pt x="3051" y="439"/>
                </a:lnTo>
                <a:lnTo>
                  <a:pt x="3051" y="439"/>
                </a:lnTo>
                <a:lnTo>
                  <a:pt x="3051" y="439"/>
                </a:lnTo>
                <a:lnTo>
                  <a:pt x="3052" y="440"/>
                </a:lnTo>
                <a:lnTo>
                  <a:pt x="3052" y="440"/>
                </a:lnTo>
                <a:lnTo>
                  <a:pt x="3053" y="439"/>
                </a:lnTo>
                <a:lnTo>
                  <a:pt x="3054" y="440"/>
                </a:lnTo>
                <a:lnTo>
                  <a:pt x="3054" y="440"/>
                </a:lnTo>
                <a:lnTo>
                  <a:pt x="3054" y="439"/>
                </a:lnTo>
                <a:lnTo>
                  <a:pt x="3056" y="439"/>
                </a:lnTo>
                <a:lnTo>
                  <a:pt x="3056" y="439"/>
                </a:lnTo>
                <a:lnTo>
                  <a:pt x="3057" y="439"/>
                </a:lnTo>
                <a:lnTo>
                  <a:pt x="3057" y="439"/>
                </a:lnTo>
                <a:lnTo>
                  <a:pt x="3057" y="439"/>
                </a:lnTo>
                <a:lnTo>
                  <a:pt x="3059" y="439"/>
                </a:lnTo>
                <a:lnTo>
                  <a:pt x="3059" y="439"/>
                </a:lnTo>
                <a:lnTo>
                  <a:pt x="3060" y="439"/>
                </a:lnTo>
                <a:lnTo>
                  <a:pt x="3060" y="439"/>
                </a:lnTo>
                <a:lnTo>
                  <a:pt x="3060" y="439"/>
                </a:lnTo>
                <a:lnTo>
                  <a:pt x="3062" y="440"/>
                </a:lnTo>
                <a:lnTo>
                  <a:pt x="3062" y="440"/>
                </a:lnTo>
                <a:lnTo>
                  <a:pt x="3063" y="440"/>
                </a:lnTo>
                <a:lnTo>
                  <a:pt x="3063" y="439"/>
                </a:lnTo>
                <a:lnTo>
                  <a:pt x="3064" y="439"/>
                </a:lnTo>
                <a:lnTo>
                  <a:pt x="3064" y="439"/>
                </a:lnTo>
                <a:lnTo>
                  <a:pt x="3065" y="439"/>
                </a:lnTo>
                <a:lnTo>
                  <a:pt x="3065" y="439"/>
                </a:lnTo>
                <a:lnTo>
                  <a:pt x="3066" y="439"/>
                </a:lnTo>
                <a:lnTo>
                  <a:pt x="3066" y="439"/>
                </a:lnTo>
                <a:lnTo>
                  <a:pt x="3068" y="440"/>
                </a:lnTo>
                <a:lnTo>
                  <a:pt x="3068" y="440"/>
                </a:lnTo>
                <a:lnTo>
                  <a:pt x="3069" y="440"/>
                </a:lnTo>
                <a:lnTo>
                  <a:pt x="3069" y="439"/>
                </a:lnTo>
                <a:lnTo>
                  <a:pt x="3070" y="439"/>
                </a:lnTo>
                <a:lnTo>
                  <a:pt x="3070" y="439"/>
                </a:lnTo>
                <a:lnTo>
                  <a:pt x="3071" y="439"/>
                </a:lnTo>
                <a:lnTo>
                  <a:pt x="3071" y="439"/>
                </a:lnTo>
                <a:lnTo>
                  <a:pt x="3072" y="439"/>
                </a:lnTo>
                <a:lnTo>
                  <a:pt x="3072" y="439"/>
                </a:lnTo>
                <a:lnTo>
                  <a:pt x="3073" y="440"/>
                </a:lnTo>
                <a:lnTo>
                  <a:pt x="3074" y="439"/>
                </a:lnTo>
                <a:lnTo>
                  <a:pt x="3074" y="439"/>
                </a:lnTo>
                <a:lnTo>
                  <a:pt x="3074" y="439"/>
                </a:lnTo>
                <a:lnTo>
                  <a:pt x="3075" y="440"/>
                </a:lnTo>
                <a:lnTo>
                  <a:pt x="3075" y="439"/>
                </a:lnTo>
                <a:lnTo>
                  <a:pt x="3076" y="439"/>
                </a:lnTo>
                <a:lnTo>
                  <a:pt x="3077" y="440"/>
                </a:lnTo>
                <a:lnTo>
                  <a:pt x="3078" y="439"/>
                </a:lnTo>
                <a:lnTo>
                  <a:pt x="3078" y="439"/>
                </a:lnTo>
                <a:lnTo>
                  <a:pt x="3080" y="439"/>
                </a:lnTo>
                <a:lnTo>
                  <a:pt x="3080" y="438"/>
                </a:lnTo>
                <a:lnTo>
                  <a:pt x="3081" y="439"/>
                </a:lnTo>
                <a:lnTo>
                  <a:pt x="3081" y="440"/>
                </a:lnTo>
                <a:lnTo>
                  <a:pt x="3083" y="440"/>
                </a:lnTo>
                <a:lnTo>
                  <a:pt x="3084" y="439"/>
                </a:lnTo>
                <a:lnTo>
                  <a:pt x="3084" y="439"/>
                </a:lnTo>
                <a:lnTo>
                  <a:pt x="3085" y="439"/>
                </a:lnTo>
                <a:lnTo>
                  <a:pt x="3086" y="439"/>
                </a:lnTo>
                <a:lnTo>
                  <a:pt x="3086" y="439"/>
                </a:lnTo>
                <a:lnTo>
                  <a:pt x="3087" y="440"/>
                </a:lnTo>
                <a:lnTo>
                  <a:pt x="3088" y="440"/>
                </a:lnTo>
                <a:lnTo>
                  <a:pt x="3090" y="439"/>
                </a:lnTo>
                <a:lnTo>
                  <a:pt x="3090" y="439"/>
                </a:lnTo>
                <a:lnTo>
                  <a:pt x="3090" y="439"/>
                </a:lnTo>
                <a:lnTo>
                  <a:pt x="3092" y="439"/>
                </a:lnTo>
                <a:lnTo>
                  <a:pt x="3092" y="439"/>
                </a:lnTo>
                <a:lnTo>
                  <a:pt x="3092" y="439"/>
                </a:lnTo>
                <a:lnTo>
                  <a:pt x="3093" y="440"/>
                </a:lnTo>
                <a:lnTo>
                  <a:pt x="3094" y="440"/>
                </a:lnTo>
                <a:lnTo>
                  <a:pt x="3095" y="439"/>
                </a:lnTo>
                <a:lnTo>
                  <a:pt x="3096" y="439"/>
                </a:lnTo>
                <a:lnTo>
                  <a:pt x="3096" y="439"/>
                </a:lnTo>
                <a:lnTo>
                  <a:pt x="3098" y="440"/>
                </a:lnTo>
                <a:lnTo>
                  <a:pt x="3098" y="440"/>
                </a:lnTo>
                <a:lnTo>
                  <a:pt x="3098" y="440"/>
                </a:lnTo>
                <a:lnTo>
                  <a:pt x="3099" y="439"/>
                </a:lnTo>
                <a:lnTo>
                  <a:pt x="3100" y="439"/>
                </a:lnTo>
                <a:lnTo>
                  <a:pt x="3100" y="439"/>
                </a:lnTo>
                <a:lnTo>
                  <a:pt x="3101" y="440"/>
                </a:lnTo>
                <a:lnTo>
                  <a:pt x="3102" y="440"/>
                </a:lnTo>
                <a:lnTo>
                  <a:pt x="3102" y="440"/>
                </a:lnTo>
                <a:lnTo>
                  <a:pt x="3103" y="440"/>
                </a:lnTo>
                <a:lnTo>
                  <a:pt x="3104" y="439"/>
                </a:lnTo>
                <a:lnTo>
                  <a:pt x="3104" y="439"/>
                </a:lnTo>
                <a:lnTo>
                  <a:pt x="3105" y="440"/>
                </a:lnTo>
                <a:lnTo>
                  <a:pt x="3105" y="439"/>
                </a:lnTo>
                <a:lnTo>
                  <a:pt x="3105" y="439"/>
                </a:lnTo>
                <a:lnTo>
                  <a:pt x="3106" y="439"/>
                </a:lnTo>
                <a:lnTo>
                  <a:pt x="3107" y="439"/>
                </a:lnTo>
                <a:lnTo>
                  <a:pt x="3108" y="439"/>
                </a:lnTo>
                <a:lnTo>
                  <a:pt x="3108" y="439"/>
                </a:lnTo>
                <a:lnTo>
                  <a:pt x="3108" y="439"/>
                </a:lnTo>
                <a:lnTo>
                  <a:pt x="3110" y="439"/>
                </a:lnTo>
                <a:lnTo>
                  <a:pt x="3110" y="439"/>
                </a:lnTo>
                <a:lnTo>
                  <a:pt x="3111" y="439"/>
                </a:lnTo>
                <a:lnTo>
                  <a:pt x="3111" y="439"/>
                </a:lnTo>
                <a:lnTo>
                  <a:pt x="3112" y="439"/>
                </a:lnTo>
                <a:lnTo>
                  <a:pt x="3113" y="439"/>
                </a:lnTo>
                <a:lnTo>
                  <a:pt x="3114" y="439"/>
                </a:lnTo>
                <a:lnTo>
                  <a:pt x="3114" y="439"/>
                </a:lnTo>
                <a:lnTo>
                  <a:pt x="3116" y="440"/>
                </a:lnTo>
                <a:lnTo>
                  <a:pt x="3116" y="439"/>
                </a:lnTo>
                <a:lnTo>
                  <a:pt x="3116" y="439"/>
                </a:lnTo>
                <a:lnTo>
                  <a:pt x="3117" y="440"/>
                </a:lnTo>
                <a:lnTo>
                  <a:pt x="3117" y="440"/>
                </a:lnTo>
                <a:lnTo>
                  <a:pt x="3118" y="440"/>
                </a:lnTo>
                <a:lnTo>
                  <a:pt x="3118" y="439"/>
                </a:lnTo>
                <a:lnTo>
                  <a:pt x="3119" y="440"/>
                </a:lnTo>
                <a:lnTo>
                  <a:pt x="3119" y="440"/>
                </a:lnTo>
                <a:lnTo>
                  <a:pt x="3120" y="440"/>
                </a:lnTo>
                <a:lnTo>
                  <a:pt x="3120" y="440"/>
                </a:lnTo>
                <a:lnTo>
                  <a:pt x="3121" y="439"/>
                </a:lnTo>
                <a:lnTo>
                  <a:pt x="3122" y="440"/>
                </a:lnTo>
                <a:lnTo>
                  <a:pt x="3122" y="439"/>
                </a:lnTo>
                <a:lnTo>
                  <a:pt x="3123" y="440"/>
                </a:lnTo>
                <a:lnTo>
                  <a:pt x="3124" y="440"/>
                </a:lnTo>
                <a:lnTo>
                  <a:pt x="3126" y="439"/>
                </a:lnTo>
                <a:lnTo>
                  <a:pt x="3126" y="439"/>
                </a:lnTo>
                <a:lnTo>
                  <a:pt x="3126" y="439"/>
                </a:lnTo>
                <a:lnTo>
                  <a:pt x="3127" y="439"/>
                </a:lnTo>
                <a:lnTo>
                  <a:pt x="3128" y="439"/>
                </a:lnTo>
                <a:lnTo>
                  <a:pt x="3128" y="439"/>
                </a:lnTo>
                <a:lnTo>
                  <a:pt x="3128" y="439"/>
                </a:lnTo>
                <a:lnTo>
                  <a:pt x="3129" y="439"/>
                </a:lnTo>
                <a:lnTo>
                  <a:pt x="3129" y="439"/>
                </a:lnTo>
                <a:lnTo>
                  <a:pt x="3130" y="439"/>
                </a:lnTo>
                <a:lnTo>
                  <a:pt x="3131" y="439"/>
                </a:lnTo>
                <a:lnTo>
                  <a:pt x="3131" y="439"/>
                </a:lnTo>
                <a:lnTo>
                  <a:pt x="3132" y="439"/>
                </a:lnTo>
                <a:lnTo>
                  <a:pt x="3132" y="439"/>
                </a:lnTo>
                <a:lnTo>
                  <a:pt x="3134" y="439"/>
                </a:lnTo>
                <a:lnTo>
                  <a:pt x="3134" y="439"/>
                </a:lnTo>
                <a:lnTo>
                  <a:pt x="3134" y="440"/>
                </a:lnTo>
                <a:lnTo>
                  <a:pt x="3135" y="439"/>
                </a:lnTo>
                <a:lnTo>
                  <a:pt x="3136" y="439"/>
                </a:lnTo>
                <a:lnTo>
                  <a:pt x="3136" y="439"/>
                </a:lnTo>
                <a:lnTo>
                  <a:pt x="3138" y="440"/>
                </a:lnTo>
                <a:lnTo>
                  <a:pt x="3138" y="440"/>
                </a:lnTo>
                <a:lnTo>
                  <a:pt x="3139" y="440"/>
                </a:lnTo>
                <a:lnTo>
                  <a:pt x="3140" y="440"/>
                </a:lnTo>
                <a:lnTo>
                  <a:pt x="3140" y="440"/>
                </a:lnTo>
                <a:lnTo>
                  <a:pt x="3141" y="440"/>
                </a:lnTo>
                <a:lnTo>
                  <a:pt x="3141" y="440"/>
                </a:lnTo>
                <a:lnTo>
                  <a:pt x="3142" y="440"/>
                </a:lnTo>
                <a:lnTo>
                  <a:pt x="3143" y="439"/>
                </a:lnTo>
                <a:lnTo>
                  <a:pt x="3143" y="440"/>
                </a:lnTo>
                <a:lnTo>
                  <a:pt x="3144" y="439"/>
                </a:lnTo>
                <a:lnTo>
                  <a:pt x="3146" y="439"/>
                </a:lnTo>
                <a:lnTo>
                  <a:pt x="3146" y="439"/>
                </a:lnTo>
                <a:lnTo>
                  <a:pt x="3146" y="439"/>
                </a:lnTo>
                <a:lnTo>
                  <a:pt x="3146" y="438"/>
                </a:lnTo>
                <a:lnTo>
                  <a:pt x="3147" y="439"/>
                </a:lnTo>
                <a:lnTo>
                  <a:pt x="3147" y="439"/>
                </a:lnTo>
                <a:lnTo>
                  <a:pt x="3148" y="439"/>
                </a:lnTo>
                <a:lnTo>
                  <a:pt x="3149" y="440"/>
                </a:lnTo>
                <a:lnTo>
                  <a:pt x="3150" y="439"/>
                </a:lnTo>
                <a:lnTo>
                  <a:pt x="3150" y="439"/>
                </a:lnTo>
                <a:lnTo>
                  <a:pt x="3150" y="439"/>
                </a:lnTo>
                <a:lnTo>
                  <a:pt x="3151" y="440"/>
                </a:lnTo>
                <a:lnTo>
                  <a:pt x="3152" y="440"/>
                </a:lnTo>
                <a:lnTo>
                  <a:pt x="3152" y="440"/>
                </a:lnTo>
                <a:lnTo>
                  <a:pt x="3152" y="440"/>
                </a:lnTo>
                <a:lnTo>
                  <a:pt x="3153" y="440"/>
                </a:lnTo>
                <a:lnTo>
                  <a:pt x="3153" y="440"/>
                </a:lnTo>
                <a:lnTo>
                  <a:pt x="3154" y="440"/>
                </a:lnTo>
                <a:lnTo>
                  <a:pt x="3155" y="439"/>
                </a:lnTo>
                <a:lnTo>
                  <a:pt x="3156" y="439"/>
                </a:lnTo>
                <a:lnTo>
                  <a:pt x="3156" y="439"/>
                </a:lnTo>
                <a:lnTo>
                  <a:pt x="3156" y="439"/>
                </a:lnTo>
                <a:lnTo>
                  <a:pt x="3157" y="440"/>
                </a:lnTo>
                <a:lnTo>
                  <a:pt x="3158" y="440"/>
                </a:lnTo>
                <a:lnTo>
                  <a:pt x="3158" y="439"/>
                </a:lnTo>
                <a:lnTo>
                  <a:pt x="3159" y="439"/>
                </a:lnTo>
                <a:lnTo>
                  <a:pt x="3159" y="439"/>
                </a:lnTo>
                <a:lnTo>
                  <a:pt x="3160" y="439"/>
                </a:lnTo>
                <a:lnTo>
                  <a:pt x="3161" y="439"/>
                </a:lnTo>
                <a:lnTo>
                  <a:pt x="3162" y="439"/>
                </a:lnTo>
                <a:lnTo>
                  <a:pt x="3162" y="439"/>
                </a:lnTo>
                <a:lnTo>
                  <a:pt x="3163" y="440"/>
                </a:lnTo>
                <a:lnTo>
                  <a:pt x="3164" y="439"/>
                </a:lnTo>
                <a:lnTo>
                  <a:pt x="3164" y="439"/>
                </a:lnTo>
                <a:lnTo>
                  <a:pt x="3164" y="439"/>
                </a:lnTo>
                <a:lnTo>
                  <a:pt x="3165" y="439"/>
                </a:lnTo>
                <a:lnTo>
                  <a:pt x="3165" y="439"/>
                </a:lnTo>
                <a:lnTo>
                  <a:pt x="3166" y="439"/>
                </a:lnTo>
                <a:lnTo>
                  <a:pt x="3167" y="440"/>
                </a:lnTo>
                <a:lnTo>
                  <a:pt x="3168" y="440"/>
                </a:lnTo>
                <a:lnTo>
                  <a:pt x="3168" y="440"/>
                </a:lnTo>
                <a:lnTo>
                  <a:pt x="3170" y="439"/>
                </a:lnTo>
                <a:lnTo>
                  <a:pt x="3170" y="439"/>
                </a:lnTo>
                <a:lnTo>
                  <a:pt x="3170" y="439"/>
                </a:lnTo>
                <a:lnTo>
                  <a:pt x="3171" y="439"/>
                </a:lnTo>
                <a:lnTo>
                  <a:pt x="3171" y="439"/>
                </a:lnTo>
                <a:lnTo>
                  <a:pt x="3172" y="439"/>
                </a:lnTo>
                <a:lnTo>
                  <a:pt x="3173" y="440"/>
                </a:lnTo>
                <a:lnTo>
                  <a:pt x="3174" y="439"/>
                </a:lnTo>
                <a:lnTo>
                  <a:pt x="3174" y="439"/>
                </a:lnTo>
                <a:lnTo>
                  <a:pt x="3174" y="439"/>
                </a:lnTo>
                <a:lnTo>
                  <a:pt x="3174" y="439"/>
                </a:lnTo>
                <a:lnTo>
                  <a:pt x="3176" y="439"/>
                </a:lnTo>
                <a:lnTo>
                  <a:pt x="3176" y="439"/>
                </a:lnTo>
                <a:lnTo>
                  <a:pt x="3176" y="439"/>
                </a:lnTo>
                <a:lnTo>
                  <a:pt x="3177" y="439"/>
                </a:lnTo>
                <a:lnTo>
                  <a:pt x="3177" y="439"/>
                </a:lnTo>
                <a:lnTo>
                  <a:pt x="3178" y="439"/>
                </a:lnTo>
                <a:lnTo>
                  <a:pt x="3178" y="439"/>
                </a:lnTo>
                <a:lnTo>
                  <a:pt x="3179" y="439"/>
                </a:lnTo>
                <a:lnTo>
                  <a:pt x="3180" y="439"/>
                </a:lnTo>
                <a:lnTo>
                  <a:pt x="3180" y="439"/>
                </a:lnTo>
                <a:lnTo>
                  <a:pt x="3180" y="439"/>
                </a:lnTo>
                <a:lnTo>
                  <a:pt x="3182" y="439"/>
                </a:lnTo>
                <a:lnTo>
                  <a:pt x="3182" y="439"/>
                </a:lnTo>
                <a:lnTo>
                  <a:pt x="3182" y="439"/>
                </a:lnTo>
                <a:lnTo>
                  <a:pt x="3183" y="439"/>
                </a:lnTo>
                <a:lnTo>
                  <a:pt x="3183" y="439"/>
                </a:lnTo>
                <a:lnTo>
                  <a:pt x="3184" y="439"/>
                </a:lnTo>
                <a:lnTo>
                  <a:pt x="3185" y="440"/>
                </a:lnTo>
                <a:lnTo>
                  <a:pt x="3186" y="439"/>
                </a:lnTo>
                <a:lnTo>
                  <a:pt x="3186" y="439"/>
                </a:lnTo>
                <a:lnTo>
                  <a:pt x="3186" y="439"/>
                </a:lnTo>
                <a:lnTo>
                  <a:pt x="3187" y="439"/>
                </a:lnTo>
                <a:lnTo>
                  <a:pt x="3188" y="439"/>
                </a:lnTo>
                <a:lnTo>
                  <a:pt x="3188" y="439"/>
                </a:lnTo>
                <a:lnTo>
                  <a:pt x="3190" y="439"/>
                </a:lnTo>
                <a:lnTo>
                  <a:pt x="3190" y="440"/>
                </a:lnTo>
                <a:lnTo>
                  <a:pt x="3191" y="439"/>
                </a:lnTo>
                <a:lnTo>
                  <a:pt x="3191" y="440"/>
                </a:lnTo>
                <a:lnTo>
                  <a:pt x="3192" y="440"/>
                </a:lnTo>
                <a:lnTo>
                  <a:pt x="3192" y="440"/>
                </a:lnTo>
                <a:lnTo>
                  <a:pt x="3192" y="440"/>
                </a:lnTo>
                <a:lnTo>
                  <a:pt x="3193" y="439"/>
                </a:lnTo>
                <a:lnTo>
                  <a:pt x="3194" y="439"/>
                </a:lnTo>
                <a:lnTo>
                  <a:pt x="3194" y="439"/>
                </a:lnTo>
                <a:lnTo>
                  <a:pt x="3195" y="438"/>
                </a:lnTo>
                <a:lnTo>
                  <a:pt x="3196" y="439"/>
                </a:lnTo>
                <a:lnTo>
                  <a:pt x="3196" y="439"/>
                </a:lnTo>
                <a:lnTo>
                  <a:pt x="3197" y="440"/>
                </a:lnTo>
                <a:lnTo>
                  <a:pt x="3198" y="440"/>
                </a:lnTo>
                <a:lnTo>
                  <a:pt x="3199" y="440"/>
                </a:lnTo>
                <a:lnTo>
                  <a:pt x="3200" y="440"/>
                </a:lnTo>
                <a:lnTo>
                  <a:pt x="3200" y="439"/>
                </a:lnTo>
                <a:lnTo>
                  <a:pt x="3200" y="439"/>
                </a:lnTo>
                <a:lnTo>
                  <a:pt x="3201" y="440"/>
                </a:lnTo>
                <a:lnTo>
                  <a:pt x="3202" y="440"/>
                </a:lnTo>
                <a:lnTo>
                  <a:pt x="3202" y="439"/>
                </a:lnTo>
                <a:lnTo>
                  <a:pt x="3202" y="439"/>
                </a:lnTo>
                <a:lnTo>
                  <a:pt x="3203" y="440"/>
                </a:lnTo>
                <a:lnTo>
                  <a:pt x="3204" y="439"/>
                </a:lnTo>
                <a:lnTo>
                  <a:pt x="3204" y="439"/>
                </a:lnTo>
                <a:lnTo>
                  <a:pt x="3205" y="440"/>
                </a:lnTo>
                <a:lnTo>
                  <a:pt x="3206" y="439"/>
                </a:lnTo>
                <a:lnTo>
                  <a:pt x="3206" y="439"/>
                </a:lnTo>
                <a:lnTo>
                  <a:pt x="3206" y="439"/>
                </a:lnTo>
                <a:lnTo>
                  <a:pt x="3208" y="439"/>
                </a:lnTo>
                <a:lnTo>
                  <a:pt x="3208" y="439"/>
                </a:lnTo>
                <a:lnTo>
                  <a:pt x="3209" y="439"/>
                </a:lnTo>
                <a:lnTo>
                  <a:pt x="3210" y="439"/>
                </a:lnTo>
                <a:lnTo>
                  <a:pt x="3210" y="439"/>
                </a:lnTo>
                <a:lnTo>
                  <a:pt x="3212" y="440"/>
                </a:lnTo>
                <a:lnTo>
                  <a:pt x="3212" y="440"/>
                </a:lnTo>
                <a:lnTo>
                  <a:pt x="3214" y="440"/>
                </a:lnTo>
                <a:lnTo>
                  <a:pt x="3214" y="440"/>
                </a:lnTo>
                <a:lnTo>
                  <a:pt x="3214" y="439"/>
                </a:lnTo>
                <a:lnTo>
                  <a:pt x="3216" y="439"/>
                </a:lnTo>
                <a:lnTo>
                  <a:pt x="3216" y="439"/>
                </a:lnTo>
                <a:lnTo>
                  <a:pt x="3216" y="439"/>
                </a:lnTo>
                <a:lnTo>
                  <a:pt x="3217" y="440"/>
                </a:lnTo>
                <a:lnTo>
                  <a:pt x="3218" y="439"/>
                </a:lnTo>
                <a:lnTo>
                  <a:pt x="3218" y="439"/>
                </a:lnTo>
                <a:lnTo>
                  <a:pt x="3219" y="439"/>
                </a:lnTo>
                <a:lnTo>
                  <a:pt x="3220" y="439"/>
                </a:lnTo>
                <a:lnTo>
                  <a:pt x="3220" y="439"/>
                </a:lnTo>
                <a:lnTo>
                  <a:pt x="3221" y="439"/>
                </a:lnTo>
                <a:lnTo>
                  <a:pt x="3222" y="439"/>
                </a:lnTo>
                <a:lnTo>
                  <a:pt x="3224" y="440"/>
                </a:lnTo>
                <a:lnTo>
                  <a:pt x="3224" y="440"/>
                </a:lnTo>
                <a:lnTo>
                  <a:pt x="3224" y="440"/>
                </a:lnTo>
                <a:lnTo>
                  <a:pt x="3225" y="441"/>
                </a:lnTo>
                <a:lnTo>
                  <a:pt x="3226" y="440"/>
                </a:lnTo>
                <a:lnTo>
                  <a:pt x="3226" y="440"/>
                </a:lnTo>
                <a:lnTo>
                  <a:pt x="3226" y="441"/>
                </a:lnTo>
                <a:lnTo>
                  <a:pt x="3228" y="439"/>
                </a:lnTo>
                <a:lnTo>
                  <a:pt x="3228" y="439"/>
                </a:lnTo>
                <a:lnTo>
                  <a:pt x="3228" y="439"/>
                </a:lnTo>
                <a:lnTo>
                  <a:pt x="3229" y="439"/>
                </a:lnTo>
                <a:lnTo>
                  <a:pt x="3230" y="439"/>
                </a:lnTo>
                <a:lnTo>
                  <a:pt x="3230" y="439"/>
                </a:lnTo>
                <a:lnTo>
                  <a:pt x="3231" y="439"/>
                </a:lnTo>
                <a:lnTo>
                  <a:pt x="3232" y="439"/>
                </a:lnTo>
                <a:lnTo>
                  <a:pt x="3232" y="439"/>
                </a:lnTo>
                <a:lnTo>
                  <a:pt x="3233" y="440"/>
                </a:lnTo>
                <a:lnTo>
                  <a:pt x="3234" y="440"/>
                </a:lnTo>
                <a:lnTo>
                  <a:pt x="3234" y="440"/>
                </a:lnTo>
                <a:lnTo>
                  <a:pt x="3236" y="439"/>
                </a:lnTo>
                <a:lnTo>
                  <a:pt x="3236" y="439"/>
                </a:lnTo>
                <a:lnTo>
                  <a:pt x="3238" y="439"/>
                </a:lnTo>
                <a:lnTo>
                  <a:pt x="3238" y="439"/>
                </a:lnTo>
                <a:lnTo>
                  <a:pt x="3240" y="439"/>
                </a:lnTo>
                <a:lnTo>
                  <a:pt x="3240" y="439"/>
                </a:lnTo>
                <a:lnTo>
                  <a:pt x="3240" y="439"/>
                </a:lnTo>
                <a:lnTo>
                  <a:pt x="3241" y="439"/>
                </a:lnTo>
                <a:lnTo>
                  <a:pt x="3242" y="439"/>
                </a:lnTo>
                <a:lnTo>
                  <a:pt x="3242" y="439"/>
                </a:lnTo>
                <a:lnTo>
                  <a:pt x="3243" y="439"/>
                </a:lnTo>
                <a:lnTo>
                  <a:pt x="3244" y="439"/>
                </a:lnTo>
                <a:lnTo>
                  <a:pt x="3244" y="439"/>
                </a:lnTo>
                <a:lnTo>
                  <a:pt x="3244" y="439"/>
                </a:lnTo>
                <a:lnTo>
                  <a:pt x="3245" y="440"/>
                </a:lnTo>
                <a:lnTo>
                  <a:pt x="3245" y="440"/>
                </a:lnTo>
                <a:lnTo>
                  <a:pt x="3246" y="440"/>
                </a:lnTo>
                <a:lnTo>
                  <a:pt x="3248" y="438"/>
                </a:lnTo>
                <a:lnTo>
                  <a:pt x="3248" y="438"/>
                </a:lnTo>
                <a:lnTo>
                  <a:pt x="3248" y="438"/>
                </a:lnTo>
                <a:lnTo>
                  <a:pt x="3250" y="439"/>
                </a:lnTo>
                <a:lnTo>
                  <a:pt x="3250" y="439"/>
                </a:lnTo>
                <a:lnTo>
                  <a:pt x="3251" y="440"/>
                </a:lnTo>
                <a:lnTo>
                  <a:pt x="3252" y="440"/>
                </a:lnTo>
                <a:lnTo>
                  <a:pt x="3252" y="440"/>
                </a:lnTo>
                <a:lnTo>
                  <a:pt x="3253" y="439"/>
                </a:lnTo>
                <a:lnTo>
                  <a:pt x="3254" y="440"/>
                </a:lnTo>
                <a:lnTo>
                  <a:pt x="3254" y="440"/>
                </a:lnTo>
                <a:lnTo>
                  <a:pt x="3254" y="440"/>
                </a:lnTo>
                <a:lnTo>
                  <a:pt x="3256" y="439"/>
                </a:lnTo>
                <a:lnTo>
                  <a:pt x="3256" y="439"/>
                </a:lnTo>
                <a:lnTo>
                  <a:pt x="3257" y="439"/>
                </a:lnTo>
                <a:lnTo>
                  <a:pt x="3258" y="439"/>
                </a:lnTo>
                <a:lnTo>
                  <a:pt x="3258" y="440"/>
                </a:lnTo>
                <a:lnTo>
                  <a:pt x="3260" y="440"/>
                </a:lnTo>
                <a:lnTo>
                  <a:pt x="3260" y="440"/>
                </a:lnTo>
                <a:lnTo>
                  <a:pt x="3260" y="440"/>
                </a:lnTo>
                <a:lnTo>
                  <a:pt x="3262" y="439"/>
                </a:lnTo>
                <a:lnTo>
                  <a:pt x="3262" y="439"/>
                </a:lnTo>
                <a:lnTo>
                  <a:pt x="3262" y="439"/>
                </a:lnTo>
                <a:lnTo>
                  <a:pt x="3263" y="438"/>
                </a:lnTo>
                <a:lnTo>
                  <a:pt x="3264" y="439"/>
                </a:lnTo>
                <a:lnTo>
                  <a:pt x="3264" y="439"/>
                </a:lnTo>
                <a:lnTo>
                  <a:pt x="3266" y="440"/>
                </a:lnTo>
                <a:lnTo>
                  <a:pt x="3266" y="440"/>
                </a:lnTo>
                <a:lnTo>
                  <a:pt x="3266" y="440"/>
                </a:lnTo>
                <a:lnTo>
                  <a:pt x="3266" y="440"/>
                </a:lnTo>
                <a:lnTo>
                  <a:pt x="3268" y="440"/>
                </a:lnTo>
                <a:lnTo>
                  <a:pt x="3268" y="439"/>
                </a:lnTo>
                <a:lnTo>
                  <a:pt x="3269" y="439"/>
                </a:lnTo>
                <a:lnTo>
                  <a:pt x="3269" y="439"/>
                </a:lnTo>
                <a:lnTo>
                  <a:pt x="3270" y="439"/>
                </a:lnTo>
                <a:lnTo>
                  <a:pt x="3270" y="439"/>
                </a:lnTo>
                <a:lnTo>
                  <a:pt x="3271" y="439"/>
                </a:lnTo>
                <a:lnTo>
                  <a:pt x="3272" y="439"/>
                </a:lnTo>
                <a:lnTo>
                  <a:pt x="3272" y="439"/>
                </a:lnTo>
                <a:lnTo>
                  <a:pt x="3272" y="439"/>
                </a:lnTo>
                <a:lnTo>
                  <a:pt x="3274" y="440"/>
                </a:lnTo>
                <a:lnTo>
                  <a:pt x="3274" y="440"/>
                </a:lnTo>
                <a:lnTo>
                  <a:pt x="3274" y="440"/>
                </a:lnTo>
                <a:lnTo>
                  <a:pt x="3275" y="440"/>
                </a:lnTo>
                <a:lnTo>
                  <a:pt x="3276" y="440"/>
                </a:lnTo>
                <a:lnTo>
                  <a:pt x="3276" y="439"/>
                </a:lnTo>
                <a:lnTo>
                  <a:pt x="3277" y="440"/>
                </a:lnTo>
                <a:lnTo>
                  <a:pt x="3278" y="439"/>
                </a:lnTo>
                <a:lnTo>
                  <a:pt x="3278" y="440"/>
                </a:lnTo>
                <a:lnTo>
                  <a:pt x="3279" y="440"/>
                </a:lnTo>
                <a:lnTo>
                  <a:pt x="3280" y="439"/>
                </a:lnTo>
                <a:lnTo>
                  <a:pt x="3280" y="439"/>
                </a:lnTo>
                <a:lnTo>
                  <a:pt x="3280" y="440"/>
                </a:lnTo>
                <a:lnTo>
                  <a:pt x="3282" y="439"/>
                </a:lnTo>
                <a:lnTo>
                  <a:pt x="3282" y="439"/>
                </a:lnTo>
                <a:lnTo>
                  <a:pt x="3284" y="440"/>
                </a:lnTo>
                <a:lnTo>
                  <a:pt x="3284" y="440"/>
                </a:lnTo>
                <a:lnTo>
                  <a:pt x="3286" y="439"/>
                </a:lnTo>
                <a:lnTo>
                  <a:pt x="3286" y="439"/>
                </a:lnTo>
                <a:lnTo>
                  <a:pt x="3287" y="439"/>
                </a:lnTo>
                <a:lnTo>
                  <a:pt x="3287" y="439"/>
                </a:lnTo>
                <a:lnTo>
                  <a:pt x="3288" y="439"/>
                </a:lnTo>
                <a:lnTo>
                  <a:pt x="3288" y="439"/>
                </a:lnTo>
                <a:lnTo>
                  <a:pt x="3289" y="439"/>
                </a:lnTo>
                <a:lnTo>
                  <a:pt x="3290" y="439"/>
                </a:lnTo>
                <a:lnTo>
                  <a:pt x="3290" y="439"/>
                </a:lnTo>
                <a:lnTo>
                  <a:pt x="3290" y="439"/>
                </a:lnTo>
                <a:lnTo>
                  <a:pt x="3292" y="439"/>
                </a:lnTo>
                <a:lnTo>
                  <a:pt x="3292" y="439"/>
                </a:lnTo>
                <a:lnTo>
                  <a:pt x="3292" y="439"/>
                </a:lnTo>
                <a:lnTo>
                  <a:pt x="3293" y="439"/>
                </a:lnTo>
                <a:lnTo>
                  <a:pt x="3294" y="439"/>
                </a:lnTo>
                <a:lnTo>
                  <a:pt x="3294" y="439"/>
                </a:lnTo>
                <a:lnTo>
                  <a:pt x="3294" y="439"/>
                </a:lnTo>
                <a:lnTo>
                  <a:pt x="3296" y="440"/>
                </a:lnTo>
                <a:lnTo>
                  <a:pt x="3296" y="440"/>
                </a:lnTo>
                <a:lnTo>
                  <a:pt x="3296" y="440"/>
                </a:lnTo>
                <a:lnTo>
                  <a:pt x="3297" y="440"/>
                </a:lnTo>
                <a:lnTo>
                  <a:pt x="3298" y="440"/>
                </a:lnTo>
                <a:lnTo>
                  <a:pt x="3298" y="439"/>
                </a:lnTo>
                <a:lnTo>
                  <a:pt x="3299" y="440"/>
                </a:lnTo>
                <a:lnTo>
                  <a:pt x="3299" y="439"/>
                </a:lnTo>
                <a:lnTo>
                  <a:pt x="3300" y="439"/>
                </a:lnTo>
                <a:lnTo>
                  <a:pt x="3300" y="439"/>
                </a:lnTo>
                <a:lnTo>
                  <a:pt x="3301" y="439"/>
                </a:lnTo>
                <a:lnTo>
                  <a:pt x="3301" y="439"/>
                </a:lnTo>
                <a:lnTo>
                  <a:pt x="3302" y="439"/>
                </a:lnTo>
                <a:lnTo>
                  <a:pt x="3302" y="439"/>
                </a:lnTo>
                <a:lnTo>
                  <a:pt x="3302" y="439"/>
                </a:lnTo>
                <a:lnTo>
                  <a:pt x="3303" y="439"/>
                </a:lnTo>
                <a:lnTo>
                  <a:pt x="3304" y="439"/>
                </a:lnTo>
                <a:lnTo>
                  <a:pt x="3304" y="439"/>
                </a:lnTo>
                <a:lnTo>
                  <a:pt x="3304" y="439"/>
                </a:lnTo>
                <a:lnTo>
                  <a:pt x="3305" y="439"/>
                </a:lnTo>
                <a:lnTo>
                  <a:pt x="3306" y="439"/>
                </a:lnTo>
                <a:lnTo>
                  <a:pt x="3306" y="439"/>
                </a:lnTo>
                <a:lnTo>
                  <a:pt x="3307" y="440"/>
                </a:lnTo>
                <a:lnTo>
                  <a:pt x="3308" y="440"/>
                </a:lnTo>
                <a:lnTo>
                  <a:pt x="3308" y="439"/>
                </a:lnTo>
                <a:lnTo>
                  <a:pt x="3308" y="440"/>
                </a:lnTo>
                <a:lnTo>
                  <a:pt x="3310" y="439"/>
                </a:lnTo>
                <a:lnTo>
                  <a:pt x="3310" y="439"/>
                </a:lnTo>
                <a:lnTo>
                  <a:pt x="3311" y="440"/>
                </a:lnTo>
                <a:lnTo>
                  <a:pt x="3312" y="439"/>
                </a:lnTo>
                <a:lnTo>
                  <a:pt x="3312" y="439"/>
                </a:lnTo>
                <a:lnTo>
                  <a:pt x="3314" y="440"/>
                </a:lnTo>
                <a:lnTo>
                  <a:pt x="3314" y="440"/>
                </a:lnTo>
                <a:lnTo>
                  <a:pt x="3314" y="440"/>
                </a:lnTo>
                <a:lnTo>
                  <a:pt x="3315" y="439"/>
                </a:lnTo>
                <a:lnTo>
                  <a:pt x="3316" y="440"/>
                </a:lnTo>
                <a:lnTo>
                  <a:pt x="3316" y="440"/>
                </a:lnTo>
                <a:lnTo>
                  <a:pt x="3317" y="440"/>
                </a:lnTo>
                <a:lnTo>
                  <a:pt x="3317" y="440"/>
                </a:lnTo>
                <a:lnTo>
                  <a:pt x="3318" y="440"/>
                </a:lnTo>
                <a:lnTo>
                  <a:pt x="3318" y="440"/>
                </a:lnTo>
                <a:lnTo>
                  <a:pt x="3318" y="440"/>
                </a:lnTo>
                <a:lnTo>
                  <a:pt x="3320" y="439"/>
                </a:lnTo>
                <a:lnTo>
                  <a:pt x="3320" y="438"/>
                </a:lnTo>
                <a:lnTo>
                  <a:pt x="3322" y="439"/>
                </a:lnTo>
                <a:lnTo>
                  <a:pt x="3322" y="439"/>
                </a:lnTo>
                <a:lnTo>
                  <a:pt x="3322" y="439"/>
                </a:lnTo>
                <a:lnTo>
                  <a:pt x="3324" y="440"/>
                </a:lnTo>
                <a:lnTo>
                  <a:pt x="3324" y="440"/>
                </a:lnTo>
                <a:lnTo>
                  <a:pt x="3325" y="439"/>
                </a:lnTo>
                <a:lnTo>
                  <a:pt x="3326" y="439"/>
                </a:lnTo>
                <a:lnTo>
                  <a:pt x="3326" y="439"/>
                </a:lnTo>
                <a:lnTo>
                  <a:pt x="3327" y="439"/>
                </a:lnTo>
                <a:lnTo>
                  <a:pt x="3327" y="439"/>
                </a:lnTo>
                <a:lnTo>
                  <a:pt x="3328" y="439"/>
                </a:lnTo>
                <a:lnTo>
                  <a:pt x="3328" y="439"/>
                </a:lnTo>
                <a:lnTo>
                  <a:pt x="3328" y="439"/>
                </a:lnTo>
                <a:lnTo>
                  <a:pt x="3329" y="440"/>
                </a:lnTo>
                <a:lnTo>
                  <a:pt x="3330" y="439"/>
                </a:lnTo>
                <a:lnTo>
                  <a:pt x="3330" y="439"/>
                </a:lnTo>
                <a:lnTo>
                  <a:pt x="3330" y="439"/>
                </a:lnTo>
                <a:lnTo>
                  <a:pt x="3331" y="440"/>
                </a:lnTo>
                <a:lnTo>
                  <a:pt x="3332" y="439"/>
                </a:lnTo>
                <a:lnTo>
                  <a:pt x="3332" y="439"/>
                </a:lnTo>
                <a:lnTo>
                  <a:pt x="3332" y="439"/>
                </a:lnTo>
                <a:lnTo>
                  <a:pt x="3334" y="440"/>
                </a:lnTo>
                <a:lnTo>
                  <a:pt x="3334" y="440"/>
                </a:lnTo>
                <a:lnTo>
                  <a:pt x="3334" y="440"/>
                </a:lnTo>
                <a:lnTo>
                  <a:pt x="3334" y="440"/>
                </a:lnTo>
                <a:lnTo>
                  <a:pt x="3335" y="439"/>
                </a:lnTo>
                <a:lnTo>
                  <a:pt x="3336" y="439"/>
                </a:lnTo>
                <a:lnTo>
                  <a:pt x="3336" y="439"/>
                </a:lnTo>
                <a:lnTo>
                  <a:pt x="3336" y="439"/>
                </a:lnTo>
                <a:lnTo>
                  <a:pt x="3338" y="440"/>
                </a:lnTo>
                <a:lnTo>
                  <a:pt x="3338" y="440"/>
                </a:lnTo>
                <a:lnTo>
                  <a:pt x="3339" y="439"/>
                </a:lnTo>
                <a:lnTo>
                  <a:pt x="3340" y="440"/>
                </a:lnTo>
                <a:lnTo>
                  <a:pt x="3340" y="440"/>
                </a:lnTo>
                <a:lnTo>
                  <a:pt x="3341" y="439"/>
                </a:lnTo>
                <a:lnTo>
                  <a:pt x="3342" y="440"/>
                </a:lnTo>
                <a:lnTo>
                  <a:pt x="3342" y="440"/>
                </a:lnTo>
                <a:lnTo>
                  <a:pt x="3342" y="440"/>
                </a:lnTo>
                <a:lnTo>
                  <a:pt x="3344" y="439"/>
                </a:lnTo>
                <a:lnTo>
                  <a:pt x="3344" y="439"/>
                </a:lnTo>
                <a:lnTo>
                  <a:pt x="3344" y="440"/>
                </a:lnTo>
                <a:lnTo>
                  <a:pt x="3345" y="440"/>
                </a:lnTo>
                <a:lnTo>
                  <a:pt x="3345" y="439"/>
                </a:lnTo>
                <a:lnTo>
                  <a:pt x="3346" y="439"/>
                </a:lnTo>
                <a:lnTo>
                  <a:pt x="3346" y="439"/>
                </a:lnTo>
                <a:lnTo>
                  <a:pt x="3346" y="440"/>
                </a:lnTo>
                <a:lnTo>
                  <a:pt x="3348" y="440"/>
                </a:lnTo>
                <a:lnTo>
                  <a:pt x="3348" y="440"/>
                </a:lnTo>
                <a:lnTo>
                  <a:pt x="3350" y="439"/>
                </a:lnTo>
                <a:lnTo>
                  <a:pt x="3350" y="439"/>
                </a:lnTo>
                <a:lnTo>
                  <a:pt x="3350" y="439"/>
                </a:lnTo>
                <a:lnTo>
                  <a:pt x="3350" y="439"/>
                </a:lnTo>
                <a:lnTo>
                  <a:pt x="3351" y="439"/>
                </a:lnTo>
                <a:lnTo>
                  <a:pt x="3352" y="439"/>
                </a:lnTo>
                <a:lnTo>
                  <a:pt x="3352" y="439"/>
                </a:lnTo>
                <a:lnTo>
                  <a:pt x="3354" y="439"/>
                </a:lnTo>
                <a:lnTo>
                  <a:pt x="3354" y="439"/>
                </a:lnTo>
                <a:lnTo>
                  <a:pt x="3354" y="439"/>
                </a:lnTo>
                <a:lnTo>
                  <a:pt x="3356" y="439"/>
                </a:lnTo>
                <a:lnTo>
                  <a:pt x="3356" y="439"/>
                </a:lnTo>
                <a:lnTo>
                  <a:pt x="3357" y="440"/>
                </a:lnTo>
                <a:lnTo>
                  <a:pt x="3358" y="440"/>
                </a:lnTo>
                <a:lnTo>
                  <a:pt x="3358" y="440"/>
                </a:lnTo>
                <a:lnTo>
                  <a:pt x="3358" y="440"/>
                </a:lnTo>
                <a:lnTo>
                  <a:pt x="3359" y="439"/>
                </a:lnTo>
                <a:lnTo>
                  <a:pt x="3360" y="439"/>
                </a:lnTo>
                <a:lnTo>
                  <a:pt x="3360" y="440"/>
                </a:lnTo>
                <a:lnTo>
                  <a:pt x="3360" y="440"/>
                </a:lnTo>
                <a:lnTo>
                  <a:pt x="3361" y="439"/>
                </a:lnTo>
                <a:lnTo>
                  <a:pt x="3362" y="439"/>
                </a:lnTo>
                <a:lnTo>
                  <a:pt x="3362" y="439"/>
                </a:lnTo>
                <a:lnTo>
                  <a:pt x="3363" y="439"/>
                </a:lnTo>
                <a:lnTo>
                  <a:pt x="3364" y="439"/>
                </a:lnTo>
                <a:lnTo>
                  <a:pt x="3364" y="439"/>
                </a:lnTo>
                <a:lnTo>
                  <a:pt x="3365" y="440"/>
                </a:lnTo>
                <a:lnTo>
                  <a:pt x="3366" y="440"/>
                </a:lnTo>
                <a:lnTo>
                  <a:pt x="3366" y="440"/>
                </a:lnTo>
                <a:lnTo>
                  <a:pt x="3367" y="439"/>
                </a:lnTo>
                <a:lnTo>
                  <a:pt x="3368" y="440"/>
                </a:lnTo>
                <a:lnTo>
                  <a:pt x="3368" y="440"/>
                </a:lnTo>
                <a:lnTo>
                  <a:pt x="3369" y="441"/>
                </a:lnTo>
                <a:lnTo>
                  <a:pt x="3370" y="440"/>
                </a:lnTo>
                <a:lnTo>
                  <a:pt x="3370" y="440"/>
                </a:lnTo>
                <a:lnTo>
                  <a:pt x="3372" y="439"/>
                </a:lnTo>
                <a:lnTo>
                  <a:pt x="3372" y="439"/>
                </a:lnTo>
                <a:lnTo>
                  <a:pt x="3373" y="440"/>
                </a:lnTo>
                <a:lnTo>
                  <a:pt x="3374" y="439"/>
                </a:lnTo>
                <a:lnTo>
                  <a:pt x="3374" y="439"/>
                </a:lnTo>
                <a:lnTo>
                  <a:pt x="3374" y="439"/>
                </a:lnTo>
                <a:lnTo>
                  <a:pt x="3375" y="440"/>
                </a:lnTo>
                <a:lnTo>
                  <a:pt x="3376" y="439"/>
                </a:lnTo>
                <a:lnTo>
                  <a:pt x="3376" y="439"/>
                </a:lnTo>
                <a:lnTo>
                  <a:pt x="3378" y="439"/>
                </a:lnTo>
                <a:lnTo>
                  <a:pt x="3378" y="439"/>
                </a:lnTo>
                <a:lnTo>
                  <a:pt x="3380" y="439"/>
                </a:lnTo>
                <a:lnTo>
                  <a:pt x="3380" y="439"/>
                </a:lnTo>
                <a:lnTo>
                  <a:pt x="3381" y="439"/>
                </a:lnTo>
                <a:lnTo>
                  <a:pt x="3382" y="440"/>
                </a:lnTo>
                <a:lnTo>
                  <a:pt x="3382" y="439"/>
                </a:lnTo>
                <a:lnTo>
                  <a:pt x="3382" y="439"/>
                </a:lnTo>
                <a:lnTo>
                  <a:pt x="3382" y="439"/>
                </a:lnTo>
                <a:lnTo>
                  <a:pt x="3384" y="440"/>
                </a:lnTo>
                <a:lnTo>
                  <a:pt x="3384" y="440"/>
                </a:lnTo>
                <a:lnTo>
                  <a:pt x="3384" y="440"/>
                </a:lnTo>
                <a:lnTo>
                  <a:pt x="3385" y="440"/>
                </a:lnTo>
                <a:lnTo>
                  <a:pt x="3385" y="440"/>
                </a:lnTo>
                <a:lnTo>
                  <a:pt x="3386" y="440"/>
                </a:lnTo>
                <a:lnTo>
                  <a:pt x="3386" y="440"/>
                </a:lnTo>
                <a:lnTo>
                  <a:pt x="3387" y="439"/>
                </a:lnTo>
                <a:lnTo>
                  <a:pt x="3388" y="440"/>
                </a:lnTo>
                <a:lnTo>
                  <a:pt x="3388" y="440"/>
                </a:lnTo>
                <a:lnTo>
                  <a:pt x="3388" y="440"/>
                </a:lnTo>
                <a:lnTo>
                  <a:pt x="3389" y="439"/>
                </a:lnTo>
                <a:lnTo>
                  <a:pt x="3390" y="439"/>
                </a:lnTo>
                <a:lnTo>
                  <a:pt x="3390" y="439"/>
                </a:lnTo>
                <a:lnTo>
                  <a:pt x="3390" y="439"/>
                </a:lnTo>
                <a:lnTo>
                  <a:pt x="3392" y="439"/>
                </a:lnTo>
                <a:lnTo>
                  <a:pt x="3392" y="439"/>
                </a:lnTo>
                <a:lnTo>
                  <a:pt x="3393" y="439"/>
                </a:lnTo>
                <a:lnTo>
                  <a:pt x="3394" y="439"/>
                </a:lnTo>
                <a:lnTo>
                  <a:pt x="3394" y="439"/>
                </a:lnTo>
                <a:lnTo>
                  <a:pt x="3394" y="440"/>
                </a:lnTo>
                <a:lnTo>
                  <a:pt x="3394" y="440"/>
                </a:lnTo>
                <a:lnTo>
                  <a:pt x="3396" y="439"/>
                </a:lnTo>
                <a:lnTo>
                  <a:pt x="3396" y="439"/>
                </a:lnTo>
                <a:lnTo>
                  <a:pt x="3396" y="440"/>
                </a:lnTo>
                <a:lnTo>
                  <a:pt x="3397" y="439"/>
                </a:lnTo>
                <a:lnTo>
                  <a:pt x="3398" y="439"/>
                </a:lnTo>
                <a:lnTo>
                  <a:pt x="3398" y="439"/>
                </a:lnTo>
                <a:lnTo>
                  <a:pt x="3399" y="439"/>
                </a:lnTo>
                <a:lnTo>
                  <a:pt x="3400" y="439"/>
                </a:lnTo>
                <a:lnTo>
                  <a:pt x="3400" y="439"/>
                </a:lnTo>
                <a:lnTo>
                  <a:pt x="3400" y="439"/>
                </a:lnTo>
                <a:lnTo>
                  <a:pt x="3400" y="439"/>
                </a:lnTo>
                <a:lnTo>
                  <a:pt x="3402" y="439"/>
                </a:lnTo>
                <a:lnTo>
                  <a:pt x="3402" y="439"/>
                </a:lnTo>
                <a:lnTo>
                  <a:pt x="3404" y="439"/>
                </a:lnTo>
                <a:lnTo>
                  <a:pt x="3404" y="439"/>
                </a:lnTo>
                <a:lnTo>
                  <a:pt x="3406" y="440"/>
                </a:lnTo>
                <a:lnTo>
                  <a:pt x="3406" y="440"/>
                </a:lnTo>
                <a:lnTo>
                  <a:pt x="3406" y="440"/>
                </a:lnTo>
                <a:lnTo>
                  <a:pt x="3406" y="440"/>
                </a:lnTo>
                <a:lnTo>
                  <a:pt x="3408" y="439"/>
                </a:lnTo>
                <a:lnTo>
                  <a:pt x="3408" y="439"/>
                </a:lnTo>
                <a:lnTo>
                  <a:pt x="3408" y="439"/>
                </a:lnTo>
                <a:lnTo>
                  <a:pt x="3409" y="439"/>
                </a:lnTo>
                <a:lnTo>
                  <a:pt x="3410" y="439"/>
                </a:lnTo>
                <a:lnTo>
                  <a:pt x="3410" y="440"/>
                </a:lnTo>
                <a:lnTo>
                  <a:pt x="3410" y="440"/>
                </a:lnTo>
                <a:lnTo>
                  <a:pt x="3411" y="439"/>
                </a:lnTo>
                <a:lnTo>
                  <a:pt x="3412" y="439"/>
                </a:lnTo>
                <a:lnTo>
                  <a:pt x="3412" y="439"/>
                </a:lnTo>
                <a:lnTo>
                  <a:pt x="3413" y="439"/>
                </a:lnTo>
                <a:lnTo>
                  <a:pt x="3414" y="440"/>
                </a:lnTo>
                <a:lnTo>
                  <a:pt x="3414" y="440"/>
                </a:lnTo>
                <a:lnTo>
                  <a:pt x="3416" y="440"/>
                </a:lnTo>
                <a:lnTo>
                  <a:pt x="3416" y="439"/>
                </a:lnTo>
                <a:lnTo>
                  <a:pt x="3417" y="440"/>
                </a:lnTo>
                <a:lnTo>
                  <a:pt x="3418" y="439"/>
                </a:lnTo>
                <a:lnTo>
                  <a:pt x="3418" y="439"/>
                </a:lnTo>
                <a:lnTo>
                  <a:pt x="3418" y="439"/>
                </a:lnTo>
                <a:lnTo>
                  <a:pt x="3420" y="439"/>
                </a:lnTo>
                <a:lnTo>
                  <a:pt x="3420" y="439"/>
                </a:lnTo>
                <a:lnTo>
                  <a:pt x="3420" y="439"/>
                </a:lnTo>
                <a:lnTo>
                  <a:pt x="3420" y="439"/>
                </a:lnTo>
                <a:lnTo>
                  <a:pt x="3421" y="439"/>
                </a:lnTo>
                <a:lnTo>
                  <a:pt x="3422" y="439"/>
                </a:lnTo>
                <a:lnTo>
                  <a:pt x="3422" y="439"/>
                </a:lnTo>
                <a:lnTo>
                  <a:pt x="3422" y="439"/>
                </a:lnTo>
                <a:lnTo>
                  <a:pt x="3423" y="439"/>
                </a:lnTo>
                <a:lnTo>
                  <a:pt x="3424" y="439"/>
                </a:lnTo>
                <a:lnTo>
                  <a:pt x="3424" y="439"/>
                </a:lnTo>
                <a:lnTo>
                  <a:pt x="3424" y="439"/>
                </a:lnTo>
                <a:lnTo>
                  <a:pt x="3426" y="439"/>
                </a:lnTo>
                <a:lnTo>
                  <a:pt x="3426" y="439"/>
                </a:lnTo>
                <a:lnTo>
                  <a:pt x="3426" y="439"/>
                </a:lnTo>
                <a:lnTo>
                  <a:pt x="3426" y="439"/>
                </a:lnTo>
                <a:lnTo>
                  <a:pt x="3427" y="439"/>
                </a:lnTo>
                <a:lnTo>
                  <a:pt x="3428" y="439"/>
                </a:lnTo>
                <a:lnTo>
                  <a:pt x="3428" y="439"/>
                </a:lnTo>
                <a:lnTo>
                  <a:pt x="3429" y="439"/>
                </a:lnTo>
                <a:lnTo>
                  <a:pt x="3430" y="440"/>
                </a:lnTo>
                <a:lnTo>
                  <a:pt x="3430" y="440"/>
                </a:lnTo>
                <a:lnTo>
                  <a:pt x="3431" y="440"/>
                </a:lnTo>
                <a:lnTo>
                  <a:pt x="3432" y="440"/>
                </a:lnTo>
                <a:lnTo>
                  <a:pt x="3432" y="440"/>
                </a:lnTo>
                <a:lnTo>
                  <a:pt x="3432" y="440"/>
                </a:lnTo>
                <a:lnTo>
                  <a:pt x="3433" y="440"/>
                </a:lnTo>
                <a:lnTo>
                  <a:pt x="3434" y="440"/>
                </a:lnTo>
                <a:lnTo>
                  <a:pt x="3434" y="440"/>
                </a:lnTo>
                <a:lnTo>
                  <a:pt x="3434" y="440"/>
                </a:lnTo>
                <a:lnTo>
                  <a:pt x="3435" y="439"/>
                </a:lnTo>
                <a:lnTo>
                  <a:pt x="3436" y="439"/>
                </a:lnTo>
                <a:lnTo>
                  <a:pt x="3436" y="439"/>
                </a:lnTo>
                <a:lnTo>
                  <a:pt x="3437" y="440"/>
                </a:lnTo>
                <a:lnTo>
                  <a:pt x="3438" y="439"/>
                </a:lnTo>
                <a:lnTo>
                  <a:pt x="3438" y="439"/>
                </a:lnTo>
                <a:lnTo>
                  <a:pt x="3438" y="439"/>
                </a:lnTo>
                <a:lnTo>
                  <a:pt x="3440" y="440"/>
                </a:lnTo>
                <a:lnTo>
                  <a:pt x="3440" y="440"/>
                </a:lnTo>
                <a:lnTo>
                  <a:pt x="3441" y="440"/>
                </a:lnTo>
                <a:lnTo>
                  <a:pt x="3442" y="440"/>
                </a:lnTo>
                <a:lnTo>
                  <a:pt x="3442" y="440"/>
                </a:lnTo>
                <a:lnTo>
                  <a:pt x="3442" y="440"/>
                </a:lnTo>
                <a:lnTo>
                  <a:pt x="3442" y="440"/>
                </a:lnTo>
                <a:lnTo>
                  <a:pt x="3443" y="440"/>
                </a:lnTo>
                <a:lnTo>
                  <a:pt x="3444" y="440"/>
                </a:lnTo>
                <a:lnTo>
                  <a:pt x="3444" y="440"/>
                </a:lnTo>
                <a:lnTo>
                  <a:pt x="3445" y="440"/>
                </a:lnTo>
                <a:lnTo>
                  <a:pt x="3446" y="440"/>
                </a:lnTo>
                <a:lnTo>
                  <a:pt x="3446" y="440"/>
                </a:lnTo>
                <a:lnTo>
                  <a:pt x="3447" y="439"/>
                </a:lnTo>
                <a:lnTo>
                  <a:pt x="3448" y="439"/>
                </a:lnTo>
                <a:lnTo>
                  <a:pt x="3448" y="439"/>
                </a:lnTo>
                <a:lnTo>
                  <a:pt x="3450" y="439"/>
                </a:lnTo>
                <a:lnTo>
                  <a:pt x="3450" y="439"/>
                </a:lnTo>
                <a:lnTo>
                  <a:pt x="3450" y="439"/>
                </a:lnTo>
                <a:lnTo>
                  <a:pt x="3452" y="440"/>
                </a:lnTo>
                <a:lnTo>
                  <a:pt x="3452" y="439"/>
                </a:lnTo>
                <a:lnTo>
                  <a:pt x="3453" y="440"/>
                </a:lnTo>
                <a:lnTo>
                  <a:pt x="3454" y="439"/>
                </a:lnTo>
                <a:lnTo>
                  <a:pt x="3454" y="439"/>
                </a:lnTo>
                <a:lnTo>
                  <a:pt x="3454" y="439"/>
                </a:lnTo>
                <a:lnTo>
                  <a:pt x="3455" y="439"/>
                </a:lnTo>
                <a:lnTo>
                  <a:pt x="3456" y="439"/>
                </a:lnTo>
                <a:lnTo>
                  <a:pt x="3456" y="439"/>
                </a:lnTo>
                <a:lnTo>
                  <a:pt x="3457" y="439"/>
                </a:lnTo>
                <a:lnTo>
                  <a:pt x="3458" y="439"/>
                </a:lnTo>
                <a:lnTo>
                  <a:pt x="3458" y="439"/>
                </a:lnTo>
                <a:lnTo>
                  <a:pt x="3459" y="439"/>
                </a:lnTo>
                <a:lnTo>
                  <a:pt x="3460" y="439"/>
                </a:lnTo>
                <a:lnTo>
                  <a:pt x="3460" y="439"/>
                </a:lnTo>
                <a:lnTo>
                  <a:pt x="3460" y="439"/>
                </a:lnTo>
                <a:lnTo>
                  <a:pt x="3461" y="439"/>
                </a:lnTo>
                <a:lnTo>
                  <a:pt x="3462" y="439"/>
                </a:lnTo>
                <a:lnTo>
                  <a:pt x="3462" y="439"/>
                </a:lnTo>
                <a:lnTo>
                  <a:pt x="3462" y="439"/>
                </a:lnTo>
                <a:lnTo>
                  <a:pt x="3463" y="439"/>
                </a:lnTo>
                <a:lnTo>
                  <a:pt x="3464" y="439"/>
                </a:lnTo>
                <a:lnTo>
                  <a:pt x="3464" y="439"/>
                </a:lnTo>
                <a:lnTo>
                  <a:pt x="3464" y="439"/>
                </a:lnTo>
                <a:lnTo>
                  <a:pt x="3466" y="439"/>
                </a:lnTo>
                <a:lnTo>
                  <a:pt x="3466" y="439"/>
                </a:lnTo>
                <a:lnTo>
                  <a:pt x="3466" y="439"/>
                </a:lnTo>
                <a:lnTo>
                  <a:pt x="3468" y="440"/>
                </a:lnTo>
                <a:lnTo>
                  <a:pt x="3468" y="440"/>
                </a:lnTo>
                <a:lnTo>
                  <a:pt x="3469" y="440"/>
                </a:lnTo>
                <a:lnTo>
                  <a:pt x="3469" y="440"/>
                </a:lnTo>
                <a:lnTo>
                  <a:pt x="3470" y="440"/>
                </a:lnTo>
                <a:lnTo>
                  <a:pt x="3470" y="440"/>
                </a:lnTo>
                <a:lnTo>
                  <a:pt x="3470" y="440"/>
                </a:lnTo>
                <a:lnTo>
                  <a:pt x="3471" y="439"/>
                </a:lnTo>
                <a:lnTo>
                  <a:pt x="3472" y="439"/>
                </a:lnTo>
                <a:lnTo>
                  <a:pt x="3472" y="439"/>
                </a:lnTo>
                <a:lnTo>
                  <a:pt x="3472" y="439"/>
                </a:lnTo>
                <a:lnTo>
                  <a:pt x="3474" y="440"/>
                </a:lnTo>
                <a:lnTo>
                  <a:pt x="3474" y="440"/>
                </a:lnTo>
                <a:lnTo>
                  <a:pt x="3475" y="440"/>
                </a:lnTo>
                <a:lnTo>
                  <a:pt x="3476" y="439"/>
                </a:lnTo>
                <a:lnTo>
                  <a:pt x="3476" y="439"/>
                </a:lnTo>
                <a:lnTo>
                  <a:pt x="3477" y="438"/>
                </a:lnTo>
                <a:lnTo>
                  <a:pt x="3478" y="438"/>
                </a:lnTo>
                <a:lnTo>
                  <a:pt x="3478" y="438"/>
                </a:lnTo>
                <a:lnTo>
                  <a:pt x="3478" y="438"/>
                </a:lnTo>
                <a:lnTo>
                  <a:pt x="3480" y="439"/>
                </a:lnTo>
                <a:lnTo>
                  <a:pt x="3480" y="439"/>
                </a:lnTo>
                <a:lnTo>
                  <a:pt x="3481" y="439"/>
                </a:lnTo>
                <a:lnTo>
                  <a:pt x="3482" y="439"/>
                </a:lnTo>
                <a:lnTo>
                  <a:pt x="3482" y="439"/>
                </a:lnTo>
                <a:lnTo>
                  <a:pt x="3483" y="439"/>
                </a:lnTo>
                <a:lnTo>
                  <a:pt x="3484" y="439"/>
                </a:lnTo>
                <a:lnTo>
                  <a:pt x="3484" y="439"/>
                </a:lnTo>
                <a:lnTo>
                  <a:pt x="3485" y="439"/>
                </a:lnTo>
                <a:lnTo>
                  <a:pt x="3486" y="439"/>
                </a:lnTo>
                <a:lnTo>
                  <a:pt x="3486" y="439"/>
                </a:lnTo>
                <a:lnTo>
                  <a:pt x="3487" y="440"/>
                </a:lnTo>
                <a:lnTo>
                  <a:pt x="3488" y="440"/>
                </a:lnTo>
                <a:lnTo>
                  <a:pt x="3488" y="440"/>
                </a:lnTo>
                <a:lnTo>
                  <a:pt x="3489" y="440"/>
                </a:lnTo>
                <a:lnTo>
                  <a:pt x="3490" y="440"/>
                </a:lnTo>
                <a:lnTo>
                  <a:pt x="3490" y="440"/>
                </a:lnTo>
                <a:lnTo>
                  <a:pt x="3492" y="441"/>
                </a:lnTo>
                <a:lnTo>
                  <a:pt x="3492" y="441"/>
                </a:lnTo>
                <a:lnTo>
                  <a:pt x="3492" y="440"/>
                </a:lnTo>
                <a:lnTo>
                  <a:pt x="3492" y="440"/>
                </a:lnTo>
                <a:lnTo>
                  <a:pt x="3494" y="440"/>
                </a:lnTo>
                <a:lnTo>
                  <a:pt x="3494" y="439"/>
                </a:lnTo>
                <a:lnTo>
                  <a:pt x="3495" y="439"/>
                </a:lnTo>
                <a:lnTo>
                  <a:pt x="3496" y="440"/>
                </a:lnTo>
                <a:lnTo>
                  <a:pt x="3496" y="440"/>
                </a:lnTo>
                <a:lnTo>
                  <a:pt x="3497" y="439"/>
                </a:lnTo>
                <a:lnTo>
                  <a:pt x="3497" y="440"/>
                </a:lnTo>
                <a:lnTo>
                  <a:pt x="3498" y="440"/>
                </a:lnTo>
                <a:lnTo>
                  <a:pt x="3498" y="440"/>
                </a:lnTo>
                <a:lnTo>
                  <a:pt x="3498" y="440"/>
                </a:lnTo>
                <a:lnTo>
                  <a:pt x="3499" y="440"/>
                </a:lnTo>
                <a:lnTo>
                  <a:pt x="3500" y="440"/>
                </a:lnTo>
                <a:lnTo>
                  <a:pt x="3500" y="440"/>
                </a:lnTo>
                <a:lnTo>
                  <a:pt x="3500" y="440"/>
                </a:lnTo>
                <a:lnTo>
                  <a:pt x="3502" y="439"/>
                </a:lnTo>
                <a:lnTo>
                  <a:pt x="3502" y="439"/>
                </a:lnTo>
                <a:lnTo>
                  <a:pt x="3503" y="439"/>
                </a:lnTo>
                <a:lnTo>
                  <a:pt x="3504" y="439"/>
                </a:lnTo>
                <a:lnTo>
                  <a:pt x="3504" y="439"/>
                </a:lnTo>
                <a:lnTo>
                  <a:pt x="3504" y="439"/>
                </a:lnTo>
                <a:lnTo>
                  <a:pt x="3506" y="440"/>
                </a:lnTo>
                <a:lnTo>
                  <a:pt x="3506" y="440"/>
                </a:lnTo>
                <a:lnTo>
                  <a:pt x="3507" y="439"/>
                </a:lnTo>
                <a:lnTo>
                  <a:pt x="3508" y="439"/>
                </a:lnTo>
                <a:lnTo>
                  <a:pt x="3508" y="439"/>
                </a:lnTo>
                <a:lnTo>
                  <a:pt x="3510" y="440"/>
                </a:lnTo>
                <a:lnTo>
                  <a:pt x="3510" y="440"/>
                </a:lnTo>
                <a:lnTo>
                  <a:pt x="3510" y="440"/>
                </a:lnTo>
                <a:lnTo>
                  <a:pt x="3510" y="440"/>
                </a:lnTo>
                <a:lnTo>
                  <a:pt x="3512" y="440"/>
                </a:lnTo>
                <a:lnTo>
                  <a:pt x="3512" y="440"/>
                </a:lnTo>
                <a:lnTo>
                  <a:pt x="3512" y="440"/>
                </a:lnTo>
                <a:lnTo>
                  <a:pt x="3512" y="440"/>
                </a:lnTo>
                <a:lnTo>
                  <a:pt x="3514" y="440"/>
                </a:lnTo>
                <a:lnTo>
                  <a:pt x="3514" y="440"/>
                </a:lnTo>
                <a:lnTo>
                  <a:pt x="3514" y="440"/>
                </a:lnTo>
                <a:lnTo>
                  <a:pt x="3515" y="439"/>
                </a:lnTo>
                <a:lnTo>
                  <a:pt x="3516" y="439"/>
                </a:lnTo>
                <a:lnTo>
                  <a:pt x="3516" y="439"/>
                </a:lnTo>
                <a:lnTo>
                  <a:pt x="3516" y="439"/>
                </a:lnTo>
                <a:lnTo>
                  <a:pt x="3517" y="440"/>
                </a:lnTo>
                <a:lnTo>
                  <a:pt x="3518" y="439"/>
                </a:lnTo>
                <a:lnTo>
                  <a:pt x="3518" y="439"/>
                </a:lnTo>
                <a:lnTo>
                  <a:pt x="3519" y="439"/>
                </a:lnTo>
                <a:lnTo>
                  <a:pt x="3520" y="439"/>
                </a:lnTo>
                <a:lnTo>
                  <a:pt x="3520" y="439"/>
                </a:lnTo>
                <a:lnTo>
                  <a:pt x="3522" y="440"/>
                </a:lnTo>
                <a:lnTo>
                  <a:pt x="3522" y="440"/>
                </a:lnTo>
                <a:lnTo>
                  <a:pt x="3522" y="440"/>
                </a:lnTo>
                <a:lnTo>
                  <a:pt x="3524" y="439"/>
                </a:lnTo>
                <a:lnTo>
                  <a:pt x="3524" y="439"/>
                </a:lnTo>
                <a:lnTo>
                  <a:pt x="3524" y="439"/>
                </a:lnTo>
                <a:lnTo>
                  <a:pt x="3525" y="439"/>
                </a:lnTo>
                <a:lnTo>
                  <a:pt x="3526" y="439"/>
                </a:lnTo>
                <a:lnTo>
                  <a:pt x="3526" y="439"/>
                </a:lnTo>
                <a:lnTo>
                  <a:pt x="3527" y="439"/>
                </a:lnTo>
                <a:lnTo>
                  <a:pt x="3528" y="439"/>
                </a:lnTo>
                <a:lnTo>
                  <a:pt x="3528" y="439"/>
                </a:lnTo>
                <a:lnTo>
                  <a:pt x="3529" y="440"/>
                </a:lnTo>
                <a:lnTo>
                  <a:pt x="3529" y="439"/>
                </a:lnTo>
                <a:lnTo>
                  <a:pt x="3530" y="440"/>
                </a:lnTo>
                <a:lnTo>
                  <a:pt x="3530" y="440"/>
                </a:lnTo>
                <a:lnTo>
                  <a:pt x="3531" y="439"/>
                </a:lnTo>
                <a:lnTo>
                  <a:pt x="3532" y="439"/>
                </a:lnTo>
                <a:lnTo>
                  <a:pt x="3532" y="439"/>
                </a:lnTo>
                <a:lnTo>
                  <a:pt x="3533" y="439"/>
                </a:lnTo>
                <a:lnTo>
                  <a:pt x="3534" y="440"/>
                </a:lnTo>
                <a:lnTo>
                  <a:pt x="3534" y="439"/>
                </a:lnTo>
                <a:lnTo>
                  <a:pt x="3534" y="440"/>
                </a:lnTo>
                <a:lnTo>
                  <a:pt x="3534" y="439"/>
                </a:lnTo>
                <a:lnTo>
                  <a:pt x="3535" y="440"/>
                </a:lnTo>
                <a:lnTo>
                  <a:pt x="3536" y="439"/>
                </a:lnTo>
                <a:lnTo>
                  <a:pt x="3536" y="440"/>
                </a:lnTo>
                <a:lnTo>
                  <a:pt x="3537" y="440"/>
                </a:lnTo>
                <a:lnTo>
                  <a:pt x="3538" y="440"/>
                </a:lnTo>
                <a:lnTo>
                  <a:pt x="3538" y="440"/>
                </a:lnTo>
                <a:lnTo>
                  <a:pt x="3539" y="440"/>
                </a:lnTo>
                <a:lnTo>
                  <a:pt x="3540" y="440"/>
                </a:lnTo>
                <a:lnTo>
                  <a:pt x="3540" y="440"/>
                </a:lnTo>
                <a:lnTo>
                  <a:pt x="3540" y="440"/>
                </a:lnTo>
                <a:lnTo>
                  <a:pt x="3542" y="439"/>
                </a:lnTo>
                <a:lnTo>
                  <a:pt x="3542" y="439"/>
                </a:lnTo>
                <a:lnTo>
                  <a:pt x="3543" y="439"/>
                </a:lnTo>
                <a:lnTo>
                  <a:pt x="3543" y="439"/>
                </a:lnTo>
                <a:lnTo>
                  <a:pt x="3544" y="439"/>
                </a:lnTo>
                <a:lnTo>
                  <a:pt x="3544" y="439"/>
                </a:lnTo>
                <a:lnTo>
                  <a:pt x="3545" y="440"/>
                </a:lnTo>
                <a:lnTo>
                  <a:pt x="3546" y="440"/>
                </a:lnTo>
                <a:lnTo>
                  <a:pt x="3546" y="440"/>
                </a:lnTo>
                <a:lnTo>
                  <a:pt x="3546" y="440"/>
                </a:lnTo>
                <a:lnTo>
                  <a:pt x="3548" y="439"/>
                </a:lnTo>
                <a:lnTo>
                  <a:pt x="3548" y="439"/>
                </a:lnTo>
                <a:lnTo>
                  <a:pt x="3550" y="439"/>
                </a:lnTo>
                <a:lnTo>
                  <a:pt x="3550" y="439"/>
                </a:lnTo>
                <a:lnTo>
                  <a:pt x="3551" y="439"/>
                </a:lnTo>
                <a:lnTo>
                  <a:pt x="3552" y="439"/>
                </a:lnTo>
                <a:lnTo>
                  <a:pt x="3552" y="439"/>
                </a:lnTo>
                <a:lnTo>
                  <a:pt x="3552" y="439"/>
                </a:lnTo>
                <a:lnTo>
                  <a:pt x="3554" y="440"/>
                </a:lnTo>
                <a:lnTo>
                  <a:pt x="3554" y="440"/>
                </a:lnTo>
                <a:lnTo>
                  <a:pt x="3554" y="440"/>
                </a:lnTo>
                <a:lnTo>
                  <a:pt x="3555" y="440"/>
                </a:lnTo>
                <a:lnTo>
                  <a:pt x="3556" y="439"/>
                </a:lnTo>
                <a:lnTo>
                  <a:pt x="3556" y="439"/>
                </a:lnTo>
                <a:lnTo>
                  <a:pt x="3558" y="439"/>
                </a:lnTo>
                <a:lnTo>
                  <a:pt x="3558" y="439"/>
                </a:lnTo>
                <a:lnTo>
                  <a:pt x="3558" y="439"/>
                </a:lnTo>
                <a:lnTo>
                  <a:pt x="3558" y="440"/>
                </a:lnTo>
                <a:lnTo>
                  <a:pt x="3560" y="439"/>
                </a:lnTo>
                <a:lnTo>
                  <a:pt x="3560" y="439"/>
                </a:lnTo>
                <a:lnTo>
                  <a:pt x="3560" y="439"/>
                </a:lnTo>
                <a:lnTo>
                  <a:pt x="3562" y="440"/>
                </a:lnTo>
                <a:lnTo>
                  <a:pt x="3562" y="440"/>
                </a:lnTo>
                <a:lnTo>
                  <a:pt x="3563" y="440"/>
                </a:lnTo>
                <a:lnTo>
                  <a:pt x="3563" y="440"/>
                </a:lnTo>
                <a:lnTo>
                  <a:pt x="3564" y="440"/>
                </a:lnTo>
                <a:lnTo>
                  <a:pt x="3564" y="440"/>
                </a:lnTo>
                <a:lnTo>
                  <a:pt x="3566" y="440"/>
                </a:lnTo>
                <a:lnTo>
                  <a:pt x="3566" y="440"/>
                </a:lnTo>
                <a:lnTo>
                  <a:pt x="3566" y="440"/>
                </a:lnTo>
                <a:lnTo>
                  <a:pt x="3566" y="440"/>
                </a:lnTo>
                <a:lnTo>
                  <a:pt x="3568" y="439"/>
                </a:lnTo>
                <a:lnTo>
                  <a:pt x="3568" y="439"/>
                </a:lnTo>
                <a:lnTo>
                  <a:pt x="3568" y="439"/>
                </a:lnTo>
                <a:lnTo>
                  <a:pt x="3569" y="439"/>
                </a:lnTo>
                <a:lnTo>
                  <a:pt x="3570" y="439"/>
                </a:lnTo>
                <a:lnTo>
                  <a:pt x="3570" y="439"/>
                </a:lnTo>
                <a:lnTo>
                  <a:pt x="3571" y="439"/>
                </a:lnTo>
                <a:lnTo>
                  <a:pt x="3572" y="440"/>
                </a:lnTo>
                <a:lnTo>
                  <a:pt x="3572" y="440"/>
                </a:lnTo>
                <a:lnTo>
                  <a:pt x="3573" y="439"/>
                </a:lnTo>
                <a:lnTo>
                  <a:pt x="3574" y="440"/>
                </a:lnTo>
                <a:lnTo>
                  <a:pt x="3574" y="440"/>
                </a:lnTo>
                <a:lnTo>
                  <a:pt x="3574" y="440"/>
                </a:lnTo>
                <a:lnTo>
                  <a:pt x="3575" y="439"/>
                </a:lnTo>
                <a:lnTo>
                  <a:pt x="3576" y="439"/>
                </a:lnTo>
                <a:lnTo>
                  <a:pt x="3576" y="439"/>
                </a:lnTo>
                <a:lnTo>
                  <a:pt x="3577" y="439"/>
                </a:lnTo>
                <a:lnTo>
                  <a:pt x="3578" y="439"/>
                </a:lnTo>
                <a:lnTo>
                  <a:pt x="3578" y="440"/>
                </a:lnTo>
                <a:lnTo>
                  <a:pt x="3580" y="439"/>
                </a:lnTo>
                <a:lnTo>
                  <a:pt x="3580" y="439"/>
                </a:lnTo>
                <a:lnTo>
                  <a:pt x="3581" y="439"/>
                </a:lnTo>
                <a:lnTo>
                  <a:pt x="3582" y="439"/>
                </a:lnTo>
                <a:lnTo>
                  <a:pt x="3582" y="439"/>
                </a:lnTo>
                <a:lnTo>
                  <a:pt x="3582" y="439"/>
                </a:lnTo>
                <a:lnTo>
                  <a:pt x="3584" y="440"/>
                </a:lnTo>
                <a:lnTo>
                  <a:pt x="3584" y="439"/>
                </a:lnTo>
                <a:lnTo>
                  <a:pt x="3584" y="439"/>
                </a:lnTo>
                <a:lnTo>
                  <a:pt x="3585" y="440"/>
                </a:lnTo>
                <a:lnTo>
                  <a:pt x="3586" y="439"/>
                </a:lnTo>
                <a:lnTo>
                  <a:pt x="3586" y="439"/>
                </a:lnTo>
                <a:lnTo>
                  <a:pt x="3588" y="439"/>
                </a:lnTo>
                <a:lnTo>
                  <a:pt x="3588" y="439"/>
                </a:lnTo>
                <a:lnTo>
                  <a:pt x="3588" y="439"/>
                </a:lnTo>
                <a:lnTo>
                  <a:pt x="3589" y="439"/>
                </a:lnTo>
                <a:lnTo>
                  <a:pt x="3590" y="439"/>
                </a:lnTo>
                <a:lnTo>
                  <a:pt x="3590" y="439"/>
                </a:lnTo>
                <a:lnTo>
                  <a:pt x="3591" y="439"/>
                </a:lnTo>
                <a:lnTo>
                  <a:pt x="3592" y="440"/>
                </a:lnTo>
                <a:lnTo>
                  <a:pt x="3592" y="440"/>
                </a:lnTo>
                <a:lnTo>
                  <a:pt x="3592" y="440"/>
                </a:lnTo>
                <a:lnTo>
                  <a:pt x="3593" y="439"/>
                </a:lnTo>
                <a:lnTo>
                  <a:pt x="3594" y="439"/>
                </a:lnTo>
                <a:lnTo>
                  <a:pt x="3594" y="440"/>
                </a:lnTo>
                <a:lnTo>
                  <a:pt x="3594" y="439"/>
                </a:lnTo>
                <a:lnTo>
                  <a:pt x="3596" y="440"/>
                </a:lnTo>
                <a:lnTo>
                  <a:pt x="3596" y="440"/>
                </a:lnTo>
                <a:lnTo>
                  <a:pt x="3596" y="440"/>
                </a:lnTo>
                <a:lnTo>
                  <a:pt x="3597" y="440"/>
                </a:lnTo>
                <a:lnTo>
                  <a:pt x="3598" y="439"/>
                </a:lnTo>
                <a:lnTo>
                  <a:pt x="3598" y="439"/>
                </a:lnTo>
                <a:lnTo>
                  <a:pt x="3598" y="440"/>
                </a:lnTo>
                <a:lnTo>
                  <a:pt x="3598" y="440"/>
                </a:lnTo>
                <a:lnTo>
                  <a:pt x="3599" y="439"/>
                </a:lnTo>
                <a:lnTo>
                  <a:pt x="3600" y="439"/>
                </a:lnTo>
                <a:lnTo>
                  <a:pt x="3600" y="439"/>
                </a:lnTo>
                <a:lnTo>
                  <a:pt x="3601" y="439"/>
                </a:lnTo>
                <a:lnTo>
                  <a:pt x="3602" y="440"/>
                </a:lnTo>
                <a:lnTo>
                  <a:pt x="3602" y="440"/>
                </a:lnTo>
                <a:lnTo>
                  <a:pt x="3602" y="441"/>
                </a:lnTo>
                <a:lnTo>
                  <a:pt x="3604" y="440"/>
                </a:lnTo>
                <a:lnTo>
                  <a:pt x="3604" y="440"/>
                </a:lnTo>
                <a:lnTo>
                  <a:pt x="3606" y="439"/>
                </a:lnTo>
                <a:lnTo>
                  <a:pt x="3606" y="439"/>
                </a:lnTo>
                <a:lnTo>
                  <a:pt x="3606" y="439"/>
                </a:lnTo>
                <a:lnTo>
                  <a:pt x="3607" y="439"/>
                </a:lnTo>
                <a:lnTo>
                  <a:pt x="3608" y="439"/>
                </a:lnTo>
                <a:lnTo>
                  <a:pt x="3608" y="439"/>
                </a:lnTo>
                <a:lnTo>
                  <a:pt x="3610" y="439"/>
                </a:lnTo>
                <a:lnTo>
                  <a:pt x="3610" y="439"/>
                </a:lnTo>
                <a:lnTo>
                  <a:pt x="3610" y="439"/>
                </a:lnTo>
                <a:lnTo>
                  <a:pt x="3612" y="439"/>
                </a:lnTo>
                <a:lnTo>
                  <a:pt x="3612" y="439"/>
                </a:lnTo>
                <a:lnTo>
                  <a:pt x="3612" y="439"/>
                </a:lnTo>
                <a:lnTo>
                  <a:pt x="3613" y="439"/>
                </a:lnTo>
                <a:lnTo>
                  <a:pt x="3614" y="439"/>
                </a:lnTo>
                <a:lnTo>
                  <a:pt x="3614" y="439"/>
                </a:lnTo>
                <a:lnTo>
                  <a:pt x="3615" y="439"/>
                </a:lnTo>
                <a:lnTo>
                  <a:pt x="3615" y="439"/>
                </a:lnTo>
                <a:lnTo>
                  <a:pt x="3616" y="439"/>
                </a:lnTo>
                <a:lnTo>
                  <a:pt x="3616" y="439"/>
                </a:lnTo>
                <a:lnTo>
                  <a:pt x="3618" y="440"/>
                </a:lnTo>
                <a:lnTo>
                  <a:pt x="3618" y="440"/>
                </a:lnTo>
                <a:lnTo>
                  <a:pt x="3618" y="440"/>
                </a:lnTo>
                <a:lnTo>
                  <a:pt x="3620" y="439"/>
                </a:lnTo>
                <a:lnTo>
                  <a:pt x="3620" y="439"/>
                </a:lnTo>
                <a:lnTo>
                  <a:pt x="3620" y="439"/>
                </a:lnTo>
                <a:lnTo>
                  <a:pt x="3621" y="439"/>
                </a:lnTo>
                <a:lnTo>
                  <a:pt x="3621" y="439"/>
                </a:lnTo>
                <a:lnTo>
                  <a:pt x="3622" y="439"/>
                </a:lnTo>
                <a:lnTo>
                  <a:pt x="3622" y="439"/>
                </a:lnTo>
                <a:lnTo>
                  <a:pt x="3623" y="440"/>
                </a:lnTo>
                <a:lnTo>
                  <a:pt x="3624" y="439"/>
                </a:lnTo>
                <a:lnTo>
                  <a:pt x="3624" y="439"/>
                </a:lnTo>
                <a:lnTo>
                  <a:pt x="3624" y="439"/>
                </a:lnTo>
                <a:lnTo>
                  <a:pt x="3625" y="439"/>
                </a:lnTo>
                <a:lnTo>
                  <a:pt x="3626" y="440"/>
                </a:lnTo>
                <a:lnTo>
                  <a:pt x="3626" y="439"/>
                </a:lnTo>
                <a:lnTo>
                  <a:pt x="3626" y="440"/>
                </a:lnTo>
                <a:lnTo>
                  <a:pt x="3626" y="440"/>
                </a:lnTo>
                <a:lnTo>
                  <a:pt x="3628" y="440"/>
                </a:lnTo>
                <a:lnTo>
                  <a:pt x="3628" y="440"/>
                </a:lnTo>
                <a:lnTo>
                  <a:pt x="3629" y="440"/>
                </a:lnTo>
                <a:lnTo>
                  <a:pt x="3629" y="439"/>
                </a:lnTo>
                <a:lnTo>
                  <a:pt x="3630" y="439"/>
                </a:lnTo>
                <a:lnTo>
                  <a:pt x="3630" y="439"/>
                </a:lnTo>
                <a:lnTo>
                  <a:pt x="3631" y="439"/>
                </a:lnTo>
                <a:lnTo>
                  <a:pt x="3632" y="439"/>
                </a:lnTo>
                <a:lnTo>
                  <a:pt x="3632" y="439"/>
                </a:lnTo>
                <a:lnTo>
                  <a:pt x="3633" y="439"/>
                </a:lnTo>
                <a:lnTo>
                  <a:pt x="3634" y="439"/>
                </a:lnTo>
                <a:lnTo>
                  <a:pt x="3634" y="439"/>
                </a:lnTo>
                <a:lnTo>
                  <a:pt x="3635" y="439"/>
                </a:lnTo>
                <a:lnTo>
                  <a:pt x="3635" y="440"/>
                </a:lnTo>
                <a:lnTo>
                  <a:pt x="3636" y="439"/>
                </a:lnTo>
                <a:lnTo>
                  <a:pt x="3636" y="439"/>
                </a:lnTo>
                <a:lnTo>
                  <a:pt x="3636" y="439"/>
                </a:lnTo>
                <a:lnTo>
                  <a:pt x="3637" y="439"/>
                </a:lnTo>
                <a:lnTo>
                  <a:pt x="3638" y="439"/>
                </a:lnTo>
                <a:lnTo>
                  <a:pt x="3638" y="439"/>
                </a:lnTo>
                <a:lnTo>
                  <a:pt x="3639" y="439"/>
                </a:lnTo>
                <a:lnTo>
                  <a:pt x="3640" y="439"/>
                </a:lnTo>
                <a:lnTo>
                  <a:pt x="3640" y="439"/>
                </a:lnTo>
                <a:lnTo>
                  <a:pt x="3641" y="439"/>
                </a:lnTo>
                <a:lnTo>
                  <a:pt x="3641" y="439"/>
                </a:lnTo>
                <a:lnTo>
                  <a:pt x="3642" y="439"/>
                </a:lnTo>
                <a:lnTo>
                  <a:pt x="3642" y="439"/>
                </a:lnTo>
                <a:lnTo>
                  <a:pt x="3644" y="438"/>
                </a:lnTo>
                <a:lnTo>
                  <a:pt x="3644" y="439"/>
                </a:lnTo>
                <a:lnTo>
                  <a:pt x="3644" y="439"/>
                </a:lnTo>
                <a:lnTo>
                  <a:pt x="3646" y="440"/>
                </a:lnTo>
                <a:lnTo>
                  <a:pt x="3646" y="440"/>
                </a:lnTo>
                <a:lnTo>
                  <a:pt x="3647" y="440"/>
                </a:lnTo>
                <a:lnTo>
                  <a:pt x="3648" y="440"/>
                </a:lnTo>
                <a:lnTo>
                  <a:pt x="3648" y="440"/>
                </a:lnTo>
                <a:lnTo>
                  <a:pt x="3648" y="440"/>
                </a:lnTo>
                <a:lnTo>
                  <a:pt x="3650" y="439"/>
                </a:lnTo>
                <a:lnTo>
                  <a:pt x="3650" y="439"/>
                </a:lnTo>
                <a:lnTo>
                  <a:pt x="3651" y="439"/>
                </a:lnTo>
                <a:lnTo>
                  <a:pt x="3652" y="439"/>
                </a:lnTo>
                <a:lnTo>
                  <a:pt x="3652" y="439"/>
                </a:lnTo>
                <a:lnTo>
                  <a:pt x="3653" y="439"/>
                </a:lnTo>
                <a:lnTo>
                  <a:pt x="3654" y="440"/>
                </a:lnTo>
                <a:lnTo>
                  <a:pt x="3654" y="439"/>
                </a:lnTo>
                <a:lnTo>
                  <a:pt x="3654" y="439"/>
                </a:lnTo>
                <a:lnTo>
                  <a:pt x="3655" y="439"/>
                </a:lnTo>
                <a:lnTo>
                  <a:pt x="3656" y="439"/>
                </a:lnTo>
                <a:lnTo>
                  <a:pt x="3656" y="439"/>
                </a:lnTo>
                <a:lnTo>
                  <a:pt x="3656" y="439"/>
                </a:lnTo>
                <a:lnTo>
                  <a:pt x="3658" y="439"/>
                </a:lnTo>
                <a:lnTo>
                  <a:pt x="3658" y="439"/>
                </a:lnTo>
                <a:lnTo>
                  <a:pt x="3658" y="439"/>
                </a:lnTo>
                <a:lnTo>
                  <a:pt x="3659" y="439"/>
                </a:lnTo>
                <a:lnTo>
                  <a:pt x="3659" y="439"/>
                </a:lnTo>
                <a:lnTo>
                  <a:pt x="3660" y="439"/>
                </a:lnTo>
                <a:lnTo>
                  <a:pt x="3660" y="439"/>
                </a:lnTo>
                <a:lnTo>
                  <a:pt x="3661" y="439"/>
                </a:lnTo>
                <a:lnTo>
                  <a:pt x="3661" y="439"/>
                </a:lnTo>
                <a:lnTo>
                  <a:pt x="3662" y="439"/>
                </a:lnTo>
                <a:lnTo>
                  <a:pt x="3662" y="439"/>
                </a:lnTo>
                <a:lnTo>
                  <a:pt x="3663" y="439"/>
                </a:lnTo>
                <a:lnTo>
                  <a:pt x="3664" y="439"/>
                </a:lnTo>
                <a:lnTo>
                  <a:pt x="3664" y="439"/>
                </a:lnTo>
                <a:lnTo>
                  <a:pt x="3666" y="440"/>
                </a:lnTo>
                <a:lnTo>
                  <a:pt x="3667" y="440"/>
                </a:lnTo>
                <a:lnTo>
                  <a:pt x="3668" y="439"/>
                </a:lnTo>
                <a:lnTo>
                  <a:pt x="3668" y="440"/>
                </a:lnTo>
                <a:lnTo>
                  <a:pt x="3668" y="440"/>
                </a:lnTo>
                <a:lnTo>
                  <a:pt x="3669" y="440"/>
                </a:lnTo>
                <a:lnTo>
                  <a:pt x="3670" y="440"/>
                </a:lnTo>
                <a:lnTo>
                  <a:pt x="3670" y="440"/>
                </a:lnTo>
                <a:lnTo>
                  <a:pt x="3672" y="439"/>
                </a:lnTo>
                <a:lnTo>
                  <a:pt x="3672" y="439"/>
                </a:lnTo>
                <a:lnTo>
                  <a:pt x="3673" y="439"/>
                </a:lnTo>
                <a:lnTo>
                  <a:pt x="3674" y="440"/>
                </a:lnTo>
                <a:lnTo>
                  <a:pt x="3674" y="440"/>
                </a:lnTo>
                <a:lnTo>
                  <a:pt x="3675" y="440"/>
                </a:lnTo>
                <a:lnTo>
                  <a:pt x="3676" y="439"/>
                </a:lnTo>
                <a:lnTo>
                  <a:pt x="3676" y="439"/>
                </a:lnTo>
                <a:lnTo>
                  <a:pt x="3677" y="439"/>
                </a:lnTo>
                <a:lnTo>
                  <a:pt x="3678" y="439"/>
                </a:lnTo>
                <a:lnTo>
                  <a:pt x="3678" y="439"/>
                </a:lnTo>
                <a:lnTo>
                  <a:pt x="3679" y="440"/>
                </a:lnTo>
                <a:lnTo>
                  <a:pt x="3680" y="440"/>
                </a:lnTo>
                <a:lnTo>
                  <a:pt x="3680" y="440"/>
                </a:lnTo>
                <a:lnTo>
                  <a:pt x="3680" y="440"/>
                </a:lnTo>
                <a:lnTo>
                  <a:pt x="3681" y="439"/>
                </a:lnTo>
                <a:lnTo>
                  <a:pt x="3682" y="439"/>
                </a:lnTo>
                <a:lnTo>
                  <a:pt x="3682" y="439"/>
                </a:lnTo>
                <a:lnTo>
                  <a:pt x="3683" y="439"/>
                </a:lnTo>
                <a:lnTo>
                  <a:pt x="3684" y="440"/>
                </a:lnTo>
                <a:lnTo>
                  <a:pt x="3684" y="440"/>
                </a:lnTo>
                <a:lnTo>
                  <a:pt x="3686" y="440"/>
                </a:lnTo>
                <a:lnTo>
                  <a:pt x="3686" y="440"/>
                </a:lnTo>
                <a:lnTo>
                  <a:pt x="3686" y="439"/>
                </a:lnTo>
                <a:lnTo>
                  <a:pt x="3687" y="439"/>
                </a:lnTo>
                <a:lnTo>
                  <a:pt x="3687" y="439"/>
                </a:lnTo>
                <a:lnTo>
                  <a:pt x="3688" y="439"/>
                </a:lnTo>
                <a:lnTo>
                  <a:pt x="3688" y="439"/>
                </a:lnTo>
                <a:lnTo>
                  <a:pt x="3689" y="439"/>
                </a:lnTo>
                <a:lnTo>
                  <a:pt x="3690" y="439"/>
                </a:lnTo>
                <a:lnTo>
                  <a:pt x="3690" y="439"/>
                </a:lnTo>
                <a:lnTo>
                  <a:pt x="3691" y="439"/>
                </a:lnTo>
                <a:lnTo>
                  <a:pt x="3691" y="439"/>
                </a:lnTo>
                <a:lnTo>
                  <a:pt x="3691" y="439"/>
                </a:lnTo>
                <a:lnTo>
                  <a:pt x="3692" y="439"/>
                </a:lnTo>
                <a:lnTo>
                  <a:pt x="3692" y="439"/>
                </a:lnTo>
                <a:lnTo>
                  <a:pt x="3693" y="439"/>
                </a:lnTo>
                <a:lnTo>
                  <a:pt x="3694" y="439"/>
                </a:lnTo>
                <a:lnTo>
                  <a:pt x="3694" y="439"/>
                </a:lnTo>
                <a:lnTo>
                  <a:pt x="3695" y="439"/>
                </a:lnTo>
                <a:lnTo>
                  <a:pt x="3696" y="439"/>
                </a:lnTo>
                <a:lnTo>
                  <a:pt x="3697" y="440"/>
                </a:lnTo>
                <a:lnTo>
                  <a:pt x="3697" y="439"/>
                </a:lnTo>
                <a:lnTo>
                  <a:pt x="3698" y="440"/>
                </a:lnTo>
                <a:lnTo>
                  <a:pt x="3698" y="440"/>
                </a:lnTo>
                <a:lnTo>
                  <a:pt x="3698" y="440"/>
                </a:lnTo>
                <a:lnTo>
                  <a:pt x="3700" y="439"/>
                </a:lnTo>
                <a:lnTo>
                  <a:pt x="3700" y="439"/>
                </a:lnTo>
                <a:lnTo>
                  <a:pt x="3701" y="439"/>
                </a:lnTo>
                <a:lnTo>
                  <a:pt x="3702" y="439"/>
                </a:lnTo>
                <a:lnTo>
                  <a:pt x="3702" y="439"/>
                </a:lnTo>
                <a:lnTo>
                  <a:pt x="3702" y="439"/>
                </a:lnTo>
                <a:lnTo>
                  <a:pt x="3704" y="440"/>
                </a:lnTo>
                <a:lnTo>
                  <a:pt x="3704" y="440"/>
                </a:lnTo>
                <a:lnTo>
                  <a:pt x="3704" y="439"/>
                </a:lnTo>
                <a:lnTo>
                  <a:pt x="3705" y="439"/>
                </a:lnTo>
                <a:lnTo>
                  <a:pt x="3706" y="440"/>
                </a:lnTo>
                <a:lnTo>
                  <a:pt x="3706" y="440"/>
                </a:lnTo>
                <a:lnTo>
                  <a:pt x="3706" y="440"/>
                </a:lnTo>
                <a:lnTo>
                  <a:pt x="3708" y="439"/>
                </a:lnTo>
                <a:lnTo>
                  <a:pt x="3708" y="439"/>
                </a:lnTo>
                <a:lnTo>
                  <a:pt x="3709" y="439"/>
                </a:lnTo>
                <a:lnTo>
                  <a:pt x="3710" y="440"/>
                </a:lnTo>
                <a:lnTo>
                  <a:pt x="3710" y="440"/>
                </a:lnTo>
                <a:lnTo>
                  <a:pt x="3710" y="440"/>
                </a:lnTo>
                <a:lnTo>
                  <a:pt x="3710" y="440"/>
                </a:lnTo>
                <a:lnTo>
                  <a:pt x="3712" y="439"/>
                </a:lnTo>
                <a:lnTo>
                  <a:pt x="3712" y="439"/>
                </a:lnTo>
                <a:lnTo>
                  <a:pt x="3714" y="438"/>
                </a:lnTo>
                <a:lnTo>
                  <a:pt x="3714" y="438"/>
                </a:lnTo>
                <a:lnTo>
                  <a:pt x="3715" y="438"/>
                </a:lnTo>
                <a:lnTo>
                  <a:pt x="3716" y="439"/>
                </a:lnTo>
                <a:lnTo>
                  <a:pt x="3716" y="439"/>
                </a:lnTo>
                <a:lnTo>
                  <a:pt x="3718" y="439"/>
                </a:lnTo>
                <a:lnTo>
                  <a:pt x="3718" y="439"/>
                </a:lnTo>
                <a:lnTo>
                  <a:pt x="3718" y="439"/>
                </a:lnTo>
                <a:lnTo>
                  <a:pt x="3719" y="439"/>
                </a:lnTo>
                <a:lnTo>
                  <a:pt x="3720" y="439"/>
                </a:lnTo>
                <a:lnTo>
                  <a:pt x="3720" y="439"/>
                </a:lnTo>
                <a:lnTo>
                  <a:pt x="3721" y="439"/>
                </a:lnTo>
                <a:lnTo>
                  <a:pt x="3722" y="440"/>
                </a:lnTo>
                <a:lnTo>
                  <a:pt x="3722" y="440"/>
                </a:lnTo>
                <a:lnTo>
                  <a:pt x="3722" y="440"/>
                </a:lnTo>
                <a:lnTo>
                  <a:pt x="3723" y="440"/>
                </a:lnTo>
                <a:lnTo>
                  <a:pt x="3724" y="439"/>
                </a:lnTo>
                <a:lnTo>
                  <a:pt x="3724" y="440"/>
                </a:lnTo>
                <a:lnTo>
                  <a:pt x="3724" y="440"/>
                </a:lnTo>
                <a:lnTo>
                  <a:pt x="3725" y="440"/>
                </a:lnTo>
                <a:lnTo>
                  <a:pt x="3726" y="440"/>
                </a:lnTo>
                <a:lnTo>
                  <a:pt x="3726" y="440"/>
                </a:lnTo>
                <a:lnTo>
                  <a:pt x="3726" y="440"/>
                </a:lnTo>
                <a:lnTo>
                  <a:pt x="3727" y="440"/>
                </a:lnTo>
                <a:lnTo>
                  <a:pt x="3728" y="440"/>
                </a:lnTo>
                <a:lnTo>
                  <a:pt x="3728" y="440"/>
                </a:lnTo>
                <a:lnTo>
                  <a:pt x="3728" y="440"/>
                </a:lnTo>
                <a:lnTo>
                  <a:pt x="3730" y="439"/>
                </a:lnTo>
                <a:lnTo>
                  <a:pt x="3730" y="439"/>
                </a:lnTo>
                <a:lnTo>
                  <a:pt x="3730" y="439"/>
                </a:lnTo>
                <a:lnTo>
                  <a:pt x="3731" y="439"/>
                </a:lnTo>
                <a:lnTo>
                  <a:pt x="3732" y="440"/>
                </a:lnTo>
                <a:lnTo>
                  <a:pt x="3732" y="439"/>
                </a:lnTo>
                <a:lnTo>
                  <a:pt x="3732" y="439"/>
                </a:lnTo>
                <a:lnTo>
                  <a:pt x="3733" y="439"/>
                </a:lnTo>
                <a:lnTo>
                  <a:pt x="3734" y="439"/>
                </a:lnTo>
                <a:lnTo>
                  <a:pt x="3734" y="439"/>
                </a:lnTo>
                <a:lnTo>
                  <a:pt x="3736" y="439"/>
                </a:lnTo>
                <a:lnTo>
                  <a:pt x="3736" y="439"/>
                </a:lnTo>
                <a:lnTo>
                  <a:pt x="3736" y="439"/>
                </a:lnTo>
                <a:lnTo>
                  <a:pt x="3737" y="439"/>
                </a:lnTo>
                <a:lnTo>
                  <a:pt x="3738" y="439"/>
                </a:lnTo>
                <a:lnTo>
                  <a:pt x="3738" y="439"/>
                </a:lnTo>
                <a:lnTo>
                  <a:pt x="3738" y="439"/>
                </a:lnTo>
                <a:lnTo>
                  <a:pt x="3739" y="439"/>
                </a:lnTo>
                <a:lnTo>
                  <a:pt x="3739" y="440"/>
                </a:lnTo>
                <a:lnTo>
                  <a:pt x="3740" y="439"/>
                </a:lnTo>
                <a:lnTo>
                  <a:pt x="3740" y="439"/>
                </a:lnTo>
                <a:lnTo>
                  <a:pt x="3741" y="439"/>
                </a:lnTo>
                <a:lnTo>
                  <a:pt x="3742" y="439"/>
                </a:lnTo>
                <a:lnTo>
                  <a:pt x="3742" y="439"/>
                </a:lnTo>
                <a:lnTo>
                  <a:pt x="3742" y="439"/>
                </a:lnTo>
                <a:lnTo>
                  <a:pt x="3743" y="439"/>
                </a:lnTo>
                <a:lnTo>
                  <a:pt x="3744" y="439"/>
                </a:lnTo>
                <a:lnTo>
                  <a:pt x="3744" y="439"/>
                </a:lnTo>
                <a:lnTo>
                  <a:pt x="3745" y="440"/>
                </a:lnTo>
                <a:lnTo>
                  <a:pt x="3745" y="440"/>
                </a:lnTo>
                <a:lnTo>
                  <a:pt x="3746" y="440"/>
                </a:lnTo>
                <a:lnTo>
                  <a:pt x="3746" y="440"/>
                </a:lnTo>
                <a:lnTo>
                  <a:pt x="3746" y="440"/>
                </a:lnTo>
                <a:lnTo>
                  <a:pt x="3748" y="439"/>
                </a:lnTo>
                <a:lnTo>
                  <a:pt x="3748" y="439"/>
                </a:lnTo>
                <a:lnTo>
                  <a:pt x="3748" y="439"/>
                </a:lnTo>
                <a:lnTo>
                  <a:pt x="3749" y="439"/>
                </a:lnTo>
                <a:lnTo>
                  <a:pt x="3750" y="439"/>
                </a:lnTo>
                <a:lnTo>
                  <a:pt x="3750" y="439"/>
                </a:lnTo>
                <a:lnTo>
                  <a:pt x="3750" y="439"/>
                </a:lnTo>
                <a:lnTo>
                  <a:pt x="3751" y="440"/>
                </a:lnTo>
                <a:lnTo>
                  <a:pt x="3752" y="439"/>
                </a:lnTo>
                <a:lnTo>
                  <a:pt x="3752" y="439"/>
                </a:lnTo>
                <a:lnTo>
                  <a:pt x="3753" y="439"/>
                </a:lnTo>
                <a:lnTo>
                  <a:pt x="3754" y="439"/>
                </a:lnTo>
                <a:lnTo>
                  <a:pt x="3754" y="439"/>
                </a:lnTo>
                <a:lnTo>
                  <a:pt x="3754" y="439"/>
                </a:lnTo>
                <a:lnTo>
                  <a:pt x="3756" y="440"/>
                </a:lnTo>
                <a:lnTo>
                  <a:pt x="3756" y="439"/>
                </a:lnTo>
                <a:lnTo>
                  <a:pt x="3756" y="439"/>
                </a:lnTo>
                <a:lnTo>
                  <a:pt x="3757" y="439"/>
                </a:lnTo>
                <a:lnTo>
                  <a:pt x="3758" y="440"/>
                </a:lnTo>
                <a:lnTo>
                  <a:pt x="3758" y="439"/>
                </a:lnTo>
                <a:lnTo>
                  <a:pt x="3758" y="439"/>
                </a:lnTo>
                <a:lnTo>
                  <a:pt x="3758" y="439"/>
                </a:lnTo>
                <a:lnTo>
                  <a:pt x="3760" y="439"/>
                </a:lnTo>
                <a:lnTo>
                  <a:pt x="3760" y="440"/>
                </a:lnTo>
                <a:lnTo>
                  <a:pt x="3761" y="439"/>
                </a:lnTo>
                <a:lnTo>
                  <a:pt x="3761" y="440"/>
                </a:lnTo>
                <a:lnTo>
                  <a:pt x="3762" y="440"/>
                </a:lnTo>
                <a:lnTo>
                  <a:pt x="3762" y="440"/>
                </a:lnTo>
                <a:lnTo>
                  <a:pt x="3763" y="440"/>
                </a:lnTo>
                <a:lnTo>
                  <a:pt x="3764" y="439"/>
                </a:lnTo>
                <a:lnTo>
                  <a:pt x="3764" y="439"/>
                </a:lnTo>
                <a:lnTo>
                  <a:pt x="3764" y="439"/>
                </a:lnTo>
                <a:lnTo>
                  <a:pt x="3765" y="439"/>
                </a:lnTo>
                <a:lnTo>
                  <a:pt x="3766" y="439"/>
                </a:lnTo>
                <a:lnTo>
                  <a:pt x="3766" y="439"/>
                </a:lnTo>
                <a:lnTo>
                  <a:pt x="3766" y="439"/>
                </a:lnTo>
                <a:lnTo>
                  <a:pt x="3767" y="439"/>
                </a:lnTo>
                <a:lnTo>
                  <a:pt x="3768" y="439"/>
                </a:lnTo>
                <a:lnTo>
                  <a:pt x="3768" y="439"/>
                </a:lnTo>
                <a:lnTo>
                  <a:pt x="3769" y="439"/>
                </a:lnTo>
                <a:lnTo>
                  <a:pt x="3770" y="440"/>
                </a:lnTo>
                <a:lnTo>
                  <a:pt x="3770" y="439"/>
                </a:lnTo>
                <a:lnTo>
                  <a:pt x="3770" y="439"/>
                </a:lnTo>
                <a:lnTo>
                  <a:pt x="3772" y="439"/>
                </a:lnTo>
                <a:lnTo>
                  <a:pt x="3772" y="439"/>
                </a:lnTo>
                <a:lnTo>
                  <a:pt x="3772" y="439"/>
                </a:lnTo>
                <a:lnTo>
                  <a:pt x="3772" y="439"/>
                </a:lnTo>
                <a:lnTo>
                  <a:pt x="3774" y="440"/>
                </a:lnTo>
                <a:lnTo>
                  <a:pt x="3775" y="440"/>
                </a:lnTo>
                <a:lnTo>
                  <a:pt x="3776" y="440"/>
                </a:lnTo>
                <a:lnTo>
                  <a:pt x="3776" y="440"/>
                </a:lnTo>
                <a:lnTo>
                  <a:pt x="3777" y="439"/>
                </a:lnTo>
                <a:lnTo>
                  <a:pt x="3778" y="439"/>
                </a:lnTo>
                <a:lnTo>
                  <a:pt x="3778" y="439"/>
                </a:lnTo>
                <a:lnTo>
                  <a:pt x="3779" y="439"/>
                </a:lnTo>
                <a:lnTo>
                  <a:pt x="3780" y="439"/>
                </a:lnTo>
                <a:lnTo>
                  <a:pt x="3780" y="439"/>
                </a:lnTo>
                <a:lnTo>
                  <a:pt x="3780" y="439"/>
                </a:lnTo>
                <a:lnTo>
                  <a:pt x="3781" y="439"/>
                </a:lnTo>
                <a:lnTo>
                  <a:pt x="3782" y="439"/>
                </a:lnTo>
                <a:lnTo>
                  <a:pt x="3782" y="439"/>
                </a:lnTo>
                <a:lnTo>
                  <a:pt x="3782" y="439"/>
                </a:lnTo>
                <a:lnTo>
                  <a:pt x="3784" y="438"/>
                </a:lnTo>
                <a:lnTo>
                  <a:pt x="3784" y="438"/>
                </a:lnTo>
                <a:lnTo>
                  <a:pt x="3784" y="438"/>
                </a:lnTo>
                <a:lnTo>
                  <a:pt x="3785" y="438"/>
                </a:lnTo>
                <a:lnTo>
                  <a:pt x="3786" y="439"/>
                </a:lnTo>
                <a:lnTo>
                  <a:pt x="3786" y="439"/>
                </a:lnTo>
                <a:lnTo>
                  <a:pt x="3787" y="440"/>
                </a:lnTo>
                <a:lnTo>
                  <a:pt x="3788" y="439"/>
                </a:lnTo>
                <a:lnTo>
                  <a:pt x="3788" y="439"/>
                </a:lnTo>
                <a:lnTo>
                  <a:pt x="3788" y="439"/>
                </a:lnTo>
                <a:lnTo>
                  <a:pt x="3789" y="439"/>
                </a:lnTo>
                <a:lnTo>
                  <a:pt x="3790" y="439"/>
                </a:lnTo>
                <a:lnTo>
                  <a:pt x="3790" y="439"/>
                </a:lnTo>
                <a:lnTo>
                  <a:pt x="3790" y="439"/>
                </a:lnTo>
                <a:lnTo>
                  <a:pt x="3791" y="440"/>
                </a:lnTo>
                <a:lnTo>
                  <a:pt x="3792" y="439"/>
                </a:lnTo>
                <a:lnTo>
                  <a:pt x="3793" y="439"/>
                </a:lnTo>
                <a:lnTo>
                  <a:pt x="3793" y="439"/>
                </a:lnTo>
                <a:lnTo>
                  <a:pt x="3794" y="440"/>
                </a:lnTo>
                <a:lnTo>
                  <a:pt x="3794" y="440"/>
                </a:lnTo>
                <a:lnTo>
                  <a:pt x="3796" y="440"/>
                </a:lnTo>
                <a:lnTo>
                  <a:pt x="3796" y="440"/>
                </a:lnTo>
                <a:lnTo>
                  <a:pt x="3797" y="440"/>
                </a:lnTo>
                <a:lnTo>
                  <a:pt x="3798" y="440"/>
                </a:lnTo>
                <a:lnTo>
                  <a:pt x="3799" y="440"/>
                </a:lnTo>
                <a:lnTo>
                  <a:pt x="3799" y="440"/>
                </a:lnTo>
                <a:lnTo>
                  <a:pt x="3800" y="440"/>
                </a:lnTo>
                <a:lnTo>
                  <a:pt x="3801" y="440"/>
                </a:lnTo>
                <a:lnTo>
                  <a:pt x="3802" y="439"/>
                </a:lnTo>
                <a:lnTo>
                  <a:pt x="3802" y="439"/>
                </a:lnTo>
                <a:lnTo>
                  <a:pt x="3802" y="439"/>
                </a:lnTo>
                <a:lnTo>
                  <a:pt x="3804" y="439"/>
                </a:lnTo>
                <a:lnTo>
                  <a:pt x="3804" y="439"/>
                </a:lnTo>
                <a:lnTo>
                  <a:pt x="3805" y="439"/>
                </a:lnTo>
                <a:lnTo>
                  <a:pt x="3806" y="439"/>
                </a:lnTo>
                <a:lnTo>
                  <a:pt x="3807" y="439"/>
                </a:lnTo>
                <a:lnTo>
                  <a:pt x="3807" y="439"/>
                </a:lnTo>
                <a:lnTo>
                  <a:pt x="3808" y="439"/>
                </a:lnTo>
                <a:lnTo>
                  <a:pt x="3808" y="440"/>
                </a:lnTo>
                <a:lnTo>
                  <a:pt x="3810" y="440"/>
                </a:lnTo>
                <a:lnTo>
                  <a:pt x="3810" y="440"/>
                </a:lnTo>
                <a:lnTo>
                  <a:pt x="3810" y="440"/>
                </a:lnTo>
                <a:lnTo>
                  <a:pt x="3812" y="439"/>
                </a:lnTo>
                <a:lnTo>
                  <a:pt x="3813" y="439"/>
                </a:lnTo>
                <a:lnTo>
                  <a:pt x="3814" y="439"/>
                </a:lnTo>
                <a:lnTo>
                  <a:pt x="3814" y="439"/>
                </a:lnTo>
                <a:lnTo>
                  <a:pt x="3814" y="439"/>
                </a:lnTo>
                <a:lnTo>
                  <a:pt x="3816" y="440"/>
                </a:lnTo>
                <a:lnTo>
                  <a:pt x="3817" y="440"/>
                </a:lnTo>
                <a:lnTo>
                  <a:pt x="3817" y="440"/>
                </a:lnTo>
                <a:lnTo>
                  <a:pt x="3818" y="439"/>
                </a:lnTo>
                <a:lnTo>
                  <a:pt x="3819" y="439"/>
                </a:lnTo>
                <a:lnTo>
                  <a:pt x="3819" y="439"/>
                </a:lnTo>
                <a:lnTo>
                  <a:pt x="3820" y="439"/>
                </a:lnTo>
                <a:lnTo>
                  <a:pt x="3820" y="439"/>
                </a:lnTo>
                <a:lnTo>
                  <a:pt x="3821" y="439"/>
                </a:lnTo>
                <a:lnTo>
                  <a:pt x="3822" y="440"/>
                </a:lnTo>
                <a:lnTo>
                  <a:pt x="3822" y="440"/>
                </a:lnTo>
                <a:lnTo>
                  <a:pt x="3823" y="440"/>
                </a:lnTo>
                <a:lnTo>
                  <a:pt x="3824" y="440"/>
                </a:lnTo>
                <a:lnTo>
                  <a:pt x="3824" y="440"/>
                </a:lnTo>
                <a:lnTo>
                  <a:pt x="3825" y="440"/>
                </a:lnTo>
                <a:lnTo>
                  <a:pt x="3825" y="440"/>
                </a:lnTo>
                <a:lnTo>
                  <a:pt x="3825" y="440"/>
                </a:lnTo>
                <a:lnTo>
                  <a:pt x="3826" y="440"/>
                </a:lnTo>
                <a:lnTo>
                  <a:pt x="3826" y="440"/>
                </a:lnTo>
                <a:lnTo>
                  <a:pt x="3828" y="439"/>
                </a:lnTo>
                <a:lnTo>
                  <a:pt x="3828" y="439"/>
                </a:lnTo>
                <a:lnTo>
                  <a:pt x="3829" y="439"/>
                </a:lnTo>
                <a:lnTo>
                  <a:pt x="3830" y="439"/>
                </a:lnTo>
                <a:lnTo>
                  <a:pt x="3831" y="439"/>
                </a:lnTo>
                <a:lnTo>
                  <a:pt x="3831" y="439"/>
                </a:lnTo>
                <a:lnTo>
                  <a:pt x="3831" y="440"/>
                </a:lnTo>
                <a:lnTo>
                  <a:pt x="3832" y="439"/>
                </a:lnTo>
                <a:lnTo>
                  <a:pt x="3832" y="439"/>
                </a:lnTo>
                <a:lnTo>
                  <a:pt x="3832" y="439"/>
                </a:lnTo>
                <a:lnTo>
                  <a:pt x="3834" y="439"/>
                </a:lnTo>
                <a:lnTo>
                  <a:pt x="3834" y="439"/>
                </a:lnTo>
                <a:lnTo>
                  <a:pt x="3834" y="439"/>
                </a:lnTo>
                <a:lnTo>
                  <a:pt x="3835" y="439"/>
                </a:lnTo>
                <a:lnTo>
                  <a:pt x="3836" y="440"/>
                </a:lnTo>
                <a:lnTo>
                  <a:pt x="3837" y="440"/>
                </a:lnTo>
                <a:lnTo>
                  <a:pt x="3837" y="440"/>
                </a:lnTo>
                <a:lnTo>
                  <a:pt x="3837" y="439"/>
                </a:lnTo>
                <a:lnTo>
                  <a:pt x="3837" y="440"/>
                </a:lnTo>
                <a:lnTo>
                  <a:pt x="3838" y="439"/>
                </a:lnTo>
                <a:lnTo>
                  <a:pt x="3838" y="440"/>
                </a:lnTo>
                <a:lnTo>
                  <a:pt x="3840" y="440"/>
                </a:lnTo>
                <a:lnTo>
                  <a:pt x="3840" y="439"/>
                </a:lnTo>
                <a:lnTo>
                  <a:pt x="3840" y="440"/>
                </a:lnTo>
                <a:lnTo>
                  <a:pt x="3841" y="440"/>
                </a:lnTo>
                <a:lnTo>
                  <a:pt x="3842" y="439"/>
                </a:lnTo>
                <a:lnTo>
                  <a:pt x="3842" y="439"/>
                </a:lnTo>
                <a:lnTo>
                  <a:pt x="3843" y="439"/>
                </a:lnTo>
                <a:lnTo>
                  <a:pt x="3843" y="439"/>
                </a:lnTo>
                <a:lnTo>
                  <a:pt x="3844" y="439"/>
                </a:lnTo>
                <a:lnTo>
                  <a:pt x="3844" y="439"/>
                </a:lnTo>
                <a:lnTo>
                  <a:pt x="3844" y="439"/>
                </a:lnTo>
                <a:lnTo>
                  <a:pt x="3845" y="439"/>
                </a:lnTo>
                <a:lnTo>
                  <a:pt x="3846" y="439"/>
                </a:lnTo>
                <a:lnTo>
                  <a:pt x="3847" y="439"/>
                </a:lnTo>
                <a:lnTo>
                  <a:pt x="3847" y="439"/>
                </a:lnTo>
                <a:lnTo>
                  <a:pt x="3847" y="439"/>
                </a:lnTo>
                <a:lnTo>
                  <a:pt x="3848" y="439"/>
                </a:lnTo>
                <a:lnTo>
                  <a:pt x="3849" y="439"/>
                </a:lnTo>
                <a:lnTo>
                  <a:pt x="3849" y="439"/>
                </a:lnTo>
                <a:lnTo>
                  <a:pt x="3850" y="439"/>
                </a:lnTo>
                <a:lnTo>
                  <a:pt x="3850" y="439"/>
                </a:lnTo>
                <a:lnTo>
                  <a:pt x="3850" y="439"/>
                </a:lnTo>
                <a:lnTo>
                  <a:pt x="3852" y="439"/>
                </a:lnTo>
                <a:lnTo>
                  <a:pt x="3852" y="439"/>
                </a:lnTo>
                <a:lnTo>
                  <a:pt x="3852" y="439"/>
                </a:lnTo>
                <a:lnTo>
                  <a:pt x="3853" y="439"/>
                </a:lnTo>
                <a:lnTo>
                  <a:pt x="3855" y="440"/>
                </a:lnTo>
                <a:lnTo>
                  <a:pt x="3855" y="440"/>
                </a:lnTo>
                <a:lnTo>
                  <a:pt x="3856" y="439"/>
                </a:lnTo>
                <a:lnTo>
                  <a:pt x="3856" y="439"/>
                </a:lnTo>
                <a:lnTo>
                  <a:pt x="3856" y="439"/>
                </a:lnTo>
                <a:lnTo>
                  <a:pt x="3857" y="439"/>
                </a:lnTo>
                <a:lnTo>
                  <a:pt x="3858" y="439"/>
                </a:lnTo>
                <a:lnTo>
                  <a:pt x="3858" y="439"/>
                </a:lnTo>
                <a:lnTo>
                  <a:pt x="3860" y="440"/>
                </a:lnTo>
                <a:lnTo>
                  <a:pt x="3861" y="440"/>
                </a:lnTo>
                <a:lnTo>
                  <a:pt x="3861" y="439"/>
                </a:lnTo>
                <a:lnTo>
                  <a:pt x="3862" y="439"/>
                </a:lnTo>
                <a:lnTo>
                  <a:pt x="3862" y="439"/>
                </a:lnTo>
                <a:lnTo>
                  <a:pt x="3862" y="439"/>
                </a:lnTo>
                <a:lnTo>
                  <a:pt x="3863" y="439"/>
                </a:lnTo>
                <a:lnTo>
                  <a:pt x="3864" y="440"/>
                </a:lnTo>
                <a:lnTo>
                  <a:pt x="3864" y="439"/>
                </a:lnTo>
                <a:lnTo>
                  <a:pt x="3865" y="440"/>
                </a:lnTo>
                <a:lnTo>
                  <a:pt x="3866" y="440"/>
                </a:lnTo>
                <a:lnTo>
                  <a:pt x="3866" y="439"/>
                </a:lnTo>
                <a:lnTo>
                  <a:pt x="3866" y="439"/>
                </a:lnTo>
                <a:lnTo>
                  <a:pt x="3867" y="439"/>
                </a:lnTo>
                <a:lnTo>
                  <a:pt x="3867" y="439"/>
                </a:lnTo>
                <a:lnTo>
                  <a:pt x="3868" y="440"/>
                </a:lnTo>
                <a:lnTo>
                  <a:pt x="3868" y="440"/>
                </a:lnTo>
                <a:lnTo>
                  <a:pt x="3868" y="440"/>
                </a:lnTo>
                <a:lnTo>
                  <a:pt x="3869" y="440"/>
                </a:lnTo>
                <a:lnTo>
                  <a:pt x="3870" y="439"/>
                </a:lnTo>
                <a:lnTo>
                  <a:pt x="3871" y="439"/>
                </a:lnTo>
                <a:lnTo>
                  <a:pt x="3871" y="439"/>
                </a:lnTo>
                <a:lnTo>
                  <a:pt x="3872" y="440"/>
                </a:lnTo>
                <a:lnTo>
                  <a:pt x="3872" y="440"/>
                </a:lnTo>
                <a:lnTo>
                  <a:pt x="3873" y="440"/>
                </a:lnTo>
                <a:lnTo>
                  <a:pt x="3874" y="439"/>
                </a:lnTo>
                <a:lnTo>
                  <a:pt x="3874" y="439"/>
                </a:lnTo>
                <a:lnTo>
                  <a:pt x="3875" y="439"/>
                </a:lnTo>
                <a:lnTo>
                  <a:pt x="3876" y="439"/>
                </a:lnTo>
                <a:lnTo>
                  <a:pt x="3876" y="439"/>
                </a:lnTo>
                <a:lnTo>
                  <a:pt x="3877" y="439"/>
                </a:lnTo>
                <a:lnTo>
                  <a:pt x="3878" y="440"/>
                </a:lnTo>
                <a:lnTo>
                  <a:pt x="3879" y="439"/>
                </a:lnTo>
                <a:lnTo>
                  <a:pt x="3879" y="439"/>
                </a:lnTo>
                <a:lnTo>
                  <a:pt x="3879" y="439"/>
                </a:lnTo>
                <a:lnTo>
                  <a:pt x="3880" y="439"/>
                </a:lnTo>
                <a:lnTo>
                  <a:pt x="3880" y="439"/>
                </a:lnTo>
                <a:lnTo>
                  <a:pt x="3882" y="439"/>
                </a:lnTo>
                <a:lnTo>
                  <a:pt x="3882" y="439"/>
                </a:lnTo>
                <a:lnTo>
                  <a:pt x="3882" y="439"/>
                </a:lnTo>
                <a:lnTo>
                  <a:pt x="3884" y="440"/>
                </a:lnTo>
                <a:lnTo>
                  <a:pt x="3885" y="440"/>
                </a:lnTo>
                <a:lnTo>
                  <a:pt x="3885" y="440"/>
                </a:lnTo>
                <a:lnTo>
                  <a:pt x="3885" y="440"/>
                </a:lnTo>
                <a:lnTo>
                  <a:pt x="3886" y="440"/>
                </a:lnTo>
                <a:lnTo>
                  <a:pt x="3886" y="440"/>
                </a:lnTo>
                <a:lnTo>
                  <a:pt x="3888" y="439"/>
                </a:lnTo>
                <a:lnTo>
                  <a:pt x="3889" y="439"/>
                </a:lnTo>
                <a:lnTo>
                  <a:pt x="3889" y="439"/>
                </a:lnTo>
                <a:lnTo>
                  <a:pt x="3890" y="439"/>
                </a:lnTo>
                <a:lnTo>
                  <a:pt x="3891" y="439"/>
                </a:lnTo>
                <a:lnTo>
                  <a:pt x="3891" y="439"/>
                </a:lnTo>
                <a:lnTo>
                  <a:pt x="3891" y="439"/>
                </a:lnTo>
                <a:lnTo>
                  <a:pt x="3892" y="439"/>
                </a:lnTo>
                <a:lnTo>
                  <a:pt x="3892" y="439"/>
                </a:lnTo>
                <a:lnTo>
                  <a:pt x="3894" y="439"/>
                </a:lnTo>
                <a:lnTo>
                  <a:pt x="3894" y="439"/>
                </a:lnTo>
                <a:lnTo>
                  <a:pt x="3895" y="439"/>
                </a:lnTo>
                <a:lnTo>
                  <a:pt x="3895" y="440"/>
                </a:lnTo>
                <a:lnTo>
                  <a:pt x="3896" y="439"/>
                </a:lnTo>
                <a:lnTo>
                  <a:pt x="3896" y="439"/>
                </a:lnTo>
                <a:lnTo>
                  <a:pt x="3897" y="440"/>
                </a:lnTo>
                <a:lnTo>
                  <a:pt x="3897" y="439"/>
                </a:lnTo>
                <a:lnTo>
                  <a:pt x="3898" y="440"/>
                </a:lnTo>
                <a:lnTo>
                  <a:pt x="3898" y="440"/>
                </a:lnTo>
                <a:lnTo>
                  <a:pt x="3899" y="440"/>
                </a:lnTo>
                <a:lnTo>
                  <a:pt x="3900" y="440"/>
                </a:lnTo>
                <a:lnTo>
                  <a:pt x="3900" y="440"/>
                </a:lnTo>
                <a:lnTo>
                  <a:pt x="3901" y="439"/>
                </a:lnTo>
                <a:lnTo>
                  <a:pt x="3902" y="439"/>
                </a:lnTo>
                <a:lnTo>
                  <a:pt x="3902" y="439"/>
                </a:lnTo>
                <a:lnTo>
                  <a:pt x="3903" y="439"/>
                </a:lnTo>
                <a:lnTo>
                  <a:pt x="3904" y="439"/>
                </a:lnTo>
                <a:lnTo>
                  <a:pt x="3904" y="440"/>
                </a:lnTo>
                <a:lnTo>
                  <a:pt x="3904" y="440"/>
                </a:lnTo>
                <a:lnTo>
                  <a:pt x="3905" y="440"/>
                </a:lnTo>
                <a:lnTo>
                  <a:pt x="3906" y="440"/>
                </a:lnTo>
                <a:lnTo>
                  <a:pt x="3906" y="440"/>
                </a:lnTo>
                <a:lnTo>
                  <a:pt x="3906" y="440"/>
                </a:lnTo>
                <a:lnTo>
                  <a:pt x="3907" y="440"/>
                </a:lnTo>
                <a:lnTo>
                  <a:pt x="3909" y="440"/>
                </a:lnTo>
                <a:lnTo>
                  <a:pt x="3909" y="440"/>
                </a:lnTo>
                <a:lnTo>
                  <a:pt x="3909" y="440"/>
                </a:lnTo>
                <a:lnTo>
                  <a:pt x="3910" y="439"/>
                </a:lnTo>
                <a:lnTo>
                  <a:pt x="3910" y="439"/>
                </a:lnTo>
                <a:lnTo>
                  <a:pt x="3910" y="439"/>
                </a:lnTo>
                <a:lnTo>
                  <a:pt x="3912" y="440"/>
                </a:lnTo>
                <a:lnTo>
                  <a:pt x="3912" y="440"/>
                </a:lnTo>
                <a:lnTo>
                  <a:pt x="3913" y="440"/>
                </a:lnTo>
                <a:lnTo>
                  <a:pt x="3914" y="439"/>
                </a:lnTo>
                <a:lnTo>
                  <a:pt x="3914" y="439"/>
                </a:lnTo>
                <a:lnTo>
                  <a:pt x="3915" y="439"/>
                </a:lnTo>
                <a:lnTo>
                  <a:pt x="3915" y="439"/>
                </a:lnTo>
                <a:lnTo>
                  <a:pt x="3916" y="439"/>
                </a:lnTo>
                <a:lnTo>
                  <a:pt x="3916" y="439"/>
                </a:lnTo>
                <a:lnTo>
                  <a:pt x="3916" y="439"/>
                </a:lnTo>
                <a:lnTo>
                  <a:pt x="3917" y="439"/>
                </a:lnTo>
                <a:lnTo>
                  <a:pt x="3918" y="439"/>
                </a:lnTo>
                <a:lnTo>
                  <a:pt x="3919" y="439"/>
                </a:lnTo>
                <a:lnTo>
                  <a:pt x="3919" y="440"/>
                </a:lnTo>
                <a:lnTo>
                  <a:pt x="3920" y="439"/>
                </a:lnTo>
                <a:lnTo>
                  <a:pt x="3921" y="439"/>
                </a:lnTo>
                <a:lnTo>
                  <a:pt x="3922" y="439"/>
                </a:lnTo>
                <a:lnTo>
                  <a:pt x="3922" y="439"/>
                </a:lnTo>
                <a:lnTo>
                  <a:pt x="3922" y="439"/>
                </a:lnTo>
                <a:lnTo>
                  <a:pt x="3923" y="439"/>
                </a:lnTo>
                <a:lnTo>
                  <a:pt x="3924" y="439"/>
                </a:lnTo>
                <a:lnTo>
                  <a:pt x="3925" y="439"/>
                </a:lnTo>
                <a:lnTo>
                  <a:pt x="3926" y="439"/>
                </a:lnTo>
                <a:lnTo>
                  <a:pt x="3926" y="439"/>
                </a:lnTo>
                <a:lnTo>
                  <a:pt x="3927" y="439"/>
                </a:lnTo>
                <a:lnTo>
                  <a:pt x="3927" y="439"/>
                </a:lnTo>
                <a:lnTo>
                  <a:pt x="3928" y="439"/>
                </a:lnTo>
                <a:lnTo>
                  <a:pt x="3928" y="439"/>
                </a:lnTo>
                <a:lnTo>
                  <a:pt x="3930" y="439"/>
                </a:lnTo>
                <a:lnTo>
                  <a:pt x="3930" y="439"/>
                </a:lnTo>
                <a:lnTo>
                  <a:pt x="3930" y="439"/>
                </a:lnTo>
                <a:lnTo>
                  <a:pt x="3931" y="439"/>
                </a:lnTo>
                <a:lnTo>
                  <a:pt x="3931" y="439"/>
                </a:lnTo>
                <a:lnTo>
                  <a:pt x="3933" y="439"/>
                </a:lnTo>
                <a:lnTo>
                  <a:pt x="3933" y="439"/>
                </a:lnTo>
                <a:lnTo>
                  <a:pt x="3934" y="439"/>
                </a:lnTo>
                <a:lnTo>
                  <a:pt x="3934" y="439"/>
                </a:lnTo>
                <a:lnTo>
                  <a:pt x="3934" y="439"/>
                </a:lnTo>
                <a:lnTo>
                  <a:pt x="3935" y="439"/>
                </a:lnTo>
                <a:lnTo>
                  <a:pt x="3936" y="440"/>
                </a:lnTo>
                <a:lnTo>
                  <a:pt x="3936" y="440"/>
                </a:lnTo>
                <a:lnTo>
                  <a:pt x="3937" y="440"/>
                </a:lnTo>
                <a:lnTo>
                  <a:pt x="3937" y="440"/>
                </a:lnTo>
                <a:lnTo>
                  <a:pt x="3939" y="440"/>
                </a:lnTo>
                <a:lnTo>
                  <a:pt x="3939" y="440"/>
                </a:lnTo>
                <a:lnTo>
                  <a:pt x="3940" y="439"/>
                </a:lnTo>
                <a:lnTo>
                  <a:pt x="3940" y="439"/>
                </a:lnTo>
                <a:lnTo>
                  <a:pt x="3941" y="439"/>
                </a:lnTo>
                <a:lnTo>
                  <a:pt x="3942" y="439"/>
                </a:lnTo>
                <a:lnTo>
                  <a:pt x="3943" y="439"/>
                </a:lnTo>
                <a:lnTo>
                  <a:pt x="3943" y="439"/>
                </a:lnTo>
                <a:lnTo>
                  <a:pt x="3944" y="440"/>
                </a:lnTo>
                <a:lnTo>
                  <a:pt x="3945" y="440"/>
                </a:lnTo>
                <a:lnTo>
                  <a:pt x="3945" y="440"/>
                </a:lnTo>
                <a:lnTo>
                  <a:pt x="3945" y="439"/>
                </a:lnTo>
                <a:lnTo>
                  <a:pt x="3946" y="440"/>
                </a:lnTo>
                <a:lnTo>
                  <a:pt x="3946" y="440"/>
                </a:lnTo>
                <a:lnTo>
                  <a:pt x="3948" y="440"/>
                </a:lnTo>
                <a:lnTo>
                  <a:pt x="3949" y="440"/>
                </a:lnTo>
                <a:lnTo>
                  <a:pt x="3949" y="440"/>
                </a:lnTo>
                <a:lnTo>
                  <a:pt x="3950" y="439"/>
                </a:lnTo>
                <a:lnTo>
                  <a:pt x="3951" y="439"/>
                </a:lnTo>
                <a:lnTo>
                  <a:pt x="3952" y="439"/>
                </a:lnTo>
                <a:lnTo>
                  <a:pt x="3953" y="439"/>
                </a:lnTo>
                <a:lnTo>
                  <a:pt x="3953" y="439"/>
                </a:lnTo>
                <a:lnTo>
                  <a:pt x="3953" y="439"/>
                </a:lnTo>
                <a:lnTo>
                  <a:pt x="3954" y="439"/>
                </a:lnTo>
                <a:lnTo>
                  <a:pt x="3954" y="439"/>
                </a:lnTo>
                <a:lnTo>
                  <a:pt x="3955" y="439"/>
                </a:lnTo>
                <a:lnTo>
                  <a:pt x="3957" y="440"/>
                </a:lnTo>
                <a:lnTo>
                  <a:pt x="3957" y="440"/>
                </a:lnTo>
                <a:lnTo>
                  <a:pt x="3959" y="439"/>
                </a:lnTo>
                <a:lnTo>
                  <a:pt x="3959" y="439"/>
                </a:lnTo>
                <a:lnTo>
                  <a:pt x="3959" y="439"/>
                </a:lnTo>
                <a:lnTo>
                  <a:pt x="3960" y="440"/>
                </a:lnTo>
                <a:lnTo>
                  <a:pt x="3960" y="440"/>
                </a:lnTo>
                <a:lnTo>
                  <a:pt x="3961" y="440"/>
                </a:lnTo>
                <a:lnTo>
                  <a:pt x="3962" y="440"/>
                </a:lnTo>
                <a:lnTo>
                  <a:pt x="3962" y="439"/>
                </a:lnTo>
                <a:lnTo>
                  <a:pt x="3963" y="439"/>
                </a:lnTo>
                <a:lnTo>
                  <a:pt x="3963" y="439"/>
                </a:lnTo>
                <a:lnTo>
                  <a:pt x="3964" y="439"/>
                </a:lnTo>
                <a:lnTo>
                  <a:pt x="3965" y="439"/>
                </a:lnTo>
                <a:lnTo>
                  <a:pt x="3965" y="439"/>
                </a:lnTo>
                <a:lnTo>
                  <a:pt x="3966" y="439"/>
                </a:lnTo>
                <a:lnTo>
                  <a:pt x="3966" y="439"/>
                </a:lnTo>
                <a:lnTo>
                  <a:pt x="3967" y="439"/>
                </a:lnTo>
                <a:lnTo>
                  <a:pt x="3968" y="440"/>
                </a:lnTo>
                <a:lnTo>
                  <a:pt x="3969" y="440"/>
                </a:lnTo>
                <a:lnTo>
                  <a:pt x="3969" y="440"/>
                </a:lnTo>
                <a:lnTo>
                  <a:pt x="3971" y="440"/>
                </a:lnTo>
                <a:lnTo>
                  <a:pt x="3971" y="439"/>
                </a:lnTo>
                <a:lnTo>
                  <a:pt x="3971" y="439"/>
                </a:lnTo>
                <a:lnTo>
                  <a:pt x="3972" y="440"/>
                </a:lnTo>
                <a:lnTo>
                  <a:pt x="3972" y="439"/>
                </a:lnTo>
                <a:lnTo>
                  <a:pt x="3973" y="439"/>
                </a:lnTo>
                <a:lnTo>
                  <a:pt x="3973" y="439"/>
                </a:lnTo>
                <a:lnTo>
                  <a:pt x="3974" y="439"/>
                </a:lnTo>
                <a:lnTo>
                  <a:pt x="3974" y="439"/>
                </a:lnTo>
                <a:lnTo>
                  <a:pt x="3975" y="439"/>
                </a:lnTo>
                <a:lnTo>
                  <a:pt x="3975" y="440"/>
                </a:lnTo>
                <a:lnTo>
                  <a:pt x="3977" y="440"/>
                </a:lnTo>
                <a:lnTo>
                  <a:pt x="3977" y="440"/>
                </a:lnTo>
                <a:lnTo>
                  <a:pt x="3978" y="439"/>
                </a:lnTo>
                <a:lnTo>
                  <a:pt x="3979" y="439"/>
                </a:lnTo>
                <a:lnTo>
                  <a:pt x="3980" y="440"/>
                </a:lnTo>
                <a:lnTo>
                  <a:pt x="3981" y="439"/>
                </a:lnTo>
                <a:lnTo>
                  <a:pt x="3981" y="439"/>
                </a:lnTo>
                <a:lnTo>
                  <a:pt x="3982" y="439"/>
                </a:lnTo>
                <a:lnTo>
                  <a:pt x="3983" y="439"/>
                </a:lnTo>
                <a:lnTo>
                  <a:pt x="3983" y="439"/>
                </a:lnTo>
                <a:lnTo>
                  <a:pt x="3984" y="440"/>
                </a:lnTo>
                <a:lnTo>
                  <a:pt x="3984" y="441"/>
                </a:lnTo>
                <a:lnTo>
                  <a:pt x="3986" y="440"/>
                </a:lnTo>
                <a:lnTo>
                  <a:pt x="3987" y="440"/>
                </a:lnTo>
                <a:lnTo>
                  <a:pt x="3987" y="440"/>
                </a:lnTo>
                <a:lnTo>
                  <a:pt x="3988" y="439"/>
                </a:lnTo>
                <a:lnTo>
                  <a:pt x="3989" y="439"/>
                </a:lnTo>
                <a:lnTo>
                  <a:pt x="3989" y="439"/>
                </a:lnTo>
                <a:lnTo>
                  <a:pt x="3989" y="439"/>
                </a:lnTo>
                <a:lnTo>
                  <a:pt x="3990" y="439"/>
                </a:lnTo>
                <a:lnTo>
                  <a:pt x="3991" y="439"/>
                </a:lnTo>
                <a:lnTo>
                  <a:pt x="3992" y="440"/>
                </a:lnTo>
                <a:lnTo>
                  <a:pt x="3993" y="440"/>
                </a:lnTo>
                <a:lnTo>
                  <a:pt x="3993" y="440"/>
                </a:lnTo>
                <a:lnTo>
                  <a:pt x="3995" y="440"/>
                </a:lnTo>
                <a:lnTo>
                  <a:pt x="3995" y="440"/>
                </a:lnTo>
                <a:lnTo>
                  <a:pt x="3996" y="439"/>
                </a:lnTo>
                <a:lnTo>
                  <a:pt x="3997" y="439"/>
                </a:lnTo>
                <a:lnTo>
                  <a:pt x="3997" y="439"/>
                </a:lnTo>
                <a:lnTo>
                  <a:pt x="3998" y="439"/>
                </a:lnTo>
                <a:lnTo>
                  <a:pt x="3998" y="439"/>
                </a:lnTo>
                <a:lnTo>
                  <a:pt x="3999" y="439"/>
                </a:lnTo>
                <a:lnTo>
                  <a:pt x="3999" y="440"/>
                </a:lnTo>
                <a:lnTo>
                  <a:pt x="4001" y="440"/>
                </a:lnTo>
                <a:lnTo>
                  <a:pt x="4001" y="440"/>
                </a:lnTo>
                <a:lnTo>
                  <a:pt x="4002" y="439"/>
                </a:lnTo>
                <a:lnTo>
                  <a:pt x="4002" y="440"/>
                </a:lnTo>
                <a:lnTo>
                  <a:pt x="4003" y="440"/>
                </a:lnTo>
                <a:lnTo>
                  <a:pt x="4003" y="440"/>
                </a:lnTo>
                <a:lnTo>
                  <a:pt x="4004" y="439"/>
                </a:lnTo>
                <a:lnTo>
                  <a:pt x="4005" y="440"/>
                </a:lnTo>
                <a:lnTo>
                  <a:pt x="4005" y="440"/>
                </a:lnTo>
                <a:lnTo>
                  <a:pt x="4006" y="439"/>
                </a:lnTo>
                <a:lnTo>
                  <a:pt x="4007" y="439"/>
                </a:lnTo>
                <a:lnTo>
                  <a:pt x="4007" y="439"/>
                </a:lnTo>
                <a:lnTo>
                  <a:pt x="4008" y="439"/>
                </a:lnTo>
                <a:lnTo>
                  <a:pt x="4008" y="439"/>
                </a:lnTo>
                <a:lnTo>
                  <a:pt x="4008" y="440"/>
                </a:lnTo>
                <a:lnTo>
                  <a:pt x="4009" y="440"/>
                </a:lnTo>
                <a:lnTo>
                  <a:pt x="4010" y="440"/>
                </a:lnTo>
                <a:lnTo>
                  <a:pt x="4011" y="440"/>
                </a:lnTo>
                <a:lnTo>
                  <a:pt x="4011" y="439"/>
                </a:lnTo>
                <a:lnTo>
                  <a:pt x="4012" y="439"/>
                </a:lnTo>
                <a:lnTo>
                  <a:pt x="4013" y="439"/>
                </a:lnTo>
                <a:lnTo>
                  <a:pt x="4013" y="439"/>
                </a:lnTo>
                <a:lnTo>
                  <a:pt x="4013" y="439"/>
                </a:lnTo>
                <a:lnTo>
                  <a:pt x="4014" y="439"/>
                </a:lnTo>
                <a:lnTo>
                  <a:pt x="4014" y="439"/>
                </a:lnTo>
                <a:lnTo>
                  <a:pt x="4015" y="439"/>
                </a:lnTo>
                <a:lnTo>
                  <a:pt x="4016" y="439"/>
                </a:lnTo>
                <a:lnTo>
                  <a:pt x="4017" y="439"/>
                </a:lnTo>
                <a:lnTo>
                  <a:pt x="4017" y="439"/>
                </a:lnTo>
                <a:lnTo>
                  <a:pt x="4017" y="438"/>
                </a:lnTo>
                <a:lnTo>
                  <a:pt x="4019" y="439"/>
                </a:lnTo>
                <a:lnTo>
                  <a:pt x="4019" y="438"/>
                </a:lnTo>
                <a:lnTo>
                  <a:pt x="4020" y="439"/>
                </a:lnTo>
                <a:lnTo>
                  <a:pt x="4021" y="439"/>
                </a:lnTo>
                <a:lnTo>
                  <a:pt x="4021" y="439"/>
                </a:lnTo>
                <a:lnTo>
                  <a:pt x="4022" y="439"/>
                </a:lnTo>
                <a:lnTo>
                  <a:pt x="4022" y="439"/>
                </a:lnTo>
                <a:lnTo>
                  <a:pt x="4023" y="439"/>
                </a:lnTo>
                <a:lnTo>
                  <a:pt x="4023" y="439"/>
                </a:lnTo>
                <a:lnTo>
                  <a:pt x="4024" y="439"/>
                </a:lnTo>
                <a:lnTo>
                  <a:pt x="4025" y="439"/>
                </a:lnTo>
                <a:lnTo>
                  <a:pt x="4025" y="439"/>
                </a:lnTo>
                <a:lnTo>
                  <a:pt x="4025" y="440"/>
                </a:lnTo>
                <a:lnTo>
                  <a:pt x="4026" y="439"/>
                </a:lnTo>
                <a:lnTo>
                  <a:pt x="4027" y="439"/>
                </a:lnTo>
                <a:lnTo>
                  <a:pt x="4028" y="440"/>
                </a:lnTo>
                <a:lnTo>
                  <a:pt x="4028" y="439"/>
                </a:lnTo>
                <a:lnTo>
                  <a:pt x="4029" y="439"/>
                </a:lnTo>
                <a:lnTo>
                  <a:pt x="4029" y="439"/>
                </a:lnTo>
                <a:lnTo>
                  <a:pt x="4030" y="439"/>
                </a:lnTo>
                <a:lnTo>
                  <a:pt x="4031" y="439"/>
                </a:lnTo>
                <a:lnTo>
                  <a:pt x="4031" y="439"/>
                </a:lnTo>
                <a:lnTo>
                  <a:pt x="4031" y="440"/>
                </a:lnTo>
                <a:lnTo>
                  <a:pt x="4032" y="439"/>
                </a:lnTo>
                <a:lnTo>
                  <a:pt x="4032" y="439"/>
                </a:lnTo>
                <a:lnTo>
                  <a:pt x="4032" y="439"/>
                </a:lnTo>
                <a:lnTo>
                  <a:pt x="4034" y="439"/>
                </a:lnTo>
                <a:lnTo>
                  <a:pt x="4035" y="440"/>
                </a:lnTo>
                <a:lnTo>
                  <a:pt x="4035" y="440"/>
                </a:lnTo>
                <a:lnTo>
                  <a:pt x="4035" y="440"/>
                </a:lnTo>
                <a:lnTo>
                  <a:pt x="4037" y="439"/>
                </a:lnTo>
                <a:lnTo>
                  <a:pt x="4037" y="439"/>
                </a:lnTo>
                <a:lnTo>
                  <a:pt x="4037" y="439"/>
                </a:lnTo>
                <a:lnTo>
                  <a:pt x="4038" y="440"/>
                </a:lnTo>
                <a:lnTo>
                  <a:pt x="4038" y="439"/>
                </a:lnTo>
                <a:lnTo>
                  <a:pt x="4039" y="439"/>
                </a:lnTo>
                <a:lnTo>
                  <a:pt x="4039" y="439"/>
                </a:lnTo>
                <a:lnTo>
                  <a:pt x="4040" y="439"/>
                </a:lnTo>
                <a:lnTo>
                  <a:pt x="4041" y="439"/>
                </a:lnTo>
                <a:lnTo>
                  <a:pt x="4041" y="439"/>
                </a:lnTo>
                <a:lnTo>
                  <a:pt x="4041" y="439"/>
                </a:lnTo>
                <a:lnTo>
                  <a:pt x="4042" y="440"/>
                </a:lnTo>
                <a:lnTo>
                  <a:pt x="4043" y="440"/>
                </a:lnTo>
                <a:lnTo>
                  <a:pt x="4043" y="440"/>
                </a:lnTo>
                <a:lnTo>
                  <a:pt x="4043" y="440"/>
                </a:lnTo>
                <a:lnTo>
                  <a:pt x="4044" y="439"/>
                </a:lnTo>
                <a:lnTo>
                  <a:pt x="4045" y="439"/>
                </a:lnTo>
                <a:lnTo>
                  <a:pt x="4046" y="439"/>
                </a:lnTo>
                <a:lnTo>
                  <a:pt x="4046" y="439"/>
                </a:lnTo>
                <a:lnTo>
                  <a:pt x="4047" y="439"/>
                </a:lnTo>
                <a:lnTo>
                  <a:pt x="4047" y="439"/>
                </a:lnTo>
                <a:lnTo>
                  <a:pt x="4049" y="440"/>
                </a:lnTo>
                <a:lnTo>
                  <a:pt x="4049" y="440"/>
                </a:lnTo>
                <a:lnTo>
                  <a:pt x="4050" y="440"/>
                </a:lnTo>
                <a:lnTo>
                  <a:pt x="4050" y="440"/>
                </a:lnTo>
                <a:lnTo>
                  <a:pt x="4051" y="440"/>
                </a:lnTo>
                <a:lnTo>
                  <a:pt x="4052" y="439"/>
                </a:lnTo>
                <a:lnTo>
                  <a:pt x="4052" y="440"/>
                </a:lnTo>
                <a:lnTo>
                  <a:pt x="4053" y="440"/>
                </a:lnTo>
                <a:lnTo>
                  <a:pt x="4053" y="440"/>
                </a:lnTo>
                <a:lnTo>
                  <a:pt x="4054" y="439"/>
                </a:lnTo>
                <a:lnTo>
                  <a:pt x="4055" y="440"/>
                </a:lnTo>
                <a:lnTo>
                  <a:pt x="4055" y="439"/>
                </a:lnTo>
                <a:lnTo>
                  <a:pt x="4056" y="439"/>
                </a:lnTo>
                <a:lnTo>
                  <a:pt x="4056" y="439"/>
                </a:lnTo>
                <a:lnTo>
                  <a:pt x="4057" y="439"/>
                </a:lnTo>
                <a:lnTo>
                  <a:pt x="4057" y="439"/>
                </a:lnTo>
                <a:lnTo>
                  <a:pt x="4058" y="440"/>
                </a:lnTo>
                <a:lnTo>
                  <a:pt x="4059" y="440"/>
                </a:lnTo>
                <a:lnTo>
                  <a:pt x="4059" y="440"/>
                </a:lnTo>
                <a:lnTo>
                  <a:pt x="4059" y="440"/>
                </a:lnTo>
                <a:lnTo>
                  <a:pt x="4060" y="440"/>
                </a:lnTo>
                <a:lnTo>
                  <a:pt x="4061" y="440"/>
                </a:lnTo>
                <a:lnTo>
                  <a:pt x="4061" y="440"/>
                </a:lnTo>
                <a:lnTo>
                  <a:pt x="4062" y="439"/>
                </a:lnTo>
                <a:lnTo>
                  <a:pt x="4062" y="439"/>
                </a:lnTo>
                <a:lnTo>
                  <a:pt x="4063" y="439"/>
                </a:lnTo>
                <a:lnTo>
                  <a:pt x="4065" y="440"/>
                </a:lnTo>
                <a:lnTo>
                  <a:pt x="4065" y="440"/>
                </a:lnTo>
                <a:lnTo>
                  <a:pt x="4066" y="439"/>
                </a:lnTo>
                <a:lnTo>
                  <a:pt x="4067" y="439"/>
                </a:lnTo>
                <a:lnTo>
                  <a:pt x="4067" y="439"/>
                </a:lnTo>
                <a:lnTo>
                  <a:pt x="4068" y="439"/>
                </a:lnTo>
                <a:lnTo>
                  <a:pt x="4068" y="440"/>
                </a:lnTo>
                <a:lnTo>
                  <a:pt x="4068" y="440"/>
                </a:lnTo>
                <a:lnTo>
                  <a:pt x="4069" y="440"/>
                </a:lnTo>
                <a:lnTo>
                  <a:pt x="4069" y="440"/>
                </a:lnTo>
                <a:lnTo>
                  <a:pt x="4070" y="439"/>
                </a:lnTo>
                <a:lnTo>
                  <a:pt x="4070" y="439"/>
                </a:lnTo>
                <a:lnTo>
                  <a:pt x="4071" y="440"/>
                </a:lnTo>
                <a:lnTo>
                  <a:pt x="4071" y="440"/>
                </a:lnTo>
                <a:lnTo>
                  <a:pt x="4072" y="439"/>
                </a:lnTo>
                <a:lnTo>
                  <a:pt x="4073" y="439"/>
                </a:lnTo>
                <a:lnTo>
                  <a:pt x="4073" y="439"/>
                </a:lnTo>
                <a:lnTo>
                  <a:pt x="4074" y="439"/>
                </a:lnTo>
                <a:lnTo>
                  <a:pt x="4075" y="439"/>
                </a:lnTo>
                <a:lnTo>
                  <a:pt x="4076" y="439"/>
                </a:lnTo>
                <a:lnTo>
                  <a:pt x="4077" y="439"/>
                </a:lnTo>
                <a:lnTo>
                  <a:pt x="4077" y="439"/>
                </a:lnTo>
                <a:lnTo>
                  <a:pt x="4079" y="440"/>
                </a:lnTo>
                <a:lnTo>
                  <a:pt x="4079" y="440"/>
                </a:lnTo>
                <a:lnTo>
                  <a:pt x="4079" y="440"/>
                </a:lnTo>
                <a:lnTo>
                  <a:pt x="4080" y="439"/>
                </a:lnTo>
                <a:lnTo>
                  <a:pt x="4080" y="440"/>
                </a:lnTo>
                <a:lnTo>
                  <a:pt x="4081" y="440"/>
                </a:lnTo>
                <a:lnTo>
                  <a:pt x="4082" y="439"/>
                </a:lnTo>
                <a:lnTo>
                  <a:pt x="4083" y="439"/>
                </a:lnTo>
                <a:lnTo>
                  <a:pt x="4083" y="439"/>
                </a:lnTo>
                <a:lnTo>
                  <a:pt x="4085" y="439"/>
                </a:lnTo>
                <a:lnTo>
                  <a:pt x="4085" y="439"/>
                </a:lnTo>
                <a:lnTo>
                  <a:pt x="4085" y="440"/>
                </a:lnTo>
                <a:lnTo>
                  <a:pt x="4086" y="439"/>
                </a:lnTo>
                <a:lnTo>
                  <a:pt x="4086" y="439"/>
                </a:lnTo>
                <a:lnTo>
                  <a:pt x="4087" y="439"/>
                </a:lnTo>
                <a:lnTo>
                  <a:pt x="4087" y="439"/>
                </a:lnTo>
                <a:lnTo>
                  <a:pt x="4088" y="439"/>
                </a:lnTo>
                <a:lnTo>
                  <a:pt x="4089" y="439"/>
                </a:lnTo>
                <a:lnTo>
                  <a:pt x="4089" y="439"/>
                </a:lnTo>
                <a:lnTo>
                  <a:pt x="4089" y="439"/>
                </a:lnTo>
                <a:lnTo>
                  <a:pt x="4090" y="440"/>
                </a:lnTo>
                <a:lnTo>
                  <a:pt x="4091" y="439"/>
                </a:lnTo>
                <a:lnTo>
                  <a:pt x="4091" y="439"/>
                </a:lnTo>
                <a:lnTo>
                  <a:pt x="4092" y="440"/>
                </a:lnTo>
                <a:lnTo>
                  <a:pt x="4092" y="439"/>
                </a:lnTo>
                <a:lnTo>
                  <a:pt x="4093" y="439"/>
                </a:lnTo>
                <a:lnTo>
                  <a:pt x="4094" y="440"/>
                </a:lnTo>
                <a:lnTo>
                  <a:pt x="4094" y="439"/>
                </a:lnTo>
                <a:lnTo>
                  <a:pt x="4095" y="439"/>
                </a:lnTo>
                <a:lnTo>
                  <a:pt x="4096" y="440"/>
                </a:lnTo>
                <a:lnTo>
                  <a:pt x="4097" y="439"/>
                </a:lnTo>
                <a:lnTo>
                  <a:pt x="4097" y="440"/>
                </a:lnTo>
                <a:lnTo>
                  <a:pt x="4097" y="440"/>
                </a:lnTo>
                <a:lnTo>
                  <a:pt x="4098" y="440"/>
                </a:lnTo>
                <a:lnTo>
                  <a:pt x="4098" y="440"/>
                </a:lnTo>
                <a:lnTo>
                  <a:pt x="4099" y="439"/>
                </a:lnTo>
                <a:lnTo>
                  <a:pt x="4100" y="440"/>
                </a:lnTo>
                <a:lnTo>
                  <a:pt x="4101" y="440"/>
                </a:lnTo>
                <a:lnTo>
                  <a:pt x="4101" y="440"/>
                </a:lnTo>
                <a:lnTo>
                  <a:pt x="4102" y="440"/>
                </a:lnTo>
                <a:lnTo>
                  <a:pt x="4103" y="440"/>
                </a:lnTo>
                <a:lnTo>
                  <a:pt x="4103" y="440"/>
                </a:lnTo>
                <a:lnTo>
                  <a:pt x="4104" y="439"/>
                </a:lnTo>
                <a:lnTo>
                  <a:pt x="4105" y="439"/>
                </a:lnTo>
                <a:lnTo>
                  <a:pt x="4105" y="439"/>
                </a:lnTo>
                <a:lnTo>
                  <a:pt x="4105" y="439"/>
                </a:lnTo>
                <a:lnTo>
                  <a:pt x="4107" y="439"/>
                </a:lnTo>
                <a:lnTo>
                  <a:pt x="4107" y="439"/>
                </a:lnTo>
                <a:lnTo>
                  <a:pt x="4109" y="439"/>
                </a:lnTo>
                <a:lnTo>
                  <a:pt x="4109" y="439"/>
                </a:lnTo>
                <a:lnTo>
                  <a:pt x="4109" y="439"/>
                </a:lnTo>
                <a:lnTo>
                  <a:pt x="4111" y="439"/>
                </a:lnTo>
                <a:lnTo>
                  <a:pt x="4111" y="439"/>
                </a:lnTo>
                <a:lnTo>
                  <a:pt x="4111" y="439"/>
                </a:lnTo>
                <a:lnTo>
                  <a:pt x="4111" y="439"/>
                </a:lnTo>
                <a:lnTo>
                  <a:pt x="4112" y="439"/>
                </a:lnTo>
                <a:lnTo>
                  <a:pt x="4113" y="439"/>
                </a:lnTo>
                <a:lnTo>
                  <a:pt x="4113" y="439"/>
                </a:lnTo>
                <a:lnTo>
                  <a:pt x="4115" y="440"/>
                </a:lnTo>
                <a:lnTo>
                  <a:pt x="4115" y="440"/>
                </a:lnTo>
                <a:lnTo>
                  <a:pt x="4116" y="439"/>
                </a:lnTo>
                <a:lnTo>
                  <a:pt x="4117" y="440"/>
                </a:lnTo>
                <a:lnTo>
                  <a:pt x="4117" y="440"/>
                </a:lnTo>
                <a:lnTo>
                  <a:pt x="4119" y="439"/>
                </a:lnTo>
                <a:lnTo>
                  <a:pt x="4119" y="439"/>
                </a:lnTo>
                <a:lnTo>
                  <a:pt x="4121" y="440"/>
                </a:lnTo>
                <a:lnTo>
                  <a:pt x="4121" y="440"/>
                </a:lnTo>
                <a:lnTo>
                  <a:pt x="4121" y="440"/>
                </a:lnTo>
                <a:lnTo>
                  <a:pt x="4123" y="440"/>
                </a:lnTo>
                <a:lnTo>
                  <a:pt x="4123" y="440"/>
                </a:lnTo>
                <a:lnTo>
                  <a:pt x="4124" y="439"/>
                </a:lnTo>
                <a:lnTo>
                  <a:pt x="4125" y="440"/>
                </a:lnTo>
                <a:lnTo>
                  <a:pt x="4125" y="440"/>
                </a:lnTo>
                <a:lnTo>
                  <a:pt x="4126" y="439"/>
                </a:lnTo>
                <a:lnTo>
                  <a:pt x="4127" y="439"/>
                </a:lnTo>
                <a:lnTo>
                  <a:pt x="4127" y="439"/>
                </a:lnTo>
                <a:lnTo>
                  <a:pt x="4129" y="440"/>
                </a:lnTo>
                <a:lnTo>
                  <a:pt x="4129" y="440"/>
                </a:lnTo>
                <a:lnTo>
                  <a:pt x="4130" y="439"/>
                </a:lnTo>
                <a:lnTo>
                  <a:pt x="4131" y="439"/>
                </a:lnTo>
                <a:lnTo>
                  <a:pt x="4131" y="439"/>
                </a:lnTo>
                <a:lnTo>
                  <a:pt x="4131" y="439"/>
                </a:lnTo>
                <a:lnTo>
                  <a:pt x="4132" y="439"/>
                </a:lnTo>
                <a:lnTo>
                  <a:pt x="4133" y="439"/>
                </a:lnTo>
                <a:lnTo>
                  <a:pt x="4133" y="439"/>
                </a:lnTo>
                <a:lnTo>
                  <a:pt x="4134" y="439"/>
                </a:lnTo>
                <a:lnTo>
                  <a:pt x="4135" y="439"/>
                </a:lnTo>
                <a:lnTo>
                  <a:pt x="4135" y="439"/>
                </a:lnTo>
                <a:lnTo>
                  <a:pt x="4135" y="439"/>
                </a:lnTo>
                <a:lnTo>
                  <a:pt x="4136" y="439"/>
                </a:lnTo>
                <a:lnTo>
                  <a:pt x="4137" y="439"/>
                </a:lnTo>
                <a:lnTo>
                  <a:pt x="4137" y="440"/>
                </a:lnTo>
                <a:lnTo>
                  <a:pt x="4139" y="439"/>
                </a:lnTo>
                <a:lnTo>
                  <a:pt x="4139" y="439"/>
                </a:lnTo>
                <a:lnTo>
                  <a:pt x="4139" y="439"/>
                </a:lnTo>
                <a:lnTo>
                  <a:pt x="4141" y="439"/>
                </a:lnTo>
                <a:lnTo>
                  <a:pt x="4141" y="439"/>
                </a:lnTo>
                <a:lnTo>
                  <a:pt x="4141" y="439"/>
                </a:lnTo>
                <a:lnTo>
                  <a:pt x="4141" y="439"/>
                </a:lnTo>
                <a:lnTo>
                  <a:pt x="4142" y="440"/>
                </a:lnTo>
                <a:lnTo>
                  <a:pt x="4143" y="439"/>
                </a:lnTo>
                <a:lnTo>
                  <a:pt x="4143" y="439"/>
                </a:lnTo>
                <a:lnTo>
                  <a:pt x="4143" y="439"/>
                </a:lnTo>
                <a:lnTo>
                  <a:pt x="4145" y="439"/>
                </a:lnTo>
                <a:lnTo>
                  <a:pt x="4145" y="439"/>
                </a:lnTo>
                <a:lnTo>
                  <a:pt x="4145" y="439"/>
                </a:lnTo>
                <a:lnTo>
                  <a:pt x="4147" y="440"/>
                </a:lnTo>
                <a:lnTo>
                  <a:pt x="4147" y="440"/>
                </a:lnTo>
                <a:lnTo>
                  <a:pt x="4147" y="440"/>
                </a:lnTo>
                <a:lnTo>
                  <a:pt x="4147" y="440"/>
                </a:lnTo>
                <a:lnTo>
                  <a:pt x="4148" y="439"/>
                </a:lnTo>
                <a:lnTo>
                  <a:pt x="4148" y="439"/>
                </a:lnTo>
                <a:lnTo>
                  <a:pt x="4149" y="439"/>
                </a:lnTo>
                <a:lnTo>
                  <a:pt x="4151" y="440"/>
                </a:lnTo>
                <a:lnTo>
                  <a:pt x="4151" y="440"/>
                </a:lnTo>
                <a:lnTo>
                  <a:pt x="4152" y="439"/>
                </a:lnTo>
                <a:lnTo>
                  <a:pt x="4153" y="439"/>
                </a:lnTo>
                <a:lnTo>
                  <a:pt x="4153" y="439"/>
                </a:lnTo>
                <a:lnTo>
                  <a:pt x="4154" y="440"/>
                </a:lnTo>
                <a:lnTo>
                  <a:pt x="4155" y="440"/>
                </a:lnTo>
                <a:lnTo>
                  <a:pt x="4155" y="440"/>
                </a:lnTo>
                <a:lnTo>
                  <a:pt x="4155" y="439"/>
                </a:lnTo>
                <a:lnTo>
                  <a:pt x="4156" y="440"/>
                </a:lnTo>
                <a:lnTo>
                  <a:pt x="4157" y="439"/>
                </a:lnTo>
                <a:lnTo>
                  <a:pt x="4157" y="439"/>
                </a:lnTo>
                <a:lnTo>
                  <a:pt x="4158" y="440"/>
                </a:lnTo>
                <a:lnTo>
                  <a:pt x="4159" y="439"/>
                </a:lnTo>
                <a:lnTo>
                  <a:pt x="4159" y="439"/>
                </a:lnTo>
                <a:lnTo>
                  <a:pt x="4159" y="439"/>
                </a:lnTo>
                <a:lnTo>
                  <a:pt x="4159" y="439"/>
                </a:lnTo>
                <a:lnTo>
                  <a:pt x="4160" y="439"/>
                </a:lnTo>
                <a:lnTo>
                  <a:pt x="4161" y="439"/>
                </a:lnTo>
                <a:lnTo>
                  <a:pt x="4161" y="439"/>
                </a:lnTo>
                <a:lnTo>
                  <a:pt x="4163" y="440"/>
                </a:lnTo>
                <a:lnTo>
                  <a:pt x="4163" y="440"/>
                </a:lnTo>
                <a:lnTo>
                  <a:pt x="4163" y="440"/>
                </a:lnTo>
                <a:lnTo>
                  <a:pt x="4165" y="440"/>
                </a:lnTo>
                <a:lnTo>
                  <a:pt x="4165" y="440"/>
                </a:lnTo>
                <a:lnTo>
                  <a:pt x="4165" y="440"/>
                </a:lnTo>
                <a:lnTo>
                  <a:pt x="4166" y="440"/>
                </a:lnTo>
                <a:lnTo>
                  <a:pt x="4166" y="440"/>
                </a:lnTo>
                <a:lnTo>
                  <a:pt x="4167" y="440"/>
                </a:lnTo>
                <a:lnTo>
                  <a:pt x="4167" y="440"/>
                </a:lnTo>
                <a:lnTo>
                  <a:pt x="4169" y="439"/>
                </a:lnTo>
                <a:lnTo>
                  <a:pt x="4169" y="439"/>
                </a:lnTo>
                <a:lnTo>
                  <a:pt x="4169" y="439"/>
                </a:lnTo>
                <a:lnTo>
                  <a:pt x="4171" y="439"/>
                </a:lnTo>
                <a:lnTo>
                  <a:pt x="4171" y="439"/>
                </a:lnTo>
                <a:lnTo>
                  <a:pt x="4171" y="439"/>
                </a:lnTo>
                <a:lnTo>
                  <a:pt x="4172" y="440"/>
                </a:lnTo>
                <a:lnTo>
                  <a:pt x="4172" y="440"/>
                </a:lnTo>
                <a:lnTo>
                  <a:pt x="4173" y="440"/>
                </a:lnTo>
                <a:lnTo>
                  <a:pt x="4175" y="439"/>
                </a:lnTo>
                <a:lnTo>
                  <a:pt x="4175" y="439"/>
                </a:lnTo>
                <a:lnTo>
                  <a:pt x="4175" y="439"/>
                </a:lnTo>
                <a:lnTo>
                  <a:pt x="4177" y="439"/>
                </a:lnTo>
                <a:lnTo>
                  <a:pt x="4177" y="439"/>
                </a:lnTo>
                <a:lnTo>
                  <a:pt x="4178" y="439"/>
                </a:lnTo>
                <a:lnTo>
                  <a:pt x="4179" y="439"/>
                </a:lnTo>
                <a:lnTo>
                  <a:pt x="4179" y="439"/>
                </a:lnTo>
                <a:lnTo>
                  <a:pt x="4181" y="439"/>
                </a:lnTo>
                <a:lnTo>
                  <a:pt x="4181" y="439"/>
                </a:lnTo>
                <a:lnTo>
                  <a:pt x="4181" y="439"/>
                </a:lnTo>
                <a:lnTo>
                  <a:pt x="4183" y="439"/>
                </a:lnTo>
                <a:lnTo>
                  <a:pt x="4183" y="439"/>
                </a:lnTo>
                <a:lnTo>
                  <a:pt x="4185" y="439"/>
                </a:lnTo>
                <a:lnTo>
                  <a:pt x="4185" y="439"/>
                </a:lnTo>
                <a:lnTo>
                  <a:pt x="4186" y="439"/>
                </a:lnTo>
                <a:lnTo>
                  <a:pt x="4187" y="439"/>
                </a:lnTo>
                <a:lnTo>
                  <a:pt x="4187" y="439"/>
                </a:lnTo>
                <a:lnTo>
                  <a:pt x="4187" y="439"/>
                </a:lnTo>
                <a:lnTo>
                  <a:pt x="4188" y="440"/>
                </a:lnTo>
                <a:lnTo>
                  <a:pt x="4189" y="440"/>
                </a:lnTo>
                <a:lnTo>
                  <a:pt x="4189" y="440"/>
                </a:lnTo>
                <a:lnTo>
                  <a:pt x="4190" y="440"/>
                </a:lnTo>
                <a:lnTo>
                  <a:pt x="4191" y="440"/>
                </a:lnTo>
                <a:lnTo>
                  <a:pt x="4191" y="440"/>
                </a:lnTo>
                <a:lnTo>
                  <a:pt x="4191" y="440"/>
                </a:lnTo>
                <a:lnTo>
                  <a:pt x="4193" y="439"/>
                </a:lnTo>
                <a:lnTo>
                  <a:pt x="4193" y="439"/>
                </a:lnTo>
                <a:lnTo>
                  <a:pt x="4194" y="440"/>
                </a:lnTo>
                <a:lnTo>
                  <a:pt x="4195" y="439"/>
                </a:lnTo>
                <a:lnTo>
                  <a:pt x="4195" y="439"/>
                </a:lnTo>
                <a:lnTo>
                  <a:pt x="4196" y="440"/>
                </a:lnTo>
                <a:lnTo>
                  <a:pt x="4196" y="439"/>
                </a:lnTo>
                <a:lnTo>
                  <a:pt x="4197" y="440"/>
                </a:lnTo>
                <a:lnTo>
                  <a:pt x="4197" y="440"/>
                </a:lnTo>
                <a:lnTo>
                  <a:pt x="4199" y="439"/>
                </a:lnTo>
                <a:lnTo>
                  <a:pt x="4199" y="439"/>
                </a:lnTo>
                <a:lnTo>
                  <a:pt x="4200" y="439"/>
                </a:lnTo>
                <a:lnTo>
                  <a:pt x="4201" y="439"/>
                </a:lnTo>
                <a:lnTo>
                  <a:pt x="4201" y="439"/>
                </a:lnTo>
                <a:lnTo>
                  <a:pt x="4201" y="439"/>
                </a:lnTo>
                <a:lnTo>
                  <a:pt x="4201" y="439"/>
                </a:lnTo>
                <a:lnTo>
                  <a:pt x="4202" y="439"/>
                </a:lnTo>
                <a:lnTo>
                  <a:pt x="4203" y="439"/>
                </a:lnTo>
                <a:lnTo>
                  <a:pt x="4203" y="439"/>
                </a:lnTo>
                <a:lnTo>
                  <a:pt x="4204" y="439"/>
                </a:lnTo>
                <a:lnTo>
                  <a:pt x="4205" y="439"/>
                </a:lnTo>
                <a:lnTo>
                  <a:pt x="4205" y="439"/>
                </a:lnTo>
                <a:lnTo>
                  <a:pt x="4205" y="439"/>
                </a:lnTo>
                <a:lnTo>
                  <a:pt x="4206" y="440"/>
                </a:lnTo>
                <a:lnTo>
                  <a:pt x="4207" y="439"/>
                </a:lnTo>
                <a:lnTo>
                  <a:pt x="4207" y="439"/>
                </a:lnTo>
                <a:lnTo>
                  <a:pt x="4207" y="439"/>
                </a:lnTo>
                <a:lnTo>
                  <a:pt x="4208" y="440"/>
                </a:lnTo>
                <a:lnTo>
                  <a:pt x="4209" y="439"/>
                </a:lnTo>
                <a:lnTo>
                  <a:pt x="4209" y="439"/>
                </a:lnTo>
                <a:lnTo>
                  <a:pt x="4209" y="439"/>
                </a:lnTo>
                <a:lnTo>
                  <a:pt x="4210" y="439"/>
                </a:lnTo>
                <a:lnTo>
                  <a:pt x="4211" y="439"/>
                </a:lnTo>
                <a:lnTo>
                  <a:pt x="4211" y="439"/>
                </a:lnTo>
                <a:lnTo>
                  <a:pt x="4211" y="439"/>
                </a:lnTo>
                <a:lnTo>
                  <a:pt x="4213" y="440"/>
                </a:lnTo>
                <a:lnTo>
                  <a:pt x="4213" y="439"/>
                </a:lnTo>
                <a:lnTo>
                  <a:pt x="4213" y="439"/>
                </a:lnTo>
                <a:lnTo>
                  <a:pt x="4213" y="439"/>
                </a:lnTo>
                <a:lnTo>
                  <a:pt x="4214" y="440"/>
                </a:lnTo>
                <a:lnTo>
                  <a:pt x="4215" y="440"/>
                </a:lnTo>
                <a:lnTo>
                  <a:pt x="4215" y="440"/>
                </a:lnTo>
                <a:lnTo>
                  <a:pt x="4217" y="440"/>
                </a:lnTo>
                <a:lnTo>
                  <a:pt x="4217" y="440"/>
                </a:lnTo>
                <a:lnTo>
                  <a:pt x="4217" y="440"/>
                </a:lnTo>
                <a:lnTo>
                  <a:pt x="4218" y="440"/>
                </a:lnTo>
                <a:lnTo>
                  <a:pt x="4219" y="440"/>
                </a:lnTo>
                <a:lnTo>
                  <a:pt x="4219" y="440"/>
                </a:lnTo>
                <a:lnTo>
                  <a:pt x="4220" y="440"/>
                </a:lnTo>
                <a:lnTo>
                  <a:pt x="4221" y="440"/>
                </a:lnTo>
                <a:lnTo>
                  <a:pt x="4221" y="439"/>
                </a:lnTo>
                <a:lnTo>
                  <a:pt x="4222" y="439"/>
                </a:lnTo>
                <a:lnTo>
                  <a:pt x="4222" y="440"/>
                </a:lnTo>
                <a:lnTo>
                  <a:pt x="4223" y="439"/>
                </a:lnTo>
                <a:lnTo>
                  <a:pt x="4223" y="439"/>
                </a:lnTo>
                <a:lnTo>
                  <a:pt x="4223" y="439"/>
                </a:lnTo>
                <a:lnTo>
                  <a:pt x="4225" y="439"/>
                </a:lnTo>
                <a:lnTo>
                  <a:pt x="4225" y="439"/>
                </a:lnTo>
                <a:lnTo>
                  <a:pt x="4225" y="439"/>
                </a:lnTo>
                <a:lnTo>
                  <a:pt x="4227" y="440"/>
                </a:lnTo>
                <a:lnTo>
                  <a:pt x="4227" y="440"/>
                </a:lnTo>
                <a:lnTo>
                  <a:pt x="4228" y="440"/>
                </a:lnTo>
                <a:lnTo>
                  <a:pt x="4228" y="439"/>
                </a:lnTo>
                <a:lnTo>
                  <a:pt x="4229" y="439"/>
                </a:lnTo>
                <a:lnTo>
                  <a:pt x="4229" y="439"/>
                </a:lnTo>
                <a:lnTo>
                  <a:pt x="4229" y="439"/>
                </a:lnTo>
                <a:lnTo>
                  <a:pt x="4231" y="439"/>
                </a:lnTo>
                <a:lnTo>
                  <a:pt x="4231" y="439"/>
                </a:lnTo>
                <a:lnTo>
                  <a:pt x="4233" y="439"/>
                </a:lnTo>
                <a:lnTo>
                  <a:pt x="4233" y="439"/>
                </a:lnTo>
                <a:lnTo>
                  <a:pt x="4234" y="439"/>
                </a:lnTo>
                <a:lnTo>
                  <a:pt x="4235" y="439"/>
                </a:lnTo>
                <a:lnTo>
                  <a:pt x="4235" y="439"/>
                </a:lnTo>
                <a:lnTo>
                  <a:pt x="4237" y="439"/>
                </a:lnTo>
                <a:lnTo>
                  <a:pt x="4237" y="440"/>
                </a:lnTo>
                <a:lnTo>
                  <a:pt x="4238" y="439"/>
                </a:lnTo>
                <a:lnTo>
                  <a:pt x="4239" y="440"/>
                </a:lnTo>
                <a:lnTo>
                  <a:pt x="4239" y="440"/>
                </a:lnTo>
                <a:lnTo>
                  <a:pt x="4239" y="440"/>
                </a:lnTo>
                <a:lnTo>
                  <a:pt x="4240" y="440"/>
                </a:lnTo>
                <a:lnTo>
                  <a:pt x="4241" y="440"/>
                </a:lnTo>
                <a:lnTo>
                  <a:pt x="4241" y="439"/>
                </a:lnTo>
                <a:lnTo>
                  <a:pt x="4243" y="438"/>
                </a:lnTo>
                <a:lnTo>
                  <a:pt x="4243" y="438"/>
                </a:lnTo>
                <a:lnTo>
                  <a:pt x="4243" y="438"/>
                </a:lnTo>
                <a:lnTo>
                  <a:pt x="4245" y="439"/>
                </a:lnTo>
                <a:lnTo>
                  <a:pt x="4245" y="440"/>
                </a:lnTo>
                <a:lnTo>
                  <a:pt x="4246" y="440"/>
                </a:lnTo>
                <a:lnTo>
                  <a:pt x="4247" y="440"/>
                </a:lnTo>
                <a:lnTo>
                  <a:pt x="4247" y="440"/>
                </a:lnTo>
                <a:lnTo>
                  <a:pt x="4249" y="439"/>
                </a:lnTo>
                <a:lnTo>
                  <a:pt x="4249" y="439"/>
                </a:lnTo>
                <a:lnTo>
                  <a:pt x="4249" y="440"/>
                </a:lnTo>
                <a:lnTo>
                  <a:pt x="4250" y="439"/>
                </a:lnTo>
                <a:lnTo>
                  <a:pt x="4251" y="439"/>
                </a:lnTo>
                <a:lnTo>
                  <a:pt x="4251" y="439"/>
                </a:lnTo>
                <a:lnTo>
                  <a:pt x="4253" y="440"/>
                </a:lnTo>
                <a:lnTo>
                  <a:pt x="4253" y="440"/>
                </a:lnTo>
                <a:lnTo>
                  <a:pt x="4254" y="440"/>
                </a:lnTo>
                <a:lnTo>
                  <a:pt x="4255" y="440"/>
                </a:lnTo>
                <a:lnTo>
                  <a:pt x="4255" y="440"/>
                </a:lnTo>
                <a:lnTo>
                  <a:pt x="4257" y="439"/>
                </a:lnTo>
                <a:lnTo>
                  <a:pt x="4257" y="439"/>
                </a:lnTo>
                <a:lnTo>
                  <a:pt x="4257" y="439"/>
                </a:lnTo>
                <a:lnTo>
                  <a:pt x="4259" y="439"/>
                </a:lnTo>
                <a:lnTo>
                  <a:pt x="4259" y="439"/>
                </a:lnTo>
                <a:lnTo>
                  <a:pt x="4261" y="439"/>
                </a:lnTo>
                <a:lnTo>
                  <a:pt x="4261" y="439"/>
                </a:lnTo>
                <a:lnTo>
                  <a:pt x="4262" y="439"/>
                </a:lnTo>
                <a:lnTo>
                  <a:pt x="4263" y="440"/>
                </a:lnTo>
                <a:lnTo>
                  <a:pt x="4263" y="440"/>
                </a:lnTo>
                <a:lnTo>
                  <a:pt x="4263" y="440"/>
                </a:lnTo>
                <a:lnTo>
                  <a:pt x="4264" y="439"/>
                </a:lnTo>
                <a:lnTo>
                  <a:pt x="4265" y="440"/>
                </a:lnTo>
                <a:lnTo>
                  <a:pt x="4265" y="440"/>
                </a:lnTo>
                <a:lnTo>
                  <a:pt x="4267" y="440"/>
                </a:lnTo>
                <a:lnTo>
                  <a:pt x="4267" y="440"/>
                </a:lnTo>
                <a:lnTo>
                  <a:pt x="4269" y="439"/>
                </a:lnTo>
                <a:lnTo>
                  <a:pt x="4269" y="439"/>
                </a:lnTo>
                <a:lnTo>
                  <a:pt x="4270" y="439"/>
                </a:lnTo>
                <a:lnTo>
                  <a:pt x="4271" y="439"/>
                </a:lnTo>
                <a:lnTo>
                  <a:pt x="4271" y="439"/>
                </a:lnTo>
                <a:lnTo>
                  <a:pt x="4271" y="439"/>
                </a:lnTo>
                <a:lnTo>
                  <a:pt x="4272" y="439"/>
                </a:lnTo>
                <a:lnTo>
                  <a:pt x="4273" y="439"/>
                </a:lnTo>
                <a:lnTo>
                  <a:pt x="4273" y="439"/>
                </a:lnTo>
                <a:lnTo>
                  <a:pt x="4274" y="440"/>
                </a:lnTo>
                <a:lnTo>
                  <a:pt x="4275" y="439"/>
                </a:lnTo>
                <a:lnTo>
                  <a:pt x="4275" y="439"/>
                </a:lnTo>
                <a:lnTo>
                  <a:pt x="4276" y="438"/>
                </a:lnTo>
                <a:lnTo>
                  <a:pt x="4277" y="439"/>
                </a:lnTo>
                <a:lnTo>
                  <a:pt x="4277" y="439"/>
                </a:lnTo>
                <a:lnTo>
                  <a:pt x="4279" y="440"/>
                </a:lnTo>
                <a:lnTo>
                  <a:pt x="4279" y="440"/>
                </a:lnTo>
                <a:lnTo>
                  <a:pt x="4279" y="440"/>
                </a:lnTo>
                <a:lnTo>
                  <a:pt x="4279" y="440"/>
                </a:lnTo>
                <a:lnTo>
                  <a:pt x="4280" y="439"/>
                </a:lnTo>
                <a:lnTo>
                  <a:pt x="4281" y="439"/>
                </a:lnTo>
                <a:lnTo>
                  <a:pt x="4281" y="439"/>
                </a:lnTo>
                <a:lnTo>
                  <a:pt x="4281" y="439"/>
                </a:lnTo>
                <a:lnTo>
                  <a:pt x="4282" y="440"/>
                </a:lnTo>
                <a:lnTo>
                  <a:pt x="4283" y="439"/>
                </a:lnTo>
                <a:lnTo>
                  <a:pt x="4283" y="439"/>
                </a:lnTo>
                <a:lnTo>
                  <a:pt x="4284" y="439"/>
                </a:lnTo>
                <a:lnTo>
                  <a:pt x="4285" y="439"/>
                </a:lnTo>
                <a:lnTo>
                  <a:pt x="4285" y="439"/>
                </a:lnTo>
                <a:lnTo>
                  <a:pt x="4287" y="440"/>
                </a:lnTo>
                <a:lnTo>
                  <a:pt x="4287" y="440"/>
                </a:lnTo>
                <a:lnTo>
                  <a:pt x="4287" y="439"/>
                </a:lnTo>
                <a:lnTo>
                  <a:pt x="4287" y="439"/>
                </a:lnTo>
                <a:lnTo>
                  <a:pt x="4288" y="440"/>
                </a:lnTo>
                <a:lnTo>
                  <a:pt x="4289" y="439"/>
                </a:lnTo>
                <a:lnTo>
                  <a:pt x="4289" y="439"/>
                </a:lnTo>
                <a:lnTo>
                  <a:pt x="4290" y="440"/>
                </a:lnTo>
                <a:lnTo>
                  <a:pt x="4291" y="439"/>
                </a:lnTo>
                <a:lnTo>
                  <a:pt x="4291" y="439"/>
                </a:lnTo>
                <a:lnTo>
                  <a:pt x="4291" y="439"/>
                </a:lnTo>
                <a:lnTo>
                  <a:pt x="4292" y="440"/>
                </a:lnTo>
                <a:lnTo>
                  <a:pt x="4293" y="439"/>
                </a:lnTo>
                <a:lnTo>
                  <a:pt x="4293" y="439"/>
                </a:lnTo>
                <a:lnTo>
                  <a:pt x="4295" y="439"/>
                </a:lnTo>
                <a:lnTo>
                  <a:pt x="4295" y="439"/>
                </a:lnTo>
                <a:lnTo>
                  <a:pt x="4297" y="439"/>
                </a:lnTo>
                <a:lnTo>
                  <a:pt x="4297" y="439"/>
                </a:lnTo>
                <a:lnTo>
                  <a:pt x="4297" y="439"/>
                </a:lnTo>
                <a:lnTo>
                  <a:pt x="4299" y="439"/>
                </a:lnTo>
                <a:lnTo>
                  <a:pt x="4299" y="440"/>
                </a:lnTo>
                <a:lnTo>
                  <a:pt x="4300" y="439"/>
                </a:lnTo>
                <a:lnTo>
                  <a:pt x="4300" y="440"/>
                </a:lnTo>
                <a:lnTo>
                  <a:pt x="4301" y="439"/>
                </a:lnTo>
                <a:lnTo>
                  <a:pt x="4301" y="439"/>
                </a:lnTo>
                <a:lnTo>
                  <a:pt x="4302" y="439"/>
                </a:lnTo>
                <a:lnTo>
                  <a:pt x="4303" y="439"/>
                </a:lnTo>
                <a:lnTo>
                  <a:pt x="4303" y="439"/>
                </a:lnTo>
                <a:lnTo>
                  <a:pt x="4305" y="440"/>
                </a:lnTo>
                <a:lnTo>
                  <a:pt x="4305" y="440"/>
                </a:lnTo>
                <a:lnTo>
                  <a:pt x="4306" y="440"/>
                </a:lnTo>
                <a:lnTo>
                  <a:pt x="4306" y="440"/>
                </a:lnTo>
                <a:lnTo>
                  <a:pt x="4307" y="440"/>
                </a:lnTo>
                <a:lnTo>
                  <a:pt x="4307" y="440"/>
                </a:lnTo>
                <a:lnTo>
                  <a:pt x="4307" y="440"/>
                </a:lnTo>
                <a:lnTo>
                  <a:pt x="4309" y="439"/>
                </a:lnTo>
                <a:lnTo>
                  <a:pt x="4309" y="439"/>
                </a:lnTo>
                <a:lnTo>
                  <a:pt x="4309" y="439"/>
                </a:lnTo>
                <a:lnTo>
                  <a:pt x="4311" y="439"/>
                </a:lnTo>
                <a:lnTo>
                  <a:pt x="4311" y="439"/>
                </a:lnTo>
                <a:lnTo>
                  <a:pt x="4311" y="439"/>
                </a:lnTo>
                <a:lnTo>
                  <a:pt x="4313" y="440"/>
                </a:lnTo>
                <a:lnTo>
                  <a:pt x="4313" y="440"/>
                </a:lnTo>
                <a:lnTo>
                  <a:pt x="4314" y="440"/>
                </a:lnTo>
                <a:lnTo>
                  <a:pt x="4314" y="439"/>
                </a:lnTo>
                <a:lnTo>
                  <a:pt x="4315" y="439"/>
                </a:lnTo>
                <a:lnTo>
                  <a:pt x="4315" y="439"/>
                </a:lnTo>
                <a:lnTo>
                  <a:pt x="4315" y="440"/>
                </a:lnTo>
                <a:lnTo>
                  <a:pt x="4317" y="439"/>
                </a:lnTo>
                <a:lnTo>
                  <a:pt x="4317" y="439"/>
                </a:lnTo>
                <a:lnTo>
                  <a:pt x="4317" y="439"/>
                </a:lnTo>
                <a:lnTo>
                  <a:pt x="4317" y="439"/>
                </a:lnTo>
                <a:lnTo>
                  <a:pt x="4318" y="439"/>
                </a:lnTo>
                <a:lnTo>
                  <a:pt x="4319" y="439"/>
                </a:lnTo>
                <a:lnTo>
                  <a:pt x="4319" y="439"/>
                </a:lnTo>
                <a:lnTo>
                  <a:pt x="4320" y="439"/>
                </a:lnTo>
                <a:lnTo>
                  <a:pt x="4320" y="439"/>
                </a:lnTo>
                <a:lnTo>
                  <a:pt x="4321" y="439"/>
                </a:lnTo>
                <a:lnTo>
                  <a:pt x="4321" y="439"/>
                </a:lnTo>
                <a:lnTo>
                  <a:pt x="4322" y="440"/>
                </a:lnTo>
                <a:lnTo>
                  <a:pt x="4323" y="439"/>
                </a:lnTo>
                <a:lnTo>
                  <a:pt x="4323" y="440"/>
                </a:lnTo>
                <a:lnTo>
                  <a:pt x="4324" y="440"/>
                </a:lnTo>
                <a:lnTo>
                  <a:pt x="4325" y="440"/>
                </a:lnTo>
                <a:lnTo>
                  <a:pt x="4325" y="440"/>
                </a:lnTo>
                <a:lnTo>
                  <a:pt x="4325" y="440"/>
                </a:lnTo>
                <a:lnTo>
                  <a:pt x="4327" y="440"/>
                </a:lnTo>
                <a:lnTo>
                  <a:pt x="4327" y="440"/>
                </a:lnTo>
                <a:lnTo>
                  <a:pt x="4328" y="439"/>
                </a:lnTo>
                <a:lnTo>
                  <a:pt x="4329" y="439"/>
                </a:lnTo>
                <a:lnTo>
                  <a:pt x="4329" y="439"/>
                </a:lnTo>
                <a:lnTo>
                  <a:pt x="4329" y="439"/>
                </a:lnTo>
                <a:lnTo>
                  <a:pt x="4330" y="439"/>
                </a:lnTo>
                <a:lnTo>
                  <a:pt x="4331" y="439"/>
                </a:lnTo>
                <a:lnTo>
                  <a:pt x="4331" y="439"/>
                </a:lnTo>
                <a:lnTo>
                  <a:pt x="4332" y="439"/>
                </a:lnTo>
                <a:lnTo>
                  <a:pt x="4332" y="440"/>
                </a:lnTo>
                <a:lnTo>
                  <a:pt x="4333" y="439"/>
                </a:lnTo>
                <a:lnTo>
                  <a:pt x="4333" y="439"/>
                </a:lnTo>
                <a:lnTo>
                  <a:pt x="4334" y="440"/>
                </a:lnTo>
                <a:lnTo>
                  <a:pt x="4335" y="439"/>
                </a:lnTo>
                <a:lnTo>
                  <a:pt x="4335" y="439"/>
                </a:lnTo>
                <a:lnTo>
                  <a:pt x="4336" y="440"/>
                </a:lnTo>
                <a:lnTo>
                  <a:pt x="4337" y="439"/>
                </a:lnTo>
                <a:lnTo>
                  <a:pt x="4337" y="439"/>
                </a:lnTo>
                <a:lnTo>
                  <a:pt x="4338" y="440"/>
                </a:lnTo>
                <a:lnTo>
                  <a:pt x="4339" y="439"/>
                </a:lnTo>
                <a:lnTo>
                  <a:pt x="4339" y="439"/>
                </a:lnTo>
                <a:lnTo>
                  <a:pt x="4339" y="439"/>
                </a:lnTo>
                <a:lnTo>
                  <a:pt x="4340" y="440"/>
                </a:lnTo>
                <a:lnTo>
                  <a:pt x="4341" y="439"/>
                </a:lnTo>
                <a:lnTo>
                  <a:pt x="4341" y="439"/>
                </a:lnTo>
                <a:lnTo>
                  <a:pt x="4343" y="440"/>
                </a:lnTo>
                <a:lnTo>
                  <a:pt x="4343" y="440"/>
                </a:lnTo>
                <a:lnTo>
                  <a:pt x="4344" y="440"/>
                </a:lnTo>
                <a:lnTo>
                  <a:pt x="4345" y="439"/>
                </a:lnTo>
                <a:lnTo>
                  <a:pt x="4345" y="439"/>
                </a:lnTo>
                <a:lnTo>
                  <a:pt x="4346" y="439"/>
                </a:lnTo>
                <a:lnTo>
                  <a:pt x="4347" y="439"/>
                </a:lnTo>
                <a:lnTo>
                  <a:pt x="4347" y="439"/>
                </a:lnTo>
                <a:lnTo>
                  <a:pt x="4348" y="440"/>
                </a:lnTo>
                <a:lnTo>
                  <a:pt x="4349" y="440"/>
                </a:lnTo>
                <a:lnTo>
                  <a:pt x="4349" y="440"/>
                </a:lnTo>
                <a:lnTo>
                  <a:pt x="4349" y="440"/>
                </a:lnTo>
                <a:lnTo>
                  <a:pt x="4351" y="440"/>
                </a:lnTo>
                <a:lnTo>
                  <a:pt x="4351" y="440"/>
                </a:lnTo>
                <a:lnTo>
                  <a:pt x="4352" y="439"/>
                </a:lnTo>
                <a:lnTo>
                  <a:pt x="4353" y="439"/>
                </a:lnTo>
                <a:lnTo>
                  <a:pt x="4353" y="439"/>
                </a:lnTo>
                <a:lnTo>
                  <a:pt x="4355" y="440"/>
                </a:lnTo>
                <a:lnTo>
                  <a:pt x="4355" y="440"/>
                </a:lnTo>
                <a:lnTo>
                  <a:pt x="4356" y="439"/>
                </a:lnTo>
                <a:lnTo>
                  <a:pt x="4357" y="439"/>
                </a:lnTo>
                <a:lnTo>
                  <a:pt x="4357" y="439"/>
                </a:lnTo>
                <a:lnTo>
                  <a:pt x="4357" y="439"/>
                </a:lnTo>
                <a:lnTo>
                  <a:pt x="4358" y="439"/>
                </a:lnTo>
                <a:lnTo>
                  <a:pt x="4359" y="439"/>
                </a:lnTo>
                <a:lnTo>
                  <a:pt x="4359" y="439"/>
                </a:lnTo>
                <a:lnTo>
                  <a:pt x="4361" y="439"/>
                </a:lnTo>
                <a:lnTo>
                  <a:pt x="4361" y="439"/>
                </a:lnTo>
                <a:lnTo>
                  <a:pt x="4361" y="439"/>
                </a:lnTo>
                <a:lnTo>
                  <a:pt x="4363" y="439"/>
                </a:lnTo>
                <a:lnTo>
                  <a:pt x="4363" y="439"/>
                </a:lnTo>
                <a:lnTo>
                  <a:pt x="4363" y="439"/>
                </a:lnTo>
                <a:lnTo>
                  <a:pt x="4364" y="439"/>
                </a:lnTo>
                <a:lnTo>
                  <a:pt x="4365" y="439"/>
                </a:lnTo>
                <a:lnTo>
                  <a:pt x="4365" y="439"/>
                </a:lnTo>
                <a:lnTo>
                  <a:pt x="4365" y="439"/>
                </a:lnTo>
                <a:lnTo>
                  <a:pt x="4367" y="440"/>
                </a:lnTo>
                <a:lnTo>
                  <a:pt x="4367" y="440"/>
                </a:lnTo>
                <a:lnTo>
                  <a:pt x="4367" y="440"/>
                </a:lnTo>
                <a:lnTo>
                  <a:pt x="4369" y="440"/>
                </a:lnTo>
                <a:lnTo>
                  <a:pt x="4369" y="439"/>
                </a:lnTo>
                <a:lnTo>
                  <a:pt x="4370" y="439"/>
                </a:lnTo>
                <a:lnTo>
                  <a:pt x="4371" y="439"/>
                </a:lnTo>
                <a:lnTo>
                  <a:pt x="4371" y="439"/>
                </a:lnTo>
                <a:lnTo>
                  <a:pt x="4372" y="440"/>
                </a:lnTo>
                <a:lnTo>
                  <a:pt x="4373" y="439"/>
                </a:lnTo>
                <a:lnTo>
                  <a:pt x="4373" y="439"/>
                </a:lnTo>
                <a:lnTo>
                  <a:pt x="4373" y="439"/>
                </a:lnTo>
                <a:lnTo>
                  <a:pt x="4375" y="439"/>
                </a:lnTo>
                <a:lnTo>
                  <a:pt x="4375" y="439"/>
                </a:lnTo>
                <a:lnTo>
                  <a:pt x="4377" y="440"/>
                </a:lnTo>
                <a:lnTo>
                  <a:pt x="4377" y="440"/>
                </a:lnTo>
                <a:lnTo>
                  <a:pt x="4379" y="439"/>
                </a:lnTo>
                <a:lnTo>
                  <a:pt x="4379" y="440"/>
                </a:lnTo>
                <a:lnTo>
                  <a:pt x="4379" y="440"/>
                </a:lnTo>
                <a:lnTo>
                  <a:pt x="4380" y="440"/>
                </a:lnTo>
                <a:lnTo>
                  <a:pt x="4381" y="440"/>
                </a:lnTo>
                <a:lnTo>
                  <a:pt x="4381" y="440"/>
                </a:lnTo>
                <a:lnTo>
                  <a:pt x="4383" y="439"/>
                </a:lnTo>
                <a:lnTo>
                  <a:pt x="4383" y="439"/>
                </a:lnTo>
                <a:lnTo>
                  <a:pt x="4383" y="439"/>
                </a:lnTo>
                <a:lnTo>
                  <a:pt x="4384" y="439"/>
                </a:lnTo>
                <a:lnTo>
                  <a:pt x="4385" y="439"/>
                </a:lnTo>
                <a:lnTo>
                  <a:pt x="4385" y="439"/>
                </a:lnTo>
                <a:lnTo>
                  <a:pt x="4386" y="440"/>
                </a:lnTo>
                <a:lnTo>
                  <a:pt x="4387" y="439"/>
                </a:lnTo>
                <a:lnTo>
                  <a:pt x="4387" y="439"/>
                </a:lnTo>
                <a:lnTo>
                  <a:pt x="4388" y="439"/>
                </a:lnTo>
                <a:lnTo>
                  <a:pt x="4389" y="439"/>
                </a:lnTo>
                <a:lnTo>
                  <a:pt x="4389" y="439"/>
                </a:lnTo>
                <a:lnTo>
                  <a:pt x="4389" y="439"/>
                </a:lnTo>
                <a:lnTo>
                  <a:pt x="4390" y="439"/>
                </a:lnTo>
                <a:lnTo>
                  <a:pt x="4391" y="439"/>
                </a:lnTo>
                <a:lnTo>
                  <a:pt x="4391" y="439"/>
                </a:lnTo>
                <a:lnTo>
                  <a:pt x="4392" y="439"/>
                </a:lnTo>
                <a:lnTo>
                  <a:pt x="4393" y="439"/>
                </a:lnTo>
                <a:lnTo>
                  <a:pt x="4393" y="439"/>
                </a:lnTo>
                <a:lnTo>
                  <a:pt x="4393" y="440"/>
                </a:lnTo>
                <a:lnTo>
                  <a:pt x="4395" y="439"/>
                </a:lnTo>
                <a:lnTo>
                  <a:pt x="4395" y="439"/>
                </a:lnTo>
                <a:lnTo>
                  <a:pt x="4395" y="439"/>
                </a:lnTo>
                <a:lnTo>
                  <a:pt x="4396" y="439"/>
                </a:lnTo>
                <a:lnTo>
                  <a:pt x="4397" y="439"/>
                </a:lnTo>
                <a:lnTo>
                  <a:pt x="4397" y="439"/>
                </a:lnTo>
                <a:lnTo>
                  <a:pt x="4398" y="440"/>
                </a:lnTo>
                <a:lnTo>
                  <a:pt x="4399" y="439"/>
                </a:lnTo>
                <a:lnTo>
                  <a:pt x="4399" y="440"/>
                </a:lnTo>
                <a:lnTo>
                  <a:pt x="4399" y="440"/>
                </a:lnTo>
                <a:lnTo>
                  <a:pt x="4401" y="439"/>
                </a:lnTo>
                <a:lnTo>
                  <a:pt x="4401" y="439"/>
                </a:lnTo>
                <a:lnTo>
                  <a:pt x="4402" y="439"/>
                </a:lnTo>
                <a:lnTo>
                  <a:pt x="4402" y="439"/>
                </a:lnTo>
                <a:lnTo>
                  <a:pt x="4403" y="439"/>
                </a:lnTo>
                <a:lnTo>
                  <a:pt x="4403" y="439"/>
                </a:lnTo>
                <a:lnTo>
                  <a:pt x="4404" y="439"/>
                </a:lnTo>
                <a:lnTo>
                  <a:pt x="4405" y="439"/>
                </a:lnTo>
                <a:lnTo>
                  <a:pt x="4405" y="439"/>
                </a:lnTo>
                <a:lnTo>
                  <a:pt x="4407" y="440"/>
                </a:lnTo>
                <a:lnTo>
                  <a:pt x="4407" y="440"/>
                </a:lnTo>
                <a:lnTo>
                  <a:pt x="4407" y="440"/>
                </a:lnTo>
                <a:lnTo>
                  <a:pt x="4409" y="439"/>
                </a:lnTo>
                <a:lnTo>
                  <a:pt x="4409" y="439"/>
                </a:lnTo>
                <a:lnTo>
                  <a:pt x="4410" y="439"/>
                </a:lnTo>
                <a:lnTo>
                  <a:pt x="4411" y="439"/>
                </a:lnTo>
                <a:lnTo>
                  <a:pt x="4411" y="439"/>
                </a:lnTo>
                <a:lnTo>
                  <a:pt x="4412" y="440"/>
                </a:lnTo>
                <a:lnTo>
                  <a:pt x="4413" y="439"/>
                </a:lnTo>
                <a:lnTo>
                  <a:pt x="4413" y="439"/>
                </a:lnTo>
                <a:lnTo>
                  <a:pt x="4413" y="439"/>
                </a:lnTo>
                <a:lnTo>
                  <a:pt x="4413" y="439"/>
                </a:lnTo>
                <a:lnTo>
                  <a:pt x="4414" y="439"/>
                </a:lnTo>
                <a:lnTo>
                  <a:pt x="4415" y="439"/>
                </a:lnTo>
                <a:lnTo>
                  <a:pt x="4415" y="440"/>
                </a:lnTo>
                <a:lnTo>
                  <a:pt x="4416" y="440"/>
                </a:lnTo>
                <a:lnTo>
                  <a:pt x="4417" y="439"/>
                </a:lnTo>
                <a:lnTo>
                  <a:pt x="4417" y="440"/>
                </a:lnTo>
                <a:lnTo>
                  <a:pt x="4417" y="440"/>
                </a:lnTo>
                <a:lnTo>
                  <a:pt x="4419" y="439"/>
                </a:lnTo>
                <a:lnTo>
                  <a:pt x="4419" y="439"/>
                </a:lnTo>
                <a:lnTo>
                  <a:pt x="4419" y="439"/>
                </a:lnTo>
                <a:lnTo>
                  <a:pt x="4420" y="439"/>
                </a:lnTo>
                <a:lnTo>
                  <a:pt x="4421" y="439"/>
                </a:lnTo>
                <a:lnTo>
                  <a:pt x="4421" y="440"/>
                </a:lnTo>
                <a:lnTo>
                  <a:pt x="4422" y="440"/>
                </a:lnTo>
                <a:lnTo>
                  <a:pt x="4423" y="440"/>
                </a:lnTo>
                <a:lnTo>
                  <a:pt x="4423" y="440"/>
                </a:lnTo>
                <a:lnTo>
                  <a:pt x="4424" y="439"/>
                </a:lnTo>
                <a:lnTo>
                  <a:pt x="4425" y="439"/>
                </a:lnTo>
                <a:lnTo>
                  <a:pt x="4425" y="439"/>
                </a:lnTo>
                <a:lnTo>
                  <a:pt x="4426" y="439"/>
                </a:lnTo>
                <a:lnTo>
                  <a:pt x="4427" y="439"/>
                </a:lnTo>
                <a:lnTo>
                  <a:pt x="4427" y="439"/>
                </a:lnTo>
                <a:lnTo>
                  <a:pt x="4427" y="439"/>
                </a:lnTo>
                <a:lnTo>
                  <a:pt x="4428" y="439"/>
                </a:lnTo>
                <a:lnTo>
                  <a:pt x="4429" y="439"/>
                </a:lnTo>
                <a:lnTo>
                  <a:pt x="4429" y="439"/>
                </a:lnTo>
                <a:lnTo>
                  <a:pt x="4431" y="439"/>
                </a:lnTo>
                <a:lnTo>
                  <a:pt x="4431" y="440"/>
                </a:lnTo>
                <a:lnTo>
                  <a:pt x="4433" y="439"/>
                </a:lnTo>
                <a:lnTo>
                  <a:pt x="4433" y="439"/>
                </a:lnTo>
                <a:lnTo>
                  <a:pt x="4433" y="439"/>
                </a:lnTo>
                <a:lnTo>
                  <a:pt x="4435" y="440"/>
                </a:lnTo>
                <a:lnTo>
                  <a:pt x="4435" y="440"/>
                </a:lnTo>
                <a:lnTo>
                  <a:pt x="4436" y="440"/>
                </a:lnTo>
                <a:lnTo>
                  <a:pt x="4437" y="440"/>
                </a:lnTo>
                <a:lnTo>
                  <a:pt x="4437" y="440"/>
                </a:lnTo>
                <a:lnTo>
                  <a:pt x="4438" y="440"/>
                </a:lnTo>
                <a:lnTo>
                  <a:pt x="4439" y="440"/>
                </a:lnTo>
                <a:lnTo>
                  <a:pt x="4439" y="440"/>
                </a:lnTo>
                <a:lnTo>
                  <a:pt x="4441" y="440"/>
                </a:lnTo>
                <a:lnTo>
                  <a:pt x="4441" y="440"/>
                </a:lnTo>
                <a:lnTo>
                  <a:pt x="4442" y="439"/>
                </a:lnTo>
                <a:lnTo>
                  <a:pt x="4443" y="440"/>
                </a:lnTo>
                <a:lnTo>
                  <a:pt x="4443" y="440"/>
                </a:lnTo>
                <a:lnTo>
                  <a:pt x="4445" y="439"/>
                </a:lnTo>
                <a:lnTo>
                  <a:pt x="4445" y="439"/>
                </a:lnTo>
                <a:lnTo>
                  <a:pt x="4445" y="440"/>
                </a:lnTo>
                <a:lnTo>
                  <a:pt x="4446" y="440"/>
                </a:lnTo>
                <a:lnTo>
                  <a:pt x="4447" y="439"/>
                </a:lnTo>
                <a:lnTo>
                  <a:pt x="4447" y="439"/>
                </a:lnTo>
                <a:lnTo>
                  <a:pt x="4448" y="440"/>
                </a:lnTo>
                <a:lnTo>
                  <a:pt x="4449" y="439"/>
                </a:lnTo>
                <a:lnTo>
                  <a:pt x="4449" y="439"/>
                </a:lnTo>
                <a:lnTo>
                  <a:pt x="4449" y="439"/>
                </a:lnTo>
                <a:lnTo>
                  <a:pt x="4449" y="439"/>
                </a:lnTo>
                <a:lnTo>
                  <a:pt x="4451" y="439"/>
                </a:lnTo>
                <a:lnTo>
                  <a:pt x="4451" y="439"/>
                </a:lnTo>
                <a:lnTo>
                  <a:pt x="4451" y="439"/>
                </a:lnTo>
                <a:lnTo>
                  <a:pt x="4451" y="439"/>
                </a:lnTo>
                <a:lnTo>
                  <a:pt x="4452" y="440"/>
                </a:lnTo>
                <a:lnTo>
                  <a:pt x="4453" y="439"/>
                </a:lnTo>
                <a:lnTo>
                  <a:pt x="4453" y="439"/>
                </a:lnTo>
                <a:lnTo>
                  <a:pt x="4454" y="439"/>
                </a:lnTo>
                <a:lnTo>
                  <a:pt x="4455" y="439"/>
                </a:lnTo>
                <a:lnTo>
                  <a:pt x="4455" y="439"/>
                </a:lnTo>
                <a:lnTo>
                  <a:pt x="4455" y="439"/>
                </a:lnTo>
                <a:lnTo>
                  <a:pt x="4457" y="439"/>
                </a:lnTo>
                <a:lnTo>
                  <a:pt x="4457" y="439"/>
                </a:lnTo>
                <a:lnTo>
                  <a:pt x="4458" y="439"/>
                </a:lnTo>
                <a:lnTo>
                  <a:pt x="4459" y="440"/>
                </a:lnTo>
                <a:lnTo>
                  <a:pt x="4459" y="440"/>
                </a:lnTo>
                <a:lnTo>
                  <a:pt x="4460" y="440"/>
                </a:lnTo>
                <a:lnTo>
                  <a:pt x="4461" y="440"/>
                </a:lnTo>
                <a:lnTo>
                  <a:pt x="4461" y="440"/>
                </a:lnTo>
                <a:lnTo>
                  <a:pt x="4461" y="440"/>
                </a:lnTo>
                <a:lnTo>
                  <a:pt x="4461" y="440"/>
                </a:lnTo>
                <a:lnTo>
                  <a:pt x="4463" y="439"/>
                </a:lnTo>
                <a:lnTo>
                  <a:pt x="4463" y="440"/>
                </a:lnTo>
                <a:lnTo>
                  <a:pt x="4463" y="440"/>
                </a:lnTo>
                <a:lnTo>
                  <a:pt x="4465" y="439"/>
                </a:lnTo>
                <a:lnTo>
                  <a:pt x="4465" y="439"/>
                </a:lnTo>
                <a:lnTo>
                  <a:pt x="4466" y="438"/>
                </a:lnTo>
                <a:lnTo>
                  <a:pt x="4467" y="439"/>
                </a:lnTo>
                <a:lnTo>
                  <a:pt x="4467" y="439"/>
                </a:lnTo>
                <a:lnTo>
                  <a:pt x="4469" y="439"/>
                </a:lnTo>
                <a:lnTo>
                  <a:pt x="4469" y="439"/>
                </a:lnTo>
                <a:lnTo>
                  <a:pt x="4469" y="439"/>
                </a:lnTo>
                <a:lnTo>
                  <a:pt x="4470" y="439"/>
                </a:lnTo>
                <a:lnTo>
                  <a:pt x="4471" y="440"/>
                </a:lnTo>
                <a:lnTo>
                  <a:pt x="4471" y="440"/>
                </a:lnTo>
                <a:lnTo>
                  <a:pt x="4471" y="439"/>
                </a:lnTo>
                <a:lnTo>
                  <a:pt x="4472" y="439"/>
                </a:lnTo>
                <a:lnTo>
                  <a:pt x="4473" y="440"/>
                </a:lnTo>
                <a:lnTo>
                  <a:pt x="4473" y="440"/>
                </a:lnTo>
                <a:lnTo>
                  <a:pt x="4475" y="441"/>
                </a:lnTo>
                <a:lnTo>
                  <a:pt x="4475" y="440"/>
                </a:lnTo>
                <a:lnTo>
                  <a:pt x="4475" y="440"/>
                </a:lnTo>
                <a:lnTo>
                  <a:pt x="4477" y="439"/>
                </a:lnTo>
                <a:lnTo>
                  <a:pt x="4477" y="439"/>
                </a:lnTo>
                <a:lnTo>
                  <a:pt x="4478" y="439"/>
                </a:lnTo>
                <a:lnTo>
                  <a:pt x="4479" y="439"/>
                </a:lnTo>
                <a:lnTo>
                  <a:pt x="4479" y="439"/>
                </a:lnTo>
                <a:lnTo>
                  <a:pt x="4479" y="439"/>
                </a:lnTo>
                <a:lnTo>
                  <a:pt x="4481" y="440"/>
                </a:lnTo>
                <a:lnTo>
                  <a:pt x="4481" y="439"/>
                </a:lnTo>
                <a:lnTo>
                  <a:pt x="4481" y="440"/>
                </a:lnTo>
                <a:lnTo>
                  <a:pt x="4481" y="440"/>
                </a:lnTo>
                <a:lnTo>
                  <a:pt x="4482" y="439"/>
                </a:lnTo>
                <a:lnTo>
                  <a:pt x="4483" y="439"/>
                </a:lnTo>
                <a:lnTo>
                  <a:pt x="4483" y="439"/>
                </a:lnTo>
                <a:lnTo>
                  <a:pt x="4485" y="440"/>
                </a:lnTo>
                <a:lnTo>
                  <a:pt x="4485" y="440"/>
                </a:lnTo>
                <a:lnTo>
                  <a:pt x="4485" y="439"/>
                </a:lnTo>
                <a:lnTo>
                  <a:pt x="4485" y="439"/>
                </a:lnTo>
                <a:lnTo>
                  <a:pt x="4487" y="439"/>
                </a:lnTo>
                <a:lnTo>
                  <a:pt x="4487" y="439"/>
                </a:lnTo>
                <a:lnTo>
                  <a:pt x="4487" y="439"/>
                </a:lnTo>
                <a:lnTo>
                  <a:pt x="4488" y="439"/>
                </a:lnTo>
                <a:lnTo>
                  <a:pt x="4488" y="439"/>
                </a:lnTo>
                <a:lnTo>
                  <a:pt x="4489" y="439"/>
                </a:lnTo>
                <a:lnTo>
                  <a:pt x="4489" y="439"/>
                </a:lnTo>
                <a:lnTo>
                  <a:pt x="4490" y="439"/>
                </a:lnTo>
                <a:lnTo>
                  <a:pt x="4490" y="439"/>
                </a:lnTo>
                <a:lnTo>
                  <a:pt x="4491" y="439"/>
                </a:lnTo>
                <a:lnTo>
                  <a:pt x="4491" y="439"/>
                </a:lnTo>
                <a:lnTo>
                  <a:pt x="4493" y="440"/>
                </a:lnTo>
                <a:lnTo>
                  <a:pt x="4493" y="440"/>
                </a:lnTo>
                <a:lnTo>
                  <a:pt x="4495" y="439"/>
                </a:lnTo>
                <a:lnTo>
                  <a:pt x="4495" y="439"/>
                </a:lnTo>
                <a:lnTo>
                  <a:pt x="4496" y="439"/>
                </a:lnTo>
                <a:lnTo>
                  <a:pt x="4497" y="440"/>
                </a:lnTo>
                <a:lnTo>
                  <a:pt x="4497" y="440"/>
                </a:lnTo>
                <a:lnTo>
                  <a:pt x="4498" y="440"/>
                </a:lnTo>
                <a:lnTo>
                  <a:pt x="4499" y="440"/>
                </a:lnTo>
                <a:lnTo>
                  <a:pt x="4499" y="440"/>
                </a:lnTo>
                <a:lnTo>
                  <a:pt x="4501" y="439"/>
                </a:lnTo>
                <a:lnTo>
                  <a:pt x="4501" y="439"/>
                </a:lnTo>
                <a:lnTo>
                  <a:pt x="4502" y="439"/>
                </a:lnTo>
                <a:lnTo>
                  <a:pt x="4503" y="439"/>
                </a:lnTo>
                <a:lnTo>
                  <a:pt x="4503" y="439"/>
                </a:lnTo>
                <a:lnTo>
                  <a:pt x="4504" y="439"/>
                </a:lnTo>
                <a:lnTo>
                  <a:pt x="4505" y="439"/>
                </a:lnTo>
                <a:lnTo>
                  <a:pt x="4505" y="439"/>
                </a:lnTo>
                <a:lnTo>
                  <a:pt x="4506" y="440"/>
                </a:lnTo>
                <a:lnTo>
                  <a:pt x="4507" y="439"/>
                </a:lnTo>
                <a:lnTo>
                  <a:pt x="4507" y="439"/>
                </a:lnTo>
                <a:lnTo>
                  <a:pt x="4508" y="440"/>
                </a:lnTo>
                <a:lnTo>
                  <a:pt x="4508" y="439"/>
                </a:lnTo>
                <a:lnTo>
                  <a:pt x="4509" y="439"/>
                </a:lnTo>
                <a:lnTo>
                  <a:pt x="4509" y="440"/>
                </a:lnTo>
                <a:lnTo>
                  <a:pt x="4511" y="439"/>
                </a:lnTo>
                <a:lnTo>
                  <a:pt x="4511" y="439"/>
                </a:lnTo>
                <a:lnTo>
                  <a:pt x="4511" y="439"/>
                </a:lnTo>
                <a:lnTo>
                  <a:pt x="4512" y="439"/>
                </a:lnTo>
                <a:lnTo>
                  <a:pt x="4513" y="440"/>
                </a:lnTo>
                <a:lnTo>
                  <a:pt x="4513" y="440"/>
                </a:lnTo>
                <a:lnTo>
                  <a:pt x="4513" y="440"/>
                </a:lnTo>
                <a:lnTo>
                  <a:pt x="4514" y="440"/>
                </a:lnTo>
                <a:lnTo>
                  <a:pt x="4515" y="439"/>
                </a:lnTo>
                <a:lnTo>
                  <a:pt x="4515" y="439"/>
                </a:lnTo>
                <a:lnTo>
                  <a:pt x="4517" y="439"/>
                </a:lnTo>
                <a:lnTo>
                  <a:pt x="4517" y="439"/>
                </a:lnTo>
                <a:lnTo>
                  <a:pt x="4518" y="439"/>
                </a:lnTo>
                <a:lnTo>
                  <a:pt x="4519" y="439"/>
                </a:lnTo>
                <a:lnTo>
                  <a:pt x="4519" y="439"/>
                </a:lnTo>
                <a:lnTo>
                  <a:pt x="4520" y="440"/>
                </a:lnTo>
                <a:lnTo>
                  <a:pt x="4521" y="439"/>
                </a:lnTo>
                <a:lnTo>
                  <a:pt x="4521" y="439"/>
                </a:lnTo>
                <a:lnTo>
                  <a:pt x="4523" y="439"/>
                </a:lnTo>
                <a:lnTo>
                  <a:pt x="4523" y="439"/>
                </a:lnTo>
                <a:lnTo>
                  <a:pt x="4523" y="439"/>
                </a:lnTo>
                <a:lnTo>
                  <a:pt x="4525" y="439"/>
                </a:lnTo>
                <a:lnTo>
                  <a:pt x="4525" y="439"/>
                </a:lnTo>
                <a:lnTo>
                  <a:pt x="4525" y="439"/>
                </a:lnTo>
                <a:lnTo>
                  <a:pt x="4526" y="440"/>
                </a:lnTo>
                <a:lnTo>
                  <a:pt x="4527" y="439"/>
                </a:lnTo>
                <a:lnTo>
                  <a:pt x="4527" y="439"/>
                </a:lnTo>
                <a:lnTo>
                  <a:pt x="4527" y="439"/>
                </a:lnTo>
                <a:lnTo>
                  <a:pt x="4527" y="439"/>
                </a:lnTo>
                <a:lnTo>
                  <a:pt x="4529" y="439"/>
                </a:lnTo>
                <a:lnTo>
                  <a:pt x="4529" y="439"/>
                </a:lnTo>
                <a:lnTo>
                  <a:pt x="4529" y="439"/>
                </a:lnTo>
                <a:lnTo>
                  <a:pt x="4530" y="439"/>
                </a:lnTo>
                <a:lnTo>
                  <a:pt x="4531" y="439"/>
                </a:lnTo>
                <a:lnTo>
                  <a:pt x="4531" y="439"/>
                </a:lnTo>
                <a:lnTo>
                  <a:pt x="4533" y="438"/>
                </a:lnTo>
                <a:lnTo>
                  <a:pt x="4533" y="438"/>
                </a:lnTo>
                <a:lnTo>
                  <a:pt x="4533" y="438"/>
                </a:lnTo>
                <a:lnTo>
                  <a:pt x="4535" y="440"/>
                </a:lnTo>
                <a:lnTo>
                  <a:pt x="4535" y="440"/>
                </a:lnTo>
                <a:lnTo>
                  <a:pt x="4536" y="440"/>
                </a:lnTo>
                <a:lnTo>
                  <a:pt x="4537" y="439"/>
                </a:lnTo>
                <a:lnTo>
                  <a:pt x="4537" y="439"/>
                </a:lnTo>
                <a:lnTo>
                  <a:pt x="4537" y="439"/>
                </a:lnTo>
                <a:lnTo>
                  <a:pt x="4537" y="439"/>
                </a:lnTo>
                <a:lnTo>
                  <a:pt x="4539" y="439"/>
                </a:lnTo>
                <a:lnTo>
                  <a:pt x="4539" y="439"/>
                </a:lnTo>
                <a:lnTo>
                  <a:pt x="4539" y="439"/>
                </a:lnTo>
                <a:lnTo>
                  <a:pt x="4539" y="439"/>
                </a:lnTo>
                <a:lnTo>
                  <a:pt x="4541" y="440"/>
                </a:lnTo>
                <a:lnTo>
                  <a:pt x="4541" y="440"/>
                </a:lnTo>
                <a:lnTo>
                  <a:pt x="4541" y="440"/>
                </a:lnTo>
                <a:lnTo>
                  <a:pt x="4542" y="440"/>
                </a:lnTo>
                <a:lnTo>
                  <a:pt x="4543" y="440"/>
                </a:lnTo>
                <a:lnTo>
                  <a:pt x="4543" y="440"/>
                </a:lnTo>
                <a:lnTo>
                  <a:pt x="4544" y="440"/>
                </a:lnTo>
                <a:lnTo>
                  <a:pt x="4545" y="439"/>
                </a:lnTo>
                <a:lnTo>
                  <a:pt x="4545" y="439"/>
                </a:lnTo>
                <a:lnTo>
                  <a:pt x="4545" y="439"/>
                </a:lnTo>
                <a:lnTo>
                  <a:pt x="4546" y="440"/>
                </a:lnTo>
                <a:lnTo>
                  <a:pt x="4547" y="439"/>
                </a:lnTo>
                <a:lnTo>
                  <a:pt x="4547" y="439"/>
                </a:lnTo>
                <a:lnTo>
                  <a:pt x="4547" y="439"/>
                </a:lnTo>
                <a:lnTo>
                  <a:pt x="4549" y="440"/>
                </a:lnTo>
                <a:lnTo>
                  <a:pt x="4549" y="440"/>
                </a:lnTo>
                <a:lnTo>
                  <a:pt x="4551" y="440"/>
                </a:lnTo>
                <a:lnTo>
                  <a:pt x="4551" y="440"/>
                </a:lnTo>
                <a:lnTo>
                  <a:pt x="4552" y="440"/>
                </a:lnTo>
                <a:lnTo>
                  <a:pt x="4552" y="440"/>
                </a:lnTo>
                <a:lnTo>
                  <a:pt x="4553" y="440"/>
                </a:lnTo>
                <a:lnTo>
                  <a:pt x="4553" y="440"/>
                </a:lnTo>
                <a:lnTo>
                  <a:pt x="4555" y="439"/>
                </a:lnTo>
                <a:lnTo>
                  <a:pt x="4555" y="439"/>
                </a:lnTo>
                <a:lnTo>
                  <a:pt x="4556" y="439"/>
                </a:lnTo>
                <a:lnTo>
                  <a:pt x="4557" y="439"/>
                </a:lnTo>
                <a:lnTo>
                  <a:pt x="4557" y="439"/>
                </a:lnTo>
                <a:lnTo>
                  <a:pt x="4558" y="439"/>
                </a:lnTo>
                <a:lnTo>
                  <a:pt x="4559" y="440"/>
                </a:lnTo>
                <a:lnTo>
                  <a:pt x="4559" y="440"/>
                </a:lnTo>
                <a:lnTo>
                  <a:pt x="4560" y="440"/>
                </a:lnTo>
                <a:lnTo>
                  <a:pt x="4561" y="439"/>
                </a:lnTo>
                <a:lnTo>
                  <a:pt x="4561" y="439"/>
                </a:lnTo>
                <a:lnTo>
                  <a:pt x="4563" y="438"/>
                </a:lnTo>
                <a:lnTo>
                  <a:pt x="4563" y="439"/>
                </a:lnTo>
                <a:lnTo>
                  <a:pt x="4563" y="438"/>
                </a:lnTo>
                <a:lnTo>
                  <a:pt x="4564" y="438"/>
                </a:lnTo>
                <a:lnTo>
                  <a:pt x="4565" y="439"/>
                </a:lnTo>
                <a:lnTo>
                  <a:pt x="4565" y="439"/>
                </a:lnTo>
                <a:lnTo>
                  <a:pt x="4565" y="439"/>
                </a:lnTo>
                <a:lnTo>
                  <a:pt x="4567" y="440"/>
                </a:lnTo>
                <a:lnTo>
                  <a:pt x="4567" y="439"/>
                </a:lnTo>
                <a:lnTo>
                  <a:pt x="4567" y="440"/>
                </a:lnTo>
                <a:lnTo>
                  <a:pt x="4568" y="439"/>
                </a:lnTo>
                <a:lnTo>
                  <a:pt x="4568" y="440"/>
                </a:lnTo>
                <a:lnTo>
                  <a:pt x="4569" y="439"/>
                </a:lnTo>
                <a:lnTo>
                  <a:pt x="4570" y="439"/>
                </a:lnTo>
                <a:lnTo>
                  <a:pt x="4570" y="439"/>
                </a:lnTo>
                <a:lnTo>
                  <a:pt x="4571" y="439"/>
                </a:lnTo>
                <a:lnTo>
                  <a:pt x="4571" y="439"/>
                </a:lnTo>
                <a:lnTo>
                  <a:pt x="4572" y="439"/>
                </a:lnTo>
                <a:lnTo>
                  <a:pt x="4572" y="439"/>
                </a:lnTo>
                <a:lnTo>
                  <a:pt x="4573" y="439"/>
                </a:lnTo>
                <a:lnTo>
                  <a:pt x="4573" y="439"/>
                </a:lnTo>
                <a:lnTo>
                  <a:pt x="4575" y="440"/>
                </a:lnTo>
                <a:lnTo>
                  <a:pt x="4575" y="440"/>
                </a:lnTo>
                <a:lnTo>
                  <a:pt x="4575" y="440"/>
                </a:lnTo>
                <a:lnTo>
                  <a:pt x="4576" y="440"/>
                </a:lnTo>
                <a:lnTo>
                  <a:pt x="4576" y="440"/>
                </a:lnTo>
                <a:lnTo>
                  <a:pt x="4577" y="440"/>
                </a:lnTo>
                <a:lnTo>
                  <a:pt x="4577" y="439"/>
                </a:lnTo>
                <a:lnTo>
                  <a:pt x="4578" y="439"/>
                </a:lnTo>
                <a:lnTo>
                  <a:pt x="4579" y="440"/>
                </a:lnTo>
                <a:lnTo>
                  <a:pt x="4579" y="439"/>
                </a:lnTo>
                <a:lnTo>
                  <a:pt x="4579" y="439"/>
                </a:lnTo>
                <a:lnTo>
                  <a:pt x="4580" y="439"/>
                </a:lnTo>
                <a:lnTo>
                  <a:pt x="4580" y="439"/>
                </a:lnTo>
                <a:lnTo>
                  <a:pt x="4581" y="439"/>
                </a:lnTo>
                <a:lnTo>
                  <a:pt x="4581" y="439"/>
                </a:lnTo>
                <a:lnTo>
                  <a:pt x="4582" y="439"/>
                </a:lnTo>
                <a:lnTo>
                  <a:pt x="4583" y="440"/>
                </a:lnTo>
                <a:lnTo>
                  <a:pt x="4583" y="440"/>
                </a:lnTo>
                <a:lnTo>
                  <a:pt x="4583" y="440"/>
                </a:lnTo>
                <a:lnTo>
                  <a:pt x="4585" y="439"/>
                </a:lnTo>
                <a:lnTo>
                  <a:pt x="4585" y="439"/>
                </a:lnTo>
                <a:lnTo>
                  <a:pt x="4586" y="439"/>
                </a:lnTo>
                <a:lnTo>
                  <a:pt x="4587" y="440"/>
                </a:lnTo>
                <a:lnTo>
                  <a:pt x="4587" y="440"/>
                </a:lnTo>
                <a:lnTo>
                  <a:pt x="4588" y="440"/>
                </a:lnTo>
                <a:lnTo>
                  <a:pt x="4589" y="440"/>
                </a:lnTo>
                <a:lnTo>
                  <a:pt x="4589" y="439"/>
                </a:lnTo>
                <a:lnTo>
                  <a:pt x="4590" y="439"/>
                </a:lnTo>
                <a:lnTo>
                  <a:pt x="4591" y="440"/>
                </a:lnTo>
                <a:lnTo>
                  <a:pt x="4591" y="440"/>
                </a:lnTo>
                <a:lnTo>
                  <a:pt x="4592" y="440"/>
                </a:lnTo>
                <a:lnTo>
                  <a:pt x="4593" y="439"/>
                </a:lnTo>
                <a:lnTo>
                  <a:pt x="4594" y="439"/>
                </a:lnTo>
                <a:lnTo>
                  <a:pt x="4595" y="439"/>
                </a:lnTo>
                <a:lnTo>
                  <a:pt x="4595" y="439"/>
                </a:lnTo>
                <a:lnTo>
                  <a:pt x="4596" y="439"/>
                </a:lnTo>
                <a:lnTo>
                  <a:pt x="4597" y="439"/>
                </a:lnTo>
                <a:lnTo>
                  <a:pt x="4597" y="439"/>
                </a:lnTo>
                <a:lnTo>
                  <a:pt x="4597" y="439"/>
                </a:lnTo>
                <a:lnTo>
                  <a:pt x="4598" y="439"/>
                </a:lnTo>
                <a:lnTo>
                  <a:pt x="4599" y="439"/>
                </a:lnTo>
                <a:lnTo>
                  <a:pt x="4599" y="439"/>
                </a:lnTo>
                <a:lnTo>
                  <a:pt x="4601" y="439"/>
                </a:lnTo>
                <a:lnTo>
                  <a:pt x="4601" y="439"/>
                </a:lnTo>
                <a:lnTo>
                  <a:pt x="4602" y="439"/>
                </a:lnTo>
                <a:lnTo>
                  <a:pt x="4603" y="439"/>
                </a:lnTo>
                <a:lnTo>
                  <a:pt x="4603" y="439"/>
                </a:lnTo>
                <a:lnTo>
                  <a:pt x="4604" y="439"/>
                </a:lnTo>
                <a:lnTo>
                  <a:pt x="4605" y="440"/>
                </a:lnTo>
                <a:lnTo>
                  <a:pt x="4605" y="440"/>
                </a:lnTo>
                <a:lnTo>
                  <a:pt x="4605" y="440"/>
                </a:lnTo>
                <a:lnTo>
                  <a:pt x="4606" y="439"/>
                </a:lnTo>
                <a:lnTo>
                  <a:pt x="4607" y="439"/>
                </a:lnTo>
                <a:lnTo>
                  <a:pt x="4607" y="439"/>
                </a:lnTo>
                <a:lnTo>
                  <a:pt x="4608" y="439"/>
                </a:lnTo>
                <a:lnTo>
                  <a:pt x="4609" y="440"/>
                </a:lnTo>
                <a:lnTo>
                  <a:pt x="4609" y="440"/>
                </a:lnTo>
                <a:lnTo>
                  <a:pt x="4610" y="440"/>
                </a:lnTo>
                <a:lnTo>
                  <a:pt x="4611" y="440"/>
                </a:lnTo>
                <a:lnTo>
                  <a:pt x="4611" y="440"/>
                </a:lnTo>
                <a:lnTo>
                  <a:pt x="4612" y="439"/>
                </a:lnTo>
                <a:lnTo>
                  <a:pt x="4612" y="440"/>
                </a:lnTo>
                <a:lnTo>
                  <a:pt x="4613" y="440"/>
                </a:lnTo>
                <a:lnTo>
                  <a:pt x="4613" y="440"/>
                </a:lnTo>
                <a:lnTo>
                  <a:pt x="4613" y="440"/>
                </a:lnTo>
                <a:lnTo>
                  <a:pt x="4615" y="439"/>
                </a:lnTo>
                <a:lnTo>
                  <a:pt x="4615" y="439"/>
                </a:lnTo>
                <a:lnTo>
                  <a:pt x="4616" y="439"/>
                </a:lnTo>
                <a:lnTo>
                  <a:pt x="4617" y="440"/>
                </a:lnTo>
                <a:lnTo>
                  <a:pt x="4618" y="440"/>
                </a:lnTo>
                <a:lnTo>
                  <a:pt x="4618" y="439"/>
                </a:lnTo>
                <a:lnTo>
                  <a:pt x="4618" y="440"/>
                </a:lnTo>
                <a:lnTo>
                  <a:pt x="4619" y="440"/>
                </a:lnTo>
                <a:lnTo>
                  <a:pt x="4619" y="440"/>
                </a:lnTo>
                <a:lnTo>
                  <a:pt x="4620" y="439"/>
                </a:lnTo>
                <a:lnTo>
                  <a:pt x="4621" y="440"/>
                </a:lnTo>
                <a:lnTo>
                  <a:pt x="4621" y="439"/>
                </a:lnTo>
                <a:lnTo>
                  <a:pt x="4621" y="439"/>
                </a:lnTo>
                <a:lnTo>
                  <a:pt x="4622" y="440"/>
                </a:lnTo>
                <a:lnTo>
                  <a:pt x="4623" y="439"/>
                </a:lnTo>
                <a:lnTo>
                  <a:pt x="4623" y="439"/>
                </a:lnTo>
                <a:lnTo>
                  <a:pt x="4624" y="439"/>
                </a:lnTo>
                <a:lnTo>
                  <a:pt x="4624" y="439"/>
                </a:lnTo>
                <a:lnTo>
                  <a:pt x="4625" y="439"/>
                </a:lnTo>
                <a:lnTo>
                  <a:pt x="4625" y="439"/>
                </a:lnTo>
                <a:lnTo>
                  <a:pt x="4627" y="439"/>
                </a:lnTo>
                <a:lnTo>
                  <a:pt x="4627" y="439"/>
                </a:lnTo>
                <a:lnTo>
                  <a:pt x="4628" y="438"/>
                </a:lnTo>
                <a:lnTo>
                  <a:pt x="4629" y="439"/>
                </a:lnTo>
                <a:lnTo>
                  <a:pt x="4629" y="438"/>
                </a:lnTo>
                <a:lnTo>
                  <a:pt x="4631" y="439"/>
                </a:lnTo>
                <a:lnTo>
                  <a:pt x="4631" y="439"/>
                </a:lnTo>
                <a:lnTo>
                  <a:pt x="4631" y="439"/>
                </a:lnTo>
                <a:lnTo>
                  <a:pt x="4633" y="440"/>
                </a:lnTo>
                <a:lnTo>
                  <a:pt x="4633" y="440"/>
                </a:lnTo>
                <a:lnTo>
                  <a:pt x="4633" y="440"/>
                </a:lnTo>
                <a:lnTo>
                  <a:pt x="4634" y="439"/>
                </a:lnTo>
                <a:lnTo>
                  <a:pt x="4635" y="440"/>
                </a:lnTo>
                <a:lnTo>
                  <a:pt x="4635" y="440"/>
                </a:lnTo>
                <a:lnTo>
                  <a:pt x="4635" y="440"/>
                </a:lnTo>
                <a:lnTo>
                  <a:pt x="4637" y="440"/>
                </a:lnTo>
                <a:lnTo>
                  <a:pt x="4637" y="440"/>
                </a:lnTo>
                <a:lnTo>
                  <a:pt x="4637" y="440"/>
                </a:lnTo>
                <a:lnTo>
                  <a:pt x="4638" y="440"/>
                </a:lnTo>
                <a:lnTo>
                  <a:pt x="4639" y="440"/>
                </a:lnTo>
                <a:lnTo>
                  <a:pt x="4639" y="440"/>
                </a:lnTo>
                <a:lnTo>
                  <a:pt x="4639" y="440"/>
                </a:lnTo>
                <a:lnTo>
                  <a:pt x="4640" y="439"/>
                </a:lnTo>
                <a:lnTo>
                  <a:pt x="4641" y="439"/>
                </a:lnTo>
                <a:lnTo>
                  <a:pt x="4642" y="439"/>
                </a:lnTo>
                <a:lnTo>
                  <a:pt x="4643" y="439"/>
                </a:lnTo>
                <a:lnTo>
                  <a:pt x="4643" y="439"/>
                </a:lnTo>
                <a:lnTo>
                  <a:pt x="4643" y="439"/>
                </a:lnTo>
                <a:lnTo>
                  <a:pt x="4645" y="439"/>
                </a:lnTo>
                <a:lnTo>
                  <a:pt x="4645" y="439"/>
                </a:lnTo>
                <a:lnTo>
                  <a:pt x="4646" y="440"/>
                </a:lnTo>
                <a:lnTo>
                  <a:pt x="4647" y="439"/>
                </a:lnTo>
                <a:lnTo>
                  <a:pt x="4647" y="439"/>
                </a:lnTo>
                <a:lnTo>
                  <a:pt x="4648" y="439"/>
                </a:lnTo>
                <a:lnTo>
                  <a:pt x="4648" y="439"/>
                </a:lnTo>
                <a:lnTo>
                  <a:pt x="4648" y="439"/>
                </a:lnTo>
                <a:lnTo>
                  <a:pt x="4649" y="439"/>
                </a:lnTo>
                <a:lnTo>
                  <a:pt x="4649" y="439"/>
                </a:lnTo>
                <a:lnTo>
                  <a:pt x="4651" y="440"/>
                </a:lnTo>
                <a:lnTo>
                  <a:pt x="4651" y="440"/>
                </a:lnTo>
                <a:lnTo>
                  <a:pt x="4652" y="439"/>
                </a:lnTo>
                <a:lnTo>
                  <a:pt x="4653" y="440"/>
                </a:lnTo>
                <a:lnTo>
                  <a:pt x="4653" y="440"/>
                </a:lnTo>
                <a:lnTo>
                  <a:pt x="4653" y="440"/>
                </a:lnTo>
                <a:lnTo>
                  <a:pt x="4654" y="439"/>
                </a:lnTo>
                <a:lnTo>
                  <a:pt x="4654" y="440"/>
                </a:lnTo>
                <a:lnTo>
                  <a:pt x="4655" y="439"/>
                </a:lnTo>
                <a:lnTo>
                  <a:pt x="4655" y="439"/>
                </a:lnTo>
                <a:lnTo>
                  <a:pt x="4656" y="439"/>
                </a:lnTo>
                <a:lnTo>
                  <a:pt x="4657" y="439"/>
                </a:lnTo>
                <a:lnTo>
                  <a:pt x="4657" y="439"/>
                </a:lnTo>
                <a:lnTo>
                  <a:pt x="4657" y="439"/>
                </a:lnTo>
                <a:lnTo>
                  <a:pt x="4658" y="439"/>
                </a:lnTo>
                <a:lnTo>
                  <a:pt x="4659" y="439"/>
                </a:lnTo>
                <a:lnTo>
                  <a:pt x="4659" y="439"/>
                </a:lnTo>
                <a:lnTo>
                  <a:pt x="4660" y="439"/>
                </a:lnTo>
                <a:lnTo>
                  <a:pt x="4661" y="439"/>
                </a:lnTo>
                <a:lnTo>
                  <a:pt x="4661" y="439"/>
                </a:lnTo>
                <a:lnTo>
                  <a:pt x="4661" y="439"/>
                </a:lnTo>
                <a:lnTo>
                  <a:pt x="4663" y="439"/>
                </a:lnTo>
                <a:lnTo>
                  <a:pt x="4663" y="439"/>
                </a:lnTo>
                <a:lnTo>
                  <a:pt x="4663" y="439"/>
                </a:lnTo>
                <a:lnTo>
                  <a:pt x="4665" y="439"/>
                </a:lnTo>
                <a:lnTo>
                  <a:pt x="4666" y="439"/>
                </a:lnTo>
                <a:lnTo>
                  <a:pt x="4666" y="439"/>
                </a:lnTo>
                <a:lnTo>
                  <a:pt x="4667" y="439"/>
                </a:lnTo>
                <a:lnTo>
                  <a:pt x="4667" y="439"/>
                </a:lnTo>
                <a:lnTo>
                  <a:pt x="4667" y="439"/>
                </a:lnTo>
                <a:lnTo>
                  <a:pt x="4668" y="439"/>
                </a:lnTo>
                <a:lnTo>
                  <a:pt x="4669" y="439"/>
                </a:lnTo>
                <a:lnTo>
                  <a:pt x="4669" y="439"/>
                </a:lnTo>
                <a:lnTo>
                  <a:pt x="4670" y="439"/>
                </a:lnTo>
                <a:lnTo>
                  <a:pt x="4671" y="440"/>
                </a:lnTo>
                <a:lnTo>
                  <a:pt x="4672" y="440"/>
                </a:lnTo>
                <a:lnTo>
                  <a:pt x="4672" y="440"/>
                </a:lnTo>
                <a:lnTo>
                  <a:pt x="4673" y="440"/>
                </a:lnTo>
                <a:lnTo>
                  <a:pt x="4673" y="440"/>
                </a:lnTo>
                <a:lnTo>
                  <a:pt x="4673" y="440"/>
                </a:lnTo>
                <a:lnTo>
                  <a:pt x="4674" y="439"/>
                </a:lnTo>
                <a:lnTo>
                  <a:pt x="4675" y="439"/>
                </a:lnTo>
                <a:lnTo>
                  <a:pt x="4675" y="439"/>
                </a:lnTo>
                <a:lnTo>
                  <a:pt x="4676" y="439"/>
                </a:lnTo>
                <a:lnTo>
                  <a:pt x="4677" y="440"/>
                </a:lnTo>
                <a:lnTo>
                  <a:pt x="4677" y="440"/>
                </a:lnTo>
                <a:lnTo>
                  <a:pt x="4677" y="440"/>
                </a:lnTo>
                <a:lnTo>
                  <a:pt x="4678" y="440"/>
                </a:lnTo>
                <a:lnTo>
                  <a:pt x="4678" y="440"/>
                </a:lnTo>
                <a:lnTo>
                  <a:pt x="4679" y="440"/>
                </a:lnTo>
                <a:lnTo>
                  <a:pt x="4679" y="440"/>
                </a:lnTo>
                <a:lnTo>
                  <a:pt x="4680" y="440"/>
                </a:lnTo>
                <a:lnTo>
                  <a:pt x="4681" y="439"/>
                </a:lnTo>
                <a:lnTo>
                  <a:pt x="4681" y="439"/>
                </a:lnTo>
                <a:lnTo>
                  <a:pt x="4682" y="439"/>
                </a:lnTo>
                <a:lnTo>
                  <a:pt x="4683" y="439"/>
                </a:lnTo>
                <a:lnTo>
                  <a:pt x="4683" y="439"/>
                </a:lnTo>
                <a:lnTo>
                  <a:pt x="4683" y="439"/>
                </a:lnTo>
                <a:lnTo>
                  <a:pt x="4684" y="439"/>
                </a:lnTo>
                <a:lnTo>
                  <a:pt x="4685" y="439"/>
                </a:lnTo>
                <a:lnTo>
                  <a:pt x="4685" y="439"/>
                </a:lnTo>
                <a:lnTo>
                  <a:pt x="4685" y="439"/>
                </a:lnTo>
                <a:lnTo>
                  <a:pt x="4687" y="439"/>
                </a:lnTo>
                <a:lnTo>
                  <a:pt x="4687" y="439"/>
                </a:lnTo>
                <a:lnTo>
                  <a:pt x="4687" y="439"/>
                </a:lnTo>
                <a:lnTo>
                  <a:pt x="4688" y="439"/>
                </a:lnTo>
                <a:lnTo>
                  <a:pt x="4688" y="439"/>
                </a:lnTo>
                <a:lnTo>
                  <a:pt x="4689" y="439"/>
                </a:lnTo>
                <a:lnTo>
                  <a:pt x="4689" y="439"/>
                </a:lnTo>
                <a:lnTo>
                  <a:pt x="4690" y="439"/>
                </a:lnTo>
                <a:lnTo>
                  <a:pt x="4691" y="439"/>
                </a:lnTo>
                <a:lnTo>
                  <a:pt x="4691" y="439"/>
                </a:lnTo>
                <a:lnTo>
                  <a:pt x="4691" y="439"/>
                </a:lnTo>
                <a:lnTo>
                  <a:pt x="4693" y="440"/>
                </a:lnTo>
                <a:lnTo>
                  <a:pt x="4693" y="440"/>
                </a:lnTo>
                <a:lnTo>
                  <a:pt x="4693" y="440"/>
                </a:lnTo>
                <a:lnTo>
                  <a:pt x="4694" y="440"/>
                </a:lnTo>
                <a:lnTo>
                  <a:pt x="4695" y="440"/>
                </a:lnTo>
                <a:lnTo>
                  <a:pt x="4695" y="440"/>
                </a:lnTo>
                <a:lnTo>
                  <a:pt x="4696" y="440"/>
                </a:lnTo>
                <a:lnTo>
                  <a:pt x="4696" y="440"/>
                </a:lnTo>
                <a:lnTo>
                  <a:pt x="4697" y="440"/>
                </a:lnTo>
                <a:lnTo>
                  <a:pt x="4697" y="440"/>
                </a:lnTo>
                <a:lnTo>
                  <a:pt x="4697" y="440"/>
                </a:lnTo>
                <a:lnTo>
                  <a:pt x="4699" y="440"/>
                </a:lnTo>
                <a:lnTo>
                  <a:pt x="4699" y="440"/>
                </a:lnTo>
                <a:lnTo>
                  <a:pt x="4701" y="440"/>
                </a:lnTo>
                <a:lnTo>
                  <a:pt x="4701" y="440"/>
                </a:lnTo>
                <a:lnTo>
                  <a:pt x="4702" y="440"/>
                </a:lnTo>
                <a:lnTo>
                  <a:pt x="4702" y="440"/>
                </a:lnTo>
                <a:lnTo>
                  <a:pt x="4703" y="440"/>
                </a:lnTo>
                <a:lnTo>
                  <a:pt x="4703" y="440"/>
                </a:lnTo>
                <a:lnTo>
                  <a:pt x="4703" y="440"/>
                </a:lnTo>
                <a:lnTo>
                  <a:pt x="4705" y="439"/>
                </a:lnTo>
                <a:lnTo>
                  <a:pt x="4705" y="439"/>
                </a:lnTo>
                <a:lnTo>
                  <a:pt x="4707" y="439"/>
                </a:lnTo>
                <a:lnTo>
                  <a:pt x="4707" y="439"/>
                </a:lnTo>
                <a:lnTo>
                  <a:pt x="4707" y="439"/>
                </a:lnTo>
                <a:lnTo>
                  <a:pt x="4708" y="439"/>
                </a:lnTo>
                <a:lnTo>
                  <a:pt x="4709" y="439"/>
                </a:lnTo>
                <a:lnTo>
                  <a:pt x="4709" y="439"/>
                </a:lnTo>
                <a:lnTo>
                  <a:pt x="4709" y="439"/>
                </a:lnTo>
                <a:lnTo>
                  <a:pt x="4711" y="438"/>
                </a:lnTo>
                <a:lnTo>
                  <a:pt x="4711" y="439"/>
                </a:lnTo>
                <a:lnTo>
                  <a:pt x="4711" y="439"/>
                </a:lnTo>
                <a:lnTo>
                  <a:pt x="4712" y="439"/>
                </a:lnTo>
                <a:lnTo>
                  <a:pt x="4713" y="439"/>
                </a:lnTo>
                <a:lnTo>
                  <a:pt x="4713" y="439"/>
                </a:lnTo>
                <a:lnTo>
                  <a:pt x="4715" y="439"/>
                </a:lnTo>
                <a:lnTo>
                  <a:pt x="4715" y="439"/>
                </a:lnTo>
                <a:lnTo>
                  <a:pt x="4716" y="439"/>
                </a:lnTo>
                <a:lnTo>
                  <a:pt x="4717" y="439"/>
                </a:lnTo>
                <a:lnTo>
                  <a:pt x="4717" y="439"/>
                </a:lnTo>
                <a:lnTo>
                  <a:pt x="4717" y="439"/>
                </a:lnTo>
                <a:lnTo>
                  <a:pt x="4718" y="439"/>
                </a:lnTo>
                <a:lnTo>
                  <a:pt x="4719" y="439"/>
                </a:lnTo>
                <a:lnTo>
                  <a:pt x="4720" y="439"/>
                </a:lnTo>
                <a:lnTo>
                  <a:pt x="4720" y="439"/>
                </a:lnTo>
                <a:lnTo>
                  <a:pt x="4721" y="439"/>
                </a:lnTo>
                <a:lnTo>
                  <a:pt x="4721" y="439"/>
                </a:lnTo>
                <a:lnTo>
                  <a:pt x="4722" y="439"/>
                </a:lnTo>
                <a:lnTo>
                  <a:pt x="4723" y="440"/>
                </a:lnTo>
                <a:lnTo>
                  <a:pt x="4723" y="440"/>
                </a:lnTo>
                <a:lnTo>
                  <a:pt x="4723" y="440"/>
                </a:lnTo>
                <a:lnTo>
                  <a:pt x="4724" y="440"/>
                </a:lnTo>
                <a:lnTo>
                  <a:pt x="4725" y="439"/>
                </a:lnTo>
                <a:lnTo>
                  <a:pt x="4725" y="439"/>
                </a:lnTo>
                <a:lnTo>
                  <a:pt x="4726" y="439"/>
                </a:lnTo>
                <a:lnTo>
                  <a:pt x="4726" y="439"/>
                </a:lnTo>
                <a:lnTo>
                  <a:pt x="4727" y="439"/>
                </a:lnTo>
                <a:lnTo>
                  <a:pt x="4728" y="439"/>
                </a:lnTo>
                <a:lnTo>
                  <a:pt x="4728" y="439"/>
                </a:lnTo>
                <a:lnTo>
                  <a:pt x="4728" y="439"/>
                </a:lnTo>
                <a:lnTo>
                  <a:pt x="4729" y="439"/>
                </a:lnTo>
                <a:lnTo>
                  <a:pt x="4729" y="439"/>
                </a:lnTo>
                <a:lnTo>
                  <a:pt x="4730" y="440"/>
                </a:lnTo>
                <a:lnTo>
                  <a:pt x="4731" y="440"/>
                </a:lnTo>
                <a:lnTo>
                  <a:pt x="4731" y="440"/>
                </a:lnTo>
                <a:lnTo>
                  <a:pt x="4733" y="439"/>
                </a:lnTo>
                <a:lnTo>
                  <a:pt x="4734" y="439"/>
                </a:lnTo>
                <a:lnTo>
                  <a:pt x="4734" y="439"/>
                </a:lnTo>
                <a:lnTo>
                  <a:pt x="4734" y="439"/>
                </a:lnTo>
                <a:lnTo>
                  <a:pt x="4735" y="439"/>
                </a:lnTo>
                <a:lnTo>
                  <a:pt x="4735" y="439"/>
                </a:lnTo>
                <a:lnTo>
                  <a:pt x="4735" y="439"/>
                </a:lnTo>
                <a:lnTo>
                  <a:pt x="4736" y="439"/>
                </a:lnTo>
                <a:lnTo>
                  <a:pt x="4737" y="440"/>
                </a:lnTo>
                <a:lnTo>
                  <a:pt x="4737" y="439"/>
                </a:lnTo>
                <a:lnTo>
                  <a:pt x="4737" y="439"/>
                </a:lnTo>
                <a:lnTo>
                  <a:pt x="4738" y="439"/>
                </a:lnTo>
                <a:lnTo>
                  <a:pt x="4739" y="439"/>
                </a:lnTo>
                <a:lnTo>
                  <a:pt x="4739" y="439"/>
                </a:lnTo>
                <a:lnTo>
                  <a:pt x="4740" y="439"/>
                </a:lnTo>
                <a:lnTo>
                  <a:pt x="4740" y="439"/>
                </a:lnTo>
                <a:lnTo>
                  <a:pt x="4741" y="439"/>
                </a:lnTo>
                <a:lnTo>
                  <a:pt x="4741" y="439"/>
                </a:lnTo>
                <a:lnTo>
                  <a:pt x="4741" y="439"/>
                </a:lnTo>
                <a:lnTo>
                  <a:pt x="4742" y="439"/>
                </a:lnTo>
                <a:lnTo>
                  <a:pt x="4743" y="440"/>
                </a:lnTo>
                <a:lnTo>
                  <a:pt x="4743" y="439"/>
                </a:lnTo>
                <a:lnTo>
                  <a:pt x="4744" y="439"/>
                </a:lnTo>
                <a:lnTo>
                  <a:pt x="4745" y="439"/>
                </a:lnTo>
                <a:lnTo>
                  <a:pt x="4745" y="439"/>
                </a:lnTo>
                <a:lnTo>
                  <a:pt x="4746" y="439"/>
                </a:lnTo>
                <a:lnTo>
                  <a:pt x="4747" y="440"/>
                </a:lnTo>
                <a:lnTo>
                  <a:pt x="4747" y="439"/>
                </a:lnTo>
                <a:lnTo>
                  <a:pt x="4748" y="439"/>
                </a:lnTo>
                <a:lnTo>
                  <a:pt x="4749" y="439"/>
                </a:lnTo>
                <a:lnTo>
                  <a:pt x="4749" y="439"/>
                </a:lnTo>
                <a:lnTo>
                  <a:pt x="4750" y="439"/>
                </a:lnTo>
                <a:lnTo>
                  <a:pt x="4750" y="439"/>
                </a:lnTo>
                <a:lnTo>
                  <a:pt x="4751" y="440"/>
                </a:lnTo>
                <a:lnTo>
                  <a:pt x="4752" y="440"/>
                </a:lnTo>
                <a:lnTo>
                  <a:pt x="4753" y="439"/>
                </a:lnTo>
                <a:lnTo>
                  <a:pt x="4753" y="440"/>
                </a:lnTo>
                <a:lnTo>
                  <a:pt x="4753" y="440"/>
                </a:lnTo>
                <a:lnTo>
                  <a:pt x="4754" y="440"/>
                </a:lnTo>
                <a:lnTo>
                  <a:pt x="4754" y="439"/>
                </a:lnTo>
                <a:lnTo>
                  <a:pt x="4755" y="440"/>
                </a:lnTo>
                <a:lnTo>
                  <a:pt x="4755" y="440"/>
                </a:lnTo>
                <a:lnTo>
                  <a:pt x="4756" y="440"/>
                </a:lnTo>
                <a:lnTo>
                  <a:pt x="4757" y="440"/>
                </a:lnTo>
                <a:lnTo>
                  <a:pt x="4758" y="440"/>
                </a:lnTo>
                <a:lnTo>
                  <a:pt x="4758" y="440"/>
                </a:lnTo>
                <a:lnTo>
                  <a:pt x="4759" y="439"/>
                </a:lnTo>
                <a:lnTo>
                  <a:pt x="4759" y="439"/>
                </a:lnTo>
                <a:lnTo>
                  <a:pt x="4761" y="439"/>
                </a:lnTo>
                <a:lnTo>
                  <a:pt x="4761" y="439"/>
                </a:lnTo>
                <a:lnTo>
                  <a:pt x="4762" y="439"/>
                </a:lnTo>
                <a:lnTo>
                  <a:pt x="4764" y="439"/>
                </a:lnTo>
                <a:lnTo>
                  <a:pt x="4764" y="439"/>
                </a:lnTo>
                <a:lnTo>
                  <a:pt x="4764" y="439"/>
                </a:lnTo>
                <a:lnTo>
                  <a:pt x="4765" y="439"/>
                </a:lnTo>
                <a:lnTo>
                  <a:pt x="4765" y="439"/>
                </a:lnTo>
                <a:lnTo>
                  <a:pt x="4765" y="439"/>
                </a:lnTo>
                <a:lnTo>
                  <a:pt x="4766" y="439"/>
                </a:lnTo>
                <a:lnTo>
                  <a:pt x="4767" y="440"/>
                </a:lnTo>
                <a:lnTo>
                  <a:pt x="4768" y="440"/>
                </a:lnTo>
                <a:lnTo>
                  <a:pt x="4768" y="440"/>
                </a:lnTo>
                <a:lnTo>
                  <a:pt x="4769" y="440"/>
                </a:lnTo>
                <a:lnTo>
                  <a:pt x="4769" y="440"/>
                </a:lnTo>
                <a:lnTo>
                  <a:pt x="4770" y="440"/>
                </a:lnTo>
                <a:lnTo>
                  <a:pt x="4770" y="440"/>
                </a:lnTo>
                <a:lnTo>
                  <a:pt x="4771" y="440"/>
                </a:lnTo>
                <a:lnTo>
                  <a:pt x="4771" y="440"/>
                </a:lnTo>
                <a:lnTo>
                  <a:pt x="4771" y="440"/>
                </a:lnTo>
                <a:lnTo>
                  <a:pt x="4771" y="440"/>
                </a:lnTo>
                <a:lnTo>
                  <a:pt x="4773" y="439"/>
                </a:lnTo>
                <a:lnTo>
                  <a:pt x="4774" y="439"/>
                </a:lnTo>
                <a:lnTo>
                  <a:pt x="4774" y="439"/>
                </a:lnTo>
                <a:lnTo>
                  <a:pt x="4775" y="439"/>
                </a:lnTo>
                <a:lnTo>
                  <a:pt x="4775" y="439"/>
                </a:lnTo>
                <a:lnTo>
                  <a:pt x="4776" y="439"/>
                </a:lnTo>
                <a:lnTo>
                  <a:pt x="4777" y="439"/>
                </a:lnTo>
                <a:lnTo>
                  <a:pt x="4777" y="439"/>
                </a:lnTo>
                <a:lnTo>
                  <a:pt x="4777" y="439"/>
                </a:lnTo>
                <a:lnTo>
                  <a:pt x="4779" y="439"/>
                </a:lnTo>
                <a:lnTo>
                  <a:pt x="4779" y="439"/>
                </a:lnTo>
                <a:lnTo>
                  <a:pt x="4781" y="440"/>
                </a:lnTo>
                <a:lnTo>
                  <a:pt x="4782" y="440"/>
                </a:lnTo>
                <a:lnTo>
                  <a:pt x="4782" y="440"/>
                </a:lnTo>
                <a:lnTo>
                  <a:pt x="4782" y="440"/>
                </a:lnTo>
                <a:lnTo>
                  <a:pt x="4783" y="439"/>
                </a:lnTo>
                <a:lnTo>
                  <a:pt x="4783" y="439"/>
                </a:lnTo>
                <a:lnTo>
                  <a:pt x="4783" y="439"/>
                </a:lnTo>
                <a:lnTo>
                  <a:pt x="4784" y="439"/>
                </a:lnTo>
                <a:lnTo>
                  <a:pt x="4785" y="440"/>
                </a:lnTo>
                <a:lnTo>
                  <a:pt x="4785" y="440"/>
                </a:lnTo>
                <a:lnTo>
                  <a:pt x="4785" y="440"/>
                </a:lnTo>
                <a:lnTo>
                  <a:pt x="4786" y="440"/>
                </a:lnTo>
                <a:lnTo>
                  <a:pt x="4788" y="439"/>
                </a:lnTo>
                <a:lnTo>
                  <a:pt x="4788" y="439"/>
                </a:lnTo>
                <a:lnTo>
                  <a:pt x="4789" y="438"/>
                </a:lnTo>
                <a:lnTo>
                  <a:pt x="4789" y="438"/>
                </a:lnTo>
                <a:lnTo>
                  <a:pt x="4789" y="439"/>
                </a:lnTo>
                <a:lnTo>
                  <a:pt x="4791" y="439"/>
                </a:lnTo>
                <a:lnTo>
                  <a:pt x="4792" y="439"/>
                </a:lnTo>
                <a:lnTo>
                  <a:pt x="4792" y="440"/>
                </a:lnTo>
                <a:lnTo>
                  <a:pt x="4793" y="439"/>
                </a:lnTo>
                <a:lnTo>
                  <a:pt x="4794" y="439"/>
                </a:lnTo>
                <a:lnTo>
                  <a:pt x="4795" y="439"/>
                </a:lnTo>
                <a:lnTo>
                  <a:pt x="4795" y="439"/>
                </a:lnTo>
                <a:lnTo>
                  <a:pt x="4796" y="440"/>
                </a:lnTo>
                <a:lnTo>
                  <a:pt x="4797" y="440"/>
                </a:lnTo>
                <a:lnTo>
                  <a:pt x="4798" y="440"/>
                </a:lnTo>
                <a:lnTo>
                  <a:pt x="4798" y="440"/>
                </a:lnTo>
                <a:lnTo>
                  <a:pt x="4799" y="440"/>
                </a:lnTo>
                <a:lnTo>
                  <a:pt x="4799" y="440"/>
                </a:lnTo>
                <a:lnTo>
                  <a:pt x="4800" y="440"/>
                </a:lnTo>
                <a:lnTo>
                  <a:pt x="4801" y="439"/>
                </a:lnTo>
                <a:lnTo>
                  <a:pt x="4801" y="440"/>
                </a:lnTo>
                <a:lnTo>
                  <a:pt x="4801" y="440"/>
                </a:lnTo>
                <a:lnTo>
                  <a:pt x="4803" y="439"/>
                </a:lnTo>
                <a:lnTo>
                  <a:pt x="4803" y="440"/>
                </a:lnTo>
                <a:lnTo>
                  <a:pt x="4804" y="440"/>
                </a:lnTo>
                <a:lnTo>
                  <a:pt x="4805" y="439"/>
                </a:lnTo>
                <a:lnTo>
                  <a:pt x="4806" y="440"/>
                </a:lnTo>
                <a:lnTo>
                  <a:pt x="4806" y="440"/>
                </a:lnTo>
                <a:lnTo>
                  <a:pt x="4806" y="439"/>
                </a:lnTo>
                <a:lnTo>
                  <a:pt x="4807" y="440"/>
                </a:lnTo>
                <a:lnTo>
                  <a:pt x="4807" y="439"/>
                </a:lnTo>
                <a:lnTo>
                  <a:pt x="4807" y="439"/>
                </a:lnTo>
                <a:lnTo>
                  <a:pt x="4808" y="439"/>
                </a:lnTo>
                <a:lnTo>
                  <a:pt x="4809" y="440"/>
                </a:lnTo>
                <a:lnTo>
                  <a:pt x="4809" y="440"/>
                </a:lnTo>
                <a:lnTo>
                  <a:pt x="4810" y="439"/>
                </a:lnTo>
                <a:lnTo>
                  <a:pt x="4811" y="440"/>
                </a:lnTo>
                <a:lnTo>
                  <a:pt x="4812" y="440"/>
                </a:lnTo>
                <a:lnTo>
                  <a:pt x="4812" y="439"/>
                </a:lnTo>
                <a:lnTo>
                  <a:pt x="4813" y="440"/>
                </a:lnTo>
                <a:lnTo>
                  <a:pt x="4813" y="440"/>
                </a:lnTo>
                <a:lnTo>
                  <a:pt x="4813" y="440"/>
                </a:lnTo>
                <a:lnTo>
                  <a:pt x="4814" y="440"/>
                </a:lnTo>
                <a:lnTo>
                  <a:pt x="4815" y="440"/>
                </a:lnTo>
                <a:lnTo>
                  <a:pt x="4816" y="440"/>
                </a:lnTo>
                <a:lnTo>
                  <a:pt x="4817" y="439"/>
                </a:lnTo>
                <a:lnTo>
                  <a:pt x="4818" y="439"/>
                </a:lnTo>
                <a:lnTo>
                  <a:pt x="4818" y="439"/>
                </a:lnTo>
                <a:lnTo>
                  <a:pt x="4819" y="439"/>
                </a:lnTo>
                <a:lnTo>
                  <a:pt x="4819" y="439"/>
                </a:lnTo>
                <a:lnTo>
                  <a:pt x="4819" y="439"/>
                </a:lnTo>
                <a:lnTo>
                  <a:pt x="4819" y="439"/>
                </a:lnTo>
                <a:lnTo>
                  <a:pt x="4821" y="440"/>
                </a:lnTo>
                <a:lnTo>
                  <a:pt x="4822" y="440"/>
                </a:lnTo>
                <a:lnTo>
                  <a:pt x="4822" y="440"/>
                </a:lnTo>
                <a:lnTo>
                  <a:pt x="4823" y="440"/>
                </a:lnTo>
                <a:lnTo>
                  <a:pt x="4824" y="440"/>
                </a:lnTo>
                <a:lnTo>
                  <a:pt x="4824" y="440"/>
                </a:lnTo>
                <a:lnTo>
                  <a:pt x="4824" y="439"/>
                </a:lnTo>
                <a:lnTo>
                  <a:pt x="4825" y="439"/>
                </a:lnTo>
                <a:lnTo>
                  <a:pt x="4825" y="439"/>
                </a:lnTo>
                <a:lnTo>
                  <a:pt x="4826" y="439"/>
                </a:lnTo>
                <a:lnTo>
                  <a:pt x="4827" y="440"/>
                </a:lnTo>
                <a:lnTo>
                  <a:pt x="4827" y="440"/>
                </a:lnTo>
                <a:lnTo>
                  <a:pt x="4828" y="440"/>
                </a:lnTo>
                <a:lnTo>
                  <a:pt x="4829" y="439"/>
                </a:lnTo>
                <a:lnTo>
                  <a:pt x="4830" y="439"/>
                </a:lnTo>
                <a:lnTo>
                  <a:pt x="4830" y="439"/>
                </a:lnTo>
                <a:lnTo>
                  <a:pt x="4830" y="439"/>
                </a:lnTo>
                <a:lnTo>
                  <a:pt x="4831" y="440"/>
                </a:lnTo>
                <a:lnTo>
                  <a:pt x="4831" y="439"/>
                </a:lnTo>
                <a:lnTo>
                  <a:pt x="4831" y="439"/>
                </a:lnTo>
                <a:lnTo>
                  <a:pt x="4833" y="439"/>
                </a:lnTo>
                <a:lnTo>
                  <a:pt x="4833" y="439"/>
                </a:lnTo>
                <a:lnTo>
                  <a:pt x="4833" y="439"/>
                </a:lnTo>
                <a:lnTo>
                  <a:pt x="4834" y="439"/>
                </a:lnTo>
                <a:lnTo>
                  <a:pt x="4836" y="439"/>
                </a:lnTo>
                <a:lnTo>
                  <a:pt x="4836" y="439"/>
                </a:lnTo>
                <a:lnTo>
                  <a:pt x="4836" y="439"/>
                </a:lnTo>
                <a:lnTo>
                  <a:pt x="4837" y="439"/>
                </a:lnTo>
                <a:lnTo>
                  <a:pt x="4837" y="439"/>
                </a:lnTo>
                <a:lnTo>
                  <a:pt x="4837" y="439"/>
                </a:lnTo>
                <a:lnTo>
                  <a:pt x="4838" y="439"/>
                </a:lnTo>
                <a:lnTo>
                  <a:pt x="4839" y="439"/>
                </a:lnTo>
                <a:lnTo>
                  <a:pt x="4840" y="438"/>
                </a:lnTo>
                <a:lnTo>
                  <a:pt x="4841" y="439"/>
                </a:lnTo>
                <a:lnTo>
                  <a:pt x="4841" y="439"/>
                </a:lnTo>
                <a:lnTo>
                  <a:pt x="4842" y="439"/>
                </a:lnTo>
                <a:lnTo>
                  <a:pt x="4843" y="439"/>
                </a:lnTo>
                <a:lnTo>
                  <a:pt x="4843" y="439"/>
                </a:lnTo>
                <a:lnTo>
                  <a:pt x="4843" y="439"/>
                </a:lnTo>
                <a:lnTo>
                  <a:pt x="4844" y="440"/>
                </a:lnTo>
                <a:lnTo>
                  <a:pt x="4845" y="439"/>
                </a:lnTo>
                <a:lnTo>
                  <a:pt x="4845" y="439"/>
                </a:lnTo>
                <a:lnTo>
                  <a:pt x="4846" y="439"/>
                </a:lnTo>
                <a:lnTo>
                  <a:pt x="4846" y="439"/>
                </a:lnTo>
                <a:lnTo>
                  <a:pt x="4847" y="439"/>
                </a:lnTo>
                <a:lnTo>
                  <a:pt x="4848" y="439"/>
                </a:lnTo>
                <a:lnTo>
                  <a:pt x="4849" y="439"/>
                </a:lnTo>
                <a:lnTo>
                  <a:pt x="4849" y="439"/>
                </a:lnTo>
                <a:lnTo>
                  <a:pt x="4849" y="439"/>
                </a:lnTo>
                <a:lnTo>
                  <a:pt x="4850" y="439"/>
                </a:lnTo>
                <a:lnTo>
                  <a:pt x="4851" y="439"/>
                </a:lnTo>
                <a:lnTo>
                  <a:pt x="4851" y="439"/>
                </a:lnTo>
                <a:lnTo>
                  <a:pt x="4852" y="439"/>
                </a:lnTo>
                <a:lnTo>
                  <a:pt x="4852" y="439"/>
                </a:lnTo>
                <a:lnTo>
                  <a:pt x="4853" y="439"/>
                </a:lnTo>
                <a:lnTo>
                  <a:pt x="4854" y="439"/>
                </a:lnTo>
                <a:lnTo>
                  <a:pt x="4854" y="439"/>
                </a:lnTo>
                <a:lnTo>
                  <a:pt x="4854" y="439"/>
                </a:lnTo>
                <a:lnTo>
                  <a:pt x="4855" y="439"/>
                </a:lnTo>
                <a:lnTo>
                  <a:pt x="4855" y="439"/>
                </a:lnTo>
                <a:lnTo>
                  <a:pt x="4856" y="439"/>
                </a:lnTo>
                <a:lnTo>
                  <a:pt x="4857" y="439"/>
                </a:lnTo>
                <a:lnTo>
                  <a:pt x="4857" y="439"/>
                </a:lnTo>
                <a:lnTo>
                  <a:pt x="4858" y="439"/>
                </a:lnTo>
                <a:lnTo>
                  <a:pt x="4860" y="439"/>
                </a:lnTo>
                <a:lnTo>
                  <a:pt x="4860" y="439"/>
                </a:lnTo>
                <a:lnTo>
                  <a:pt x="4860" y="439"/>
                </a:lnTo>
                <a:lnTo>
                  <a:pt x="4861" y="439"/>
                </a:lnTo>
                <a:lnTo>
                  <a:pt x="4861" y="439"/>
                </a:lnTo>
                <a:lnTo>
                  <a:pt x="4861" y="439"/>
                </a:lnTo>
                <a:lnTo>
                  <a:pt x="4862" y="439"/>
                </a:lnTo>
                <a:lnTo>
                  <a:pt x="4863" y="439"/>
                </a:lnTo>
                <a:lnTo>
                  <a:pt x="4863" y="439"/>
                </a:lnTo>
                <a:lnTo>
                  <a:pt x="4864" y="439"/>
                </a:lnTo>
                <a:lnTo>
                  <a:pt x="4864" y="439"/>
                </a:lnTo>
                <a:lnTo>
                  <a:pt x="4866" y="440"/>
                </a:lnTo>
                <a:lnTo>
                  <a:pt x="4866" y="440"/>
                </a:lnTo>
                <a:lnTo>
                  <a:pt x="4866" y="440"/>
                </a:lnTo>
                <a:lnTo>
                  <a:pt x="4868" y="440"/>
                </a:lnTo>
                <a:lnTo>
                  <a:pt x="4868" y="440"/>
                </a:lnTo>
                <a:lnTo>
                  <a:pt x="4868" y="440"/>
                </a:lnTo>
                <a:lnTo>
                  <a:pt x="4869" y="440"/>
                </a:lnTo>
                <a:lnTo>
                  <a:pt x="4870" y="440"/>
                </a:lnTo>
                <a:lnTo>
                  <a:pt x="4870" y="440"/>
                </a:lnTo>
                <a:lnTo>
                  <a:pt x="4871" y="440"/>
                </a:lnTo>
                <a:lnTo>
                  <a:pt x="4871" y="440"/>
                </a:lnTo>
                <a:lnTo>
                  <a:pt x="4872" y="440"/>
                </a:lnTo>
                <a:lnTo>
                  <a:pt x="4872" y="440"/>
                </a:lnTo>
                <a:lnTo>
                  <a:pt x="4872" y="440"/>
                </a:lnTo>
                <a:lnTo>
                  <a:pt x="4874" y="440"/>
                </a:lnTo>
                <a:lnTo>
                  <a:pt x="4874" y="440"/>
                </a:lnTo>
                <a:lnTo>
                  <a:pt x="4875" y="440"/>
                </a:lnTo>
                <a:lnTo>
                  <a:pt x="4875" y="440"/>
                </a:lnTo>
                <a:lnTo>
                  <a:pt x="4876" y="440"/>
                </a:lnTo>
                <a:lnTo>
                  <a:pt x="4877" y="440"/>
                </a:lnTo>
                <a:lnTo>
                  <a:pt x="4877" y="439"/>
                </a:lnTo>
                <a:lnTo>
                  <a:pt x="4878" y="439"/>
                </a:lnTo>
                <a:lnTo>
                  <a:pt x="4879" y="439"/>
                </a:lnTo>
                <a:lnTo>
                  <a:pt x="4880" y="439"/>
                </a:lnTo>
                <a:lnTo>
                  <a:pt x="4880" y="439"/>
                </a:lnTo>
                <a:lnTo>
                  <a:pt x="4880" y="439"/>
                </a:lnTo>
                <a:lnTo>
                  <a:pt x="4881" y="440"/>
                </a:lnTo>
                <a:lnTo>
                  <a:pt x="4881" y="440"/>
                </a:lnTo>
                <a:lnTo>
                  <a:pt x="4881" y="440"/>
                </a:lnTo>
                <a:lnTo>
                  <a:pt x="4883" y="439"/>
                </a:lnTo>
                <a:lnTo>
                  <a:pt x="4884" y="439"/>
                </a:lnTo>
                <a:lnTo>
                  <a:pt x="4884" y="439"/>
                </a:lnTo>
                <a:lnTo>
                  <a:pt x="4884" y="439"/>
                </a:lnTo>
                <a:lnTo>
                  <a:pt x="4885" y="440"/>
                </a:lnTo>
                <a:lnTo>
                  <a:pt x="4886" y="440"/>
                </a:lnTo>
                <a:lnTo>
                  <a:pt x="4886" y="440"/>
                </a:lnTo>
                <a:lnTo>
                  <a:pt x="4887" y="439"/>
                </a:lnTo>
                <a:lnTo>
                  <a:pt x="4888" y="439"/>
                </a:lnTo>
                <a:lnTo>
                  <a:pt x="4888" y="439"/>
                </a:lnTo>
                <a:lnTo>
                  <a:pt x="4889" y="439"/>
                </a:lnTo>
                <a:lnTo>
                  <a:pt x="4890" y="439"/>
                </a:lnTo>
                <a:lnTo>
                  <a:pt x="4890" y="439"/>
                </a:lnTo>
                <a:lnTo>
                  <a:pt x="4890" y="439"/>
                </a:lnTo>
                <a:lnTo>
                  <a:pt x="4892" y="439"/>
                </a:lnTo>
                <a:lnTo>
                  <a:pt x="4892" y="439"/>
                </a:lnTo>
                <a:lnTo>
                  <a:pt x="4892" y="439"/>
                </a:lnTo>
                <a:lnTo>
                  <a:pt x="4893" y="439"/>
                </a:lnTo>
                <a:lnTo>
                  <a:pt x="4894" y="439"/>
                </a:lnTo>
                <a:lnTo>
                  <a:pt x="4894" y="439"/>
                </a:lnTo>
                <a:lnTo>
                  <a:pt x="4895" y="440"/>
                </a:lnTo>
                <a:lnTo>
                  <a:pt x="4895" y="440"/>
                </a:lnTo>
                <a:lnTo>
                  <a:pt x="4896" y="440"/>
                </a:lnTo>
                <a:lnTo>
                  <a:pt x="4896" y="440"/>
                </a:lnTo>
                <a:lnTo>
                  <a:pt x="4897" y="439"/>
                </a:lnTo>
                <a:lnTo>
                  <a:pt x="4898" y="439"/>
                </a:lnTo>
                <a:lnTo>
                  <a:pt x="4898" y="439"/>
                </a:lnTo>
                <a:lnTo>
                  <a:pt x="4899" y="439"/>
                </a:lnTo>
                <a:lnTo>
                  <a:pt x="4899" y="439"/>
                </a:lnTo>
                <a:lnTo>
                  <a:pt x="4900" y="440"/>
                </a:lnTo>
                <a:lnTo>
                  <a:pt x="4901" y="440"/>
                </a:lnTo>
                <a:lnTo>
                  <a:pt x="4901" y="439"/>
                </a:lnTo>
                <a:lnTo>
                  <a:pt x="4902" y="439"/>
                </a:lnTo>
                <a:lnTo>
                  <a:pt x="4902" y="439"/>
                </a:lnTo>
                <a:lnTo>
                  <a:pt x="4903" y="440"/>
                </a:lnTo>
                <a:lnTo>
                  <a:pt x="4904" y="439"/>
                </a:lnTo>
                <a:lnTo>
                  <a:pt x="4904" y="439"/>
                </a:lnTo>
                <a:lnTo>
                  <a:pt x="4904" y="439"/>
                </a:lnTo>
                <a:lnTo>
                  <a:pt x="4905" y="439"/>
                </a:lnTo>
                <a:lnTo>
                  <a:pt x="4906" y="439"/>
                </a:lnTo>
                <a:lnTo>
                  <a:pt x="4906" y="439"/>
                </a:lnTo>
                <a:lnTo>
                  <a:pt x="4908" y="439"/>
                </a:lnTo>
                <a:lnTo>
                  <a:pt x="4908" y="439"/>
                </a:lnTo>
                <a:lnTo>
                  <a:pt x="4908" y="440"/>
                </a:lnTo>
                <a:lnTo>
                  <a:pt x="4910" y="440"/>
                </a:lnTo>
                <a:lnTo>
                  <a:pt x="4910" y="440"/>
                </a:lnTo>
                <a:lnTo>
                  <a:pt x="4910" y="440"/>
                </a:lnTo>
                <a:lnTo>
                  <a:pt x="4911" y="439"/>
                </a:lnTo>
                <a:lnTo>
                  <a:pt x="4912" y="439"/>
                </a:lnTo>
                <a:lnTo>
                  <a:pt x="4913" y="439"/>
                </a:lnTo>
                <a:lnTo>
                  <a:pt x="4914" y="439"/>
                </a:lnTo>
                <a:lnTo>
                  <a:pt x="4914" y="439"/>
                </a:lnTo>
                <a:lnTo>
                  <a:pt x="4914" y="439"/>
                </a:lnTo>
                <a:lnTo>
                  <a:pt x="4916" y="438"/>
                </a:lnTo>
                <a:lnTo>
                  <a:pt x="4916" y="438"/>
                </a:lnTo>
                <a:lnTo>
                  <a:pt x="4917" y="439"/>
                </a:lnTo>
                <a:lnTo>
                  <a:pt x="4917" y="439"/>
                </a:lnTo>
                <a:lnTo>
                  <a:pt x="4918" y="439"/>
                </a:lnTo>
                <a:lnTo>
                  <a:pt x="4919" y="439"/>
                </a:lnTo>
                <a:lnTo>
                  <a:pt x="4919" y="439"/>
                </a:lnTo>
                <a:lnTo>
                  <a:pt x="4920" y="439"/>
                </a:lnTo>
                <a:lnTo>
                  <a:pt x="4921" y="439"/>
                </a:lnTo>
                <a:lnTo>
                  <a:pt x="4922" y="439"/>
                </a:lnTo>
                <a:lnTo>
                  <a:pt x="4922" y="439"/>
                </a:lnTo>
                <a:lnTo>
                  <a:pt x="4922" y="439"/>
                </a:lnTo>
                <a:lnTo>
                  <a:pt x="4923" y="439"/>
                </a:lnTo>
                <a:lnTo>
                  <a:pt x="4923" y="439"/>
                </a:lnTo>
                <a:lnTo>
                  <a:pt x="4924" y="439"/>
                </a:lnTo>
                <a:lnTo>
                  <a:pt x="4924" y="439"/>
                </a:lnTo>
                <a:lnTo>
                  <a:pt x="4925" y="439"/>
                </a:lnTo>
                <a:lnTo>
                  <a:pt x="4926" y="439"/>
                </a:lnTo>
                <a:lnTo>
                  <a:pt x="4928" y="440"/>
                </a:lnTo>
                <a:lnTo>
                  <a:pt x="4928" y="440"/>
                </a:lnTo>
                <a:lnTo>
                  <a:pt x="4929" y="440"/>
                </a:lnTo>
                <a:lnTo>
                  <a:pt x="4930" y="440"/>
                </a:lnTo>
                <a:lnTo>
                  <a:pt x="4932" y="439"/>
                </a:lnTo>
                <a:lnTo>
                  <a:pt x="4932" y="439"/>
                </a:lnTo>
                <a:lnTo>
                  <a:pt x="4933" y="439"/>
                </a:lnTo>
                <a:lnTo>
                  <a:pt x="4934" y="439"/>
                </a:lnTo>
                <a:lnTo>
                  <a:pt x="4934" y="439"/>
                </a:lnTo>
                <a:lnTo>
                  <a:pt x="4935" y="440"/>
                </a:lnTo>
                <a:lnTo>
                  <a:pt x="4935" y="440"/>
                </a:lnTo>
                <a:lnTo>
                  <a:pt x="4935" y="440"/>
                </a:lnTo>
                <a:lnTo>
                  <a:pt x="4937" y="440"/>
                </a:lnTo>
                <a:lnTo>
                  <a:pt x="4938" y="439"/>
                </a:lnTo>
                <a:lnTo>
                  <a:pt x="4938" y="439"/>
                </a:lnTo>
                <a:lnTo>
                  <a:pt x="4939" y="439"/>
                </a:lnTo>
                <a:lnTo>
                  <a:pt x="4940" y="439"/>
                </a:lnTo>
                <a:lnTo>
                  <a:pt x="4940" y="439"/>
                </a:lnTo>
                <a:lnTo>
                  <a:pt x="4941" y="440"/>
                </a:lnTo>
                <a:lnTo>
                  <a:pt x="4942" y="439"/>
                </a:lnTo>
                <a:lnTo>
                  <a:pt x="4944" y="440"/>
                </a:lnTo>
                <a:lnTo>
                  <a:pt x="4944" y="440"/>
                </a:lnTo>
                <a:lnTo>
                  <a:pt x="4945" y="440"/>
                </a:lnTo>
                <a:lnTo>
                  <a:pt x="4946" y="440"/>
                </a:lnTo>
                <a:lnTo>
                  <a:pt x="4946" y="440"/>
                </a:lnTo>
                <a:lnTo>
                  <a:pt x="4947" y="439"/>
                </a:lnTo>
                <a:lnTo>
                  <a:pt x="4947" y="439"/>
                </a:lnTo>
                <a:lnTo>
                  <a:pt x="4948" y="439"/>
                </a:lnTo>
                <a:lnTo>
                  <a:pt x="4949" y="440"/>
                </a:lnTo>
                <a:lnTo>
                  <a:pt x="4950" y="440"/>
                </a:lnTo>
                <a:lnTo>
                  <a:pt x="4950" y="440"/>
                </a:lnTo>
                <a:lnTo>
                  <a:pt x="4952" y="439"/>
                </a:lnTo>
                <a:lnTo>
                  <a:pt x="4952" y="439"/>
                </a:lnTo>
                <a:lnTo>
                  <a:pt x="4952" y="440"/>
                </a:lnTo>
                <a:lnTo>
                  <a:pt x="4953" y="439"/>
                </a:lnTo>
                <a:lnTo>
                  <a:pt x="4954" y="439"/>
                </a:lnTo>
                <a:lnTo>
                  <a:pt x="4956" y="440"/>
                </a:lnTo>
                <a:lnTo>
                  <a:pt x="4956" y="439"/>
                </a:lnTo>
                <a:lnTo>
                  <a:pt x="4956" y="440"/>
                </a:lnTo>
                <a:lnTo>
                  <a:pt x="4958" y="439"/>
                </a:lnTo>
                <a:lnTo>
                  <a:pt x="4958" y="439"/>
                </a:lnTo>
                <a:lnTo>
                  <a:pt x="4959" y="439"/>
                </a:lnTo>
                <a:lnTo>
                  <a:pt x="4959" y="439"/>
                </a:lnTo>
                <a:lnTo>
                  <a:pt x="4959" y="439"/>
                </a:lnTo>
                <a:lnTo>
                  <a:pt x="4961" y="440"/>
                </a:lnTo>
                <a:lnTo>
                  <a:pt x="4962" y="440"/>
                </a:lnTo>
                <a:lnTo>
                  <a:pt x="4962" y="440"/>
                </a:lnTo>
                <a:lnTo>
                  <a:pt x="4962" y="440"/>
                </a:lnTo>
                <a:lnTo>
                  <a:pt x="4964" y="439"/>
                </a:lnTo>
                <a:lnTo>
                  <a:pt x="4964" y="439"/>
                </a:lnTo>
                <a:lnTo>
                  <a:pt x="4964" y="439"/>
                </a:lnTo>
                <a:lnTo>
                  <a:pt x="4965" y="440"/>
                </a:lnTo>
                <a:lnTo>
                  <a:pt x="4966" y="440"/>
                </a:lnTo>
                <a:lnTo>
                  <a:pt x="4967" y="440"/>
                </a:lnTo>
                <a:lnTo>
                  <a:pt x="4968" y="439"/>
                </a:lnTo>
                <a:lnTo>
                  <a:pt x="4968" y="439"/>
                </a:lnTo>
                <a:lnTo>
                  <a:pt x="4970" y="439"/>
                </a:lnTo>
                <a:lnTo>
                  <a:pt x="4970" y="439"/>
                </a:lnTo>
                <a:lnTo>
                  <a:pt x="4971" y="439"/>
                </a:lnTo>
                <a:lnTo>
                  <a:pt x="4972" y="439"/>
                </a:lnTo>
                <a:lnTo>
                  <a:pt x="4973" y="439"/>
                </a:lnTo>
                <a:lnTo>
                  <a:pt x="4973" y="439"/>
                </a:lnTo>
                <a:lnTo>
                  <a:pt x="4974" y="439"/>
                </a:lnTo>
                <a:lnTo>
                  <a:pt x="4974" y="439"/>
                </a:lnTo>
                <a:lnTo>
                  <a:pt x="4976" y="439"/>
                </a:lnTo>
                <a:lnTo>
                  <a:pt x="4976" y="439"/>
                </a:lnTo>
                <a:lnTo>
                  <a:pt x="4976" y="439"/>
                </a:lnTo>
                <a:lnTo>
                  <a:pt x="4976" y="439"/>
                </a:lnTo>
                <a:lnTo>
                  <a:pt x="4977" y="439"/>
                </a:lnTo>
                <a:lnTo>
                  <a:pt x="4978" y="439"/>
                </a:lnTo>
                <a:lnTo>
                  <a:pt x="4978" y="439"/>
                </a:lnTo>
                <a:lnTo>
                  <a:pt x="4980" y="440"/>
                </a:lnTo>
                <a:lnTo>
                  <a:pt x="4980" y="440"/>
                </a:lnTo>
                <a:lnTo>
                  <a:pt x="4981" y="440"/>
                </a:lnTo>
                <a:lnTo>
                  <a:pt x="4982" y="440"/>
                </a:lnTo>
                <a:lnTo>
                  <a:pt x="4982" y="439"/>
                </a:lnTo>
                <a:lnTo>
                  <a:pt x="4982" y="439"/>
                </a:lnTo>
                <a:lnTo>
                  <a:pt x="4983" y="439"/>
                </a:lnTo>
                <a:lnTo>
                  <a:pt x="4983" y="439"/>
                </a:lnTo>
                <a:lnTo>
                  <a:pt x="4984" y="439"/>
                </a:lnTo>
                <a:lnTo>
                  <a:pt x="4986" y="440"/>
                </a:lnTo>
                <a:lnTo>
                  <a:pt x="4986" y="440"/>
                </a:lnTo>
                <a:lnTo>
                  <a:pt x="4987" y="440"/>
                </a:lnTo>
                <a:lnTo>
                  <a:pt x="4988" y="440"/>
                </a:lnTo>
                <a:lnTo>
                  <a:pt x="4988" y="440"/>
                </a:lnTo>
                <a:lnTo>
                  <a:pt x="4989" y="439"/>
                </a:lnTo>
                <a:lnTo>
                  <a:pt x="4990" y="439"/>
                </a:lnTo>
                <a:lnTo>
                  <a:pt x="4991" y="439"/>
                </a:lnTo>
                <a:lnTo>
                  <a:pt x="4992" y="439"/>
                </a:lnTo>
                <a:lnTo>
                  <a:pt x="4992" y="439"/>
                </a:lnTo>
                <a:lnTo>
                  <a:pt x="4992" y="439"/>
                </a:lnTo>
                <a:lnTo>
                  <a:pt x="4992" y="439"/>
                </a:lnTo>
                <a:lnTo>
                  <a:pt x="4994" y="439"/>
                </a:lnTo>
                <a:lnTo>
                  <a:pt x="4994" y="439"/>
                </a:lnTo>
                <a:lnTo>
                  <a:pt x="4995" y="439"/>
                </a:lnTo>
                <a:lnTo>
                  <a:pt x="4995" y="439"/>
                </a:lnTo>
                <a:lnTo>
                  <a:pt x="4996" y="439"/>
                </a:lnTo>
                <a:lnTo>
                  <a:pt x="4996" y="439"/>
                </a:lnTo>
                <a:lnTo>
                  <a:pt x="4997" y="439"/>
                </a:lnTo>
                <a:lnTo>
                  <a:pt x="4998" y="439"/>
                </a:lnTo>
                <a:lnTo>
                  <a:pt x="5000" y="441"/>
                </a:lnTo>
                <a:lnTo>
                  <a:pt x="5000" y="441"/>
                </a:lnTo>
                <a:lnTo>
                  <a:pt x="5000" y="441"/>
                </a:lnTo>
                <a:lnTo>
                  <a:pt x="5001" y="440"/>
                </a:lnTo>
                <a:lnTo>
                  <a:pt x="5002" y="440"/>
                </a:lnTo>
                <a:lnTo>
                  <a:pt x="5004" y="440"/>
                </a:lnTo>
                <a:lnTo>
                  <a:pt x="5004" y="440"/>
                </a:lnTo>
                <a:lnTo>
                  <a:pt x="5005" y="439"/>
                </a:lnTo>
                <a:lnTo>
                  <a:pt x="5006" y="439"/>
                </a:lnTo>
                <a:lnTo>
                  <a:pt x="5006" y="439"/>
                </a:lnTo>
                <a:lnTo>
                  <a:pt x="5007" y="439"/>
                </a:lnTo>
                <a:lnTo>
                  <a:pt x="5008" y="439"/>
                </a:lnTo>
                <a:lnTo>
                  <a:pt x="5008" y="440"/>
                </a:lnTo>
                <a:lnTo>
                  <a:pt x="5009" y="439"/>
                </a:lnTo>
                <a:lnTo>
                  <a:pt x="5010" y="439"/>
                </a:lnTo>
                <a:lnTo>
                  <a:pt x="5010" y="439"/>
                </a:lnTo>
                <a:lnTo>
                  <a:pt x="5010" y="439"/>
                </a:lnTo>
                <a:lnTo>
                  <a:pt x="5012" y="439"/>
                </a:lnTo>
                <a:lnTo>
                  <a:pt x="5012" y="439"/>
                </a:lnTo>
                <a:lnTo>
                  <a:pt x="5012" y="439"/>
                </a:lnTo>
                <a:lnTo>
                  <a:pt x="5013" y="439"/>
                </a:lnTo>
                <a:lnTo>
                  <a:pt x="5013" y="439"/>
                </a:lnTo>
                <a:lnTo>
                  <a:pt x="5014" y="439"/>
                </a:lnTo>
                <a:lnTo>
                  <a:pt x="5015" y="440"/>
                </a:lnTo>
                <a:lnTo>
                  <a:pt x="5016" y="440"/>
                </a:lnTo>
                <a:lnTo>
                  <a:pt x="5016" y="439"/>
                </a:lnTo>
                <a:lnTo>
                  <a:pt x="5017" y="439"/>
                </a:lnTo>
                <a:lnTo>
                  <a:pt x="5018" y="439"/>
                </a:lnTo>
                <a:lnTo>
                  <a:pt x="5018" y="439"/>
                </a:lnTo>
                <a:lnTo>
                  <a:pt x="5018" y="439"/>
                </a:lnTo>
                <a:lnTo>
                  <a:pt x="5019" y="439"/>
                </a:lnTo>
                <a:lnTo>
                  <a:pt x="5020" y="439"/>
                </a:lnTo>
                <a:lnTo>
                  <a:pt x="5020" y="439"/>
                </a:lnTo>
                <a:lnTo>
                  <a:pt x="5021" y="439"/>
                </a:lnTo>
                <a:lnTo>
                  <a:pt x="5021" y="439"/>
                </a:lnTo>
                <a:lnTo>
                  <a:pt x="5022" y="439"/>
                </a:lnTo>
                <a:lnTo>
                  <a:pt x="5023" y="439"/>
                </a:lnTo>
                <a:lnTo>
                  <a:pt x="5024" y="439"/>
                </a:lnTo>
                <a:lnTo>
                  <a:pt x="5024" y="439"/>
                </a:lnTo>
                <a:lnTo>
                  <a:pt x="5024" y="439"/>
                </a:lnTo>
                <a:lnTo>
                  <a:pt x="5026" y="439"/>
                </a:lnTo>
                <a:lnTo>
                  <a:pt x="5026" y="439"/>
                </a:lnTo>
                <a:lnTo>
                  <a:pt x="5026" y="439"/>
                </a:lnTo>
                <a:lnTo>
                  <a:pt x="5028" y="439"/>
                </a:lnTo>
                <a:lnTo>
                  <a:pt x="5028" y="439"/>
                </a:lnTo>
                <a:lnTo>
                  <a:pt x="5029" y="439"/>
                </a:lnTo>
                <a:lnTo>
                  <a:pt x="5030" y="439"/>
                </a:lnTo>
                <a:lnTo>
                  <a:pt x="5030" y="440"/>
                </a:lnTo>
                <a:lnTo>
                  <a:pt x="5031" y="440"/>
                </a:lnTo>
                <a:lnTo>
                  <a:pt x="5032" y="440"/>
                </a:lnTo>
                <a:lnTo>
                  <a:pt x="5032" y="440"/>
                </a:lnTo>
                <a:lnTo>
                  <a:pt x="5033" y="440"/>
                </a:lnTo>
                <a:lnTo>
                  <a:pt x="5034" y="440"/>
                </a:lnTo>
                <a:lnTo>
                  <a:pt x="5034" y="440"/>
                </a:lnTo>
                <a:lnTo>
                  <a:pt x="5034" y="440"/>
                </a:lnTo>
                <a:lnTo>
                  <a:pt x="5035" y="440"/>
                </a:lnTo>
                <a:lnTo>
                  <a:pt x="5036" y="440"/>
                </a:lnTo>
                <a:lnTo>
                  <a:pt x="5036" y="440"/>
                </a:lnTo>
                <a:lnTo>
                  <a:pt x="5038" y="439"/>
                </a:lnTo>
                <a:lnTo>
                  <a:pt x="5038" y="439"/>
                </a:lnTo>
                <a:lnTo>
                  <a:pt x="5038" y="439"/>
                </a:lnTo>
                <a:lnTo>
                  <a:pt x="5038" y="439"/>
                </a:lnTo>
                <a:lnTo>
                  <a:pt x="5039" y="440"/>
                </a:lnTo>
                <a:lnTo>
                  <a:pt x="5040" y="440"/>
                </a:lnTo>
                <a:lnTo>
                  <a:pt x="5040" y="440"/>
                </a:lnTo>
                <a:lnTo>
                  <a:pt x="5042" y="439"/>
                </a:lnTo>
                <a:lnTo>
                  <a:pt x="5042" y="439"/>
                </a:lnTo>
                <a:lnTo>
                  <a:pt x="5042" y="439"/>
                </a:lnTo>
                <a:lnTo>
                  <a:pt x="5044" y="439"/>
                </a:lnTo>
                <a:lnTo>
                  <a:pt x="5044" y="439"/>
                </a:lnTo>
                <a:lnTo>
                  <a:pt x="5045" y="439"/>
                </a:lnTo>
                <a:lnTo>
                  <a:pt x="5045" y="439"/>
                </a:lnTo>
                <a:lnTo>
                  <a:pt x="5046" y="439"/>
                </a:lnTo>
                <a:lnTo>
                  <a:pt x="5046" y="439"/>
                </a:lnTo>
                <a:lnTo>
                  <a:pt x="5046" y="439"/>
                </a:lnTo>
                <a:lnTo>
                  <a:pt x="5047" y="439"/>
                </a:lnTo>
                <a:lnTo>
                  <a:pt x="5048" y="439"/>
                </a:lnTo>
                <a:lnTo>
                  <a:pt x="5048" y="439"/>
                </a:lnTo>
                <a:lnTo>
                  <a:pt x="5048" y="439"/>
                </a:lnTo>
                <a:lnTo>
                  <a:pt x="5049" y="439"/>
                </a:lnTo>
                <a:lnTo>
                  <a:pt x="5050" y="439"/>
                </a:lnTo>
                <a:lnTo>
                  <a:pt x="5050" y="439"/>
                </a:lnTo>
                <a:lnTo>
                  <a:pt x="5052" y="440"/>
                </a:lnTo>
                <a:lnTo>
                  <a:pt x="5052" y="440"/>
                </a:lnTo>
                <a:lnTo>
                  <a:pt x="5052" y="440"/>
                </a:lnTo>
                <a:lnTo>
                  <a:pt x="5054" y="440"/>
                </a:lnTo>
                <a:lnTo>
                  <a:pt x="5054" y="440"/>
                </a:lnTo>
                <a:lnTo>
                  <a:pt x="5054" y="440"/>
                </a:lnTo>
                <a:lnTo>
                  <a:pt x="5055" y="440"/>
                </a:lnTo>
                <a:lnTo>
                  <a:pt x="5056" y="440"/>
                </a:lnTo>
                <a:lnTo>
                  <a:pt x="5056" y="440"/>
                </a:lnTo>
                <a:lnTo>
                  <a:pt x="5058" y="440"/>
                </a:lnTo>
                <a:lnTo>
                  <a:pt x="5058" y="440"/>
                </a:lnTo>
                <a:lnTo>
                  <a:pt x="5058" y="440"/>
                </a:lnTo>
                <a:lnTo>
                  <a:pt x="5060" y="440"/>
                </a:lnTo>
                <a:lnTo>
                  <a:pt x="5060" y="440"/>
                </a:lnTo>
                <a:lnTo>
                  <a:pt x="5060" y="439"/>
                </a:lnTo>
                <a:lnTo>
                  <a:pt x="5062" y="441"/>
                </a:lnTo>
                <a:lnTo>
                  <a:pt x="5062" y="441"/>
                </a:lnTo>
                <a:lnTo>
                  <a:pt x="5063" y="442"/>
                </a:lnTo>
                <a:lnTo>
                  <a:pt x="5064" y="442"/>
                </a:lnTo>
                <a:lnTo>
                  <a:pt x="5064" y="441"/>
                </a:lnTo>
                <a:lnTo>
                  <a:pt x="5064" y="441"/>
                </a:lnTo>
                <a:lnTo>
                  <a:pt x="5066" y="440"/>
                </a:lnTo>
                <a:lnTo>
                  <a:pt x="5066" y="440"/>
                </a:lnTo>
                <a:lnTo>
                  <a:pt x="5068" y="439"/>
                </a:lnTo>
                <a:lnTo>
                  <a:pt x="5068" y="439"/>
                </a:lnTo>
                <a:lnTo>
                  <a:pt x="5068" y="439"/>
                </a:lnTo>
                <a:lnTo>
                  <a:pt x="5069" y="440"/>
                </a:lnTo>
                <a:lnTo>
                  <a:pt x="5070" y="440"/>
                </a:lnTo>
                <a:lnTo>
                  <a:pt x="5070" y="440"/>
                </a:lnTo>
                <a:lnTo>
                  <a:pt x="5072" y="441"/>
                </a:lnTo>
                <a:lnTo>
                  <a:pt x="5072" y="441"/>
                </a:lnTo>
                <a:lnTo>
                  <a:pt x="5073" y="440"/>
                </a:lnTo>
                <a:lnTo>
                  <a:pt x="5074" y="440"/>
                </a:lnTo>
                <a:lnTo>
                  <a:pt x="5074" y="440"/>
                </a:lnTo>
                <a:lnTo>
                  <a:pt x="5074" y="440"/>
                </a:lnTo>
                <a:lnTo>
                  <a:pt x="5076" y="442"/>
                </a:lnTo>
                <a:lnTo>
                  <a:pt x="5076" y="442"/>
                </a:lnTo>
                <a:lnTo>
                  <a:pt x="5077" y="442"/>
                </a:lnTo>
                <a:lnTo>
                  <a:pt x="5078" y="442"/>
                </a:lnTo>
                <a:lnTo>
                  <a:pt x="5078" y="441"/>
                </a:lnTo>
                <a:lnTo>
                  <a:pt x="5080" y="440"/>
                </a:lnTo>
                <a:lnTo>
                  <a:pt x="5080" y="439"/>
                </a:lnTo>
                <a:lnTo>
                  <a:pt x="5082" y="437"/>
                </a:lnTo>
                <a:lnTo>
                  <a:pt x="5082" y="437"/>
                </a:lnTo>
                <a:lnTo>
                  <a:pt x="5084" y="435"/>
                </a:lnTo>
                <a:lnTo>
                  <a:pt x="5084" y="435"/>
                </a:lnTo>
                <a:lnTo>
                  <a:pt x="5086" y="433"/>
                </a:lnTo>
                <a:lnTo>
                  <a:pt x="5086" y="433"/>
                </a:lnTo>
                <a:lnTo>
                  <a:pt x="5087" y="433"/>
                </a:lnTo>
                <a:lnTo>
                  <a:pt x="5088" y="434"/>
                </a:lnTo>
                <a:lnTo>
                  <a:pt x="5088" y="434"/>
                </a:lnTo>
                <a:lnTo>
                  <a:pt x="5090" y="437"/>
                </a:lnTo>
                <a:lnTo>
                  <a:pt x="5090" y="437"/>
                </a:lnTo>
                <a:lnTo>
                  <a:pt x="5090" y="437"/>
                </a:lnTo>
                <a:lnTo>
                  <a:pt x="5092" y="437"/>
                </a:lnTo>
                <a:lnTo>
                  <a:pt x="5092" y="437"/>
                </a:lnTo>
                <a:lnTo>
                  <a:pt x="5092" y="437"/>
                </a:lnTo>
                <a:lnTo>
                  <a:pt x="5094" y="439"/>
                </a:lnTo>
                <a:lnTo>
                  <a:pt x="5094" y="439"/>
                </a:lnTo>
                <a:lnTo>
                  <a:pt x="5096" y="441"/>
                </a:lnTo>
                <a:lnTo>
                  <a:pt x="5096" y="441"/>
                </a:lnTo>
                <a:lnTo>
                  <a:pt x="5098" y="442"/>
                </a:lnTo>
                <a:lnTo>
                  <a:pt x="5098" y="442"/>
                </a:lnTo>
                <a:lnTo>
                  <a:pt x="5098" y="442"/>
                </a:lnTo>
                <a:lnTo>
                  <a:pt x="5098" y="442"/>
                </a:lnTo>
                <a:lnTo>
                  <a:pt x="5100" y="440"/>
                </a:lnTo>
                <a:lnTo>
                  <a:pt x="5100" y="440"/>
                </a:lnTo>
                <a:lnTo>
                  <a:pt x="5102" y="439"/>
                </a:lnTo>
                <a:lnTo>
                  <a:pt x="5102" y="439"/>
                </a:lnTo>
                <a:lnTo>
                  <a:pt x="5102" y="439"/>
                </a:lnTo>
                <a:lnTo>
                  <a:pt x="5102" y="439"/>
                </a:lnTo>
                <a:lnTo>
                  <a:pt x="5104" y="439"/>
                </a:lnTo>
                <a:lnTo>
                  <a:pt x="5104" y="439"/>
                </a:lnTo>
                <a:lnTo>
                  <a:pt x="5104" y="440"/>
                </a:lnTo>
                <a:lnTo>
                  <a:pt x="5105" y="439"/>
                </a:lnTo>
                <a:lnTo>
                  <a:pt x="5106" y="440"/>
                </a:lnTo>
                <a:lnTo>
                  <a:pt x="5106" y="440"/>
                </a:lnTo>
                <a:lnTo>
                  <a:pt x="5107" y="440"/>
                </a:lnTo>
                <a:lnTo>
                  <a:pt x="5108" y="440"/>
                </a:lnTo>
                <a:lnTo>
                  <a:pt x="5108" y="440"/>
                </a:lnTo>
                <a:lnTo>
                  <a:pt x="5110" y="438"/>
                </a:lnTo>
                <a:lnTo>
                  <a:pt x="5110" y="438"/>
                </a:lnTo>
                <a:lnTo>
                  <a:pt x="5110" y="438"/>
                </a:lnTo>
                <a:lnTo>
                  <a:pt x="5112" y="441"/>
                </a:lnTo>
                <a:lnTo>
                  <a:pt x="5112" y="442"/>
                </a:lnTo>
                <a:lnTo>
                  <a:pt x="5113" y="442"/>
                </a:lnTo>
                <a:lnTo>
                  <a:pt x="5114" y="442"/>
                </a:lnTo>
                <a:lnTo>
                  <a:pt x="5114" y="441"/>
                </a:lnTo>
                <a:lnTo>
                  <a:pt x="5116" y="442"/>
                </a:lnTo>
                <a:lnTo>
                  <a:pt x="5116" y="442"/>
                </a:lnTo>
                <a:lnTo>
                  <a:pt x="5117" y="442"/>
                </a:lnTo>
                <a:lnTo>
                  <a:pt x="5117" y="442"/>
                </a:lnTo>
                <a:lnTo>
                  <a:pt x="5118" y="442"/>
                </a:lnTo>
                <a:lnTo>
                  <a:pt x="5118" y="442"/>
                </a:lnTo>
                <a:lnTo>
                  <a:pt x="5120" y="439"/>
                </a:lnTo>
                <a:lnTo>
                  <a:pt x="5120" y="439"/>
                </a:lnTo>
                <a:lnTo>
                  <a:pt x="5122" y="437"/>
                </a:lnTo>
                <a:lnTo>
                  <a:pt x="5122" y="437"/>
                </a:lnTo>
                <a:lnTo>
                  <a:pt x="5123" y="436"/>
                </a:lnTo>
                <a:lnTo>
                  <a:pt x="5124" y="435"/>
                </a:lnTo>
                <a:lnTo>
                  <a:pt x="5126" y="434"/>
                </a:lnTo>
                <a:lnTo>
                  <a:pt x="5126" y="434"/>
                </a:lnTo>
                <a:lnTo>
                  <a:pt x="5128" y="436"/>
                </a:lnTo>
                <a:lnTo>
                  <a:pt x="5128" y="436"/>
                </a:lnTo>
                <a:lnTo>
                  <a:pt x="5130" y="439"/>
                </a:lnTo>
                <a:lnTo>
                  <a:pt x="5130" y="439"/>
                </a:lnTo>
                <a:lnTo>
                  <a:pt x="5131" y="439"/>
                </a:lnTo>
                <a:lnTo>
                  <a:pt x="5132" y="440"/>
                </a:lnTo>
                <a:lnTo>
                  <a:pt x="5132" y="440"/>
                </a:lnTo>
                <a:lnTo>
                  <a:pt x="5134" y="443"/>
                </a:lnTo>
                <a:lnTo>
                  <a:pt x="5134" y="443"/>
                </a:lnTo>
                <a:lnTo>
                  <a:pt x="5135" y="443"/>
                </a:lnTo>
                <a:lnTo>
                  <a:pt x="5136" y="442"/>
                </a:lnTo>
                <a:lnTo>
                  <a:pt x="5136" y="442"/>
                </a:lnTo>
                <a:lnTo>
                  <a:pt x="5137" y="442"/>
                </a:lnTo>
                <a:lnTo>
                  <a:pt x="5138" y="441"/>
                </a:lnTo>
                <a:lnTo>
                  <a:pt x="5138" y="441"/>
                </a:lnTo>
                <a:lnTo>
                  <a:pt x="5140" y="438"/>
                </a:lnTo>
                <a:lnTo>
                  <a:pt x="5140" y="438"/>
                </a:lnTo>
                <a:lnTo>
                  <a:pt x="5141" y="438"/>
                </a:lnTo>
                <a:lnTo>
                  <a:pt x="5142" y="437"/>
                </a:lnTo>
                <a:lnTo>
                  <a:pt x="5142" y="437"/>
                </a:lnTo>
                <a:lnTo>
                  <a:pt x="5143" y="437"/>
                </a:lnTo>
                <a:lnTo>
                  <a:pt x="5144" y="438"/>
                </a:lnTo>
                <a:lnTo>
                  <a:pt x="5144" y="438"/>
                </a:lnTo>
                <a:lnTo>
                  <a:pt x="5146" y="441"/>
                </a:lnTo>
                <a:lnTo>
                  <a:pt x="5146" y="441"/>
                </a:lnTo>
                <a:lnTo>
                  <a:pt x="5146" y="441"/>
                </a:lnTo>
                <a:lnTo>
                  <a:pt x="5148" y="441"/>
                </a:lnTo>
                <a:lnTo>
                  <a:pt x="5148" y="441"/>
                </a:lnTo>
                <a:lnTo>
                  <a:pt x="5148" y="441"/>
                </a:lnTo>
                <a:lnTo>
                  <a:pt x="5150" y="442"/>
                </a:lnTo>
                <a:lnTo>
                  <a:pt x="5150" y="442"/>
                </a:lnTo>
                <a:lnTo>
                  <a:pt x="5151" y="442"/>
                </a:lnTo>
                <a:lnTo>
                  <a:pt x="5152" y="442"/>
                </a:lnTo>
                <a:lnTo>
                  <a:pt x="5152" y="442"/>
                </a:lnTo>
                <a:lnTo>
                  <a:pt x="5154" y="441"/>
                </a:lnTo>
                <a:lnTo>
                  <a:pt x="5154" y="440"/>
                </a:lnTo>
                <a:lnTo>
                  <a:pt x="5156" y="440"/>
                </a:lnTo>
                <a:lnTo>
                  <a:pt x="5156" y="440"/>
                </a:lnTo>
                <a:lnTo>
                  <a:pt x="5157" y="439"/>
                </a:lnTo>
                <a:lnTo>
                  <a:pt x="5158" y="439"/>
                </a:lnTo>
                <a:lnTo>
                  <a:pt x="5158" y="439"/>
                </a:lnTo>
                <a:lnTo>
                  <a:pt x="5158" y="439"/>
                </a:lnTo>
                <a:lnTo>
                  <a:pt x="5160" y="440"/>
                </a:lnTo>
                <a:lnTo>
                  <a:pt x="5160" y="440"/>
                </a:lnTo>
                <a:lnTo>
                  <a:pt x="5160" y="440"/>
                </a:lnTo>
                <a:lnTo>
                  <a:pt x="5161" y="440"/>
                </a:lnTo>
                <a:lnTo>
                  <a:pt x="5162" y="440"/>
                </a:lnTo>
                <a:lnTo>
                  <a:pt x="5162" y="440"/>
                </a:lnTo>
                <a:lnTo>
                  <a:pt x="5163" y="440"/>
                </a:lnTo>
                <a:lnTo>
                  <a:pt x="5164" y="440"/>
                </a:lnTo>
                <a:lnTo>
                  <a:pt x="5164" y="440"/>
                </a:lnTo>
                <a:lnTo>
                  <a:pt x="5166" y="439"/>
                </a:lnTo>
                <a:lnTo>
                  <a:pt x="5166" y="439"/>
                </a:lnTo>
                <a:lnTo>
                  <a:pt x="5166" y="439"/>
                </a:lnTo>
                <a:lnTo>
                  <a:pt x="5167" y="440"/>
                </a:lnTo>
                <a:lnTo>
                  <a:pt x="5168" y="439"/>
                </a:lnTo>
                <a:lnTo>
                  <a:pt x="5168" y="439"/>
                </a:lnTo>
                <a:lnTo>
                  <a:pt x="5169" y="440"/>
                </a:lnTo>
                <a:lnTo>
                  <a:pt x="5170" y="439"/>
                </a:lnTo>
                <a:lnTo>
                  <a:pt x="5170" y="439"/>
                </a:lnTo>
                <a:lnTo>
                  <a:pt x="5171" y="440"/>
                </a:lnTo>
                <a:lnTo>
                  <a:pt x="5172" y="439"/>
                </a:lnTo>
                <a:lnTo>
                  <a:pt x="5172" y="439"/>
                </a:lnTo>
                <a:lnTo>
                  <a:pt x="5173" y="439"/>
                </a:lnTo>
                <a:lnTo>
                  <a:pt x="5173" y="439"/>
                </a:lnTo>
                <a:lnTo>
                  <a:pt x="5174" y="439"/>
                </a:lnTo>
                <a:lnTo>
                  <a:pt x="5174" y="439"/>
                </a:lnTo>
                <a:lnTo>
                  <a:pt x="5175" y="440"/>
                </a:lnTo>
                <a:lnTo>
                  <a:pt x="5176" y="439"/>
                </a:lnTo>
                <a:lnTo>
                  <a:pt x="5176" y="440"/>
                </a:lnTo>
                <a:lnTo>
                  <a:pt x="5178" y="439"/>
                </a:lnTo>
                <a:lnTo>
                  <a:pt x="5178" y="439"/>
                </a:lnTo>
                <a:lnTo>
                  <a:pt x="5178" y="439"/>
                </a:lnTo>
                <a:lnTo>
                  <a:pt x="5180" y="440"/>
                </a:lnTo>
                <a:lnTo>
                  <a:pt x="5180" y="440"/>
                </a:lnTo>
                <a:lnTo>
                  <a:pt x="5181" y="440"/>
                </a:lnTo>
                <a:lnTo>
                  <a:pt x="5182" y="439"/>
                </a:lnTo>
                <a:lnTo>
                  <a:pt x="5182" y="440"/>
                </a:lnTo>
                <a:lnTo>
                  <a:pt x="5182" y="439"/>
                </a:lnTo>
                <a:lnTo>
                  <a:pt x="5182" y="439"/>
                </a:lnTo>
                <a:lnTo>
                  <a:pt x="5183" y="439"/>
                </a:lnTo>
                <a:lnTo>
                  <a:pt x="5184" y="439"/>
                </a:lnTo>
                <a:lnTo>
                  <a:pt x="5184" y="439"/>
                </a:lnTo>
                <a:lnTo>
                  <a:pt x="5184" y="439"/>
                </a:lnTo>
                <a:lnTo>
                  <a:pt x="5186" y="440"/>
                </a:lnTo>
                <a:lnTo>
                  <a:pt x="5186" y="439"/>
                </a:lnTo>
                <a:lnTo>
                  <a:pt x="5186" y="439"/>
                </a:lnTo>
                <a:lnTo>
                  <a:pt x="5188" y="440"/>
                </a:lnTo>
                <a:lnTo>
                  <a:pt x="5188" y="440"/>
                </a:lnTo>
                <a:lnTo>
                  <a:pt x="5188" y="440"/>
                </a:lnTo>
                <a:lnTo>
                  <a:pt x="5190" y="440"/>
                </a:lnTo>
                <a:lnTo>
                  <a:pt x="5190" y="440"/>
                </a:lnTo>
                <a:lnTo>
                  <a:pt x="5191" y="439"/>
                </a:lnTo>
                <a:lnTo>
                  <a:pt x="5192" y="439"/>
                </a:lnTo>
                <a:lnTo>
                  <a:pt x="5192" y="440"/>
                </a:lnTo>
                <a:lnTo>
                  <a:pt x="5193" y="440"/>
                </a:lnTo>
                <a:lnTo>
                  <a:pt x="5193" y="439"/>
                </a:lnTo>
                <a:lnTo>
                  <a:pt x="5194" y="439"/>
                </a:lnTo>
                <a:lnTo>
                  <a:pt x="5194" y="439"/>
                </a:lnTo>
                <a:lnTo>
                  <a:pt x="5196" y="438"/>
                </a:lnTo>
                <a:lnTo>
                  <a:pt x="5196" y="438"/>
                </a:lnTo>
                <a:lnTo>
                  <a:pt x="5196" y="438"/>
                </a:lnTo>
                <a:lnTo>
                  <a:pt x="5196" y="438"/>
                </a:lnTo>
                <a:lnTo>
                  <a:pt x="5198" y="439"/>
                </a:lnTo>
                <a:lnTo>
                  <a:pt x="5198" y="439"/>
                </a:lnTo>
                <a:lnTo>
                  <a:pt x="5199" y="440"/>
                </a:lnTo>
                <a:lnTo>
                  <a:pt x="5200" y="439"/>
                </a:lnTo>
                <a:lnTo>
                  <a:pt x="5200" y="439"/>
                </a:lnTo>
                <a:lnTo>
                  <a:pt x="5201" y="439"/>
                </a:lnTo>
                <a:lnTo>
                  <a:pt x="5202" y="439"/>
                </a:lnTo>
                <a:lnTo>
                  <a:pt x="5202" y="439"/>
                </a:lnTo>
                <a:lnTo>
                  <a:pt x="5202" y="439"/>
                </a:lnTo>
                <a:lnTo>
                  <a:pt x="5203" y="440"/>
                </a:lnTo>
                <a:lnTo>
                  <a:pt x="5204" y="439"/>
                </a:lnTo>
                <a:lnTo>
                  <a:pt x="5204" y="439"/>
                </a:lnTo>
                <a:lnTo>
                  <a:pt x="5204" y="439"/>
                </a:lnTo>
                <a:lnTo>
                  <a:pt x="5205" y="440"/>
                </a:lnTo>
                <a:lnTo>
                  <a:pt x="5206" y="440"/>
                </a:lnTo>
                <a:lnTo>
                  <a:pt x="5206" y="440"/>
                </a:lnTo>
                <a:lnTo>
                  <a:pt x="5206" y="440"/>
                </a:lnTo>
                <a:lnTo>
                  <a:pt x="5208" y="438"/>
                </a:lnTo>
                <a:lnTo>
                  <a:pt x="5208" y="438"/>
                </a:lnTo>
                <a:lnTo>
                  <a:pt x="5210" y="439"/>
                </a:lnTo>
                <a:lnTo>
                  <a:pt x="5210" y="439"/>
                </a:lnTo>
                <a:lnTo>
                  <a:pt x="5211" y="439"/>
                </a:lnTo>
                <a:lnTo>
                  <a:pt x="5212" y="439"/>
                </a:lnTo>
                <a:lnTo>
                  <a:pt x="5212" y="439"/>
                </a:lnTo>
                <a:lnTo>
                  <a:pt x="5212" y="439"/>
                </a:lnTo>
                <a:lnTo>
                  <a:pt x="5214" y="439"/>
                </a:lnTo>
                <a:lnTo>
                  <a:pt x="5214" y="439"/>
                </a:lnTo>
                <a:lnTo>
                  <a:pt x="5214" y="439"/>
                </a:lnTo>
                <a:lnTo>
                  <a:pt x="5215" y="439"/>
                </a:lnTo>
                <a:lnTo>
                  <a:pt x="5216" y="439"/>
                </a:lnTo>
                <a:lnTo>
                  <a:pt x="5216" y="439"/>
                </a:lnTo>
                <a:lnTo>
                  <a:pt x="5216" y="439"/>
                </a:lnTo>
                <a:lnTo>
                  <a:pt x="5217" y="439"/>
                </a:lnTo>
                <a:lnTo>
                  <a:pt x="5218" y="439"/>
                </a:lnTo>
                <a:lnTo>
                  <a:pt x="5218" y="439"/>
                </a:lnTo>
                <a:lnTo>
                  <a:pt x="5219" y="439"/>
                </a:lnTo>
                <a:lnTo>
                  <a:pt x="5220" y="440"/>
                </a:lnTo>
                <a:lnTo>
                  <a:pt x="5220" y="440"/>
                </a:lnTo>
                <a:lnTo>
                  <a:pt x="5220" y="440"/>
                </a:lnTo>
                <a:lnTo>
                  <a:pt x="5220" y="440"/>
                </a:lnTo>
                <a:lnTo>
                  <a:pt x="5222" y="439"/>
                </a:lnTo>
                <a:lnTo>
                  <a:pt x="5222" y="439"/>
                </a:lnTo>
                <a:lnTo>
                  <a:pt x="5224" y="439"/>
                </a:lnTo>
                <a:lnTo>
                  <a:pt x="5224" y="439"/>
                </a:lnTo>
                <a:lnTo>
                  <a:pt x="5224" y="439"/>
                </a:lnTo>
                <a:lnTo>
                  <a:pt x="5224" y="439"/>
                </a:lnTo>
                <a:lnTo>
                  <a:pt x="5226" y="439"/>
                </a:lnTo>
                <a:lnTo>
                  <a:pt x="5226" y="439"/>
                </a:lnTo>
                <a:lnTo>
                  <a:pt x="5226" y="439"/>
                </a:lnTo>
                <a:lnTo>
                  <a:pt x="5228" y="440"/>
                </a:lnTo>
                <a:lnTo>
                  <a:pt x="5228" y="440"/>
                </a:lnTo>
                <a:lnTo>
                  <a:pt x="5228" y="440"/>
                </a:lnTo>
                <a:lnTo>
                  <a:pt x="5229" y="440"/>
                </a:lnTo>
                <a:lnTo>
                  <a:pt x="5229" y="439"/>
                </a:lnTo>
                <a:lnTo>
                  <a:pt x="5230" y="439"/>
                </a:lnTo>
                <a:lnTo>
                  <a:pt x="5230" y="439"/>
                </a:lnTo>
                <a:lnTo>
                  <a:pt x="5232" y="439"/>
                </a:lnTo>
                <a:lnTo>
                  <a:pt x="5232" y="439"/>
                </a:lnTo>
                <a:lnTo>
                  <a:pt x="5232" y="439"/>
                </a:lnTo>
                <a:lnTo>
                  <a:pt x="5233" y="439"/>
                </a:lnTo>
                <a:lnTo>
                  <a:pt x="5234" y="439"/>
                </a:lnTo>
                <a:lnTo>
                  <a:pt x="5234" y="439"/>
                </a:lnTo>
                <a:lnTo>
                  <a:pt x="5234" y="439"/>
                </a:lnTo>
                <a:lnTo>
                  <a:pt x="5236" y="440"/>
                </a:lnTo>
                <a:lnTo>
                  <a:pt x="5236" y="440"/>
                </a:lnTo>
                <a:lnTo>
                  <a:pt x="5236" y="440"/>
                </a:lnTo>
                <a:lnTo>
                  <a:pt x="5238" y="439"/>
                </a:lnTo>
                <a:lnTo>
                  <a:pt x="5238" y="439"/>
                </a:lnTo>
                <a:lnTo>
                  <a:pt x="5239" y="439"/>
                </a:lnTo>
                <a:lnTo>
                  <a:pt x="5240" y="439"/>
                </a:lnTo>
                <a:lnTo>
                  <a:pt x="5240" y="439"/>
                </a:lnTo>
                <a:lnTo>
                  <a:pt x="5242" y="438"/>
                </a:lnTo>
                <a:lnTo>
                  <a:pt x="5242" y="438"/>
                </a:lnTo>
                <a:lnTo>
                  <a:pt x="5242" y="438"/>
                </a:lnTo>
                <a:lnTo>
                  <a:pt x="5244" y="439"/>
                </a:lnTo>
                <a:lnTo>
                  <a:pt x="5244" y="439"/>
                </a:lnTo>
                <a:lnTo>
                  <a:pt x="5245" y="440"/>
                </a:lnTo>
                <a:lnTo>
                  <a:pt x="5246" y="440"/>
                </a:lnTo>
                <a:lnTo>
                  <a:pt x="5246" y="440"/>
                </a:lnTo>
                <a:lnTo>
                  <a:pt x="5247" y="440"/>
                </a:lnTo>
                <a:lnTo>
                  <a:pt x="5248" y="439"/>
                </a:lnTo>
                <a:lnTo>
                  <a:pt x="5248" y="439"/>
                </a:lnTo>
                <a:lnTo>
                  <a:pt x="5248" y="439"/>
                </a:lnTo>
                <a:lnTo>
                  <a:pt x="5250" y="440"/>
                </a:lnTo>
                <a:lnTo>
                  <a:pt x="5250" y="440"/>
                </a:lnTo>
                <a:lnTo>
                  <a:pt x="5250" y="440"/>
                </a:lnTo>
                <a:lnTo>
                  <a:pt x="5251" y="440"/>
                </a:lnTo>
                <a:lnTo>
                  <a:pt x="5252" y="439"/>
                </a:lnTo>
                <a:lnTo>
                  <a:pt x="5252" y="439"/>
                </a:lnTo>
                <a:lnTo>
                  <a:pt x="5252" y="439"/>
                </a:lnTo>
                <a:lnTo>
                  <a:pt x="5254" y="439"/>
                </a:lnTo>
                <a:lnTo>
                  <a:pt x="5254" y="439"/>
                </a:lnTo>
                <a:lnTo>
                  <a:pt x="5254" y="439"/>
                </a:lnTo>
                <a:lnTo>
                  <a:pt x="5256" y="439"/>
                </a:lnTo>
                <a:lnTo>
                  <a:pt x="5256" y="439"/>
                </a:lnTo>
                <a:lnTo>
                  <a:pt x="5256" y="439"/>
                </a:lnTo>
                <a:lnTo>
                  <a:pt x="5257" y="439"/>
                </a:lnTo>
                <a:lnTo>
                  <a:pt x="5258" y="439"/>
                </a:lnTo>
                <a:lnTo>
                  <a:pt x="5258" y="439"/>
                </a:lnTo>
                <a:lnTo>
                  <a:pt x="5259" y="439"/>
                </a:lnTo>
                <a:lnTo>
                  <a:pt x="5260" y="439"/>
                </a:lnTo>
                <a:lnTo>
                  <a:pt x="5260" y="439"/>
                </a:lnTo>
                <a:lnTo>
                  <a:pt x="5261" y="440"/>
                </a:lnTo>
                <a:lnTo>
                  <a:pt x="5262" y="440"/>
                </a:lnTo>
                <a:lnTo>
                  <a:pt x="5262" y="440"/>
                </a:lnTo>
                <a:lnTo>
                  <a:pt x="5262" y="440"/>
                </a:lnTo>
                <a:lnTo>
                  <a:pt x="5263" y="439"/>
                </a:lnTo>
                <a:lnTo>
                  <a:pt x="5264" y="440"/>
                </a:lnTo>
                <a:lnTo>
                  <a:pt x="5264" y="440"/>
                </a:lnTo>
                <a:lnTo>
                  <a:pt x="5265" y="440"/>
                </a:lnTo>
                <a:lnTo>
                  <a:pt x="5266" y="440"/>
                </a:lnTo>
                <a:lnTo>
                  <a:pt x="5266" y="440"/>
                </a:lnTo>
                <a:lnTo>
                  <a:pt x="5268" y="439"/>
                </a:lnTo>
                <a:lnTo>
                  <a:pt x="5268" y="439"/>
                </a:lnTo>
                <a:lnTo>
                  <a:pt x="5268" y="439"/>
                </a:lnTo>
                <a:lnTo>
                  <a:pt x="5270" y="440"/>
                </a:lnTo>
                <a:lnTo>
                  <a:pt x="5270" y="440"/>
                </a:lnTo>
                <a:lnTo>
                  <a:pt x="5270" y="440"/>
                </a:lnTo>
                <a:lnTo>
                  <a:pt x="5271" y="440"/>
                </a:lnTo>
                <a:lnTo>
                  <a:pt x="5272" y="440"/>
                </a:lnTo>
                <a:lnTo>
                  <a:pt x="5272" y="440"/>
                </a:lnTo>
                <a:lnTo>
                  <a:pt x="5272" y="440"/>
                </a:lnTo>
                <a:lnTo>
                  <a:pt x="5274" y="439"/>
                </a:lnTo>
                <a:lnTo>
                  <a:pt x="5274" y="439"/>
                </a:lnTo>
                <a:lnTo>
                  <a:pt x="5274" y="439"/>
                </a:lnTo>
                <a:lnTo>
                  <a:pt x="5276" y="439"/>
                </a:lnTo>
                <a:lnTo>
                  <a:pt x="5276" y="439"/>
                </a:lnTo>
                <a:lnTo>
                  <a:pt x="5277" y="438"/>
                </a:lnTo>
                <a:lnTo>
                  <a:pt x="5278" y="439"/>
                </a:lnTo>
                <a:lnTo>
                  <a:pt x="5278" y="439"/>
                </a:lnTo>
                <a:lnTo>
                  <a:pt x="5280" y="439"/>
                </a:lnTo>
                <a:lnTo>
                  <a:pt x="5280" y="439"/>
                </a:lnTo>
                <a:lnTo>
                  <a:pt x="5280" y="439"/>
                </a:lnTo>
                <a:lnTo>
                  <a:pt x="5281" y="439"/>
                </a:lnTo>
                <a:lnTo>
                  <a:pt x="5282" y="439"/>
                </a:lnTo>
                <a:lnTo>
                  <a:pt x="5282" y="439"/>
                </a:lnTo>
                <a:lnTo>
                  <a:pt x="5284" y="440"/>
                </a:lnTo>
                <a:lnTo>
                  <a:pt x="5284" y="440"/>
                </a:lnTo>
                <a:lnTo>
                  <a:pt x="5284" y="440"/>
                </a:lnTo>
                <a:lnTo>
                  <a:pt x="5285" y="440"/>
                </a:lnTo>
              </a:path>
            </a:pathLst>
          </a:custGeom>
          <a:noFill/>
          <a:ln w="12700" cap="flat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A9632A7F-5482-6AA6-509A-AD3E16071CF6}"/>
              </a:ext>
            </a:extLst>
          </p:cNvPr>
          <p:cNvSpPr>
            <a:spLocks/>
          </p:cNvSpPr>
          <p:nvPr/>
        </p:nvSpPr>
        <p:spPr bwMode="auto">
          <a:xfrm>
            <a:off x="950913" y="4606926"/>
            <a:ext cx="8389938" cy="1693863"/>
          </a:xfrm>
          <a:custGeom>
            <a:avLst/>
            <a:gdLst>
              <a:gd name="T0" fmla="*/ 120 w 5285"/>
              <a:gd name="T1" fmla="*/ 979 h 1067"/>
              <a:gd name="T2" fmla="*/ 225 w 5285"/>
              <a:gd name="T3" fmla="*/ 922 h 1067"/>
              <a:gd name="T4" fmla="*/ 308 w 5285"/>
              <a:gd name="T5" fmla="*/ 920 h 1067"/>
              <a:gd name="T6" fmla="*/ 396 w 5285"/>
              <a:gd name="T7" fmla="*/ 918 h 1067"/>
              <a:gd name="T8" fmla="*/ 485 w 5285"/>
              <a:gd name="T9" fmla="*/ 922 h 1067"/>
              <a:gd name="T10" fmla="*/ 581 w 5285"/>
              <a:gd name="T11" fmla="*/ 918 h 1067"/>
              <a:gd name="T12" fmla="*/ 655 w 5285"/>
              <a:gd name="T13" fmla="*/ 918 h 1067"/>
              <a:gd name="T14" fmla="*/ 739 w 5285"/>
              <a:gd name="T15" fmla="*/ 917 h 1067"/>
              <a:gd name="T16" fmla="*/ 821 w 5285"/>
              <a:gd name="T17" fmla="*/ 917 h 1067"/>
              <a:gd name="T18" fmla="*/ 899 w 5285"/>
              <a:gd name="T19" fmla="*/ 917 h 1067"/>
              <a:gd name="T20" fmla="*/ 987 w 5285"/>
              <a:gd name="T21" fmla="*/ 918 h 1067"/>
              <a:gd name="T22" fmla="*/ 1066 w 5285"/>
              <a:gd name="T23" fmla="*/ 917 h 1067"/>
              <a:gd name="T24" fmla="*/ 1146 w 5285"/>
              <a:gd name="T25" fmla="*/ 917 h 1067"/>
              <a:gd name="T26" fmla="*/ 1227 w 5285"/>
              <a:gd name="T27" fmla="*/ 917 h 1067"/>
              <a:gd name="T28" fmla="*/ 1304 w 5285"/>
              <a:gd name="T29" fmla="*/ 917 h 1067"/>
              <a:gd name="T30" fmla="*/ 1379 w 5285"/>
              <a:gd name="T31" fmla="*/ 918 h 1067"/>
              <a:gd name="T32" fmla="*/ 1457 w 5285"/>
              <a:gd name="T33" fmla="*/ 917 h 1067"/>
              <a:gd name="T34" fmla="*/ 1536 w 5285"/>
              <a:gd name="T35" fmla="*/ 917 h 1067"/>
              <a:gd name="T36" fmla="*/ 1621 w 5285"/>
              <a:gd name="T37" fmla="*/ 918 h 1067"/>
              <a:gd name="T38" fmla="*/ 1703 w 5285"/>
              <a:gd name="T39" fmla="*/ 918 h 1067"/>
              <a:gd name="T40" fmla="*/ 1779 w 5285"/>
              <a:gd name="T41" fmla="*/ 918 h 1067"/>
              <a:gd name="T42" fmla="*/ 1862 w 5285"/>
              <a:gd name="T43" fmla="*/ 917 h 1067"/>
              <a:gd name="T44" fmla="*/ 1943 w 5285"/>
              <a:gd name="T45" fmla="*/ 917 h 1067"/>
              <a:gd name="T46" fmla="*/ 2022 w 5285"/>
              <a:gd name="T47" fmla="*/ 917 h 1067"/>
              <a:gd name="T48" fmla="*/ 2103 w 5285"/>
              <a:gd name="T49" fmla="*/ 917 h 1067"/>
              <a:gd name="T50" fmla="*/ 2181 w 5285"/>
              <a:gd name="T51" fmla="*/ 917 h 1067"/>
              <a:gd name="T52" fmla="*/ 2261 w 5285"/>
              <a:gd name="T53" fmla="*/ 917 h 1067"/>
              <a:gd name="T54" fmla="*/ 2342 w 5285"/>
              <a:gd name="T55" fmla="*/ 917 h 1067"/>
              <a:gd name="T56" fmla="*/ 2419 w 5285"/>
              <a:gd name="T57" fmla="*/ 918 h 1067"/>
              <a:gd name="T58" fmla="*/ 2497 w 5285"/>
              <a:gd name="T59" fmla="*/ 917 h 1067"/>
              <a:gd name="T60" fmla="*/ 2587 w 5285"/>
              <a:gd name="T61" fmla="*/ 917 h 1067"/>
              <a:gd name="T62" fmla="*/ 2667 w 5285"/>
              <a:gd name="T63" fmla="*/ 918 h 1067"/>
              <a:gd name="T64" fmla="*/ 2745 w 5285"/>
              <a:gd name="T65" fmla="*/ 918 h 1067"/>
              <a:gd name="T66" fmla="*/ 2823 w 5285"/>
              <a:gd name="T67" fmla="*/ 917 h 1067"/>
              <a:gd name="T68" fmla="*/ 2898 w 5285"/>
              <a:gd name="T69" fmla="*/ 918 h 1067"/>
              <a:gd name="T70" fmla="*/ 2975 w 5285"/>
              <a:gd name="T71" fmla="*/ 918 h 1067"/>
              <a:gd name="T72" fmla="*/ 3054 w 5285"/>
              <a:gd name="T73" fmla="*/ 917 h 1067"/>
              <a:gd name="T74" fmla="*/ 3138 w 5285"/>
              <a:gd name="T75" fmla="*/ 918 h 1067"/>
              <a:gd name="T76" fmla="*/ 3216 w 5285"/>
              <a:gd name="T77" fmla="*/ 917 h 1067"/>
              <a:gd name="T78" fmla="*/ 3302 w 5285"/>
              <a:gd name="T79" fmla="*/ 917 h 1067"/>
              <a:gd name="T80" fmla="*/ 3377 w 5285"/>
              <a:gd name="T81" fmla="*/ 917 h 1067"/>
              <a:gd name="T82" fmla="*/ 3450 w 5285"/>
              <a:gd name="T83" fmla="*/ 917 h 1067"/>
              <a:gd name="T84" fmla="*/ 3533 w 5285"/>
              <a:gd name="T85" fmla="*/ 918 h 1067"/>
              <a:gd name="T86" fmla="*/ 3616 w 5285"/>
              <a:gd name="T87" fmla="*/ 917 h 1067"/>
              <a:gd name="T88" fmla="*/ 3697 w 5285"/>
              <a:gd name="T89" fmla="*/ 917 h 1067"/>
              <a:gd name="T90" fmla="*/ 3778 w 5285"/>
              <a:gd name="T91" fmla="*/ 917 h 1067"/>
              <a:gd name="T92" fmla="*/ 3858 w 5285"/>
              <a:gd name="T93" fmla="*/ 917 h 1067"/>
              <a:gd name="T94" fmla="*/ 3942 w 5285"/>
              <a:gd name="T95" fmla="*/ 918 h 1067"/>
              <a:gd name="T96" fmla="*/ 4026 w 5285"/>
              <a:gd name="T97" fmla="*/ 917 h 1067"/>
              <a:gd name="T98" fmla="*/ 4103 w 5285"/>
              <a:gd name="T99" fmla="*/ 918 h 1067"/>
              <a:gd name="T100" fmla="*/ 4180 w 5285"/>
              <a:gd name="T101" fmla="*/ 918 h 1067"/>
              <a:gd name="T102" fmla="*/ 4269 w 5285"/>
              <a:gd name="T103" fmla="*/ 916 h 1067"/>
              <a:gd name="T104" fmla="*/ 4364 w 5285"/>
              <a:gd name="T105" fmla="*/ 918 h 1067"/>
              <a:gd name="T106" fmla="*/ 4449 w 5285"/>
              <a:gd name="T107" fmla="*/ 917 h 1067"/>
              <a:gd name="T108" fmla="*/ 4535 w 5285"/>
              <a:gd name="T109" fmla="*/ 915 h 1067"/>
              <a:gd name="T110" fmla="*/ 4624 w 5285"/>
              <a:gd name="T111" fmla="*/ 918 h 1067"/>
              <a:gd name="T112" fmla="*/ 4707 w 5285"/>
              <a:gd name="T113" fmla="*/ 917 h 1067"/>
              <a:gd name="T114" fmla="*/ 4789 w 5285"/>
              <a:gd name="T115" fmla="*/ 917 h 1067"/>
              <a:gd name="T116" fmla="*/ 4880 w 5285"/>
              <a:gd name="T117" fmla="*/ 917 h 1067"/>
              <a:gd name="T118" fmla="*/ 4965 w 5285"/>
              <a:gd name="T119" fmla="*/ 917 h 1067"/>
              <a:gd name="T120" fmla="*/ 5058 w 5285"/>
              <a:gd name="T121" fmla="*/ 914 h 1067"/>
              <a:gd name="T122" fmla="*/ 5146 w 5285"/>
              <a:gd name="T123" fmla="*/ 918 h 1067"/>
              <a:gd name="T124" fmla="*/ 5228 w 5285"/>
              <a:gd name="T125" fmla="*/ 917 h 10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285" h="1067">
                <a:moveTo>
                  <a:pt x="0" y="700"/>
                </a:moveTo>
                <a:lnTo>
                  <a:pt x="0" y="684"/>
                </a:lnTo>
                <a:lnTo>
                  <a:pt x="2" y="493"/>
                </a:lnTo>
                <a:lnTo>
                  <a:pt x="2" y="480"/>
                </a:lnTo>
                <a:lnTo>
                  <a:pt x="4" y="342"/>
                </a:lnTo>
                <a:lnTo>
                  <a:pt x="4" y="331"/>
                </a:lnTo>
                <a:lnTo>
                  <a:pt x="6" y="220"/>
                </a:lnTo>
                <a:lnTo>
                  <a:pt x="6" y="211"/>
                </a:lnTo>
                <a:lnTo>
                  <a:pt x="8" y="122"/>
                </a:lnTo>
                <a:lnTo>
                  <a:pt x="8" y="116"/>
                </a:lnTo>
                <a:lnTo>
                  <a:pt x="10" y="61"/>
                </a:lnTo>
                <a:lnTo>
                  <a:pt x="10" y="56"/>
                </a:lnTo>
                <a:lnTo>
                  <a:pt x="12" y="19"/>
                </a:lnTo>
                <a:lnTo>
                  <a:pt x="13" y="17"/>
                </a:lnTo>
                <a:lnTo>
                  <a:pt x="14" y="3"/>
                </a:lnTo>
                <a:lnTo>
                  <a:pt x="14" y="1"/>
                </a:lnTo>
                <a:lnTo>
                  <a:pt x="16" y="0"/>
                </a:lnTo>
                <a:lnTo>
                  <a:pt x="16" y="0"/>
                </a:lnTo>
                <a:lnTo>
                  <a:pt x="16" y="1"/>
                </a:lnTo>
                <a:lnTo>
                  <a:pt x="18" y="15"/>
                </a:lnTo>
                <a:lnTo>
                  <a:pt x="18" y="16"/>
                </a:lnTo>
                <a:lnTo>
                  <a:pt x="20" y="41"/>
                </a:lnTo>
                <a:lnTo>
                  <a:pt x="20" y="44"/>
                </a:lnTo>
                <a:lnTo>
                  <a:pt x="22" y="79"/>
                </a:lnTo>
                <a:lnTo>
                  <a:pt x="22" y="82"/>
                </a:lnTo>
                <a:lnTo>
                  <a:pt x="24" y="123"/>
                </a:lnTo>
                <a:lnTo>
                  <a:pt x="24" y="127"/>
                </a:lnTo>
                <a:lnTo>
                  <a:pt x="26" y="175"/>
                </a:lnTo>
                <a:lnTo>
                  <a:pt x="26" y="179"/>
                </a:lnTo>
                <a:lnTo>
                  <a:pt x="28" y="228"/>
                </a:lnTo>
                <a:lnTo>
                  <a:pt x="28" y="232"/>
                </a:lnTo>
                <a:lnTo>
                  <a:pt x="30" y="284"/>
                </a:lnTo>
                <a:lnTo>
                  <a:pt x="30" y="289"/>
                </a:lnTo>
                <a:lnTo>
                  <a:pt x="32" y="346"/>
                </a:lnTo>
                <a:lnTo>
                  <a:pt x="32" y="350"/>
                </a:lnTo>
                <a:lnTo>
                  <a:pt x="34" y="402"/>
                </a:lnTo>
                <a:lnTo>
                  <a:pt x="34" y="406"/>
                </a:lnTo>
                <a:lnTo>
                  <a:pt x="36" y="463"/>
                </a:lnTo>
                <a:lnTo>
                  <a:pt x="37" y="467"/>
                </a:lnTo>
                <a:lnTo>
                  <a:pt x="38" y="516"/>
                </a:lnTo>
                <a:lnTo>
                  <a:pt x="38" y="521"/>
                </a:lnTo>
                <a:lnTo>
                  <a:pt x="40" y="571"/>
                </a:lnTo>
                <a:lnTo>
                  <a:pt x="40" y="575"/>
                </a:lnTo>
                <a:lnTo>
                  <a:pt x="42" y="629"/>
                </a:lnTo>
                <a:lnTo>
                  <a:pt x="42" y="633"/>
                </a:lnTo>
                <a:lnTo>
                  <a:pt x="44" y="679"/>
                </a:lnTo>
                <a:lnTo>
                  <a:pt x="44" y="682"/>
                </a:lnTo>
                <a:lnTo>
                  <a:pt x="46" y="730"/>
                </a:lnTo>
                <a:lnTo>
                  <a:pt x="46" y="734"/>
                </a:lnTo>
                <a:lnTo>
                  <a:pt x="48" y="773"/>
                </a:lnTo>
                <a:lnTo>
                  <a:pt x="48" y="776"/>
                </a:lnTo>
                <a:lnTo>
                  <a:pt x="50" y="811"/>
                </a:lnTo>
                <a:lnTo>
                  <a:pt x="50" y="814"/>
                </a:lnTo>
                <a:lnTo>
                  <a:pt x="52" y="850"/>
                </a:lnTo>
                <a:lnTo>
                  <a:pt x="52" y="853"/>
                </a:lnTo>
                <a:lnTo>
                  <a:pt x="54" y="883"/>
                </a:lnTo>
                <a:lnTo>
                  <a:pt x="54" y="886"/>
                </a:lnTo>
                <a:lnTo>
                  <a:pt x="56" y="915"/>
                </a:lnTo>
                <a:lnTo>
                  <a:pt x="56" y="918"/>
                </a:lnTo>
                <a:lnTo>
                  <a:pt x="58" y="942"/>
                </a:lnTo>
                <a:lnTo>
                  <a:pt x="58" y="944"/>
                </a:lnTo>
                <a:lnTo>
                  <a:pt x="60" y="968"/>
                </a:lnTo>
                <a:lnTo>
                  <a:pt x="61" y="970"/>
                </a:lnTo>
                <a:lnTo>
                  <a:pt x="62" y="989"/>
                </a:lnTo>
                <a:lnTo>
                  <a:pt x="62" y="990"/>
                </a:lnTo>
                <a:lnTo>
                  <a:pt x="64" y="1007"/>
                </a:lnTo>
                <a:lnTo>
                  <a:pt x="64" y="1009"/>
                </a:lnTo>
                <a:lnTo>
                  <a:pt x="66" y="1025"/>
                </a:lnTo>
                <a:lnTo>
                  <a:pt x="67" y="1026"/>
                </a:lnTo>
                <a:lnTo>
                  <a:pt x="68" y="1037"/>
                </a:lnTo>
                <a:lnTo>
                  <a:pt x="68" y="1038"/>
                </a:lnTo>
                <a:lnTo>
                  <a:pt x="70" y="1045"/>
                </a:lnTo>
                <a:lnTo>
                  <a:pt x="70" y="1045"/>
                </a:lnTo>
                <a:lnTo>
                  <a:pt x="72" y="1048"/>
                </a:lnTo>
                <a:lnTo>
                  <a:pt x="72" y="1048"/>
                </a:lnTo>
                <a:lnTo>
                  <a:pt x="74" y="1052"/>
                </a:lnTo>
                <a:lnTo>
                  <a:pt x="74" y="1053"/>
                </a:lnTo>
                <a:lnTo>
                  <a:pt x="76" y="1056"/>
                </a:lnTo>
                <a:lnTo>
                  <a:pt x="76" y="1056"/>
                </a:lnTo>
                <a:lnTo>
                  <a:pt x="78" y="1061"/>
                </a:lnTo>
                <a:lnTo>
                  <a:pt x="78" y="1062"/>
                </a:lnTo>
                <a:lnTo>
                  <a:pt x="80" y="1066"/>
                </a:lnTo>
                <a:lnTo>
                  <a:pt x="80" y="1066"/>
                </a:lnTo>
                <a:lnTo>
                  <a:pt x="81" y="1067"/>
                </a:lnTo>
                <a:lnTo>
                  <a:pt x="82" y="1066"/>
                </a:lnTo>
                <a:lnTo>
                  <a:pt x="82" y="1066"/>
                </a:lnTo>
                <a:lnTo>
                  <a:pt x="82" y="1066"/>
                </a:lnTo>
                <a:lnTo>
                  <a:pt x="83" y="1066"/>
                </a:lnTo>
                <a:lnTo>
                  <a:pt x="84" y="1066"/>
                </a:lnTo>
                <a:lnTo>
                  <a:pt x="85" y="1066"/>
                </a:lnTo>
                <a:lnTo>
                  <a:pt x="86" y="1064"/>
                </a:lnTo>
                <a:lnTo>
                  <a:pt x="86" y="1064"/>
                </a:lnTo>
                <a:lnTo>
                  <a:pt x="88" y="1062"/>
                </a:lnTo>
                <a:lnTo>
                  <a:pt x="88" y="1062"/>
                </a:lnTo>
                <a:lnTo>
                  <a:pt x="90" y="1060"/>
                </a:lnTo>
                <a:lnTo>
                  <a:pt x="91" y="1060"/>
                </a:lnTo>
                <a:lnTo>
                  <a:pt x="92" y="1060"/>
                </a:lnTo>
                <a:lnTo>
                  <a:pt x="92" y="1059"/>
                </a:lnTo>
                <a:lnTo>
                  <a:pt x="94" y="1049"/>
                </a:lnTo>
                <a:lnTo>
                  <a:pt x="94" y="1048"/>
                </a:lnTo>
                <a:lnTo>
                  <a:pt x="96" y="1039"/>
                </a:lnTo>
                <a:lnTo>
                  <a:pt x="96" y="1039"/>
                </a:lnTo>
                <a:lnTo>
                  <a:pt x="97" y="1038"/>
                </a:lnTo>
                <a:lnTo>
                  <a:pt x="98" y="1039"/>
                </a:lnTo>
                <a:lnTo>
                  <a:pt x="98" y="1039"/>
                </a:lnTo>
                <a:lnTo>
                  <a:pt x="100" y="1036"/>
                </a:lnTo>
                <a:lnTo>
                  <a:pt x="100" y="1036"/>
                </a:lnTo>
                <a:lnTo>
                  <a:pt x="102" y="1031"/>
                </a:lnTo>
                <a:lnTo>
                  <a:pt x="102" y="1031"/>
                </a:lnTo>
                <a:lnTo>
                  <a:pt x="104" y="1027"/>
                </a:lnTo>
                <a:lnTo>
                  <a:pt x="104" y="1027"/>
                </a:lnTo>
                <a:lnTo>
                  <a:pt x="106" y="1022"/>
                </a:lnTo>
                <a:lnTo>
                  <a:pt x="106" y="1021"/>
                </a:lnTo>
                <a:lnTo>
                  <a:pt x="108" y="1017"/>
                </a:lnTo>
                <a:lnTo>
                  <a:pt x="109" y="1016"/>
                </a:lnTo>
                <a:lnTo>
                  <a:pt x="110" y="1012"/>
                </a:lnTo>
                <a:lnTo>
                  <a:pt x="110" y="1011"/>
                </a:lnTo>
                <a:lnTo>
                  <a:pt x="112" y="1005"/>
                </a:lnTo>
                <a:lnTo>
                  <a:pt x="112" y="1004"/>
                </a:lnTo>
                <a:lnTo>
                  <a:pt x="114" y="997"/>
                </a:lnTo>
                <a:lnTo>
                  <a:pt x="115" y="997"/>
                </a:lnTo>
                <a:lnTo>
                  <a:pt x="116" y="992"/>
                </a:lnTo>
                <a:lnTo>
                  <a:pt x="116" y="991"/>
                </a:lnTo>
                <a:lnTo>
                  <a:pt x="118" y="985"/>
                </a:lnTo>
                <a:lnTo>
                  <a:pt x="118" y="985"/>
                </a:lnTo>
                <a:lnTo>
                  <a:pt x="120" y="979"/>
                </a:lnTo>
                <a:lnTo>
                  <a:pt x="120" y="979"/>
                </a:lnTo>
                <a:lnTo>
                  <a:pt x="122" y="976"/>
                </a:lnTo>
                <a:lnTo>
                  <a:pt x="123" y="975"/>
                </a:lnTo>
                <a:lnTo>
                  <a:pt x="124" y="972"/>
                </a:lnTo>
                <a:lnTo>
                  <a:pt x="124" y="972"/>
                </a:lnTo>
                <a:lnTo>
                  <a:pt x="126" y="969"/>
                </a:lnTo>
                <a:lnTo>
                  <a:pt x="126" y="969"/>
                </a:lnTo>
                <a:lnTo>
                  <a:pt x="129" y="966"/>
                </a:lnTo>
                <a:lnTo>
                  <a:pt x="129" y="965"/>
                </a:lnTo>
                <a:lnTo>
                  <a:pt x="130" y="963"/>
                </a:lnTo>
                <a:lnTo>
                  <a:pt x="130" y="963"/>
                </a:lnTo>
                <a:lnTo>
                  <a:pt x="132" y="960"/>
                </a:lnTo>
                <a:lnTo>
                  <a:pt x="132" y="960"/>
                </a:lnTo>
                <a:lnTo>
                  <a:pt x="134" y="956"/>
                </a:lnTo>
                <a:lnTo>
                  <a:pt x="135" y="956"/>
                </a:lnTo>
                <a:lnTo>
                  <a:pt x="135" y="955"/>
                </a:lnTo>
                <a:lnTo>
                  <a:pt x="136" y="955"/>
                </a:lnTo>
                <a:lnTo>
                  <a:pt x="136" y="955"/>
                </a:lnTo>
                <a:lnTo>
                  <a:pt x="138" y="953"/>
                </a:lnTo>
                <a:lnTo>
                  <a:pt x="139" y="953"/>
                </a:lnTo>
                <a:lnTo>
                  <a:pt x="140" y="950"/>
                </a:lnTo>
                <a:lnTo>
                  <a:pt x="141" y="949"/>
                </a:lnTo>
                <a:lnTo>
                  <a:pt x="141" y="949"/>
                </a:lnTo>
                <a:lnTo>
                  <a:pt x="142" y="950"/>
                </a:lnTo>
                <a:lnTo>
                  <a:pt x="142" y="950"/>
                </a:lnTo>
                <a:lnTo>
                  <a:pt x="143" y="951"/>
                </a:lnTo>
                <a:lnTo>
                  <a:pt x="144" y="948"/>
                </a:lnTo>
                <a:lnTo>
                  <a:pt x="144" y="947"/>
                </a:lnTo>
                <a:lnTo>
                  <a:pt x="146" y="942"/>
                </a:lnTo>
                <a:lnTo>
                  <a:pt x="147" y="942"/>
                </a:lnTo>
                <a:lnTo>
                  <a:pt x="148" y="940"/>
                </a:lnTo>
                <a:lnTo>
                  <a:pt x="148" y="940"/>
                </a:lnTo>
                <a:lnTo>
                  <a:pt x="150" y="939"/>
                </a:lnTo>
                <a:lnTo>
                  <a:pt x="150" y="939"/>
                </a:lnTo>
                <a:lnTo>
                  <a:pt x="153" y="936"/>
                </a:lnTo>
                <a:lnTo>
                  <a:pt x="153" y="936"/>
                </a:lnTo>
                <a:lnTo>
                  <a:pt x="154" y="934"/>
                </a:lnTo>
                <a:lnTo>
                  <a:pt x="154" y="934"/>
                </a:lnTo>
                <a:lnTo>
                  <a:pt x="154" y="934"/>
                </a:lnTo>
                <a:lnTo>
                  <a:pt x="156" y="939"/>
                </a:lnTo>
                <a:lnTo>
                  <a:pt x="156" y="939"/>
                </a:lnTo>
                <a:lnTo>
                  <a:pt x="158" y="940"/>
                </a:lnTo>
                <a:lnTo>
                  <a:pt x="159" y="940"/>
                </a:lnTo>
                <a:lnTo>
                  <a:pt x="160" y="941"/>
                </a:lnTo>
                <a:lnTo>
                  <a:pt x="160" y="941"/>
                </a:lnTo>
                <a:lnTo>
                  <a:pt x="162" y="940"/>
                </a:lnTo>
                <a:lnTo>
                  <a:pt x="163" y="940"/>
                </a:lnTo>
                <a:lnTo>
                  <a:pt x="163" y="940"/>
                </a:lnTo>
                <a:lnTo>
                  <a:pt x="164" y="939"/>
                </a:lnTo>
                <a:lnTo>
                  <a:pt x="164" y="939"/>
                </a:lnTo>
                <a:lnTo>
                  <a:pt x="165" y="939"/>
                </a:lnTo>
                <a:lnTo>
                  <a:pt x="165" y="940"/>
                </a:lnTo>
                <a:lnTo>
                  <a:pt x="166" y="940"/>
                </a:lnTo>
                <a:lnTo>
                  <a:pt x="166" y="939"/>
                </a:lnTo>
                <a:lnTo>
                  <a:pt x="168" y="938"/>
                </a:lnTo>
                <a:lnTo>
                  <a:pt x="169" y="938"/>
                </a:lnTo>
                <a:lnTo>
                  <a:pt x="170" y="936"/>
                </a:lnTo>
                <a:lnTo>
                  <a:pt x="171" y="935"/>
                </a:lnTo>
                <a:lnTo>
                  <a:pt x="172" y="934"/>
                </a:lnTo>
                <a:lnTo>
                  <a:pt x="172" y="934"/>
                </a:lnTo>
                <a:lnTo>
                  <a:pt x="174" y="934"/>
                </a:lnTo>
                <a:lnTo>
                  <a:pt x="174" y="934"/>
                </a:lnTo>
                <a:lnTo>
                  <a:pt x="174" y="934"/>
                </a:lnTo>
                <a:lnTo>
                  <a:pt x="177" y="933"/>
                </a:lnTo>
                <a:lnTo>
                  <a:pt x="177" y="933"/>
                </a:lnTo>
                <a:lnTo>
                  <a:pt x="178" y="932"/>
                </a:lnTo>
                <a:lnTo>
                  <a:pt x="178" y="932"/>
                </a:lnTo>
                <a:lnTo>
                  <a:pt x="178" y="932"/>
                </a:lnTo>
                <a:lnTo>
                  <a:pt x="180" y="932"/>
                </a:lnTo>
                <a:lnTo>
                  <a:pt x="180" y="932"/>
                </a:lnTo>
                <a:lnTo>
                  <a:pt x="182" y="932"/>
                </a:lnTo>
                <a:lnTo>
                  <a:pt x="183" y="931"/>
                </a:lnTo>
                <a:lnTo>
                  <a:pt x="184" y="929"/>
                </a:lnTo>
                <a:lnTo>
                  <a:pt x="184" y="929"/>
                </a:lnTo>
                <a:lnTo>
                  <a:pt x="186" y="929"/>
                </a:lnTo>
                <a:lnTo>
                  <a:pt x="186" y="929"/>
                </a:lnTo>
                <a:lnTo>
                  <a:pt x="187" y="929"/>
                </a:lnTo>
                <a:lnTo>
                  <a:pt x="188" y="930"/>
                </a:lnTo>
                <a:lnTo>
                  <a:pt x="188" y="929"/>
                </a:lnTo>
                <a:lnTo>
                  <a:pt x="189" y="930"/>
                </a:lnTo>
                <a:lnTo>
                  <a:pt x="189" y="929"/>
                </a:lnTo>
                <a:lnTo>
                  <a:pt x="190" y="930"/>
                </a:lnTo>
                <a:lnTo>
                  <a:pt x="190" y="930"/>
                </a:lnTo>
                <a:lnTo>
                  <a:pt x="190" y="930"/>
                </a:lnTo>
                <a:lnTo>
                  <a:pt x="191" y="930"/>
                </a:lnTo>
                <a:lnTo>
                  <a:pt x="192" y="929"/>
                </a:lnTo>
                <a:lnTo>
                  <a:pt x="193" y="929"/>
                </a:lnTo>
                <a:lnTo>
                  <a:pt x="194" y="929"/>
                </a:lnTo>
                <a:lnTo>
                  <a:pt x="194" y="929"/>
                </a:lnTo>
                <a:lnTo>
                  <a:pt x="195" y="929"/>
                </a:lnTo>
                <a:lnTo>
                  <a:pt x="196" y="928"/>
                </a:lnTo>
                <a:lnTo>
                  <a:pt x="196" y="928"/>
                </a:lnTo>
                <a:lnTo>
                  <a:pt x="197" y="928"/>
                </a:lnTo>
                <a:lnTo>
                  <a:pt x="198" y="928"/>
                </a:lnTo>
                <a:lnTo>
                  <a:pt x="198" y="929"/>
                </a:lnTo>
                <a:lnTo>
                  <a:pt x="199" y="929"/>
                </a:lnTo>
                <a:lnTo>
                  <a:pt x="201" y="926"/>
                </a:lnTo>
                <a:lnTo>
                  <a:pt x="201" y="926"/>
                </a:lnTo>
                <a:lnTo>
                  <a:pt x="202" y="922"/>
                </a:lnTo>
                <a:lnTo>
                  <a:pt x="202" y="922"/>
                </a:lnTo>
                <a:lnTo>
                  <a:pt x="203" y="921"/>
                </a:lnTo>
                <a:lnTo>
                  <a:pt x="204" y="923"/>
                </a:lnTo>
                <a:lnTo>
                  <a:pt x="204" y="923"/>
                </a:lnTo>
                <a:lnTo>
                  <a:pt x="207" y="925"/>
                </a:lnTo>
                <a:lnTo>
                  <a:pt x="207" y="926"/>
                </a:lnTo>
                <a:lnTo>
                  <a:pt x="207" y="925"/>
                </a:lnTo>
                <a:lnTo>
                  <a:pt x="208" y="926"/>
                </a:lnTo>
                <a:lnTo>
                  <a:pt x="208" y="925"/>
                </a:lnTo>
                <a:lnTo>
                  <a:pt x="208" y="925"/>
                </a:lnTo>
                <a:lnTo>
                  <a:pt x="210" y="924"/>
                </a:lnTo>
                <a:lnTo>
                  <a:pt x="210" y="924"/>
                </a:lnTo>
                <a:lnTo>
                  <a:pt x="211" y="924"/>
                </a:lnTo>
                <a:lnTo>
                  <a:pt x="212" y="925"/>
                </a:lnTo>
                <a:lnTo>
                  <a:pt x="213" y="925"/>
                </a:lnTo>
                <a:lnTo>
                  <a:pt x="214" y="928"/>
                </a:lnTo>
                <a:lnTo>
                  <a:pt x="214" y="928"/>
                </a:lnTo>
                <a:lnTo>
                  <a:pt x="216" y="930"/>
                </a:lnTo>
                <a:lnTo>
                  <a:pt x="216" y="929"/>
                </a:lnTo>
                <a:lnTo>
                  <a:pt x="217" y="928"/>
                </a:lnTo>
                <a:lnTo>
                  <a:pt x="218" y="924"/>
                </a:lnTo>
                <a:lnTo>
                  <a:pt x="219" y="923"/>
                </a:lnTo>
                <a:lnTo>
                  <a:pt x="220" y="921"/>
                </a:lnTo>
                <a:lnTo>
                  <a:pt x="220" y="921"/>
                </a:lnTo>
                <a:lnTo>
                  <a:pt x="221" y="921"/>
                </a:lnTo>
                <a:lnTo>
                  <a:pt x="222" y="921"/>
                </a:lnTo>
                <a:lnTo>
                  <a:pt x="222" y="921"/>
                </a:lnTo>
                <a:lnTo>
                  <a:pt x="222" y="921"/>
                </a:lnTo>
                <a:lnTo>
                  <a:pt x="225" y="922"/>
                </a:lnTo>
                <a:lnTo>
                  <a:pt x="225" y="922"/>
                </a:lnTo>
                <a:lnTo>
                  <a:pt x="226" y="923"/>
                </a:lnTo>
                <a:lnTo>
                  <a:pt x="226" y="922"/>
                </a:lnTo>
                <a:lnTo>
                  <a:pt x="226" y="922"/>
                </a:lnTo>
                <a:lnTo>
                  <a:pt x="228" y="923"/>
                </a:lnTo>
                <a:lnTo>
                  <a:pt x="228" y="923"/>
                </a:lnTo>
                <a:lnTo>
                  <a:pt x="228" y="923"/>
                </a:lnTo>
                <a:lnTo>
                  <a:pt x="230" y="923"/>
                </a:lnTo>
                <a:lnTo>
                  <a:pt x="231" y="923"/>
                </a:lnTo>
                <a:lnTo>
                  <a:pt x="231" y="923"/>
                </a:lnTo>
                <a:lnTo>
                  <a:pt x="232" y="924"/>
                </a:lnTo>
                <a:lnTo>
                  <a:pt x="232" y="924"/>
                </a:lnTo>
                <a:lnTo>
                  <a:pt x="232" y="924"/>
                </a:lnTo>
                <a:lnTo>
                  <a:pt x="234" y="924"/>
                </a:lnTo>
                <a:lnTo>
                  <a:pt x="235" y="924"/>
                </a:lnTo>
                <a:lnTo>
                  <a:pt x="236" y="923"/>
                </a:lnTo>
                <a:lnTo>
                  <a:pt x="236" y="923"/>
                </a:lnTo>
                <a:lnTo>
                  <a:pt x="237" y="923"/>
                </a:lnTo>
                <a:lnTo>
                  <a:pt x="238" y="923"/>
                </a:lnTo>
                <a:lnTo>
                  <a:pt x="238" y="923"/>
                </a:lnTo>
                <a:lnTo>
                  <a:pt x="238" y="923"/>
                </a:lnTo>
                <a:lnTo>
                  <a:pt x="240" y="922"/>
                </a:lnTo>
                <a:lnTo>
                  <a:pt x="240" y="922"/>
                </a:lnTo>
                <a:lnTo>
                  <a:pt x="241" y="922"/>
                </a:lnTo>
                <a:lnTo>
                  <a:pt x="241" y="922"/>
                </a:lnTo>
                <a:lnTo>
                  <a:pt x="242" y="923"/>
                </a:lnTo>
                <a:lnTo>
                  <a:pt x="242" y="923"/>
                </a:lnTo>
                <a:lnTo>
                  <a:pt x="243" y="923"/>
                </a:lnTo>
                <a:lnTo>
                  <a:pt x="243" y="923"/>
                </a:lnTo>
                <a:lnTo>
                  <a:pt x="244" y="923"/>
                </a:lnTo>
                <a:lnTo>
                  <a:pt x="244" y="923"/>
                </a:lnTo>
                <a:lnTo>
                  <a:pt x="245" y="923"/>
                </a:lnTo>
                <a:lnTo>
                  <a:pt x="246" y="921"/>
                </a:lnTo>
                <a:lnTo>
                  <a:pt x="247" y="921"/>
                </a:lnTo>
                <a:lnTo>
                  <a:pt x="248" y="920"/>
                </a:lnTo>
                <a:lnTo>
                  <a:pt x="249" y="921"/>
                </a:lnTo>
                <a:lnTo>
                  <a:pt x="249" y="921"/>
                </a:lnTo>
                <a:lnTo>
                  <a:pt x="250" y="923"/>
                </a:lnTo>
                <a:lnTo>
                  <a:pt x="250" y="923"/>
                </a:lnTo>
                <a:lnTo>
                  <a:pt x="252" y="922"/>
                </a:lnTo>
                <a:lnTo>
                  <a:pt x="252" y="922"/>
                </a:lnTo>
                <a:lnTo>
                  <a:pt x="254" y="922"/>
                </a:lnTo>
                <a:lnTo>
                  <a:pt x="255" y="921"/>
                </a:lnTo>
                <a:lnTo>
                  <a:pt x="255" y="921"/>
                </a:lnTo>
                <a:lnTo>
                  <a:pt x="255" y="921"/>
                </a:lnTo>
                <a:lnTo>
                  <a:pt x="256" y="922"/>
                </a:lnTo>
                <a:lnTo>
                  <a:pt x="256" y="922"/>
                </a:lnTo>
                <a:lnTo>
                  <a:pt x="256" y="922"/>
                </a:lnTo>
                <a:lnTo>
                  <a:pt x="258" y="923"/>
                </a:lnTo>
                <a:lnTo>
                  <a:pt x="258" y="922"/>
                </a:lnTo>
                <a:lnTo>
                  <a:pt x="259" y="922"/>
                </a:lnTo>
                <a:lnTo>
                  <a:pt x="260" y="921"/>
                </a:lnTo>
                <a:lnTo>
                  <a:pt x="260" y="921"/>
                </a:lnTo>
                <a:lnTo>
                  <a:pt x="261" y="921"/>
                </a:lnTo>
                <a:lnTo>
                  <a:pt x="261" y="921"/>
                </a:lnTo>
                <a:lnTo>
                  <a:pt x="261" y="921"/>
                </a:lnTo>
                <a:lnTo>
                  <a:pt x="262" y="921"/>
                </a:lnTo>
                <a:lnTo>
                  <a:pt x="262" y="921"/>
                </a:lnTo>
                <a:lnTo>
                  <a:pt x="262" y="921"/>
                </a:lnTo>
                <a:lnTo>
                  <a:pt x="264" y="920"/>
                </a:lnTo>
                <a:lnTo>
                  <a:pt x="265" y="920"/>
                </a:lnTo>
                <a:lnTo>
                  <a:pt x="265" y="920"/>
                </a:lnTo>
                <a:lnTo>
                  <a:pt x="266" y="920"/>
                </a:lnTo>
                <a:lnTo>
                  <a:pt x="266" y="920"/>
                </a:lnTo>
                <a:lnTo>
                  <a:pt x="267" y="920"/>
                </a:lnTo>
                <a:lnTo>
                  <a:pt x="268" y="919"/>
                </a:lnTo>
                <a:lnTo>
                  <a:pt x="268" y="919"/>
                </a:lnTo>
                <a:lnTo>
                  <a:pt x="268" y="920"/>
                </a:lnTo>
                <a:lnTo>
                  <a:pt x="269" y="920"/>
                </a:lnTo>
                <a:lnTo>
                  <a:pt x="270" y="920"/>
                </a:lnTo>
                <a:lnTo>
                  <a:pt x="270" y="920"/>
                </a:lnTo>
                <a:lnTo>
                  <a:pt x="271" y="920"/>
                </a:lnTo>
                <a:lnTo>
                  <a:pt x="271" y="920"/>
                </a:lnTo>
                <a:lnTo>
                  <a:pt x="271" y="919"/>
                </a:lnTo>
                <a:lnTo>
                  <a:pt x="273" y="920"/>
                </a:lnTo>
                <a:lnTo>
                  <a:pt x="273" y="920"/>
                </a:lnTo>
                <a:lnTo>
                  <a:pt x="274" y="920"/>
                </a:lnTo>
                <a:lnTo>
                  <a:pt x="274" y="920"/>
                </a:lnTo>
                <a:lnTo>
                  <a:pt x="276" y="920"/>
                </a:lnTo>
                <a:lnTo>
                  <a:pt x="276" y="920"/>
                </a:lnTo>
                <a:lnTo>
                  <a:pt x="276" y="920"/>
                </a:lnTo>
                <a:lnTo>
                  <a:pt x="278" y="921"/>
                </a:lnTo>
                <a:lnTo>
                  <a:pt x="279" y="921"/>
                </a:lnTo>
                <a:lnTo>
                  <a:pt x="279" y="921"/>
                </a:lnTo>
                <a:lnTo>
                  <a:pt x="281" y="920"/>
                </a:lnTo>
                <a:lnTo>
                  <a:pt x="281" y="920"/>
                </a:lnTo>
                <a:lnTo>
                  <a:pt x="282" y="918"/>
                </a:lnTo>
                <a:lnTo>
                  <a:pt x="282" y="918"/>
                </a:lnTo>
                <a:lnTo>
                  <a:pt x="283" y="918"/>
                </a:lnTo>
                <a:lnTo>
                  <a:pt x="283" y="918"/>
                </a:lnTo>
                <a:lnTo>
                  <a:pt x="284" y="919"/>
                </a:lnTo>
                <a:lnTo>
                  <a:pt x="285" y="920"/>
                </a:lnTo>
                <a:lnTo>
                  <a:pt x="287" y="920"/>
                </a:lnTo>
                <a:lnTo>
                  <a:pt x="287" y="920"/>
                </a:lnTo>
                <a:lnTo>
                  <a:pt x="288" y="919"/>
                </a:lnTo>
                <a:lnTo>
                  <a:pt x="289" y="919"/>
                </a:lnTo>
                <a:lnTo>
                  <a:pt x="290" y="918"/>
                </a:lnTo>
                <a:lnTo>
                  <a:pt x="291" y="918"/>
                </a:lnTo>
                <a:lnTo>
                  <a:pt x="291" y="918"/>
                </a:lnTo>
                <a:lnTo>
                  <a:pt x="293" y="919"/>
                </a:lnTo>
                <a:lnTo>
                  <a:pt x="293" y="919"/>
                </a:lnTo>
                <a:lnTo>
                  <a:pt x="293" y="919"/>
                </a:lnTo>
                <a:lnTo>
                  <a:pt x="293" y="919"/>
                </a:lnTo>
                <a:lnTo>
                  <a:pt x="294" y="920"/>
                </a:lnTo>
                <a:lnTo>
                  <a:pt x="295" y="920"/>
                </a:lnTo>
                <a:lnTo>
                  <a:pt x="296" y="919"/>
                </a:lnTo>
                <a:lnTo>
                  <a:pt x="297" y="920"/>
                </a:lnTo>
                <a:lnTo>
                  <a:pt x="297" y="920"/>
                </a:lnTo>
                <a:lnTo>
                  <a:pt x="297" y="920"/>
                </a:lnTo>
                <a:lnTo>
                  <a:pt x="299" y="920"/>
                </a:lnTo>
                <a:lnTo>
                  <a:pt x="299" y="920"/>
                </a:lnTo>
                <a:lnTo>
                  <a:pt x="299" y="919"/>
                </a:lnTo>
                <a:lnTo>
                  <a:pt x="300" y="919"/>
                </a:lnTo>
                <a:lnTo>
                  <a:pt x="300" y="919"/>
                </a:lnTo>
                <a:lnTo>
                  <a:pt x="301" y="919"/>
                </a:lnTo>
                <a:lnTo>
                  <a:pt x="302" y="919"/>
                </a:lnTo>
                <a:lnTo>
                  <a:pt x="303" y="919"/>
                </a:lnTo>
                <a:lnTo>
                  <a:pt x="303" y="919"/>
                </a:lnTo>
                <a:lnTo>
                  <a:pt x="303" y="918"/>
                </a:lnTo>
                <a:lnTo>
                  <a:pt x="305" y="918"/>
                </a:lnTo>
                <a:lnTo>
                  <a:pt x="305" y="918"/>
                </a:lnTo>
                <a:lnTo>
                  <a:pt x="305" y="918"/>
                </a:lnTo>
                <a:lnTo>
                  <a:pt x="306" y="919"/>
                </a:lnTo>
                <a:lnTo>
                  <a:pt x="306" y="918"/>
                </a:lnTo>
                <a:lnTo>
                  <a:pt x="307" y="919"/>
                </a:lnTo>
                <a:lnTo>
                  <a:pt x="307" y="919"/>
                </a:lnTo>
                <a:lnTo>
                  <a:pt x="308" y="920"/>
                </a:lnTo>
                <a:lnTo>
                  <a:pt x="309" y="919"/>
                </a:lnTo>
                <a:lnTo>
                  <a:pt x="309" y="919"/>
                </a:lnTo>
                <a:lnTo>
                  <a:pt x="310" y="920"/>
                </a:lnTo>
                <a:lnTo>
                  <a:pt x="311" y="919"/>
                </a:lnTo>
                <a:lnTo>
                  <a:pt x="311" y="919"/>
                </a:lnTo>
                <a:lnTo>
                  <a:pt x="312" y="919"/>
                </a:lnTo>
                <a:lnTo>
                  <a:pt x="312" y="919"/>
                </a:lnTo>
                <a:lnTo>
                  <a:pt x="313" y="919"/>
                </a:lnTo>
                <a:lnTo>
                  <a:pt x="313" y="919"/>
                </a:lnTo>
                <a:lnTo>
                  <a:pt x="314" y="918"/>
                </a:lnTo>
                <a:lnTo>
                  <a:pt x="315" y="918"/>
                </a:lnTo>
                <a:lnTo>
                  <a:pt x="316" y="917"/>
                </a:lnTo>
                <a:lnTo>
                  <a:pt x="317" y="918"/>
                </a:lnTo>
                <a:lnTo>
                  <a:pt x="317" y="918"/>
                </a:lnTo>
                <a:lnTo>
                  <a:pt x="318" y="918"/>
                </a:lnTo>
                <a:lnTo>
                  <a:pt x="319" y="919"/>
                </a:lnTo>
                <a:lnTo>
                  <a:pt x="320" y="918"/>
                </a:lnTo>
                <a:lnTo>
                  <a:pt x="321" y="918"/>
                </a:lnTo>
                <a:lnTo>
                  <a:pt x="321" y="918"/>
                </a:lnTo>
                <a:lnTo>
                  <a:pt x="322" y="918"/>
                </a:lnTo>
                <a:lnTo>
                  <a:pt x="323" y="918"/>
                </a:lnTo>
                <a:lnTo>
                  <a:pt x="323" y="918"/>
                </a:lnTo>
                <a:lnTo>
                  <a:pt x="324" y="918"/>
                </a:lnTo>
                <a:lnTo>
                  <a:pt x="324" y="918"/>
                </a:lnTo>
                <a:lnTo>
                  <a:pt x="324" y="918"/>
                </a:lnTo>
                <a:lnTo>
                  <a:pt x="325" y="918"/>
                </a:lnTo>
                <a:lnTo>
                  <a:pt x="327" y="919"/>
                </a:lnTo>
                <a:lnTo>
                  <a:pt x="327" y="919"/>
                </a:lnTo>
                <a:lnTo>
                  <a:pt x="327" y="919"/>
                </a:lnTo>
                <a:lnTo>
                  <a:pt x="329" y="918"/>
                </a:lnTo>
                <a:lnTo>
                  <a:pt x="329" y="918"/>
                </a:lnTo>
                <a:lnTo>
                  <a:pt x="330" y="917"/>
                </a:lnTo>
                <a:lnTo>
                  <a:pt x="331" y="917"/>
                </a:lnTo>
                <a:lnTo>
                  <a:pt x="332" y="917"/>
                </a:lnTo>
                <a:lnTo>
                  <a:pt x="333" y="917"/>
                </a:lnTo>
                <a:lnTo>
                  <a:pt x="333" y="917"/>
                </a:lnTo>
                <a:lnTo>
                  <a:pt x="333" y="917"/>
                </a:lnTo>
                <a:lnTo>
                  <a:pt x="334" y="918"/>
                </a:lnTo>
                <a:lnTo>
                  <a:pt x="335" y="918"/>
                </a:lnTo>
                <a:lnTo>
                  <a:pt x="335" y="918"/>
                </a:lnTo>
                <a:lnTo>
                  <a:pt x="335" y="918"/>
                </a:lnTo>
                <a:lnTo>
                  <a:pt x="336" y="918"/>
                </a:lnTo>
                <a:lnTo>
                  <a:pt x="337" y="918"/>
                </a:lnTo>
                <a:lnTo>
                  <a:pt x="338" y="918"/>
                </a:lnTo>
                <a:lnTo>
                  <a:pt x="338" y="918"/>
                </a:lnTo>
                <a:lnTo>
                  <a:pt x="339" y="918"/>
                </a:lnTo>
                <a:lnTo>
                  <a:pt x="339" y="918"/>
                </a:lnTo>
                <a:lnTo>
                  <a:pt x="341" y="919"/>
                </a:lnTo>
                <a:lnTo>
                  <a:pt x="341" y="919"/>
                </a:lnTo>
                <a:lnTo>
                  <a:pt x="342" y="918"/>
                </a:lnTo>
                <a:lnTo>
                  <a:pt x="343" y="918"/>
                </a:lnTo>
                <a:lnTo>
                  <a:pt x="343" y="918"/>
                </a:lnTo>
                <a:lnTo>
                  <a:pt x="344" y="919"/>
                </a:lnTo>
                <a:lnTo>
                  <a:pt x="345" y="919"/>
                </a:lnTo>
                <a:lnTo>
                  <a:pt x="345" y="919"/>
                </a:lnTo>
                <a:lnTo>
                  <a:pt x="347" y="919"/>
                </a:lnTo>
                <a:lnTo>
                  <a:pt x="347" y="919"/>
                </a:lnTo>
                <a:lnTo>
                  <a:pt x="348" y="919"/>
                </a:lnTo>
                <a:lnTo>
                  <a:pt x="348" y="919"/>
                </a:lnTo>
                <a:lnTo>
                  <a:pt x="349" y="919"/>
                </a:lnTo>
                <a:lnTo>
                  <a:pt x="351" y="917"/>
                </a:lnTo>
                <a:lnTo>
                  <a:pt x="351" y="917"/>
                </a:lnTo>
                <a:lnTo>
                  <a:pt x="351" y="916"/>
                </a:lnTo>
                <a:lnTo>
                  <a:pt x="353" y="917"/>
                </a:lnTo>
                <a:lnTo>
                  <a:pt x="353" y="917"/>
                </a:lnTo>
                <a:lnTo>
                  <a:pt x="354" y="918"/>
                </a:lnTo>
                <a:lnTo>
                  <a:pt x="354" y="918"/>
                </a:lnTo>
                <a:lnTo>
                  <a:pt x="355" y="918"/>
                </a:lnTo>
                <a:lnTo>
                  <a:pt x="355" y="918"/>
                </a:lnTo>
                <a:lnTo>
                  <a:pt x="357" y="918"/>
                </a:lnTo>
                <a:lnTo>
                  <a:pt x="357" y="918"/>
                </a:lnTo>
                <a:lnTo>
                  <a:pt x="357" y="918"/>
                </a:lnTo>
                <a:lnTo>
                  <a:pt x="359" y="918"/>
                </a:lnTo>
                <a:lnTo>
                  <a:pt x="359" y="918"/>
                </a:lnTo>
                <a:lnTo>
                  <a:pt x="359" y="918"/>
                </a:lnTo>
                <a:lnTo>
                  <a:pt x="360" y="917"/>
                </a:lnTo>
                <a:lnTo>
                  <a:pt x="361" y="917"/>
                </a:lnTo>
                <a:lnTo>
                  <a:pt x="361" y="917"/>
                </a:lnTo>
                <a:lnTo>
                  <a:pt x="362" y="918"/>
                </a:lnTo>
                <a:lnTo>
                  <a:pt x="363" y="918"/>
                </a:lnTo>
                <a:lnTo>
                  <a:pt x="363" y="919"/>
                </a:lnTo>
                <a:lnTo>
                  <a:pt x="365" y="918"/>
                </a:lnTo>
                <a:lnTo>
                  <a:pt x="365" y="918"/>
                </a:lnTo>
                <a:lnTo>
                  <a:pt x="366" y="918"/>
                </a:lnTo>
                <a:lnTo>
                  <a:pt x="366" y="918"/>
                </a:lnTo>
                <a:lnTo>
                  <a:pt x="367" y="918"/>
                </a:lnTo>
                <a:lnTo>
                  <a:pt x="368" y="919"/>
                </a:lnTo>
                <a:lnTo>
                  <a:pt x="369" y="919"/>
                </a:lnTo>
                <a:lnTo>
                  <a:pt x="370" y="920"/>
                </a:lnTo>
                <a:lnTo>
                  <a:pt x="371" y="920"/>
                </a:lnTo>
                <a:lnTo>
                  <a:pt x="371" y="920"/>
                </a:lnTo>
                <a:lnTo>
                  <a:pt x="371" y="920"/>
                </a:lnTo>
                <a:lnTo>
                  <a:pt x="372" y="918"/>
                </a:lnTo>
                <a:lnTo>
                  <a:pt x="373" y="918"/>
                </a:lnTo>
                <a:lnTo>
                  <a:pt x="374" y="915"/>
                </a:lnTo>
                <a:lnTo>
                  <a:pt x="375" y="915"/>
                </a:lnTo>
                <a:lnTo>
                  <a:pt x="375" y="915"/>
                </a:lnTo>
                <a:lnTo>
                  <a:pt x="377" y="916"/>
                </a:lnTo>
                <a:lnTo>
                  <a:pt x="377" y="916"/>
                </a:lnTo>
                <a:lnTo>
                  <a:pt x="378" y="918"/>
                </a:lnTo>
                <a:lnTo>
                  <a:pt x="379" y="918"/>
                </a:lnTo>
                <a:lnTo>
                  <a:pt x="380" y="918"/>
                </a:lnTo>
                <a:lnTo>
                  <a:pt x="381" y="917"/>
                </a:lnTo>
                <a:lnTo>
                  <a:pt x="381" y="917"/>
                </a:lnTo>
                <a:lnTo>
                  <a:pt x="382" y="916"/>
                </a:lnTo>
                <a:lnTo>
                  <a:pt x="383" y="917"/>
                </a:lnTo>
                <a:lnTo>
                  <a:pt x="383" y="917"/>
                </a:lnTo>
                <a:lnTo>
                  <a:pt x="384" y="918"/>
                </a:lnTo>
                <a:lnTo>
                  <a:pt x="384" y="918"/>
                </a:lnTo>
                <a:lnTo>
                  <a:pt x="385" y="918"/>
                </a:lnTo>
                <a:lnTo>
                  <a:pt x="386" y="918"/>
                </a:lnTo>
                <a:lnTo>
                  <a:pt x="387" y="918"/>
                </a:lnTo>
                <a:lnTo>
                  <a:pt x="387" y="917"/>
                </a:lnTo>
                <a:lnTo>
                  <a:pt x="388" y="918"/>
                </a:lnTo>
                <a:lnTo>
                  <a:pt x="389" y="918"/>
                </a:lnTo>
                <a:lnTo>
                  <a:pt x="389" y="918"/>
                </a:lnTo>
                <a:lnTo>
                  <a:pt x="390" y="919"/>
                </a:lnTo>
                <a:lnTo>
                  <a:pt x="390" y="919"/>
                </a:lnTo>
                <a:lnTo>
                  <a:pt x="391" y="919"/>
                </a:lnTo>
                <a:lnTo>
                  <a:pt x="391" y="919"/>
                </a:lnTo>
                <a:lnTo>
                  <a:pt x="392" y="918"/>
                </a:lnTo>
                <a:lnTo>
                  <a:pt x="393" y="917"/>
                </a:lnTo>
                <a:lnTo>
                  <a:pt x="394" y="916"/>
                </a:lnTo>
                <a:lnTo>
                  <a:pt x="395" y="917"/>
                </a:lnTo>
                <a:lnTo>
                  <a:pt x="395" y="917"/>
                </a:lnTo>
                <a:lnTo>
                  <a:pt x="395" y="917"/>
                </a:lnTo>
                <a:lnTo>
                  <a:pt x="396" y="918"/>
                </a:lnTo>
                <a:lnTo>
                  <a:pt x="397" y="918"/>
                </a:lnTo>
                <a:lnTo>
                  <a:pt x="397" y="918"/>
                </a:lnTo>
                <a:lnTo>
                  <a:pt x="398" y="918"/>
                </a:lnTo>
                <a:lnTo>
                  <a:pt x="399" y="918"/>
                </a:lnTo>
                <a:lnTo>
                  <a:pt x="399" y="918"/>
                </a:lnTo>
                <a:lnTo>
                  <a:pt x="401" y="917"/>
                </a:lnTo>
                <a:lnTo>
                  <a:pt x="401" y="916"/>
                </a:lnTo>
                <a:lnTo>
                  <a:pt x="402" y="915"/>
                </a:lnTo>
                <a:lnTo>
                  <a:pt x="402" y="915"/>
                </a:lnTo>
                <a:lnTo>
                  <a:pt x="402" y="915"/>
                </a:lnTo>
                <a:lnTo>
                  <a:pt x="405" y="917"/>
                </a:lnTo>
                <a:lnTo>
                  <a:pt x="405" y="917"/>
                </a:lnTo>
                <a:lnTo>
                  <a:pt x="406" y="917"/>
                </a:lnTo>
                <a:lnTo>
                  <a:pt x="407" y="917"/>
                </a:lnTo>
                <a:lnTo>
                  <a:pt x="407" y="917"/>
                </a:lnTo>
                <a:lnTo>
                  <a:pt x="408" y="919"/>
                </a:lnTo>
                <a:lnTo>
                  <a:pt x="408" y="919"/>
                </a:lnTo>
                <a:lnTo>
                  <a:pt x="409" y="919"/>
                </a:lnTo>
                <a:lnTo>
                  <a:pt x="409" y="919"/>
                </a:lnTo>
                <a:lnTo>
                  <a:pt x="411" y="918"/>
                </a:lnTo>
                <a:lnTo>
                  <a:pt x="411" y="918"/>
                </a:lnTo>
                <a:lnTo>
                  <a:pt x="411" y="917"/>
                </a:lnTo>
                <a:lnTo>
                  <a:pt x="413" y="918"/>
                </a:lnTo>
                <a:lnTo>
                  <a:pt x="413" y="918"/>
                </a:lnTo>
                <a:lnTo>
                  <a:pt x="413" y="918"/>
                </a:lnTo>
                <a:lnTo>
                  <a:pt x="414" y="918"/>
                </a:lnTo>
                <a:lnTo>
                  <a:pt x="414" y="918"/>
                </a:lnTo>
                <a:lnTo>
                  <a:pt x="415" y="918"/>
                </a:lnTo>
                <a:lnTo>
                  <a:pt x="415" y="918"/>
                </a:lnTo>
                <a:lnTo>
                  <a:pt x="416" y="918"/>
                </a:lnTo>
                <a:lnTo>
                  <a:pt x="416" y="918"/>
                </a:lnTo>
                <a:lnTo>
                  <a:pt x="417" y="918"/>
                </a:lnTo>
                <a:lnTo>
                  <a:pt x="417" y="918"/>
                </a:lnTo>
                <a:lnTo>
                  <a:pt x="419" y="918"/>
                </a:lnTo>
                <a:lnTo>
                  <a:pt x="419" y="918"/>
                </a:lnTo>
                <a:lnTo>
                  <a:pt x="419" y="919"/>
                </a:lnTo>
                <a:lnTo>
                  <a:pt x="420" y="918"/>
                </a:lnTo>
                <a:lnTo>
                  <a:pt x="421" y="918"/>
                </a:lnTo>
                <a:lnTo>
                  <a:pt x="422" y="918"/>
                </a:lnTo>
                <a:lnTo>
                  <a:pt x="423" y="918"/>
                </a:lnTo>
                <a:lnTo>
                  <a:pt x="423" y="918"/>
                </a:lnTo>
                <a:lnTo>
                  <a:pt x="425" y="917"/>
                </a:lnTo>
                <a:lnTo>
                  <a:pt x="425" y="917"/>
                </a:lnTo>
                <a:lnTo>
                  <a:pt x="425" y="918"/>
                </a:lnTo>
                <a:lnTo>
                  <a:pt x="426" y="917"/>
                </a:lnTo>
                <a:lnTo>
                  <a:pt x="426" y="917"/>
                </a:lnTo>
                <a:lnTo>
                  <a:pt x="426" y="917"/>
                </a:lnTo>
                <a:lnTo>
                  <a:pt x="427" y="917"/>
                </a:lnTo>
                <a:lnTo>
                  <a:pt x="429" y="918"/>
                </a:lnTo>
                <a:lnTo>
                  <a:pt x="429" y="918"/>
                </a:lnTo>
                <a:lnTo>
                  <a:pt x="430" y="918"/>
                </a:lnTo>
                <a:lnTo>
                  <a:pt x="431" y="918"/>
                </a:lnTo>
                <a:lnTo>
                  <a:pt x="431" y="918"/>
                </a:lnTo>
                <a:lnTo>
                  <a:pt x="433" y="918"/>
                </a:lnTo>
                <a:lnTo>
                  <a:pt x="433" y="918"/>
                </a:lnTo>
                <a:lnTo>
                  <a:pt x="433" y="918"/>
                </a:lnTo>
                <a:lnTo>
                  <a:pt x="434" y="917"/>
                </a:lnTo>
                <a:lnTo>
                  <a:pt x="435" y="918"/>
                </a:lnTo>
                <a:lnTo>
                  <a:pt x="435" y="918"/>
                </a:lnTo>
                <a:lnTo>
                  <a:pt x="437" y="917"/>
                </a:lnTo>
                <a:lnTo>
                  <a:pt x="437" y="917"/>
                </a:lnTo>
                <a:lnTo>
                  <a:pt x="438" y="917"/>
                </a:lnTo>
                <a:lnTo>
                  <a:pt x="439" y="917"/>
                </a:lnTo>
                <a:lnTo>
                  <a:pt x="439" y="917"/>
                </a:lnTo>
                <a:lnTo>
                  <a:pt x="439" y="917"/>
                </a:lnTo>
                <a:lnTo>
                  <a:pt x="440" y="917"/>
                </a:lnTo>
                <a:lnTo>
                  <a:pt x="440" y="917"/>
                </a:lnTo>
                <a:lnTo>
                  <a:pt x="441" y="917"/>
                </a:lnTo>
                <a:lnTo>
                  <a:pt x="441" y="917"/>
                </a:lnTo>
                <a:lnTo>
                  <a:pt x="443" y="918"/>
                </a:lnTo>
                <a:lnTo>
                  <a:pt x="443" y="918"/>
                </a:lnTo>
                <a:lnTo>
                  <a:pt x="445" y="919"/>
                </a:lnTo>
                <a:lnTo>
                  <a:pt x="445" y="919"/>
                </a:lnTo>
                <a:lnTo>
                  <a:pt x="447" y="920"/>
                </a:lnTo>
                <a:lnTo>
                  <a:pt x="447" y="921"/>
                </a:lnTo>
                <a:lnTo>
                  <a:pt x="449" y="922"/>
                </a:lnTo>
                <a:lnTo>
                  <a:pt x="449" y="922"/>
                </a:lnTo>
                <a:lnTo>
                  <a:pt x="451" y="920"/>
                </a:lnTo>
                <a:lnTo>
                  <a:pt x="451" y="920"/>
                </a:lnTo>
                <a:lnTo>
                  <a:pt x="453" y="914"/>
                </a:lnTo>
                <a:lnTo>
                  <a:pt x="453" y="913"/>
                </a:lnTo>
                <a:lnTo>
                  <a:pt x="454" y="912"/>
                </a:lnTo>
                <a:lnTo>
                  <a:pt x="455" y="913"/>
                </a:lnTo>
                <a:lnTo>
                  <a:pt x="455" y="913"/>
                </a:lnTo>
                <a:lnTo>
                  <a:pt x="455" y="913"/>
                </a:lnTo>
                <a:lnTo>
                  <a:pt x="457" y="915"/>
                </a:lnTo>
                <a:lnTo>
                  <a:pt x="457" y="915"/>
                </a:lnTo>
                <a:lnTo>
                  <a:pt x="457" y="915"/>
                </a:lnTo>
                <a:lnTo>
                  <a:pt x="458" y="915"/>
                </a:lnTo>
                <a:lnTo>
                  <a:pt x="459" y="915"/>
                </a:lnTo>
                <a:lnTo>
                  <a:pt x="459" y="915"/>
                </a:lnTo>
                <a:lnTo>
                  <a:pt x="459" y="915"/>
                </a:lnTo>
                <a:lnTo>
                  <a:pt x="461" y="914"/>
                </a:lnTo>
                <a:lnTo>
                  <a:pt x="461" y="914"/>
                </a:lnTo>
                <a:lnTo>
                  <a:pt x="463" y="917"/>
                </a:lnTo>
                <a:lnTo>
                  <a:pt x="463" y="917"/>
                </a:lnTo>
                <a:lnTo>
                  <a:pt x="464" y="918"/>
                </a:lnTo>
                <a:lnTo>
                  <a:pt x="464" y="918"/>
                </a:lnTo>
                <a:lnTo>
                  <a:pt x="465" y="918"/>
                </a:lnTo>
                <a:lnTo>
                  <a:pt x="467" y="919"/>
                </a:lnTo>
                <a:lnTo>
                  <a:pt x="467" y="919"/>
                </a:lnTo>
                <a:lnTo>
                  <a:pt x="468" y="920"/>
                </a:lnTo>
                <a:lnTo>
                  <a:pt x="469" y="920"/>
                </a:lnTo>
                <a:lnTo>
                  <a:pt x="469" y="920"/>
                </a:lnTo>
                <a:lnTo>
                  <a:pt x="470" y="918"/>
                </a:lnTo>
                <a:lnTo>
                  <a:pt x="471" y="918"/>
                </a:lnTo>
                <a:lnTo>
                  <a:pt x="471" y="918"/>
                </a:lnTo>
                <a:lnTo>
                  <a:pt x="472" y="918"/>
                </a:lnTo>
                <a:lnTo>
                  <a:pt x="473" y="918"/>
                </a:lnTo>
                <a:lnTo>
                  <a:pt x="473" y="918"/>
                </a:lnTo>
                <a:lnTo>
                  <a:pt x="473" y="918"/>
                </a:lnTo>
                <a:lnTo>
                  <a:pt x="475" y="917"/>
                </a:lnTo>
                <a:lnTo>
                  <a:pt x="475" y="917"/>
                </a:lnTo>
                <a:lnTo>
                  <a:pt x="476" y="916"/>
                </a:lnTo>
                <a:lnTo>
                  <a:pt x="477" y="916"/>
                </a:lnTo>
                <a:lnTo>
                  <a:pt x="477" y="916"/>
                </a:lnTo>
                <a:lnTo>
                  <a:pt x="477" y="916"/>
                </a:lnTo>
                <a:lnTo>
                  <a:pt x="478" y="917"/>
                </a:lnTo>
                <a:lnTo>
                  <a:pt x="479" y="917"/>
                </a:lnTo>
                <a:lnTo>
                  <a:pt x="479" y="917"/>
                </a:lnTo>
                <a:lnTo>
                  <a:pt x="481" y="918"/>
                </a:lnTo>
                <a:lnTo>
                  <a:pt x="481" y="918"/>
                </a:lnTo>
                <a:lnTo>
                  <a:pt x="481" y="918"/>
                </a:lnTo>
                <a:lnTo>
                  <a:pt x="482" y="917"/>
                </a:lnTo>
                <a:lnTo>
                  <a:pt x="483" y="918"/>
                </a:lnTo>
                <a:lnTo>
                  <a:pt x="483" y="918"/>
                </a:lnTo>
                <a:lnTo>
                  <a:pt x="485" y="922"/>
                </a:lnTo>
                <a:lnTo>
                  <a:pt x="485" y="922"/>
                </a:lnTo>
                <a:lnTo>
                  <a:pt x="487" y="918"/>
                </a:lnTo>
                <a:lnTo>
                  <a:pt x="487" y="917"/>
                </a:lnTo>
                <a:lnTo>
                  <a:pt x="489" y="916"/>
                </a:lnTo>
                <a:lnTo>
                  <a:pt x="489" y="916"/>
                </a:lnTo>
                <a:lnTo>
                  <a:pt x="491" y="914"/>
                </a:lnTo>
                <a:lnTo>
                  <a:pt x="491" y="914"/>
                </a:lnTo>
                <a:lnTo>
                  <a:pt x="491" y="914"/>
                </a:lnTo>
                <a:lnTo>
                  <a:pt x="492" y="914"/>
                </a:lnTo>
                <a:lnTo>
                  <a:pt x="493" y="914"/>
                </a:lnTo>
                <a:lnTo>
                  <a:pt x="493" y="914"/>
                </a:lnTo>
                <a:lnTo>
                  <a:pt x="495" y="916"/>
                </a:lnTo>
                <a:lnTo>
                  <a:pt x="495" y="916"/>
                </a:lnTo>
                <a:lnTo>
                  <a:pt x="496" y="916"/>
                </a:lnTo>
                <a:lnTo>
                  <a:pt x="497" y="916"/>
                </a:lnTo>
                <a:lnTo>
                  <a:pt x="497" y="915"/>
                </a:lnTo>
                <a:lnTo>
                  <a:pt x="498" y="915"/>
                </a:lnTo>
                <a:lnTo>
                  <a:pt x="499" y="915"/>
                </a:lnTo>
                <a:lnTo>
                  <a:pt x="499" y="915"/>
                </a:lnTo>
                <a:lnTo>
                  <a:pt x="500" y="918"/>
                </a:lnTo>
                <a:lnTo>
                  <a:pt x="501" y="918"/>
                </a:lnTo>
                <a:lnTo>
                  <a:pt x="501" y="918"/>
                </a:lnTo>
                <a:lnTo>
                  <a:pt x="501" y="918"/>
                </a:lnTo>
                <a:lnTo>
                  <a:pt x="503" y="918"/>
                </a:lnTo>
                <a:lnTo>
                  <a:pt x="503" y="918"/>
                </a:lnTo>
                <a:lnTo>
                  <a:pt x="504" y="919"/>
                </a:lnTo>
                <a:lnTo>
                  <a:pt x="505" y="919"/>
                </a:lnTo>
                <a:lnTo>
                  <a:pt x="505" y="919"/>
                </a:lnTo>
                <a:lnTo>
                  <a:pt x="507" y="918"/>
                </a:lnTo>
                <a:lnTo>
                  <a:pt x="507" y="918"/>
                </a:lnTo>
                <a:lnTo>
                  <a:pt x="507" y="917"/>
                </a:lnTo>
                <a:lnTo>
                  <a:pt x="509" y="919"/>
                </a:lnTo>
                <a:lnTo>
                  <a:pt x="509" y="919"/>
                </a:lnTo>
                <a:lnTo>
                  <a:pt x="510" y="921"/>
                </a:lnTo>
                <a:lnTo>
                  <a:pt x="511" y="921"/>
                </a:lnTo>
                <a:lnTo>
                  <a:pt x="511" y="921"/>
                </a:lnTo>
                <a:lnTo>
                  <a:pt x="513" y="917"/>
                </a:lnTo>
                <a:lnTo>
                  <a:pt x="513" y="917"/>
                </a:lnTo>
                <a:lnTo>
                  <a:pt x="515" y="915"/>
                </a:lnTo>
                <a:lnTo>
                  <a:pt x="515" y="915"/>
                </a:lnTo>
                <a:lnTo>
                  <a:pt x="516" y="914"/>
                </a:lnTo>
                <a:lnTo>
                  <a:pt x="517" y="915"/>
                </a:lnTo>
                <a:lnTo>
                  <a:pt x="517" y="914"/>
                </a:lnTo>
                <a:lnTo>
                  <a:pt x="519" y="917"/>
                </a:lnTo>
                <a:lnTo>
                  <a:pt x="519" y="917"/>
                </a:lnTo>
                <a:lnTo>
                  <a:pt x="521" y="918"/>
                </a:lnTo>
                <a:lnTo>
                  <a:pt x="521" y="918"/>
                </a:lnTo>
                <a:lnTo>
                  <a:pt x="523" y="916"/>
                </a:lnTo>
                <a:lnTo>
                  <a:pt x="523" y="915"/>
                </a:lnTo>
                <a:lnTo>
                  <a:pt x="523" y="915"/>
                </a:lnTo>
                <a:lnTo>
                  <a:pt x="525" y="917"/>
                </a:lnTo>
                <a:lnTo>
                  <a:pt x="525" y="917"/>
                </a:lnTo>
                <a:lnTo>
                  <a:pt x="527" y="918"/>
                </a:lnTo>
                <a:lnTo>
                  <a:pt x="527" y="919"/>
                </a:lnTo>
                <a:lnTo>
                  <a:pt x="529" y="921"/>
                </a:lnTo>
                <a:lnTo>
                  <a:pt x="529" y="921"/>
                </a:lnTo>
                <a:lnTo>
                  <a:pt x="531" y="919"/>
                </a:lnTo>
                <a:lnTo>
                  <a:pt x="531" y="919"/>
                </a:lnTo>
                <a:lnTo>
                  <a:pt x="532" y="917"/>
                </a:lnTo>
                <a:lnTo>
                  <a:pt x="533" y="917"/>
                </a:lnTo>
                <a:lnTo>
                  <a:pt x="533" y="917"/>
                </a:lnTo>
                <a:lnTo>
                  <a:pt x="534" y="917"/>
                </a:lnTo>
                <a:lnTo>
                  <a:pt x="535" y="917"/>
                </a:lnTo>
                <a:lnTo>
                  <a:pt x="535" y="917"/>
                </a:lnTo>
                <a:lnTo>
                  <a:pt x="535" y="917"/>
                </a:lnTo>
                <a:lnTo>
                  <a:pt x="537" y="917"/>
                </a:lnTo>
                <a:lnTo>
                  <a:pt x="537" y="917"/>
                </a:lnTo>
                <a:lnTo>
                  <a:pt x="539" y="918"/>
                </a:lnTo>
                <a:lnTo>
                  <a:pt x="539" y="918"/>
                </a:lnTo>
                <a:lnTo>
                  <a:pt x="540" y="919"/>
                </a:lnTo>
                <a:lnTo>
                  <a:pt x="541" y="919"/>
                </a:lnTo>
                <a:lnTo>
                  <a:pt x="541" y="919"/>
                </a:lnTo>
                <a:lnTo>
                  <a:pt x="542" y="917"/>
                </a:lnTo>
                <a:lnTo>
                  <a:pt x="543" y="917"/>
                </a:lnTo>
                <a:lnTo>
                  <a:pt x="543" y="917"/>
                </a:lnTo>
                <a:lnTo>
                  <a:pt x="545" y="918"/>
                </a:lnTo>
                <a:lnTo>
                  <a:pt x="545" y="917"/>
                </a:lnTo>
                <a:lnTo>
                  <a:pt x="545" y="918"/>
                </a:lnTo>
                <a:lnTo>
                  <a:pt x="547" y="918"/>
                </a:lnTo>
                <a:lnTo>
                  <a:pt x="547" y="918"/>
                </a:lnTo>
                <a:lnTo>
                  <a:pt x="549" y="918"/>
                </a:lnTo>
                <a:lnTo>
                  <a:pt x="549" y="918"/>
                </a:lnTo>
                <a:lnTo>
                  <a:pt x="551" y="918"/>
                </a:lnTo>
                <a:lnTo>
                  <a:pt x="551" y="918"/>
                </a:lnTo>
                <a:lnTo>
                  <a:pt x="551" y="918"/>
                </a:lnTo>
                <a:lnTo>
                  <a:pt x="551" y="918"/>
                </a:lnTo>
                <a:lnTo>
                  <a:pt x="553" y="919"/>
                </a:lnTo>
                <a:lnTo>
                  <a:pt x="553" y="919"/>
                </a:lnTo>
                <a:lnTo>
                  <a:pt x="553" y="919"/>
                </a:lnTo>
                <a:lnTo>
                  <a:pt x="555" y="918"/>
                </a:lnTo>
                <a:lnTo>
                  <a:pt x="555" y="918"/>
                </a:lnTo>
                <a:lnTo>
                  <a:pt x="557" y="917"/>
                </a:lnTo>
                <a:lnTo>
                  <a:pt x="557" y="917"/>
                </a:lnTo>
                <a:lnTo>
                  <a:pt x="558" y="918"/>
                </a:lnTo>
                <a:lnTo>
                  <a:pt x="559" y="917"/>
                </a:lnTo>
                <a:lnTo>
                  <a:pt x="559" y="917"/>
                </a:lnTo>
                <a:lnTo>
                  <a:pt x="561" y="915"/>
                </a:lnTo>
                <a:lnTo>
                  <a:pt x="561" y="915"/>
                </a:lnTo>
                <a:lnTo>
                  <a:pt x="563" y="916"/>
                </a:lnTo>
                <a:lnTo>
                  <a:pt x="563" y="916"/>
                </a:lnTo>
                <a:lnTo>
                  <a:pt x="564" y="917"/>
                </a:lnTo>
                <a:lnTo>
                  <a:pt x="565" y="917"/>
                </a:lnTo>
                <a:lnTo>
                  <a:pt x="565" y="917"/>
                </a:lnTo>
                <a:lnTo>
                  <a:pt x="565" y="917"/>
                </a:lnTo>
                <a:lnTo>
                  <a:pt x="566" y="917"/>
                </a:lnTo>
                <a:lnTo>
                  <a:pt x="566" y="917"/>
                </a:lnTo>
                <a:lnTo>
                  <a:pt x="567" y="917"/>
                </a:lnTo>
                <a:lnTo>
                  <a:pt x="568" y="917"/>
                </a:lnTo>
                <a:lnTo>
                  <a:pt x="569" y="917"/>
                </a:lnTo>
                <a:lnTo>
                  <a:pt x="569" y="917"/>
                </a:lnTo>
                <a:lnTo>
                  <a:pt x="571" y="918"/>
                </a:lnTo>
                <a:lnTo>
                  <a:pt x="571" y="918"/>
                </a:lnTo>
                <a:lnTo>
                  <a:pt x="571" y="918"/>
                </a:lnTo>
                <a:lnTo>
                  <a:pt x="572" y="918"/>
                </a:lnTo>
                <a:lnTo>
                  <a:pt x="573" y="918"/>
                </a:lnTo>
                <a:lnTo>
                  <a:pt x="573" y="918"/>
                </a:lnTo>
                <a:lnTo>
                  <a:pt x="575" y="917"/>
                </a:lnTo>
                <a:lnTo>
                  <a:pt x="575" y="917"/>
                </a:lnTo>
                <a:lnTo>
                  <a:pt x="577" y="917"/>
                </a:lnTo>
                <a:lnTo>
                  <a:pt x="577" y="917"/>
                </a:lnTo>
                <a:lnTo>
                  <a:pt x="577" y="917"/>
                </a:lnTo>
                <a:lnTo>
                  <a:pt x="579" y="917"/>
                </a:lnTo>
                <a:lnTo>
                  <a:pt x="579" y="917"/>
                </a:lnTo>
                <a:lnTo>
                  <a:pt x="579" y="917"/>
                </a:lnTo>
                <a:lnTo>
                  <a:pt x="580" y="918"/>
                </a:lnTo>
                <a:lnTo>
                  <a:pt x="581" y="918"/>
                </a:lnTo>
                <a:lnTo>
                  <a:pt x="581" y="918"/>
                </a:lnTo>
                <a:lnTo>
                  <a:pt x="581" y="917"/>
                </a:lnTo>
                <a:lnTo>
                  <a:pt x="582" y="918"/>
                </a:lnTo>
                <a:lnTo>
                  <a:pt x="583" y="918"/>
                </a:lnTo>
                <a:lnTo>
                  <a:pt x="583" y="917"/>
                </a:lnTo>
                <a:lnTo>
                  <a:pt x="583" y="917"/>
                </a:lnTo>
                <a:lnTo>
                  <a:pt x="584" y="917"/>
                </a:lnTo>
                <a:lnTo>
                  <a:pt x="585" y="917"/>
                </a:lnTo>
                <a:lnTo>
                  <a:pt x="585" y="917"/>
                </a:lnTo>
                <a:lnTo>
                  <a:pt x="586" y="917"/>
                </a:lnTo>
                <a:lnTo>
                  <a:pt x="587" y="918"/>
                </a:lnTo>
                <a:lnTo>
                  <a:pt x="587" y="918"/>
                </a:lnTo>
                <a:lnTo>
                  <a:pt x="588" y="917"/>
                </a:lnTo>
                <a:lnTo>
                  <a:pt x="589" y="918"/>
                </a:lnTo>
                <a:lnTo>
                  <a:pt x="589" y="917"/>
                </a:lnTo>
                <a:lnTo>
                  <a:pt x="590" y="917"/>
                </a:lnTo>
                <a:lnTo>
                  <a:pt x="591" y="918"/>
                </a:lnTo>
                <a:lnTo>
                  <a:pt x="591" y="918"/>
                </a:lnTo>
                <a:lnTo>
                  <a:pt x="592" y="918"/>
                </a:lnTo>
                <a:lnTo>
                  <a:pt x="593" y="918"/>
                </a:lnTo>
                <a:lnTo>
                  <a:pt x="593" y="918"/>
                </a:lnTo>
                <a:lnTo>
                  <a:pt x="594" y="918"/>
                </a:lnTo>
                <a:lnTo>
                  <a:pt x="595" y="917"/>
                </a:lnTo>
                <a:lnTo>
                  <a:pt x="595" y="918"/>
                </a:lnTo>
                <a:lnTo>
                  <a:pt x="597" y="918"/>
                </a:lnTo>
                <a:lnTo>
                  <a:pt x="597" y="918"/>
                </a:lnTo>
                <a:lnTo>
                  <a:pt x="597" y="918"/>
                </a:lnTo>
                <a:lnTo>
                  <a:pt x="599" y="917"/>
                </a:lnTo>
                <a:lnTo>
                  <a:pt x="599" y="917"/>
                </a:lnTo>
                <a:lnTo>
                  <a:pt x="599" y="917"/>
                </a:lnTo>
                <a:lnTo>
                  <a:pt x="600" y="918"/>
                </a:lnTo>
                <a:lnTo>
                  <a:pt x="601" y="917"/>
                </a:lnTo>
                <a:lnTo>
                  <a:pt x="601" y="917"/>
                </a:lnTo>
                <a:lnTo>
                  <a:pt x="602" y="918"/>
                </a:lnTo>
                <a:lnTo>
                  <a:pt x="603" y="917"/>
                </a:lnTo>
                <a:lnTo>
                  <a:pt x="603" y="917"/>
                </a:lnTo>
                <a:lnTo>
                  <a:pt x="604" y="917"/>
                </a:lnTo>
                <a:lnTo>
                  <a:pt x="605" y="917"/>
                </a:lnTo>
                <a:lnTo>
                  <a:pt x="605" y="917"/>
                </a:lnTo>
                <a:lnTo>
                  <a:pt x="607" y="917"/>
                </a:lnTo>
                <a:lnTo>
                  <a:pt x="607" y="917"/>
                </a:lnTo>
                <a:lnTo>
                  <a:pt x="607" y="917"/>
                </a:lnTo>
                <a:lnTo>
                  <a:pt x="608" y="917"/>
                </a:lnTo>
                <a:lnTo>
                  <a:pt x="609" y="918"/>
                </a:lnTo>
                <a:lnTo>
                  <a:pt x="609" y="918"/>
                </a:lnTo>
                <a:lnTo>
                  <a:pt x="609" y="918"/>
                </a:lnTo>
                <a:lnTo>
                  <a:pt x="611" y="918"/>
                </a:lnTo>
                <a:lnTo>
                  <a:pt x="611" y="918"/>
                </a:lnTo>
                <a:lnTo>
                  <a:pt x="611" y="918"/>
                </a:lnTo>
                <a:lnTo>
                  <a:pt x="611" y="918"/>
                </a:lnTo>
                <a:lnTo>
                  <a:pt x="613" y="917"/>
                </a:lnTo>
                <a:lnTo>
                  <a:pt x="613" y="917"/>
                </a:lnTo>
                <a:lnTo>
                  <a:pt x="613" y="917"/>
                </a:lnTo>
                <a:lnTo>
                  <a:pt x="613" y="918"/>
                </a:lnTo>
                <a:lnTo>
                  <a:pt x="614" y="917"/>
                </a:lnTo>
                <a:lnTo>
                  <a:pt x="615" y="918"/>
                </a:lnTo>
                <a:lnTo>
                  <a:pt x="615" y="918"/>
                </a:lnTo>
                <a:lnTo>
                  <a:pt x="616" y="917"/>
                </a:lnTo>
                <a:lnTo>
                  <a:pt x="617" y="917"/>
                </a:lnTo>
                <a:lnTo>
                  <a:pt x="617" y="917"/>
                </a:lnTo>
                <a:lnTo>
                  <a:pt x="618" y="917"/>
                </a:lnTo>
                <a:lnTo>
                  <a:pt x="619" y="918"/>
                </a:lnTo>
                <a:lnTo>
                  <a:pt x="619" y="918"/>
                </a:lnTo>
                <a:lnTo>
                  <a:pt x="619" y="918"/>
                </a:lnTo>
                <a:lnTo>
                  <a:pt x="620" y="917"/>
                </a:lnTo>
                <a:lnTo>
                  <a:pt x="621" y="917"/>
                </a:lnTo>
                <a:lnTo>
                  <a:pt x="621" y="917"/>
                </a:lnTo>
                <a:lnTo>
                  <a:pt x="621" y="917"/>
                </a:lnTo>
                <a:lnTo>
                  <a:pt x="622" y="918"/>
                </a:lnTo>
                <a:lnTo>
                  <a:pt x="623" y="918"/>
                </a:lnTo>
                <a:lnTo>
                  <a:pt x="623" y="918"/>
                </a:lnTo>
                <a:lnTo>
                  <a:pt x="624" y="917"/>
                </a:lnTo>
                <a:lnTo>
                  <a:pt x="624" y="918"/>
                </a:lnTo>
                <a:lnTo>
                  <a:pt x="625" y="918"/>
                </a:lnTo>
                <a:lnTo>
                  <a:pt x="625" y="918"/>
                </a:lnTo>
                <a:lnTo>
                  <a:pt x="627" y="917"/>
                </a:lnTo>
                <a:lnTo>
                  <a:pt x="627" y="917"/>
                </a:lnTo>
                <a:lnTo>
                  <a:pt x="627" y="917"/>
                </a:lnTo>
                <a:lnTo>
                  <a:pt x="629" y="917"/>
                </a:lnTo>
                <a:lnTo>
                  <a:pt x="629" y="917"/>
                </a:lnTo>
                <a:lnTo>
                  <a:pt x="629" y="917"/>
                </a:lnTo>
                <a:lnTo>
                  <a:pt x="630" y="917"/>
                </a:lnTo>
                <a:lnTo>
                  <a:pt x="631" y="917"/>
                </a:lnTo>
                <a:lnTo>
                  <a:pt x="631" y="917"/>
                </a:lnTo>
                <a:lnTo>
                  <a:pt x="631" y="917"/>
                </a:lnTo>
                <a:lnTo>
                  <a:pt x="632" y="918"/>
                </a:lnTo>
                <a:lnTo>
                  <a:pt x="633" y="917"/>
                </a:lnTo>
                <a:lnTo>
                  <a:pt x="633" y="917"/>
                </a:lnTo>
                <a:lnTo>
                  <a:pt x="634" y="918"/>
                </a:lnTo>
                <a:lnTo>
                  <a:pt x="634" y="917"/>
                </a:lnTo>
                <a:lnTo>
                  <a:pt x="635" y="917"/>
                </a:lnTo>
                <a:lnTo>
                  <a:pt x="635" y="917"/>
                </a:lnTo>
                <a:lnTo>
                  <a:pt x="636" y="917"/>
                </a:lnTo>
                <a:lnTo>
                  <a:pt x="637" y="917"/>
                </a:lnTo>
                <a:lnTo>
                  <a:pt x="637" y="918"/>
                </a:lnTo>
                <a:lnTo>
                  <a:pt x="638" y="918"/>
                </a:lnTo>
                <a:lnTo>
                  <a:pt x="639" y="917"/>
                </a:lnTo>
                <a:lnTo>
                  <a:pt x="639" y="917"/>
                </a:lnTo>
                <a:lnTo>
                  <a:pt x="639" y="917"/>
                </a:lnTo>
                <a:lnTo>
                  <a:pt x="639" y="917"/>
                </a:lnTo>
                <a:lnTo>
                  <a:pt x="640" y="917"/>
                </a:lnTo>
                <a:lnTo>
                  <a:pt x="641" y="917"/>
                </a:lnTo>
                <a:lnTo>
                  <a:pt x="641" y="917"/>
                </a:lnTo>
                <a:lnTo>
                  <a:pt x="642" y="917"/>
                </a:lnTo>
                <a:lnTo>
                  <a:pt x="643" y="918"/>
                </a:lnTo>
                <a:lnTo>
                  <a:pt x="643" y="918"/>
                </a:lnTo>
                <a:lnTo>
                  <a:pt x="644" y="917"/>
                </a:lnTo>
                <a:lnTo>
                  <a:pt x="645" y="917"/>
                </a:lnTo>
                <a:lnTo>
                  <a:pt x="645" y="917"/>
                </a:lnTo>
                <a:lnTo>
                  <a:pt x="645" y="917"/>
                </a:lnTo>
                <a:lnTo>
                  <a:pt x="647" y="917"/>
                </a:lnTo>
                <a:lnTo>
                  <a:pt x="647" y="917"/>
                </a:lnTo>
                <a:lnTo>
                  <a:pt x="647" y="917"/>
                </a:lnTo>
                <a:lnTo>
                  <a:pt x="649" y="917"/>
                </a:lnTo>
                <a:lnTo>
                  <a:pt x="649" y="917"/>
                </a:lnTo>
                <a:lnTo>
                  <a:pt x="649" y="917"/>
                </a:lnTo>
                <a:lnTo>
                  <a:pt x="649" y="917"/>
                </a:lnTo>
                <a:lnTo>
                  <a:pt x="651" y="917"/>
                </a:lnTo>
                <a:lnTo>
                  <a:pt x="651" y="918"/>
                </a:lnTo>
                <a:lnTo>
                  <a:pt x="652" y="917"/>
                </a:lnTo>
                <a:lnTo>
                  <a:pt x="653" y="918"/>
                </a:lnTo>
                <a:lnTo>
                  <a:pt x="653" y="918"/>
                </a:lnTo>
                <a:lnTo>
                  <a:pt x="653" y="918"/>
                </a:lnTo>
                <a:lnTo>
                  <a:pt x="653" y="918"/>
                </a:lnTo>
                <a:lnTo>
                  <a:pt x="654" y="918"/>
                </a:lnTo>
                <a:lnTo>
                  <a:pt x="655" y="918"/>
                </a:lnTo>
                <a:lnTo>
                  <a:pt x="655" y="918"/>
                </a:lnTo>
                <a:lnTo>
                  <a:pt x="655" y="918"/>
                </a:lnTo>
                <a:lnTo>
                  <a:pt x="657" y="917"/>
                </a:lnTo>
                <a:lnTo>
                  <a:pt x="657" y="917"/>
                </a:lnTo>
                <a:lnTo>
                  <a:pt x="658" y="917"/>
                </a:lnTo>
                <a:lnTo>
                  <a:pt x="659" y="917"/>
                </a:lnTo>
                <a:lnTo>
                  <a:pt x="659" y="917"/>
                </a:lnTo>
                <a:lnTo>
                  <a:pt x="660" y="918"/>
                </a:lnTo>
                <a:lnTo>
                  <a:pt x="661" y="917"/>
                </a:lnTo>
                <a:lnTo>
                  <a:pt x="661" y="917"/>
                </a:lnTo>
                <a:lnTo>
                  <a:pt x="661" y="918"/>
                </a:lnTo>
                <a:lnTo>
                  <a:pt x="662" y="917"/>
                </a:lnTo>
                <a:lnTo>
                  <a:pt x="663" y="917"/>
                </a:lnTo>
                <a:lnTo>
                  <a:pt x="663" y="917"/>
                </a:lnTo>
                <a:lnTo>
                  <a:pt x="663" y="917"/>
                </a:lnTo>
                <a:lnTo>
                  <a:pt x="664" y="917"/>
                </a:lnTo>
                <a:lnTo>
                  <a:pt x="665" y="917"/>
                </a:lnTo>
                <a:lnTo>
                  <a:pt x="665" y="917"/>
                </a:lnTo>
                <a:lnTo>
                  <a:pt x="666" y="917"/>
                </a:lnTo>
                <a:lnTo>
                  <a:pt x="667" y="917"/>
                </a:lnTo>
                <a:lnTo>
                  <a:pt x="667" y="917"/>
                </a:lnTo>
                <a:lnTo>
                  <a:pt x="667" y="917"/>
                </a:lnTo>
                <a:lnTo>
                  <a:pt x="669" y="917"/>
                </a:lnTo>
                <a:lnTo>
                  <a:pt x="669" y="917"/>
                </a:lnTo>
                <a:lnTo>
                  <a:pt x="669" y="917"/>
                </a:lnTo>
                <a:lnTo>
                  <a:pt x="669" y="917"/>
                </a:lnTo>
                <a:lnTo>
                  <a:pt x="671" y="918"/>
                </a:lnTo>
                <a:lnTo>
                  <a:pt x="671" y="918"/>
                </a:lnTo>
                <a:lnTo>
                  <a:pt x="673" y="917"/>
                </a:lnTo>
                <a:lnTo>
                  <a:pt x="673" y="917"/>
                </a:lnTo>
                <a:lnTo>
                  <a:pt x="673" y="917"/>
                </a:lnTo>
                <a:lnTo>
                  <a:pt x="675" y="917"/>
                </a:lnTo>
                <a:lnTo>
                  <a:pt x="675" y="917"/>
                </a:lnTo>
                <a:lnTo>
                  <a:pt x="675" y="917"/>
                </a:lnTo>
                <a:lnTo>
                  <a:pt x="676" y="917"/>
                </a:lnTo>
                <a:lnTo>
                  <a:pt x="677" y="917"/>
                </a:lnTo>
                <a:lnTo>
                  <a:pt x="677" y="917"/>
                </a:lnTo>
                <a:lnTo>
                  <a:pt x="677" y="917"/>
                </a:lnTo>
                <a:lnTo>
                  <a:pt x="678" y="917"/>
                </a:lnTo>
                <a:lnTo>
                  <a:pt x="679" y="917"/>
                </a:lnTo>
                <a:lnTo>
                  <a:pt x="679" y="917"/>
                </a:lnTo>
                <a:lnTo>
                  <a:pt x="681" y="918"/>
                </a:lnTo>
                <a:lnTo>
                  <a:pt x="681" y="918"/>
                </a:lnTo>
                <a:lnTo>
                  <a:pt x="681" y="918"/>
                </a:lnTo>
                <a:lnTo>
                  <a:pt x="682" y="919"/>
                </a:lnTo>
                <a:lnTo>
                  <a:pt x="683" y="919"/>
                </a:lnTo>
                <a:lnTo>
                  <a:pt x="683" y="919"/>
                </a:lnTo>
                <a:lnTo>
                  <a:pt x="683" y="919"/>
                </a:lnTo>
                <a:lnTo>
                  <a:pt x="685" y="918"/>
                </a:lnTo>
                <a:lnTo>
                  <a:pt x="685" y="918"/>
                </a:lnTo>
                <a:lnTo>
                  <a:pt x="687" y="916"/>
                </a:lnTo>
                <a:lnTo>
                  <a:pt x="687" y="916"/>
                </a:lnTo>
                <a:lnTo>
                  <a:pt x="688" y="915"/>
                </a:lnTo>
                <a:lnTo>
                  <a:pt x="689" y="916"/>
                </a:lnTo>
                <a:lnTo>
                  <a:pt x="689" y="916"/>
                </a:lnTo>
                <a:lnTo>
                  <a:pt x="691" y="917"/>
                </a:lnTo>
                <a:lnTo>
                  <a:pt x="691" y="917"/>
                </a:lnTo>
                <a:lnTo>
                  <a:pt x="691" y="917"/>
                </a:lnTo>
                <a:lnTo>
                  <a:pt x="693" y="916"/>
                </a:lnTo>
                <a:lnTo>
                  <a:pt x="693" y="916"/>
                </a:lnTo>
                <a:lnTo>
                  <a:pt x="695" y="915"/>
                </a:lnTo>
                <a:lnTo>
                  <a:pt x="695" y="915"/>
                </a:lnTo>
                <a:lnTo>
                  <a:pt x="697" y="917"/>
                </a:lnTo>
                <a:lnTo>
                  <a:pt x="697" y="917"/>
                </a:lnTo>
                <a:lnTo>
                  <a:pt x="699" y="918"/>
                </a:lnTo>
                <a:lnTo>
                  <a:pt x="699" y="918"/>
                </a:lnTo>
                <a:lnTo>
                  <a:pt x="699" y="918"/>
                </a:lnTo>
                <a:lnTo>
                  <a:pt x="700" y="918"/>
                </a:lnTo>
                <a:lnTo>
                  <a:pt x="701" y="918"/>
                </a:lnTo>
                <a:lnTo>
                  <a:pt x="701" y="918"/>
                </a:lnTo>
                <a:lnTo>
                  <a:pt x="703" y="918"/>
                </a:lnTo>
                <a:lnTo>
                  <a:pt x="703" y="918"/>
                </a:lnTo>
                <a:lnTo>
                  <a:pt x="703" y="918"/>
                </a:lnTo>
                <a:lnTo>
                  <a:pt x="703" y="918"/>
                </a:lnTo>
                <a:lnTo>
                  <a:pt x="705" y="919"/>
                </a:lnTo>
                <a:lnTo>
                  <a:pt x="705" y="919"/>
                </a:lnTo>
                <a:lnTo>
                  <a:pt x="705" y="919"/>
                </a:lnTo>
                <a:lnTo>
                  <a:pt x="707" y="919"/>
                </a:lnTo>
                <a:lnTo>
                  <a:pt x="707" y="918"/>
                </a:lnTo>
                <a:lnTo>
                  <a:pt x="709" y="917"/>
                </a:lnTo>
                <a:lnTo>
                  <a:pt x="709" y="917"/>
                </a:lnTo>
                <a:lnTo>
                  <a:pt x="711" y="917"/>
                </a:lnTo>
                <a:lnTo>
                  <a:pt x="711" y="917"/>
                </a:lnTo>
                <a:lnTo>
                  <a:pt x="712" y="916"/>
                </a:lnTo>
                <a:lnTo>
                  <a:pt x="713" y="917"/>
                </a:lnTo>
                <a:lnTo>
                  <a:pt x="713" y="917"/>
                </a:lnTo>
                <a:lnTo>
                  <a:pt x="714" y="917"/>
                </a:lnTo>
                <a:lnTo>
                  <a:pt x="714" y="917"/>
                </a:lnTo>
                <a:lnTo>
                  <a:pt x="715" y="917"/>
                </a:lnTo>
                <a:lnTo>
                  <a:pt x="715" y="917"/>
                </a:lnTo>
                <a:lnTo>
                  <a:pt x="717" y="917"/>
                </a:lnTo>
                <a:lnTo>
                  <a:pt x="717" y="917"/>
                </a:lnTo>
                <a:lnTo>
                  <a:pt x="717" y="917"/>
                </a:lnTo>
                <a:lnTo>
                  <a:pt x="718" y="918"/>
                </a:lnTo>
                <a:lnTo>
                  <a:pt x="718" y="917"/>
                </a:lnTo>
                <a:lnTo>
                  <a:pt x="719" y="918"/>
                </a:lnTo>
                <a:lnTo>
                  <a:pt x="719" y="918"/>
                </a:lnTo>
                <a:lnTo>
                  <a:pt x="720" y="917"/>
                </a:lnTo>
                <a:lnTo>
                  <a:pt x="720" y="918"/>
                </a:lnTo>
                <a:lnTo>
                  <a:pt x="721" y="918"/>
                </a:lnTo>
                <a:lnTo>
                  <a:pt x="721" y="918"/>
                </a:lnTo>
                <a:lnTo>
                  <a:pt x="723" y="917"/>
                </a:lnTo>
                <a:lnTo>
                  <a:pt x="723" y="917"/>
                </a:lnTo>
                <a:lnTo>
                  <a:pt x="723" y="917"/>
                </a:lnTo>
                <a:lnTo>
                  <a:pt x="723" y="917"/>
                </a:lnTo>
                <a:lnTo>
                  <a:pt x="725" y="918"/>
                </a:lnTo>
                <a:lnTo>
                  <a:pt x="725" y="918"/>
                </a:lnTo>
                <a:lnTo>
                  <a:pt x="726" y="918"/>
                </a:lnTo>
                <a:lnTo>
                  <a:pt x="727" y="918"/>
                </a:lnTo>
                <a:lnTo>
                  <a:pt x="727" y="918"/>
                </a:lnTo>
                <a:lnTo>
                  <a:pt x="727" y="918"/>
                </a:lnTo>
                <a:lnTo>
                  <a:pt x="729" y="917"/>
                </a:lnTo>
                <a:lnTo>
                  <a:pt x="729" y="917"/>
                </a:lnTo>
                <a:lnTo>
                  <a:pt x="729" y="917"/>
                </a:lnTo>
                <a:lnTo>
                  <a:pt x="731" y="918"/>
                </a:lnTo>
                <a:lnTo>
                  <a:pt x="731" y="917"/>
                </a:lnTo>
                <a:lnTo>
                  <a:pt x="731" y="917"/>
                </a:lnTo>
                <a:lnTo>
                  <a:pt x="733" y="918"/>
                </a:lnTo>
                <a:lnTo>
                  <a:pt x="733" y="918"/>
                </a:lnTo>
                <a:lnTo>
                  <a:pt x="733" y="918"/>
                </a:lnTo>
                <a:lnTo>
                  <a:pt x="735" y="918"/>
                </a:lnTo>
                <a:lnTo>
                  <a:pt x="735" y="918"/>
                </a:lnTo>
                <a:lnTo>
                  <a:pt x="735" y="918"/>
                </a:lnTo>
                <a:lnTo>
                  <a:pt x="736" y="917"/>
                </a:lnTo>
                <a:lnTo>
                  <a:pt x="737" y="918"/>
                </a:lnTo>
                <a:lnTo>
                  <a:pt x="737" y="917"/>
                </a:lnTo>
                <a:lnTo>
                  <a:pt x="737" y="917"/>
                </a:lnTo>
                <a:lnTo>
                  <a:pt x="739" y="917"/>
                </a:lnTo>
                <a:lnTo>
                  <a:pt x="739" y="917"/>
                </a:lnTo>
                <a:lnTo>
                  <a:pt x="740" y="918"/>
                </a:lnTo>
                <a:lnTo>
                  <a:pt x="741" y="917"/>
                </a:lnTo>
                <a:lnTo>
                  <a:pt x="741" y="918"/>
                </a:lnTo>
                <a:lnTo>
                  <a:pt x="741" y="918"/>
                </a:lnTo>
                <a:lnTo>
                  <a:pt x="743" y="917"/>
                </a:lnTo>
                <a:lnTo>
                  <a:pt x="743" y="917"/>
                </a:lnTo>
                <a:lnTo>
                  <a:pt x="744" y="917"/>
                </a:lnTo>
                <a:lnTo>
                  <a:pt x="745" y="917"/>
                </a:lnTo>
                <a:lnTo>
                  <a:pt x="745" y="917"/>
                </a:lnTo>
                <a:lnTo>
                  <a:pt x="746" y="917"/>
                </a:lnTo>
                <a:lnTo>
                  <a:pt x="747" y="917"/>
                </a:lnTo>
                <a:lnTo>
                  <a:pt x="747" y="917"/>
                </a:lnTo>
                <a:lnTo>
                  <a:pt x="748" y="918"/>
                </a:lnTo>
                <a:lnTo>
                  <a:pt x="749" y="918"/>
                </a:lnTo>
                <a:lnTo>
                  <a:pt x="749" y="917"/>
                </a:lnTo>
                <a:lnTo>
                  <a:pt x="750" y="917"/>
                </a:lnTo>
                <a:lnTo>
                  <a:pt x="751" y="917"/>
                </a:lnTo>
                <a:lnTo>
                  <a:pt x="751" y="917"/>
                </a:lnTo>
                <a:lnTo>
                  <a:pt x="753" y="917"/>
                </a:lnTo>
                <a:lnTo>
                  <a:pt x="753" y="917"/>
                </a:lnTo>
                <a:lnTo>
                  <a:pt x="753" y="917"/>
                </a:lnTo>
                <a:lnTo>
                  <a:pt x="755" y="917"/>
                </a:lnTo>
                <a:lnTo>
                  <a:pt x="755" y="917"/>
                </a:lnTo>
                <a:lnTo>
                  <a:pt x="755" y="918"/>
                </a:lnTo>
                <a:lnTo>
                  <a:pt x="757" y="918"/>
                </a:lnTo>
                <a:lnTo>
                  <a:pt x="757" y="917"/>
                </a:lnTo>
                <a:lnTo>
                  <a:pt x="758" y="917"/>
                </a:lnTo>
                <a:lnTo>
                  <a:pt x="759" y="917"/>
                </a:lnTo>
                <a:lnTo>
                  <a:pt x="759" y="917"/>
                </a:lnTo>
                <a:lnTo>
                  <a:pt x="759" y="917"/>
                </a:lnTo>
                <a:lnTo>
                  <a:pt x="760" y="917"/>
                </a:lnTo>
                <a:lnTo>
                  <a:pt x="761" y="917"/>
                </a:lnTo>
                <a:lnTo>
                  <a:pt x="761" y="917"/>
                </a:lnTo>
                <a:lnTo>
                  <a:pt x="762" y="917"/>
                </a:lnTo>
                <a:lnTo>
                  <a:pt x="763" y="917"/>
                </a:lnTo>
                <a:lnTo>
                  <a:pt x="763" y="917"/>
                </a:lnTo>
                <a:lnTo>
                  <a:pt x="764" y="918"/>
                </a:lnTo>
                <a:lnTo>
                  <a:pt x="765" y="917"/>
                </a:lnTo>
                <a:lnTo>
                  <a:pt x="765" y="917"/>
                </a:lnTo>
                <a:lnTo>
                  <a:pt x="765" y="917"/>
                </a:lnTo>
                <a:lnTo>
                  <a:pt x="766" y="917"/>
                </a:lnTo>
                <a:lnTo>
                  <a:pt x="767" y="917"/>
                </a:lnTo>
                <a:lnTo>
                  <a:pt x="767" y="918"/>
                </a:lnTo>
                <a:lnTo>
                  <a:pt x="768" y="918"/>
                </a:lnTo>
                <a:lnTo>
                  <a:pt x="769" y="917"/>
                </a:lnTo>
                <a:lnTo>
                  <a:pt x="769" y="917"/>
                </a:lnTo>
                <a:lnTo>
                  <a:pt x="769" y="918"/>
                </a:lnTo>
                <a:lnTo>
                  <a:pt x="771" y="917"/>
                </a:lnTo>
                <a:lnTo>
                  <a:pt x="771" y="917"/>
                </a:lnTo>
                <a:lnTo>
                  <a:pt x="771" y="917"/>
                </a:lnTo>
                <a:lnTo>
                  <a:pt x="771" y="918"/>
                </a:lnTo>
                <a:lnTo>
                  <a:pt x="772" y="917"/>
                </a:lnTo>
                <a:lnTo>
                  <a:pt x="773" y="917"/>
                </a:lnTo>
                <a:lnTo>
                  <a:pt x="773" y="917"/>
                </a:lnTo>
                <a:lnTo>
                  <a:pt x="774" y="917"/>
                </a:lnTo>
                <a:lnTo>
                  <a:pt x="775" y="917"/>
                </a:lnTo>
                <a:lnTo>
                  <a:pt x="775" y="917"/>
                </a:lnTo>
                <a:lnTo>
                  <a:pt x="776" y="917"/>
                </a:lnTo>
                <a:lnTo>
                  <a:pt x="777" y="918"/>
                </a:lnTo>
                <a:lnTo>
                  <a:pt x="777" y="918"/>
                </a:lnTo>
                <a:lnTo>
                  <a:pt x="777" y="918"/>
                </a:lnTo>
                <a:lnTo>
                  <a:pt x="779" y="917"/>
                </a:lnTo>
                <a:lnTo>
                  <a:pt x="779" y="917"/>
                </a:lnTo>
                <a:lnTo>
                  <a:pt x="781" y="917"/>
                </a:lnTo>
                <a:lnTo>
                  <a:pt x="781" y="917"/>
                </a:lnTo>
                <a:lnTo>
                  <a:pt x="781" y="917"/>
                </a:lnTo>
                <a:lnTo>
                  <a:pt x="783" y="917"/>
                </a:lnTo>
                <a:lnTo>
                  <a:pt x="783" y="917"/>
                </a:lnTo>
                <a:lnTo>
                  <a:pt x="783" y="918"/>
                </a:lnTo>
                <a:lnTo>
                  <a:pt x="784" y="918"/>
                </a:lnTo>
                <a:lnTo>
                  <a:pt x="785" y="917"/>
                </a:lnTo>
                <a:lnTo>
                  <a:pt x="785" y="917"/>
                </a:lnTo>
                <a:lnTo>
                  <a:pt x="786" y="917"/>
                </a:lnTo>
                <a:lnTo>
                  <a:pt x="787" y="917"/>
                </a:lnTo>
                <a:lnTo>
                  <a:pt x="787" y="917"/>
                </a:lnTo>
                <a:lnTo>
                  <a:pt x="788" y="917"/>
                </a:lnTo>
                <a:lnTo>
                  <a:pt x="789" y="917"/>
                </a:lnTo>
                <a:lnTo>
                  <a:pt x="789" y="917"/>
                </a:lnTo>
                <a:lnTo>
                  <a:pt x="789" y="917"/>
                </a:lnTo>
                <a:lnTo>
                  <a:pt x="791" y="917"/>
                </a:lnTo>
                <a:lnTo>
                  <a:pt x="791" y="917"/>
                </a:lnTo>
                <a:lnTo>
                  <a:pt x="791" y="917"/>
                </a:lnTo>
                <a:lnTo>
                  <a:pt x="792" y="918"/>
                </a:lnTo>
                <a:lnTo>
                  <a:pt x="793" y="917"/>
                </a:lnTo>
                <a:lnTo>
                  <a:pt x="793" y="917"/>
                </a:lnTo>
                <a:lnTo>
                  <a:pt x="795" y="918"/>
                </a:lnTo>
                <a:lnTo>
                  <a:pt x="795" y="918"/>
                </a:lnTo>
                <a:lnTo>
                  <a:pt x="795" y="918"/>
                </a:lnTo>
                <a:lnTo>
                  <a:pt x="796" y="918"/>
                </a:lnTo>
                <a:lnTo>
                  <a:pt x="797" y="917"/>
                </a:lnTo>
                <a:lnTo>
                  <a:pt x="797" y="917"/>
                </a:lnTo>
                <a:lnTo>
                  <a:pt x="797" y="917"/>
                </a:lnTo>
                <a:lnTo>
                  <a:pt x="799" y="917"/>
                </a:lnTo>
                <a:lnTo>
                  <a:pt x="799" y="917"/>
                </a:lnTo>
                <a:lnTo>
                  <a:pt x="799" y="917"/>
                </a:lnTo>
                <a:lnTo>
                  <a:pt x="801" y="917"/>
                </a:lnTo>
                <a:lnTo>
                  <a:pt x="801" y="917"/>
                </a:lnTo>
                <a:lnTo>
                  <a:pt x="801" y="917"/>
                </a:lnTo>
                <a:lnTo>
                  <a:pt x="802" y="917"/>
                </a:lnTo>
                <a:lnTo>
                  <a:pt x="803" y="917"/>
                </a:lnTo>
                <a:lnTo>
                  <a:pt x="803" y="917"/>
                </a:lnTo>
                <a:lnTo>
                  <a:pt x="803" y="917"/>
                </a:lnTo>
                <a:lnTo>
                  <a:pt x="805" y="917"/>
                </a:lnTo>
                <a:lnTo>
                  <a:pt x="805" y="917"/>
                </a:lnTo>
                <a:lnTo>
                  <a:pt x="806" y="918"/>
                </a:lnTo>
                <a:lnTo>
                  <a:pt x="807" y="918"/>
                </a:lnTo>
                <a:lnTo>
                  <a:pt x="807" y="918"/>
                </a:lnTo>
                <a:lnTo>
                  <a:pt x="809" y="917"/>
                </a:lnTo>
                <a:lnTo>
                  <a:pt x="809" y="917"/>
                </a:lnTo>
                <a:lnTo>
                  <a:pt x="809" y="917"/>
                </a:lnTo>
                <a:lnTo>
                  <a:pt x="809" y="917"/>
                </a:lnTo>
                <a:lnTo>
                  <a:pt x="811" y="917"/>
                </a:lnTo>
                <a:lnTo>
                  <a:pt x="811" y="917"/>
                </a:lnTo>
                <a:lnTo>
                  <a:pt x="811" y="917"/>
                </a:lnTo>
                <a:lnTo>
                  <a:pt x="812" y="918"/>
                </a:lnTo>
                <a:lnTo>
                  <a:pt x="813" y="917"/>
                </a:lnTo>
                <a:lnTo>
                  <a:pt x="813" y="917"/>
                </a:lnTo>
                <a:lnTo>
                  <a:pt x="815" y="918"/>
                </a:lnTo>
                <a:lnTo>
                  <a:pt x="815" y="918"/>
                </a:lnTo>
                <a:lnTo>
                  <a:pt x="817" y="919"/>
                </a:lnTo>
                <a:lnTo>
                  <a:pt x="817" y="919"/>
                </a:lnTo>
                <a:lnTo>
                  <a:pt x="817" y="919"/>
                </a:lnTo>
                <a:lnTo>
                  <a:pt x="819" y="918"/>
                </a:lnTo>
                <a:lnTo>
                  <a:pt x="819" y="918"/>
                </a:lnTo>
                <a:lnTo>
                  <a:pt x="819" y="918"/>
                </a:lnTo>
                <a:lnTo>
                  <a:pt x="821" y="917"/>
                </a:lnTo>
                <a:lnTo>
                  <a:pt x="821" y="917"/>
                </a:lnTo>
                <a:lnTo>
                  <a:pt x="821" y="917"/>
                </a:lnTo>
                <a:lnTo>
                  <a:pt x="822" y="917"/>
                </a:lnTo>
                <a:lnTo>
                  <a:pt x="823" y="917"/>
                </a:lnTo>
                <a:lnTo>
                  <a:pt x="823" y="917"/>
                </a:lnTo>
                <a:lnTo>
                  <a:pt x="824" y="918"/>
                </a:lnTo>
                <a:lnTo>
                  <a:pt x="825" y="918"/>
                </a:lnTo>
                <a:lnTo>
                  <a:pt x="825" y="918"/>
                </a:lnTo>
                <a:lnTo>
                  <a:pt x="826" y="918"/>
                </a:lnTo>
                <a:lnTo>
                  <a:pt x="827" y="918"/>
                </a:lnTo>
                <a:lnTo>
                  <a:pt x="827" y="918"/>
                </a:lnTo>
                <a:lnTo>
                  <a:pt x="827" y="918"/>
                </a:lnTo>
                <a:lnTo>
                  <a:pt x="829" y="917"/>
                </a:lnTo>
                <a:lnTo>
                  <a:pt x="829" y="917"/>
                </a:lnTo>
                <a:lnTo>
                  <a:pt x="829" y="917"/>
                </a:lnTo>
                <a:lnTo>
                  <a:pt x="830" y="917"/>
                </a:lnTo>
                <a:lnTo>
                  <a:pt x="831" y="917"/>
                </a:lnTo>
                <a:lnTo>
                  <a:pt x="831" y="917"/>
                </a:lnTo>
                <a:lnTo>
                  <a:pt x="831" y="917"/>
                </a:lnTo>
                <a:lnTo>
                  <a:pt x="832" y="917"/>
                </a:lnTo>
                <a:lnTo>
                  <a:pt x="833" y="917"/>
                </a:lnTo>
                <a:lnTo>
                  <a:pt x="833" y="917"/>
                </a:lnTo>
                <a:lnTo>
                  <a:pt x="834" y="917"/>
                </a:lnTo>
                <a:lnTo>
                  <a:pt x="834" y="917"/>
                </a:lnTo>
                <a:lnTo>
                  <a:pt x="835" y="917"/>
                </a:lnTo>
                <a:lnTo>
                  <a:pt x="835" y="917"/>
                </a:lnTo>
                <a:lnTo>
                  <a:pt x="837" y="918"/>
                </a:lnTo>
                <a:lnTo>
                  <a:pt x="837" y="917"/>
                </a:lnTo>
                <a:lnTo>
                  <a:pt x="837" y="917"/>
                </a:lnTo>
                <a:lnTo>
                  <a:pt x="837" y="917"/>
                </a:lnTo>
                <a:lnTo>
                  <a:pt x="838" y="918"/>
                </a:lnTo>
                <a:lnTo>
                  <a:pt x="839" y="918"/>
                </a:lnTo>
                <a:lnTo>
                  <a:pt x="839" y="918"/>
                </a:lnTo>
                <a:lnTo>
                  <a:pt x="840" y="917"/>
                </a:lnTo>
                <a:lnTo>
                  <a:pt x="841" y="918"/>
                </a:lnTo>
                <a:lnTo>
                  <a:pt x="841" y="918"/>
                </a:lnTo>
                <a:lnTo>
                  <a:pt x="841" y="918"/>
                </a:lnTo>
                <a:lnTo>
                  <a:pt x="843" y="917"/>
                </a:lnTo>
                <a:lnTo>
                  <a:pt x="843" y="917"/>
                </a:lnTo>
                <a:lnTo>
                  <a:pt x="843" y="917"/>
                </a:lnTo>
                <a:lnTo>
                  <a:pt x="844" y="917"/>
                </a:lnTo>
                <a:lnTo>
                  <a:pt x="845" y="917"/>
                </a:lnTo>
                <a:lnTo>
                  <a:pt x="845" y="917"/>
                </a:lnTo>
                <a:lnTo>
                  <a:pt x="846" y="917"/>
                </a:lnTo>
                <a:lnTo>
                  <a:pt x="847" y="917"/>
                </a:lnTo>
                <a:lnTo>
                  <a:pt x="847" y="917"/>
                </a:lnTo>
                <a:lnTo>
                  <a:pt x="848" y="917"/>
                </a:lnTo>
                <a:lnTo>
                  <a:pt x="849" y="918"/>
                </a:lnTo>
                <a:lnTo>
                  <a:pt x="849" y="918"/>
                </a:lnTo>
                <a:lnTo>
                  <a:pt x="851" y="918"/>
                </a:lnTo>
                <a:lnTo>
                  <a:pt x="851" y="918"/>
                </a:lnTo>
                <a:lnTo>
                  <a:pt x="851" y="918"/>
                </a:lnTo>
                <a:lnTo>
                  <a:pt x="851" y="917"/>
                </a:lnTo>
                <a:lnTo>
                  <a:pt x="852" y="918"/>
                </a:lnTo>
                <a:lnTo>
                  <a:pt x="853" y="918"/>
                </a:lnTo>
                <a:lnTo>
                  <a:pt x="853" y="918"/>
                </a:lnTo>
                <a:lnTo>
                  <a:pt x="854" y="918"/>
                </a:lnTo>
                <a:lnTo>
                  <a:pt x="854" y="918"/>
                </a:lnTo>
                <a:lnTo>
                  <a:pt x="855" y="918"/>
                </a:lnTo>
                <a:lnTo>
                  <a:pt x="855" y="918"/>
                </a:lnTo>
                <a:lnTo>
                  <a:pt x="856" y="918"/>
                </a:lnTo>
                <a:lnTo>
                  <a:pt x="857" y="917"/>
                </a:lnTo>
                <a:lnTo>
                  <a:pt x="857" y="917"/>
                </a:lnTo>
                <a:lnTo>
                  <a:pt x="857" y="917"/>
                </a:lnTo>
                <a:lnTo>
                  <a:pt x="859" y="917"/>
                </a:lnTo>
                <a:lnTo>
                  <a:pt x="859" y="917"/>
                </a:lnTo>
                <a:lnTo>
                  <a:pt x="859" y="917"/>
                </a:lnTo>
                <a:lnTo>
                  <a:pt x="861" y="918"/>
                </a:lnTo>
                <a:lnTo>
                  <a:pt x="861" y="918"/>
                </a:lnTo>
                <a:lnTo>
                  <a:pt x="861" y="918"/>
                </a:lnTo>
                <a:lnTo>
                  <a:pt x="862" y="917"/>
                </a:lnTo>
                <a:lnTo>
                  <a:pt x="863" y="917"/>
                </a:lnTo>
                <a:lnTo>
                  <a:pt x="863" y="917"/>
                </a:lnTo>
                <a:lnTo>
                  <a:pt x="864" y="917"/>
                </a:lnTo>
                <a:lnTo>
                  <a:pt x="865" y="918"/>
                </a:lnTo>
                <a:lnTo>
                  <a:pt x="865" y="918"/>
                </a:lnTo>
                <a:lnTo>
                  <a:pt x="867" y="918"/>
                </a:lnTo>
                <a:lnTo>
                  <a:pt x="867" y="918"/>
                </a:lnTo>
                <a:lnTo>
                  <a:pt x="867" y="918"/>
                </a:lnTo>
                <a:lnTo>
                  <a:pt x="868" y="918"/>
                </a:lnTo>
                <a:lnTo>
                  <a:pt x="869" y="917"/>
                </a:lnTo>
                <a:lnTo>
                  <a:pt x="869" y="917"/>
                </a:lnTo>
                <a:lnTo>
                  <a:pt x="870" y="917"/>
                </a:lnTo>
                <a:lnTo>
                  <a:pt x="871" y="917"/>
                </a:lnTo>
                <a:lnTo>
                  <a:pt x="871" y="917"/>
                </a:lnTo>
                <a:lnTo>
                  <a:pt x="873" y="917"/>
                </a:lnTo>
                <a:lnTo>
                  <a:pt x="873" y="917"/>
                </a:lnTo>
                <a:lnTo>
                  <a:pt x="875" y="917"/>
                </a:lnTo>
                <a:lnTo>
                  <a:pt x="875" y="917"/>
                </a:lnTo>
                <a:lnTo>
                  <a:pt x="876" y="918"/>
                </a:lnTo>
                <a:lnTo>
                  <a:pt x="877" y="917"/>
                </a:lnTo>
                <a:lnTo>
                  <a:pt x="877" y="917"/>
                </a:lnTo>
                <a:lnTo>
                  <a:pt x="878" y="918"/>
                </a:lnTo>
                <a:lnTo>
                  <a:pt x="879" y="917"/>
                </a:lnTo>
                <a:lnTo>
                  <a:pt x="879" y="917"/>
                </a:lnTo>
                <a:lnTo>
                  <a:pt x="880" y="916"/>
                </a:lnTo>
                <a:lnTo>
                  <a:pt x="881" y="917"/>
                </a:lnTo>
                <a:lnTo>
                  <a:pt x="881" y="917"/>
                </a:lnTo>
                <a:lnTo>
                  <a:pt x="882" y="918"/>
                </a:lnTo>
                <a:lnTo>
                  <a:pt x="883" y="917"/>
                </a:lnTo>
                <a:lnTo>
                  <a:pt x="883" y="917"/>
                </a:lnTo>
                <a:lnTo>
                  <a:pt x="884" y="918"/>
                </a:lnTo>
                <a:lnTo>
                  <a:pt x="885" y="918"/>
                </a:lnTo>
                <a:lnTo>
                  <a:pt x="885" y="918"/>
                </a:lnTo>
                <a:lnTo>
                  <a:pt x="887" y="917"/>
                </a:lnTo>
                <a:lnTo>
                  <a:pt x="887" y="917"/>
                </a:lnTo>
                <a:lnTo>
                  <a:pt x="887" y="917"/>
                </a:lnTo>
                <a:lnTo>
                  <a:pt x="889" y="918"/>
                </a:lnTo>
                <a:lnTo>
                  <a:pt x="889" y="917"/>
                </a:lnTo>
                <a:lnTo>
                  <a:pt x="889" y="917"/>
                </a:lnTo>
                <a:lnTo>
                  <a:pt x="890" y="917"/>
                </a:lnTo>
                <a:lnTo>
                  <a:pt x="890" y="918"/>
                </a:lnTo>
                <a:lnTo>
                  <a:pt x="891" y="917"/>
                </a:lnTo>
                <a:lnTo>
                  <a:pt x="891" y="917"/>
                </a:lnTo>
                <a:lnTo>
                  <a:pt x="892" y="917"/>
                </a:lnTo>
                <a:lnTo>
                  <a:pt x="892" y="918"/>
                </a:lnTo>
                <a:lnTo>
                  <a:pt x="893" y="917"/>
                </a:lnTo>
                <a:lnTo>
                  <a:pt x="893" y="917"/>
                </a:lnTo>
                <a:lnTo>
                  <a:pt x="893" y="917"/>
                </a:lnTo>
                <a:lnTo>
                  <a:pt x="895" y="917"/>
                </a:lnTo>
                <a:lnTo>
                  <a:pt x="895" y="917"/>
                </a:lnTo>
                <a:lnTo>
                  <a:pt x="896" y="917"/>
                </a:lnTo>
                <a:lnTo>
                  <a:pt x="897" y="918"/>
                </a:lnTo>
                <a:lnTo>
                  <a:pt x="897" y="918"/>
                </a:lnTo>
                <a:lnTo>
                  <a:pt x="897" y="917"/>
                </a:lnTo>
                <a:lnTo>
                  <a:pt x="898" y="917"/>
                </a:lnTo>
                <a:lnTo>
                  <a:pt x="899" y="917"/>
                </a:lnTo>
                <a:lnTo>
                  <a:pt x="899" y="917"/>
                </a:lnTo>
                <a:lnTo>
                  <a:pt x="901" y="917"/>
                </a:lnTo>
                <a:lnTo>
                  <a:pt x="901" y="918"/>
                </a:lnTo>
                <a:lnTo>
                  <a:pt x="901" y="918"/>
                </a:lnTo>
                <a:lnTo>
                  <a:pt x="902" y="917"/>
                </a:lnTo>
                <a:lnTo>
                  <a:pt x="903" y="917"/>
                </a:lnTo>
                <a:lnTo>
                  <a:pt x="903" y="918"/>
                </a:lnTo>
                <a:lnTo>
                  <a:pt x="904" y="917"/>
                </a:lnTo>
                <a:lnTo>
                  <a:pt x="905" y="917"/>
                </a:lnTo>
                <a:lnTo>
                  <a:pt x="905" y="917"/>
                </a:lnTo>
                <a:lnTo>
                  <a:pt x="907" y="917"/>
                </a:lnTo>
                <a:lnTo>
                  <a:pt x="907" y="917"/>
                </a:lnTo>
                <a:lnTo>
                  <a:pt x="907" y="917"/>
                </a:lnTo>
                <a:lnTo>
                  <a:pt x="908" y="918"/>
                </a:lnTo>
                <a:lnTo>
                  <a:pt x="909" y="918"/>
                </a:lnTo>
                <a:lnTo>
                  <a:pt x="909" y="918"/>
                </a:lnTo>
                <a:lnTo>
                  <a:pt x="911" y="917"/>
                </a:lnTo>
                <a:lnTo>
                  <a:pt x="911" y="917"/>
                </a:lnTo>
                <a:lnTo>
                  <a:pt x="911" y="917"/>
                </a:lnTo>
                <a:lnTo>
                  <a:pt x="912" y="917"/>
                </a:lnTo>
                <a:lnTo>
                  <a:pt x="913" y="917"/>
                </a:lnTo>
                <a:lnTo>
                  <a:pt x="913" y="917"/>
                </a:lnTo>
                <a:lnTo>
                  <a:pt x="915" y="918"/>
                </a:lnTo>
                <a:lnTo>
                  <a:pt x="916" y="918"/>
                </a:lnTo>
                <a:lnTo>
                  <a:pt x="916" y="918"/>
                </a:lnTo>
                <a:lnTo>
                  <a:pt x="917" y="917"/>
                </a:lnTo>
                <a:lnTo>
                  <a:pt x="917" y="917"/>
                </a:lnTo>
                <a:lnTo>
                  <a:pt x="918" y="917"/>
                </a:lnTo>
                <a:lnTo>
                  <a:pt x="919" y="917"/>
                </a:lnTo>
                <a:lnTo>
                  <a:pt x="919" y="917"/>
                </a:lnTo>
                <a:lnTo>
                  <a:pt x="921" y="917"/>
                </a:lnTo>
                <a:lnTo>
                  <a:pt x="921" y="917"/>
                </a:lnTo>
                <a:lnTo>
                  <a:pt x="922" y="917"/>
                </a:lnTo>
                <a:lnTo>
                  <a:pt x="923" y="917"/>
                </a:lnTo>
                <a:lnTo>
                  <a:pt x="923" y="918"/>
                </a:lnTo>
                <a:lnTo>
                  <a:pt x="923" y="918"/>
                </a:lnTo>
                <a:lnTo>
                  <a:pt x="925" y="917"/>
                </a:lnTo>
                <a:lnTo>
                  <a:pt x="925" y="917"/>
                </a:lnTo>
                <a:lnTo>
                  <a:pt x="925" y="918"/>
                </a:lnTo>
                <a:lnTo>
                  <a:pt x="926" y="917"/>
                </a:lnTo>
                <a:lnTo>
                  <a:pt x="927" y="918"/>
                </a:lnTo>
                <a:lnTo>
                  <a:pt x="927" y="918"/>
                </a:lnTo>
                <a:lnTo>
                  <a:pt x="928" y="918"/>
                </a:lnTo>
                <a:lnTo>
                  <a:pt x="929" y="918"/>
                </a:lnTo>
                <a:lnTo>
                  <a:pt x="929" y="918"/>
                </a:lnTo>
                <a:lnTo>
                  <a:pt x="931" y="917"/>
                </a:lnTo>
                <a:lnTo>
                  <a:pt x="931" y="917"/>
                </a:lnTo>
                <a:lnTo>
                  <a:pt x="931" y="917"/>
                </a:lnTo>
                <a:lnTo>
                  <a:pt x="933" y="917"/>
                </a:lnTo>
                <a:lnTo>
                  <a:pt x="933" y="917"/>
                </a:lnTo>
                <a:lnTo>
                  <a:pt x="933" y="917"/>
                </a:lnTo>
                <a:lnTo>
                  <a:pt x="934" y="917"/>
                </a:lnTo>
                <a:lnTo>
                  <a:pt x="935" y="917"/>
                </a:lnTo>
                <a:lnTo>
                  <a:pt x="935" y="917"/>
                </a:lnTo>
                <a:lnTo>
                  <a:pt x="935" y="917"/>
                </a:lnTo>
                <a:lnTo>
                  <a:pt x="937" y="918"/>
                </a:lnTo>
                <a:lnTo>
                  <a:pt x="937" y="918"/>
                </a:lnTo>
                <a:lnTo>
                  <a:pt x="938" y="917"/>
                </a:lnTo>
                <a:lnTo>
                  <a:pt x="939" y="918"/>
                </a:lnTo>
                <a:lnTo>
                  <a:pt x="940" y="918"/>
                </a:lnTo>
                <a:lnTo>
                  <a:pt x="941" y="917"/>
                </a:lnTo>
                <a:lnTo>
                  <a:pt x="941" y="917"/>
                </a:lnTo>
                <a:lnTo>
                  <a:pt x="942" y="917"/>
                </a:lnTo>
                <a:lnTo>
                  <a:pt x="943" y="917"/>
                </a:lnTo>
                <a:lnTo>
                  <a:pt x="943" y="917"/>
                </a:lnTo>
                <a:lnTo>
                  <a:pt x="943" y="917"/>
                </a:lnTo>
                <a:lnTo>
                  <a:pt x="944" y="917"/>
                </a:lnTo>
                <a:lnTo>
                  <a:pt x="945" y="917"/>
                </a:lnTo>
                <a:lnTo>
                  <a:pt x="945" y="917"/>
                </a:lnTo>
                <a:lnTo>
                  <a:pt x="946" y="917"/>
                </a:lnTo>
                <a:lnTo>
                  <a:pt x="947" y="917"/>
                </a:lnTo>
                <a:lnTo>
                  <a:pt x="947" y="917"/>
                </a:lnTo>
                <a:lnTo>
                  <a:pt x="947" y="917"/>
                </a:lnTo>
                <a:lnTo>
                  <a:pt x="947" y="917"/>
                </a:lnTo>
                <a:lnTo>
                  <a:pt x="949" y="918"/>
                </a:lnTo>
                <a:lnTo>
                  <a:pt x="949" y="918"/>
                </a:lnTo>
                <a:lnTo>
                  <a:pt x="949" y="918"/>
                </a:lnTo>
                <a:lnTo>
                  <a:pt x="950" y="918"/>
                </a:lnTo>
                <a:lnTo>
                  <a:pt x="951" y="917"/>
                </a:lnTo>
                <a:lnTo>
                  <a:pt x="951" y="917"/>
                </a:lnTo>
                <a:lnTo>
                  <a:pt x="951" y="917"/>
                </a:lnTo>
                <a:lnTo>
                  <a:pt x="953" y="918"/>
                </a:lnTo>
                <a:lnTo>
                  <a:pt x="953" y="918"/>
                </a:lnTo>
                <a:lnTo>
                  <a:pt x="954" y="918"/>
                </a:lnTo>
                <a:lnTo>
                  <a:pt x="955" y="917"/>
                </a:lnTo>
                <a:lnTo>
                  <a:pt x="955" y="917"/>
                </a:lnTo>
                <a:lnTo>
                  <a:pt x="957" y="917"/>
                </a:lnTo>
                <a:lnTo>
                  <a:pt x="957" y="917"/>
                </a:lnTo>
                <a:lnTo>
                  <a:pt x="957" y="917"/>
                </a:lnTo>
                <a:lnTo>
                  <a:pt x="959" y="918"/>
                </a:lnTo>
                <a:lnTo>
                  <a:pt x="959" y="918"/>
                </a:lnTo>
                <a:lnTo>
                  <a:pt x="961" y="917"/>
                </a:lnTo>
                <a:lnTo>
                  <a:pt x="961" y="917"/>
                </a:lnTo>
                <a:lnTo>
                  <a:pt x="962" y="917"/>
                </a:lnTo>
                <a:lnTo>
                  <a:pt x="963" y="917"/>
                </a:lnTo>
                <a:lnTo>
                  <a:pt x="964" y="917"/>
                </a:lnTo>
                <a:lnTo>
                  <a:pt x="965" y="917"/>
                </a:lnTo>
                <a:lnTo>
                  <a:pt x="965" y="917"/>
                </a:lnTo>
                <a:lnTo>
                  <a:pt x="966" y="918"/>
                </a:lnTo>
                <a:lnTo>
                  <a:pt x="967" y="917"/>
                </a:lnTo>
                <a:lnTo>
                  <a:pt x="967" y="917"/>
                </a:lnTo>
                <a:lnTo>
                  <a:pt x="968" y="917"/>
                </a:lnTo>
                <a:lnTo>
                  <a:pt x="969" y="917"/>
                </a:lnTo>
                <a:lnTo>
                  <a:pt x="969" y="917"/>
                </a:lnTo>
                <a:lnTo>
                  <a:pt x="971" y="918"/>
                </a:lnTo>
                <a:lnTo>
                  <a:pt x="971" y="918"/>
                </a:lnTo>
                <a:lnTo>
                  <a:pt x="973" y="917"/>
                </a:lnTo>
                <a:lnTo>
                  <a:pt x="973" y="917"/>
                </a:lnTo>
                <a:lnTo>
                  <a:pt x="973" y="917"/>
                </a:lnTo>
                <a:lnTo>
                  <a:pt x="974" y="917"/>
                </a:lnTo>
                <a:lnTo>
                  <a:pt x="975" y="917"/>
                </a:lnTo>
                <a:lnTo>
                  <a:pt x="975" y="917"/>
                </a:lnTo>
                <a:lnTo>
                  <a:pt x="975" y="917"/>
                </a:lnTo>
                <a:lnTo>
                  <a:pt x="977" y="917"/>
                </a:lnTo>
                <a:lnTo>
                  <a:pt x="977" y="917"/>
                </a:lnTo>
                <a:lnTo>
                  <a:pt x="978" y="917"/>
                </a:lnTo>
                <a:lnTo>
                  <a:pt x="979" y="917"/>
                </a:lnTo>
                <a:lnTo>
                  <a:pt x="979" y="917"/>
                </a:lnTo>
                <a:lnTo>
                  <a:pt x="980" y="918"/>
                </a:lnTo>
                <a:lnTo>
                  <a:pt x="981" y="917"/>
                </a:lnTo>
                <a:lnTo>
                  <a:pt x="981" y="917"/>
                </a:lnTo>
                <a:lnTo>
                  <a:pt x="983" y="917"/>
                </a:lnTo>
                <a:lnTo>
                  <a:pt x="983" y="917"/>
                </a:lnTo>
                <a:lnTo>
                  <a:pt x="983" y="917"/>
                </a:lnTo>
                <a:lnTo>
                  <a:pt x="985" y="917"/>
                </a:lnTo>
                <a:lnTo>
                  <a:pt x="985" y="917"/>
                </a:lnTo>
                <a:lnTo>
                  <a:pt x="985" y="917"/>
                </a:lnTo>
                <a:lnTo>
                  <a:pt x="987" y="918"/>
                </a:lnTo>
                <a:lnTo>
                  <a:pt x="988" y="918"/>
                </a:lnTo>
                <a:lnTo>
                  <a:pt x="988" y="918"/>
                </a:lnTo>
                <a:lnTo>
                  <a:pt x="989" y="918"/>
                </a:lnTo>
                <a:lnTo>
                  <a:pt x="989" y="918"/>
                </a:lnTo>
                <a:lnTo>
                  <a:pt x="989" y="918"/>
                </a:lnTo>
                <a:lnTo>
                  <a:pt x="990" y="918"/>
                </a:lnTo>
                <a:lnTo>
                  <a:pt x="990" y="918"/>
                </a:lnTo>
                <a:lnTo>
                  <a:pt x="991" y="918"/>
                </a:lnTo>
                <a:lnTo>
                  <a:pt x="991" y="918"/>
                </a:lnTo>
                <a:lnTo>
                  <a:pt x="992" y="918"/>
                </a:lnTo>
                <a:lnTo>
                  <a:pt x="993" y="917"/>
                </a:lnTo>
                <a:lnTo>
                  <a:pt x="993" y="917"/>
                </a:lnTo>
                <a:lnTo>
                  <a:pt x="994" y="917"/>
                </a:lnTo>
                <a:lnTo>
                  <a:pt x="995" y="917"/>
                </a:lnTo>
                <a:lnTo>
                  <a:pt x="995" y="917"/>
                </a:lnTo>
                <a:lnTo>
                  <a:pt x="995" y="917"/>
                </a:lnTo>
                <a:lnTo>
                  <a:pt x="995" y="917"/>
                </a:lnTo>
                <a:lnTo>
                  <a:pt x="997" y="918"/>
                </a:lnTo>
                <a:lnTo>
                  <a:pt x="997" y="918"/>
                </a:lnTo>
                <a:lnTo>
                  <a:pt x="998" y="918"/>
                </a:lnTo>
                <a:lnTo>
                  <a:pt x="999" y="918"/>
                </a:lnTo>
                <a:lnTo>
                  <a:pt x="999" y="918"/>
                </a:lnTo>
                <a:lnTo>
                  <a:pt x="999" y="918"/>
                </a:lnTo>
                <a:lnTo>
                  <a:pt x="1000" y="918"/>
                </a:lnTo>
                <a:lnTo>
                  <a:pt x="1001" y="918"/>
                </a:lnTo>
                <a:lnTo>
                  <a:pt x="1001" y="918"/>
                </a:lnTo>
                <a:lnTo>
                  <a:pt x="1002" y="918"/>
                </a:lnTo>
                <a:lnTo>
                  <a:pt x="1003" y="918"/>
                </a:lnTo>
                <a:lnTo>
                  <a:pt x="1003" y="918"/>
                </a:lnTo>
                <a:lnTo>
                  <a:pt x="1004" y="918"/>
                </a:lnTo>
                <a:lnTo>
                  <a:pt x="1005" y="917"/>
                </a:lnTo>
                <a:lnTo>
                  <a:pt x="1005" y="917"/>
                </a:lnTo>
                <a:lnTo>
                  <a:pt x="1006" y="917"/>
                </a:lnTo>
                <a:lnTo>
                  <a:pt x="1006" y="917"/>
                </a:lnTo>
                <a:lnTo>
                  <a:pt x="1007" y="917"/>
                </a:lnTo>
                <a:lnTo>
                  <a:pt x="1007" y="917"/>
                </a:lnTo>
                <a:lnTo>
                  <a:pt x="1008" y="917"/>
                </a:lnTo>
                <a:lnTo>
                  <a:pt x="1009" y="917"/>
                </a:lnTo>
                <a:lnTo>
                  <a:pt x="1009" y="917"/>
                </a:lnTo>
                <a:lnTo>
                  <a:pt x="1010" y="917"/>
                </a:lnTo>
                <a:lnTo>
                  <a:pt x="1011" y="918"/>
                </a:lnTo>
                <a:lnTo>
                  <a:pt x="1012" y="918"/>
                </a:lnTo>
                <a:lnTo>
                  <a:pt x="1012" y="918"/>
                </a:lnTo>
                <a:lnTo>
                  <a:pt x="1013" y="918"/>
                </a:lnTo>
                <a:lnTo>
                  <a:pt x="1013" y="918"/>
                </a:lnTo>
                <a:lnTo>
                  <a:pt x="1013" y="918"/>
                </a:lnTo>
                <a:lnTo>
                  <a:pt x="1015" y="917"/>
                </a:lnTo>
                <a:lnTo>
                  <a:pt x="1015" y="917"/>
                </a:lnTo>
                <a:lnTo>
                  <a:pt x="1015" y="917"/>
                </a:lnTo>
                <a:lnTo>
                  <a:pt x="1016" y="917"/>
                </a:lnTo>
                <a:lnTo>
                  <a:pt x="1016" y="917"/>
                </a:lnTo>
                <a:lnTo>
                  <a:pt x="1017" y="917"/>
                </a:lnTo>
                <a:lnTo>
                  <a:pt x="1018" y="917"/>
                </a:lnTo>
                <a:lnTo>
                  <a:pt x="1019" y="917"/>
                </a:lnTo>
                <a:lnTo>
                  <a:pt x="1019" y="917"/>
                </a:lnTo>
                <a:lnTo>
                  <a:pt x="1020" y="917"/>
                </a:lnTo>
                <a:lnTo>
                  <a:pt x="1021" y="917"/>
                </a:lnTo>
                <a:lnTo>
                  <a:pt x="1021" y="917"/>
                </a:lnTo>
                <a:lnTo>
                  <a:pt x="1023" y="918"/>
                </a:lnTo>
                <a:lnTo>
                  <a:pt x="1023" y="918"/>
                </a:lnTo>
                <a:lnTo>
                  <a:pt x="1024" y="918"/>
                </a:lnTo>
                <a:lnTo>
                  <a:pt x="1025" y="917"/>
                </a:lnTo>
                <a:lnTo>
                  <a:pt x="1025" y="917"/>
                </a:lnTo>
                <a:lnTo>
                  <a:pt x="1026" y="917"/>
                </a:lnTo>
                <a:lnTo>
                  <a:pt x="1027" y="917"/>
                </a:lnTo>
                <a:lnTo>
                  <a:pt x="1027" y="917"/>
                </a:lnTo>
                <a:lnTo>
                  <a:pt x="1028" y="917"/>
                </a:lnTo>
                <a:lnTo>
                  <a:pt x="1029" y="917"/>
                </a:lnTo>
                <a:lnTo>
                  <a:pt x="1029" y="917"/>
                </a:lnTo>
                <a:lnTo>
                  <a:pt x="1029" y="917"/>
                </a:lnTo>
                <a:lnTo>
                  <a:pt x="1031" y="918"/>
                </a:lnTo>
                <a:lnTo>
                  <a:pt x="1031" y="918"/>
                </a:lnTo>
                <a:lnTo>
                  <a:pt x="1032" y="918"/>
                </a:lnTo>
                <a:lnTo>
                  <a:pt x="1033" y="917"/>
                </a:lnTo>
                <a:lnTo>
                  <a:pt x="1033" y="917"/>
                </a:lnTo>
                <a:lnTo>
                  <a:pt x="1034" y="917"/>
                </a:lnTo>
                <a:lnTo>
                  <a:pt x="1034" y="918"/>
                </a:lnTo>
                <a:lnTo>
                  <a:pt x="1035" y="917"/>
                </a:lnTo>
                <a:lnTo>
                  <a:pt x="1036" y="917"/>
                </a:lnTo>
                <a:lnTo>
                  <a:pt x="1037" y="917"/>
                </a:lnTo>
                <a:lnTo>
                  <a:pt x="1037" y="917"/>
                </a:lnTo>
                <a:lnTo>
                  <a:pt x="1037" y="917"/>
                </a:lnTo>
                <a:lnTo>
                  <a:pt x="1039" y="917"/>
                </a:lnTo>
                <a:lnTo>
                  <a:pt x="1039" y="917"/>
                </a:lnTo>
                <a:lnTo>
                  <a:pt x="1039" y="917"/>
                </a:lnTo>
                <a:lnTo>
                  <a:pt x="1040" y="917"/>
                </a:lnTo>
                <a:lnTo>
                  <a:pt x="1041" y="918"/>
                </a:lnTo>
                <a:lnTo>
                  <a:pt x="1042" y="918"/>
                </a:lnTo>
                <a:lnTo>
                  <a:pt x="1043" y="917"/>
                </a:lnTo>
                <a:lnTo>
                  <a:pt x="1044" y="917"/>
                </a:lnTo>
                <a:lnTo>
                  <a:pt x="1044" y="917"/>
                </a:lnTo>
                <a:lnTo>
                  <a:pt x="1045" y="917"/>
                </a:lnTo>
                <a:lnTo>
                  <a:pt x="1045" y="917"/>
                </a:lnTo>
                <a:lnTo>
                  <a:pt x="1046" y="918"/>
                </a:lnTo>
                <a:lnTo>
                  <a:pt x="1047" y="917"/>
                </a:lnTo>
                <a:lnTo>
                  <a:pt x="1047" y="917"/>
                </a:lnTo>
                <a:lnTo>
                  <a:pt x="1049" y="916"/>
                </a:lnTo>
                <a:lnTo>
                  <a:pt x="1049" y="916"/>
                </a:lnTo>
                <a:lnTo>
                  <a:pt x="1050" y="916"/>
                </a:lnTo>
                <a:lnTo>
                  <a:pt x="1051" y="917"/>
                </a:lnTo>
                <a:lnTo>
                  <a:pt x="1051" y="917"/>
                </a:lnTo>
                <a:lnTo>
                  <a:pt x="1051" y="917"/>
                </a:lnTo>
                <a:lnTo>
                  <a:pt x="1052" y="918"/>
                </a:lnTo>
                <a:lnTo>
                  <a:pt x="1053" y="917"/>
                </a:lnTo>
                <a:lnTo>
                  <a:pt x="1053" y="918"/>
                </a:lnTo>
                <a:lnTo>
                  <a:pt x="1053" y="918"/>
                </a:lnTo>
                <a:lnTo>
                  <a:pt x="1054" y="917"/>
                </a:lnTo>
                <a:lnTo>
                  <a:pt x="1055" y="918"/>
                </a:lnTo>
                <a:lnTo>
                  <a:pt x="1056" y="918"/>
                </a:lnTo>
                <a:lnTo>
                  <a:pt x="1056" y="918"/>
                </a:lnTo>
                <a:lnTo>
                  <a:pt x="1056" y="917"/>
                </a:lnTo>
                <a:lnTo>
                  <a:pt x="1057" y="917"/>
                </a:lnTo>
                <a:lnTo>
                  <a:pt x="1057" y="917"/>
                </a:lnTo>
                <a:lnTo>
                  <a:pt x="1058" y="917"/>
                </a:lnTo>
                <a:lnTo>
                  <a:pt x="1059" y="918"/>
                </a:lnTo>
                <a:lnTo>
                  <a:pt x="1059" y="917"/>
                </a:lnTo>
                <a:lnTo>
                  <a:pt x="1060" y="917"/>
                </a:lnTo>
                <a:lnTo>
                  <a:pt x="1060" y="918"/>
                </a:lnTo>
                <a:lnTo>
                  <a:pt x="1061" y="918"/>
                </a:lnTo>
                <a:lnTo>
                  <a:pt x="1062" y="918"/>
                </a:lnTo>
                <a:lnTo>
                  <a:pt x="1062" y="918"/>
                </a:lnTo>
                <a:lnTo>
                  <a:pt x="1063" y="917"/>
                </a:lnTo>
                <a:lnTo>
                  <a:pt x="1063" y="917"/>
                </a:lnTo>
                <a:lnTo>
                  <a:pt x="1065" y="917"/>
                </a:lnTo>
                <a:lnTo>
                  <a:pt x="1065" y="917"/>
                </a:lnTo>
                <a:lnTo>
                  <a:pt x="1065" y="917"/>
                </a:lnTo>
                <a:lnTo>
                  <a:pt x="1066" y="917"/>
                </a:lnTo>
                <a:lnTo>
                  <a:pt x="1067" y="918"/>
                </a:lnTo>
                <a:lnTo>
                  <a:pt x="1068" y="918"/>
                </a:lnTo>
                <a:lnTo>
                  <a:pt x="1069" y="917"/>
                </a:lnTo>
                <a:lnTo>
                  <a:pt x="1069" y="917"/>
                </a:lnTo>
                <a:lnTo>
                  <a:pt x="1071" y="917"/>
                </a:lnTo>
                <a:lnTo>
                  <a:pt x="1071" y="917"/>
                </a:lnTo>
                <a:lnTo>
                  <a:pt x="1071" y="918"/>
                </a:lnTo>
                <a:lnTo>
                  <a:pt x="1073" y="918"/>
                </a:lnTo>
                <a:lnTo>
                  <a:pt x="1074" y="918"/>
                </a:lnTo>
                <a:lnTo>
                  <a:pt x="1075" y="917"/>
                </a:lnTo>
                <a:lnTo>
                  <a:pt x="1075" y="917"/>
                </a:lnTo>
                <a:lnTo>
                  <a:pt x="1075" y="917"/>
                </a:lnTo>
                <a:lnTo>
                  <a:pt x="1076" y="917"/>
                </a:lnTo>
                <a:lnTo>
                  <a:pt x="1077" y="917"/>
                </a:lnTo>
                <a:lnTo>
                  <a:pt x="1077" y="917"/>
                </a:lnTo>
                <a:lnTo>
                  <a:pt x="1079" y="917"/>
                </a:lnTo>
                <a:lnTo>
                  <a:pt x="1080" y="917"/>
                </a:lnTo>
                <a:lnTo>
                  <a:pt x="1080" y="917"/>
                </a:lnTo>
                <a:lnTo>
                  <a:pt x="1081" y="917"/>
                </a:lnTo>
                <a:lnTo>
                  <a:pt x="1081" y="917"/>
                </a:lnTo>
                <a:lnTo>
                  <a:pt x="1083" y="918"/>
                </a:lnTo>
                <a:lnTo>
                  <a:pt x="1084" y="918"/>
                </a:lnTo>
                <a:lnTo>
                  <a:pt x="1084" y="918"/>
                </a:lnTo>
                <a:lnTo>
                  <a:pt x="1085" y="918"/>
                </a:lnTo>
                <a:lnTo>
                  <a:pt x="1086" y="918"/>
                </a:lnTo>
                <a:lnTo>
                  <a:pt x="1086" y="918"/>
                </a:lnTo>
                <a:lnTo>
                  <a:pt x="1087" y="917"/>
                </a:lnTo>
                <a:lnTo>
                  <a:pt x="1087" y="917"/>
                </a:lnTo>
                <a:lnTo>
                  <a:pt x="1087" y="917"/>
                </a:lnTo>
                <a:lnTo>
                  <a:pt x="1089" y="917"/>
                </a:lnTo>
                <a:lnTo>
                  <a:pt x="1089" y="918"/>
                </a:lnTo>
                <a:lnTo>
                  <a:pt x="1090" y="918"/>
                </a:lnTo>
                <a:lnTo>
                  <a:pt x="1090" y="917"/>
                </a:lnTo>
                <a:lnTo>
                  <a:pt x="1091" y="918"/>
                </a:lnTo>
                <a:lnTo>
                  <a:pt x="1092" y="918"/>
                </a:lnTo>
                <a:lnTo>
                  <a:pt x="1093" y="917"/>
                </a:lnTo>
                <a:lnTo>
                  <a:pt x="1093" y="917"/>
                </a:lnTo>
                <a:lnTo>
                  <a:pt x="1095" y="917"/>
                </a:lnTo>
                <a:lnTo>
                  <a:pt x="1095" y="917"/>
                </a:lnTo>
                <a:lnTo>
                  <a:pt x="1096" y="917"/>
                </a:lnTo>
                <a:lnTo>
                  <a:pt x="1096" y="918"/>
                </a:lnTo>
                <a:lnTo>
                  <a:pt x="1097" y="917"/>
                </a:lnTo>
                <a:lnTo>
                  <a:pt x="1097" y="917"/>
                </a:lnTo>
                <a:lnTo>
                  <a:pt x="1098" y="918"/>
                </a:lnTo>
                <a:lnTo>
                  <a:pt x="1098" y="917"/>
                </a:lnTo>
                <a:lnTo>
                  <a:pt x="1099" y="917"/>
                </a:lnTo>
                <a:lnTo>
                  <a:pt x="1099" y="917"/>
                </a:lnTo>
                <a:lnTo>
                  <a:pt x="1100" y="917"/>
                </a:lnTo>
                <a:lnTo>
                  <a:pt x="1101" y="918"/>
                </a:lnTo>
                <a:lnTo>
                  <a:pt x="1101" y="918"/>
                </a:lnTo>
                <a:lnTo>
                  <a:pt x="1102" y="918"/>
                </a:lnTo>
                <a:lnTo>
                  <a:pt x="1104" y="918"/>
                </a:lnTo>
                <a:lnTo>
                  <a:pt x="1104" y="918"/>
                </a:lnTo>
                <a:lnTo>
                  <a:pt x="1105" y="917"/>
                </a:lnTo>
                <a:lnTo>
                  <a:pt x="1105" y="917"/>
                </a:lnTo>
                <a:lnTo>
                  <a:pt x="1107" y="917"/>
                </a:lnTo>
                <a:lnTo>
                  <a:pt x="1107" y="917"/>
                </a:lnTo>
                <a:lnTo>
                  <a:pt x="1107" y="917"/>
                </a:lnTo>
                <a:lnTo>
                  <a:pt x="1108" y="917"/>
                </a:lnTo>
                <a:lnTo>
                  <a:pt x="1109" y="917"/>
                </a:lnTo>
                <a:lnTo>
                  <a:pt x="1110" y="917"/>
                </a:lnTo>
                <a:lnTo>
                  <a:pt x="1110" y="917"/>
                </a:lnTo>
                <a:lnTo>
                  <a:pt x="1111" y="917"/>
                </a:lnTo>
                <a:lnTo>
                  <a:pt x="1111" y="917"/>
                </a:lnTo>
                <a:lnTo>
                  <a:pt x="1111" y="917"/>
                </a:lnTo>
                <a:lnTo>
                  <a:pt x="1112" y="917"/>
                </a:lnTo>
                <a:lnTo>
                  <a:pt x="1113" y="917"/>
                </a:lnTo>
                <a:lnTo>
                  <a:pt x="1114" y="917"/>
                </a:lnTo>
                <a:lnTo>
                  <a:pt x="1114" y="917"/>
                </a:lnTo>
                <a:lnTo>
                  <a:pt x="1115" y="918"/>
                </a:lnTo>
                <a:lnTo>
                  <a:pt x="1116" y="918"/>
                </a:lnTo>
                <a:lnTo>
                  <a:pt x="1117" y="918"/>
                </a:lnTo>
                <a:lnTo>
                  <a:pt x="1117" y="918"/>
                </a:lnTo>
                <a:lnTo>
                  <a:pt x="1117" y="918"/>
                </a:lnTo>
                <a:lnTo>
                  <a:pt x="1118" y="918"/>
                </a:lnTo>
                <a:lnTo>
                  <a:pt x="1119" y="917"/>
                </a:lnTo>
                <a:lnTo>
                  <a:pt x="1119" y="917"/>
                </a:lnTo>
                <a:lnTo>
                  <a:pt x="1120" y="917"/>
                </a:lnTo>
                <a:lnTo>
                  <a:pt x="1120" y="917"/>
                </a:lnTo>
                <a:lnTo>
                  <a:pt x="1120" y="918"/>
                </a:lnTo>
                <a:lnTo>
                  <a:pt x="1121" y="917"/>
                </a:lnTo>
                <a:lnTo>
                  <a:pt x="1122" y="917"/>
                </a:lnTo>
                <a:lnTo>
                  <a:pt x="1122" y="917"/>
                </a:lnTo>
                <a:lnTo>
                  <a:pt x="1123" y="918"/>
                </a:lnTo>
                <a:lnTo>
                  <a:pt x="1123" y="917"/>
                </a:lnTo>
                <a:lnTo>
                  <a:pt x="1123" y="917"/>
                </a:lnTo>
                <a:lnTo>
                  <a:pt x="1125" y="918"/>
                </a:lnTo>
                <a:lnTo>
                  <a:pt x="1125" y="917"/>
                </a:lnTo>
                <a:lnTo>
                  <a:pt x="1125" y="917"/>
                </a:lnTo>
                <a:lnTo>
                  <a:pt x="1126" y="917"/>
                </a:lnTo>
                <a:lnTo>
                  <a:pt x="1127" y="917"/>
                </a:lnTo>
                <a:lnTo>
                  <a:pt x="1128" y="917"/>
                </a:lnTo>
                <a:lnTo>
                  <a:pt x="1128" y="917"/>
                </a:lnTo>
                <a:lnTo>
                  <a:pt x="1128" y="917"/>
                </a:lnTo>
                <a:lnTo>
                  <a:pt x="1128" y="917"/>
                </a:lnTo>
                <a:lnTo>
                  <a:pt x="1129" y="917"/>
                </a:lnTo>
                <a:lnTo>
                  <a:pt x="1129" y="917"/>
                </a:lnTo>
                <a:lnTo>
                  <a:pt x="1131" y="917"/>
                </a:lnTo>
                <a:lnTo>
                  <a:pt x="1131" y="917"/>
                </a:lnTo>
                <a:lnTo>
                  <a:pt x="1131" y="917"/>
                </a:lnTo>
                <a:lnTo>
                  <a:pt x="1131" y="917"/>
                </a:lnTo>
                <a:lnTo>
                  <a:pt x="1132" y="917"/>
                </a:lnTo>
                <a:lnTo>
                  <a:pt x="1134" y="917"/>
                </a:lnTo>
                <a:lnTo>
                  <a:pt x="1134" y="917"/>
                </a:lnTo>
                <a:lnTo>
                  <a:pt x="1134" y="917"/>
                </a:lnTo>
                <a:lnTo>
                  <a:pt x="1134" y="917"/>
                </a:lnTo>
                <a:lnTo>
                  <a:pt x="1135" y="917"/>
                </a:lnTo>
                <a:lnTo>
                  <a:pt x="1135" y="917"/>
                </a:lnTo>
                <a:lnTo>
                  <a:pt x="1137" y="917"/>
                </a:lnTo>
                <a:lnTo>
                  <a:pt x="1137" y="917"/>
                </a:lnTo>
                <a:lnTo>
                  <a:pt x="1138" y="917"/>
                </a:lnTo>
                <a:lnTo>
                  <a:pt x="1138" y="917"/>
                </a:lnTo>
                <a:lnTo>
                  <a:pt x="1139" y="917"/>
                </a:lnTo>
                <a:lnTo>
                  <a:pt x="1139" y="917"/>
                </a:lnTo>
                <a:lnTo>
                  <a:pt x="1140" y="917"/>
                </a:lnTo>
                <a:lnTo>
                  <a:pt x="1140" y="917"/>
                </a:lnTo>
                <a:lnTo>
                  <a:pt x="1141" y="917"/>
                </a:lnTo>
                <a:lnTo>
                  <a:pt x="1141" y="917"/>
                </a:lnTo>
                <a:lnTo>
                  <a:pt x="1141" y="917"/>
                </a:lnTo>
                <a:lnTo>
                  <a:pt x="1142" y="917"/>
                </a:lnTo>
                <a:lnTo>
                  <a:pt x="1143" y="918"/>
                </a:lnTo>
                <a:lnTo>
                  <a:pt x="1143" y="918"/>
                </a:lnTo>
                <a:lnTo>
                  <a:pt x="1144" y="918"/>
                </a:lnTo>
                <a:lnTo>
                  <a:pt x="1144" y="917"/>
                </a:lnTo>
                <a:lnTo>
                  <a:pt x="1145" y="918"/>
                </a:lnTo>
                <a:lnTo>
                  <a:pt x="1146" y="918"/>
                </a:lnTo>
                <a:lnTo>
                  <a:pt x="1146" y="917"/>
                </a:lnTo>
                <a:lnTo>
                  <a:pt x="1147" y="918"/>
                </a:lnTo>
                <a:lnTo>
                  <a:pt x="1147" y="917"/>
                </a:lnTo>
                <a:lnTo>
                  <a:pt x="1148" y="917"/>
                </a:lnTo>
                <a:lnTo>
                  <a:pt x="1149" y="918"/>
                </a:lnTo>
                <a:lnTo>
                  <a:pt x="1149" y="918"/>
                </a:lnTo>
                <a:lnTo>
                  <a:pt x="1149" y="918"/>
                </a:lnTo>
                <a:lnTo>
                  <a:pt x="1150" y="918"/>
                </a:lnTo>
                <a:lnTo>
                  <a:pt x="1152" y="918"/>
                </a:lnTo>
                <a:lnTo>
                  <a:pt x="1152" y="918"/>
                </a:lnTo>
                <a:lnTo>
                  <a:pt x="1153" y="917"/>
                </a:lnTo>
                <a:lnTo>
                  <a:pt x="1153" y="918"/>
                </a:lnTo>
                <a:lnTo>
                  <a:pt x="1153" y="918"/>
                </a:lnTo>
                <a:lnTo>
                  <a:pt x="1154" y="918"/>
                </a:lnTo>
                <a:lnTo>
                  <a:pt x="1155" y="917"/>
                </a:lnTo>
                <a:lnTo>
                  <a:pt x="1155" y="918"/>
                </a:lnTo>
                <a:lnTo>
                  <a:pt x="1155" y="918"/>
                </a:lnTo>
                <a:lnTo>
                  <a:pt x="1156" y="917"/>
                </a:lnTo>
                <a:lnTo>
                  <a:pt x="1158" y="917"/>
                </a:lnTo>
                <a:lnTo>
                  <a:pt x="1158" y="917"/>
                </a:lnTo>
                <a:lnTo>
                  <a:pt x="1158" y="917"/>
                </a:lnTo>
                <a:lnTo>
                  <a:pt x="1159" y="918"/>
                </a:lnTo>
                <a:lnTo>
                  <a:pt x="1159" y="918"/>
                </a:lnTo>
                <a:lnTo>
                  <a:pt x="1159" y="917"/>
                </a:lnTo>
                <a:lnTo>
                  <a:pt x="1160" y="918"/>
                </a:lnTo>
                <a:lnTo>
                  <a:pt x="1161" y="917"/>
                </a:lnTo>
                <a:lnTo>
                  <a:pt x="1161" y="917"/>
                </a:lnTo>
                <a:lnTo>
                  <a:pt x="1162" y="917"/>
                </a:lnTo>
                <a:lnTo>
                  <a:pt x="1162" y="917"/>
                </a:lnTo>
                <a:lnTo>
                  <a:pt x="1163" y="917"/>
                </a:lnTo>
                <a:lnTo>
                  <a:pt x="1163" y="917"/>
                </a:lnTo>
                <a:lnTo>
                  <a:pt x="1164" y="917"/>
                </a:lnTo>
                <a:lnTo>
                  <a:pt x="1164" y="917"/>
                </a:lnTo>
                <a:lnTo>
                  <a:pt x="1165" y="917"/>
                </a:lnTo>
                <a:lnTo>
                  <a:pt x="1165" y="917"/>
                </a:lnTo>
                <a:lnTo>
                  <a:pt x="1167" y="917"/>
                </a:lnTo>
                <a:lnTo>
                  <a:pt x="1167" y="917"/>
                </a:lnTo>
                <a:lnTo>
                  <a:pt x="1168" y="917"/>
                </a:lnTo>
                <a:lnTo>
                  <a:pt x="1169" y="917"/>
                </a:lnTo>
                <a:lnTo>
                  <a:pt x="1169" y="917"/>
                </a:lnTo>
                <a:lnTo>
                  <a:pt x="1170" y="917"/>
                </a:lnTo>
                <a:lnTo>
                  <a:pt x="1171" y="917"/>
                </a:lnTo>
                <a:lnTo>
                  <a:pt x="1171" y="918"/>
                </a:lnTo>
                <a:lnTo>
                  <a:pt x="1171" y="918"/>
                </a:lnTo>
                <a:lnTo>
                  <a:pt x="1173" y="917"/>
                </a:lnTo>
                <a:lnTo>
                  <a:pt x="1173" y="918"/>
                </a:lnTo>
                <a:lnTo>
                  <a:pt x="1173" y="918"/>
                </a:lnTo>
                <a:lnTo>
                  <a:pt x="1174" y="917"/>
                </a:lnTo>
                <a:lnTo>
                  <a:pt x="1175" y="918"/>
                </a:lnTo>
                <a:lnTo>
                  <a:pt x="1176" y="918"/>
                </a:lnTo>
                <a:lnTo>
                  <a:pt x="1176" y="917"/>
                </a:lnTo>
                <a:lnTo>
                  <a:pt x="1177" y="917"/>
                </a:lnTo>
                <a:lnTo>
                  <a:pt x="1177" y="917"/>
                </a:lnTo>
                <a:lnTo>
                  <a:pt x="1179" y="917"/>
                </a:lnTo>
                <a:lnTo>
                  <a:pt x="1179" y="917"/>
                </a:lnTo>
                <a:lnTo>
                  <a:pt x="1179" y="917"/>
                </a:lnTo>
                <a:lnTo>
                  <a:pt x="1180" y="917"/>
                </a:lnTo>
                <a:lnTo>
                  <a:pt x="1182" y="917"/>
                </a:lnTo>
                <a:lnTo>
                  <a:pt x="1182" y="917"/>
                </a:lnTo>
                <a:lnTo>
                  <a:pt x="1183" y="918"/>
                </a:lnTo>
                <a:lnTo>
                  <a:pt x="1183" y="918"/>
                </a:lnTo>
                <a:lnTo>
                  <a:pt x="1183" y="918"/>
                </a:lnTo>
                <a:lnTo>
                  <a:pt x="1185" y="917"/>
                </a:lnTo>
                <a:lnTo>
                  <a:pt x="1186" y="917"/>
                </a:lnTo>
                <a:lnTo>
                  <a:pt x="1186" y="917"/>
                </a:lnTo>
                <a:lnTo>
                  <a:pt x="1187" y="917"/>
                </a:lnTo>
                <a:lnTo>
                  <a:pt x="1188" y="917"/>
                </a:lnTo>
                <a:lnTo>
                  <a:pt x="1189" y="918"/>
                </a:lnTo>
                <a:lnTo>
                  <a:pt x="1189" y="918"/>
                </a:lnTo>
                <a:lnTo>
                  <a:pt x="1191" y="917"/>
                </a:lnTo>
                <a:lnTo>
                  <a:pt x="1192" y="917"/>
                </a:lnTo>
                <a:lnTo>
                  <a:pt x="1193" y="917"/>
                </a:lnTo>
                <a:lnTo>
                  <a:pt x="1193" y="917"/>
                </a:lnTo>
                <a:lnTo>
                  <a:pt x="1194" y="917"/>
                </a:lnTo>
                <a:lnTo>
                  <a:pt x="1196" y="918"/>
                </a:lnTo>
                <a:lnTo>
                  <a:pt x="1196" y="918"/>
                </a:lnTo>
                <a:lnTo>
                  <a:pt x="1197" y="918"/>
                </a:lnTo>
                <a:lnTo>
                  <a:pt x="1198" y="918"/>
                </a:lnTo>
                <a:lnTo>
                  <a:pt x="1199" y="917"/>
                </a:lnTo>
                <a:lnTo>
                  <a:pt x="1200" y="918"/>
                </a:lnTo>
                <a:lnTo>
                  <a:pt x="1200" y="918"/>
                </a:lnTo>
                <a:lnTo>
                  <a:pt x="1202" y="917"/>
                </a:lnTo>
                <a:lnTo>
                  <a:pt x="1202" y="917"/>
                </a:lnTo>
                <a:lnTo>
                  <a:pt x="1202" y="917"/>
                </a:lnTo>
                <a:lnTo>
                  <a:pt x="1203" y="917"/>
                </a:lnTo>
                <a:lnTo>
                  <a:pt x="1203" y="917"/>
                </a:lnTo>
                <a:lnTo>
                  <a:pt x="1203" y="917"/>
                </a:lnTo>
                <a:lnTo>
                  <a:pt x="1204" y="917"/>
                </a:lnTo>
                <a:lnTo>
                  <a:pt x="1206" y="917"/>
                </a:lnTo>
                <a:lnTo>
                  <a:pt x="1206" y="917"/>
                </a:lnTo>
                <a:lnTo>
                  <a:pt x="1206" y="917"/>
                </a:lnTo>
                <a:lnTo>
                  <a:pt x="1207" y="918"/>
                </a:lnTo>
                <a:lnTo>
                  <a:pt x="1208" y="918"/>
                </a:lnTo>
                <a:lnTo>
                  <a:pt x="1208" y="918"/>
                </a:lnTo>
                <a:lnTo>
                  <a:pt x="1209" y="918"/>
                </a:lnTo>
                <a:lnTo>
                  <a:pt x="1209" y="918"/>
                </a:lnTo>
                <a:lnTo>
                  <a:pt x="1210" y="918"/>
                </a:lnTo>
                <a:lnTo>
                  <a:pt x="1211" y="918"/>
                </a:lnTo>
                <a:lnTo>
                  <a:pt x="1211" y="918"/>
                </a:lnTo>
                <a:lnTo>
                  <a:pt x="1211" y="918"/>
                </a:lnTo>
                <a:lnTo>
                  <a:pt x="1212" y="918"/>
                </a:lnTo>
                <a:lnTo>
                  <a:pt x="1212" y="918"/>
                </a:lnTo>
                <a:lnTo>
                  <a:pt x="1214" y="918"/>
                </a:lnTo>
                <a:lnTo>
                  <a:pt x="1214" y="917"/>
                </a:lnTo>
                <a:lnTo>
                  <a:pt x="1214" y="918"/>
                </a:lnTo>
                <a:lnTo>
                  <a:pt x="1215" y="917"/>
                </a:lnTo>
                <a:lnTo>
                  <a:pt x="1215" y="917"/>
                </a:lnTo>
                <a:lnTo>
                  <a:pt x="1216" y="917"/>
                </a:lnTo>
                <a:lnTo>
                  <a:pt x="1216" y="918"/>
                </a:lnTo>
                <a:lnTo>
                  <a:pt x="1217" y="917"/>
                </a:lnTo>
                <a:lnTo>
                  <a:pt x="1217" y="917"/>
                </a:lnTo>
                <a:lnTo>
                  <a:pt x="1218" y="917"/>
                </a:lnTo>
                <a:lnTo>
                  <a:pt x="1218" y="917"/>
                </a:lnTo>
                <a:lnTo>
                  <a:pt x="1220" y="918"/>
                </a:lnTo>
                <a:lnTo>
                  <a:pt x="1220" y="918"/>
                </a:lnTo>
                <a:lnTo>
                  <a:pt x="1220" y="918"/>
                </a:lnTo>
                <a:lnTo>
                  <a:pt x="1221" y="918"/>
                </a:lnTo>
                <a:lnTo>
                  <a:pt x="1221" y="918"/>
                </a:lnTo>
                <a:lnTo>
                  <a:pt x="1222" y="918"/>
                </a:lnTo>
                <a:lnTo>
                  <a:pt x="1222" y="917"/>
                </a:lnTo>
                <a:lnTo>
                  <a:pt x="1223" y="918"/>
                </a:lnTo>
                <a:lnTo>
                  <a:pt x="1224" y="917"/>
                </a:lnTo>
                <a:lnTo>
                  <a:pt x="1224" y="918"/>
                </a:lnTo>
                <a:lnTo>
                  <a:pt x="1224" y="918"/>
                </a:lnTo>
                <a:lnTo>
                  <a:pt x="1225" y="917"/>
                </a:lnTo>
                <a:lnTo>
                  <a:pt x="1226" y="918"/>
                </a:lnTo>
                <a:lnTo>
                  <a:pt x="1226" y="918"/>
                </a:lnTo>
                <a:lnTo>
                  <a:pt x="1227" y="917"/>
                </a:lnTo>
                <a:lnTo>
                  <a:pt x="1227" y="917"/>
                </a:lnTo>
                <a:lnTo>
                  <a:pt x="1227" y="917"/>
                </a:lnTo>
                <a:lnTo>
                  <a:pt x="1229" y="917"/>
                </a:lnTo>
                <a:lnTo>
                  <a:pt x="1230" y="917"/>
                </a:lnTo>
                <a:lnTo>
                  <a:pt x="1230" y="917"/>
                </a:lnTo>
                <a:lnTo>
                  <a:pt x="1230" y="917"/>
                </a:lnTo>
                <a:lnTo>
                  <a:pt x="1231" y="917"/>
                </a:lnTo>
                <a:lnTo>
                  <a:pt x="1232" y="917"/>
                </a:lnTo>
                <a:lnTo>
                  <a:pt x="1232" y="917"/>
                </a:lnTo>
                <a:lnTo>
                  <a:pt x="1232" y="917"/>
                </a:lnTo>
                <a:lnTo>
                  <a:pt x="1233" y="917"/>
                </a:lnTo>
                <a:lnTo>
                  <a:pt x="1234" y="917"/>
                </a:lnTo>
                <a:lnTo>
                  <a:pt x="1236" y="917"/>
                </a:lnTo>
                <a:lnTo>
                  <a:pt x="1236" y="918"/>
                </a:lnTo>
                <a:lnTo>
                  <a:pt x="1236" y="918"/>
                </a:lnTo>
                <a:lnTo>
                  <a:pt x="1237" y="917"/>
                </a:lnTo>
                <a:lnTo>
                  <a:pt x="1238" y="917"/>
                </a:lnTo>
                <a:lnTo>
                  <a:pt x="1238" y="917"/>
                </a:lnTo>
                <a:lnTo>
                  <a:pt x="1239" y="917"/>
                </a:lnTo>
                <a:lnTo>
                  <a:pt x="1239" y="917"/>
                </a:lnTo>
                <a:lnTo>
                  <a:pt x="1239" y="917"/>
                </a:lnTo>
                <a:lnTo>
                  <a:pt x="1240" y="917"/>
                </a:lnTo>
                <a:lnTo>
                  <a:pt x="1241" y="918"/>
                </a:lnTo>
                <a:lnTo>
                  <a:pt x="1242" y="918"/>
                </a:lnTo>
                <a:lnTo>
                  <a:pt x="1244" y="917"/>
                </a:lnTo>
                <a:lnTo>
                  <a:pt x="1244" y="917"/>
                </a:lnTo>
                <a:lnTo>
                  <a:pt x="1245" y="917"/>
                </a:lnTo>
                <a:lnTo>
                  <a:pt x="1245" y="917"/>
                </a:lnTo>
                <a:lnTo>
                  <a:pt x="1245" y="917"/>
                </a:lnTo>
                <a:lnTo>
                  <a:pt x="1246" y="917"/>
                </a:lnTo>
                <a:lnTo>
                  <a:pt x="1246" y="917"/>
                </a:lnTo>
                <a:lnTo>
                  <a:pt x="1247" y="917"/>
                </a:lnTo>
                <a:lnTo>
                  <a:pt x="1248" y="917"/>
                </a:lnTo>
                <a:lnTo>
                  <a:pt x="1248" y="917"/>
                </a:lnTo>
                <a:lnTo>
                  <a:pt x="1248" y="917"/>
                </a:lnTo>
                <a:lnTo>
                  <a:pt x="1250" y="918"/>
                </a:lnTo>
                <a:lnTo>
                  <a:pt x="1250" y="918"/>
                </a:lnTo>
                <a:lnTo>
                  <a:pt x="1251" y="918"/>
                </a:lnTo>
                <a:lnTo>
                  <a:pt x="1251" y="918"/>
                </a:lnTo>
                <a:lnTo>
                  <a:pt x="1251" y="918"/>
                </a:lnTo>
                <a:lnTo>
                  <a:pt x="1253" y="917"/>
                </a:lnTo>
                <a:lnTo>
                  <a:pt x="1254" y="918"/>
                </a:lnTo>
                <a:lnTo>
                  <a:pt x="1254" y="917"/>
                </a:lnTo>
                <a:lnTo>
                  <a:pt x="1254" y="918"/>
                </a:lnTo>
                <a:lnTo>
                  <a:pt x="1255" y="917"/>
                </a:lnTo>
                <a:lnTo>
                  <a:pt x="1256" y="917"/>
                </a:lnTo>
                <a:lnTo>
                  <a:pt x="1256" y="917"/>
                </a:lnTo>
                <a:lnTo>
                  <a:pt x="1256" y="917"/>
                </a:lnTo>
                <a:lnTo>
                  <a:pt x="1257" y="918"/>
                </a:lnTo>
                <a:lnTo>
                  <a:pt x="1257" y="917"/>
                </a:lnTo>
                <a:lnTo>
                  <a:pt x="1258" y="917"/>
                </a:lnTo>
                <a:lnTo>
                  <a:pt x="1258" y="917"/>
                </a:lnTo>
                <a:lnTo>
                  <a:pt x="1259" y="917"/>
                </a:lnTo>
                <a:lnTo>
                  <a:pt x="1260" y="917"/>
                </a:lnTo>
                <a:lnTo>
                  <a:pt x="1260" y="917"/>
                </a:lnTo>
                <a:lnTo>
                  <a:pt x="1260" y="917"/>
                </a:lnTo>
                <a:lnTo>
                  <a:pt x="1261" y="917"/>
                </a:lnTo>
                <a:lnTo>
                  <a:pt x="1262" y="917"/>
                </a:lnTo>
                <a:lnTo>
                  <a:pt x="1262" y="917"/>
                </a:lnTo>
                <a:lnTo>
                  <a:pt x="1263" y="918"/>
                </a:lnTo>
                <a:lnTo>
                  <a:pt x="1264" y="918"/>
                </a:lnTo>
                <a:lnTo>
                  <a:pt x="1265" y="917"/>
                </a:lnTo>
                <a:lnTo>
                  <a:pt x="1266" y="917"/>
                </a:lnTo>
                <a:lnTo>
                  <a:pt x="1266" y="917"/>
                </a:lnTo>
                <a:lnTo>
                  <a:pt x="1268" y="917"/>
                </a:lnTo>
                <a:lnTo>
                  <a:pt x="1268" y="917"/>
                </a:lnTo>
                <a:lnTo>
                  <a:pt x="1269" y="918"/>
                </a:lnTo>
                <a:lnTo>
                  <a:pt x="1269" y="918"/>
                </a:lnTo>
                <a:lnTo>
                  <a:pt x="1270" y="918"/>
                </a:lnTo>
                <a:lnTo>
                  <a:pt x="1271" y="918"/>
                </a:lnTo>
                <a:lnTo>
                  <a:pt x="1271" y="917"/>
                </a:lnTo>
                <a:lnTo>
                  <a:pt x="1272" y="917"/>
                </a:lnTo>
                <a:lnTo>
                  <a:pt x="1273" y="918"/>
                </a:lnTo>
                <a:lnTo>
                  <a:pt x="1274" y="917"/>
                </a:lnTo>
                <a:lnTo>
                  <a:pt x="1274" y="917"/>
                </a:lnTo>
                <a:lnTo>
                  <a:pt x="1274" y="917"/>
                </a:lnTo>
                <a:lnTo>
                  <a:pt x="1275" y="917"/>
                </a:lnTo>
                <a:lnTo>
                  <a:pt x="1275" y="917"/>
                </a:lnTo>
                <a:lnTo>
                  <a:pt x="1276" y="917"/>
                </a:lnTo>
                <a:lnTo>
                  <a:pt x="1276" y="917"/>
                </a:lnTo>
                <a:lnTo>
                  <a:pt x="1277" y="917"/>
                </a:lnTo>
                <a:lnTo>
                  <a:pt x="1278" y="917"/>
                </a:lnTo>
                <a:lnTo>
                  <a:pt x="1278" y="917"/>
                </a:lnTo>
                <a:lnTo>
                  <a:pt x="1278" y="917"/>
                </a:lnTo>
                <a:lnTo>
                  <a:pt x="1279" y="918"/>
                </a:lnTo>
                <a:lnTo>
                  <a:pt x="1280" y="918"/>
                </a:lnTo>
                <a:lnTo>
                  <a:pt x="1280" y="918"/>
                </a:lnTo>
                <a:lnTo>
                  <a:pt x="1280" y="918"/>
                </a:lnTo>
                <a:lnTo>
                  <a:pt x="1281" y="917"/>
                </a:lnTo>
                <a:lnTo>
                  <a:pt x="1282" y="918"/>
                </a:lnTo>
                <a:lnTo>
                  <a:pt x="1283" y="918"/>
                </a:lnTo>
                <a:lnTo>
                  <a:pt x="1283" y="917"/>
                </a:lnTo>
                <a:lnTo>
                  <a:pt x="1284" y="918"/>
                </a:lnTo>
                <a:lnTo>
                  <a:pt x="1284" y="918"/>
                </a:lnTo>
                <a:lnTo>
                  <a:pt x="1284" y="918"/>
                </a:lnTo>
                <a:lnTo>
                  <a:pt x="1286" y="917"/>
                </a:lnTo>
                <a:lnTo>
                  <a:pt x="1286" y="917"/>
                </a:lnTo>
                <a:lnTo>
                  <a:pt x="1286" y="917"/>
                </a:lnTo>
                <a:lnTo>
                  <a:pt x="1287" y="917"/>
                </a:lnTo>
                <a:lnTo>
                  <a:pt x="1287" y="917"/>
                </a:lnTo>
                <a:lnTo>
                  <a:pt x="1288" y="917"/>
                </a:lnTo>
                <a:lnTo>
                  <a:pt x="1289" y="918"/>
                </a:lnTo>
                <a:lnTo>
                  <a:pt x="1289" y="918"/>
                </a:lnTo>
                <a:lnTo>
                  <a:pt x="1290" y="918"/>
                </a:lnTo>
                <a:lnTo>
                  <a:pt x="1292" y="917"/>
                </a:lnTo>
                <a:lnTo>
                  <a:pt x="1292" y="917"/>
                </a:lnTo>
                <a:lnTo>
                  <a:pt x="1292" y="917"/>
                </a:lnTo>
                <a:lnTo>
                  <a:pt x="1293" y="917"/>
                </a:lnTo>
                <a:lnTo>
                  <a:pt x="1293" y="917"/>
                </a:lnTo>
                <a:lnTo>
                  <a:pt x="1294" y="917"/>
                </a:lnTo>
                <a:lnTo>
                  <a:pt x="1294" y="917"/>
                </a:lnTo>
                <a:lnTo>
                  <a:pt x="1295" y="917"/>
                </a:lnTo>
                <a:lnTo>
                  <a:pt x="1296" y="917"/>
                </a:lnTo>
                <a:lnTo>
                  <a:pt x="1296" y="917"/>
                </a:lnTo>
                <a:lnTo>
                  <a:pt x="1297" y="917"/>
                </a:lnTo>
                <a:lnTo>
                  <a:pt x="1298" y="917"/>
                </a:lnTo>
                <a:lnTo>
                  <a:pt x="1298" y="917"/>
                </a:lnTo>
                <a:lnTo>
                  <a:pt x="1298" y="917"/>
                </a:lnTo>
                <a:lnTo>
                  <a:pt x="1299" y="918"/>
                </a:lnTo>
                <a:lnTo>
                  <a:pt x="1300" y="918"/>
                </a:lnTo>
                <a:lnTo>
                  <a:pt x="1301" y="918"/>
                </a:lnTo>
                <a:lnTo>
                  <a:pt x="1302" y="918"/>
                </a:lnTo>
                <a:lnTo>
                  <a:pt x="1302" y="917"/>
                </a:lnTo>
                <a:lnTo>
                  <a:pt x="1302" y="917"/>
                </a:lnTo>
                <a:lnTo>
                  <a:pt x="1302" y="918"/>
                </a:lnTo>
                <a:lnTo>
                  <a:pt x="1304" y="918"/>
                </a:lnTo>
                <a:lnTo>
                  <a:pt x="1304" y="917"/>
                </a:lnTo>
                <a:lnTo>
                  <a:pt x="1305" y="918"/>
                </a:lnTo>
                <a:lnTo>
                  <a:pt x="1305" y="917"/>
                </a:lnTo>
                <a:lnTo>
                  <a:pt x="1305" y="917"/>
                </a:lnTo>
                <a:lnTo>
                  <a:pt x="1306" y="917"/>
                </a:lnTo>
                <a:lnTo>
                  <a:pt x="1306" y="917"/>
                </a:lnTo>
                <a:lnTo>
                  <a:pt x="1307" y="917"/>
                </a:lnTo>
                <a:lnTo>
                  <a:pt x="1308" y="917"/>
                </a:lnTo>
                <a:lnTo>
                  <a:pt x="1308" y="917"/>
                </a:lnTo>
                <a:lnTo>
                  <a:pt x="1308" y="917"/>
                </a:lnTo>
                <a:lnTo>
                  <a:pt x="1310" y="917"/>
                </a:lnTo>
                <a:lnTo>
                  <a:pt x="1310" y="917"/>
                </a:lnTo>
                <a:lnTo>
                  <a:pt x="1311" y="918"/>
                </a:lnTo>
                <a:lnTo>
                  <a:pt x="1311" y="918"/>
                </a:lnTo>
                <a:lnTo>
                  <a:pt x="1312" y="918"/>
                </a:lnTo>
                <a:lnTo>
                  <a:pt x="1312" y="918"/>
                </a:lnTo>
                <a:lnTo>
                  <a:pt x="1313" y="917"/>
                </a:lnTo>
                <a:lnTo>
                  <a:pt x="1313" y="918"/>
                </a:lnTo>
                <a:lnTo>
                  <a:pt x="1314" y="918"/>
                </a:lnTo>
                <a:lnTo>
                  <a:pt x="1315" y="917"/>
                </a:lnTo>
                <a:lnTo>
                  <a:pt x="1316" y="917"/>
                </a:lnTo>
                <a:lnTo>
                  <a:pt x="1316" y="917"/>
                </a:lnTo>
                <a:lnTo>
                  <a:pt x="1317" y="917"/>
                </a:lnTo>
                <a:lnTo>
                  <a:pt x="1317" y="917"/>
                </a:lnTo>
                <a:lnTo>
                  <a:pt x="1318" y="917"/>
                </a:lnTo>
                <a:lnTo>
                  <a:pt x="1318" y="917"/>
                </a:lnTo>
                <a:lnTo>
                  <a:pt x="1319" y="917"/>
                </a:lnTo>
                <a:lnTo>
                  <a:pt x="1319" y="917"/>
                </a:lnTo>
                <a:lnTo>
                  <a:pt x="1320" y="917"/>
                </a:lnTo>
                <a:lnTo>
                  <a:pt x="1320" y="917"/>
                </a:lnTo>
                <a:lnTo>
                  <a:pt x="1322" y="917"/>
                </a:lnTo>
                <a:lnTo>
                  <a:pt x="1322" y="917"/>
                </a:lnTo>
                <a:lnTo>
                  <a:pt x="1323" y="916"/>
                </a:lnTo>
                <a:lnTo>
                  <a:pt x="1323" y="917"/>
                </a:lnTo>
                <a:lnTo>
                  <a:pt x="1324" y="917"/>
                </a:lnTo>
                <a:lnTo>
                  <a:pt x="1324" y="917"/>
                </a:lnTo>
                <a:lnTo>
                  <a:pt x="1325" y="918"/>
                </a:lnTo>
                <a:lnTo>
                  <a:pt x="1326" y="918"/>
                </a:lnTo>
                <a:lnTo>
                  <a:pt x="1326" y="918"/>
                </a:lnTo>
                <a:lnTo>
                  <a:pt x="1326" y="918"/>
                </a:lnTo>
                <a:lnTo>
                  <a:pt x="1328" y="918"/>
                </a:lnTo>
                <a:lnTo>
                  <a:pt x="1328" y="917"/>
                </a:lnTo>
                <a:lnTo>
                  <a:pt x="1329" y="917"/>
                </a:lnTo>
                <a:lnTo>
                  <a:pt x="1329" y="918"/>
                </a:lnTo>
                <a:lnTo>
                  <a:pt x="1330" y="918"/>
                </a:lnTo>
                <a:lnTo>
                  <a:pt x="1330" y="918"/>
                </a:lnTo>
                <a:lnTo>
                  <a:pt x="1332" y="917"/>
                </a:lnTo>
                <a:lnTo>
                  <a:pt x="1332" y="917"/>
                </a:lnTo>
                <a:lnTo>
                  <a:pt x="1333" y="917"/>
                </a:lnTo>
                <a:lnTo>
                  <a:pt x="1333" y="917"/>
                </a:lnTo>
                <a:lnTo>
                  <a:pt x="1334" y="917"/>
                </a:lnTo>
                <a:lnTo>
                  <a:pt x="1334" y="917"/>
                </a:lnTo>
                <a:lnTo>
                  <a:pt x="1334" y="917"/>
                </a:lnTo>
                <a:lnTo>
                  <a:pt x="1335" y="918"/>
                </a:lnTo>
                <a:lnTo>
                  <a:pt x="1335" y="917"/>
                </a:lnTo>
                <a:lnTo>
                  <a:pt x="1336" y="917"/>
                </a:lnTo>
                <a:lnTo>
                  <a:pt x="1336" y="918"/>
                </a:lnTo>
                <a:lnTo>
                  <a:pt x="1338" y="917"/>
                </a:lnTo>
                <a:lnTo>
                  <a:pt x="1338" y="917"/>
                </a:lnTo>
                <a:lnTo>
                  <a:pt x="1338" y="917"/>
                </a:lnTo>
                <a:lnTo>
                  <a:pt x="1339" y="917"/>
                </a:lnTo>
                <a:lnTo>
                  <a:pt x="1340" y="917"/>
                </a:lnTo>
                <a:lnTo>
                  <a:pt x="1340" y="917"/>
                </a:lnTo>
                <a:lnTo>
                  <a:pt x="1340" y="917"/>
                </a:lnTo>
                <a:lnTo>
                  <a:pt x="1341" y="917"/>
                </a:lnTo>
                <a:lnTo>
                  <a:pt x="1341" y="917"/>
                </a:lnTo>
                <a:lnTo>
                  <a:pt x="1342" y="917"/>
                </a:lnTo>
                <a:lnTo>
                  <a:pt x="1343" y="918"/>
                </a:lnTo>
                <a:lnTo>
                  <a:pt x="1343" y="918"/>
                </a:lnTo>
                <a:lnTo>
                  <a:pt x="1344" y="918"/>
                </a:lnTo>
                <a:lnTo>
                  <a:pt x="1344" y="918"/>
                </a:lnTo>
                <a:lnTo>
                  <a:pt x="1346" y="917"/>
                </a:lnTo>
                <a:lnTo>
                  <a:pt x="1346" y="918"/>
                </a:lnTo>
                <a:lnTo>
                  <a:pt x="1346" y="918"/>
                </a:lnTo>
                <a:lnTo>
                  <a:pt x="1347" y="917"/>
                </a:lnTo>
                <a:lnTo>
                  <a:pt x="1348" y="917"/>
                </a:lnTo>
                <a:lnTo>
                  <a:pt x="1348" y="917"/>
                </a:lnTo>
                <a:lnTo>
                  <a:pt x="1348" y="917"/>
                </a:lnTo>
                <a:lnTo>
                  <a:pt x="1350" y="918"/>
                </a:lnTo>
                <a:lnTo>
                  <a:pt x="1350" y="918"/>
                </a:lnTo>
                <a:lnTo>
                  <a:pt x="1350" y="918"/>
                </a:lnTo>
                <a:lnTo>
                  <a:pt x="1352" y="917"/>
                </a:lnTo>
                <a:lnTo>
                  <a:pt x="1352" y="917"/>
                </a:lnTo>
                <a:lnTo>
                  <a:pt x="1352" y="917"/>
                </a:lnTo>
                <a:lnTo>
                  <a:pt x="1354" y="918"/>
                </a:lnTo>
                <a:lnTo>
                  <a:pt x="1354" y="918"/>
                </a:lnTo>
                <a:lnTo>
                  <a:pt x="1356" y="917"/>
                </a:lnTo>
                <a:lnTo>
                  <a:pt x="1356" y="917"/>
                </a:lnTo>
                <a:lnTo>
                  <a:pt x="1356" y="917"/>
                </a:lnTo>
                <a:lnTo>
                  <a:pt x="1358" y="917"/>
                </a:lnTo>
                <a:lnTo>
                  <a:pt x="1358" y="918"/>
                </a:lnTo>
                <a:lnTo>
                  <a:pt x="1359" y="918"/>
                </a:lnTo>
                <a:lnTo>
                  <a:pt x="1360" y="917"/>
                </a:lnTo>
                <a:lnTo>
                  <a:pt x="1360" y="917"/>
                </a:lnTo>
                <a:lnTo>
                  <a:pt x="1361" y="917"/>
                </a:lnTo>
                <a:lnTo>
                  <a:pt x="1361" y="917"/>
                </a:lnTo>
                <a:lnTo>
                  <a:pt x="1362" y="917"/>
                </a:lnTo>
                <a:lnTo>
                  <a:pt x="1362" y="917"/>
                </a:lnTo>
                <a:lnTo>
                  <a:pt x="1362" y="917"/>
                </a:lnTo>
                <a:lnTo>
                  <a:pt x="1363" y="917"/>
                </a:lnTo>
                <a:lnTo>
                  <a:pt x="1364" y="917"/>
                </a:lnTo>
                <a:lnTo>
                  <a:pt x="1364" y="917"/>
                </a:lnTo>
                <a:lnTo>
                  <a:pt x="1365" y="918"/>
                </a:lnTo>
                <a:lnTo>
                  <a:pt x="1366" y="917"/>
                </a:lnTo>
                <a:lnTo>
                  <a:pt x="1366" y="917"/>
                </a:lnTo>
                <a:lnTo>
                  <a:pt x="1366" y="917"/>
                </a:lnTo>
                <a:lnTo>
                  <a:pt x="1367" y="918"/>
                </a:lnTo>
                <a:lnTo>
                  <a:pt x="1367" y="917"/>
                </a:lnTo>
                <a:lnTo>
                  <a:pt x="1368" y="917"/>
                </a:lnTo>
                <a:lnTo>
                  <a:pt x="1368" y="917"/>
                </a:lnTo>
                <a:lnTo>
                  <a:pt x="1369" y="918"/>
                </a:lnTo>
                <a:lnTo>
                  <a:pt x="1370" y="918"/>
                </a:lnTo>
                <a:lnTo>
                  <a:pt x="1370" y="918"/>
                </a:lnTo>
                <a:lnTo>
                  <a:pt x="1371" y="918"/>
                </a:lnTo>
                <a:lnTo>
                  <a:pt x="1372" y="918"/>
                </a:lnTo>
                <a:lnTo>
                  <a:pt x="1372" y="918"/>
                </a:lnTo>
                <a:lnTo>
                  <a:pt x="1374" y="917"/>
                </a:lnTo>
                <a:lnTo>
                  <a:pt x="1374" y="917"/>
                </a:lnTo>
                <a:lnTo>
                  <a:pt x="1375" y="917"/>
                </a:lnTo>
                <a:lnTo>
                  <a:pt x="1376" y="917"/>
                </a:lnTo>
                <a:lnTo>
                  <a:pt x="1376" y="917"/>
                </a:lnTo>
                <a:lnTo>
                  <a:pt x="1376" y="917"/>
                </a:lnTo>
                <a:lnTo>
                  <a:pt x="1376" y="917"/>
                </a:lnTo>
                <a:lnTo>
                  <a:pt x="1377" y="917"/>
                </a:lnTo>
                <a:lnTo>
                  <a:pt x="1378" y="917"/>
                </a:lnTo>
                <a:lnTo>
                  <a:pt x="1378" y="917"/>
                </a:lnTo>
                <a:lnTo>
                  <a:pt x="1378" y="917"/>
                </a:lnTo>
                <a:lnTo>
                  <a:pt x="1379" y="918"/>
                </a:lnTo>
                <a:lnTo>
                  <a:pt x="1380" y="918"/>
                </a:lnTo>
                <a:lnTo>
                  <a:pt x="1380" y="918"/>
                </a:lnTo>
                <a:lnTo>
                  <a:pt x="1380" y="917"/>
                </a:lnTo>
                <a:lnTo>
                  <a:pt x="1382" y="918"/>
                </a:lnTo>
                <a:lnTo>
                  <a:pt x="1382" y="918"/>
                </a:lnTo>
                <a:lnTo>
                  <a:pt x="1382" y="918"/>
                </a:lnTo>
                <a:lnTo>
                  <a:pt x="1383" y="917"/>
                </a:lnTo>
                <a:lnTo>
                  <a:pt x="1384" y="918"/>
                </a:lnTo>
                <a:lnTo>
                  <a:pt x="1384" y="918"/>
                </a:lnTo>
                <a:lnTo>
                  <a:pt x="1385" y="917"/>
                </a:lnTo>
                <a:lnTo>
                  <a:pt x="1386" y="917"/>
                </a:lnTo>
                <a:lnTo>
                  <a:pt x="1386" y="917"/>
                </a:lnTo>
                <a:lnTo>
                  <a:pt x="1387" y="917"/>
                </a:lnTo>
                <a:lnTo>
                  <a:pt x="1388" y="918"/>
                </a:lnTo>
                <a:lnTo>
                  <a:pt x="1388" y="918"/>
                </a:lnTo>
                <a:lnTo>
                  <a:pt x="1389" y="917"/>
                </a:lnTo>
                <a:lnTo>
                  <a:pt x="1390" y="917"/>
                </a:lnTo>
                <a:lnTo>
                  <a:pt x="1390" y="917"/>
                </a:lnTo>
                <a:lnTo>
                  <a:pt x="1390" y="917"/>
                </a:lnTo>
                <a:lnTo>
                  <a:pt x="1391" y="918"/>
                </a:lnTo>
                <a:lnTo>
                  <a:pt x="1392" y="918"/>
                </a:lnTo>
                <a:lnTo>
                  <a:pt x="1392" y="918"/>
                </a:lnTo>
                <a:lnTo>
                  <a:pt x="1394" y="917"/>
                </a:lnTo>
                <a:lnTo>
                  <a:pt x="1394" y="917"/>
                </a:lnTo>
                <a:lnTo>
                  <a:pt x="1394" y="916"/>
                </a:lnTo>
                <a:lnTo>
                  <a:pt x="1396" y="917"/>
                </a:lnTo>
                <a:lnTo>
                  <a:pt x="1396" y="917"/>
                </a:lnTo>
                <a:lnTo>
                  <a:pt x="1397" y="918"/>
                </a:lnTo>
                <a:lnTo>
                  <a:pt x="1398" y="917"/>
                </a:lnTo>
                <a:lnTo>
                  <a:pt x="1398" y="917"/>
                </a:lnTo>
                <a:lnTo>
                  <a:pt x="1400" y="918"/>
                </a:lnTo>
                <a:lnTo>
                  <a:pt x="1400" y="918"/>
                </a:lnTo>
                <a:lnTo>
                  <a:pt x="1400" y="918"/>
                </a:lnTo>
                <a:lnTo>
                  <a:pt x="1402" y="918"/>
                </a:lnTo>
                <a:lnTo>
                  <a:pt x="1402" y="918"/>
                </a:lnTo>
                <a:lnTo>
                  <a:pt x="1402" y="918"/>
                </a:lnTo>
                <a:lnTo>
                  <a:pt x="1404" y="918"/>
                </a:lnTo>
                <a:lnTo>
                  <a:pt x="1404" y="917"/>
                </a:lnTo>
                <a:lnTo>
                  <a:pt x="1406" y="917"/>
                </a:lnTo>
                <a:lnTo>
                  <a:pt x="1406" y="916"/>
                </a:lnTo>
                <a:lnTo>
                  <a:pt x="1406" y="916"/>
                </a:lnTo>
                <a:lnTo>
                  <a:pt x="1408" y="917"/>
                </a:lnTo>
                <a:lnTo>
                  <a:pt x="1408" y="917"/>
                </a:lnTo>
                <a:lnTo>
                  <a:pt x="1409" y="917"/>
                </a:lnTo>
                <a:lnTo>
                  <a:pt x="1409" y="917"/>
                </a:lnTo>
                <a:lnTo>
                  <a:pt x="1410" y="917"/>
                </a:lnTo>
                <a:lnTo>
                  <a:pt x="1410" y="917"/>
                </a:lnTo>
                <a:lnTo>
                  <a:pt x="1411" y="917"/>
                </a:lnTo>
                <a:lnTo>
                  <a:pt x="1412" y="917"/>
                </a:lnTo>
                <a:lnTo>
                  <a:pt x="1412" y="917"/>
                </a:lnTo>
                <a:lnTo>
                  <a:pt x="1412" y="917"/>
                </a:lnTo>
                <a:lnTo>
                  <a:pt x="1413" y="917"/>
                </a:lnTo>
                <a:lnTo>
                  <a:pt x="1414" y="917"/>
                </a:lnTo>
                <a:lnTo>
                  <a:pt x="1414" y="917"/>
                </a:lnTo>
                <a:lnTo>
                  <a:pt x="1414" y="917"/>
                </a:lnTo>
                <a:lnTo>
                  <a:pt x="1415" y="918"/>
                </a:lnTo>
                <a:lnTo>
                  <a:pt x="1416" y="917"/>
                </a:lnTo>
                <a:lnTo>
                  <a:pt x="1416" y="917"/>
                </a:lnTo>
                <a:lnTo>
                  <a:pt x="1416" y="917"/>
                </a:lnTo>
                <a:lnTo>
                  <a:pt x="1417" y="918"/>
                </a:lnTo>
                <a:lnTo>
                  <a:pt x="1418" y="918"/>
                </a:lnTo>
                <a:lnTo>
                  <a:pt x="1418" y="918"/>
                </a:lnTo>
                <a:lnTo>
                  <a:pt x="1418" y="918"/>
                </a:lnTo>
                <a:lnTo>
                  <a:pt x="1419" y="918"/>
                </a:lnTo>
                <a:lnTo>
                  <a:pt x="1420" y="918"/>
                </a:lnTo>
                <a:lnTo>
                  <a:pt x="1420" y="918"/>
                </a:lnTo>
                <a:lnTo>
                  <a:pt x="1421" y="918"/>
                </a:lnTo>
                <a:lnTo>
                  <a:pt x="1421" y="918"/>
                </a:lnTo>
                <a:lnTo>
                  <a:pt x="1422" y="918"/>
                </a:lnTo>
                <a:lnTo>
                  <a:pt x="1422" y="918"/>
                </a:lnTo>
                <a:lnTo>
                  <a:pt x="1423" y="917"/>
                </a:lnTo>
                <a:lnTo>
                  <a:pt x="1424" y="917"/>
                </a:lnTo>
                <a:lnTo>
                  <a:pt x="1424" y="917"/>
                </a:lnTo>
                <a:lnTo>
                  <a:pt x="1424" y="918"/>
                </a:lnTo>
                <a:lnTo>
                  <a:pt x="1426" y="917"/>
                </a:lnTo>
                <a:lnTo>
                  <a:pt x="1426" y="917"/>
                </a:lnTo>
                <a:lnTo>
                  <a:pt x="1426" y="918"/>
                </a:lnTo>
                <a:lnTo>
                  <a:pt x="1427" y="917"/>
                </a:lnTo>
                <a:lnTo>
                  <a:pt x="1428" y="917"/>
                </a:lnTo>
                <a:lnTo>
                  <a:pt x="1428" y="917"/>
                </a:lnTo>
                <a:lnTo>
                  <a:pt x="1428" y="917"/>
                </a:lnTo>
                <a:lnTo>
                  <a:pt x="1429" y="916"/>
                </a:lnTo>
                <a:lnTo>
                  <a:pt x="1430" y="917"/>
                </a:lnTo>
                <a:lnTo>
                  <a:pt x="1430" y="917"/>
                </a:lnTo>
                <a:lnTo>
                  <a:pt x="1430" y="917"/>
                </a:lnTo>
                <a:lnTo>
                  <a:pt x="1432" y="917"/>
                </a:lnTo>
                <a:lnTo>
                  <a:pt x="1432" y="917"/>
                </a:lnTo>
                <a:lnTo>
                  <a:pt x="1432" y="917"/>
                </a:lnTo>
                <a:lnTo>
                  <a:pt x="1433" y="918"/>
                </a:lnTo>
                <a:lnTo>
                  <a:pt x="1434" y="917"/>
                </a:lnTo>
                <a:lnTo>
                  <a:pt x="1434" y="917"/>
                </a:lnTo>
                <a:lnTo>
                  <a:pt x="1435" y="918"/>
                </a:lnTo>
                <a:lnTo>
                  <a:pt x="1436" y="917"/>
                </a:lnTo>
                <a:lnTo>
                  <a:pt x="1436" y="917"/>
                </a:lnTo>
                <a:lnTo>
                  <a:pt x="1436" y="917"/>
                </a:lnTo>
                <a:lnTo>
                  <a:pt x="1437" y="917"/>
                </a:lnTo>
                <a:lnTo>
                  <a:pt x="1438" y="917"/>
                </a:lnTo>
                <a:lnTo>
                  <a:pt x="1438" y="917"/>
                </a:lnTo>
                <a:lnTo>
                  <a:pt x="1439" y="918"/>
                </a:lnTo>
                <a:lnTo>
                  <a:pt x="1440" y="918"/>
                </a:lnTo>
                <a:lnTo>
                  <a:pt x="1440" y="918"/>
                </a:lnTo>
                <a:lnTo>
                  <a:pt x="1440" y="918"/>
                </a:lnTo>
                <a:lnTo>
                  <a:pt x="1442" y="918"/>
                </a:lnTo>
                <a:lnTo>
                  <a:pt x="1442" y="918"/>
                </a:lnTo>
                <a:lnTo>
                  <a:pt x="1444" y="917"/>
                </a:lnTo>
                <a:lnTo>
                  <a:pt x="1444" y="917"/>
                </a:lnTo>
                <a:lnTo>
                  <a:pt x="1445" y="916"/>
                </a:lnTo>
                <a:lnTo>
                  <a:pt x="1446" y="917"/>
                </a:lnTo>
                <a:lnTo>
                  <a:pt x="1446" y="917"/>
                </a:lnTo>
                <a:lnTo>
                  <a:pt x="1446" y="916"/>
                </a:lnTo>
                <a:lnTo>
                  <a:pt x="1448" y="917"/>
                </a:lnTo>
                <a:lnTo>
                  <a:pt x="1448" y="917"/>
                </a:lnTo>
                <a:lnTo>
                  <a:pt x="1448" y="917"/>
                </a:lnTo>
                <a:lnTo>
                  <a:pt x="1448" y="917"/>
                </a:lnTo>
                <a:lnTo>
                  <a:pt x="1450" y="918"/>
                </a:lnTo>
                <a:lnTo>
                  <a:pt x="1450" y="918"/>
                </a:lnTo>
                <a:lnTo>
                  <a:pt x="1451" y="918"/>
                </a:lnTo>
                <a:lnTo>
                  <a:pt x="1451" y="918"/>
                </a:lnTo>
                <a:lnTo>
                  <a:pt x="1452" y="918"/>
                </a:lnTo>
                <a:lnTo>
                  <a:pt x="1452" y="918"/>
                </a:lnTo>
                <a:lnTo>
                  <a:pt x="1454" y="918"/>
                </a:lnTo>
                <a:lnTo>
                  <a:pt x="1454" y="918"/>
                </a:lnTo>
                <a:lnTo>
                  <a:pt x="1454" y="918"/>
                </a:lnTo>
                <a:lnTo>
                  <a:pt x="1456" y="917"/>
                </a:lnTo>
                <a:lnTo>
                  <a:pt x="1456" y="917"/>
                </a:lnTo>
                <a:lnTo>
                  <a:pt x="1456" y="917"/>
                </a:lnTo>
                <a:lnTo>
                  <a:pt x="1457" y="917"/>
                </a:lnTo>
                <a:lnTo>
                  <a:pt x="1458" y="917"/>
                </a:lnTo>
                <a:lnTo>
                  <a:pt x="1458" y="917"/>
                </a:lnTo>
                <a:lnTo>
                  <a:pt x="1459" y="917"/>
                </a:lnTo>
                <a:lnTo>
                  <a:pt x="1459" y="917"/>
                </a:lnTo>
                <a:lnTo>
                  <a:pt x="1460" y="917"/>
                </a:lnTo>
                <a:lnTo>
                  <a:pt x="1460" y="917"/>
                </a:lnTo>
                <a:lnTo>
                  <a:pt x="1462" y="918"/>
                </a:lnTo>
                <a:lnTo>
                  <a:pt x="1462" y="918"/>
                </a:lnTo>
                <a:lnTo>
                  <a:pt x="1462" y="917"/>
                </a:lnTo>
                <a:lnTo>
                  <a:pt x="1462" y="917"/>
                </a:lnTo>
                <a:lnTo>
                  <a:pt x="1464" y="917"/>
                </a:lnTo>
                <a:lnTo>
                  <a:pt x="1464" y="917"/>
                </a:lnTo>
                <a:lnTo>
                  <a:pt x="1464" y="917"/>
                </a:lnTo>
                <a:lnTo>
                  <a:pt x="1465" y="917"/>
                </a:lnTo>
                <a:lnTo>
                  <a:pt x="1466" y="917"/>
                </a:lnTo>
                <a:lnTo>
                  <a:pt x="1466" y="917"/>
                </a:lnTo>
                <a:lnTo>
                  <a:pt x="1467" y="917"/>
                </a:lnTo>
                <a:lnTo>
                  <a:pt x="1468" y="917"/>
                </a:lnTo>
                <a:lnTo>
                  <a:pt x="1468" y="917"/>
                </a:lnTo>
                <a:lnTo>
                  <a:pt x="1468" y="917"/>
                </a:lnTo>
                <a:lnTo>
                  <a:pt x="1469" y="917"/>
                </a:lnTo>
                <a:lnTo>
                  <a:pt x="1470" y="917"/>
                </a:lnTo>
                <a:lnTo>
                  <a:pt x="1470" y="917"/>
                </a:lnTo>
                <a:lnTo>
                  <a:pt x="1472" y="918"/>
                </a:lnTo>
                <a:lnTo>
                  <a:pt x="1472" y="918"/>
                </a:lnTo>
                <a:lnTo>
                  <a:pt x="1472" y="918"/>
                </a:lnTo>
                <a:lnTo>
                  <a:pt x="1474" y="918"/>
                </a:lnTo>
                <a:lnTo>
                  <a:pt x="1474" y="918"/>
                </a:lnTo>
                <a:lnTo>
                  <a:pt x="1476" y="917"/>
                </a:lnTo>
                <a:lnTo>
                  <a:pt x="1476" y="917"/>
                </a:lnTo>
                <a:lnTo>
                  <a:pt x="1476" y="917"/>
                </a:lnTo>
                <a:lnTo>
                  <a:pt x="1477" y="917"/>
                </a:lnTo>
                <a:lnTo>
                  <a:pt x="1478" y="917"/>
                </a:lnTo>
                <a:lnTo>
                  <a:pt x="1478" y="917"/>
                </a:lnTo>
                <a:lnTo>
                  <a:pt x="1480" y="918"/>
                </a:lnTo>
                <a:lnTo>
                  <a:pt x="1480" y="918"/>
                </a:lnTo>
                <a:lnTo>
                  <a:pt x="1480" y="918"/>
                </a:lnTo>
                <a:lnTo>
                  <a:pt x="1482" y="917"/>
                </a:lnTo>
                <a:lnTo>
                  <a:pt x="1482" y="917"/>
                </a:lnTo>
                <a:lnTo>
                  <a:pt x="1484" y="917"/>
                </a:lnTo>
                <a:lnTo>
                  <a:pt x="1484" y="917"/>
                </a:lnTo>
                <a:lnTo>
                  <a:pt x="1485" y="918"/>
                </a:lnTo>
                <a:lnTo>
                  <a:pt x="1486" y="918"/>
                </a:lnTo>
                <a:lnTo>
                  <a:pt x="1486" y="918"/>
                </a:lnTo>
                <a:lnTo>
                  <a:pt x="1487" y="918"/>
                </a:lnTo>
                <a:lnTo>
                  <a:pt x="1488" y="917"/>
                </a:lnTo>
                <a:lnTo>
                  <a:pt x="1488" y="917"/>
                </a:lnTo>
                <a:lnTo>
                  <a:pt x="1489" y="917"/>
                </a:lnTo>
                <a:lnTo>
                  <a:pt x="1489" y="917"/>
                </a:lnTo>
                <a:lnTo>
                  <a:pt x="1490" y="917"/>
                </a:lnTo>
                <a:lnTo>
                  <a:pt x="1490" y="917"/>
                </a:lnTo>
                <a:lnTo>
                  <a:pt x="1490" y="918"/>
                </a:lnTo>
                <a:lnTo>
                  <a:pt x="1492" y="918"/>
                </a:lnTo>
                <a:lnTo>
                  <a:pt x="1492" y="918"/>
                </a:lnTo>
                <a:lnTo>
                  <a:pt x="1493" y="918"/>
                </a:lnTo>
                <a:lnTo>
                  <a:pt x="1493" y="918"/>
                </a:lnTo>
                <a:lnTo>
                  <a:pt x="1494" y="918"/>
                </a:lnTo>
                <a:lnTo>
                  <a:pt x="1494" y="918"/>
                </a:lnTo>
                <a:lnTo>
                  <a:pt x="1494" y="918"/>
                </a:lnTo>
                <a:lnTo>
                  <a:pt x="1495" y="917"/>
                </a:lnTo>
                <a:lnTo>
                  <a:pt x="1496" y="917"/>
                </a:lnTo>
                <a:lnTo>
                  <a:pt x="1496" y="918"/>
                </a:lnTo>
                <a:lnTo>
                  <a:pt x="1497" y="917"/>
                </a:lnTo>
                <a:lnTo>
                  <a:pt x="1498" y="917"/>
                </a:lnTo>
                <a:lnTo>
                  <a:pt x="1498" y="917"/>
                </a:lnTo>
                <a:lnTo>
                  <a:pt x="1498" y="917"/>
                </a:lnTo>
                <a:lnTo>
                  <a:pt x="1499" y="918"/>
                </a:lnTo>
                <a:lnTo>
                  <a:pt x="1500" y="918"/>
                </a:lnTo>
                <a:lnTo>
                  <a:pt x="1500" y="917"/>
                </a:lnTo>
                <a:lnTo>
                  <a:pt x="1501" y="917"/>
                </a:lnTo>
                <a:lnTo>
                  <a:pt x="1502" y="917"/>
                </a:lnTo>
                <a:lnTo>
                  <a:pt x="1502" y="917"/>
                </a:lnTo>
                <a:lnTo>
                  <a:pt x="1503" y="917"/>
                </a:lnTo>
                <a:lnTo>
                  <a:pt x="1503" y="917"/>
                </a:lnTo>
                <a:lnTo>
                  <a:pt x="1504" y="917"/>
                </a:lnTo>
                <a:lnTo>
                  <a:pt x="1504" y="917"/>
                </a:lnTo>
                <a:lnTo>
                  <a:pt x="1504" y="916"/>
                </a:lnTo>
                <a:lnTo>
                  <a:pt x="1506" y="917"/>
                </a:lnTo>
                <a:lnTo>
                  <a:pt x="1506" y="916"/>
                </a:lnTo>
                <a:lnTo>
                  <a:pt x="1508" y="917"/>
                </a:lnTo>
                <a:lnTo>
                  <a:pt x="1508" y="917"/>
                </a:lnTo>
                <a:lnTo>
                  <a:pt x="1508" y="917"/>
                </a:lnTo>
                <a:lnTo>
                  <a:pt x="1509" y="918"/>
                </a:lnTo>
                <a:lnTo>
                  <a:pt x="1510" y="917"/>
                </a:lnTo>
                <a:lnTo>
                  <a:pt x="1510" y="918"/>
                </a:lnTo>
                <a:lnTo>
                  <a:pt x="1511" y="917"/>
                </a:lnTo>
                <a:lnTo>
                  <a:pt x="1512" y="918"/>
                </a:lnTo>
                <a:lnTo>
                  <a:pt x="1512" y="918"/>
                </a:lnTo>
                <a:lnTo>
                  <a:pt x="1512" y="918"/>
                </a:lnTo>
                <a:lnTo>
                  <a:pt x="1513" y="917"/>
                </a:lnTo>
                <a:lnTo>
                  <a:pt x="1514" y="917"/>
                </a:lnTo>
                <a:lnTo>
                  <a:pt x="1514" y="917"/>
                </a:lnTo>
                <a:lnTo>
                  <a:pt x="1515" y="917"/>
                </a:lnTo>
                <a:lnTo>
                  <a:pt x="1516" y="918"/>
                </a:lnTo>
                <a:lnTo>
                  <a:pt x="1516" y="918"/>
                </a:lnTo>
                <a:lnTo>
                  <a:pt x="1516" y="918"/>
                </a:lnTo>
                <a:lnTo>
                  <a:pt x="1517" y="918"/>
                </a:lnTo>
                <a:lnTo>
                  <a:pt x="1518" y="918"/>
                </a:lnTo>
                <a:lnTo>
                  <a:pt x="1518" y="918"/>
                </a:lnTo>
                <a:lnTo>
                  <a:pt x="1519" y="917"/>
                </a:lnTo>
                <a:lnTo>
                  <a:pt x="1520" y="917"/>
                </a:lnTo>
                <a:lnTo>
                  <a:pt x="1520" y="917"/>
                </a:lnTo>
                <a:lnTo>
                  <a:pt x="1521" y="916"/>
                </a:lnTo>
                <a:lnTo>
                  <a:pt x="1522" y="917"/>
                </a:lnTo>
                <a:lnTo>
                  <a:pt x="1522" y="917"/>
                </a:lnTo>
                <a:lnTo>
                  <a:pt x="1522" y="917"/>
                </a:lnTo>
                <a:lnTo>
                  <a:pt x="1524" y="917"/>
                </a:lnTo>
                <a:lnTo>
                  <a:pt x="1524" y="917"/>
                </a:lnTo>
                <a:lnTo>
                  <a:pt x="1524" y="917"/>
                </a:lnTo>
                <a:lnTo>
                  <a:pt x="1525" y="918"/>
                </a:lnTo>
                <a:lnTo>
                  <a:pt x="1526" y="917"/>
                </a:lnTo>
                <a:lnTo>
                  <a:pt x="1526" y="917"/>
                </a:lnTo>
                <a:lnTo>
                  <a:pt x="1527" y="916"/>
                </a:lnTo>
                <a:lnTo>
                  <a:pt x="1528" y="918"/>
                </a:lnTo>
                <a:lnTo>
                  <a:pt x="1528" y="918"/>
                </a:lnTo>
                <a:lnTo>
                  <a:pt x="1529" y="918"/>
                </a:lnTo>
                <a:lnTo>
                  <a:pt x="1530" y="918"/>
                </a:lnTo>
                <a:lnTo>
                  <a:pt x="1530" y="917"/>
                </a:lnTo>
                <a:lnTo>
                  <a:pt x="1530" y="917"/>
                </a:lnTo>
                <a:lnTo>
                  <a:pt x="1531" y="918"/>
                </a:lnTo>
                <a:lnTo>
                  <a:pt x="1532" y="918"/>
                </a:lnTo>
                <a:lnTo>
                  <a:pt x="1532" y="918"/>
                </a:lnTo>
                <a:lnTo>
                  <a:pt x="1533" y="918"/>
                </a:lnTo>
                <a:lnTo>
                  <a:pt x="1534" y="917"/>
                </a:lnTo>
                <a:lnTo>
                  <a:pt x="1534" y="917"/>
                </a:lnTo>
                <a:lnTo>
                  <a:pt x="1534" y="917"/>
                </a:lnTo>
                <a:lnTo>
                  <a:pt x="1536" y="917"/>
                </a:lnTo>
                <a:lnTo>
                  <a:pt x="1536" y="917"/>
                </a:lnTo>
                <a:lnTo>
                  <a:pt x="1536" y="917"/>
                </a:lnTo>
                <a:lnTo>
                  <a:pt x="1538" y="918"/>
                </a:lnTo>
                <a:lnTo>
                  <a:pt x="1538" y="918"/>
                </a:lnTo>
                <a:lnTo>
                  <a:pt x="1540" y="918"/>
                </a:lnTo>
                <a:lnTo>
                  <a:pt x="1540" y="918"/>
                </a:lnTo>
                <a:lnTo>
                  <a:pt x="1540" y="918"/>
                </a:lnTo>
                <a:lnTo>
                  <a:pt x="1541" y="918"/>
                </a:lnTo>
                <a:lnTo>
                  <a:pt x="1542" y="918"/>
                </a:lnTo>
                <a:lnTo>
                  <a:pt x="1542" y="918"/>
                </a:lnTo>
                <a:lnTo>
                  <a:pt x="1542" y="918"/>
                </a:lnTo>
                <a:lnTo>
                  <a:pt x="1544" y="917"/>
                </a:lnTo>
                <a:lnTo>
                  <a:pt x="1544" y="917"/>
                </a:lnTo>
                <a:lnTo>
                  <a:pt x="1544" y="917"/>
                </a:lnTo>
                <a:lnTo>
                  <a:pt x="1544" y="917"/>
                </a:lnTo>
                <a:lnTo>
                  <a:pt x="1546" y="917"/>
                </a:lnTo>
                <a:lnTo>
                  <a:pt x="1546" y="917"/>
                </a:lnTo>
                <a:lnTo>
                  <a:pt x="1548" y="916"/>
                </a:lnTo>
                <a:lnTo>
                  <a:pt x="1548" y="916"/>
                </a:lnTo>
                <a:lnTo>
                  <a:pt x="1548" y="916"/>
                </a:lnTo>
                <a:lnTo>
                  <a:pt x="1549" y="916"/>
                </a:lnTo>
                <a:lnTo>
                  <a:pt x="1550" y="917"/>
                </a:lnTo>
                <a:lnTo>
                  <a:pt x="1550" y="917"/>
                </a:lnTo>
                <a:lnTo>
                  <a:pt x="1551" y="917"/>
                </a:lnTo>
                <a:lnTo>
                  <a:pt x="1552" y="917"/>
                </a:lnTo>
                <a:lnTo>
                  <a:pt x="1552" y="917"/>
                </a:lnTo>
                <a:lnTo>
                  <a:pt x="1552" y="917"/>
                </a:lnTo>
                <a:lnTo>
                  <a:pt x="1554" y="918"/>
                </a:lnTo>
                <a:lnTo>
                  <a:pt x="1554" y="918"/>
                </a:lnTo>
                <a:lnTo>
                  <a:pt x="1554" y="918"/>
                </a:lnTo>
                <a:lnTo>
                  <a:pt x="1556" y="918"/>
                </a:lnTo>
                <a:lnTo>
                  <a:pt x="1556" y="918"/>
                </a:lnTo>
                <a:lnTo>
                  <a:pt x="1557" y="918"/>
                </a:lnTo>
                <a:lnTo>
                  <a:pt x="1558" y="918"/>
                </a:lnTo>
                <a:lnTo>
                  <a:pt x="1558" y="918"/>
                </a:lnTo>
                <a:lnTo>
                  <a:pt x="1559" y="918"/>
                </a:lnTo>
                <a:lnTo>
                  <a:pt x="1560" y="918"/>
                </a:lnTo>
                <a:lnTo>
                  <a:pt x="1560" y="918"/>
                </a:lnTo>
                <a:lnTo>
                  <a:pt x="1562" y="918"/>
                </a:lnTo>
                <a:lnTo>
                  <a:pt x="1562" y="918"/>
                </a:lnTo>
                <a:lnTo>
                  <a:pt x="1562" y="918"/>
                </a:lnTo>
                <a:lnTo>
                  <a:pt x="1564" y="917"/>
                </a:lnTo>
                <a:lnTo>
                  <a:pt x="1564" y="917"/>
                </a:lnTo>
                <a:lnTo>
                  <a:pt x="1565" y="917"/>
                </a:lnTo>
                <a:lnTo>
                  <a:pt x="1566" y="917"/>
                </a:lnTo>
                <a:lnTo>
                  <a:pt x="1566" y="917"/>
                </a:lnTo>
                <a:lnTo>
                  <a:pt x="1567" y="917"/>
                </a:lnTo>
                <a:lnTo>
                  <a:pt x="1568" y="917"/>
                </a:lnTo>
                <a:lnTo>
                  <a:pt x="1568" y="917"/>
                </a:lnTo>
                <a:lnTo>
                  <a:pt x="1569" y="916"/>
                </a:lnTo>
                <a:lnTo>
                  <a:pt x="1570" y="916"/>
                </a:lnTo>
                <a:lnTo>
                  <a:pt x="1570" y="916"/>
                </a:lnTo>
                <a:lnTo>
                  <a:pt x="1571" y="916"/>
                </a:lnTo>
                <a:lnTo>
                  <a:pt x="1572" y="916"/>
                </a:lnTo>
                <a:lnTo>
                  <a:pt x="1572" y="916"/>
                </a:lnTo>
                <a:lnTo>
                  <a:pt x="1573" y="917"/>
                </a:lnTo>
                <a:lnTo>
                  <a:pt x="1574" y="917"/>
                </a:lnTo>
                <a:lnTo>
                  <a:pt x="1574" y="917"/>
                </a:lnTo>
                <a:lnTo>
                  <a:pt x="1576" y="918"/>
                </a:lnTo>
                <a:lnTo>
                  <a:pt x="1576" y="918"/>
                </a:lnTo>
                <a:lnTo>
                  <a:pt x="1578" y="918"/>
                </a:lnTo>
                <a:lnTo>
                  <a:pt x="1578" y="918"/>
                </a:lnTo>
                <a:lnTo>
                  <a:pt x="1578" y="918"/>
                </a:lnTo>
                <a:lnTo>
                  <a:pt x="1580" y="918"/>
                </a:lnTo>
                <a:lnTo>
                  <a:pt x="1580" y="918"/>
                </a:lnTo>
                <a:lnTo>
                  <a:pt x="1580" y="918"/>
                </a:lnTo>
                <a:lnTo>
                  <a:pt x="1581" y="918"/>
                </a:lnTo>
                <a:lnTo>
                  <a:pt x="1582" y="918"/>
                </a:lnTo>
                <a:lnTo>
                  <a:pt x="1582" y="918"/>
                </a:lnTo>
                <a:lnTo>
                  <a:pt x="1584" y="917"/>
                </a:lnTo>
                <a:lnTo>
                  <a:pt x="1584" y="917"/>
                </a:lnTo>
                <a:lnTo>
                  <a:pt x="1585" y="917"/>
                </a:lnTo>
                <a:lnTo>
                  <a:pt x="1586" y="917"/>
                </a:lnTo>
                <a:lnTo>
                  <a:pt x="1586" y="917"/>
                </a:lnTo>
                <a:lnTo>
                  <a:pt x="1586" y="917"/>
                </a:lnTo>
                <a:lnTo>
                  <a:pt x="1587" y="916"/>
                </a:lnTo>
                <a:lnTo>
                  <a:pt x="1588" y="917"/>
                </a:lnTo>
                <a:lnTo>
                  <a:pt x="1588" y="917"/>
                </a:lnTo>
                <a:lnTo>
                  <a:pt x="1589" y="916"/>
                </a:lnTo>
                <a:lnTo>
                  <a:pt x="1590" y="917"/>
                </a:lnTo>
                <a:lnTo>
                  <a:pt x="1590" y="917"/>
                </a:lnTo>
                <a:lnTo>
                  <a:pt x="1592" y="918"/>
                </a:lnTo>
                <a:lnTo>
                  <a:pt x="1592" y="918"/>
                </a:lnTo>
                <a:lnTo>
                  <a:pt x="1592" y="917"/>
                </a:lnTo>
                <a:lnTo>
                  <a:pt x="1593" y="918"/>
                </a:lnTo>
                <a:lnTo>
                  <a:pt x="1594" y="917"/>
                </a:lnTo>
                <a:lnTo>
                  <a:pt x="1594" y="917"/>
                </a:lnTo>
                <a:lnTo>
                  <a:pt x="1594" y="917"/>
                </a:lnTo>
                <a:lnTo>
                  <a:pt x="1594" y="917"/>
                </a:lnTo>
                <a:lnTo>
                  <a:pt x="1596" y="917"/>
                </a:lnTo>
                <a:lnTo>
                  <a:pt x="1596" y="918"/>
                </a:lnTo>
                <a:lnTo>
                  <a:pt x="1597" y="917"/>
                </a:lnTo>
                <a:lnTo>
                  <a:pt x="1598" y="917"/>
                </a:lnTo>
                <a:lnTo>
                  <a:pt x="1598" y="917"/>
                </a:lnTo>
                <a:lnTo>
                  <a:pt x="1599" y="917"/>
                </a:lnTo>
                <a:lnTo>
                  <a:pt x="1600" y="918"/>
                </a:lnTo>
                <a:lnTo>
                  <a:pt x="1600" y="918"/>
                </a:lnTo>
                <a:lnTo>
                  <a:pt x="1600" y="918"/>
                </a:lnTo>
                <a:lnTo>
                  <a:pt x="1602" y="918"/>
                </a:lnTo>
                <a:lnTo>
                  <a:pt x="1602" y="918"/>
                </a:lnTo>
                <a:lnTo>
                  <a:pt x="1602" y="918"/>
                </a:lnTo>
                <a:lnTo>
                  <a:pt x="1603" y="918"/>
                </a:lnTo>
                <a:lnTo>
                  <a:pt x="1604" y="918"/>
                </a:lnTo>
                <a:lnTo>
                  <a:pt x="1604" y="918"/>
                </a:lnTo>
                <a:lnTo>
                  <a:pt x="1606" y="917"/>
                </a:lnTo>
                <a:lnTo>
                  <a:pt x="1606" y="917"/>
                </a:lnTo>
                <a:lnTo>
                  <a:pt x="1608" y="917"/>
                </a:lnTo>
                <a:lnTo>
                  <a:pt x="1608" y="917"/>
                </a:lnTo>
                <a:lnTo>
                  <a:pt x="1609" y="918"/>
                </a:lnTo>
                <a:lnTo>
                  <a:pt x="1609" y="917"/>
                </a:lnTo>
                <a:lnTo>
                  <a:pt x="1610" y="917"/>
                </a:lnTo>
                <a:lnTo>
                  <a:pt x="1610" y="918"/>
                </a:lnTo>
                <a:lnTo>
                  <a:pt x="1611" y="918"/>
                </a:lnTo>
                <a:lnTo>
                  <a:pt x="1611" y="917"/>
                </a:lnTo>
                <a:lnTo>
                  <a:pt x="1612" y="917"/>
                </a:lnTo>
                <a:lnTo>
                  <a:pt x="1612" y="917"/>
                </a:lnTo>
                <a:lnTo>
                  <a:pt x="1614" y="918"/>
                </a:lnTo>
                <a:lnTo>
                  <a:pt x="1614" y="918"/>
                </a:lnTo>
                <a:lnTo>
                  <a:pt x="1616" y="918"/>
                </a:lnTo>
                <a:lnTo>
                  <a:pt x="1616" y="918"/>
                </a:lnTo>
                <a:lnTo>
                  <a:pt x="1616" y="917"/>
                </a:lnTo>
                <a:lnTo>
                  <a:pt x="1618" y="917"/>
                </a:lnTo>
                <a:lnTo>
                  <a:pt x="1618" y="917"/>
                </a:lnTo>
                <a:lnTo>
                  <a:pt x="1620" y="917"/>
                </a:lnTo>
                <a:lnTo>
                  <a:pt x="1620" y="917"/>
                </a:lnTo>
                <a:lnTo>
                  <a:pt x="1620" y="917"/>
                </a:lnTo>
                <a:lnTo>
                  <a:pt x="1621" y="918"/>
                </a:lnTo>
                <a:lnTo>
                  <a:pt x="1622" y="917"/>
                </a:lnTo>
                <a:lnTo>
                  <a:pt x="1622" y="917"/>
                </a:lnTo>
                <a:lnTo>
                  <a:pt x="1623" y="918"/>
                </a:lnTo>
                <a:lnTo>
                  <a:pt x="1624" y="917"/>
                </a:lnTo>
                <a:lnTo>
                  <a:pt x="1624" y="917"/>
                </a:lnTo>
                <a:lnTo>
                  <a:pt x="1624" y="917"/>
                </a:lnTo>
                <a:lnTo>
                  <a:pt x="1626" y="917"/>
                </a:lnTo>
                <a:lnTo>
                  <a:pt x="1626" y="917"/>
                </a:lnTo>
                <a:lnTo>
                  <a:pt x="1626" y="917"/>
                </a:lnTo>
                <a:lnTo>
                  <a:pt x="1628" y="917"/>
                </a:lnTo>
                <a:lnTo>
                  <a:pt x="1628" y="917"/>
                </a:lnTo>
                <a:lnTo>
                  <a:pt x="1628" y="917"/>
                </a:lnTo>
                <a:lnTo>
                  <a:pt x="1629" y="917"/>
                </a:lnTo>
                <a:lnTo>
                  <a:pt x="1630" y="917"/>
                </a:lnTo>
                <a:lnTo>
                  <a:pt x="1630" y="917"/>
                </a:lnTo>
                <a:lnTo>
                  <a:pt x="1632" y="917"/>
                </a:lnTo>
                <a:lnTo>
                  <a:pt x="1632" y="917"/>
                </a:lnTo>
                <a:lnTo>
                  <a:pt x="1632" y="917"/>
                </a:lnTo>
                <a:lnTo>
                  <a:pt x="1633" y="917"/>
                </a:lnTo>
                <a:lnTo>
                  <a:pt x="1634" y="917"/>
                </a:lnTo>
                <a:lnTo>
                  <a:pt x="1634" y="917"/>
                </a:lnTo>
                <a:lnTo>
                  <a:pt x="1635" y="917"/>
                </a:lnTo>
                <a:lnTo>
                  <a:pt x="1636" y="918"/>
                </a:lnTo>
                <a:lnTo>
                  <a:pt x="1636" y="918"/>
                </a:lnTo>
                <a:lnTo>
                  <a:pt x="1637" y="919"/>
                </a:lnTo>
                <a:lnTo>
                  <a:pt x="1638" y="918"/>
                </a:lnTo>
                <a:lnTo>
                  <a:pt x="1638" y="918"/>
                </a:lnTo>
                <a:lnTo>
                  <a:pt x="1640" y="918"/>
                </a:lnTo>
                <a:lnTo>
                  <a:pt x="1640" y="918"/>
                </a:lnTo>
                <a:lnTo>
                  <a:pt x="1641" y="917"/>
                </a:lnTo>
                <a:lnTo>
                  <a:pt x="1642" y="917"/>
                </a:lnTo>
                <a:lnTo>
                  <a:pt x="1642" y="917"/>
                </a:lnTo>
                <a:lnTo>
                  <a:pt x="1642" y="917"/>
                </a:lnTo>
                <a:lnTo>
                  <a:pt x="1643" y="917"/>
                </a:lnTo>
                <a:lnTo>
                  <a:pt x="1644" y="917"/>
                </a:lnTo>
                <a:lnTo>
                  <a:pt x="1644" y="917"/>
                </a:lnTo>
                <a:lnTo>
                  <a:pt x="1646" y="916"/>
                </a:lnTo>
                <a:lnTo>
                  <a:pt x="1646" y="915"/>
                </a:lnTo>
                <a:lnTo>
                  <a:pt x="1646" y="915"/>
                </a:lnTo>
                <a:lnTo>
                  <a:pt x="1648" y="917"/>
                </a:lnTo>
                <a:lnTo>
                  <a:pt x="1648" y="917"/>
                </a:lnTo>
                <a:lnTo>
                  <a:pt x="1650" y="919"/>
                </a:lnTo>
                <a:lnTo>
                  <a:pt x="1650" y="919"/>
                </a:lnTo>
                <a:lnTo>
                  <a:pt x="1650" y="919"/>
                </a:lnTo>
                <a:lnTo>
                  <a:pt x="1651" y="919"/>
                </a:lnTo>
                <a:lnTo>
                  <a:pt x="1652" y="918"/>
                </a:lnTo>
                <a:lnTo>
                  <a:pt x="1652" y="918"/>
                </a:lnTo>
                <a:lnTo>
                  <a:pt x="1654" y="917"/>
                </a:lnTo>
                <a:lnTo>
                  <a:pt x="1654" y="917"/>
                </a:lnTo>
                <a:lnTo>
                  <a:pt x="1655" y="916"/>
                </a:lnTo>
                <a:lnTo>
                  <a:pt x="1656" y="916"/>
                </a:lnTo>
                <a:lnTo>
                  <a:pt x="1656" y="916"/>
                </a:lnTo>
                <a:lnTo>
                  <a:pt x="1656" y="916"/>
                </a:lnTo>
                <a:lnTo>
                  <a:pt x="1658" y="917"/>
                </a:lnTo>
                <a:lnTo>
                  <a:pt x="1658" y="917"/>
                </a:lnTo>
                <a:lnTo>
                  <a:pt x="1659" y="918"/>
                </a:lnTo>
                <a:lnTo>
                  <a:pt x="1660" y="918"/>
                </a:lnTo>
                <a:lnTo>
                  <a:pt x="1660" y="918"/>
                </a:lnTo>
                <a:lnTo>
                  <a:pt x="1661" y="918"/>
                </a:lnTo>
                <a:lnTo>
                  <a:pt x="1662" y="918"/>
                </a:lnTo>
                <a:lnTo>
                  <a:pt x="1662" y="918"/>
                </a:lnTo>
                <a:lnTo>
                  <a:pt x="1662" y="917"/>
                </a:lnTo>
                <a:lnTo>
                  <a:pt x="1664" y="918"/>
                </a:lnTo>
                <a:lnTo>
                  <a:pt x="1664" y="917"/>
                </a:lnTo>
                <a:lnTo>
                  <a:pt x="1664" y="917"/>
                </a:lnTo>
                <a:lnTo>
                  <a:pt x="1665" y="917"/>
                </a:lnTo>
                <a:lnTo>
                  <a:pt x="1665" y="918"/>
                </a:lnTo>
                <a:lnTo>
                  <a:pt x="1666" y="918"/>
                </a:lnTo>
                <a:lnTo>
                  <a:pt x="1666" y="918"/>
                </a:lnTo>
                <a:lnTo>
                  <a:pt x="1667" y="918"/>
                </a:lnTo>
                <a:lnTo>
                  <a:pt x="1668" y="917"/>
                </a:lnTo>
                <a:lnTo>
                  <a:pt x="1668" y="917"/>
                </a:lnTo>
                <a:lnTo>
                  <a:pt x="1668" y="917"/>
                </a:lnTo>
                <a:lnTo>
                  <a:pt x="1670" y="916"/>
                </a:lnTo>
                <a:lnTo>
                  <a:pt x="1670" y="917"/>
                </a:lnTo>
                <a:lnTo>
                  <a:pt x="1670" y="917"/>
                </a:lnTo>
                <a:lnTo>
                  <a:pt x="1671" y="917"/>
                </a:lnTo>
                <a:lnTo>
                  <a:pt x="1672" y="918"/>
                </a:lnTo>
                <a:lnTo>
                  <a:pt x="1672" y="918"/>
                </a:lnTo>
                <a:lnTo>
                  <a:pt x="1674" y="918"/>
                </a:lnTo>
                <a:lnTo>
                  <a:pt x="1674" y="917"/>
                </a:lnTo>
                <a:lnTo>
                  <a:pt x="1674" y="917"/>
                </a:lnTo>
                <a:lnTo>
                  <a:pt x="1675" y="917"/>
                </a:lnTo>
                <a:lnTo>
                  <a:pt x="1676" y="918"/>
                </a:lnTo>
                <a:lnTo>
                  <a:pt x="1676" y="918"/>
                </a:lnTo>
                <a:lnTo>
                  <a:pt x="1677" y="917"/>
                </a:lnTo>
                <a:lnTo>
                  <a:pt x="1678" y="917"/>
                </a:lnTo>
                <a:lnTo>
                  <a:pt x="1678" y="917"/>
                </a:lnTo>
                <a:lnTo>
                  <a:pt x="1679" y="917"/>
                </a:lnTo>
                <a:lnTo>
                  <a:pt x="1680" y="918"/>
                </a:lnTo>
                <a:lnTo>
                  <a:pt x="1680" y="918"/>
                </a:lnTo>
                <a:lnTo>
                  <a:pt x="1682" y="917"/>
                </a:lnTo>
                <a:lnTo>
                  <a:pt x="1682" y="917"/>
                </a:lnTo>
                <a:lnTo>
                  <a:pt x="1682" y="917"/>
                </a:lnTo>
                <a:lnTo>
                  <a:pt x="1683" y="917"/>
                </a:lnTo>
                <a:lnTo>
                  <a:pt x="1684" y="918"/>
                </a:lnTo>
                <a:lnTo>
                  <a:pt x="1684" y="917"/>
                </a:lnTo>
                <a:lnTo>
                  <a:pt x="1684" y="918"/>
                </a:lnTo>
                <a:lnTo>
                  <a:pt x="1686" y="917"/>
                </a:lnTo>
                <a:lnTo>
                  <a:pt x="1686" y="917"/>
                </a:lnTo>
                <a:lnTo>
                  <a:pt x="1686" y="917"/>
                </a:lnTo>
                <a:lnTo>
                  <a:pt x="1686" y="917"/>
                </a:lnTo>
                <a:lnTo>
                  <a:pt x="1688" y="917"/>
                </a:lnTo>
                <a:lnTo>
                  <a:pt x="1688" y="917"/>
                </a:lnTo>
                <a:lnTo>
                  <a:pt x="1688" y="917"/>
                </a:lnTo>
                <a:lnTo>
                  <a:pt x="1689" y="917"/>
                </a:lnTo>
                <a:lnTo>
                  <a:pt x="1690" y="917"/>
                </a:lnTo>
                <a:lnTo>
                  <a:pt x="1690" y="917"/>
                </a:lnTo>
                <a:lnTo>
                  <a:pt x="1690" y="917"/>
                </a:lnTo>
                <a:lnTo>
                  <a:pt x="1692" y="917"/>
                </a:lnTo>
                <a:lnTo>
                  <a:pt x="1692" y="917"/>
                </a:lnTo>
                <a:lnTo>
                  <a:pt x="1692" y="917"/>
                </a:lnTo>
                <a:lnTo>
                  <a:pt x="1693" y="917"/>
                </a:lnTo>
                <a:lnTo>
                  <a:pt x="1694" y="917"/>
                </a:lnTo>
                <a:lnTo>
                  <a:pt x="1694" y="917"/>
                </a:lnTo>
                <a:lnTo>
                  <a:pt x="1696" y="918"/>
                </a:lnTo>
                <a:lnTo>
                  <a:pt x="1696" y="918"/>
                </a:lnTo>
                <a:lnTo>
                  <a:pt x="1698" y="917"/>
                </a:lnTo>
                <a:lnTo>
                  <a:pt x="1698" y="917"/>
                </a:lnTo>
                <a:lnTo>
                  <a:pt x="1699" y="917"/>
                </a:lnTo>
                <a:lnTo>
                  <a:pt x="1700" y="917"/>
                </a:lnTo>
                <a:lnTo>
                  <a:pt x="1700" y="917"/>
                </a:lnTo>
                <a:lnTo>
                  <a:pt x="1700" y="917"/>
                </a:lnTo>
                <a:lnTo>
                  <a:pt x="1701" y="918"/>
                </a:lnTo>
                <a:lnTo>
                  <a:pt x="1702" y="917"/>
                </a:lnTo>
                <a:lnTo>
                  <a:pt x="1702" y="917"/>
                </a:lnTo>
                <a:lnTo>
                  <a:pt x="1703" y="918"/>
                </a:lnTo>
                <a:lnTo>
                  <a:pt x="1704" y="918"/>
                </a:lnTo>
                <a:lnTo>
                  <a:pt x="1704" y="918"/>
                </a:lnTo>
                <a:lnTo>
                  <a:pt x="1705" y="918"/>
                </a:lnTo>
                <a:lnTo>
                  <a:pt x="1706" y="918"/>
                </a:lnTo>
                <a:lnTo>
                  <a:pt x="1706" y="918"/>
                </a:lnTo>
                <a:lnTo>
                  <a:pt x="1707" y="918"/>
                </a:lnTo>
                <a:lnTo>
                  <a:pt x="1708" y="918"/>
                </a:lnTo>
                <a:lnTo>
                  <a:pt x="1708" y="918"/>
                </a:lnTo>
                <a:lnTo>
                  <a:pt x="1708" y="918"/>
                </a:lnTo>
                <a:lnTo>
                  <a:pt x="1710" y="917"/>
                </a:lnTo>
                <a:lnTo>
                  <a:pt x="1710" y="917"/>
                </a:lnTo>
                <a:lnTo>
                  <a:pt x="1710" y="917"/>
                </a:lnTo>
                <a:lnTo>
                  <a:pt x="1712" y="917"/>
                </a:lnTo>
                <a:lnTo>
                  <a:pt x="1712" y="917"/>
                </a:lnTo>
                <a:lnTo>
                  <a:pt x="1712" y="917"/>
                </a:lnTo>
                <a:lnTo>
                  <a:pt x="1714" y="917"/>
                </a:lnTo>
                <a:lnTo>
                  <a:pt x="1714" y="917"/>
                </a:lnTo>
                <a:lnTo>
                  <a:pt x="1716" y="918"/>
                </a:lnTo>
                <a:lnTo>
                  <a:pt x="1716" y="918"/>
                </a:lnTo>
                <a:lnTo>
                  <a:pt x="1716" y="918"/>
                </a:lnTo>
                <a:lnTo>
                  <a:pt x="1718" y="918"/>
                </a:lnTo>
                <a:lnTo>
                  <a:pt x="1718" y="918"/>
                </a:lnTo>
                <a:lnTo>
                  <a:pt x="1719" y="918"/>
                </a:lnTo>
                <a:lnTo>
                  <a:pt x="1720" y="917"/>
                </a:lnTo>
                <a:lnTo>
                  <a:pt x="1720" y="917"/>
                </a:lnTo>
                <a:lnTo>
                  <a:pt x="1721" y="917"/>
                </a:lnTo>
                <a:lnTo>
                  <a:pt x="1722" y="917"/>
                </a:lnTo>
                <a:lnTo>
                  <a:pt x="1722" y="917"/>
                </a:lnTo>
                <a:lnTo>
                  <a:pt x="1724" y="917"/>
                </a:lnTo>
                <a:lnTo>
                  <a:pt x="1724" y="917"/>
                </a:lnTo>
                <a:lnTo>
                  <a:pt x="1724" y="917"/>
                </a:lnTo>
                <a:lnTo>
                  <a:pt x="1724" y="917"/>
                </a:lnTo>
                <a:lnTo>
                  <a:pt x="1725" y="918"/>
                </a:lnTo>
                <a:lnTo>
                  <a:pt x="1726" y="917"/>
                </a:lnTo>
                <a:lnTo>
                  <a:pt x="1726" y="917"/>
                </a:lnTo>
                <a:lnTo>
                  <a:pt x="1727" y="917"/>
                </a:lnTo>
                <a:lnTo>
                  <a:pt x="1727" y="918"/>
                </a:lnTo>
                <a:lnTo>
                  <a:pt x="1728" y="917"/>
                </a:lnTo>
                <a:lnTo>
                  <a:pt x="1728" y="918"/>
                </a:lnTo>
                <a:lnTo>
                  <a:pt x="1729" y="918"/>
                </a:lnTo>
                <a:lnTo>
                  <a:pt x="1730" y="917"/>
                </a:lnTo>
                <a:lnTo>
                  <a:pt x="1730" y="917"/>
                </a:lnTo>
                <a:lnTo>
                  <a:pt x="1730" y="917"/>
                </a:lnTo>
                <a:lnTo>
                  <a:pt x="1731" y="917"/>
                </a:lnTo>
                <a:lnTo>
                  <a:pt x="1732" y="917"/>
                </a:lnTo>
                <a:lnTo>
                  <a:pt x="1732" y="917"/>
                </a:lnTo>
                <a:lnTo>
                  <a:pt x="1734" y="918"/>
                </a:lnTo>
                <a:lnTo>
                  <a:pt x="1734" y="918"/>
                </a:lnTo>
                <a:lnTo>
                  <a:pt x="1734" y="918"/>
                </a:lnTo>
                <a:lnTo>
                  <a:pt x="1734" y="918"/>
                </a:lnTo>
                <a:lnTo>
                  <a:pt x="1736" y="918"/>
                </a:lnTo>
                <a:lnTo>
                  <a:pt x="1736" y="918"/>
                </a:lnTo>
                <a:lnTo>
                  <a:pt x="1736" y="918"/>
                </a:lnTo>
                <a:lnTo>
                  <a:pt x="1737" y="917"/>
                </a:lnTo>
                <a:lnTo>
                  <a:pt x="1738" y="917"/>
                </a:lnTo>
                <a:lnTo>
                  <a:pt x="1738" y="917"/>
                </a:lnTo>
                <a:lnTo>
                  <a:pt x="1739" y="918"/>
                </a:lnTo>
                <a:lnTo>
                  <a:pt x="1739" y="917"/>
                </a:lnTo>
                <a:lnTo>
                  <a:pt x="1740" y="917"/>
                </a:lnTo>
                <a:lnTo>
                  <a:pt x="1740" y="917"/>
                </a:lnTo>
                <a:lnTo>
                  <a:pt x="1741" y="917"/>
                </a:lnTo>
                <a:lnTo>
                  <a:pt x="1742" y="918"/>
                </a:lnTo>
                <a:lnTo>
                  <a:pt x="1742" y="917"/>
                </a:lnTo>
                <a:lnTo>
                  <a:pt x="1742" y="918"/>
                </a:lnTo>
                <a:lnTo>
                  <a:pt x="1743" y="918"/>
                </a:lnTo>
                <a:lnTo>
                  <a:pt x="1744" y="917"/>
                </a:lnTo>
                <a:lnTo>
                  <a:pt x="1744" y="917"/>
                </a:lnTo>
                <a:lnTo>
                  <a:pt x="1745" y="918"/>
                </a:lnTo>
                <a:lnTo>
                  <a:pt x="1746" y="917"/>
                </a:lnTo>
                <a:lnTo>
                  <a:pt x="1746" y="917"/>
                </a:lnTo>
                <a:lnTo>
                  <a:pt x="1746" y="917"/>
                </a:lnTo>
                <a:lnTo>
                  <a:pt x="1747" y="918"/>
                </a:lnTo>
                <a:lnTo>
                  <a:pt x="1748" y="917"/>
                </a:lnTo>
                <a:lnTo>
                  <a:pt x="1748" y="917"/>
                </a:lnTo>
                <a:lnTo>
                  <a:pt x="1748" y="917"/>
                </a:lnTo>
                <a:lnTo>
                  <a:pt x="1748" y="917"/>
                </a:lnTo>
                <a:lnTo>
                  <a:pt x="1749" y="917"/>
                </a:lnTo>
                <a:lnTo>
                  <a:pt x="1750" y="917"/>
                </a:lnTo>
                <a:lnTo>
                  <a:pt x="1750" y="917"/>
                </a:lnTo>
                <a:lnTo>
                  <a:pt x="1751" y="917"/>
                </a:lnTo>
                <a:lnTo>
                  <a:pt x="1752" y="917"/>
                </a:lnTo>
                <a:lnTo>
                  <a:pt x="1752" y="917"/>
                </a:lnTo>
                <a:lnTo>
                  <a:pt x="1754" y="917"/>
                </a:lnTo>
                <a:lnTo>
                  <a:pt x="1754" y="918"/>
                </a:lnTo>
                <a:lnTo>
                  <a:pt x="1756" y="917"/>
                </a:lnTo>
                <a:lnTo>
                  <a:pt x="1756" y="917"/>
                </a:lnTo>
                <a:lnTo>
                  <a:pt x="1757" y="917"/>
                </a:lnTo>
                <a:lnTo>
                  <a:pt x="1758" y="917"/>
                </a:lnTo>
                <a:lnTo>
                  <a:pt x="1758" y="917"/>
                </a:lnTo>
                <a:lnTo>
                  <a:pt x="1759" y="918"/>
                </a:lnTo>
                <a:lnTo>
                  <a:pt x="1760" y="917"/>
                </a:lnTo>
                <a:lnTo>
                  <a:pt x="1760" y="917"/>
                </a:lnTo>
                <a:lnTo>
                  <a:pt x="1761" y="917"/>
                </a:lnTo>
                <a:lnTo>
                  <a:pt x="1761" y="917"/>
                </a:lnTo>
                <a:lnTo>
                  <a:pt x="1762" y="917"/>
                </a:lnTo>
                <a:lnTo>
                  <a:pt x="1762" y="917"/>
                </a:lnTo>
                <a:lnTo>
                  <a:pt x="1763" y="917"/>
                </a:lnTo>
                <a:lnTo>
                  <a:pt x="1764" y="917"/>
                </a:lnTo>
                <a:lnTo>
                  <a:pt x="1764" y="917"/>
                </a:lnTo>
                <a:lnTo>
                  <a:pt x="1764" y="917"/>
                </a:lnTo>
                <a:lnTo>
                  <a:pt x="1765" y="917"/>
                </a:lnTo>
                <a:lnTo>
                  <a:pt x="1766" y="918"/>
                </a:lnTo>
                <a:lnTo>
                  <a:pt x="1766" y="917"/>
                </a:lnTo>
                <a:lnTo>
                  <a:pt x="1766" y="917"/>
                </a:lnTo>
                <a:lnTo>
                  <a:pt x="1767" y="917"/>
                </a:lnTo>
                <a:lnTo>
                  <a:pt x="1768" y="917"/>
                </a:lnTo>
                <a:lnTo>
                  <a:pt x="1768" y="917"/>
                </a:lnTo>
                <a:lnTo>
                  <a:pt x="1768" y="917"/>
                </a:lnTo>
                <a:lnTo>
                  <a:pt x="1768" y="917"/>
                </a:lnTo>
                <a:lnTo>
                  <a:pt x="1769" y="918"/>
                </a:lnTo>
                <a:lnTo>
                  <a:pt x="1770" y="918"/>
                </a:lnTo>
                <a:lnTo>
                  <a:pt x="1770" y="918"/>
                </a:lnTo>
                <a:lnTo>
                  <a:pt x="1771" y="918"/>
                </a:lnTo>
                <a:lnTo>
                  <a:pt x="1772" y="918"/>
                </a:lnTo>
                <a:lnTo>
                  <a:pt x="1772" y="918"/>
                </a:lnTo>
                <a:lnTo>
                  <a:pt x="1772" y="918"/>
                </a:lnTo>
                <a:lnTo>
                  <a:pt x="1774" y="917"/>
                </a:lnTo>
                <a:lnTo>
                  <a:pt x="1774" y="917"/>
                </a:lnTo>
                <a:lnTo>
                  <a:pt x="1774" y="917"/>
                </a:lnTo>
                <a:lnTo>
                  <a:pt x="1776" y="917"/>
                </a:lnTo>
                <a:lnTo>
                  <a:pt x="1776" y="917"/>
                </a:lnTo>
                <a:lnTo>
                  <a:pt x="1776" y="917"/>
                </a:lnTo>
                <a:lnTo>
                  <a:pt x="1776" y="917"/>
                </a:lnTo>
                <a:lnTo>
                  <a:pt x="1778" y="917"/>
                </a:lnTo>
                <a:lnTo>
                  <a:pt x="1778" y="917"/>
                </a:lnTo>
                <a:lnTo>
                  <a:pt x="1778" y="917"/>
                </a:lnTo>
                <a:lnTo>
                  <a:pt x="1779" y="918"/>
                </a:lnTo>
                <a:lnTo>
                  <a:pt x="1780" y="917"/>
                </a:lnTo>
                <a:lnTo>
                  <a:pt x="1780" y="917"/>
                </a:lnTo>
                <a:lnTo>
                  <a:pt x="1781" y="917"/>
                </a:lnTo>
                <a:lnTo>
                  <a:pt x="1782" y="917"/>
                </a:lnTo>
                <a:lnTo>
                  <a:pt x="1782" y="917"/>
                </a:lnTo>
                <a:lnTo>
                  <a:pt x="1784" y="917"/>
                </a:lnTo>
                <a:lnTo>
                  <a:pt x="1784" y="917"/>
                </a:lnTo>
                <a:lnTo>
                  <a:pt x="1784" y="917"/>
                </a:lnTo>
                <a:lnTo>
                  <a:pt x="1785" y="917"/>
                </a:lnTo>
                <a:lnTo>
                  <a:pt x="1786" y="917"/>
                </a:lnTo>
                <a:lnTo>
                  <a:pt x="1786" y="917"/>
                </a:lnTo>
                <a:lnTo>
                  <a:pt x="1786" y="917"/>
                </a:lnTo>
                <a:lnTo>
                  <a:pt x="1786" y="917"/>
                </a:lnTo>
                <a:lnTo>
                  <a:pt x="1788" y="916"/>
                </a:lnTo>
                <a:lnTo>
                  <a:pt x="1788" y="917"/>
                </a:lnTo>
                <a:lnTo>
                  <a:pt x="1788" y="917"/>
                </a:lnTo>
                <a:lnTo>
                  <a:pt x="1790" y="918"/>
                </a:lnTo>
                <a:lnTo>
                  <a:pt x="1790" y="918"/>
                </a:lnTo>
                <a:lnTo>
                  <a:pt x="1791" y="918"/>
                </a:lnTo>
                <a:lnTo>
                  <a:pt x="1792" y="918"/>
                </a:lnTo>
                <a:lnTo>
                  <a:pt x="1792" y="918"/>
                </a:lnTo>
                <a:lnTo>
                  <a:pt x="1793" y="917"/>
                </a:lnTo>
                <a:lnTo>
                  <a:pt x="1794" y="917"/>
                </a:lnTo>
                <a:lnTo>
                  <a:pt x="1794" y="917"/>
                </a:lnTo>
                <a:lnTo>
                  <a:pt x="1796" y="918"/>
                </a:lnTo>
                <a:lnTo>
                  <a:pt x="1796" y="918"/>
                </a:lnTo>
                <a:lnTo>
                  <a:pt x="1796" y="918"/>
                </a:lnTo>
                <a:lnTo>
                  <a:pt x="1798" y="918"/>
                </a:lnTo>
                <a:lnTo>
                  <a:pt x="1798" y="918"/>
                </a:lnTo>
                <a:lnTo>
                  <a:pt x="1800" y="918"/>
                </a:lnTo>
                <a:lnTo>
                  <a:pt x="1800" y="918"/>
                </a:lnTo>
                <a:lnTo>
                  <a:pt x="1800" y="918"/>
                </a:lnTo>
                <a:lnTo>
                  <a:pt x="1800" y="918"/>
                </a:lnTo>
                <a:lnTo>
                  <a:pt x="1801" y="918"/>
                </a:lnTo>
                <a:lnTo>
                  <a:pt x="1802" y="918"/>
                </a:lnTo>
                <a:lnTo>
                  <a:pt x="1802" y="918"/>
                </a:lnTo>
                <a:lnTo>
                  <a:pt x="1802" y="918"/>
                </a:lnTo>
                <a:lnTo>
                  <a:pt x="1804" y="918"/>
                </a:lnTo>
                <a:lnTo>
                  <a:pt x="1804" y="918"/>
                </a:lnTo>
                <a:lnTo>
                  <a:pt x="1804" y="918"/>
                </a:lnTo>
                <a:lnTo>
                  <a:pt x="1805" y="918"/>
                </a:lnTo>
                <a:lnTo>
                  <a:pt x="1806" y="917"/>
                </a:lnTo>
                <a:lnTo>
                  <a:pt x="1806" y="917"/>
                </a:lnTo>
                <a:lnTo>
                  <a:pt x="1808" y="917"/>
                </a:lnTo>
                <a:lnTo>
                  <a:pt x="1808" y="917"/>
                </a:lnTo>
                <a:lnTo>
                  <a:pt x="1808" y="917"/>
                </a:lnTo>
                <a:lnTo>
                  <a:pt x="1810" y="917"/>
                </a:lnTo>
                <a:lnTo>
                  <a:pt x="1810" y="917"/>
                </a:lnTo>
                <a:lnTo>
                  <a:pt x="1810" y="917"/>
                </a:lnTo>
                <a:lnTo>
                  <a:pt x="1812" y="918"/>
                </a:lnTo>
                <a:lnTo>
                  <a:pt x="1812" y="918"/>
                </a:lnTo>
                <a:lnTo>
                  <a:pt x="1813" y="918"/>
                </a:lnTo>
                <a:lnTo>
                  <a:pt x="1814" y="918"/>
                </a:lnTo>
                <a:lnTo>
                  <a:pt x="1814" y="918"/>
                </a:lnTo>
                <a:lnTo>
                  <a:pt x="1816" y="916"/>
                </a:lnTo>
                <a:lnTo>
                  <a:pt x="1816" y="916"/>
                </a:lnTo>
                <a:lnTo>
                  <a:pt x="1818" y="917"/>
                </a:lnTo>
                <a:lnTo>
                  <a:pt x="1818" y="917"/>
                </a:lnTo>
                <a:lnTo>
                  <a:pt x="1819" y="917"/>
                </a:lnTo>
                <a:lnTo>
                  <a:pt x="1820" y="917"/>
                </a:lnTo>
                <a:lnTo>
                  <a:pt x="1820" y="917"/>
                </a:lnTo>
                <a:lnTo>
                  <a:pt x="1821" y="917"/>
                </a:lnTo>
                <a:lnTo>
                  <a:pt x="1822" y="917"/>
                </a:lnTo>
                <a:lnTo>
                  <a:pt x="1822" y="917"/>
                </a:lnTo>
                <a:lnTo>
                  <a:pt x="1822" y="917"/>
                </a:lnTo>
                <a:lnTo>
                  <a:pt x="1823" y="917"/>
                </a:lnTo>
                <a:lnTo>
                  <a:pt x="1823" y="917"/>
                </a:lnTo>
                <a:lnTo>
                  <a:pt x="1824" y="917"/>
                </a:lnTo>
                <a:lnTo>
                  <a:pt x="1824" y="917"/>
                </a:lnTo>
                <a:lnTo>
                  <a:pt x="1826" y="917"/>
                </a:lnTo>
                <a:lnTo>
                  <a:pt x="1826" y="917"/>
                </a:lnTo>
                <a:lnTo>
                  <a:pt x="1827" y="917"/>
                </a:lnTo>
                <a:lnTo>
                  <a:pt x="1828" y="918"/>
                </a:lnTo>
                <a:lnTo>
                  <a:pt x="1828" y="918"/>
                </a:lnTo>
                <a:lnTo>
                  <a:pt x="1830" y="917"/>
                </a:lnTo>
                <a:lnTo>
                  <a:pt x="1830" y="917"/>
                </a:lnTo>
                <a:lnTo>
                  <a:pt x="1831" y="917"/>
                </a:lnTo>
                <a:lnTo>
                  <a:pt x="1832" y="917"/>
                </a:lnTo>
                <a:lnTo>
                  <a:pt x="1832" y="917"/>
                </a:lnTo>
                <a:lnTo>
                  <a:pt x="1833" y="917"/>
                </a:lnTo>
                <a:lnTo>
                  <a:pt x="1833" y="918"/>
                </a:lnTo>
                <a:lnTo>
                  <a:pt x="1834" y="917"/>
                </a:lnTo>
                <a:lnTo>
                  <a:pt x="1834" y="917"/>
                </a:lnTo>
                <a:lnTo>
                  <a:pt x="1835" y="917"/>
                </a:lnTo>
                <a:lnTo>
                  <a:pt x="1836" y="917"/>
                </a:lnTo>
                <a:lnTo>
                  <a:pt x="1836" y="917"/>
                </a:lnTo>
                <a:lnTo>
                  <a:pt x="1837" y="917"/>
                </a:lnTo>
                <a:lnTo>
                  <a:pt x="1838" y="917"/>
                </a:lnTo>
                <a:lnTo>
                  <a:pt x="1838" y="917"/>
                </a:lnTo>
                <a:lnTo>
                  <a:pt x="1838" y="917"/>
                </a:lnTo>
                <a:lnTo>
                  <a:pt x="1838" y="917"/>
                </a:lnTo>
                <a:lnTo>
                  <a:pt x="1840" y="917"/>
                </a:lnTo>
                <a:lnTo>
                  <a:pt x="1840" y="917"/>
                </a:lnTo>
                <a:lnTo>
                  <a:pt x="1840" y="917"/>
                </a:lnTo>
                <a:lnTo>
                  <a:pt x="1841" y="917"/>
                </a:lnTo>
                <a:lnTo>
                  <a:pt x="1842" y="918"/>
                </a:lnTo>
                <a:lnTo>
                  <a:pt x="1842" y="918"/>
                </a:lnTo>
                <a:lnTo>
                  <a:pt x="1843" y="918"/>
                </a:lnTo>
                <a:lnTo>
                  <a:pt x="1843" y="917"/>
                </a:lnTo>
                <a:lnTo>
                  <a:pt x="1844" y="918"/>
                </a:lnTo>
                <a:lnTo>
                  <a:pt x="1844" y="918"/>
                </a:lnTo>
                <a:lnTo>
                  <a:pt x="1844" y="918"/>
                </a:lnTo>
                <a:lnTo>
                  <a:pt x="1845" y="917"/>
                </a:lnTo>
                <a:lnTo>
                  <a:pt x="1846" y="918"/>
                </a:lnTo>
                <a:lnTo>
                  <a:pt x="1846" y="918"/>
                </a:lnTo>
                <a:lnTo>
                  <a:pt x="1847" y="918"/>
                </a:lnTo>
                <a:lnTo>
                  <a:pt x="1848" y="918"/>
                </a:lnTo>
                <a:lnTo>
                  <a:pt x="1848" y="918"/>
                </a:lnTo>
                <a:lnTo>
                  <a:pt x="1850" y="916"/>
                </a:lnTo>
                <a:lnTo>
                  <a:pt x="1850" y="916"/>
                </a:lnTo>
                <a:lnTo>
                  <a:pt x="1851" y="916"/>
                </a:lnTo>
                <a:lnTo>
                  <a:pt x="1852" y="917"/>
                </a:lnTo>
                <a:lnTo>
                  <a:pt x="1852" y="917"/>
                </a:lnTo>
                <a:lnTo>
                  <a:pt x="1854" y="917"/>
                </a:lnTo>
                <a:lnTo>
                  <a:pt x="1854" y="918"/>
                </a:lnTo>
                <a:lnTo>
                  <a:pt x="1855" y="918"/>
                </a:lnTo>
                <a:lnTo>
                  <a:pt x="1856" y="918"/>
                </a:lnTo>
                <a:lnTo>
                  <a:pt x="1856" y="918"/>
                </a:lnTo>
                <a:lnTo>
                  <a:pt x="1857" y="917"/>
                </a:lnTo>
                <a:lnTo>
                  <a:pt x="1858" y="918"/>
                </a:lnTo>
                <a:lnTo>
                  <a:pt x="1858" y="918"/>
                </a:lnTo>
                <a:lnTo>
                  <a:pt x="1859" y="918"/>
                </a:lnTo>
                <a:lnTo>
                  <a:pt x="1860" y="918"/>
                </a:lnTo>
                <a:lnTo>
                  <a:pt x="1860" y="917"/>
                </a:lnTo>
                <a:lnTo>
                  <a:pt x="1861" y="916"/>
                </a:lnTo>
                <a:lnTo>
                  <a:pt x="1862" y="917"/>
                </a:lnTo>
                <a:lnTo>
                  <a:pt x="1862" y="917"/>
                </a:lnTo>
                <a:lnTo>
                  <a:pt x="1863" y="917"/>
                </a:lnTo>
                <a:lnTo>
                  <a:pt x="1864" y="917"/>
                </a:lnTo>
                <a:lnTo>
                  <a:pt x="1864" y="917"/>
                </a:lnTo>
                <a:lnTo>
                  <a:pt x="1864" y="918"/>
                </a:lnTo>
                <a:lnTo>
                  <a:pt x="1865" y="918"/>
                </a:lnTo>
                <a:lnTo>
                  <a:pt x="1866" y="917"/>
                </a:lnTo>
                <a:lnTo>
                  <a:pt x="1866" y="917"/>
                </a:lnTo>
                <a:lnTo>
                  <a:pt x="1867" y="917"/>
                </a:lnTo>
                <a:lnTo>
                  <a:pt x="1867" y="916"/>
                </a:lnTo>
                <a:lnTo>
                  <a:pt x="1868" y="917"/>
                </a:lnTo>
                <a:lnTo>
                  <a:pt x="1868" y="917"/>
                </a:lnTo>
                <a:lnTo>
                  <a:pt x="1870" y="918"/>
                </a:lnTo>
                <a:lnTo>
                  <a:pt x="1870" y="917"/>
                </a:lnTo>
                <a:lnTo>
                  <a:pt x="1870" y="917"/>
                </a:lnTo>
                <a:lnTo>
                  <a:pt x="1871" y="917"/>
                </a:lnTo>
                <a:lnTo>
                  <a:pt x="1872" y="918"/>
                </a:lnTo>
                <a:lnTo>
                  <a:pt x="1872" y="917"/>
                </a:lnTo>
                <a:lnTo>
                  <a:pt x="1872" y="917"/>
                </a:lnTo>
                <a:lnTo>
                  <a:pt x="1873" y="917"/>
                </a:lnTo>
                <a:lnTo>
                  <a:pt x="1874" y="917"/>
                </a:lnTo>
                <a:lnTo>
                  <a:pt x="1874" y="917"/>
                </a:lnTo>
                <a:lnTo>
                  <a:pt x="1876" y="918"/>
                </a:lnTo>
                <a:lnTo>
                  <a:pt x="1876" y="918"/>
                </a:lnTo>
                <a:lnTo>
                  <a:pt x="1878" y="917"/>
                </a:lnTo>
                <a:lnTo>
                  <a:pt x="1878" y="917"/>
                </a:lnTo>
                <a:lnTo>
                  <a:pt x="1879" y="917"/>
                </a:lnTo>
                <a:lnTo>
                  <a:pt x="1880" y="917"/>
                </a:lnTo>
                <a:lnTo>
                  <a:pt x="1880" y="917"/>
                </a:lnTo>
                <a:lnTo>
                  <a:pt x="1880" y="917"/>
                </a:lnTo>
                <a:lnTo>
                  <a:pt x="1882" y="918"/>
                </a:lnTo>
                <a:lnTo>
                  <a:pt x="1882" y="918"/>
                </a:lnTo>
                <a:lnTo>
                  <a:pt x="1883" y="918"/>
                </a:lnTo>
                <a:lnTo>
                  <a:pt x="1884" y="918"/>
                </a:lnTo>
                <a:lnTo>
                  <a:pt x="1884" y="918"/>
                </a:lnTo>
                <a:lnTo>
                  <a:pt x="1886" y="917"/>
                </a:lnTo>
                <a:lnTo>
                  <a:pt x="1886" y="917"/>
                </a:lnTo>
                <a:lnTo>
                  <a:pt x="1888" y="917"/>
                </a:lnTo>
                <a:lnTo>
                  <a:pt x="1888" y="917"/>
                </a:lnTo>
                <a:lnTo>
                  <a:pt x="1888" y="917"/>
                </a:lnTo>
                <a:lnTo>
                  <a:pt x="1889" y="918"/>
                </a:lnTo>
                <a:lnTo>
                  <a:pt x="1890" y="917"/>
                </a:lnTo>
                <a:lnTo>
                  <a:pt x="1890" y="917"/>
                </a:lnTo>
                <a:lnTo>
                  <a:pt x="1891" y="917"/>
                </a:lnTo>
                <a:lnTo>
                  <a:pt x="1892" y="918"/>
                </a:lnTo>
                <a:lnTo>
                  <a:pt x="1892" y="918"/>
                </a:lnTo>
                <a:lnTo>
                  <a:pt x="1893" y="918"/>
                </a:lnTo>
                <a:lnTo>
                  <a:pt x="1894" y="917"/>
                </a:lnTo>
                <a:lnTo>
                  <a:pt x="1894" y="917"/>
                </a:lnTo>
                <a:lnTo>
                  <a:pt x="1894" y="917"/>
                </a:lnTo>
                <a:lnTo>
                  <a:pt x="1896" y="917"/>
                </a:lnTo>
                <a:lnTo>
                  <a:pt x="1896" y="917"/>
                </a:lnTo>
                <a:lnTo>
                  <a:pt x="1896" y="917"/>
                </a:lnTo>
                <a:lnTo>
                  <a:pt x="1898" y="918"/>
                </a:lnTo>
                <a:lnTo>
                  <a:pt x="1898" y="918"/>
                </a:lnTo>
                <a:lnTo>
                  <a:pt x="1898" y="918"/>
                </a:lnTo>
                <a:lnTo>
                  <a:pt x="1900" y="917"/>
                </a:lnTo>
                <a:lnTo>
                  <a:pt x="1900" y="917"/>
                </a:lnTo>
                <a:lnTo>
                  <a:pt x="1901" y="917"/>
                </a:lnTo>
                <a:lnTo>
                  <a:pt x="1902" y="917"/>
                </a:lnTo>
                <a:lnTo>
                  <a:pt x="1902" y="917"/>
                </a:lnTo>
                <a:lnTo>
                  <a:pt x="1902" y="917"/>
                </a:lnTo>
                <a:lnTo>
                  <a:pt x="1903" y="917"/>
                </a:lnTo>
                <a:lnTo>
                  <a:pt x="1904" y="916"/>
                </a:lnTo>
                <a:lnTo>
                  <a:pt x="1904" y="916"/>
                </a:lnTo>
                <a:lnTo>
                  <a:pt x="1904" y="916"/>
                </a:lnTo>
                <a:lnTo>
                  <a:pt x="1905" y="916"/>
                </a:lnTo>
                <a:lnTo>
                  <a:pt x="1906" y="917"/>
                </a:lnTo>
                <a:lnTo>
                  <a:pt x="1906" y="917"/>
                </a:lnTo>
                <a:lnTo>
                  <a:pt x="1907" y="917"/>
                </a:lnTo>
                <a:lnTo>
                  <a:pt x="1908" y="917"/>
                </a:lnTo>
                <a:lnTo>
                  <a:pt x="1908" y="917"/>
                </a:lnTo>
                <a:lnTo>
                  <a:pt x="1909" y="918"/>
                </a:lnTo>
                <a:lnTo>
                  <a:pt x="1910" y="917"/>
                </a:lnTo>
                <a:lnTo>
                  <a:pt x="1910" y="917"/>
                </a:lnTo>
                <a:lnTo>
                  <a:pt x="1910" y="917"/>
                </a:lnTo>
                <a:lnTo>
                  <a:pt x="1912" y="917"/>
                </a:lnTo>
                <a:lnTo>
                  <a:pt x="1912" y="917"/>
                </a:lnTo>
                <a:lnTo>
                  <a:pt x="1912" y="917"/>
                </a:lnTo>
                <a:lnTo>
                  <a:pt x="1912" y="917"/>
                </a:lnTo>
                <a:lnTo>
                  <a:pt x="1914" y="918"/>
                </a:lnTo>
                <a:lnTo>
                  <a:pt x="1915" y="918"/>
                </a:lnTo>
                <a:lnTo>
                  <a:pt x="1915" y="917"/>
                </a:lnTo>
                <a:lnTo>
                  <a:pt x="1916" y="917"/>
                </a:lnTo>
                <a:lnTo>
                  <a:pt x="1916" y="917"/>
                </a:lnTo>
                <a:lnTo>
                  <a:pt x="1916" y="918"/>
                </a:lnTo>
                <a:lnTo>
                  <a:pt x="1918" y="917"/>
                </a:lnTo>
                <a:lnTo>
                  <a:pt x="1918" y="917"/>
                </a:lnTo>
                <a:lnTo>
                  <a:pt x="1918" y="917"/>
                </a:lnTo>
                <a:lnTo>
                  <a:pt x="1920" y="918"/>
                </a:lnTo>
                <a:lnTo>
                  <a:pt x="1921" y="918"/>
                </a:lnTo>
                <a:lnTo>
                  <a:pt x="1921" y="918"/>
                </a:lnTo>
                <a:lnTo>
                  <a:pt x="1921" y="918"/>
                </a:lnTo>
                <a:lnTo>
                  <a:pt x="1922" y="918"/>
                </a:lnTo>
                <a:lnTo>
                  <a:pt x="1922" y="917"/>
                </a:lnTo>
                <a:lnTo>
                  <a:pt x="1924" y="917"/>
                </a:lnTo>
                <a:lnTo>
                  <a:pt x="1924" y="917"/>
                </a:lnTo>
                <a:lnTo>
                  <a:pt x="1924" y="917"/>
                </a:lnTo>
                <a:lnTo>
                  <a:pt x="1924" y="917"/>
                </a:lnTo>
                <a:lnTo>
                  <a:pt x="1926" y="918"/>
                </a:lnTo>
                <a:lnTo>
                  <a:pt x="1926" y="918"/>
                </a:lnTo>
                <a:lnTo>
                  <a:pt x="1926" y="918"/>
                </a:lnTo>
                <a:lnTo>
                  <a:pt x="1927" y="918"/>
                </a:lnTo>
                <a:lnTo>
                  <a:pt x="1928" y="918"/>
                </a:lnTo>
                <a:lnTo>
                  <a:pt x="1928" y="918"/>
                </a:lnTo>
                <a:lnTo>
                  <a:pt x="1930" y="918"/>
                </a:lnTo>
                <a:lnTo>
                  <a:pt x="1930" y="918"/>
                </a:lnTo>
                <a:lnTo>
                  <a:pt x="1930" y="918"/>
                </a:lnTo>
                <a:lnTo>
                  <a:pt x="1931" y="918"/>
                </a:lnTo>
                <a:lnTo>
                  <a:pt x="1932" y="918"/>
                </a:lnTo>
                <a:lnTo>
                  <a:pt x="1932" y="917"/>
                </a:lnTo>
                <a:lnTo>
                  <a:pt x="1933" y="917"/>
                </a:lnTo>
                <a:lnTo>
                  <a:pt x="1934" y="917"/>
                </a:lnTo>
                <a:lnTo>
                  <a:pt x="1934" y="917"/>
                </a:lnTo>
                <a:lnTo>
                  <a:pt x="1936" y="918"/>
                </a:lnTo>
                <a:lnTo>
                  <a:pt x="1936" y="918"/>
                </a:lnTo>
                <a:lnTo>
                  <a:pt x="1936" y="918"/>
                </a:lnTo>
                <a:lnTo>
                  <a:pt x="1937" y="918"/>
                </a:lnTo>
                <a:lnTo>
                  <a:pt x="1938" y="917"/>
                </a:lnTo>
                <a:lnTo>
                  <a:pt x="1939" y="917"/>
                </a:lnTo>
                <a:lnTo>
                  <a:pt x="1940" y="917"/>
                </a:lnTo>
                <a:lnTo>
                  <a:pt x="1940" y="917"/>
                </a:lnTo>
                <a:lnTo>
                  <a:pt x="1940" y="917"/>
                </a:lnTo>
                <a:lnTo>
                  <a:pt x="1941" y="917"/>
                </a:lnTo>
                <a:lnTo>
                  <a:pt x="1942" y="917"/>
                </a:lnTo>
                <a:lnTo>
                  <a:pt x="1942" y="917"/>
                </a:lnTo>
                <a:lnTo>
                  <a:pt x="1942" y="917"/>
                </a:lnTo>
                <a:lnTo>
                  <a:pt x="1943" y="917"/>
                </a:lnTo>
                <a:lnTo>
                  <a:pt x="1944" y="917"/>
                </a:lnTo>
                <a:lnTo>
                  <a:pt x="1944" y="917"/>
                </a:lnTo>
                <a:lnTo>
                  <a:pt x="1945" y="917"/>
                </a:lnTo>
                <a:lnTo>
                  <a:pt x="1945" y="917"/>
                </a:lnTo>
                <a:lnTo>
                  <a:pt x="1946" y="918"/>
                </a:lnTo>
                <a:lnTo>
                  <a:pt x="1946" y="918"/>
                </a:lnTo>
                <a:lnTo>
                  <a:pt x="1946" y="918"/>
                </a:lnTo>
                <a:lnTo>
                  <a:pt x="1947" y="918"/>
                </a:lnTo>
                <a:lnTo>
                  <a:pt x="1948" y="918"/>
                </a:lnTo>
                <a:lnTo>
                  <a:pt x="1948" y="918"/>
                </a:lnTo>
                <a:lnTo>
                  <a:pt x="1948" y="918"/>
                </a:lnTo>
                <a:lnTo>
                  <a:pt x="1949" y="918"/>
                </a:lnTo>
                <a:lnTo>
                  <a:pt x="1950" y="917"/>
                </a:lnTo>
                <a:lnTo>
                  <a:pt x="1950" y="917"/>
                </a:lnTo>
                <a:lnTo>
                  <a:pt x="1951" y="918"/>
                </a:lnTo>
                <a:lnTo>
                  <a:pt x="1952" y="917"/>
                </a:lnTo>
                <a:lnTo>
                  <a:pt x="1952" y="917"/>
                </a:lnTo>
                <a:lnTo>
                  <a:pt x="1952" y="917"/>
                </a:lnTo>
                <a:lnTo>
                  <a:pt x="1953" y="918"/>
                </a:lnTo>
                <a:lnTo>
                  <a:pt x="1954" y="917"/>
                </a:lnTo>
                <a:lnTo>
                  <a:pt x="1954" y="917"/>
                </a:lnTo>
                <a:lnTo>
                  <a:pt x="1955" y="918"/>
                </a:lnTo>
                <a:lnTo>
                  <a:pt x="1956" y="917"/>
                </a:lnTo>
                <a:lnTo>
                  <a:pt x="1956" y="917"/>
                </a:lnTo>
                <a:lnTo>
                  <a:pt x="1957" y="917"/>
                </a:lnTo>
                <a:lnTo>
                  <a:pt x="1958" y="917"/>
                </a:lnTo>
                <a:lnTo>
                  <a:pt x="1958" y="917"/>
                </a:lnTo>
                <a:lnTo>
                  <a:pt x="1960" y="918"/>
                </a:lnTo>
                <a:lnTo>
                  <a:pt x="1960" y="918"/>
                </a:lnTo>
                <a:lnTo>
                  <a:pt x="1960" y="918"/>
                </a:lnTo>
                <a:lnTo>
                  <a:pt x="1961" y="918"/>
                </a:lnTo>
                <a:lnTo>
                  <a:pt x="1962" y="918"/>
                </a:lnTo>
                <a:lnTo>
                  <a:pt x="1963" y="918"/>
                </a:lnTo>
                <a:lnTo>
                  <a:pt x="1963" y="918"/>
                </a:lnTo>
                <a:lnTo>
                  <a:pt x="1964" y="917"/>
                </a:lnTo>
                <a:lnTo>
                  <a:pt x="1964" y="918"/>
                </a:lnTo>
                <a:lnTo>
                  <a:pt x="1965" y="918"/>
                </a:lnTo>
                <a:lnTo>
                  <a:pt x="1965" y="917"/>
                </a:lnTo>
                <a:lnTo>
                  <a:pt x="1966" y="918"/>
                </a:lnTo>
                <a:lnTo>
                  <a:pt x="1966" y="918"/>
                </a:lnTo>
                <a:lnTo>
                  <a:pt x="1966" y="918"/>
                </a:lnTo>
                <a:lnTo>
                  <a:pt x="1968" y="917"/>
                </a:lnTo>
                <a:lnTo>
                  <a:pt x="1968" y="917"/>
                </a:lnTo>
                <a:lnTo>
                  <a:pt x="1969" y="917"/>
                </a:lnTo>
                <a:lnTo>
                  <a:pt x="1969" y="917"/>
                </a:lnTo>
                <a:lnTo>
                  <a:pt x="1969" y="917"/>
                </a:lnTo>
                <a:lnTo>
                  <a:pt x="1970" y="917"/>
                </a:lnTo>
                <a:lnTo>
                  <a:pt x="1971" y="917"/>
                </a:lnTo>
                <a:lnTo>
                  <a:pt x="1971" y="918"/>
                </a:lnTo>
                <a:lnTo>
                  <a:pt x="1972" y="917"/>
                </a:lnTo>
                <a:lnTo>
                  <a:pt x="1972" y="917"/>
                </a:lnTo>
                <a:lnTo>
                  <a:pt x="1974" y="917"/>
                </a:lnTo>
                <a:lnTo>
                  <a:pt x="1974" y="917"/>
                </a:lnTo>
                <a:lnTo>
                  <a:pt x="1974" y="917"/>
                </a:lnTo>
                <a:lnTo>
                  <a:pt x="1976" y="917"/>
                </a:lnTo>
                <a:lnTo>
                  <a:pt x="1977" y="917"/>
                </a:lnTo>
                <a:lnTo>
                  <a:pt x="1978" y="918"/>
                </a:lnTo>
                <a:lnTo>
                  <a:pt x="1978" y="918"/>
                </a:lnTo>
                <a:lnTo>
                  <a:pt x="1980" y="917"/>
                </a:lnTo>
                <a:lnTo>
                  <a:pt x="1980" y="917"/>
                </a:lnTo>
                <a:lnTo>
                  <a:pt x="1981" y="916"/>
                </a:lnTo>
                <a:lnTo>
                  <a:pt x="1982" y="917"/>
                </a:lnTo>
                <a:lnTo>
                  <a:pt x="1983" y="917"/>
                </a:lnTo>
                <a:lnTo>
                  <a:pt x="1983" y="917"/>
                </a:lnTo>
                <a:lnTo>
                  <a:pt x="1984" y="917"/>
                </a:lnTo>
                <a:lnTo>
                  <a:pt x="1984" y="917"/>
                </a:lnTo>
                <a:lnTo>
                  <a:pt x="1984" y="917"/>
                </a:lnTo>
                <a:lnTo>
                  <a:pt x="1985" y="917"/>
                </a:lnTo>
                <a:lnTo>
                  <a:pt x="1986" y="917"/>
                </a:lnTo>
                <a:lnTo>
                  <a:pt x="1986" y="917"/>
                </a:lnTo>
                <a:lnTo>
                  <a:pt x="1987" y="917"/>
                </a:lnTo>
                <a:lnTo>
                  <a:pt x="1988" y="917"/>
                </a:lnTo>
                <a:lnTo>
                  <a:pt x="1989" y="917"/>
                </a:lnTo>
                <a:lnTo>
                  <a:pt x="1990" y="918"/>
                </a:lnTo>
                <a:lnTo>
                  <a:pt x="1990" y="918"/>
                </a:lnTo>
                <a:lnTo>
                  <a:pt x="1991" y="918"/>
                </a:lnTo>
                <a:lnTo>
                  <a:pt x="1992" y="917"/>
                </a:lnTo>
                <a:lnTo>
                  <a:pt x="1992" y="917"/>
                </a:lnTo>
                <a:lnTo>
                  <a:pt x="1993" y="917"/>
                </a:lnTo>
                <a:lnTo>
                  <a:pt x="1993" y="917"/>
                </a:lnTo>
                <a:lnTo>
                  <a:pt x="1994" y="917"/>
                </a:lnTo>
                <a:lnTo>
                  <a:pt x="1994" y="917"/>
                </a:lnTo>
                <a:lnTo>
                  <a:pt x="1995" y="917"/>
                </a:lnTo>
                <a:lnTo>
                  <a:pt x="1996" y="917"/>
                </a:lnTo>
                <a:lnTo>
                  <a:pt x="1996" y="917"/>
                </a:lnTo>
                <a:lnTo>
                  <a:pt x="1997" y="917"/>
                </a:lnTo>
                <a:lnTo>
                  <a:pt x="1998" y="917"/>
                </a:lnTo>
                <a:lnTo>
                  <a:pt x="1998" y="917"/>
                </a:lnTo>
                <a:lnTo>
                  <a:pt x="1998" y="917"/>
                </a:lnTo>
                <a:lnTo>
                  <a:pt x="2000" y="918"/>
                </a:lnTo>
                <a:lnTo>
                  <a:pt x="2001" y="918"/>
                </a:lnTo>
                <a:lnTo>
                  <a:pt x="2002" y="917"/>
                </a:lnTo>
                <a:lnTo>
                  <a:pt x="2002" y="917"/>
                </a:lnTo>
                <a:lnTo>
                  <a:pt x="2003" y="917"/>
                </a:lnTo>
                <a:lnTo>
                  <a:pt x="2004" y="918"/>
                </a:lnTo>
                <a:lnTo>
                  <a:pt x="2004" y="918"/>
                </a:lnTo>
                <a:lnTo>
                  <a:pt x="2004" y="918"/>
                </a:lnTo>
                <a:lnTo>
                  <a:pt x="2005" y="918"/>
                </a:lnTo>
                <a:lnTo>
                  <a:pt x="2006" y="917"/>
                </a:lnTo>
                <a:lnTo>
                  <a:pt x="2007" y="917"/>
                </a:lnTo>
                <a:lnTo>
                  <a:pt x="2007" y="917"/>
                </a:lnTo>
                <a:lnTo>
                  <a:pt x="2007" y="917"/>
                </a:lnTo>
                <a:lnTo>
                  <a:pt x="2008" y="917"/>
                </a:lnTo>
                <a:lnTo>
                  <a:pt x="2008" y="917"/>
                </a:lnTo>
                <a:lnTo>
                  <a:pt x="2008" y="917"/>
                </a:lnTo>
                <a:lnTo>
                  <a:pt x="2010" y="918"/>
                </a:lnTo>
                <a:lnTo>
                  <a:pt x="2010" y="917"/>
                </a:lnTo>
                <a:lnTo>
                  <a:pt x="2011" y="917"/>
                </a:lnTo>
                <a:lnTo>
                  <a:pt x="2012" y="918"/>
                </a:lnTo>
                <a:lnTo>
                  <a:pt x="2012" y="918"/>
                </a:lnTo>
                <a:lnTo>
                  <a:pt x="2013" y="917"/>
                </a:lnTo>
                <a:lnTo>
                  <a:pt x="2013" y="918"/>
                </a:lnTo>
                <a:lnTo>
                  <a:pt x="2014" y="917"/>
                </a:lnTo>
                <a:lnTo>
                  <a:pt x="2014" y="917"/>
                </a:lnTo>
                <a:lnTo>
                  <a:pt x="2015" y="918"/>
                </a:lnTo>
                <a:lnTo>
                  <a:pt x="2016" y="917"/>
                </a:lnTo>
                <a:lnTo>
                  <a:pt x="2016" y="917"/>
                </a:lnTo>
                <a:lnTo>
                  <a:pt x="2017" y="917"/>
                </a:lnTo>
                <a:lnTo>
                  <a:pt x="2018" y="918"/>
                </a:lnTo>
                <a:lnTo>
                  <a:pt x="2018" y="918"/>
                </a:lnTo>
                <a:lnTo>
                  <a:pt x="2019" y="918"/>
                </a:lnTo>
                <a:lnTo>
                  <a:pt x="2019" y="918"/>
                </a:lnTo>
                <a:lnTo>
                  <a:pt x="2020" y="917"/>
                </a:lnTo>
                <a:lnTo>
                  <a:pt x="2020" y="917"/>
                </a:lnTo>
                <a:lnTo>
                  <a:pt x="2020" y="917"/>
                </a:lnTo>
                <a:lnTo>
                  <a:pt x="2021" y="918"/>
                </a:lnTo>
                <a:lnTo>
                  <a:pt x="2022" y="917"/>
                </a:lnTo>
                <a:lnTo>
                  <a:pt x="2023" y="917"/>
                </a:lnTo>
                <a:lnTo>
                  <a:pt x="2024" y="916"/>
                </a:lnTo>
                <a:lnTo>
                  <a:pt x="2024" y="916"/>
                </a:lnTo>
                <a:lnTo>
                  <a:pt x="2025" y="916"/>
                </a:lnTo>
                <a:lnTo>
                  <a:pt x="2025" y="916"/>
                </a:lnTo>
                <a:lnTo>
                  <a:pt x="2026" y="917"/>
                </a:lnTo>
                <a:lnTo>
                  <a:pt x="2026" y="917"/>
                </a:lnTo>
                <a:lnTo>
                  <a:pt x="2026" y="917"/>
                </a:lnTo>
                <a:lnTo>
                  <a:pt x="2028" y="917"/>
                </a:lnTo>
                <a:lnTo>
                  <a:pt x="2028" y="917"/>
                </a:lnTo>
                <a:lnTo>
                  <a:pt x="2028" y="917"/>
                </a:lnTo>
                <a:lnTo>
                  <a:pt x="2029" y="917"/>
                </a:lnTo>
                <a:lnTo>
                  <a:pt x="2031" y="918"/>
                </a:lnTo>
                <a:lnTo>
                  <a:pt x="2031" y="918"/>
                </a:lnTo>
                <a:lnTo>
                  <a:pt x="2031" y="917"/>
                </a:lnTo>
                <a:lnTo>
                  <a:pt x="2032" y="918"/>
                </a:lnTo>
                <a:lnTo>
                  <a:pt x="2032" y="918"/>
                </a:lnTo>
                <a:lnTo>
                  <a:pt x="2032" y="918"/>
                </a:lnTo>
                <a:lnTo>
                  <a:pt x="2033" y="917"/>
                </a:lnTo>
                <a:lnTo>
                  <a:pt x="2034" y="917"/>
                </a:lnTo>
                <a:lnTo>
                  <a:pt x="2035" y="917"/>
                </a:lnTo>
                <a:lnTo>
                  <a:pt x="2036" y="918"/>
                </a:lnTo>
                <a:lnTo>
                  <a:pt x="2036" y="917"/>
                </a:lnTo>
                <a:lnTo>
                  <a:pt x="2037" y="917"/>
                </a:lnTo>
                <a:lnTo>
                  <a:pt x="2037" y="917"/>
                </a:lnTo>
                <a:lnTo>
                  <a:pt x="2038" y="918"/>
                </a:lnTo>
                <a:lnTo>
                  <a:pt x="2038" y="918"/>
                </a:lnTo>
                <a:lnTo>
                  <a:pt x="2038" y="918"/>
                </a:lnTo>
                <a:lnTo>
                  <a:pt x="2039" y="918"/>
                </a:lnTo>
                <a:lnTo>
                  <a:pt x="2040" y="918"/>
                </a:lnTo>
                <a:lnTo>
                  <a:pt x="2041" y="918"/>
                </a:lnTo>
                <a:lnTo>
                  <a:pt x="2042" y="918"/>
                </a:lnTo>
                <a:lnTo>
                  <a:pt x="2042" y="918"/>
                </a:lnTo>
                <a:lnTo>
                  <a:pt x="2043" y="918"/>
                </a:lnTo>
                <a:lnTo>
                  <a:pt x="2043" y="917"/>
                </a:lnTo>
                <a:lnTo>
                  <a:pt x="2044" y="918"/>
                </a:lnTo>
                <a:lnTo>
                  <a:pt x="2044" y="918"/>
                </a:lnTo>
                <a:lnTo>
                  <a:pt x="2046" y="917"/>
                </a:lnTo>
                <a:lnTo>
                  <a:pt x="2047" y="917"/>
                </a:lnTo>
                <a:lnTo>
                  <a:pt x="2047" y="917"/>
                </a:lnTo>
                <a:lnTo>
                  <a:pt x="2048" y="917"/>
                </a:lnTo>
                <a:lnTo>
                  <a:pt x="2049" y="917"/>
                </a:lnTo>
                <a:lnTo>
                  <a:pt x="2049" y="917"/>
                </a:lnTo>
                <a:lnTo>
                  <a:pt x="2050" y="917"/>
                </a:lnTo>
                <a:lnTo>
                  <a:pt x="2050" y="917"/>
                </a:lnTo>
                <a:lnTo>
                  <a:pt x="2050" y="917"/>
                </a:lnTo>
                <a:lnTo>
                  <a:pt x="2051" y="917"/>
                </a:lnTo>
                <a:lnTo>
                  <a:pt x="2052" y="918"/>
                </a:lnTo>
                <a:lnTo>
                  <a:pt x="2052" y="918"/>
                </a:lnTo>
                <a:lnTo>
                  <a:pt x="2054" y="917"/>
                </a:lnTo>
                <a:lnTo>
                  <a:pt x="2055" y="917"/>
                </a:lnTo>
                <a:lnTo>
                  <a:pt x="2055" y="917"/>
                </a:lnTo>
                <a:lnTo>
                  <a:pt x="2055" y="917"/>
                </a:lnTo>
                <a:lnTo>
                  <a:pt x="2056" y="918"/>
                </a:lnTo>
                <a:lnTo>
                  <a:pt x="2056" y="917"/>
                </a:lnTo>
                <a:lnTo>
                  <a:pt x="2056" y="917"/>
                </a:lnTo>
                <a:lnTo>
                  <a:pt x="2058" y="917"/>
                </a:lnTo>
                <a:lnTo>
                  <a:pt x="2058" y="917"/>
                </a:lnTo>
                <a:lnTo>
                  <a:pt x="2060" y="917"/>
                </a:lnTo>
                <a:lnTo>
                  <a:pt x="2060" y="917"/>
                </a:lnTo>
                <a:lnTo>
                  <a:pt x="2061" y="917"/>
                </a:lnTo>
                <a:lnTo>
                  <a:pt x="2061" y="917"/>
                </a:lnTo>
                <a:lnTo>
                  <a:pt x="2062" y="917"/>
                </a:lnTo>
                <a:lnTo>
                  <a:pt x="2062" y="917"/>
                </a:lnTo>
                <a:lnTo>
                  <a:pt x="2064" y="917"/>
                </a:lnTo>
                <a:lnTo>
                  <a:pt x="2064" y="917"/>
                </a:lnTo>
                <a:lnTo>
                  <a:pt x="2065" y="917"/>
                </a:lnTo>
                <a:lnTo>
                  <a:pt x="2065" y="917"/>
                </a:lnTo>
                <a:lnTo>
                  <a:pt x="2066" y="917"/>
                </a:lnTo>
                <a:lnTo>
                  <a:pt x="2067" y="917"/>
                </a:lnTo>
                <a:lnTo>
                  <a:pt x="2067" y="917"/>
                </a:lnTo>
                <a:lnTo>
                  <a:pt x="2068" y="918"/>
                </a:lnTo>
                <a:lnTo>
                  <a:pt x="2068" y="918"/>
                </a:lnTo>
                <a:lnTo>
                  <a:pt x="2068" y="918"/>
                </a:lnTo>
                <a:lnTo>
                  <a:pt x="2069" y="918"/>
                </a:lnTo>
                <a:lnTo>
                  <a:pt x="2070" y="917"/>
                </a:lnTo>
                <a:lnTo>
                  <a:pt x="2070" y="917"/>
                </a:lnTo>
                <a:lnTo>
                  <a:pt x="2071" y="917"/>
                </a:lnTo>
                <a:lnTo>
                  <a:pt x="2071" y="917"/>
                </a:lnTo>
                <a:lnTo>
                  <a:pt x="2072" y="917"/>
                </a:lnTo>
                <a:lnTo>
                  <a:pt x="2072" y="917"/>
                </a:lnTo>
                <a:lnTo>
                  <a:pt x="2073" y="917"/>
                </a:lnTo>
                <a:lnTo>
                  <a:pt x="2073" y="917"/>
                </a:lnTo>
                <a:lnTo>
                  <a:pt x="2074" y="917"/>
                </a:lnTo>
                <a:lnTo>
                  <a:pt x="2074" y="917"/>
                </a:lnTo>
                <a:lnTo>
                  <a:pt x="2074" y="917"/>
                </a:lnTo>
                <a:lnTo>
                  <a:pt x="2075" y="917"/>
                </a:lnTo>
                <a:lnTo>
                  <a:pt x="2076" y="918"/>
                </a:lnTo>
                <a:lnTo>
                  <a:pt x="2076" y="918"/>
                </a:lnTo>
                <a:lnTo>
                  <a:pt x="2076" y="918"/>
                </a:lnTo>
                <a:lnTo>
                  <a:pt x="2078" y="917"/>
                </a:lnTo>
                <a:lnTo>
                  <a:pt x="2079" y="917"/>
                </a:lnTo>
                <a:lnTo>
                  <a:pt x="2079" y="917"/>
                </a:lnTo>
                <a:lnTo>
                  <a:pt x="2079" y="917"/>
                </a:lnTo>
                <a:lnTo>
                  <a:pt x="2080" y="917"/>
                </a:lnTo>
                <a:lnTo>
                  <a:pt x="2080" y="917"/>
                </a:lnTo>
                <a:lnTo>
                  <a:pt x="2081" y="917"/>
                </a:lnTo>
                <a:lnTo>
                  <a:pt x="2082" y="918"/>
                </a:lnTo>
                <a:lnTo>
                  <a:pt x="2082" y="918"/>
                </a:lnTo>
                <a:lnTo>
                  <a:pt x="2083" y="918"/>
                </a:lnTo>
                <a:lnTo>
                  <a:pt x="2085" y="918"/>
                </a:lnTo>
                <a:lnTo>
                  <a:pt x="2085" y="918"/>
                </a:lnTo>
                <a:lnTo>
                  <a:pt x="2085" y="917"/>
                </a:lnTo>
                <a:lnTo>
                  <a:pt x="2086" y="918"/>
                </a:lnTo>
                <a:lnTo>
                  <a:pt x="2086" y="918"/>
                </a:lnTo>
                <a:lnTo>
                  <a:pt x="2087" y="917"/>
                </a:lnTo>
                <a:lnTo>
                  <a:pt x="2088" y="918"/>
                </a:lnTo>
                <a:lnTo>
                  <a:pt x="2088" y="918"/>
                </a:lnTo>
                <a:lnTo>
                  <a:pt x="2089" y="918"/>
                </a:lnTo>
                <a:lnTo>
                  <a:pt x="2090" y="917"/>
                </a:lnTo>
                <a:lnTo>
                  <a:pt x="2090" y="917"/>
                </a:lnTo>
                <a:lnTo>
                  <a:pt x="2091" y="917"/>
                </a:lnTo>
                <a:lnTo>
                  <a:pt x="2091" y="917"/>
                </a:lnTo>
                <a:lnTo>
                  <a:pt x="2092" y="918"/>
                </a:lnTo>
                <a:lnTo>
                  <a:pt x="2092" y="918"/>
                </a:lnTo>
                <a:lnTo>
                  <a:pt x="2094" y="918"/>
                </a:lnTo>
                <a:lnTo>
                  <a:pt x="2094" y="918"/>
                </a:lnTo>
                <a:lnTo>
                  <a:pt x="2095" y="918"/>
                </a:lnTo>
                <a:lnTo>
                  <a:pt x="2096" y="918"/>
                </a:lnTo>
                <a:lnTo>
                  <a:pt x="2097" y="918"/>
                </a:lnTo>
                <a:lnTo>
                  <a:pt x="2097" y="917"/>
                </a:lnTo>
                <a:lnTo>
                  <a:pt x="2098" y="917"/>
                </a:lnTo>
                <a:lnTo>
                  <a:pt x="2098" y="917"/>
                </a:lnTo>
                <a:lnTo>
                  <a:pt x="2100" y="917"/>
                </a:lnTo>
                <a:lnTo>
                  <a:pt x="2100" y="917"/>
                </a:lnTo>
                <a:lnTo>
                  <a:pt x="2101" y="917"/>
                </a:lnTo>
                <a:lnTo>
                  <a:pt x="2103" y="917"/>
                </a:lnTo>
                <a:lnTo>
                  <a:pt x="2103" y="917"/>
                </a:lnTo>
                <a:lnTo>
                  <a:pt x="2103" y="917"/>
                </a:lnTo>
                <a:lnTo>
                  <a:pt x="2104" y="918"/>
                </a:lnTo>
                <a:lnTo>
                  <a:pt x="2104" y="918"/>
                </a:lnTo>
                <a:lnTo>
                  <a:pt x="2104" y="918"/>
                </a:lnTo>
                <a:lnTo>
                  <a:pt x="2105" y="918"/>
                </a:lnTo>
                <a:lnTo>
                  <a:pt x="2106" y="917"/>
                </a:lnTo>
                <a:lnTo>
                  <a:pt x="2106" y="917"/>
                </a:lnTo>
                <a:lnTo>
                  <a:pt x="2106" y="917"/>
                </a:lnTo>
                <a:lnTo>
                  <a:pt x="2107" y="917"/>
                </a:lnTo>
                <a:lnTo>
                  <a:pt x="2109" y="917"/>
                </a:lnTo>
                <a:lnTo>
                  <a:pt x="2109" y="917"/>
                </a:lnTo>
                <a:lnTo>
                  <a:pt x="2110" y="918"/>
                </a:lnTo>
                <a:lnTo>
                  <a:pt x="2110" y="917"/>
                </a:lnTo>
                <a:lnTo>
                  <a:pt x="2110" y="918"/>
                </a:lnTo>
                <a:lnTo>
                  <a:pt x="2112" y="918"/>
                </a:lnTo>
                <a:lnTo>
                  <a:pt x="2112" y="918"/>
                </a:lnTo>
                <a:lnTo>
                  <a:pt x="2113" y="918"/>
                </a:lnTo>
                <a:lnTo>
                  <a:pt x="2113" y="918"/>
                </a:lnTo>
                <a:lnTo>
                  <a:pt x="2114" y="917"/>
                </a:lnTo>
                <a:lnTo>
                  <a:pt x="2115" y="917"/>
                </a:lnTo>
                <a:lnTo>
                  <a:pt x="2116" y="917"/>
                </a:lnTo>
                <a:lnTo>
                  <a:pt x="2117" y="917"/>
                </a:lnTo>
                <a:lnTo>
                  <a:pt x="2117" y="917"/>
                </a:lnTo>
                <a:lnTo>
                  <a:pt x="2117" y="917"/>
                </a:lnTo>
                <a:lnTo>
                  <a:pt x="2118" y="918"/>
                </a:lnTo>
                <a:lnTo>
                  <a:pt x="2118" y="918"/>
                </a:lnTo>
                <a:lnTo>
                  <a:pt x="2119" y="918"/>
                </a:lnTo>
                <a:lnTo>
                  <a:pt x="2120" y="918"/>
                </a:lnTo>
                <a:lnTo>
                  <a:pt x="2120" y="918"/>
                </a:lnTo>
                <a:lnTo>
                  <a:pt x="2121" y="918"/>
                </a:lnTo>
                <a:lnTo>
                  <a:pt x="2122" y="917"/>
                </a:lnTo>
                <a:lnTo>
                  <a:pt x="2123" y="917"/>
                </a:lnTo>
                <a:lnTo>
                  <a:pt x="2123" y="917"/>
                </a:lnTo>
                <a:lnTo>
                  <a:pt x="2123" y="917"/>
                </a:lnTo>
                <a:lnTo>
                  <a:pt x="2124" y="917"/>
                </a:lnTo>
                <a:lnTo>
                  <a:pt x="2124" y="917"/>
                </a:lnTo>
                <a:lnTo>
                  <a:pt x="2125" y="917"/>
                </a:lnTo>
                <a:lnTo>
                  <a:pt x="2126" y="917"/>
                </a:lnTo>
                <a:lnTo>
                  <a:pt x="2126" y="918"/>
                </a:lnTo>
                <a:lnTo>
                  <a:pt x="2127" y="918"/>
                </a:lnTo>
                <a:lnTo>
                  <a:pt x="2127" y="917"/>
                </a:lnTo>
                <a:lnTo>
                  <a:pt x="2129" y="917"/>
                </a:lnTo>
                <a:lnTo>
                  <a:pt x="2129" y="917"/>
                </a:lnTo>
                <a:lnTo>
                  <a:pt x="2129" y="917"/>
                </a:lnTo>
                <a:lnTo>
                  <a:pt x="2130" y="917"/>
                </a:lnTo>
                <a:lnTo>
                  <a:pt x="2130" y="917"/>
                </a:lnTo>
                <a:lnTo>
                  <a:pt x="2130" y="917"/>
                </a:lnTo>
                <a:lnTo>
                  <a:pt x="2133" y="917"/>
                </a:lnTo>
                <a:lnTo>
                  <a:pt x="2133" y="917"/>
                </a:lnTo>
                <a:lnTo>
                  <a:pt x="2135" y="918"/>
                </a:lnTo>
                <a:lnTo>
                  <a:pt x="2135" y="918"/>
                </a:lnTo>
                <a:lnTo>
                  <a:pt x="2135" y="918"/>
                </a:lnTo>
                <a:lnTo>
                  <a:pt x="2136" y="918"/>
                </a:lnTo>
                <a:lnTo>
                  <a:pt x="2137" y="918"/>
                </a:lnTo>
                <a:lnTo>
                  <a:pt x="2138" y="917"/>
                </a:lnTo>
                <a:lnTo>
                  <a:pt x="2139" y="917"/>
                </a:lnTo>
                <a:lnTo>
                  <a:pt x="2139" y="917"/>
                </a:lnTo>
                <a:lnTo>
                  <a:pt x="2140" y="917"/>
                </a:lnTo>
                <a:lnTo>
                  <a:pt x="2141" y="917"/>
                </a:lnTo>
                <a:lnTo>
                  <a:pt x="2141" y="917"/>
                </a:lnTo>
                <a:lnTo>
                  <a:pt x="2142" y="918"/>
                </a:lnTo>
                <a:lnTo>
                  <a:pt x="2143" y="918"/>
                </a:lnTo>
                <a:lnTo>
                  <a:pt x="2144" y="917"/>
                </a:lnTo>
                <a:lnTo>
                  <a:pt x="2144" y="917"/>
                </a:lnTo>
                <a:lnTo>
                  <a:pt x="2145" y="917"/>
                </a:lnTo>
                <a:lnTo>
                  <a:pt x="2145" y="917"/>
                </a:lnTo>
                <a:lnTo>
                  <a:pt x="2146" y="918"/>
                </a:lnTo>
                <a:lnTo>
                  <a:pt x="2147" y="918"/>
                </a:lnTo>
                <a:lnTo>
                  <a:pt x="2147" y="918"/>
                </a:lnTo>
                <a:lnTo>
                  <a:pt x="2148" y="917"/>
                </a:lnTo>
                <a:lnTo>
                  <a:pt x="2149" y="917"/>
                </a:lnTo>
                <a:lnTo>
                  <a:pt x="2149" y="917"/>
                </a:lnTo>
                <a:lnTo>
                  <a:pt x="2150" y="917"/>
                </a:lnTo>
                <a:lnTo>
                  <a:pt x="2151" y="917"/>
                </a:lnTo>
                <a:lnTo>
                  <a:pt x="2151" y="916"/>
                </a:lnTo>
                <a:lnTo>
                  <a:pt x="2151" y="917"/>
                </a:lnTo>
                <a:lnTo>
                  <a:pt x="2152" y="916"/>
                </a:lnTo>
                <a:lnTo>
                  <a:pt x="2153" y="916"/>
                </a:lnTo>
                <a:lnTo>
                  <a:pt x="2153" y="917"/>
                </a:lnTo>
                <a:lnTo>
                  <a:pt x="2153" y="917"/>
                </a:lnTo>
                <a:lnTo>
                  <a:pt x="2154" y="917"/>
                </a:lnTo>
                <a:lnTo>
                  <a:pt x="2154" y="917"/>
                </a:lnTo>
                <a:lnTo>
                  <a:pt x="2155" y="917"/>
                </a:lnTo>
                <a:lnTo>
                  <a:pt x="2157" y="917"/>
                </a:lnTo>
                <a:lnTo>
                  <a:pt x="2157" y="917"/>
                </a:lnTo>
                <a:lnTo>
                  <a:pt x="2157" y="918"/>
                </a:lnTo>
                <a:lnTo>
                  <a:pt x="2158" y="917"/>
                </a:lnTo>
                <a:lnTo>
                  <a:pt x="2159" y="917"/>
                </a:lnTo>
                <a:lnTo>
                  <a:pt x="2159" y="917"/>
                </a:lnTo>
                <a:lnTo>
                  <a:pt x="2159" y="918"/>
                </a:lnTo>
                <a:lnTo>
                  <a:pt x="2160" y="917"/>
                </a:lnTo>
                <a:lnTo>
                  <a:pt x="2160" y="917"/>
                </a:lnTo>
                <a:lnTo>
                  <a:pt x="2161" y="917"/>
                </a:lnTo>
                <a:lnTo>
                  <a:pt x="2162" y="917"/>
                </a:lnTo>
                <a:lnTo>
                  <a:pt x="2163" y="917"/>
                </a:lnTo>
                <a:lnTo>
                  <a:pt x="2163" y="917"/>
                </a:lnTo>
                <a:lnTo>
                  <a:pt x="2163" y="917"/>
                </a:lnTo>
                <a:lnTo>
                  <a:pt x="2165" y="917"/>
                </a:lnTo>
                <a:lnTo>
                  <a:pt x="2165" y="917"/>
                </a:lnTo>
                <a:lnTo>
                  <a:pt x="2165" y="917"/>
                </a:lnTo>
                <a:lnTo>
                  <a:pt x="2166" y="917"/>
                </a:lnTo>
                <a:lnTo>
                  <a:pt x="2167" y="917"/>
                </a:lnTo>
                <a:lnTo>
                  <a:pt x="2167" y="917"/>
                </a:lnTo>
                <a:lnTo>
                  <a:pt x="2168" y="918"/>
                </a:lnTo>
                <a:lnTo>
                  <a:pt x="2168" y="917"/>
                </a:lnTo>
                <a:lnTo>
                  <a:pt x="2169" y="917"/>
                </a:lnTo>
                <a:lnTo>
                  <a:pt x="2169" y="917"/>
                </a:lnTo>
                <a:lnTo>
                  <a:pt x="2171" y="917"/>
                </a:lnTo>
                <a:lnTo>
                  <a:pt x="2171" y="917"/>
                </a:lnTo>
                <a:lnTo>
                  <a:pt x="2171" y="917"/>
                </a:lnTo>
                <a:lnTo>
                  <a:pt x="2172" y="917"/>
                </a:lnTo>
                <a:lnTo>
                  <a:pt x="2172" y="917"/>
                </a:lnTo>
                <a:lnTo>
                  <a:pt x="2173" y="917"/>
                </a:lnTo>
                <a:lnTo>
                  <a:pt x="2173" y="917"/>
                </a:lnTo>
                <a:lnTo>
                  <a:pt x="2175" y="918"/>
                </a:lnTo>
                <a:lnTo>
                  <a:pt x="2175" y="918"/>
                </a:lnTo>
                <a:lnTo>
                  <a:pt x="2177" y="917"/>
                </a:lnTo>
                <a:lnTo>
                  <a:pt x="2177" y="917"/>
                </a:lnTo>
                <a:lnTo>
                  <a:pt x="2178" y="918"/>
                </a:lnTo>
                <a:lnTo>
                  <a:pt x="2178" y="918"/>
                </a:lnTo>
                <a:lnTo>
                  <a:pt x="2178" y="918"/>
                </a:lnTo>
                <a:lnTo>
                  <a:pt x="2179" y="918"/>
                </a:lnTo>
                <a:lnTo>
                  <a:pt x="2180" y="917"/>
                </a:lnTo>
                <a:lnTo>
                  <a:pt x="2181" y="917"/>
                </a:lnTo>
                <a:lnTo>
                  <a:pt x="2181" y="917"/>
                </a:lnTo>
                <a:lnTo>
                  <a:pt x="2181" y="917"/>
                </a:lnTo>
                <a:lnTo>
                  <a:pt x="2182" y="917"/>
                </a:lnTo>
                <a:lnTo>
                  <a:pt x="2183" y="917"/>
                </a:lnTo>
                <a:lnTo>
                  <a:pt x="2183" y="918"/>
                </a:lnTo>
                <a:lnTo>
                  <a:pt x="2184" y="917"/>
                </a:lnTo>
                <a:lnTo>
                  <a:pt x="2184" y="918"/>
                </a:lnTo>
                <a:lnTo>
                  <a:pt x="2185" y="918"/>
                </a:lnTo>
                <a:lnTo>
                  <a:pt x="2185" y="918"/>
                </a:lnTo>
                <a:lnTo>
                  <a:pt x="2185" y="917"/>
                </a:lnTo>
                <a:lnTo>
                  <a:pt x="2187" y="918"/>
                </a:lnTo>
                <a:lnTo>
                  <a:pt x="2187" y="918"/>
                </a:lnTo>
                <a:lnTo>
                  <a:pt x="2187" y="918"/>
                </a:lnTo>
                <a:lnTo>
                  <a:pt x="2187" y="917"/>
                </a:lnTo>
                <a:lnTo>
                  <a:pt x="2189" y="918"/>
                </a:lnTo>
                <a:lnTo>
                  <a:pt x="2189" y="918"/>
                </a:lnTo>
                <a:lnTo>
                  <a:pt x="2190" y="918"/>
                </a:lnTo>
                <a:lnTo>
                  <a:pt x="2190" y="918"/>
                </a:lnTo>
                <a:lnTo>
                  <a:pt x="2190" y="918"/>
                </a:lnTo>
                <a:lnTo>
                  <a:pt x="2191" y="918"/>
                </a:lnTo>
                <a:lnTo>
                  <a:pt x="2192" y="917"/>
                </a:lnTo>
                <a:lnTo>
                  <a:pt x="2192" y="918"/>
                </a:lnTo>
                <a:lnTo>
                  <a:pt x="2193" y="918"/>
                </a:lnTo>
                <a:lnTo>
                  <a:pt x="2193" y="917"/>
                </a:lnTo>
                <a:lnTo>
                  <a:pt x="2193" y="918"/>
                </a:lnTo>
                <a:lnTo>
                  <a:pt x="2195" y="918"/>
                </a:lnTo>
                <a:lnTo>
                  <a:pt x="2195" y="917"/>
                </a:lnTo>
                <a:lnTo>
                  <a:pt x="2196" y="917"/>
                </a:lnTo>
                <a:lnTo>
                  <a:pt x="2197" y="917"/>
                </a:lnTo>
                <a:lnTo>
                  <a:pt x="2197" y="917"/>
                </a:lnTo>
                <a:lnTo>
                  <a:pt x="2198" y="917"/>
                </a:lnTo>
                <a:lnTo>
                  <a:pt x="2199" y="917"/>
                </a:lnTo>
                <a:lnTo>
                  <a:pt x="2199" y="917"/>
                </a:lnTo>
                <a:lnTo>
                  <a:pt x="2199" y="917"/>
                </a:lnTo>
                <a:lnTo>
                  <a:pt x="2200" y="917"/>
                </a:lnTo>
                <a:lnTo>
                  <a:pt x="2201" y="917"/>
                </a:lnTo>
                <a:lnTo>
                  <a:pt x="2201" y="917"/>
                </a:lnTo>
                <a:lnTo>
                  <a:pt x="2202" y="918"/>
                </a:lnTo>
                <a:lnTo>
                  <a:pt x="2203" y="918"/>
                </a:lnTo>
                <a:lnTo>
                  <a:pt x="2203" y="918"/>
                </a:lnTo>
                <a:lnTo>
                  <a:pt x="2204" y="918"/>
                </a:lnTo>
                <a:lnTo>
                  <a:pt x="2205" y="918"/>
                </a:lnTo>
                <a:lnTo>
                  <a:pt x="2205" y="918"/>
                </a:lnTo>
                <a:lnTo>
                  <a:pt x="2207" y="918"/>
                </a:lnTo>
                <a:lnTo>
                  <a:pt x="2207" y="918"/>
                </a:lnTo>
                <a:lnTo>
                  <a:pt x="2207" y="919"/>
                </a:lnTo>
                <a:lnTo>
                  <a:pt x="2208" y="918"/>
                </a:lnTo>
                <a:lnTo>
                  <a:pt x="2208" y="918"/>
                </a:lnTo>
                <a:lnTo>
                  <a:pt x="2209" y="918"/>
                </a:lnTo>
                <a:lnTo>
                  <a:pt x="2210" y="917"/>
                </a:lnTo>
                <a:lnTo>
                  <a:pt x="2211" y="917"/>
                </a:lnTo>
                <a:lnTo>
                  <a:pt x="2211" y="917"/>
                </a:lnTo>
                <a:lnTo>
                  <a:pt x="2212" y="917"/>
                </a:lnTo>
                <a:lnTo>
                  <a:pt x="2213" y="917"/>
                </a:lnTo>
                <a:lnTo>
                  <a:pt x="2213" y="917"/>
                </a:lnTo>
                <a:lnTo>
                  <a:pt x="2214" y="917"/>
                </a:lnTo>
                <a:lnTo>
                  <a:pt x="2214" y="917"/>
                </a:lnTo>
                <a:lnTo>
                  <a:pt x="2215" y="917"/>
                </a:lnTo>
                <a:lnTo>
                  <a:pt x="2215" y="917"/>
                </a:lnTo>
                <a:lnTo>
                  <a:pt x="2216" y="917"/>
                </a:lnTo>
                <a:lnTo>
                  <a:pt x="2216" y="917"/>
                </a:lnTo>
                <a:lnTo>
                  <a:pt x="2217" y="917"/>
                </a:lnTo>
                <a:lnTo>
                  <a:pt x="2219" y="917"/>
                </a:lnTo>
                <a:lnTo>
                  <a:pt x="2219" y="917"/>
                </a:lnTo>
                <a:lnTo>
                  <a:pt x="2219" y="917"/>
                </a:lnTo>
                <a:lnTo>
                  <a:pt x="2220" y="917"/>
                </a:lnTo>
                <a:lnTo>
                  <a:pt x="2221" y="917"/>
                </a:lnTo>
                <a:lnTo>
                  <a:pt x="2222" y="918"/>
                </a:lnTo>
                <a:lnTo>
                  <a:pt x="2222" y="917"/>
                </a:lnTo>
                <a:lnTo>
                  <a:pt x="2223" y="917"/>
                </a:lnTo>
                <a:lnTo>
                  <a:pt x="2225" y="917"/>
                </a:lnTo>
                <a:lnTo>
                  <a:pt x="2225" y="917"/>
                </a:lnTo>
                <a:lnTo>
                  <a:pt x="2225" y="917"/>
                </a:lnTo>
                <a:lnTo>
                  <a:pt x="2226" y="917"/>
                </a:lnTo>
                <a:lnTo>
                  <a:pt x="2226" y="917"/>
                </a:lnTo>
                <a:lnTo>
                  <a:pt x="2226" y="917"/>
                </a:lnTo>
                <a:lnTo>
                  <a:pt x="2227" y="917"/>
                </a:lnTo>
                <a:lnTo>
                  <a:pt x="2228" y="918"/>
                </a:lnTo>
                <a:lnTo>
                  <a:pt x="2229" y="918"/>
                </a:lnTo>
                <a:lnTo>
                  <a:pt x="2229" y="918"/>
                </a:lnTo>
                <a:lnTo>
                  <a:pt x="2229" y="918"/>
                </a:lnTo>
                <a:lnTo>
                  <a:pt x="2230" y="918"/>
                </a:lnTo>
                <a:lnTo>
                  <a:pt x="2231" y="918"/>
                </a:lnTo>
                <a:lnTo>
                  <a:pt x="2231" y="918"/>
                </a:lnTo>
                <a:lnTo>
                  <a:pt x="2231" y="918"/>
                </a:lnTo>
                <a:lnTo>
                  <a:pt x="2232" y="917"/>
                </a:lnTo>
                <a:lnTo>
                  <a:pt x="2232" y="917"/>
                </a:lnTo>
                <a:lnTo>
                  <a:pt x="2233" y="917"/>
                </a:lnTo>
                <a:lnTo>
                  <a:pt x="2233" y="917"/>
                </a:lnTo>
                <a:lnTo>
                  <a:pt x="2235" y="917"/>
                </a:lnTo>
                <a:lnTo>
                  <a:pt x="2235" y="917"/>
                </a:lnTo>
                <a:lnTo>
                  <a:pt x="2235" y="917"/>
                </a:lnTo>
                <a:lnTo>
                  <a:pt x="2237" y="917"/>
                </a:lnTo>
                <a:lnTo>
                  <a:pt x="2237" y="917"/>
                </a:lnTo>
                <a:lnTo>
                  <a:pt x="2238" y="918"/>
                </a:lnTo>
                <a:lnTo>
                  <a:pt x="2239" y="918"/>
                </a:lnTo>
                <a:lnTo>
                  <a:pt x="2240" y="918"/>
                </a:lnTo>
                <a:lnTo>
                  <a:pt x="2240" y="918"/>
                </a:lnTo>
                <a:lnTo>
                  <a:pt x="2241" y="918"/>
                </a:lnTo>
                <a:lnTo>
                  <a:pt x="2242" y="917"/>
                </a:lnTo>
                <a:lnTo>
                  <a:pt x="2243" y="917"/>
                </a:lnTo>
                <a:lnTo>
                  <a:pt x="2243" y="917"/>
                </a:lnTo>
                <a:lnTo>
                  <a:pt x="2244" y="917"/>
                </a:lnTo>
                <a:lnTo>
                  <a:pt x="2245" y="917"/>
                </a:lnTo>
                <a:lnTo>
                  <a:pt x="2245" y="917"/>
                </a:lnTo>
                <a:lnTo>
                  <a:pt x="2246" y="918"/>
                </a:lnTo>
                <a:lnTo>
                  <a:pt x="2247" y="918"/>
                </a:lnTo>
                <a:lnTo>
                  <a:pt x="2248" y="918"/>
                </a:lnTo>
                <a:lnTo>
                  <a:pt x="2249" y="918"/>
                </a:lnTo>
                <a:lnTo>
                  <a:pt x="2249" y="918"/>
                </a:lnTo>
                <a:lnTo>
                  <a:pt x="2250" y="917"/>
                </a:lnTo>
                <a:lnTo>
                  <a:pt x="2250" y="917"/>
                </a:lnTo>
                <a:lnTo>
                  <a:pt x="2251" y="917"/>
                </a:lnTo>
                <a:lnTo>
                  <a:pt x="2253" y="918"/>
                </a:lnTo>
                <a:lnTo>
                  <a:pt x="2253" y="918"/>
                </a:lnTo>
                <a:lnTo>
                  <a:pt x="2253" y="918"/>
                </a:lnTo>
                <a:lnTo>
                  <a:pt x="2255" y="918"/>
                </a:lnTo>
                <a:lnTo>
                  <a:pt x="2255" y="918"/>
                </a:lnTo>
                <a:lnTo>
                  <a:pt x="2256" y="917"/>
                </a:lnTo>
                <a:lnTo>
                  <a:pt x="2256" y="917"/>
                </a:lnTo>
                <a:lnTo>
                  <a:pt x="2257" y="917"/>
                </a:lnTo>
                <a:lnTo>
                  <a:pt x="2257" y="917"/>
                </a:lnTo>
                <a:lnTo>
                  <a:pt x="2258" y="917"/>
                </a:lnTo>
                <a:lnTo>
                  <a:pt x="2259" y="917"/>
                </a:lnTo>
                <a:lnTo>
                  <a:pt x="2259" y="917"/>
                </a:lnTo>
                <a:lnTo>
                  <a:pt x="2259" y="917"/>
                </a:lnTo>
                <a:lnTo>
                  <a:pt x="2260" y="917"/>
                </a:lnTo>
                <a:lnTo>
                  <a:pt x="2261" y="917"/>
                </a:lnTo>
                <a:lnTo>
                  <a:pt x="2261" y="917"/>
                </a:lnTo>
                <a:lnTo>
                  <a:pt x="2261" y="917"/>
                </a:lnTo>
                <a:lnTo>
                  <a:pt x="2262" y="917"/>
                </a:lnTo>
                <a:lnTo>
                  <a:pt x="2263" y="917"/>
                </a:lnTo>
                <a:lnTo>
                  <a:pt x="2265" y="917"/>
                </a:lnTo>
                <a:lnTo>
                  <a:pt x="2265" y="917"/>
                </a:lnTo>
                <a:lnTo>
                  <a:pt x="2267" y="918"/>
                </a:lnTo>
                <a:lnTo>
                  <a:pt x="2267" y="918"/>
                </a:lnTo>
                <a:lnTo>
                  <a:pt x="2267" y="918"/>
                </a:lnTo>
                <a:lnTo>
                  <a:pt x="2268" y="918"/>
                </a:lnTo>
                <a:lnTo>
                  <a:pt x="2269" y="918"/>
                </a:lnTo>
                <a:lnTo>
                  <a:pt x="2269" y="918"/>
                </a:lnTo>
                <a:lnTo>
                  <a:pt x="2270" y="918"/>
                </a:lnTo>
                <a:lnTo>
                  <a:pt x="2270" y="918"/>
                </a:lnTo>
                <a:lnTo>
                  <a:pt x="2271" y="918"/>
                </a:lnTo>
                <a:lnTo>
                  <a:pt x="2271" y="919"/>
                </a:lnTo>
                <a:lnTo>
                  <a:pt x="2273" y="918"/>
                </a:lnTo>
                <a:lnTo>
                  <a:pt x="2273" y="918"/>
                </a:lnTo>
                <a:lnTo>
                  <a:pt x="2273" y="918"/>
                </a:lnTo>
                <a:lnTo>
                  <a:pt x="2275" y="917"/>
                </a:lnTo>
                <a:lnTo>
                  <a:pt x="2275" y="917"/>
                </a:lnTo>
                <a:lnTo>
                  <a:pt x="2275" y="917"/>
                </a:lnTo>
                <a:lnTo>
                  <a:pt x="2276" y="916"/>
                </a:lnTo>
                <a:lnTo>
                  <a:pt x="2277" y="916"/>
                </a:lnTo>
                <a:lnTo>
                  <a:pt x="2277" y="917"/>
                </a:lnTo>
                <a:lnTo>
                  <a:pt x="2278" y="917"/>
                </a:lnTo>
                <a:lnTo>
                  <a:pt x="2279" y="917"/>
                </a:lnTo>
                <a:lnTo>
                  <a:pt x="2279" y="917"/>
                </a:lnTo>
                <a:lnTo>
                  <a:pt x="2281" y="917"/>
                </a:lnTo>
                <a:lnTo>
                  <a:pt x="2281" y="917"/>
                </a:lnTo>
                <a:lnTo>
                  <a:pt x="2282" y="918"/>
                </a:lnTo>
                <a:lnTo>
                  <a:pt x="2283" y="918"/>
                </a:lnTo>
                <a:lnTo>
                  <a:pt x="2283" y="918"/>
                </a:lnTo>
                <a:lnTo>
                  <a:pt x="2283" y="918"/>
                </a:lnTo>
                <a:lnTo>
                  <a:pt x="2284" y="917"/>
                </a:lnTo>
                <a:lnTo>
                  <a:pt x="2285" y="917"/>
                </a:lnTo>
                <a:lnTo>
                  <a:pt x="2285" y="917"/>
                </a:lnTo>
                <a:lnTo>
                  <a:pt x="2286" y="917"/>
                </a:lnTo>
                <a:lnTo>
                  <a:pt x="2287" y="917"/>
                </a:lnTo>
                <a:lnTo>
                  <a:pt x="2287" y="917"/>
                </a:lnTo>
                <a:lnTo>
                  <a:pt x="2287" y="917"/>
                </a:lnTo>
                <a:lnTo>
                  <a:pt x="2288" y="917"/>
                </a:lnTo>
                <a:lnTo>
                  <a:pt x="2289" y="917"/>
                </a:lnTo>
                <a:lnTo>
                  <a:pt x="2289" y="917"/>
                </a:lnTo>
                <a:lnTo>
                  <a:pt x="2291" y="917"/>
                </a:lnTo>
                <a:lnTo>
                  <a:pt x="2291" y="917"/>
                </a:lnTo>
                <a:lnTo>
                  <a:pt x="2291" y="917"/>
                </a:lnTo>
                <a:lnTo>
                  <a:pt x="2292" y="918"/>
                </a:lnTo>
                <a:lnTo>
                  <a:pt x="2293" y="917"/>
                </a:lnTo>
                <a:lnTo>
                  <a:pt x="2293" y="917"/>
                </a:lnTo>
                <a:lnTo>
                  <a:pt x="2293" y="917"/>
                </a:lnTo>
                <a:lnTo>
                  <a:pt x="2294" y="917"/>
                </a:lnTo>
                <a:lnTo>
                  <a:pt x="2295" y="917"/>
                </a:lnTo>
                <a:lnTo>
                  <a:pt x="2295" y="917"/>
                </a:lnTo>
                <a:lnTo>
                  <a:pt x="2297" y="917"/>
                </a:lnTo>
                <a:lnTo>
                  <a:pt x="2297" y="918"/>
                </a:lnTo>
                <a:lnTo>
                  <a:pt x="2298" y="918"/>
                </a:lnTo>
                <a:lnTo>
                  <a:pt x="2299" y="917"/>
                </a:lnTo>
                <a:lnTo>
                  <a:pt x="2299" y="917"/>
                </a:lnTo>
                <a:lnTo>
                  <a:pt x="2299" y="917"/>
                </a:lnTo>
                <a:lnTo>
                  <a:pt x="2301" y="916"/>
                </a:lnTo>
                <a:lnTo>
                  <a:pt x="2301" y="916"/>
                </a:lnTo>
                <a:lnTo>
                  <a:pt x="2303" y="917"/>
                </a:lnTo>
                <a:lnTo>
                  <a:pt x="2303" y="917"/>
                </a:lnTo>
                <a:lnTo>
                  <a:pt x="2304" y="917"/>
                </a:lnTo>
                <a:lnTo>
                  <a:pt x="2305" y="917"/>
                </a:lnTo>
                <a:lnTo>
                  <a:pt x="2305" y="917"/>
                </a:lnTo>
                <a:lnTo>
                  <a:pt x="2306" y="917"/>
                </a:lnTo>
                <a:lnTo>
                  <a:pt x="2306" y="918"/>
                </a:lnTo>
                <a:lnTo>
                  <a:pt x="2307" y="917"/>
                </a:lnTo>
                <a:lnTo>
                  <a:pt x="2307" y="917"/>
                </a:lnTo>
                <a:lnTo>
                  <a:pt x="2307" y="917"/>
                </a:lnTo>
                <a:lnTo>
                  <a:pt x="2308" y="918"/>
                </a:lnTo>
                <a:lnTo>
                  <a:pt x="2309" y="918"/>
                </a:lnTo>
                <a:lnTo>
                  <a:pt x="2309" y="918"/>
                </a:lnTo>
                <a:lnTo>
                  <a:pt x="2310" y="918"/>
                </a:lnTo>
                <a:lnTo>
                  <a:pt x="2311" y="918"/>
                </a:lnTo>
                <a:lnTo>
                  <a:pt x="2311" y="918"/>
                </a:lnTo>
                <a:lnTo>
                  <a:pt x="2313" y="918"/>
                </a:lnTo>
                <a:lnTo>
                  <a:pt x="2313" y="918"/>
                </a:lnTo>
                <a:lnTo>
                  <a:pt x="2314" y="917"/>
                </a:lnTo>
                <a:lnTo>
                  <a:pt x="2315" y="918"/>
                </a:lnTo>
                <a:lnTo>
                  <a:pt x="2315" y="918"/>
                </a:lnTo>
                <a:lnTo>
                  <a:pt x="2315" y="917"/>
                </a:lnTo>
                <a:lnTo>
                  <a:pt x="2316" y="917"/>
                </a:lnTo>
                <a:lnTo>
                  <a:pt x="2317" y="917"/>
                </a:lnTo>
                <a:lnTo>
                  <a:pt x="2317" y="917"/>
                </a:lnTo>
                <a:lnTo>
                  <a:pt x="2317" y="917"/>
                </a:lnTo>
                <a:lnTo>
                  <a:pt x="2318" y="917"/>
                </a:lnTo>
                <a:lnTo>
                  <a:pt x="2319" y="917"/>
                </a:lnTo>
                <a:lnTo>
                  <a:pt x="2320" y="917"/>
                </a:lnTo>
                <a:lnTo>
                  <a:pt x="2321" y="917"/>
                </a:lnTo>
                <a:lnTo>
                  <a:pt x="2321" y="917"/>
                </a:lnTo>
                <a:lnTo>
                  <a:pt x="2321" y="917"/>
                </a:lnTo>
                <a:lnTo>
                  <a:pt x="2322" y="917"/>
                </a:lnTo>
                <a:lnTo>
                  <a:pt x="2323" y="918"/>
                </a:lnTo>
                <a:lnTo>
                  <a:pt x="2323" y="918"/>
                </a:lnTo>
                <a:lnTo>
                  <a:pt x="2324" y="917"/>
                </a:lnTo>
                <a:lnTo>
                  <a:pt x="2325" y="917"/>
                </a:lnTo>
                <a:lnTo>
                  <a:pt x="2325" y="917"/>
                </a:lnTo>
                <a:lnTo>
                  <a:pt x="2326" y="917"/>
                </a:lnTo>
                <a:lnTo>
                  <a:pt x="2327" y="917"/>
                </a:lnTo>
                <a:lnTo>
                  <a:pt x="2327" y="917"/>
                </a:lnTo>
                <a:lnTo>
                  <a:pt x="2327" y="917"/>
                </a:lnTo>
                <a:lnTo>
                  <a:pt x="2329" y="918"/>
                </a:lnTo>
                <a:lnTo>
                  <a:pt x="2329" y="918"/>
                </a:lnTo>
                <a:lnTo>
                  <a:pt x="2329" y="917"/>
                </a:lnTo>
                <a:lnTo>
                  <a:pt x="2330" y="917"/>
                </a:lnTo>
                <a:lnTo>
                  <a:pt x="2331" y="917"/>
                </a:lnTo>
                <a:lnTo>
                  <a:pt x="2331" y="917"/>
                </a:lnTo>
                <a:lnTo>
                  <a:pt x="2333" y="917"/>
                </a:lnTo>
                <a:lnTo>
                  <a:pt x="2333" y="917"/>
                </a:lnTo>
                <a:lnTo>
                  <a:pt x="2333" y="917"/>
                </a:lnTo>
                <a:lnTo>
                  <a:pt x="2335" y="918"/>
                </a:lnTo>
                <a:lnTo>
                  <a:pt x="2335" y="918"/>
                </a:lnTo>
                <a:lnTo>
                  <a:pt x="2335" y="918"/>
                </a:lnTo>
                <a:lnTo>
                  <a:pt x="2335" y="918"/>
                </a:lnTo>
                <a:lnTo>
                  <a:pt x="2336" y="918"/>
                </a:lnTo>
                <a:lnTo>
                  <a:pt x="2337" y="918"/>
                </a:lnTo>
                <a:lnTo>
                  <a:pt x="2337" y="918"/>
                </a:lnTo>
                <a:lnTo>
                  <a:pt x="2337" y="918"/>
                </a:lnTo>
                <a:lnTo>
                  <a:pt x="2339" y="917"/>
                </a:lnTo>
                <a:lnTo>
                  <a:pt x="2339" y="917"/>
                </a:lnTo>
                <a:lnTo>
                  <a:pt x="2339" y="918"/>
                </a:lnTo>
                <a:lnTo>
                  <a:pt x="2341" y="917"/>
                </a:lnTo>
                <a:lnTo>
                  <a:pt x="2341" y="917"/>
                </a:lnTo>
                <a:lnTo>
                  <a:pt x="2341" y="917"/>
                </a:lnTo>
                <a:lnTo>
                  <a:pt x="2342" y="917"/>
                </a:lnTo>
                <a:lnTo>
                  <a:pt x="2342" y="917"/>
                </a:lnTo>
                <a:lnTo>
                  <a:pt x="2343" y="917"/>
                </a:lnTo>
                <a:lnTo>
                  <a:pt x="2344" y="917"/>
                </a:lnTo>
                <a:lnTo>
                  <a:pt x="2345" y="918"/>
                </a:lnTo>
                <a:lnTo>
                  <a:pt x="2345" y="918"/>
                </a:lnTo>
                <a:lnTo>
                  <a:pt x="2345" y="917"/>
                </a:lnTo>
                <a:lnTo>
                  <a:pt x="2346" y="918"/>
                </a:lnTo>
                <a:lnTo>
                  <a:pt x="2347" y="918"/>
                </a:lnTo>
                <a:lnTo>
                  <a:pt x="2347" y="918"/>
                </a:lnTo>
                <a:lnTo>
                  <a:pt x="2347" y="917"/>
                </a:lnTo>
                <a:lnTo>
                  <a:pt x="2348" y="918"/>
                </a:lnTo>
                <a:lnTo>
                  <a:pt x="2349" y="918"/>
                </a:lnTo>
                <a:lnTo>
                  <a:pt x="2349" y="918"/>
                </a:lnTo>
                <a:lnTo>
                  <a:pt x="2350" y="917"/>
                </a:lnTo>
                <a:lnTo>
                  <a:pt x="2351" y="917"/>
                </a:lnTo>
                <a:lnTo>
                  <a:pt x="2351" y="917"/>
                </a:lnTo>
                <a:lnTo>
                  <a:pt x="2351" y="918"/>
                </a:lnTo>
                <a:lnTo>
                  <a:pt x="2352" y="917"/>
                </a:lnTo>
                <a:lnTo>
                  <a:pt x="2353" y="917"/>
                </a:lnTo>
                <a:lnTo>
                  <a:pt x="2353" y="917"/>
                </a:lnTo>
                <a:lnTo>
                  <a:pt x="2353" y="917"/>
                </a:lnTo>
                <a:lnTo>
                  <a:pt x="2354" y="917"/>
                </a:lnTo>
                <a:lnTo>
                  <a:pt x="2355" y="917"/>
                </a:lnTo>
                <a:lnTo>
                  <a:pt x="2355" y="917"/>
                </a:lnTo>
                <a:lnTo>
                  <a:pt x="2356" y="917"/>
                </a:lnTo>
                <a:lnTo>
                  <a:pt x="2357" y="917"/>
                </a:lnTo>
                <a:lnTo>
                  <a:pt x="2357" y="917"/>
                </a:lnTo>
                <a:lnTo>
                  <a:pt x="2358" y="917"/>
                </a:lnTo>
                <a:lnTo>
                  <a:pt x="2359" y="917"/>
                </a:lnTo>
                <a:lnTo>
                  <a:pt x="2359" y="917"/>
                </a:lnTo>
                <a:lnTo>
                  <a:pt x="2360" y="918"/>
                </a:lnTo>
                <a:lnTo>
                  <a:pt x="2361" y="917"/>
                </a:lnTo>
                <a:lnTo>
                  <a:pt x="2361" y="917"/>
                </a:lnTo>
                <a:lnTo>
                  <a:pt x="2361" y="917"/>
                </a:lnTo>
                <a:lnTo>
                  <a:pt x="2361" y="918"/>
                </a:lnTo>
                <a:lnTo>
                  <a:pt x="2363" y="917"/>
                </a:lnTo>
                <a:lnTo>
                  <a:pt x="2363" y="917"/>
                </a:lnTo>
                <a:lnTo>
                  <a:pt x="2363" y="917"/>
                </a:lnTo>
                <a:lnTo>
                  <a:pt x="2365" y="917"/>
                </a:lnTo>
                <a:lnTo>
                  <a:pt x="2365" y="917"/>
                </a:lnTo>
                <a:lnTo>
                  <a:pt x="2366" y="917"/>
                </a:lnTo>
                <a:lnTo>
                  <a:pt x="2367" y="917"/>
                </a:lnTo>
                <a:lnTo>
                  <a:pt x="2367" y="917"/>
                </a:lnTo>
                <a:lnTo>
                  <a:pt x="2368" y="918"/>
                </a:lnTo>
                <a:lnTo>
                  <a:pt x="2369" y="918"/>
                </a:lnTo>
                <a:lnTo>
                  <a:pt x="2369" y="918"/>
                </a:lnTo>
                <a:lnTo>
                  <a:pt x="2370" y="918"/>
                </a:lnTo>
                <a:lnTo>
                  <a:pt x="2371" y="918"/>
                </a:lnTo>
                <a:lnTo>
                  <a:pt x="2371" y="918"/>
                </a:lnTo>
                <a:lnTo>
                  <a:pt x="2371" y="918"/>
                </a:lnTo>
                <a:lnTo>
                  <a:pt x="2373" y="917"/>
                </a:lnTo>
                <a:lnTo>
                  <a:pt x="2373" y="917"/>
                </a:lnTo>
                <a:lnTo>
                  <a:pt x="2373" y="917"/>
                </a:lnTo>
                <a:lnTo>
                  <a:pt x="2375" y="917"/>
                </a:lnTo>
                <a:lnTo>
                  <a:pt x="2375" y="917"/>
                </a:lnTo>
                <a:lnTo>
                  <a:pt x="2376" y="918"/>
                </a:lnTo>
                <a:lnTo>
                  <a:pt x="2377" y="917"/>
                </a:lnTo>
                <a:lnTo>
                  <a:pt x="2377" y="917"/>
                </a:lnTo>
                <a:lnTo>
                  <a:pt x="2377" y="918"/>
                </a:lnTo>
                <a:lnTo>
                  <a:pt x="2378" y="917"/>
                </a:lnTo>
                <a:lnTo>
                  <a:pt x="2379" y="917"/>
                </a:lnTo>
                <a:lnTo>
                  <a:pt x="2379" y="917"/>
                </a:lnTo>
                <a:lnTo>
                  <a:pt x="2380" y="918"/>
                </a:lnTo>
                <a:lnTo>
                  <a:pt x="2381" y="918"/>
                </a:lnTo>
                <a:lnTo>
                  <a:pt x="2381" y="918"/>
                </a:lnTo>
                <a:lnTo>
                  <a:pt x="2381" y="918"/>
                </a:lnTo>
                <a:lnTo>
                  <a:pt x="2383" y="917"/>
                </a:lnTo>
                <a:lnTo>
                  <a:pt x="2383" y="917"/>
                </a:lnTo>
                <a:lnTo>
                  <a:pt x="2383" y="917"/>
                </a:lnTo>
                <a:lnTo>
                  <a:pt x="2383" y="917"/>
                </a:lnTo>
                <a:lnTo>
                  <a:pt x="2384" y="917"/>
                </a:lnTo>
                <a:lnTo>
                  <a:pt x="2385" y="917"/>
                </a:lnTo>
                <a:lnTo>
                  <a:pt x="2385" y="917"/>
                </a:lnTo>
                <a:lnTo>
                  <a:pt x="2385" y="917"/>
                </a:lnTo>
                <a:lnTo>
                  <a:pt x="2386" y="917"/>
                </a:lnTo>
                <a:lnTo>
                  <a:pt x="2387" y="917"/>
                </a:lnTo>
                <a:lnTo>
                  <a:pt x="2387" y="917"/>
                </a:lnTo>
                <a:lnTo>
                  <a:pt x="2387" y="917"/>
                </a:lnTo>
                <a:lnTo>
                  <a:pt x="2389" y="917"/>
                </a:lnTo>
                <a:lnTo>
                  <a:pt x="2389" y="917"/>
                </a:lnTo>
                <a:lnTo>
                  <a:pt x="2390" y="918"/>
                </a:lnTo>
                <a:lnTo>
                  <a:pt x="2391" y="918"/>
                </a:lnTo>
                <a:lnTo>
                  <a:pt x="2391" y="918"/>
                </a:lnTo>
                <a:lnTo>
                  <a:pt x="2393" y="917"/>
                </a:lnTo>
                <a:lnTo>
                  <a:pt x="2393" y="917"/>
                </a:lnTo>
                <a:lnTo>
                  <a:pt x="2393" y="917"/>
                </a:lnTo>
                <a:lnTo>
                  <a:pt x="2395" y="917"/>
                </a:lnTo>
                <a:lnTo>
                  <a:pt x="2395" y="917"/>
                </a:lnTo>
                <a:lnTo>
                  <a:pt x="2396" y="918"/>
                </a:lnTo>
                <a:lnTo>
                  <a:pt x="2397" y="917"/>
                </a:lnTo>
                <a:lnTo>
                  <a:pt x="2397" y="917"/>
                </a:lnTo>
                <a:lnTo>
                  <a:pt x="2398" y="917"/>
                </a:lnTo>
                <a:lnTo>
                  <a:pt x="2399" y="917"/>
                </a:lnTo>
                <a:lnTo>
                  <a:pt x="2399" y="917"/>
                </a:lnTo>
                <a:lnTo>
                  <a:pt x="2400" y="918"/>
                </a:lnTo>
                <a:lnTo>
                  <a:pt x="2401" y="917"/>
                </a:lnTo>
                <a:lnTo>
                  <a:pt x="2401" y="917"/>
                </a:lnTo>
                <a:lnTo>
                  <a:pt x="2402" y="918"/>
                </a:lnTo>
                <a:lnTo>
                  <a:pt x="2403" y="918"/>
                </a:lnTo>
                <a:lnTo>
                  <a:pt x="2403" y="917"/>
                </a:lnTo>
                <a:lnTo>
                  <a:pt x="2404" y="918"/>
                </a:lnTo>
                <a:lnTo>
                  <a:pt x="2405" y="917"/>
                </a:lnTo>
                <a:lnTo>
                  <a:pt x="2405" y="917"/>
                </a:lnTo>
                <a:lnTo>
                  <a:pt x="2406" y="917"/>
                </a:lnTo>
                <a:lnTo>
                  <a:pt x="2407" y="917"/>
                </a:lnTo>
                <a:lnTo>
                  <a:pt x="2407" y="917"/>
                </a:lnTo>
                <a:lnTo>
                  <a:pt x="2407" y="917"/>
                </a:lnTo>
                <a:lnTo>
                  <a:pt x="2408" y="917"/>
                </a:lnTo>
                <a:lnTo>
                  <a:pt x="2409" y="917"/>
                </a:lnTo>
                <a:lnTo>
                  <a:pt x="2409" y="917"/>
                </a:lnTo>
                <a:lnTo>
                  <a:pt x="2409" y="917"/>
                </a:lnTo>
                <a:lnTo>
                  <a:pt x="2410" y="917"/>
                </a:lnTo>
                <a:lnTo>
                  <a:pt x="2411" y="917"/>
                </a:lnTo>
                <a:lnTo>
                  <a:pt x="2411" y="917"/>
                </a:lnTo>
                <a:lnTo>
                  <a:pt x="2411" y="917"/>
                </a:lnTo>
                <a:lnTo>
                  <a:pt x="2412" y="917"/>
                </a:lnTo>
                <a:lnTo>
                  <a:pt x="2413" y="917"/>
                </a:lnTo>
                <a:lnTo>
                  <a:pt x="2413" y="917"/>
                </a:lnTo>
                <a:lnTo>
                  <a:pt x="2414" y="918"/>
                </a:lnTo>
                <a:lnTo>
                  <a:pt x="2415" y="918"/>
                </a:lnTo>
                <a:lnTo>
                  <a:pt x="2415" y="918"/>
                </a:lnTo>
                <a:lnTo>
                  <a:pt x="2416" y="918"/>
                </a:lnTo>
                <a:lnTo>
                  <a:pt x="2417" y="918"/>
                </a:lnTo>
                <a:lnTo>
                  <a:pt x="2417" y="918"/>
                </a:lnTo>
                <a:lnTo>
                  <a:pt x="2418" y="918"/>
                </a:lnTo>
                <a:lnTo>
                  <a:pt x="2419" y="918"/>
                </a:lnTo>
                <a:lnTo>
                  <a:pt x="2419" y="918"/>
                </a:lnTo>
                <a:lnTo>
                  <a:pt x="2421" y="918"/>
                </a:lnTo>
                <a:lnTo>
                  <a:pt x="2421" y="918"/>
                </a:lnTo>
                <a:lnTo>
                  <a:pt x="2422" y="918"/>
                </a:lnTo>
                <a:lnTo>
                  <a:pt x="2423" y="917"/>
                </a:lnTo>
                <a:lnTo>
                  <a:pt x="2423" y="917"/>
                </a:lnTo>
                <a:lnTo>
                  <a:pt x="2424" y="917"/>
                </a:lnTo>
                <a:lnTo>
                  <a:pt x="2425" y="917"/>
                </a:lnTo>
                <a:lnTo>
                  <a:pt x="2425" y="917"/>
                </a:lnTo>
                <a:lnTo>
                  <a:pt x="2426" y="918"/>
                </a:lnTo>
                <a:lnTo>
                  <a:pt x="2427" y="917"/>
                </a:lnTo>
                <a:lnTo>
                  <a:pt x="2427" y="917"/>
                </a:lnTo>
                <a:lnTo>
                  <a:pt x="2428" y="917"/>
                </a:lnTo>
                <a:lnTo>
                  <a:pt x="2429" y="917"/>
                </a:lnTo>
                <a:lnTo>
                  <a:pt x="2429" y="917"/>
                </a:lnTo>
                <a:lnTo>
                  <a:pt x="2431" y="917"/>
                </a:lnTo>
                <a:lnTo>
                  <a:pt x="2431" y="917"/>
                </a:lnTo>
                <a:lnTo>
                  <a:pt x="2431" y="917"/>
                </a:lnTo>
                <a:lnTo>
                  <a:pt x="2431" y="917"/>
                </a:lnTo>
                <a:lnTo>
                  <a:pt x="2433" y="918"/>
                </a:lnTo>
                <a:lnTo>
                  <a:pt x="2433" y="918"/>
                </a:lnTo>
                <a:lnTo>
                  <a:pt x="2434" y="918"/>
                </a:lnTo>
                <a:lnTo>
                  <a:pt x="2435" y="917"/>
                </a:lnTo>
                <a:lnTo>
                  <a:pt x="2435" y="917"/>
                </a:lnTo>
                <a:lnTo>
                  <a:pt x="2437" y="917"/>
                </a:lnTo>
                <a:lnTo>
                  <a:pt x="2437" y="917"/>
                </a:lnTo>
                <a:lnTo>
                  <a:pt x="2439" y="918"/>
                </a:lnTo>
                <a:lnTo>
                  <a:pt x="2439" y="918"/>
                </a:lnTo>
                <a:lnTo>
                  <a:pt x="2440" y="917"/>
                </a:lnTo>
                <a:lnTo>
                  <a:pt x="2441" y="918"/>
                </a:lnTo>
                <a:lnTo>
                  <a:pt x="2441" y="918"/>
                </a:lnTo>
                <a:lnTo>
                  <a:pt x="2442" y="917"/>
                </a:lnTo>
                <a:lnTo>
                  <a:pt x="2443" y="917"/>
                </a:lnTo>
                <a:lnTo>
                  <a:pt x="2443" y="917"/>
                </a:lnTo>
                <a:lnTo>
                  <a:pt x="2445" y="917"/>
                </a:lnTo>
                <a:lnTo>
                  <a:pt x="2445" y="917"/>
                </a:lnTo>
                <a:lnTo>
                  <a:pt x="2445" y="917"/>
                </a:lnTo>
                <a:lnTo>
                  <a:pt x="2446" y="917"/>
                </a:lnTo>
                <a:lnTo>
                  <a:pt x="2447" y="917"/>
                </a:lnTo>
                <a:lnTo>
                  <a:pt x="2447" y="917"/>
                </a:lnTo>
                <a:lnTo>
                  <a:pt x="2447" y="918"/>
                </a:lnTo>
                <a:lnTo>
                  <a:pt x="2449" y="917"/>
                </a:lnTo>
                <a:lnTo>
                  <a:pt x="2449" y="917"/>
                </a:lnTo>
                <a:lnTo>
                  <a:pt x="2449" y="917"/>
                </a:lnTo>
                <a:lnTo>
                  <a:pt x="2451" y="917"/>
                </a:lnTo>
                <a:lnTo>
                  <a:pt x="2451" y="917"/>
                </a:lnTo>
                <a:lnTo>
                  <a:pt x="2451" y="917"/>
                </a:lnTo>
                <a:lnTo>
                  <a:pt x="2452" y="916"/>
                </a:lnTo>
                <a:lnTo>
                  <a:pt x="2453" y="917"/>
                </a:lnTo>
                <a:lnTo>
                  <a:pt x="2453" y="917"/>
                </a:lnTo>
                <a:lnTo>
                  <a:pt x="2454" y="917"/>
                </a:lnTo>
                <a:lnTo>
                  <a:pt x="2455" y="917"/>
                </a:lnTo>
                <a:lnTo>
                  <a:pt x="2455" y="917"/>
                </a:lnTo>
                <a:lnTo>
                  <a:pt x="2456" y="917"/>
                </a:lnTo>
                <a:lnTo>
                  <a:pt x="2457" y="918"/>
                </a:lnTo>
                <a:lnTo>
                  <a:pt x="2457" y="918"/>
                </a:lnTo>
                <a:lnTo>
                  <a:pt x="2457" y="918"/>
                </a:lnTo>
                <a:lnTo>
                  <a:pt x="2457" y="917"/>
                </a:lnTo>
                <a:lnTo>
                  <a:pt x="2458" y="918"/>
                </a:lnTo>
                <a:lnTo>
                  <a:pt x="2459" y="918"/>
                </a:lnTo>
                <a:lnTo>
                  <a:pt x="2459" y="917"/>
                </a:lnTo>
                <a:lnTo>
                  <a:pt x="2460" y="917"/>
                </a:lnTo>
                <a:lnTo>
                  <a:pt x="2460" y="918"/>
                </a:lnTo>
                <a:lnTo>
                  <a:pt x="2461" y="917"/>
                </a:lnTo>
                <a:lnTo>
                  <a:pt x="2461" y="917"/>
                </a:lnTo>
                <a:lnTo>
                  <a:pt x="2462" y="917"/>
                </a:lnTo>
                <a:lnTo>
                  <a:pt x="2463" y="917"/>
                </a:lnTo>
                <a:lnTo>
                  <a:pt x="2463" y="917"/>
                </a:lnTo>
                <a:lnTo>
                  <a:pt x="2463" y="917"/>
                </a:lnTo>
                <a:lnTo>
                  <a:pt x="2464" y="917"/>
                </a:lnTo>
                <a:lnTo>
                  <a:pt x="2464" y="917"/>
                </a:lnTo>
                <a:lnTo>
                  <a:pt x="2465" y="917"/>
                </a:lnTo>
                <a:lnTo>
                  <a:pt x="2465" y="917"/>
                </a:lnTo>
                <a:lnTo>
                  <a:pt x="2466" y="918"/>
                </a:lnTo>
                <a:lnTo>
                  <a:pt x="2467" y="917"/>
                </a:lnTo>
                <a:lnTo>
                  <a:pt x="2467" y="917"/>
                </a:lnTo>
                <a:lnTo>
                  <a:pt x="2468" y="918"/>
                </a:lnTo>
                <a:lnTo>
                  <a:pt x="2469" y="918"/>
                </a:lnTo>
                <a:lnTo>
                  <a:pt x="2469" y="918"/>
                </a:lnTo>
                <a:lnTo>
                  <a:pt x="2469" y="918"/>
                </a:lnTo>
                <a:lnTo>
                  <a:pt x="2471" y="917"/>
                </a:lnTo>
                <a:lnTo>
                  <a:pt x="2471" y="917"/>
                </a:lnTo>
                <a:lnTo>
                  <a:pt x="2471" y="917"/>
                </a:lnTo>
                <a:lnTo>
                  <a:pt x="2472" y="918"/>
                </a:lnTo>
                <a:lnTo>
                  <a:pt x="2472" y="917"/>
                </a:lnTo>
                <a:lnTo>
                  <a:pt x="2473" y="917"/>
                </a:lnTo>
                <a:lnTo>
                  <a:pt x="2473" y="917"/>
                </a:lnTo>
                <a:lnTo>
                  <a:pt x="2473" y="917"/>
                </a:lnTo>
                <a:lnTo>
                  <a:pt x="2474" y="917"/>
                </a:lnTo>
                <a:lnTo>
                  <a:pt x="2475" y="917"/>
                </a:lnTo>
                <a:lnTo>
                  <a:pt x="2475" y="917"/>
                </a:lnTo>
                <a:lnTo>
                  <a:pt x="2475" y="918"/>
                </a:lnTo>
                <a:lnTo>
                  <a:pt x="2477" y="917"/>
                </a:lnTo>
                <a:lnTo>
                  <a:pt x="2477" y="917"/>
                </a:lnTo>
                <a:lnTo>
                  <a:pt x="2477" y="917"/>
                </a:lnTo>
                <a:lnTo>
                  <a:pt x="2477" y="917"/>
                </a:lnTo>
                <a:lnTo>
                  <a:pt x="2479" y="917"/>
                </a:lnTo>
                <a:lnTo>
                  <a:pt x="2479" y="917"/>
                </a:lnTo>
                <a:lnTo>
                  <a:pt x="2479" y="917"/>
                </a:lnTo>
                <a:lnTo>
                  <a:pt x="2480" y="917"/>
                </a:lnTo>
                <a:lnTo>
                  <a:pt x="2481" y="917"/>
                </a:lnTo>
                <a:lnTo>
                  <a:pt x="2481" y="917"/>
                </a:lnTo>
                <a:lnTo>
                  <a:pt x="2483" y="918"/>
                </a:lnTo>
                <a:lnTo>
                  <a:pt x="2483" y="918"/>
                </a:lnTo>
                <a:lnTo>
                  <a:pt x="2484" y="918"/>
                </a:lnTo>
                <a:lnTo>
                  <a:pt x="2484" y="918"/>
                </a:lnTo>
                <a:lnTo>
                  <a:pt x="2485" y="918"/>
                </a:lnTo>
                <a:lnTo>
                  <a:pt x="2485" y="918"/>
                </a:lnTo>
                <a:lnTo>
                  <a:pt x="2485" y="917"/>
                </a:lnTo>
                <a:lnTo>
                  <a:pt x="2487" y="918"/>
                </a:lnTo>
                <a:lnTo>
                  <a:pt x="2487" y="918"/>
                </a:lnTo>
                <a:lnTo>
                  <a:pt x="2487" y="918"/>
                </a:lnTo>
                <a:lnTo>
                  <a:pt x="2489" y="917"/>
                </a:lnTo>
                <a:lnTo>
                  <a:pt x="2489" y="917"/>
                </a:lnTo>
                <a:lnTo>
                  <a:pt x="2490" y="917"/>
                </a:lnTo>
                <a:lnTo>
                  <a:pt x="2491" y="917"/>
                </a:lnTo>
                <a:lnTo>
                  <a:pt x="2491" y="917"/>
                </a:lnTo>
                <a:lnTo>
                  <a:pt x="2492" y="917"/>
                </a:lnTo>
                <a:lnTo>
                  <a:pt x="2493" y="917"/>
                </a:lnTo>
                <a:lnTo>
                  <a:pt x="2493" y="917"/>
                </a:lnTo>
                <a:lnTo>
                  <a:pt x="2493" y="917"/>
                </a:lnTo>
                <a:lnTo>
                  <a:pt x="2495" y="917"/>
                </a:lnTo>
                <a:lnTo>
                  <a:pt x="2495" y="917"/>
                </a:lnTo>
                <a:lnTo>
                  <a:pt x="2495" y="917"/>
                </a:lnTo>
                <a:lnTo>
                  <a:pt x="2496" y="917"/>
                </a:lnTo>
                <a:lnTo>
                  <a:pt x="2497" y="918"/>
                </a:lnTo>
                <a:lnTo>
                  <a:pt x="2497" y="917"/>
                </a:lnTo>
                <a:lnTo>
                  <a:pt x="2497" y="917"/>
                </a:lnTo>
                <a:lnTo>
                  <a:pt x="2499" y="918"/>
                </a:lnTo>
                <a:lnTo>
                  <a:pt x="2499" y="918"/>
                </a:lnTo>
                <a:lnTo>
                  <a:pt x="2500" y="918"/>
                </a:lnTo>
                <a:lnTo>
                  <a:pt x="2500" y="918"/>
                </a:lnTo>
                <a:lnTo>
                  <a:pt x="2501" y="918"/>
                </a:lnTo>
                <a:lnTo>
                  <a:pt x="2501" y="918"/>
                </a:lnTo>
                <a:lnTo>
                  <a:pt x="2502" y="918"/>
                </a:lnTo>
                <a:lnTo>
                  <a:pt x="2502" y="918"/>
                </a:lnTo>
                <a:lnTo>
                  <a:pt x="2503" y="918"/>
                </a:lnTo>
                <a:lnTo>
                  <a:pt x="2503" y="918"/>
                </a:lnTo>
                <a:lnTo>
                  <a:pt x="2505" y="918"/>
                </a:lnTo>
                <a:lnTo>
                  <a:pt x="2505" y="918"/>
                </a:lnTo>
                <a:lnTo>
                  <a:pt x="2506" y="918"/>
                </a:lnTo>
                <a:lnTo>
                  <a:pt x="2507" y="918"/>
                </a:lnTo>
                <a:lnTo>
                  <a:pt x="2507" y="918"/>
                </a:lnTo>
                <a:lnTo>
                  <a:pt x="2508" y="918"/>
                </a:lnTo>
                <a:lnTo>
                  <a:pt x="2508" y="918"/>
                </a:lnTo>
                <a:lnTo>
                  <a:pt x="2509" y="918"/>
                </a:lnTo>
                <a:lnTo>
                  <a:pt x="2509" y="918"/>
                </a:lnTo>
                <a:lnTo>
                  <a:pt x="2510" y="918"/>
                </a:lnTo>
                <a:lnTo>
                  <a:pt x="2511" y="918"/>
                </a:lnTo>
                <a:lnTo>
                  <a:pt x="2511" y="918"/>
                </a:lnTo>
                <a:lnTo>
                  <a:pt x="2512" y="917"/>
                </a:lnTo>
                <a:lnTo>
                  <a:pt x="2513" y="917"/>
                </a:lnTo>
                <a:lnTo>
                  <a:pt x="2513" y="917"/>
                </a:lnTo>
                <a:lnTo>
                  <a:pt x="2515" y="918"/>
                </a:lnTo>
                <a:lnTo>
                  <a:pt x="2515" y="918"/>
                </a:lnTo>
                <a:lnTo>
                  <a:pt x="2517" y="917"/>
                </a:lnTo>
                <a:lnTo>
                  <a:pt x="2517" y="917"/>
                </a:lnTo>
                <a:lnTo>
                  <a:pt x="2517" y="917"/>
                </a:lnTo>
                <a:lnTo>
                  <a:pt x="2517" y="917"/>
                </a:lnTo>
                <a:lnTo>
                  <a:pt x="2519" y="916"/>
                </a:lnTo>
                <a:lnTo>
                  <a:pt x="2519" y="916"/>
                </a:lnTo>
                <a:lnTo>
                  <a:pt x="2520" y="917"/>
                </a:lnTo>
                <a:lnTo>
                  <a:pt x="2521" y="917"/>
                </a:lnTo>
                <a:lnTo>
                  <a:pt x="2521" y="917"/>
                </a:lnTo>
                <a:lnTo>
                  <a:pt x="2522" y="917"/>
                </a:lnTo>
                <a:lnTo>
                  <a:pt x="2523" y="917"/>
                </a:lnTo>
                <a:lnTo>
                  <a:pt x="2523" y="917"/>
                </a:lnTo>
                <a:lnTo>
                  <a:pt x="2524" y="917"/>
                </a:lnTo>
                <a:lnTo>
                  <a:pt x="2524" y="917"/>
                </a:lnTo>
                <a:lnTo>
                  <a:pt x="2525" y="917"/>
                </a:lnTo>
                <a:lnTo>
                  <a:pt x="2525" y="917"/>
                </a:lnTo>
                <a:lnTo>
                  <a:pt x="2526" y="918"/>
                </a:lnTo>
                <a:lnTo>
                  <a:pt x="2527" y="918"/>
                </a:lnTo>
                <a:lnTo>
                  <a:pt x="2527" y="918"/>
                </a:lnTo>
                <a:lnTo>
                  <a:pt x="2528" y="917"/>
                </a:lnTo>
                <a:lnTo>
                  <a:pt x="2529" y="917"/>
                </a:lnTo>
                <a:lnTo>
                  <a:pt x="2529" y="917"/>
                </a:lnTo>
                <a:lnTo>
                  <a:pt x="2530" y="917"/>
                </a:lnTo>
                <a:lnTo>
                  <a:pt x="2531" y="917"/>
                </a:lnTo>
                <a:lnTo>
                  <a:pt x="2531" y="917"/>
                </a:lnTo>
                <a:lnTo>
                  <a:pt x="2532" y="917"/>
                </a:lnTo>
                <a:lnTo>
                  <a:pt x="2533" y="918"/>
                </a:lnTo>
                <a:lnTo>
                  <a:pt x="2533" y="918"/>
                </a:lnTo>
                <a:lnTo>
                  <a:pt x="2533" y="918"/>
                </a:lnTo>
                <a:lnTo>
                  <a:pt x="2535" y="920"/>
                </a:lnTo>
                <a:lnTo>
                  <a:pt x="2535" y="920"/>
                </a:lnTo>
                <a:lnTo>
                  <a:pt x="2535" y="920"/>
                </a:lnTo>
                <a:lnTo>
                  <a:pt x="2537" y="920"/>
                </a:lnTo>
                <a:lnTo>
                  <a:pt x="2537" y="920"/>
                </a:lnTo>
                <a:lnTo>
                  <a:pt x="2539" y="918"/>
                </a:lnTo>
                <a:lnTo>
                  <a:pt x="2539" y="918"/>
                </a:lnTo>
                <a:lnTo>
                  <a:pt x="2541" y="917"/>
                </a:lnTo>
                <a:lnTo>
                  <a:pt x="2541" y="917"/>
                </a:lnTo>
                <a:lnTo>
                  <a:pt x="2541" y="917"/>
                </a:lnTo>
                <a:lnTo>
                  <a:pt x="2542" y="917"/>
                </a:lnTo>
                <a:lnTo>
                  <a:pt x="2543" y="917"/>
                </a:lnTo>
                <a:lnTo>
                  <a:pt x="2543" y="917"/>
                </a:lnTo>
                <a:lnTo>
                  <a:pt x="2543" y="917"/>
                </a:lnTo>
                <a:lnTo>
                  <a:pt x="2545" y="917"/>
                </a:lnTo>
                <a:lnTo>
                  <a:pt x="2545" y="917"/>
                </a:lnTo>
                <a:lnTo>
                  <a:pt x="2545" y="917"/>
                </a:lnTo>
                <a:lnTo>
                  <a:pt x="2547" y="918"/>
                </a:lnTo>
                <a:lnTo>
                  <a:pt x="2547" y="919"/>
                </a:lnTo>
                <a:lnTo>
                  <a:pt x="2548" y="920"/>
                </a:lnTo>
                <a:lnTo>
                  <a:pt x="2549" y="919"/>
                </a:lnTo>
                <a:lnTo>
                  <a:pt x="2549" y="919"/>
                </a:lnTo>
                <a:lnTo>
                  <a:pt x="2551" y="916"/>
                </a:lnTo>
                <a:lnTo>
                  <a:pt x="2551" y="916"/>
                </a:lnTo>
                <a:lnTo>
                  <a:pt x="2552" y="915"/>
                </a:lnTo>
                <a:lnTo>
                  <a:pt x="2553" y="916"/>
                </a:lnTo>
                <a:lnTo>
                  <a:pt x="2553" y="915"/>
                </a:lnTo>
                <a:lnTo>
                  <a:pt x="2553" y="916"/>
                </a:lnTo>
                <a:lnTo>
                  <a:pt x="2554" y="915"/>
                </a:lnTo>
                <a:lnTo>
                  <a:pt x="2555" y="917"/>
                </a:lnTo>
                <a:lnTo>
                  <a:pt x="2555" y="917"/>
                </a:lnTo>
                <a:lnTo>
                  <a:pt x="2557" y="916"/>
                </a:lnTo>
                <a:lnTo>
                  <a:pt x="2557" y="916"/>
                </a:lnTo>
                <a:lnTo>
                  <a:pt x="2558" y="915"/>
                </a:lnTo>
                <a:lnTo>
                  <a:pt x="2559" y="915"/>
                </a:lnTo>
                <a:lnTo>
                  <a:pt x="2559" y="915"/>
                </a:lnTo>
                <a:lnTo>
                  <a:pt x="2561" y="917"/>
                </a:lnTo>
                <a:lnTo>
                  <a:pt x="2561" y="918"/>
                </a:lnTo>
                <a:lnTo>
                  <a:pt x="2563" y="920"/>
                </a:lnTo>
                <a:lnTo>
                  <a:pt x="2563" y="920"/>
                </a:lnTo>
                <a:lnTo>
                  <a:pt x="2563" y="920"/>
                </a:lnTo>
                <a:lnTo>
                  <a:pt x="2565" y="919"/>
                </a:lnTo>
                <a:lnTo>
                  <a:pt x="2565" y="919"/>
                </a:lnTo>
                <a:lnTo>
                  <a:pt x="2567" y="916"/>
                </a:lnTo>
                <a:lnTo>
                  <a:pt x="2567" y="916"/>
                </a:lnTo>
                <a:lnTo>
                  <a:pt x="2568" y="915"/>
                </a:lnTo>
                <a:lnTo>
                  <a:pt x="2569" y="915"/>
                </a:lnTo>
                <a:lnTo>
                  <a:pt x="2569" y="915"/>
                </a:lnTo>
                <a:lnTo>
                  <a:pt x="2571" y="915"/>
                </a:lnTo>
                <a:lnTo>
                  <a:pt x="2571" y="915"/>
                </a:lnTo>
                <a:lnTo>
                  <a:pt x="2571" y="915"/>
                </a:lnTo>
                <a:lnTo>
                  <a:pt x="2573" y="915"/>
                </a:lnTo>
                <a:lnTo>
                  <a:pt x="2573" y="915"/>
                </a:lnTo>
                <a:lnTo>
                  <a:pt x="2575" y="917"/>
                </a:lnTo>
                <a:lnTo>
                  <a:pt x="2575" y="917"/>
                </a:lnTo>
                <a:lnTo>
                  <a:pt x="2575" y="917"/>
                </a:lnTo>
                <a:lnTo>
                  <a:pt x="2577" y="915"/>
                </a:lnTo>
                <a:lnTo>
                  <a:pt x="2577" y="915"/>
                </a:lnTo>
                <a:lnTo>
                  <a:pt x="2578" y="915"/>
                </a:lnTo>
                <a:lnTo>
                  <a:pt x="2579" y="917"/>
                </a:lnTo>
                <a:lnTo>
                  <a:pt x="2579" y="917"/>
                </a:lnTo>
                <a:lnTo>
                  <a:pt x="2581" y="920"/>
                </a:lnTo>
                <a:lnTo>
                  <a:pt x="2581" y="920"/>
                </a:lnTo>
                <a:lnTo>
                  <a:pt x="2582" y="920"/>
                </a:lnTo>
                <a:lnTo>
                  <a:pt x="2582" y="920"/>
                </a:lnTo>
                <a:lnTo>
                  <a:pt x="2583" y="920"/>
                </a:lnTo>
                <a:lnTo>
                  <a:pt x="2583" y="920"/>
                </a:lnTo>
                <a:lnTo>
                  <a:pt x="2583" y="920"/>
                </a:lnTo>
                <a:lnTo>
                  <a:pt x="2585" y="918"/>
                </a:lnTo>
                <a:lnTo>
                  <a:pt x="2585" y="918"/>
                </a:lnTo>
                <a:lnTo>
                  <a:pt x="2587" y="917"/>
                </a:lnTo>
                <a:lnTo>
                  <a:pt x="2587" y="917"/>
                </a:lnTo>
                <a:lnTo>
                  <a:pt x="2587" y="917"/>
                </a:lnTo>
                <a:lnTo>
                  <a:pt x="2588" y="917"/>
                </a:lnTo>
                <a:lnTo>
                  <a:pt x="2588" y="917"/>
                </a:lnTo>
                <a:lnTo>
                  <a:pt x="2589" y="917"/>
                </a:lnTo>
                <a:lnTo>
                  <a:pt x="2589" y="917"/>
                </a:lnTo>
                <a:lnTo>
                  <a:pt x="2590" y="917"/>
                </a:lnTo>
                <a:lnTo>
                  <a:pt x="2591" y="917"/>
                </a:lnTo>
                <a:lnTo>
                  <a:pt x="2591" y="917"/>
                </a:lnTo>
                <a:lnTo>
                  <a:pt x="2593" y="918"/>
                </a:lnTo>
                <a:lnTo>
                  <a:pt x="2593" y="918"/>
                </a:lnTo>
                <a:lnTo>
                  <a:pt x="2594" y="917"/>
                </a:lnTo>
                <a:lnTo>
                  <a:pt x="2595" y="918"/>
                </a:lnTo>
                <a:lnTo>
                  <a:pt x="2595" y="918"/>
                </a:lnTo>
                <a:lnTo>
                  <a:pt x="2596" y="917"/>
                </a:lnTo>
                <a:lnTo>
                  <a:pt x="2597" y="918"/>
                </a:lnTo>
                <a:lnTo>
                  <a:pt x="2597" y="918"/>
                </a:lnTo>
                <a:lnTo>
                  <a:pt x="2599" y="918"/>
                </a:lnTo>
                <a:lnTo>
                  <a:pt x="2599" y="918"/>
                </a:lnTo>
                <a:lnTo>
                  <a:pt x="2601" y="918"/>
                </a:lnTo>
                <a:lnTo>
                  <a:pt x="2601" y="918"/>
                </a:lnTo>
                <a:lnTo>
                  <a:pt x="2601" y="918"/>
                </a:lnTo>
                <a:lnTo>
                  <a:pt x="2601" y="918"/>
                </a:lnTo>
                <a:lnTo>
                  <a:pt x="2603" y="918"/>
                </a:lnTo>
                <a:lnTo>
                  <a:pt x="2603" y="918"/>
                </a:lnTo>
                <a:lnTo>
                  <a:pt x="2603" y="918"/>
                </a:lnTo>
                <a:lnTo>
                  <a:pt x="2603" y="919"/>
                </a:lnTo>
                <a:lnTo>
                  <a:pt x="2604" y="918"/>
                </a:lnTo>
                <a:lnTo>
                  <a:pt x="2605" y="918"/>
                </a:lnTo>
                <a:lnTo>
                  <a:pt x="2605" y="918"/>
                </a:lnTo>
                <a:lnTo>
                  <a:pt x="2606" y="918"/>
                </a:lnTo>
                <a:lnTo>
                  <a:pt x="2607" y="918"/>
                </a:lnTo>
                <a:lnTo>
                  <a:pt x="2607" y="918"/>
                </a:lnTo>
                <a:lnTo>
                  <a:pt x="2608" y="918"/>
                </a:lnTo>
                <a:lnTo>
                  <a:pt x="2609" y="918"/>
                </a:lnTo>
                <a:lnTo>
                  <a:pt x="2609" y="918"/>
                </a:lnTo>
                <a:lnTo>
                  <a:pt x="2611" y="918"/>
                </a:lnTo>
                <a:lnTo>
                  <a:pt x="2611" y="918"/>
                </a:lnTo>
                <a:lnTo>
                  <a:pt x="2612" y="917"/>
                </a:lnTo>
                <a:lnTo>
                  <a:pt x="2612" y="918"/>
                </a:lnTo>
                <a:lnTo>
                  <a:pt x="2613" y="917"/>
                </a:lnTo>
                <a:lnTo>
                  <a:pt x="2613" y="917"/>
                </a:lnTo>
                <a:lnTo>
                  <a:pt x="2615" y="917"/>
                </a:lnTo>
                <a:lnTo>
                  <a:pt x="2615" y="917"/>
                </a:lnTo>
                <a:lnTo>
                  <a:pt x="2615" y="917"/>
                </a:lnTo>
                <a:lnTo>
                  <a:pt x="2617" y="918"/>
                </a:lnTo>
                <a:lnTo>
                  <a:pt x="2617" y="918"/>
                </a:lnTo>
                <a:lnTo>
                  <a:pt x="2617" y="918"/>
                </a:lnTo>
                <a:lnTo>
                  <a:pt x="2618" y="918"/>
                </a:lnTo>
                <a:lnTo>
                  <a:pt x="2619" y="918"/>
                </a:lnTo>
                <a:lnTo>
                  <a:pt x="2619" y="918"/>
                </a:lnTo>
                <a:lnTo>
                  <a:pt x="2619" y="918"/>
                </a:lnTo>
                <a:lnTo>
                  <a:pt x="2619" y="918"/>
                </a:lnTo>
                <a:lnTo>
                  <a:pt x="2620" y="918"/>
                </a:lnTo>
                <a:lnTo>
                  <a:pt x="2621" y="918"/>
                </a:lnTo>
                <a:lnTo>
                  <a:pt x="2621" y="917"/>
                </a:lnTo>
                <a:lnTo>
                  <a:pt x="2622" y="917"/>
                </a:lnTo>
                <a:lnTo>
                  <a:pt x="2623" y="917"/>
                </a:lnTo>
                <a:lnTo>
                  <a:pt x="2623" y="917"/>
                </a:lnTo>
                <a:lnTo>
                  <a:pt x="2625" y="918"/>
                </a:lnTo>
                <a:lnTo>
                  <a:pt x="2625" y="918"/>
                </a:lnTo>
                <a:lnTo>
                  <a:pt x="2625" y="918"/>
                </a:lnTo>
                <a:lnTo>
                  <a:pt x="2626" y="918"/>
                </a:lnTo>
                <a:lnTo>
                  <a:pt x="2627" y="918"/>
                </a:lnTo>
                <a:lnTo>
                  <a:pt x="2627" y="918"/>
                </a:lnTo>
                <a:lnTo>
                  <a:pt x="2627" y="917"/>
                </a:lnTo>
                <a:lnTo>
                  <a:pt x="2627" y="918"/>
                </a:lnTo>
                <a:lnTo>
                  <a:pt x="2629" y="917"/>
                </a:lnTo>
                <a:lnTo>
                  <a:pt x="2629" y="917"/>
                </a:lnTo>
                <a:lnTo>
                  <a:pt x="2629" y="917"/>
                </a:lnTo>
                <a:lnTo>
                  <a:pt x="2630" y="917"/>
                </a:lnTo>
                <a:lnTo>
                  <a:pt x="2631" y="918"/>
                </a:lnTo>
                <a:lnTo>
                  <a:pt x="2631" y="918"/>
                </a:lnTo>
                <a:lnTo>
                  <a:pt x="2632" y="918"/>
                </a:lnTo>
                <a:lnTo>
                  <a:pt x="2633" y="918"/>
                </a:lnTo>
                <a:lnTo>
                  <a:pt x="2633" y="918"/>
                </a:lnTo>
                <a:lnTo>
                  <a:pt x="2634" y="917"/>
                </a:lnTo>
                <a:lnTo>
                  <a:pt x="2635" y="918"/>
                </a:lnTo>
                <a:lnTo>
                  <a:pt x="2635" y="918"/>
                </a:lnTo>
                <a:lnTo>
                  <a:pt x="2636" y="918"/>
                </a:lnTo>
                <a:lnTo>
                  <a:pt x="2637" y="917"/>
                </a:lnTo>
                <a:lnTo>
                  <a:pt x="2637" y="917"/>
                </a:lnTo>
                <a:lnTo>
                  <a:pt x="2637" y="917"/>
                </a:lnTo>
                <a:lnTo>
                  <a:pt x="2638" y="917"/>
                </a:lnTo>
                <a:lnTo>
                  <a:pt x="2639" y="917"/>
                </a:lnTo>
                <a:lnTo>
                  <a:pt x="2639" y="917"/>
                </a:lnTo>
                <a:lnTo>
                  <a:pt x="2640" y="918"/>
                </a:lnTo>
                <a:lnTo>
                  <a:pt x="2641" y="917"/>
                </a:lnTo>
                <a:lnTo>
                  <a:pt x="2641" y="917"/>
                </a:lnTo>
                <a:lnTo>
                  <a:pt x="2642" y="917"/>
                </a:lnTo>
                <a:lnTo>
                  <a:pt x="2642" y="917"/>
                </a:lnTo>
                <a:lnTo>
                  <a:pt x="2643" y="917"/>
                </a:lnTo>
                <a:lnTo>
                  <a:pt x="2643" y="917"/>
                </a:lnTo>
                <a:lnTo>
                  <a:pt x="2645" y="918"/>
                </a:lnTo>
                <a:lnTo>
                  <a:pt x="2645" y="918"/>
                </a:lnTo>
                <a:lnTo>
                  <a:pt x="2646" y="917"/>
                </a:lnTo>
                <a:lnTo>
                  <a:pt x="2646" y="918"/>
                </a:lnTo>
                <a:lnTo>
                  <a:pt x="2647" y="917"/>
                </a:lnTo>
                <a:lnTo>
                  <a:pt x="2647" y="917"/>
                </a:lnTo>
                <a:lnTo>
                  <a:pt x="2647" y="917"/>
                </a:lnTo>
                <a:lnTo>
                  <a:pt x="2649" y="917"/>
                </a:lnTo>
                <a:lnTo>
                  <a:pt x="2649" y="916"/>
                </a:lnTo>
                <a:lnTo>
                  <a:pt x="2649" y="917"/>
                </a:lnTo>
                <a:lnTo>
                  <a:pt x="2650" y="916"/>
                </a:lnTo>
                <a:lnTo>
                  <a:pt x="2651" y="916"/>
                </a:lnTo>
                <a:lnTo>
                  <a:pt x="2651" y="916"/>
                </a:lnTo>
                <a:lnTo>
                  <a:pt x="2653" y="917"/>
                </a:lnTo>
                <a:lnTo>
                  <a:pt x="2653" y="917"/>
                </a:lnTo>
                <a:lnTo>
                  <a:pt x="2653" y="917"/>
                </a:lnTo>
                <a:lnTo>
                  <a:pt x="2655" y="916"/>
                </a:lnTo>
                <a:lnTo>
                  <a:pt x="2655" y="916"/>
                </a:lnTo>
                <a:lnTo>
                  <a:pt x="2657" y="917"/>
                </a:lnTo>
                <a:lnTo>
                  <a:pt x="2657" y="917"/>
                </a:lnTo>
                <a:lnTo>
                  <a:pt x="2659" y="918"/>
                </a:lnTo>
                <a:lnTo>
                  <a:pt x="2659" y="918"/>
                </a:lnTo>
                <a:lnTo>
                  <a:pt x="2660" y="918"/>
                </a:lnTo>
                <a:lnTo>
                  <a:pt x="2661" y="918"/>
                </a:lnTo>
                <a:lnTo>
                  <a:pt x="2661" y="918"/>
                </a:lnTo>
                <a:lnTo>
                  <a:pt x="2661" y="918"/>
                </a:lnTo>
                <a:lnTo>
                  <a:pt x="2661" y="918"/>
                </a:lnTo>
                <a:lnTo>
                  <a:pt x="2663" y="917"/>
                </a:lnTo>
                <a:lnTo>
                  <a:pt x="2663" y="917"/>
                </a:lnTo>
                <a:lnTo>
                  <a:pt x="2664" y="917"/>
                </a:lnTo>
                <a:lnTo>
                  <a:pt x="2665" y="917"/>
                </a:lnTo>
                <a:lnTo>
                  <a:pt x="2665" y="917"/>
                </a:lnTo>
                <a:lnTo>
                  <a:pt x="2665" y="917"/>
                </a:lnTo>
                <a:lnTo>
                  <a:pt x="2667" y="918"/>
                </a:lnTo>
                <a:lnTo>
                  <a:pt x="2667" y="918"/>
                </a:lnTo>
                <a:lnTo>
                  <a:pt x="2668" y="917"/>
                </a:lnTo>
                <a:lnTo>
                  <a:pt x="2669" y="918"/>
                </a:lnTo>
                <a:lnTo>
                  <a:pt x="2669" y="917"/>
                </a:lnTo>
                <a:lnTo>
                  <a:pt x="2670" y="917"/>
                </a:lnTo>
                <a:lnTo>
                  <a:pt x="2671" y="918"/>
                </a:lnTo>
                <a:lnTo>
                  <a:pt x="2671" y="918"/>
                </a:lnTo>
                <a:lnTo>
                  <a:pt x="2673" y="917"/>
                </a:lnTo>
                <a:lnTo>
                  <a:pt x="2673" y="917"/>
                </a:lnTo>
                <a:lnTo>
                  <a:pt x="2673" y="917"/>
                </a:lnTo>
                <a:lnTo>
                  <a:pt x="2674" y="917"/>
                </a:lnTo>
                <a:lnTo>
                  <a:pt x="2675" y="917"/>
                </a:lnTo>
                <a:lnTo>
                  <a:pt x="2675" y="917"/>
                </a:lnTo>
                <a:lnTo>
                  <a:pt x="2676" y="917"/>
                </a:lnTo>
                <a:lnTo>
                  <a:pt x="2677" y="917"/>
                </a:lnTo>
                <a:lnTo>
                  <a:pt x="2677" y="917"/>
                </a:lnTo>
                <a:lnTo>
                  <a:pt x="2677" y="917"/>
                </a:lnTo>
                <a:lnTo>
                  <a:pt x="2679" y="918"/>
                </a:lnTo>
                <a:lnTo>
                  <a:pt x="2679" y="918"/>
                </a:lnTo>
                <a:lnTo>
                  <a:pt x="2681" y="917"/>
                </a:lnTo>
                <a:lnTo>
                  <a:pt x="2681" y="917"/>
                </a:lnTo>
                <a:lnTo>
                  <a:pt x="2681" y="917"/>
                </a:lnTo>
                <a:lnTo>
                  <a:pt x="2683" y="917"/>
                </a:lnTo>
                <a:lnTo>
                  <a:pt x="2683" y="917"/>
                </a:lnTo>
                <a:lnTo>
                  <a:pt x="2683" y="917"/>
                </a:lnTo>
                <a:lnTo>
                  <a:pt x="2685" y="917"/>
                </a:lnTo>
                <a:lnTo>
                  <a:pt x="2685" y="917"/>
                </a:lnTo>
                <a:lnTo>
                  <a:pt x="2685" y="917"/>
                </a:lnTo>
                <a:lnTo>
                  <a:pt x="2687" y="917"/>
                </a:lnTo>
                <a:lnTo>
                  <a:pt x="2687" y="917"/>
                </a:lnTo>
                <a:lnTo>
                  <a:pt x="2688" y="918"/>
                </a:lnTo>
                <a:lnTo>
                  <a:pt x="2688" y="917"/>
                </a:lnTo>
                <a:lnTo>
                  <a:pt x="2689" y="917"/>
                </a:lnTo>
                <a:lnTo>
                  <a:pt x="2689" y="917"/>
                </a:lnTo>
                <a:lnTo>
                  <a:pt x="2691" y="917"/>
                </a:lnTo>
                <a:lnTo>
                  <a:pt x="2691" y="917"/>
                </a:lnTo>
                <a:lnTo>
                  <a:pt x="2693" y="916"/>
                </a:lnTo>
                <a:lnTo>
                  <a:pt x="2693" y="917"/>
                </a:lnTo>
                <a:lnTo>
                  <a:pt x="2693" y="917"/>
                </a:lnTo>
                <a:lnTo>
                  <a:pt x="2695" y="917"/>
                </a:lnTo>
                <a:lnTo>
                  <a:pt x="2695" y="917"/>
                </a:lnTo>
                <a:lnTo>
                  <a:pt x="2695" y="917"/>
                </a:lnTo>
                <a:lnTo>
                  <a:pt x="2697" y="918"/>
                </a:lnTo>
                <a:lnTo>
                  <a:pt x="2697" y="918"/>
                </a:lnTo>
                <a:lnTo>
                  <a:pt x="2697" y="918"/>
                </a:lnTo>
                <a:lnTo>
                  <a:pt x="2699" y="918"/>
                </a:lnTo>
                <a:lnTo>
                  <a:pt x="2699" y="918"/>
                </a:lnTo>
                <a:lnTo>
                  <a:pt x="2699" y="918"/>
                </a:lnTo>
                <a:lnTo>
                  <a:pt x="2701" y="918"/>
                </a:lnTo>
                <a:lnTo>
                  <a:pt x="2701" y="918"/>
                </a:lnTo>
                <a:lnTo>
                  <a:pt x="2702" y="918"/>
                </a:lnTo>
                <a:lnTo>
                  <a:pt x="2703" y="918"/>
                </a:lnTo>
                <a:lnTo>
                  <a:pt x="2703" y="918"/>
                </a:lnTo>
                <a:lnTo>
                  <a:pt x="2705" y="917"/>
                </a:lnTo>
                <a:lnTo>
                  <a:pt x="2705" y="917"/>
                </a:lnTo>
                <a:lnTo>
                  <a:pt x="2706" y="917"/>
                </a:lnTo>
                <a:lnTo>
                  <a:pt x="2707" y="917"/>
                </a:lnTo>
                <a:lnTo>
                  <a:pt x="2707" y="917"/>
                </a:lnTo>
                <a:lnTo>
                  <a:pt x="2707" y="917"/>
                </a:lnTo>
                <a:lnTo>
                  <a:pt x="2708" y="917"/>
                </a:lnTo>
                <a:lnTo>
                  <a:pt x="2709" y="917"/>
                </a:lnTo>
                <a:lnTo>
                  <a:pt x="2709" y="917"/>
                </a:lnTo>
                <a:lnTo>
                  <a:pt x="2710" y="917"/>
                </a:lnTo>
                <a:lnTo>
                  <a:pt x="2711" y="917"/>
                </a:lnTo>
                <a:lnTo>
                  <a:pt x="2711" y="917"/>
                </a:lnTo>
                <a:lnTo>
                  <a:pt x="2711" y="917"/>
                </a:lnTo>
                <a:lnTo>
                  <a:pt x="2712" y="918"/>
                </a:lnTo>
                <a:lnTo>
                  <a:pt x="2712" y="917"/>
                </a:lnTo>
                <a:lnTo>
                  <a:pt x="2713" y="917"/>
                </a:lnTo>
                <a:lnTo>
                  <a:pt x="2713" y="917"/>
                </a:lnTo>
                <a:lnTo>
                  <a:pt x="2714" y="918"/>
                </a:lnTo>
                <a:lnTo>
                  <a:pt x="2715" y="917"/>
                </a:lnTo>
                <a:lnTo>
                  <a:pt x="2715" y="917"/>
                </a:lnTo>
                <a:lnTo>
                  <a:pt x="2715" y="917"/>
                </a:lnTo>
                <a:lnTo>
                  <a:pt x="2716" y="918"/>
                </a:lnTo>
                <a:lnTo>
                  <a:pt x="2717" y="917"/>
                </a:lnTo>
                <a:lnTo>
                  <a:pt x="2717" y="917"/>
                </a:lnTo>
                <a:lnTo>
                  <a:pt x="2717" y="917"/>
                </a:lnTo>
                <a:lnTo>
                  <a:pt x="2718" y="918"/>
                </a:lnTo>
                <a:lnTo>
                  <a:pt x="2719" y="917"/>
                </a:lnTo>
                <a:lnTo>
                  <a:pt x="2719" y="917"/>
                </a:lnTo>
                <a:lnTo>
                  <a:pt x="2720" y="917"/>
                </a:lnTo>
                <a:lnTo>
                  <a:pt x="2721" y="918"/>
                </a:lnTo>
                <a:lnTo>
                  <a:pt x="2721" y="918"/>
                </a:lnTo>
                <a:lnTo>
                  <a:pt x="2721" y="918"/>
                </a:lnTo>
                <a:lnTo>
                  <a:pt x="2722" y="917"/>
                </a:lnTo>
                <a:lnTo>
                  <a:pt x="2723" y="918"/>
                </a:lnTo>
                <a:lnTo>
                  <a:pt x="2723" y="918"/>
                </a:lnTo>
                <a:lnTo>
                  <a:pt x="2723" y="918"/>
                </a:lnTo>
                <a:lnTo>
                  <a:pt x="2725" y="918"/>
                </a:lnTo>
                <a:lnTo>
                  <a:pt x="2725" y="918"/>
                </a:lnTo>
                <a:lnTo>
                  <a:pt x="2726" y="918"/>
                </a:lnTo>
                <a:lnTo>
                  <a:pt x="2727" y="918"/>
                </a:lnTo>
                <a:lnTo>
                  <a:pt x="2727" y="918"/>
                </a:lnTo>
                <a:lnTo>
                  <a:pt x="2728" y="918"/>
                </a:lnTo>
                <a:lnTo>
                  <a:pt x="2729" y="918"/>
                </a:lnTo>
                <a:lnTo>
                  <a:pt x="2729" y="918"/>
                </a:lnTo>
                <a:lnTo>
                  <a:pt x="2729" y="918"/>
                </a:lnTo>
                <a:lnTo>
                  <a:pt x="2729" y="918"/>
                </a:lnTo>
                <a:lnTo>
                  <a:pt x="2731" y="917"/>
                </a:lnTo>
                <a:lnTo>
                  <a:pt x="2731" y="917"/>
                </a:lnTo>
                <a:lnTo>
                  <a:pt x="2731" y="917"/>
                </a:lnTo>
                <a:lnTo>
                  <a:pt x="2732" y="917"/>
                </a:lnTo>
                <a:lnTo>
                  <a:pt x="2733" y="917"/>
                </a:lnTo>
                <a:lnTo>
                  <a:pt x="2733" y="917"/>
                </a:lnTo>
                <a:lnTo>
                  <a:pt x="2733" y="917"/>
                </a:lnTo>
                <a:lnTo>
                  <a:pt x="2734" y="917"/>
                </a:lnTo>
                <a:lnTo>
                  <a:pt x="2734" y="917"/>
                </a:lnTo>
                <a:lnTo>
                  <a:pt x="2735" y="917"/>
                </a:lnTo>
                <a:lnTo>
                  <a:pt x="2735" y="917"/>
                </a:lnTo>
                <a:lnTo>
                  <a:pt x="2736" y="917"/>
                </a:lnTo>
                <a:lnTo>
                  <a:pt x="2737" y="917"/>
                </a:lnTo>
                <a:lnTo>
                  <a:pt x="2737" y="917"/>
                </a:lnTo>
                <a:lnTo>
                  <a:pt x="2738" y="917"/>
                </a:lnTo>
                <a:lnTo>
                  <a:pt x="2739" y="917"/>
                </a:lnTo>
                <a:lnTo>
                  <a:pt x="2740" y="917"/>
                </a:lnTo>
                <a:lnTo>
                  <a:pt x="2740" y="917"/>
                </a:lnTo>
                <a:lnTo>
                  <a:pt x="2741" y="918"/>
                </a:lnTo>
                <a:lnTo>
                  <a:pt x="2741" y="918"/>
                </a:lnTo>
                <a:lnTo>
                  <a:pt x="2741" y="918"/>
                </a:lnTo>
                <a:lnTo>
                  <a:pt x="2741" y="918"/>
                </a:lnTo>
                <a:lnTo>
                  <a:pt x="2743" y="917"/>
                </a:lnTo>
                <a:lnTo>
                  <a:pt x="2743" y="917"/>
                </a:lnTo>
                <a:lnTo>
                  <a:pt x="2743" y="917"/>
                </a:lnTo>
                <a:lnTo>
                  <a:pt x="2745" y="918"/>
                </a:lnTo>
                <a:lnTo>
                  <a:pt x="2745" y="918"/>
                </a:lnTo>
                <a:lnTo>
                  <a:pt x="2745" y="918"/>
                </a:lnTo>
                <a:lnTo>
                  <a:pt x="2746" y="918"/>
                </a:lnTo>
                <a:lnTo>
                  <a:pt x="2747" y="917"/>
                </a:lnTo>
                <a:lnTo>
                  <a:pt x="2747" y="917"/>
                </a:lnTo>
                <a:lnTo>
                  <a:pt x="2748" y="917"/>
                </a:lnTo>
                <a:lnTo>
                  <a:pt x="2749" y="917"/>
                </a:lnTo>
                <a:lnTo>
                  <a:pt x="2749" y="917"/>
                </a:lnTo>
                <a:lnTo>
                  <a:pt x="2750" y="917"/>
                </a:lnTo>
                <a:lnTo>
                  <a:pt x="2751" y="918"/>
                </a:lnTo>
                <a:lnTo>
                  <a:pt x="2751" y="918"/>
                </a:lnTo>
                <a:lnTo>
                  <a:pt x="2751" y="917"/>
                </a:lnTo>
                <a:lnTo>
                  <a:pt x="2752" y="917"/>
                </a:lnTo>
                <a:lnTo>
                  <a:pt x="2752" y="918"/>
                </a:lnTo>
                <a:lnTo>
                  <a:pt x="2753" y="917"/>
                </a:lnTo>
                <a:lnTo>
                  <a:pt x="2753" y="917"/>
                </a:lnTo>
                <a:lnTo>
                  <a:pt x="2755" y="917"/>
                </a:lnTo>
                <a:lnTo>
                  <a:pt x="2755" y="917"/>
                </a:lnTo>
                <a:lnTo>
                  <a:pt x="2757" y="917"/>
                </a:lnTo>
                <a:lnTo>
                  <a:pt x="2757" y="917"/>
                </a:lnTo>
                <a:lnTo>
                  <a:pt x="2758" y="917"/>
                </a:lnTo>
                <a:lnTo>
                  <a:pt x="2759" y="917"/>
                </a:lnTo>
                <a:lnTo>
                  <a:pt x="2759" y="917"/>
                </a:lnTo>
                <a:lnTo>
                  <a:pt x="2759" y="917"/>
                </a:lnTo>
                <a:lnTo>
                  <a:pt x="2760" y="917"/>
                </a:lnTo>
                <a:lnTo>
                  <a:pt x="2761" y="918"/>
                </a:lnTo>
                <a:lnTo>
                  <a:pt x="2761" y="918"/>
                </a:lnTo>
                <a:lnTo>
                  <a:pt x="2762" y="917"/>
                </a:lnTo>
                <a:lnTo>
                  <a:pt x="2763" y="918"/>
                </a:lnTo>
                <a:lnTo>
                  <a:pt x="2763" y="917"/>
                </a:lnTo>
                <a:lnTo>
                  <a:pt x="2763" y="917"/>
                </a:lnTo>
                <a:lnTo>
                  <a:pt x="2765" y="917"/>
                </a:lnTo>
                <a:lnTo>
                  <a:pt x="2765" y="917"/>
                </a:lnTo>
                <a:lnTo>
                  <a:pt x="2767" y="917"/>
                </a:lnTo>
                <a:lnTo>
                  <a:pt x="2767" y="917"/>
                </a:lnTo>
                <a:lnTo>
                  <a:pt x="2767" y="917"/>
                </a:lnTo>
                <a:lnTo>
                  <a:pt x="2769" y="917"/>
                </a:lnTo>
                <a:lnTo>
                  <a:pt x="2769" y="917"/>
                </a:lnTo>
                <a:lnTo>
                  <a:pt x="2770" y="917"/>
                </a:lnTo>
                <a:lnTo>
                  <a:pt x="2771" y="918"/>
                </a:lnTo>
                <a:lnTo>
                  <a:pt x="2771" y="917"/>
                </a:lnTo>
                <a:lnTo>
                  <a:pt x="2771" y="917"/>
                </a:lnTo>
                <a:lnTo>
                  <a:pt x="2772" y="917"/>
                </a:lnTo>
                <a:lnTo>
                  <a:pt x="2773" y="917"/>
                </a:lnTo>
                <a:lnTo>
                  <a:pt x="2773" y="917"/>
                </a:lnTo>
                <a:lnTo>
                  <a:pt x="2773" y="917"/>
                </a:lnTo>
                <a:lnTo>
                  <a:pt x="2775" y="917"/>
                </a:lnTo>
                <a:lnTo>
                  <a:pt x="2775" y="917"/>
                </a:lnTo>
                <a:lnTo>
                  <a:pt x="2775" y="917"/>
                </a:lnTo>
                <a:lnTo>
                  <a:pt x="2776" y="917"/>
                </a:lnTo>
                <a:lnTo>
                  <a:pt x="2777" y="917"/>
                </a:lnTo>
                <a:lnTo>
                  <a:pt x="2777" y="917"/>
                </a:lnTo>
                <a:lnTo>
                  <a:pt x="2777" y="917"/>
                </a:lnTo>
                <a:lnTo>
                  <a:pt x="2779" y="918"/>
                </a:lnTo>
                <a:lnTo>
                  <a:pt x="2779" y="918"/>
                </a:lnTo>
                <a:lnTo>
                  <a:pt x="2780" y="918"/>
                </a:lnTo>
                <a:lnTo>
                  <a:pt x="2781" y="917"/>
                </a:lnTo>
                <a:lnTo>
                  <a:pt x="2781" y="917"/>
                </a:lnTo>
                <a:lnTo>
                  <a:pt x="2781" y="918"/>
                </a:lnTo>
                <a:lnTo>
                  <a:pt x="2782" y="918"/>
                </a:lnTo>
                <a:lnTo>
                  <a:pt x="2783" y="918"/>
                </a:lnTo>
                <a:lnTo>
                  <a:pt x="2783" y="918"/>
                </a:lnTo>
                <a:lnTo>
                  <a:pt x="2784" y="918"/>
                </a:lnTo>
                <a:lnTo>
                  <a:pt x="2785" y="917"/>
                </a:lnTo>
                <a:lnTo>
                  <a:pt x="2785" y="917"/>
                </a:lnTo>
                <a:lnTo>
                  <a:pt x="2785" y="917"/>
                </a:lnTo>
                <a:lnTo>
                  <a:pt x="2785" y="917"/>
                </a:lnTo>
                <a:lnTo>
                  <a:pt x="2787" y="917"/>
                </a:lnTo>
                <a:lnTo>
                  <a:pt x="2787" y="917"/>
                </a:lnTo>
                <a:lnTo>
                  <a:pt x="2787" y="917"/>
                </a:lnTo>
                <a:lnTo>
                  <a:pt x="2788" y="917"/>
                </a:lnTo>
                <a:lnTo>
                  <a:pt x="2789" y="918"/>
                </a:lnTo>
                <a:lnTo>
                  <a:pt x="2789" y="918"/>
                </a:lnTo>
                <a:lnTo>
                  <a:pt x="2789" y="918"/>
                </a:lnTo>
                <a:lnTo>
                  <a:pt x="2790" y="918"/>
                </a:lnTo>
                <a:lnTo>
                  <a:pt x="2791" y="918"/>
                </a:lnTo>
                <a:lnTo>
                  <a:pt x="2791" y="917"/>
                </a:lnTo>
                <a:lnTo>
                  <a:pt x="2792" y="917"/>
                </a:lnTo>
                <a:lnTo>
                  <a:pt x="2793" y="918"/>
                </a:lnTo>
                <a:lnTo>
                  <a:pt x="2793" y="918"/>
                </a:lnTo>
                <a:lnTo>
                  <a:pt x="2794" y="918"/>
                </a:lnTo>
                <a:lnTo>
                  <a:pt x="2794" y="918"/>
                </a:lnTo>
                <a:lnTo>
                  <a:pt x="2795" y="917"/>
                </a:lnTo>
                <a:lnTo>
                  <a:pt x="2795" y="917"/>
                </a:lnTo>
                <a:lnTo>
                  <a:pt x="2795" y="917"/>
                </a:lnTo>
                <a:lnTo>
                  <a:pt x="2796" y="917"/>
                </a:lnTo>
                <a:lnTo>
                  <a:pt x="2797" y="917"/>
                </a:lnTo>
                <a:lnTo>
                  <a:pt x="2797" y="917"/>
                </a:lnTo>
                <a:lnTo>
                  <a:pt x="2798" y="918"/>
                </a:lnTo>
                <a:lnTo>
                  <a:pt x="2799" y="917"/>
                </a:lnTo>
                <a:lnTo>
                  <a:pt x="2799" y="917"/>
                </a:lnTo>
                <a:lnTo>
                  <a:pt x="2800" y="917"/>
                </a:lnTo>
                <a:lnTo>
                  <a:pt x="2801" y="918"/>
                </a:lnTo>
                <a:lnTo>
                  <a:pt x="2801" y="918"/>
                </a:lnTo>
                <a:lnTo>
                  <a:pt x="2803" y="918"/>
                </a:lnTo>
                <a:lnTo>
                  <a:pt x="2803" y="918"/>
                </a:lnTo>
                <a:lnTo>
                  <a:pt x="2803" y="917"/>
                </a:lnTo>
                <a:lnTo>
                  <a:pt x="2804" y="918"/>
                </a:lnTo>
                <a:lnTo>
                  <a:pt x="2805" y="917"/>
                </a:lnTo>
                <a:lnTo>
                  <a:pt x="2805" y="917"/>
                </a:lnTo>
                <a:lnTo>
                  <a:pt x="2806" y="917"/>
                </a:lnTo>
                <a:lnTo>
                  <a:pt x="2807" y="917"/>
                </a:lnTo>
                <a:lnTo>
                  <a:pt x="2807" y="917"/>
                </a:lnTo>
                <a:lnTo>
                  <a:pt x="2807" y="917"/>
                </a:lnTo>
                <a:lnTo>
                  <a:pt x="2809" y="917"/>
                </a:lnTo>
                <a:lnTo>
                  <a:pt x="2809" y="918"/>
                </a:lnTo>
                <a:lnTo>
                  <a:pt x="2809" y="917"/>
                </a:lnTo>
                <a:lnTo>
                  <a:pt x="2810" y="917"/>
                </a:lnTo>
                <a:lnTo>
                  <a:pt x="2811" y="917"/>
                </a:lnTo>
                <a:lnTo>
                  <a:pt x="2811" y="917"/>
                </a:lnTo>
                <a:lnTo>
                  <a:pt x="2812" y="917"/>
                </a:lnTo>
                <a:lnTo>
                  <a:pt x="2813" y="917"/>
                </a:lnTo>
                <a:lnTo>
                  <a:pt x="2813" y="917"/>
                </a:lnTo>
                <a:lnTo>
                  <a:pt x="2813" y="917"/>
                </a:lnTo>
                <a:lnTo>
                  <a:pt x="2814" y="917"/>
                </a:lnTo>
                <a:lnTo>
                  <a:pt x="2815" y="918"/>
                </a:lnTo>
                <a:lnTo>
                  <a:pt x="2815" y="918"/>
                </a:lnTo>
                <a:lnTo>
                  <a:pt x="2815" y="917"/>
                </a:lnTo>
                <a:lnTo>
                  <a:pt x="2816" y="917"/>
                </a:lnTo>
                <a:lnTo>
                  <a:pt x="2817" y="917"/>
                </a:lnTo>
                <a:lnTo>
                  <a:pt x="2818" y="917"/>
                </a:lnTo>
                <a:lnTo>
                  <a:pt x="2818" y="917"/>
                </a:lnTo>
                <a:lnTo>
                  <a:pt x="2819" y="917"/>
                </a:lnTo>
                <a:lnTo>
                  <a:pt x="2819" y="917"/>
                </a:lnTo>
                <a:lnTo>
                  <a:pt x="2820" y="917"/>
                </a:lnTo>
                <a:lnTo>
                  <a:pt x="2821" y="917"/>
                </a:lnTo>
                <a:lnTo>
                  <a:pt x="2821" y="917"/>
                </a:lnTo>
                <a:lnTo>
                  <a:pt x="2821" y="917"/>
                </a:lnTo>
                <a:lnTo>
                  <a:pt x="2823" y="917"/>
                </a:lnTo>
                <a:lnTo>
                  <a:pt x="2823" y="917"/>
                </a:lnTo>
                <a:lnTo>
                  <a:pt x="2823" y="917"/>
                </a:lnTo>
                <a:lnTo>
                  <a:pt x="2825" y="917"/>
                </a:lnTo>
                <a:lnTo>
                  <a:pt x="2825" y="917"/>
                </a:lnTo>
                <a:lnTo>
                  <a:pt x="2825" y="917"/>
                </a:lnTo>
                <a:lnTo>
                  <a:pt x="2827" y="917"/>
                </a:lnTo>
                <a:lnTo>
                  <a:pt x="2827" y="917"/>
                </a:lnTo>
                <a:lnTo>
                  <a:pt x="2827" y="917"/>
                </a:lnTo>
                <a:lnTo>
                  <a:pt x="2828" y="917"/>
                </a:lnTo>
                <a:lnTo>
                  <a:pt x="2829" y="917"/>
                </a:lnTo>
                <a:lnTo>
                  <a:pt x="2829" y="917"/>
                </a:lnTo>
                <a:lnTo>
                  <a:pt x="2831" y="918"/>
                </a:lnTo>
                <a:lnTo>
                  <a:pt x="2831" y="918"/>
                </a:lnTo>
                <a:lnTo>
                  <a:pt x="2831" y="918"/>
                </a:lnTo>
                <a:lnTo>
                  <a:pt x="2832" y="918"/>
                </a:lnTo>
                <a:lnTo>
                  <a:pt x="2833" y="917"/>
                </a:lnTo>
                <a:lnTo>
                  <a:pt x="2833" y="917"/>
                </a:lnTo>
                <a:lnTo>
                  <a:pt x="2834" y="917"/>
                </a:lnTo>
                <a:lnTo>
                  <a:pt x="2835" y="917"/>
                </a:lnTo>
                <a:lnTo>
                  <a:pt x="2835" y="917"/>
                </a:lnTo>
                <a:lnTo>
                  <a:pt x="2835" y="917"/>
                </a:lnTo>
                <a:lnTo>
                  <a:pt x="2836" y="918"/>
                </a:lnTo>
                <a:lnTo>
                  <a:pt x="2837" y="917"/>
                </a:lnTo>
                <a:lnTo>
                  <a:pt x="2837" y="918"/>
                </a:lnTo>
                <a:lnTo>
                  <a:pt x="2837" y="917"/>
                </a:lnTo>
                <a:lnTo>
                  <a:pt x="2838" y="918"/>
                </a:lnTo>
                <a:lnTo>
                  <a:pt x="2839" y="917"/>
                </a:lnTo>
                <a:lnTo>
                  <a:pt x="2839" y="917"/>
                </a:lnTo>
                <a:lnTo>
                  <a:pt x="2839" y="917"/>
                </a:lnTo>
                <a:lnTo>
                  <a:pt x="2840" y="917"/>
                </a:lnTo>
                <a:lnTo>
                  <a:pt x="2841" y="917"/>
                </a:lnTo>
                <a:lnTo>
                  <a:pt x="2841" y="917"/>
                </a:lnTo>
                <a:lnTo>
                  <a:pt x="2842" y="917"/>
                </a:lnTo>
                <a:lnTo>
                  <a:pt x="2842" y="918"/>
                </a:lnTo>
                <a:lnTo>
                  <a:pt x="2843" y="917"/>
                </a:lnTo>
                <a:lnTo>
                  <a:pt x="2843" y="917"/>
                </a:lnTo>
                <a:lnTo>
                  <a:pt x="2844" y="918"/>
                </a:lnTo>
                <a:lnTo>
                  <a:pt x="2845" y="917"/>
                </a:lnTo>
                <a:lnTo>
                  <a:pt x="2845" y="917"/>
                </a:lnTo>
                <a:lnTo>
                  <a:pt x="2845" y="917"/>
                </a:lnTo>
                <a:lnTo>
                  <a:pt x="2846" y="918"/>
                </a:lnTo>
                <a:lnTo>
                  <a:pt x="2847" y="917"/>
                </a:lnTo>
                <a:lnTo>
                  <a:pt x="2847" y="917"/>
                </a:lnTo>
                <a:lnTo>
                  <a:pt x="2848" y="917"/>
                </a:lnTo>
                <a:lnTo>
                  <a:pt x="2849" y="917"/>
                </a:lnTo>
                <a:lnTo>
                  <a:pt x="2849" y="917"/>
                </a:lnTo>
                <a:lnTo>
                  <a:pt x="2849" y="917"/>
                </a:lnTo>
                <a:lnTo>
                  <a:pt x="2851" y="918"/>
                </a:lnTo>
                <a:lnTo>
                  <a:pt x="2851" y="918"/>
                </a:lnTo>
                <a:lnTo>
                  <a:pt x="2851" y="917"/>
                </a:lnTo>
                <a:lnTo>
                  <a:pt x="2852" y="918"/>
                </a:lnTo>
                <a:lnTo>
                  <a:pt x="2853" y="917"/>
                </a:lnTo>
                <a:lnTo>
                  <a:pt x="2853" y="917"/>
                </a:lnTo>
                <a:lnTo>
                  <a:pt x="2853" y="917"/>
                </a:lnTo>
                <a:lnTo>
                  <a:pt x="2855" y="918"/>
                </a:lnTo>
                <a:lnTo>
                  <a:pt x="2855" y="918"/>
                </a:lnTo>
                <a:lnTo>
                  <a:pt x="2856" y="918"/>
                </a:lnTo>
                <a:lnTo>
                  <a:pt x="2857" y="917"/>
                </a:lnTo>
                <a:lnTo>
                  <a:pt x="2857" y="917"/>
                </a:lnTo>
                <a:lnTo>
                  <a:pt x="2857" y="917"/>
                </a:lnTo>
                <a:lnTo>
                  <a:pt x="2858" y="917"/>
                </a:lnTo>
                <a:lnTo>
                  <a:pt x="2859" y="917"/>
                </a:lnTo>
                <a:lnTo>
                  <a:pt x="2859" y="917"/>
                </a:lnTo>
                <a:lnTo>
                  <a:pt x="2860" y="918"/>
                </a:lnTo>
                <a:lnTo>
                  <a:pt x="2861" y="918"/>
                </a:lnTo>
                <a:lnTo>
                  <a:pt x="2861" y="918"/>
                </a:lnTo>
                <a:lnTo>
                  <a:pt x="2862" y="918"/>
                </a:lnTo>
                <a:lnTo>
                  <a:pt x="2863" y="917"/>
                </a:lnTo>
                <a:lnTo>
                  <a:pt x="2863" y="917"/>
                </a:lnTo>
                <a:lnTo>
                  <a:pt x="2863" y="918"/>
                </a:lnTo>
                <a:lnTo>
                  <a:pt x="2864" y="917"/>
                </a:lnTo>
                <a:lnTo>
                  <a:pt x="2865" y="918"/>
                </a:lnTo>
                <a:lnTo>
                  <a:pt x="2865" y="918"/>
                </a:lnTo>
                <a:lnTo>
                  <a:pt x="2866" y="918"/>
                </a:lnTo>
                <a:lnTo>
                  <a:pt x="2867" y="917"/>
                </a:lnTo>
                <a:lnTo>
                  <a:pt x="2867" y="917"/>
                </a:lnTo>
                <a:lnTo>
                  <a:pt x="2867" y="917"/>
                </a:lnTo>
                <a:lnTo>
                  <a:pt x="2868" y="916"/>
                </a:lnTo>
                <a:lnTo>
                  <a:pt x="2869" y="917"/>
                </a:lnTo>
                <a:lnTo>
                  <a:pt x="2869" y="917"/>
                </a:lnTo>
                <a:lnTo>
                  <a:pt x="2870" y="917"/>
                </a:lnTo>
                <a:lnTo>
                  <a:pt x="2870" y="917"/>
                </a:lnTo>
                <a:lnTo>
                  <a:pt x="2871" y="917"/>
                </a:lnTo>
                <a:lnTo>
                  <a:pt x="2872" y="917"/>
                </a:lnTo>
                <a:lnTo>
                  <a:pt x="2872" y="917"/>
                </a:lnTo>
                <a:lnTo>
                  <a:pt x="2873" y="917"/>
                </a:lnTo>
                <a:lnTo>
                  <a:pt x="2873" y="917"/>
                </a:lnTo>
                <a:lnTo>
                  <a:pt x="2875" y="917"/>
                </a:lnTo>
                <a:lnTo>
                  <a:pt x="2875" y="918"/>
                </a:lnTo>
                <a:lnTo>
                  <a:pt x="2875" y="918"/>
                </a:lnTo>
                <a:lnTo>
                  <a:pt x="2876" y="917"/>
                </a:lnTo>
                <a:lnTo>
                  <a:pt x="2877" y="918"/>
                </a:lnTo>
                <a:lnTo>
                  <a:pt x="2877" y="918"/>
                </a:lnTo>
                <a:lnTo>
                  <a:pt x="2879" y="917"/>
                </a:lnTo>
                <a:lnTo>
                  <a:pt x="2880" y="917"/>
                </a:lnTo>
                <a:lnTo>
                  <a:pt x="2880" y="917"/>
                </a:lnTo>
                <a:lnTo>
                  <a:pt x="2880" y="917"/>
                </a:lnTo>
                <a:lnTo>
                  <a:pt x="2881" y="917"/>
                </a:lnTo>
                <a:lnTo>
                  <a:pt x="2881" y="917"/>
                </a:lnTo>
                <a:lnTo>
                  <a:pt x="2881" y="917"/>
                </a:lnTo>
                <a:lnTo>
                  <a:pt x="2882" y="918"/>
                </a:lnTo>
                <a:lnTo>
                  <a:pt x="2883" y="917"/>
                </a:lnTo>
                <a:lnTo>
                  <a:pt x="2883" y="917"/>
                </a:lnTo>
                <a:lnTo>
                  <a:pt x="2884" y="917"/>
                </a:lnTo>
                <a:lnTo>
                  <a:pt x="2885" y="917"/>
                </a:lnTo>
                <a:lnTo>
                  <a:pt x="2885" y="917"/>
                </a:lnTo>
                <a:lnTo>
                  <a:pt x="2886" y="917"/>
                </a:lnTo>
                <a:lnTo>
                  <a:pt x="2887" y="918"/>
                </a:lnTo>
                <a:lnTo>
                  <a:pt x="2887" y="918"/>
                </a:lnTo>
                <a:lnTo>
                  <a:pt x="2887" y="918"/>
                </a:lnTo>
                <a:lnTo>
                  <a:pt x="2888" y="918"/>
                </a:lnTo>
                <a:lnTo>
                  <a:pt x="2889" y="917"/>
                </a:lnTo>
                <a:lnTo>
                  <a:pt x="2889" y="917"/>
                </a:lnTo>
                <a:lnTo>
                  <a:pt x="2890" y="917"/>
                </a:lnTo>
                <a:lnTo>
                  <a:pt x="2891" y="918"/>
                </a:lnTo>
                <a:lnTo>
                  <a:pt x="2891" y="918"/>
                </a:lnTo>
                <a:lnTo>
                  <a:pt x="2892" y="918"/>
                </a:lnTo>
                <a:lnTo>
                  <a:pt x="2893" y="917"/>
                </a:lnTo>
                <a:lnTo>
                  <a:pt x="2893" y="917"/>
                </a:lnTo>
                <a:lnTo>
                  <a:pt x="2893" y="917"/>
                </a:lnTo>
                <a:lnTo>
                  <a:pt x="2894" y="917"/>
                </a:lnTo>
                <a:lnTo>
                  <a:pt x="2895" y="918"/>
                </a:lnTo>
                <a:lnTo>
                  <a:pt x="2895" y="918"/>
                </a:lnTo>
                <a:lnTo>
                  <a:pt x="2896" y="918"/>
                </a:lnTo>
                <a:lnTo>
                  <a:pt x="2897" y="918"/>
                </a:lnTo>
                <a:lnTo>
                  <a:pt x="2897" y="918"/>
                </a:lnTo>
                <a:lnTo>
                  <a:pt x="2898" y="918"/>
                </a:lnTo>
                <a:lnTo>
                  <a:pt x="2899" y="917"/>
                </a:lnTo>
                <a:lnTo>
                  <a:pt x="2899" y="917"/>
                </a:lnTo>
                <a:lnTo>
                  <a:pt x="2899" y="917"/>
                </a:lnTo>
                <a:lnTo>
                  <a:pt x="2901" y="917"/>
                </a:lnTo>
                <a:lnTo>
                  <a:pt x="2901" y="917"/>
                </a:lnTo>
                <a:lnTo>
                  <a:pt x="2902" y="917"/>
                </a:lnTo>
                <a:lnTo>
                  <a:pt x="2902" y="917"/>
                </a:lnTo>
                <a:lnTo>
                  <a:pt x="2904" y="917"/>
                </a:lnTo>
                <a:lnTo>
                  <a:pt x="2904" y="917"/>
                </a:lnTo>
                <a:lnTo>
                  <a:pt x="2904" y="917"/>
                </a:lnTo>
                <a:lnTo>
                  <a:pt x="2905" y="917"/>
                </a:lnTo>
                <a:lnTo>
                  <a:pt x="2905" y="917"/>
                </a:lnTo>
                <a:lnTo>
                  <a:pt x="2907" y="917"/>
                </a:lnTo>
                <a:lnTo>
                  <a:pt x="2907" y="918"/>
                </a:lnTo>
                <a:lnTo>
                  <a:pt x="2907" y="918"/>
                </a:lnTo>
                <a:lnTo>
                  <a:pt x="2907" y="917"/>
                </a:lnTo>
                <a:lnTo>
                  <a:pt x="2908" y="917"/>
                </a:lnTo>
                <a:lnTo>
                  <a:pt x="2910" y="917"/>
                </a:lnTo>
                <a:lnTo>
                  <a:pt x="2910" y="917"/>
                </a:lnTo>
                <a:lnTo>
                  <a:pt x="2911" y="917"/>
                </a:lnTo>
                <a:lnTo>
                  <a:pt x="2911" y="917"/>
                </a:lnTo>
                <a:lnTo>
                  <a:pt x="2911" y="917"/>
                </a:lnTo>
                <a:lnTo>
                  <a:pt x="2912" y="917"/>
                </a:lnTo>
                <a:lnTo>
                  <a:pt x="2913" y="917"/>
                </a:lnTo>
                <a:lnTo>
                  <a:pt x="2914" y="917"/>
                </a:lnTo>
                <a:lnTo>
                  <a:pt x="2914" y="917"/>
                </a:lnTo>
                <a:lnTo>
                  <a:pt x="2915" y="917"/>
                </a:lnTo>
                <a:lnTo>
                  <a:pt x="2915" y="917"/>
                </a:lnTo>
                <a:lnTo>
                  <a:pt x="2916" y="917"/>
                </a:lnTo>
                <a:lnTo>
                  <a:pt x="2917" y="918"/>
                </a:lnTo>
                <a:lnTo>
                  <a:pt x="2917" y="918"/>
                </a:lnTo>
                <a:lnTo>
                  <a:pt x="2919" y="917"/>
                </a:lnTo>
                <a:lnTo>
                  <a:pt x="2919" y="917"/>
                </a:lnTo>
                <a:lnTo>
                  <a:pt x="2920" y="917"/>
                </a:lnTo>
                <a:lnTo>
                  <a:pt x="2920" y="917"/>
                </a:lnTo>
                <a:lnTo>
                  <a:pt x="2921" y="918"/>
                </a:lnTo>
                <a:lnTo>
                  <a:pt x="2921" y="918"/>
                </a:lnTo>
                <a:lnTo>
                  <a:pt x="2922" y="918"/>
                </a:lnTo>
                <a:lnTo>
                  <a:pt x="2923" y="917"/>
                </a:lnTo>
                <a:lnTo>
                  <a:pt x="2923" y="917"/>
                </a:lnTo>
                <a:lnTo>
                  <a:pt x="2923" y="917"/>
                </a:lnTo>
                <a:lnTo>
                  <a:pt x="2924" y="917"/>
                </a:lnTo>
                <a:lnTo>
                  <a:pt x="2925" y="918"/>
                </a:lnTo>
                <a:lnTo>
                  <a:pt x="2925" y="918"/>
                </a:lnTo>
                <a:lnTo>
                  <a:pt x="2926" y="918"/>
                </a:lnTo>
                <a:lnTo>
                  <a:pt x="2926" y="918"/>
                </a:lnTo>
                <a:lnTo>
                  <a:pt x="2927" y="918"/>
                </a:lnTo>
                <a:lnTo>
                  <a:pt x="2928" y="918"/>
                </a:lnTo>
                <a:lnTo>
                  <a:pt x="2929" y="917"/>
                </a:lnTo>
                <a:lnTo>
                  <a:pt x="2929" y="917"/>
                </a:lnTo>
                <a:lnTo>
                  <a:pt x="2929" y="917"/>
                </a:lnTo>
                <a:lnTo>
                  <a:pt x="2930" y="917"/>
                </a:lnTo>
                <a:lnTo>
                  <a:pt x="2931" y="917"/>
                </a:lnTo>
                <a:lnTo>
                  <a:pt x="2931" y="917"/>
                </a:lnTo>
                <a:lnTo>
                  <a:pt x="2932" y="917"/>
                </a:lnTo>
                <a:lnTo>
                  <a:pt x="2934" y="917"/>
                </a:lnTo>
                <a:lnTo>
                  <a:pt x="2934" y="917"/>
                </a:lnTo>
                <a:lnTo>
                  <a:pt x="2935" y="918"/>
                </a:lnTo>
                <a:lnTo>
                  <a:pt x="2935" y="918"/>
                </a:lnTo>
                <a:lnTo>
                  <a:pt x="2935" y="918"/>
                </a:lnTo>
                <a:lnTo>
                  <a:pt x="2937" y="917"/>
                </a:lnTo>
                <a:lnTo>
                  <a:pt x="2937" y="918"/>
                </a:lnTo>
                <a:lnTo>
                  <a:pt x="2938" y="918"/>
                </a:lnTo>
                <a:lnTo>
                  <a:pt x="2938" y="918"/>
                </a:lnTo>
                <a:lnTo>
                  <a:pt x="2939" y="918"/>
                </a:lnTo>
                <a:lnTo>
                  <a:pt x="2939" y="918"/>
                </a:lnTo>
                <a:lnTo>
                  <a:pt x="2940" y="918"/>
                </a:lnTo>
                <a:lnTo>
                  <a:pt x="2941" y="917"/>
                </a:lnTo>
                <a:lnTo>
                  <a:pt x="2941" y="917"/>
                </a:lnTo>
                <a:lnTo>
                  <a:pt x="2942" y="917"/>
                </a:lnTo>
                <a:lnTo>
                  <a:pt x="2943" y="917"/>
                </a:lnTo>
                <a:lnTo>
                  <a:pt x="2943" y="917"/>
                </a:lnTo>
                <a:lnTo>
                  <a:pt x="2944" y="917"/>
                </a:lnTo>
                <a:lnTo>
                  <a:pt x="2945" y="917"/>
                </a:lnTo>
                <a:lnTo>
                  <a:pt x="2946" y="917"/>
                </a:lnTo>
                <a:lnTo>
                  <a:pt x="2947" y="916"/>
                </a:lnTo>
                <a:lnTo>
                  <a:pt x="2947" y="917"/>
                </a:lnTo>
                <a:lnTo>
                  <a:pt x="2947" y="916"/>
                </a:lnTo>
                <a:lnTo>
                  <a:pt x="2948" y="916"/>
                </a:lnTo>
                <a:lnTo>
                  <a:pt x="2949" y="917"/>
                </a:lnTo>
                <a:lnTo>
                  <a:pt x="2949" y="917"/>
                </a:lnTo>
                <a:lnTo>
                  <a:pt x="2950" y="917"/>
                </a:lnTo>
                <a:lnTo>
                  <a:pt x="2950" y="917"/>
                </a:lnTo>
                <a:lnTo>
                  <a:pt x="2951" y="918"/>
                </a:lnTo>
                <a:lnTo>
                  <a:pt x="2952" y="918"/>
                </a:lnTo>
                <a:lnTo>
                  <a:pt x="2952" y="918"/>
                </a:lnTo>
                <a:lnTo>
                  <a:pt x="2953" y="918"/>
                </a:lnTo>
                <a:lnTo>
                  <a:pt x="2953" y="918"/>
                </a:lnTo>
                <a:lnTo>
                  <a:pt x="2953" y="918"/>
                </a:lnTo>
                <a:lnTo>
                  <a:pt x="2954" y="918"/>
                </a:lnTo>
                <a:lnTo>
                  <a:pt x="2955" y="917"/>
                </a:lnTo>
                <a:lnTo>
                  <a:pt x="2955" y="917"/>
                </a:lnTo>
                <a:lnTo>
                  <a:pt x="2955" y="917"/>
                </a:lnTo>
                <a:lnTo>
                  <a:pt x="2956" y="917"/>
                </a:lnTo>
                <a:lnTo>
                  <a:pt x="2957" y="918"/>
                </a:lnTo>
                <a:lnTo>
                  <a:pt x="2958" y="917"/>
                </a:lnTo>
                <a:lnTo>
                  <a:pt x="2958" y="918"/>
                </a:lnTo>
                <a:lnTo>
                  <a:pt x="2959" y="918"/>
                </a:lnTo>
                <a:lnTo>
                  <a:pt x="2959" y="917"/>
                </a:lnTo>
                <a:lnTo>
                  <a:pt x="2959" y="917"/>
                </a:lnTo>
                <a:lnTo>
                  <a:pt x="2960" y="918"/>
                </a:lnTo>
                <a:lnTo>
                  <a:pt x="2961" y="917"/>
                </a:lnTo>
                <a:lnTo>
                  <a:pt x="2961" y="917"/>
                </a:lnTo>
                <a:lnTo>
                  <a:pt x="2962" y="917"/>
                </a:lnTo>
                <a:lnTo>
                  <a:pt x="2963" y="917"/>
                </a:lnTo>
                <a:lnTo>
                  <a:pt x="2963" y="918"/>
                </a:lnTo>
                <a:lnTo>
                  <a:pt x="2964" y="918"/>
                </a:lnTo>
                <a:lnTo>
                  <a:pt x="2964" y="918"/>
                </a:lnTo>
                <a:lnTo>
                  <a:pt x="2965" y="917"/>
                </a:lnTo>
                <a:lnTo>
                  <a:pt x="2965" y="918"/>
                </a:lnTo>
                <a:lnTo>
                  <a:pt x="2965" y="918"/>
                </a:lnTo>
                <a:lnTo>
                  <a:pt x="2967" y="917"/>
                </a:lnTo>
                <a:lnTo>
                  <a:pt x="2967" y="918"/>
                </a:lnTo>
                <a:lnTo>
                  <a:pt x="2968" y="918"/>
                </a:lnTo>
                <a:lnTo>
                  <a:pt x="2968" y="918"/>
                </a:lnTo>
                <a:lnTo>
                  <a:pt x="2969" y="917"/>
                </a:lnTo>
                <a:lnTo>
                  <a:pt x="2970" y="917"/>
                </a:lnTo>
                <a:lnTo>
                  <a:pt x="2970" y="917"/>
                </a:lnTo>
                <a:lnTo>
                  <a:pt x="2971" y="918"/>
                </a:lnTo>
                <a:lnTo>
                  <a:pt x="2971" y="917"/>
                </a:lnTo>
                <a:lnTo>
                  <a:pt x="2971" y="917"/>
                </a:lnTo>
                <a:lnTo>
                  <a:pt x="2973" y="918"/>
                </a:lnTo>
                <a:lnTo>
                  <a:pt x="2973" y="918"/>
                </a:lnTo>
                <a:lnTo>
                  <a:pt x="2974" y="918"/>
                </a:lnTo>
                <a:lnTo>
                  <a:pt x="2974" y="918"/>
                </a:lnTo>
                <a:lnTo>
                  <a:pt x="2974" y="918"/>
                </a:lnTo>
                <a:lnTo>
                  <a:pt x="2975" y="918"/>
                </a:lnTo>
                <a:lnTo>
                  <a:pt x="2976" y="918"/>
                </a:lnTo>
                <a:lnTo>
                  <a:pt x="2976" y="917"/>
                </a:lnTo>
                <a:lnTo>
                  <a:pt x="2977" y="918"/>
                </a:lnTo>
                <a:lnTo>
                  <a:pt x="2977" y="918"/>
                </a:lnTo>
                <a:lnTo>
                  <a:pt x="2979" y="917"/>
                </a:lnTo>
                <a:lnTo>
                  <a:pt x="2979" y="917"/>
                </a:lnTo>
                <a:lnTo>
                  <a:pt x="2980" y="917"/>
                </a:lnTo>
                <a:lnTo>
                  <a:pt x="2981" y="918"/>
                </a:lnTo>
                <a:lnTo>
                  <a:pt x="2982" y="918"/>
                </a:lnTo>
                <a:lnTo>
                  <a:pt x="2982" y="917"/>
                </a:lnTo>
                <a:lnTo>
                  <a:pt x="2982" y="918"/>
                </a:lnTo>
                <a:lnTo>
                  <a:pt x="2983" y="917"/>
                </a:lnTo>
                <a:lnTo>
                  <a:pt x="2983" y="917"/>
                </a:lnTo>
                <a:lnTo>
                  <a:pt x="2983" y="917"/>
                </a:lnTo>
                <a:lnTo>
                  <a:pt x="2985" y="917"/>
                </a:lnTo>
                <a:lnTo>
                  <a:pt x="2985" y="917"/>
                </a:lnTo>
                <a:lnTo>
                  <a:pt x="2985" y="917"/>
                </a:lnTo>
                <a:lnTo>
                  <a:pt x="2986" y="917"/>
                </a:lnTo>
                <a:lnTo>
                  <a:pt x="2986" y="917"/>
                </a:lnTo>
                <a:lnTo>
                  <a:pt x="2987" y="917"/>
                </a:lnTo>
                <a:lnTo>
                  <a:pt x="2987" y="917"/>
                </a:lnTo>
                <a:lnTo>
                  <a:pt x="2988" y="917"/>
                </a:lnTo>
                <a:lnTo>
                  <a:pt x="2989" y="917"/>
                </a:lnTo>
                <a:lnTo>
                  <a:pt x="2989" y="918"/>
                </a:lnTo>
                <a:lnTo>
                  <a:pt x="2991" y="917"/>
                </a:lnTo>
                <a:lnTo>
                  <a:pt x="2991" y="917"/>
                </a:lnTo>
                <a:lnTo>
                  <a:pt x="2992" y="917"/>
                </a:lnTo>
                <a:lnTo>
                  <a:pt x="2993" y="918"/>
                </a:lnTo>
                <a:lnTo>
                  <a:pt x="2993" y="918"/>
                </a:lnTo>
                <a:lnTo>
                  <a:pt x="2994" y="918"/>
                </a:lnTo>
                <a:lnTo>
                  <a:pt x="2994" y="918"/>
                </a:lnTo>
                <a:lnTo>
                  <a:pt x="2995" y="918"/>
                </a:lnTo>
                <a:lnTo>
                  <a:pt x="2995" y="917"/>
                </a:lnTo>
                <a:lnTo>
                  <a:pt x="2996" y="917"/>
                </a:lnTo>
                <a:lnTo>
                  <a:pt x="2997" y="917"/>
                </a:lnTo>
                <a:lnTo>
                  <a:pt x="2998" y="917"/>
                </a:lnTo>
                <a:lnTo>
                  <a:pt x="2998" y="917"/>
                </a:lnTo>
                <a:lnTo>
                  <a:pt x="2999" y="917"/>
                </a:lnTo>
                <a:lnTo>
                  <a:pt x="2999" y="917"/>
                </a:lnTo>
                <a:lnTo>
                  <a:pt x="3000" y="917"/>
                </a:lnTo>
                <a:lnTo>
                  <a:pt x="3001" y="917"/>
                </a:lnTo>
                <a:lnTo>
                  <a:pt x="3001" y="917"/>
                </a:lnTo>
                <a:lnTo>
                  <a:pt x="3001" y="917"/>
                </a:lnTo>
                <a:lnTo>
                  <a:pt x="3002" y="917"/>
                </a:lnTo>
                <a:lnTo>
                  <a:pt x="3003" y="917"/>
                </a:lnTo>
                <a:lnTo>
                  <a:pt x="3003" y="917"/>
                </a:lnTo>
                <a:lnTo>
                  <a:pt x="3003" y="917"/>
                </a:lnTo>
                <a:lnTo>
                  <a:pt x="3006" y="918"/>
                </a:lnTo>
                <a:lnTo>
                  <a:pt x="3006" y="918"/>
                </a:lnTo>
                <a:lnTo>
                  <a:pt x="3006" y="918"/>
                </a:lnTo>
                <a:lnTo>
                  <a:pt x="3007" y="918"/>
                </a:lnTo>
                <a:lnTo>
                  <a:pt x="3007" y="918"/>
                </a:lnTo>
                <a:lnTo>
                  <a:pt x="3009" y="917"/>
                </a:lnTo>
                <a:lnTo>
                  <a:pt x="3009" y="917"/>
                </a:lnTo>
                <a:lnTo>
                  <a:pt x="3010" y="917"/>
                </a:lnTo>
                <a:lnTo>
                  <a:pt x="3010" y="917"/>
                </a:lnTo>
                <a:lnTo>
                  <a:pt x="3011" y="917"/>
                </a:lnTo>
                <a:lnTo>
                  <a:pt x="3012" y="917"/>
                </a:lnTo>
                <a:lnTo>
                  <a:pt x="3012" y="917"/>
                </a:lnTo>
                <a:lnTo>
                  <a:pt x="3012" y="917"/>
                </a:lnTo>
                <a:lnTo>
                  <a:pt x="3013" y="916"/>
                </a:lnTo>
                <a:lnTo>
                  <a:pt x="3013" y="917"/>
                </a:lnTo>
                <a:lnTo>
                  <a:pt x="3013" y="917"/>
                </a:lnTo>
                <a:lnTo>
                  <a:pt x="3015" y="917"/>
                </a:lnTo>
                <a:lnTo>
                  <a:pt x="3016" y="918"/>
                </a:lnTo>
                <a:lnTo>
                  <a:pt x="3016" y="918"/>
                </a:lnTo>
                <a:lnTo>
                  <a:pt x="3017" y="917"/>
                </a:lnTo>
                <a:lnTo>
                  <a:pt x="3017" y="917"/>
                </a:lnTo>
                <a:lnTo>
                  <a:pt x="3018" y="917"/>
                </a:lnTo>
                <a:lnTo>
                  <a:pt x="3018" y="917"/>
                </a:lnTo>
                <a:lnTo>
                  <a:pt x="3019" y="917"/>
                </a:lnTo>
                <a:lnTo>
                  <a:pt x="3019" y="917"/>
                </a:lnTo>
                <a:lnTo>
                  <a:pt x="3021" y="917"/>
                </a:lnTo>
                <a:lnTo>
                  <a:pt x="3021" y="917"/>
                </a:lnTo>
                <a:lnTo>
                  <a:pt x="3021" y="917"/>
                </a:lnTo>
                <a:lnTo>
                  <a:pt x="3022" y="917"/>
                </a:lnTo>
                <a:lnTo>
                  <a:pt x="3022" y="917"/>
                </a:lnTo>
                <a:lnTo>
                  <a:pt x="3023" y="917"/>
                </a:lnTo>
                <a:lnTo>
                  <a:pt x="3023" y="917"/>
                </a:lnTo>
                <a:lnTo>
                  <a:pt x="3024" y="917"/>
                </a:lnTo>
                <a:lnTo>
                  <a:pt x="3025" y="918"/>
                </a:lnTo>
                <a:lnTo>
                  <a:pt x="3025" y="918"/>
                </a:lnTo>
                <a:lnTo>
                  <a:pt x="3025" y="918"/>
                </a:lnTo>
                <a:lnTo>
                  <a:pt x="3026" y="918"/>
                </a:lnTo>
                <a:lnTo>
                  <a:pt x="3027" y="917"/>
                </a:lnTo>
                <a:lnTo>
                  <a:pt x="3027" y="917"/>
                </a:lnTo>
                <a:lnTo>
                  <a:pt x="3027" y="917"/>
                </a:lnTo>
                <a:lnTo>
                  <a:pt x="3028" y="917"/>
                </a:lnTo>
                <a:lnTo>
                  <a:pt x="3029" y="918"/>
                </a:lnTo>
                <a:lnTo>
                  <a:pt x="3030" y="918"/>
                </a:lnTo>
                <a:lnTo>
                  <a:pt x="3030" y="918"/>
                </a:lnTo>
                <a:lnTo>
                  <a:pt x="3032" y="917"/>
                </a:lnTo>
                <a:lnTo>
                  <a:pt x="3032" y="917"/>
                </a:lnTo>
                <a:lnTo>
                  <a:pt x="3033" y="918"/>
                </a:lnTo>
                <a:lnTo>
                  <a:pt x="3033" y="918"/>
                </a:lnTo>
                <a:lnTo>
                  <a:pt x="3033" y="918"/>
                </a:lnTo>
                <a:lnTo>
                  <a:pt x="3034" y="918"/>
                </a:lnTo>
                <a:lnTo>
                  <a:pt x="3036" y="918"/>
                </a:lnTo>
                <a:lnTo>
                  <a:pt x="3036" y="918"/>
                </a:lnTo>
                <a:lnTo>
                  <a:pt x="3036" y="918"/>
                </a:lnTo>
                <a:lnTo>
                  <a:pt x="3038" y="917"/>
                </a:lnTo>
                <a:lnTo>
                  <a:pt x="3038" y="917"/>
                </a:lnTo>
                <a:lnTo>
                  <a:pt x="3038" y="917"/>
                </a:lnTo>
                <a:lnTo>
                  <a:pt x="3039" y="917"/>
                </a:lnTo>
                <a:lnTo>
                  <a:pt x="3039" y="917"/>
                </a:lnTo>
                <a:lnTo>
                  <a:pt x="3040" y="917"/>
                </a:lnTo>
                <a:lnTo>
                  <a:pt x="3041" y="918"/>
                </a:lnTo>
                <a:lnTo>
                  <a:pt x="3042" y="918"/>
                </a:lnTo>
                <a:lnTo>
                  <a:pt x="3042" y="918"/>
                </a:lnTo>
                <a:lnTo>
                  <a:pt x="3044" y="917"/>
                </a:lnTo>
                <a:lnTo>
                  <a:pt x="3044" y="917"/>
                </a:lnTo>
                <a:lnTo>
                  <a:pt x="3044" y="917"/>
                </a:lnTo>
                <a:lnTo>
                  <a:pt x="3045" y="917"/>
                </a:lnTo>
                <a:lnTo>
                  <a:pt x="3046" y="917"/>
                </a:lnTo>
                <a:lnTo>
                  <a:pt x="3047" y="918"/>
                </a:lnTo>
                <a:lnTo>
                  <a:pt x="3047" y="918"/>
                </a:lnTo>
                <a:lnTo>
                  <a:pt x="3048" y="918"/>
                </a:lnTo>
                <a:lnTo>
                  <a:pt x="3050" y="917"/>
                </a:lnTo>
                <a:lnTo>
                  <a:pt x="3050" y="917"/>
                </a:lnTo>
                <a:lnTo>
                  <a:pt x="3050" y="917"/>
                </a:lnTo>
                <a:lnTo>
                  <a:pt x="3050" y="917"/>
                </a:lnTo>
                <a:lnTo>
                  <a:pt x="3051" y="917"/>
                </a:lnTo>
                <a:lnTo>
                  <a:pt x="3051" y="917"/>
                </a:lnTo>
                <a:lnTo>
                  <a:pt x="3052" y="917"/>
                </a:lnTo>
                <a:lnTo>
                  <a:pt x="3053" y="917"/>
                </a:lnTo>
                <a:lnTo>
                  <a:pt x="3054" y="917"/>
                </a:lnTo>
                <a:lnTo>
                  <a:pt x="3054" y="917"/>
                </a:lnTo>
                <a:lnTo>
                  <a:pt x="3056" y="917"/>
                </a:lnTo>
                <a:lnTo>
                  <a:pt x="3056" y="917"/>
                </a:lnTo>
                <a:lnTo>
                  <a:pt x="3056" y="917"/>
                </a:lnTo>
                <a:lnTo>
                  <a:pt x="3057" y="917"/>
                </a:lnTo>
                <a:lnTo>
                  <a:pt x="3057" y="917"/>
                </a:lnTo>
                <a:lnTo>
                  <a:pt x="3059" y="918"/>
                </a:lnTo>
                <a:lnTo>
                  <a:pt x="3060" y="918"/>
                </a:lnTo>
                <a:lnTo>
                  <a:pt x="3060" y="918"/>
                </a:lnTo>
                <a:lnTo>
                  <a:pt x="3060" y="918"/>
                </a:lnTo>
                <a:lnTo>
                  <a:pt x="3062" y="918"/>
                </a:lnTo>
                <a:lnTo>
                  <a:pt x="3062" y="918"/>
                </a:lnTo>
                <a:lnTo>
                  <a:pt x="3062" y="918"/>
                </a:lnTo>
                <a:lnTo>
                  <a:pt x="3063" y="917"/>
                </a:lnTo>
                <a:lnTo>
                  <a:pt x="3063" y="917"/>
                </a:lnTo>
                <a:lnTo>
                  <a:pt x="3064" y="917"/>
                </a:lnTo>
                <a:lnTo>
                  <a:pt x="3064" y="917"/>
                </a:lnTo>
                <a:lnTo>
                  <a:pt x="3065" y="917"/>
                </a:lnTo>
                <a:lnTo>
                  <a:pt x="3066" y="917"/>
                </a:lnTo>
                <a:lnTo>
                  <a:pt x="3066" y="917"/>
                </a:lnTo>
                <a:lnTo>
                  <a:pt x="3068" y="918"/>
                </a:lnTo>
                <a:lnTo>
                  <a:pt x="3068" y="918"/>
                </a:lnTo>
                <a:lnTo>
                  <a:pt x="3068" y="918"/>
                </a:lnTo>
                <a:lnTo>
                  <a:pt x="3069" y="918"/>
                </a:lnTo>
                <a:lnTo>
                  <a:pt x="3069" y="918"/>
                </a:lnTo>
                <a:lnTo>
                  <a:pt x="3070" y="918"/>
                </a:lnTo>
                <a:lnTo>
                  <a:pt x="3071" y="917"/>
                </a:lnTo>
                <a:lnTo>
                  <a:pt x="3071" y="917"/>
                </a:lnTo>
                <a:lnTo>
                  <a:pt x="3072" y="917"/>
                </a:lnTo>
                <a:lnTo>
                  <a:pt x="3072" y="918"/>
                </a:lnTo>
                <a:lnTo>
                  <a:pt x="3074" y="917"/>
                </a:lnTo>
                <a:lnTo>
                  <a:pt x="3074" y="917"/>
                </a:lnTo>
                <a:lnTo>
                  <a:pt x="3074" y="917"/>
                </a:lnTo>
                <a:lnTo>
                  <a:pt x="3075" y="917"/>
                </a:lnTo>
                <a:lnTo>
                  <a:pt x="3075" y="917"/>
                </a:lnTo>
                <a:lnTo>
                  <a:pt x="3076" y="917"/>
                </a:lnTo>
                <a:lnTo>
                  <a:pt x="3078" y="918"/>
                </a:lnTo>
                <a:lnTo>
                  <a:pt x="3078" y="918"/>
                </a:lnTo>
                <a:lnTo>
                  <a:pt x="3078" y="918"/>
                </a:lnTo>
                <a:lnTo>
                  <a:pt x="3079" y="918"/>
                </a:lnTo>
                <a:lnTo>
                  <a:pt x="3080" y="918"/>
                </a:lnTo>
                <a:lnTo>
                  <a:pt x="3080" y="918"/>
                </a:lnTo>
                <a:lnTo>
                  <a:pt x="3080" y="918"/>
                </a:lnTo>
                <a:lnTo>
                  <a:pt x="3081" y="918"/>
                </a:lnTo>
                <a:lnTo>
                  <a:pt x="3081" y="918"/>
                </a:lnTo>
                <a:lnTo>
                  <a:pt x="3081" y="918"/>
                </a:lnTo>
                <a:lnTo>
                  <a:pt x="3083" y="918"/>
                </a:lnTo>
                <a:lnTo>
                  <a:pt x="3083" y="918"/>
                </a:lnTo>
                <a:lnTo>
                  <a:pt x="3084" y="918"/>
                </a:lnTo>
                <a:lnTo>
                  <a:pt x="3084" y="918"/>
                </a:lnTo>
                <a:lnTo>
                  <a:pt x="3084" y="918"/>
                </a:lnTo>
                <a:lnTo>
                  <a:pt x="3086" y="917"/>
                </a:lnTo>
                <a:lnTo>
                  <a:pt x="3086" y="917"/>
                </a:lnTo>
                <a:lnTo>
                  <a:pt x="3087" y="917"/>
                </a:lnTo>
                <a:lnTo>
                  <a:pt x="3087" y="917"/>
                </a:lnTo>
                <a:lnTo>
                  <a:pt x="3088" y="917"/>
                </a:lnTo>
                <a:lnTo>
                  <a:pt x="3089" y="917"/>
                </a:lnTo>
                <a:lnTo>
                  <a:pt x="3090" y="917"/>
                </a:lnTo>
                <a:lnTo>
                  <a:pt x="3090" y="917"/>
                </a:lnTo>
                <a:lnTo>
                  <a:pt x="3090" y="917"/>
                </a:lnTo>
                <a:lnTo>
                  <a:pt x="3091" y="917"/>
                </a:lnTo>
                <a:lnTo>
                  <a:pt x="3092" y="917"/>
                </a:lnTo>
                <a:lnTo>
                  <a:pt x="3092" y="917"/>
                </a:lnTo>
                <a:lnTo>
                  <a:pt x="3093" y="917"/>
                </a:lnTo>
                <a:lnTo>
                  <a:pt x="3093" y="917"/>
                </a:lnTo>
                <a:lnTo>
                  <a:pt x="3094" y="917"/>
                </a:lnTo>
                <a:lnTo>
                  <a:pt x="3094" y="917"/>
                </a:lnTo>
                <a:lnTo>
                  <a:pt x="3095" y="917"/>
                </a:lnTo>
                <a:lnTo>
                  <a:pt x="3096" y="917"/>
                </a:lnTo>
                <a:lnTo>
                  <a:pt x="3096" y="917"/>
                </a:lnTo>
                <a:lnTo>
                  <a:pt x="3097" y="917"/>
                </a:lnTo>
                <a:lnTo>
                  <a:pt x="3098" y="917"/>
                </a:lnTo>
                <a:lnTo>
                  <a:pt x="3098" y="917"/>
                </a:lnTo>
                <a:lnTo>
                  <a:pt x="3098" y="916"/>
                </a:lnTo>
                <a:lnTo>
                  <a:pt x="3099" y="917"/>
                </a:lnTo>
                <a:lnTo>
                  <a:pt x="3100" y="917"/>
                </a:lnTo>
                <a:lnTo>
                  <a:pt x="3101" y="917"/>
                </a:lnTo>
                <a:lnTo>
                  <a:pt x="3102" y="917"/>
                </a:lnTo>
                <a:lnTo>
                  <a:pt x="3102" y="917"/>
                </a:lnTo>
                <a:lnTo>
                  <a:pt x="3103" y="919"/>
                </a:lnTo>
                <a:lnTo>
                  <a:pt x="3104" y="918"/>
                </a:lnTo>
                <a:lnTo>
                  <a:pt x="3104" y="918"/>
                </a:lnTo>
                <a:lnTo>
                  <a:pt x="3104" y="918"/>
                </a:lnTo>
                <a:lnTo>
                  <a:pt x="3104" y="919"/>
                </a:lnTo>
                <a:lnTo>
                  <a:pt x="3105" y="918"/>
                </a:lnTo>
                <a:lnTo>
                  <a:pt x="3105" y="918"/>
                </a:lnTo>
                <a:lnTo>
                  <a:pt x="3106" y="918"/>
                </a:lnTo>
                <a:lnTo>
                  <a:pt x="3107" y="918"/>
                </a:lnTo>
                <a:lnTo>
                  <a:pt x="3108" y="918"/>
                </a:lnTo>
                <a:lnTo>
                  <a:pt x="3108" y="918"/>
                </a:lnTo>
                <a:lnTo>
                  <a:pt x="3108" y="918"/>
                </a:lnTo>
                <a:lnTo>
                  <a:pt x="3110" y="918"/>
                </a:lnTo>
                <a:lnTo>
                  <a:pt x="3110" y="918"/>
                </a:lnTo>
                <a:lnTo>
                  <a:pt x="3111" y="917"/>
                </a:lnTo>
                <a:lnTo>
                  <a:pt x="3112" y="917"/>
                </a:lnTo>
                <a:lnTo>
                  <a:pt x="3113" y="917"/>
                </a:lnTo>
                <a:lnTo>
                  <a:pt x="3114" y="917"/>
                </a:lnTo>
                <a:lnTo>
                  <a:pt x="3114" y="917"/>
                </a:lnTo>
                <a:lnTo>
                  <a:pt x="3116" y="916"/>
                </a:lnTo>
                <a:lnTo>
                  <a:pt x="3116" y="916"/>
                </a:lnTo>
                <a:lnTo>
                  <a:pt x="3116" y="915"/>
                </a:lnTo>
                <a:lnTo>
                  <a:pt x="3117" y="916"/>
                </a:lnTo>
                <a:lnTo>
                  <a:pt x="3118" y="916"/>
                </a:lnTo>
                <a:lnTo>
                  <a:pt x="3119" y="919"/>
                </a:lnTo>
                <a:lnTo>
                  <a:pt x="3120" y="919"/>
                </a:lnTo>
                <a:lnTo>
                  <a:pt x="3120" y="920"/>
                </a:lnTo>
                <a:lnTo>
                  <a:pt x="3122" y="918"/>
                </a:lnTo>
                <a:lnTo>
                  <a:pt x="3122" y="918"/>
                </a:lnTo>
                <a:lnTo>
                  <a:pt x="3123" y="917"/>
                </a:lnTo>
                <a:lnTo>
                  <a:pt x="3124" y="917"/>
                </a:lnTo>
                <a:lnTo>
                  <a:pt x="3126" y="915"/>
                </a:lnTo>
                <a:lnTo>
                  <a:pt x="3126" y="914"/>
                </a:lnTo>
                <a:lnTo>
                  <a:pt x="3127" y="913"/>
                </a:lnTo>
                <a:lnTo>
                  <a:pt x="3128" y="914"/>
                </a:lnTo>
                <a:lnTo>
                  <a:pt x="3128" y="914"/>
                </a:lnTo>
                <a:lnTo>
                  <a:pt x="3129" y="917"/>
                </a:lnTo>
                <a:lnTo>
                  <a:pt x="3130" y="917"/>
                </a:lnTo>
                <a:lnTo>
                  <a:pt x="3132" y="918"/>
                </a:lnTo>
                <a:lnTo>
                  <a:pt x="3132" y="918"/>
                </a:lnTo>
                <a:lnTo>
                  <a:pt x="3134" y="919"/>
                </a:lnTo>
                <a:lnTo>
                  <a:pt x="3134" y="919"/>
                </a:lnTo>
                <a:lnTo>
                  <a:pt x="3134" y="919"/>
                </a:lnTo>
                <a:lnTo>
                  <a:pt x="3135" y="918"/>
                </a:lnTo>
                <a:lnTo>
                  <a:pt x="3135" y="918"/>
                </a:lnTo>
                <a:lnTo>
                  <a:pt x="3136" y="918"/>
                </a:lnTo>
                <a:lnTo>
                  <a:pt x="3137" y="918"/>
                </a:lnTo>
                <a:lnTo>
                  <a:pt x="3138" y="918"/>
                </a:lnTo>
                <a:lnTo>
                  <a:pt x="3138" y="918"/>
                </a:lnTo>
                <a:lnTo>
                  <a:pt x="3138" y="918"/>
                </a:lnTo>
                <a:lnTo>
                  <a:pt x="3139" y="918"/>
                </a:lnTo>
                <a:lnTo>
                  <a:pt x="3140" y="918"/>
                </a:lnTo>
                <a:lnTo>
                  <a:pt x="3140" y="918"/>
                </a:lnTo>
                <a:lnTo>
                  <a:pt x="3141" y="918"/>
                </a:lnTo>
                <a:lnTo>
                  <a:pt x="3141" y="918"/>
                </a:lnTo>
                <a:lnTo>
                  <a:pt x="3141" y="918"/>
                </a:lnTo>
                <a:lnTo>
                  <a:pt x="3142" y="918"/>
                </a:lnTo>
                <a:lnTo>
                  <a:pt x="3142" y="918"/>
                </a:lnTo>
                <a:lnTo>
                  <a:pt x="3143" y="918"/>
                </a:lnTo>
                <a:lnTo>
                  <a:pt x="3143" y="918"/>
                </a:lnTo>
                <a:lnTo>
                  <a:pt x="3144" y="918"/>
                </a:lnTo>
                <a:lnTo>
                  <a:pt x="3145" y="919"/>
                </a:lnTo>
                <a:lnTo>
                  <a:pt x="3146" y="918"/>
                </a:lnTo>
                <a:lnTo>
                  <a:pt x="3146" y="918"/>
                </a:lnTo>
                <a:lnTo>
                  <a:pt x="3147" y="916"/>
                </a:lnTo>
                <a:lnTo>
                  <a:pt x="3148" y="915"/>
                </a:lnTo>
                <a:lnTo>
                  <a:pt x="3149" y="913"/>
                </a:lnTo>
                <a:lnTo>
                  <a:pt x="3150" y="914"/>
                </a:lnTo>
                <a:lnTo>
                  <a:pt x="3150" y="914"/>
                </a:lnTo>
                <a:lnTo>
                  <a:pt x="3152" y="916"/>
                </a:lnTo>
                <a:lnTo>
                  <a:pt x="3152" y="917"/>
                </a:lnTo>
                <a:lnTo>
                  <a:pt x="3153" y="917"/>
                </a:lnTo>
                <a:lnTo>
                  <a:pt x="3154" y="917"/>
                </a:lnTo>
                <a:lnTo>
                  <a:pt x="3154" y="917"/>
                </a:lnTo>
                <a:lnTo>
                  <a:pt x="3156" y="918"/>
                </a:lnTo>
                <a:lnTo>
                  <a:pt x="3156" y="918"/>
                </a:lnTo>
                <a:lnTo>
                  <a:pt x="3156" y="917"/>
                </a:lnTo>
                <a:lnTo>
                  <a:pt x="3157" y="918"/>
                </a:lnTo>
                <a:lnTo>
                  <a:pt x="3158" y="918"/>
                </a:lnTo>
                <a:lnTo>
                  <a:pt x="3158" y="918"/>
                </a:lnTo>
                <a:lnTo>
                  <a:pt x="3159" y="918"/>
                </a:lnTo>
                <a:lnTo>
                  <a:pt x="3159" y="918"/>
                </a:lnTo>
                <a:lnTo>
                  <a:pt x="3160" y="918"/>
                </a:lnTo>
                <a:lnTo>
                  <a:pt x="3162" y="917"/>
                </a:lnTo>
                <a:lnTo>
                  <a:pt x="3162" y="917"/>
                </a:lnTo>
                <a:lnTo>
                  <a:pt x="3163" y="918"/>
                </a:lnTo>
                <a:lnTo>
                  <a:pt x="3164" y="918"/>
                </a:lnTo>
                <a:lnTo>
                  <a:pt x="3164" y="918"/>
                </a:lnTo>
                <a:lnTo>
                  <a:pt x="3164" y="918"/>
                </a:lnTo>
                <a:lnTo>
                  <a:pt x="3165" y="918"/>
                </a:lnTo>
                <a:lnTo>
                  <a:pt x="3165" y="918"/>
                </a:lnTo>
                <a:lnTo>
                  <a:pt x="3166" y="918"/>
                </a:lnTo>
                <a:lnTo>
                  <a:pt x="3166" y="918"/>
                </a:lnTo>
                <a:lnTo>
                  <a:pt x="3167" y="917"/>
                </a:lnTo>
                <a:lnTo>
                  <a:pt x="3167" y="917"/>
                </a:lnTo>
                <a:lnTo>
                  <a:pt x="3168" y="917"/>
                </a:lnTo>
                <a:lnTo>
                  <a:pt x="3168" y="917"/>
                </a:lnTo>
                <a:lnTo>
                  <a:pt x="3170" y="918"/>
                </a:lnTo>
                <a:lnTo>
                  <a:pt x="3170" y="918"/>
                </a:lnTo>
                <a:lnTo>
                  <a:pt x="3171" y="918"/>
                </a:lnTo>
                <a:lnTo>
                  <a:pt x="3171" y="918"/>
                </a:lnTo>
                <a:lnTo>
                  <a:pt x="3172" y="918"/>
                </a:lnTo>
                <a:lnTo>
                  <a:pt x="3172" y="918"/>
                </a:lnTo>
                <a:lnTo>
                  <a:pt x="3173" y="918"/>
                </a:lnTo>
                <a:lnTo>
                  <a:pt x="3174" y="918"/>
                </a:lnTo>
                <a:lnTo>
                  <a:pt x="3174" y="918"/>
                </a:lnTo>
                <a:lnTo>
                  <a:pt x="3175" y="918"/>
                </a:lnTo>
                <a:lnTo>
                  <a:pt x="3176" y="918"/>
                </a:lnTo>
                <a:lnTo>
                  <a:pt x="3176" y="918"/>
                </a:lnTo>
                <a:lnTo>
                  <a:pt x="3177" y="918"/>
                </a:lnTo>
                <a:lnTo>
                  <a:pt x="3177" y="918"/>
                </a:lnTo>
                <a:lnTo>
                  <a:pt x="3177" y="918"/>
                </a:lnTo>
                <a:lnTo>
                  <a:pt x="3178" y="918"/>
                </a:lnTo>
                <a:lnTo>
                  <a:pt x="3178" y="918"/>
                </a:lnTo>
                <a:lnTo>
                  <a:pt x="3180" y="917"/>
                </a:lnTo>
                <a:lnTo>
                  <a:pt x="3180" y="917"/>
                </a:lnTo>
                <a:lnTo>
                  <a:pt x="3180" y="917"/>
                </a:lnTo>
                <a:lnTo>
                  <a:pt x="3181" y="917"/>
                </a:lnTo>
                <a:lnTo>
                  <a:pt x="3182" y="917"/>
                </a:lnTo>
                <a:lnTo>
                  <a:pt x="3182" y="917"/>
                </a:lnTo>
                <a:lnTo>
                  <a:pt x="3183" y="917"/>
                </a:lnTo>
                <a:lnTo>
                  <a:pt x="3183" y="917"/>
                </a:lnTo>
                <a:lnTo>
                  <a:pt x="3184" y="917"/>
                </a:lnTo>
                <a:lnTo>
                  <a:pt x="3186" y="917"/>
                </a:lnTo>
                <a:lnTo>
                  <a:pt x="3186" y="917"/>
                </a:lnTo>
                <a:lnTo>
                  <a:pt x="3186" y="917"/>
                </a:lnTo>
                <a:lnTo>
                  <a:pt x="3187" y="917"/>
                </a:lnTo>
                <a:lnTo>
                  <a:pt x="3188" y="917"/>
                </a:lnTo>
                <a:lnTo>
                  <a:pt x="3188" y="917"/>
                </a:lnTo>
                <a:lnTo>
                  <a:pt x="3188" y="917"/>
                </a:lnTo>
                <a:lnTo>
                  <a:pt x="3189" y="918"/>
                </a:lnTo>
                <a:lnTo>
                  <a:pt x="3190" y="917"/>
                </a:lnTo>
                <a:lnTo>
                  <a:pt x="3190" y="917"/>
                </a:lnTo>
                <a:lnTo>
                  <a:pt x="3191" y="917"/>
                </a:lnTo>
                <a:lnTo>
                  <a:pt x="3192" y="917"/>
                </a:lnTo>
                <a:lnTo>
                  <a:pt x="3192" y="917"/>
                </a:lnTo>
                <a:lnTo>
                  <a:pt x="3192" y="917"/>
                </a:lnTo>
                <a:lnTo>
                  <a:pt x="3193" y="917"/>
                </a:lnTo>
                <a:lnTo>
                  <a:pt x="3194" y="917"/>
                </a:lnTo>
                <a:lnTo>
                  <a:pt x="3194" y="917"/>
                </a:lnTo>
                <a:lnTo>
                  <a:pt x="3194" y="917"/>
                </a:lnTo>
                <a:lnTo>
                  <a:pt x="3195" y="917"/>
                </a:lnTo>
                <a:lnTo>
                  <a:pt x="3196" y="917"/>
                </a:lnTo>
                <a:lnTo>
                  <a:pt x="3196" y="917"/>
                </a:lnTo>
                <a:lnTo>
                  <a:pt x="3196" y="917"/>
                </a:lnTo>
                <a:lnTo>
                  <a:pt x="3197" y="917"/>
                </a:lnTo>
                <a:lnTo>
                  <a:pt x="3198" y="917"/>
                </a:lnTo>
                <a:lnTo>
                  <a:pt x="3200" y="918"/>
                </a:lnTo>
                <a:lnTo>
                  <a:pt x="3200" y="918"/>
                </a:lnTo>
                <a:lnTo>
                  <a:pt x="3201" y="918"/>
                </a:lnTo>
                <a:lnTo>
                  <a:pt x="3202" y="918"/>
                </a:lnTo>
                <a:lnTo>
                  <a:pt x="3202" y="918"/>
                </a:lnTo>
                <a:lnTo>
                  <a:pt x="3203" y="917"/>
                </a:lnTo>
                <a:lnTo>
                  <a:pt x="3204" y="917"/>
                </a:lnTo>
                <a:lnTo>
                  <a:pt x="3204" y="917"/>
                </a:lnTo>
                <a:lnTo>
                  <a:pt x="3205" y="917"/>
                </a:lnTo>
                <a:lnTo>
                  <a:pt x="3206" y="917"/>
                </a:lnTo>
                <a:lnTo>
                  <a:pt x="3206" y="917"/>
                </a:lnTo>
                <a:lnTo>
                  <a:pt x="3206" y="917"/>
                </a:lnTo>
                <a:lnTo>
                  <a:pt x="3206" y="917"/>
                </a:lnTo>
                <a:lnTo>
                  <a:pt x="3208" y="917"/>
                </a:lnTo>
                <a:lnTo>
                  <a:pt x="3208" y="917"/>
                </a:lnTo>
                <a:lnTo>
                  <a:pt x="3209" y="917"/>
                </a:lnTo>
                <a:lnTo>
                  <a:pt x="3209" y="917"/>
                </a:lnTo>
                <a:lnTo>
                  <a:pt x="3210" y="917"/>
                </a:lnTo>
                <a:lnTo>
                  <a:pt x="3210" y="917"/>
                </a:lnTo>
                <a:lnTo>
                  <a:pt x="3210" y="917"/>
                </a:lnTo>
                <a:lnTo>
                  <a:pt x="3211" y="917"/>
                </a:lnTo>
                <a:lnTo>
                  <a:pt x="3212" y="917"/>
                </a:lnTo>
                <a:lnTo>
                  <a:pt x="3212" y="917"/>
                </a:lnTo>
                <a:lnTo>
                  <a:pt x="3214" y="918"/>
                </a:lnTo>
                <a:lnTo>
                  <a:pt x="3214" y="918"/>
                </a:lnTo>
                <a:lnTo>
                  <a:pt x="3214" y="918"/>
                </a:lnTo>
                <a:lnTo>
                  <a:pt x="3215" y="917"/>
                </a:lnTo>
                <a:lnTo>
                  <a:pt x="3216" y="917"/>
                </a:lnTo>
                <a:lnTo>
                  <a:pt x="3216" y="917"/>
                </a:lnTo>
                <a:lnTo>
                  <a:pt x="3217" y="917"/>
                </a:lnTo>
                <a:lnTo>
                  <a:pt x="3218" y="917"/>
                </a:lnTo>
                <a:lnTo>
                  <a:pt x="3218" y="917"/>
                </a:lnTo>
                <a:lnTo>
                  <a:pt x="3218" y="917"/>
                </a:lnTo>
                <a:lnTo>
                  <a:pt x="3220" y="918"/>
                </a:lnTo>
                <a:lnTo>
                  <a:pt x="3220" y="918"/>
                </a:lnTo>
                <a:lnTo>
                  <a:pt x="3221" y="918"/>
                </a:lnTo>
                <a:lnTo>
                  <a:pt x="3221" y="917"/>
                </a:lnTo>
                <a:lnTo>
                  <a:pt x="3221" y="917"/>
                </a:lnTo>
                <a:lnTo>
                  <a:pt x="3222" y="917"/>
                </a:lnTo>
                <a:lnTo>
                  <a:pt x="3224" y="917"/>
                </a:lnTo>
                <a:lnTo>
                  <a:pt x="3224" y="917"/>
                </a:lnTo>
                <a:lnTo>
                  <a:pt x="3224" y="917"/>
                </a:lnTo>
                <a:lnTo>
                  <a:pt x="3226" y="917"/>
                </a:lnTo>
                <a:lnTo>
                  <a:pt x="3226" y="917"/>
                </a:lnTo>
                <a:lnTo>
                  <a:pt x="3226" y="917"/>
                </a:lnTo>
                <a:lnTo>
                  <a:pt x="3226" y="918"/>
                </a:lnTo>
                <a:lnTo>
                  <a:pt x="3228" y="917"/>
                </a:lnTo>
                <a:lnTo>
                  <a:pt x="3228" y="917"/>
                </a:lnTo>
                <a:lnTo>
                  <a:pt x="3228" y="918"/>
                </a:lnTo>
                <a:lnTo>
                  <a:pt x="3229" y="917"/>
                </a:lnTo>
                <a:lnTo>
                  <a:pt x="3230" y="917"/>
                </a:lnTo>
                <a:lnTo>
                  <a:pt x="3230" y="917"/>
                </a:lnTo>
                <a:lnTo>
                  <a:pt x="3231" y="916"/>
                </a:lnTo>
                <a:lnTo>
                  <a:pt x="3232" y="917"/>
                </a:lnTo>
                <a:lnTo>
                  <a:pt x="3232" y="917"/>
                </a:lnTo>
                <a:lnTo>
                  <a:pt x="3233" y="917"/>
                </a:lnTo>
                <a:lnTo>
                  <a:pt x="3234" y="917"/>
                </a:lnTo>
                <a:lnTo>
                  <a:pt x="3234" y="917"/>
                </a:lnTo>
                <a:lnTo>
                  <a:pt x="3235" y="917"/>
                </a:lnTo>
                <a:lnTo>
                  <a:pt x="3236" y="917"/>
                </a:lnTo>
                <a:lnTo>
                  <a:pt x="3236" y="917"/>
                </a:lnTo>
                <a:lnTo>
                  <a:pt x="3237" y="917"/>
                </a:lnTo>
                <a:lnTo>
                  <a:pt x="3238" y="917"/>
                </a:lnTo>
                <a:lnTo>
                  <a:pt x="3238" y="917"/>
                </a:lnTo>
                <a:lnTo>
                  <a:pt x="3239" y="918"/>
                </a:lnTo>
                <a:lnTo>
                  <a:pt x="3240" y="918"/>
                </a:lnTo>
                <a:lnTo>
                  <a:pt x="3240" y="918"/>
                </a:lnTo>
                <a:lnTo>
                  <a:pt x="3241" y="918"/>
                </a:lnTo>
                <a:lnTo>
                  <a:pt x="3242" y="918"/>
                </a:lnTo>
                <a:lnTo>
                  <a:pt x="3242" y="918"/>
                </a:lnTo>
                <a:lnTo>
                  <a:pt x="3244" y="918"/>
                </a:lnTo>
                <a:lnTo>
                  <a:pt x="3244" y="918"/>
                </a:lnTo>
                <a:lnTo>
                  <a:pt x="3244" y="918"/>
                </a:lnTo>
                <a:lnTo>
                  <a:pt x="3245" y="918"/>
                </a:lnTo>
                <a:lnTo>
                  <a:pt x="3246" y="918"/>
                </a:lnTo>
                <a:lnTo>
                  <a:pt x="3248" y="917"/>
                </a:lnTo>
                <a:lnTo>
                  <a:pt x="3248" y="917"/>
                </a:lnTo>
                <a:lnTo>
                  <a:pt x="3248" y="917"/>
                </a:lnTo>
                <a:lnTo>
                  <a:pt x="3250" y="917"/>
                </a:lnTo>
                <a:lnTo>
                  <a:pt x="3250" y="918"/>
                </a:lnTo>
                <a:lnTo>
                  <a:pt x="3252" y="920"/>
                </a:lnTo>
                <a:lnTo>
                  <a:pt x="3252" y="920"/>
                </a:lnTo>
                <a:lnTo>
                  <a:pt x="3253" y="920"/>
                </a:lnTo>
                <a:lnTo>
                  <a:pt x="3254" y="920"/>
                </a:lnTo>
                <a:lnTo>
                  <a:pt x="3254" y="920"/>
                </a:lnTo>
                <a:lnTo>
                  <a:pt x="3256" y="917"/>
                </a:lnTo>
                <a:lnTo>
                  <a:pt x="3256" y="917"/>
                </a:lnTo>
                <a:lnTo>
                  <a:pt x="3258" y="914"/>
                </a:lnTo>
                <a:lnTo>
                  <a:pt x="3258" y="914"/>
                </a:lnTo>
                <a:lnTo>
                  <a:pt x="3260" y="915"/>
                </a:lnTo>
                <a:lnTo>
                  <a:pt x="3260" y="915"/>
                </a:lnTo>
                <a:lnTo>
                  <a:pt x="3262" y="917"/>
                </a:lnTo>
                <a:lnTo>
                  <a:pt x="3262" y="917"/>
                </a:lnTo>
                <a:lnTo>
                  <a:pt x="3264" y="917"/>
                </a:lnTo>
                <a:lnTo>
                  <a:pt x="3264" y="917"/>
                </a:lnTo>
                <a:lnTo>
                  <a:pt x="3265" y="917"/>
                </a:lnTo>
                <a:lnTo>
                  <a:pt x="3266" y="917"/>
                </a:lnTo>
                <a:lnTo>
                  <a:pt x="3266" y="917"/>
                </a:lnTo>
                <a:lnTo>
                  <a:pt x="3268" y="918"/>
                </a:lnTo>
                <a:lnTo>
                  <a:pt x="3268" y="918"/>
                </a:lnTo>
                <a:lnTo>
                  <a:pt x="3269" y="917"/>
                </a:lnTo>
                <a:lnTo>
                  <a:pt x="3269" y="917"/>
                </a:lnTo>
                <a:lnTo>
                  <a:pt x="3270" y="917"/>
                </a:lnTo>
                <a:lnTo>
                  <a:pt x="3271" y="918"/>
                </a:lnTo>
                <a:lnTo>
                  <a:pt x="3272" y="917"/>
                </a:lnTo>
                <a:lnTo>
                  <a:pt x="3272" y="917"/>
                </a:lnTo>
                <a:lnTo>
                  <a:pt x="3272" y="918"/>
                </a:lnTo>
                <a:lnTo>
                  <a:pt x="3273" y="917"/>
                </a:lnTo>
                <a:lnTo>
                  <a:pt x="3274" y="917"/>
                </a:lnTo>
                <a:lnTo>
                  <a:pt x="3274" y="918"/>
                </a:lnTo>
                <a:lnTo>
                  <a:pt x="3276" y="918"/>
                </a:lnTo>
                <a:lnTo>
                  <a:pt x="3276" y="918"/>
                </a:lnTo>
                <a:lnTo>
                  <a:pt x="3277" y="918"/>
                </a:lnTo>
                <a:lnTo>
                  <a:pt x="3278" y="918"/>
                </a:lnTo>
                <a:lnTo>
                  <a:pt x="3278" y="918"/>
                </a:lnTo>
                <a:lnTo>
                  <a:pt x="3278" y="918"/>
                </a:lnTo>
                <a:lnTo>
                  <a:pt x="3280" y="917"/>
                </a:lnTo>
                <a:lnTo>
                  <a:pt x="3280" y="917"/>
                </a:lnTo>
                <a:lnTo>
                  <a:pt x="3280" y="917"/>
                </a:lnTo>
                <a:lnTo>
                  <a:pt x="3280" y="917"/>
                </a:lnTo>
                <a:lnTo>
                  <a:pt x="3281" y="918"/>
                </a:lnTo>
                <a:lnTo>
                  <a:pt x="3282" y="918"/>
                </a:lnTo>
                <a:lnTo>
                  <a:pt x="3282" y="918"/>
                </a:lnTo>
                <a:lnTo>
                  <a:pt x="3284" y="917"/>
                </a:lnTo>
                <a:lnTo>
                  <a:pt x="3284" y="917"/>
                </a:lnTo>
                <a:lnTo>
                  <a:pt x="3285" y="917"/>
                </a:lnTo>
                <a:lnTo>
                  <a:pt x="3286" y="917"/>
                </a:lnTo>
                <a:lnTo>
                  <a:pt x="3286" y="917"/>
                </a:lnTo>
                <a:lnTo>
                  <a:pt x="3286" y="917"/>
                </a:lnTo>
                <a:lnTo>
                  <a:pt x="3288" y="917"/>
                </a:lnTo>
                <a:lnTo>
                  <a:pt x="3288" y="917"/>
                </a:lnTo>
                <a:lnTo>
                  <a:pt x="3288" y="917"/>
                </a:lnTo>
                <a:lnTo>
                  <a:pt x="3289" y="918"/>
                </a:lnTo>
                <a:lnTo>
                  <a:pt x="3290" y="918"/>
                </a:lnTo>
                <a:lnTo>
                  <a:pt x="3290" y="918"/>
                </a:lnTo>
                <a:lnTo>
                  <a:pt x="3290" y="918"/>
                </a:lnTo>
                <a:lnTo>
                  <a:pt x="3292" y="917"/>
                </a:lnTo>
                <a:lnTo>
                  <a:pt x="3292" y="917"/>
                </a:lnTo>
                <a:lnTo>
                  <a:pt x="3292" y="917"/>
                </a:lnTo>
                <a:lnTo>
                  <a:pt x="3292" y="918"/>
                </a:lnTo>
                <a:lnTo>
                  <a:pt x="3293" y="917"/>
                </a:lnTo>
                <a:lnTo>
                  <a:pt x="3294" y="917"/>
                </a:lnTo>
                <a:lnTo>
                  <a:pt x="3294" y="917"/>
                </a:lnTo>
                <a:lnTo>
                  <a:pt x="3295" y="917"/>
                </a:lnTo>
                <a:lnTo>
                  <a:pt x="3296" y="917"/>
                </a:lnTo>
                <a:lnTo>
                  <a:pt x="3296" y="917"/>
                </a:lnTo>
                <a:lnTo>
                  <a:pt x="3297" y="918"/>
                </a:lnTo>
                <a:lnTo>
                  <a:pt x="3298" y="918"/>
                </a:lnTo>
                <a:lnTo>
                  <a:pt x="3298" y="918"/>
                </a:lnTo>
                <a:lnTo>
                  <a:pt x="3298" y="918"/>
                </a:lnTo>
                <a:lnTo>
                  <a:pt x="3300" y="918"/>
                </a:lnTo>
                <a:lnTo>
                  <a:pt x="3300" y="918"/>
                </a:lnTo>
                <a:lnTo>
                  <a:pt x="3300" y="918"/>
                </a:lnTo>
                <a:lnTo>
                  <a:pt x="3301" y="917"/>
                </a:lnTo>
                <a:lnTo>
                  <a:pt x="3302" y="917"/>
                </a:lnTo>
                <a:lnTo>
                  <a:pt x="3302" y="917"/>
                </a:lnTo>
                <a:lnTo>
                  <a:pt x="3302" y="917"/>
                </a:lnTo>
                <a:lnTo>
                  <a:pt x="3303" y="918"/>
                </a:lnTo>
                <a:lnTo>
                  <a:pt x="3304" y="918"/>
                </a:lnTo>
                <a:lnTo>
                  <a:pt x="3304" y="918"/>
                </a:lnTo>
                <a:lnTo>
                  <a:pt x="3305" y="917"/>
                </a:lnTo>
                <a:lnTo>
                  <a:pt x="3306" y="917"/>
                </a:lnTo>
                <a:lnTo>
                  <a:pt x="3306" y="917"/>
                </a:lnTo>
                <a:lnTo>
                  <a:pt x="3306" y="917"/>
                </a:lnTo>
                <a:lnTo>
                  <a:pt x="3307" y="917"/>
                </a:lnTo>
                <a:lnTo>
                  <a:pt x="3308" y="917"/>
                </a:lnTo>
                <a:lnTo>
                  <a:pt x="3308" y="917"/>
                </a:lnTo>
                <a:lnTo>
                  <a:pt x="3308" y="917"/>
                </a:lnTo>
                <a:lnTo>
                  <a:pt x="3309" y="917"/>
                </a:lnTo>
                <a:lnTo>
                  <a:pt x="3310" y="917"/>
                </a:lnTo>
                <a:lnTo>
                  <a:pt x="3310" y="917"/>
                </a:lnTo>
                <a:lnTo>
                  <a:pt x="3311" y="917"/>
                </a:lnTo>
                <a:lnTo>
                  <a:pt x="3311" y="918"/>
                </a:lnTo>
                <a:lnTo>
                  <a:pt x="3312" y="917"/>
                </a:lnTo>
                <a:lnTo>
                  <a:pt x="3312" y="917"/>
                </a:lnTo>
                <a:lnTo>
                  <a:pt x="3313" y="918"/>
                </a:lnTo>
                <a:lnTo>
                  <a:pt x="3314" y="917"/>
                </a:lnTo>
                <a:lnTo>
                  <a:pt x="3314" y="917"/>
                </a:lnTo>
                <a:lnTo>
                  <a:pt x="3314" y="917"/>
                </a:lnTo>
                <a:lnTo>
                  <a:pt x="3316" y="917"/>
                </a:lnTo>
                <a:lnTo>
                  <a:pt x="3316" y="917"/>
                </a:lnTo>
                <a:lnTo>
                  <a:pt x="3316" y="917"/>
                </a:lnTo>
                <a:lnTo>
                  <a:pt x="3317" y="918"/>
                </a:lnTo>
                <a:lnTo>
                  <a:pt x="3318" y="918"/>
                </a:lnTo>
                <a:lnTo>
                  <a:pt x="3318" y="918"/>
                </a:lnTo>
                <a:lnTo>
                  <a:pt x="3319" y="917"/>
                </a:lnTo>
                <a:lnTo>
                  <a:pt x="3320" y="917"/>
                </a:lnTo>
                <a:lnTo>
                  <a:pt x="3320" y="917"/>
                </a:lnTo>
                <a:lnTo>
                  <a:pt x="3320" y="917"/>
                </a:lnTo>
                <a:lnTo>
                  <a:pt x="3322" y="918"/>
                </a:lnTo>
                <a:lnTo>
                  <a:pt x="3322" y="918"/>
                </a:lnTo>
                <a:lnTo>
                  <a:pt x="3322" y="918"/>
                </a:lnTo>
                <a:lnTo>
                  <a:pt x="3323" y="918"/>
                </a:lnTo>
                <a:lnTo>
                  <a:pt x="3324" y="918"/>
                </a:lnTo>
                <a:lnTo>
                  <a:pt x="3324" y="918"/>
                </a:lnTo>
                <a:lnTo>
                  <a:pt x="3326" y="917"/>
                </a:lnTo>
                <a:lnTo>
                  <a:pt x="3326" y="917"/>
                </a:lnTo>
                <a:lnTo>
                  <a:pt x="3327" y="917"/>
                </a:lnTo>
                <a:lnTo>
                  <a:pt x="3328" y="917"/>
                </a:lnTo>
                <a:lnTo>
                  <a:pt x="3328" y="917"/>
                </a:lnTo>
                <a:lnTo>
                  <a:pt x="3328" y="917"/>
                </a:lnTo>
                <a:lnTo>
                  <a:pt x="3330" y="917"/>
                </a:lnTo>
                <a:lnTo>
                  <a:pt x="3330" y="917"/>
                </a:lnTo>
                <a:lnTo>
                  <a:pt x="3330" y="917"/>
                </a:lnTo>
                <a:lnTo>
                  <a:pt x="3331" y="917"/>
                </a:lnTo>
                <a:lnTo>
                  <a:pt x="3332" y="917"/>
                </a:lnTo>
                <a:lnTo>
                  <a:pt x="3332" y="917"/>
                </a:lnTo>
                <a:lnTo>
                  <a:pt x="3332" y="917"/>
                </a:lnTo>
                <a:lnTo>
                  <a:pt x="3334" y="918"/>
                </a:lnTo>
                <a:lnTo>
                  <a:pt x="3334" y="918"/>
                </a:lnTo>
                <a:lnTo>
                  <a:pt x="3334" y="918"/>
                </a:lnTo>
                <a:lnTo>
                  <a:pt x="3335" y="917"/>
                </a:lnTo>
                <a:lnTo>
                  <a:pt x="3336" y="917"/>
                </a:lnTo>
                <a:lnTo>
                  <a:pt x="3336" y="917"/>
                </a:lnTo>
                <a:lnTo>
                  <a:pt x="3336" y="918"/>
                </a:lnTo>
                <a:lnTo>
                  <a:pt x="3337" y="917"/>
                </a:lnTo>
                <a:lnTo>
                  <a:pt x="3338" y="917"/>
                </a:lnTo>
                <a:lnTo>
                  <a:pt x="3338" y="917"/>
                </a:lnTo>
                <a:lnTo>
                  <a:pt x="3339" y="917"/>
                </a:lnTo>
                <a:lnTo>
                  <a:pt x="3340" y="917"/>
                </a:lnTo>
                <a:lnTo>
                  <a:pt x="3340" y="917"/>
                </a:lnTo>
                <a:lnTo>
                  <a:pt x="3340" y="917"/>
                </a:lnTo>
                <a:lnTo>
                  <a:pt x="3341" y="918"/>
                </a:lnTo>
                <a:lnTo>
                  <a:pt x="3342" y="917"/>
                </a:lnTo>
                <a:lnTo>
                  <a:pt x="3342" y="917"/>
                </a:lnTo>
                <a:lnTo>
                  <a:pt x="3344" y="918"/>
                </a:lnTo>
                <a:lnTo>
                  <a:pt x="3344" y="918"/>
                </a:lnTo>
                <a:lnTo>
                  <a:pt x="3345" y="918"/>
                </a:lnTo>
                <a:lnTo>
                  <a:pt x="3345" y="918"/>
                </a:lnTo>
                <a:lnTo>
                  <a:pt x="3346" y="918"/>
                </a:lnTo>
                <a:lnTo>
                  <a:pt x="3346" y="918"/>
                </a:lnTo>
                <a:lnTo>
                  <a:pt x="3346" y="918"/>
                </a:lnTo>
                <a:lnTo>
                  <a:pt x="3347" y="918"/>
                </a:lnTo>
                <a:lnTo>
                  <a:pt x="3348" y="918"/>
                </a:lnTo>
                <a:lnTo>
                  <a:pt x="3348" y="918"/>
                </a:lnTo>
                <a:lnTo>
                  <a:pt x="3349" y="918"/>
                </a:lnTo>
                <a:lnTo>
                  <a:pt x="3350" y="917"/>
                </a:lnTo>
                <a:lnTo>
                  <a:pt x="3350" y="917"/>
                </a:lnTo>
                <a:lnTo>
                  <a:pt x="3350" y="917"/>
                </a:lnTo>
                <a:lnTo>
                  <a:pt x="3352" y="917"/>
                </a:lnTo>
                <a:lnTo>
                  <a:pt x="3352" y="917"/>
                </a:lnTo>
                <a:lnTo>
                  <a:pt x="3352" y="917"/>
                </a:lnTo>
                <a:lnTo>
                  <a:pt x="3352" y="917"/>
                </a:lnTo>
                <a:lnTo>
                  <a:pt x="3354" y="917"/>
                </a:lnTo>
                <a:lnTo>
                  <a:pt x="3354" y="917"/>
                </a:lnTo>
                <a:lnTo>
                  <a:pt x="3355" y="917"/>
                </a:lnTo>
                <a:lnTo>
                  <a:pt x="3355" y="917"/>
                </a:lnTo>
                <a:lnTo>
                  <a:pt x="3356" y="917"/>
                </a:lnTo>
                <a:lnTo>
                  <a:pt x="3356" y="917"/>
                </a:lnTo>
                <a:lnTo>
                  <a:pt x="3357" y="917"/>
                </a:lnTo>
                <a:lnTo>
                  <a:pt x="3358" y="917"/>
                </a:lnTo>
                <a:lnTo>
                  <a:pt x="3358" y="917"/>
                </a:lnTo>
                <a:lnTo>
                  <a:pt x="3358" y="917"/>
                </a:lnTo>
                <a:lnTo>
                  <a:pt x="3360" y="918"/>
                </a:lnTo>
                <a:lnTo>
                  <a:pt x="3360" y="918"/>
                </a:lnTo>
                <a:lnTo>
                  <a:pt x="3362" y="917"/>
                </a:lnTo>
                <a:lnTo>
                  <a:pt x="3362" y="917"/>
                </a:lnTo>
                <a:lnTo>
                  <a:pt x="3362" y="917"/>
                </a:lnTo>
                <a:lnTo>
                  <a:pt x="3363" y="918"/>
                </a:lnTo>
                <a:lnTo>
                  <a:pt x="3364" y="917"/>
                </a:lnTo>
                <a:lnTo>
                  <a:pt x="3364" y="918"/>
                </a:lnTo>
                <a:lnTo>
                  <a:pt x="3364" y="918"/>
                </a:lnTo>
                <a:lnTo>
                  <a:pt x="3365" y="917"/>
                </a:lnTo>
                <a:lnTo>
                  <a:pt x="3366" y="917"/>
                </a:lnTo>
                <a:lnTo>
                  <a:pt x="3366" y="917"/>
                </a:lnTo>
                <a:lnTo>
                  <a:pt x="3367" y="917"/>
                </a:lnTo>
                <a:lnTo>
                  <a:pt x="3367" y="918"/>
                </a:lnTo>
                <a:lnTo>
                  <a:pt x="3368" y="918"/>
                </a:lnTo>
                <a:lnTo>
                  <a:pt x="3368" y="918"/>
                </a:lnTo>
                <a:lnTo>
                  <a:pt x="3370" y="917"/>
                </a:lnTo>
                <a:lnTo>
                  <a:pt x="3370" y="917"/>
                </a:lnTo>
                <a:lnTo>
                  <a:pt x="3371" y="917"/>
                </a:lnTo>
                <a:lnTo>
                  <a:pt x="3372" y="917"/>
                </a:lnTo>
                <a:lnTo>
                  <a:pt x="3372" y="917"/>
                </a:lnTo>
                <a:lnTo>
                  <a:pt x="3372" y="918"/>
                </a:lnTo>
                <a:lnTo>
                  <a:pt x="3373" y="918"/>
                </a:lnTo>
                <a:lnTo>
                  <a:pt x="3374" y="918"/>
                </a:lnTo>
                <a:lnTo>
                  <a:pt x="3374" y="918"/>
                </a:lnTo>
                <a:lnTo>
                  <a:pt x="3374" y="918"/>
                </a:lnTo>
                <a:lnTo>
                  <a:pt x="3376" y="917"/>
                </a:lnTo>
                <a:lnTo>
                  <a:pt x="3376" y="917"/>
                </a:lnTo>
                <a:lnTo>
                  <a:pt x="3376" y="917"/>
                </a:lnTo>
                <a:lnTo>
                  <a:pt x="3377" y="917"/>
                </a:lnTo>
                <a:lnTo>
                  <a:pt x="3378" y="917"/>
                </a:lnTo>
                <a:lnTo>
                  <a:pt x="3378" y="917"/>
                </a:lnTo>
                <a:lnTo>
                  <a:pt x="3379" y="918"/>
                </a:lnTo>
                <a:lnTo>
                  <a:pt x="3380" y="917"/>
                </a:lnTo>
                <a:lnTo>
                  <a:pt x="3380" y="917"/>
                </a:lnTo>
                <a:lnTo>
                  <a:pt x="3381" y="917"/>
                </a:lnTo>
                <a:lnTo>
                  <a:pt x="3382" y="920"/>
                </a:lnTo>
                <a:lnTo>
                  <a:pt x="3382" y="921"/>
                </a:lnTo>
                <a:lnTo>
                  <a:pt x="3382" y="921"/>
                </a:lnTo>
                <a:lnTo>
                  <a:pt x="3384" y="920"/>
                </a:lnTo>
                <a:lnTo>
                  <a:pt x="3384" y="920"/>
                </a:lnTo>
                <a:lnTo>
                  <a:pt x="3385" y="917"/>
                </a:lnTo>
                <a:lnTo>
                  <a:pt x="3386" y="917"/>
                </a:lnTo>
                <a:lnTo>
                  <a:pt x="3386" y="917"/>
                </a:lnTo>
                <a:lnTo>
                  <a:pt x="3386" y="917"/>
                </a:lnTo>
                <a:lnTo>
                  <a:pt x="3388" y="916"/>
                </a:lnTo>
                <a:lnTo>
                  <a:pt x="3388" y="916"/>
                </a:lnTo>
                <a:lnTo>
                  <a:pt x="3388" y="916"/>
                </a:lnTo>
                <a:lnTo>
                  <a:pt x="3390" y="917"/>
                </a:lnTo>
                <a:lnTo>
                  <a:pt x="3390" y="917"/>
                </a:lnTo>
                <a:lnTo>
                  <a:pt x="3390" y="917"/>
                </a:lnTo>
                <a:lnTo>
                  <a:pt x="3392" y="917"/>
                </a:lnTo>
                <a:lnTo>
                  <a:pt x="3392" y="917"/>
                </a:lnTo>
                <a:lnTo>
                  <a:pt x="3393" y="916"/>
                </a:lnTo>
                <a:lnTo>
                  <a:pt x="3394" y="917"/>
                </a:lnTo>
                <a:lnTo>
                  <a:pt x="3394" y="917"/>
                </a:lnTo>
                <a:lnTo>
                  <a:pt x="3394" y="917"/>
                </a:lnTo>
                <a:lnTo>
                  <a:pt x="3396" y="917"/>
                </a:lnTo>
                <a:lnTo>
                  <a:pt x="3396" y="917"/>
                </a:lnTo>
                <a:lnTo>
                  <a:pt x="3396" y="917"/>
                </a:lnTo>
                <a:lnTo>
                  <a:pt x="3396" y="917"/>
                </a:lnTo>
                <a:lnTo>
                  <a:pt x="3398" y="917"/>
                </a:lnTo>
                <a:lnTo>
                  <a:pt x="3398" y="917"/>
                </a:lnTo>
                <a:lnTo>
                  <a:pt x="3398" y="917"/>
                </a:lnTo>
                <a:lnTo>
                  <a:pt x="3398" y="917"/>
                </a:lnTo>
                <a:lnTo>
                  <a:pt x="3399" y="917"/>
                </a:lnTo>
                <a:lnTo>
                  <a:pt x="3400" y="917"/>
                </a:lnTo>
                <a:lnTo>
                  <a:pt x="3400" y="917"/>
                </a:lnTo>
                <a:lnTo>
                  <a:pt x="3401" y="917"/>
                </a:lnTo>
                <a:lnTo>
                  <a:pt x="3402" y="917"/>
                </a:lnTo>
                <a:lnTo>
                  <a:pt x="3402" y="917"/>
                </a:lnTo>
                <a:lnTo>
                  <a:pt x="3402" y="917"/>
                </a:lnTo>
                <a:lnTo>
                  <a:pt x="3403" y="917"/>
                </a:lnTo>
                <a:lnTo>
                  <a:pt x="3404" y="917"/>
                </a:lnTo>
                <a:lnTo>
                  <a:pt x="3404" y="917"/>
                </a:lnTo>
                <a:lnTo>
                  <a:pt x="3405" y="917"/>
                </a:lnTo>
                <a:lnTo>
                  <a:pt x="3406" y="917"/>
                </a:lnTo>
                <a:lnTo>
                  <a:pt x="3406" y="917"/>
                </a:lnTo>
                <a:lnTo>
                  <a:pt x="3406" y="917"/>
                </a:lnTo>
                <a:lnTo>
                  <a:pt x="3406" y="917"/>
                </a:lnTo>
                <a:lnTo>
                  <a:pt x="3408" y="918"/>
                </a:lnTo>
                <a:lnTo>
                  <a:pt x="3408" y="918"/>
                </a:lnTo>
                <a:lnTo>
                  <a:pt x="3408" y="918"/>
                </a:lnTo>
                <a:lnTo>
                  <a:pt x="3408" y="918"/>
                </a:lnTo>
                <a:lnTo>
                  <a:pt x="3409" y="917"/>
                </a:lnTo>
                <a:lnTo>
                  <a:pt x="3410" y="917"/>
                </a:lnTo>
                <a:lnTo>
                  <a:pt x="3410" y="917"/>
                </a:lnTo>
                <a:lnTo>
                  <a:pt x="3411" y="917"/>
                </a:lnTo>
                <a:lnTo>
                  <a:pt x="3412" y="917"/>
                </a:lnTo>
                <a:lnTo>
                  <a:pt x="3412" y="917"/>
                </a:lnTo>
                <a:lnTo>
                  <a:pt x="3412" y="917"/>
                </a:lnTo>
                <a:lnTo>
                  <a:pt x="3414" y="917"/>
                </a:lnTo>
                <a:lnTo>
                  <a:pt x="3414" y="917"/>
                </a:lnTo>
                <a:lnTo>
                  <a:pt x="3414" y="917"/>
                </a:lnTo>
                <a:lnTo>
                  <a:pt x="3414" y="917"/>
                </a:lnTo>
                <a:lnTo>
                  <a:pt x="3416" y="917"/>
                </a:lnTo>
                <a:lnTo>
                  <a:pt x="3416" y="917"/>
                </a:lnTo>
                <a:lnTo>
                  <a:pt x="3416" y="917"/>
                </a:lnTo>
                <a:lnTo>
                  <a:pt x="3417" y="917"/>
                </a:lnTo>
                <a:lnTo>
                  <a:pt x="3418" y="917"/>
                </a:lnTo>
                <a:lnTo>
                  <a:pt x="3418" y="917"/>
                </a:lnTo>
                <a:lnTo>
                  <a:pt x="3418" y="917"/>
                </a:lnTo>
                <a:lnTo>
                  <a:pt x="3420" y="917"/>
                </a:lnTo>
                <a:lnTo>
                  <a:pt x="3420" y="917"/>
                </a:lnTo>
                <a:lnTo>
                  <a:pt x="3420" y="917"/>
                </a:lnTo>
                <a:lnTo>
                  <a:pt x="3421" y="918"/>
                </a:lnTo>
                <a:lnTo>
                  <a:pt x="3422" y="917"/>
                </a:lnTo>
                <a:lnTo>
                  <a:pt x="3422" y="917"/>
                </a:lnTo>
                <a:lnTo>
                  <a:pt x="3423" y="917"/>
                </a:lnTo>
                <a:lnTo>
                  <a:pt x="3423" y="917"/>
                </a:lnTo>
                <a:lnTo>
                  <a:pt x="3424" y="917"/>
                </a:lnTo>
                <a:lnTo>
                  <a:pt x="3424" y="917"/>
                </a:lnTo>
                <a:lnTo>
                  <a:pt x="3424" y="917"/>
                </a:lnTo>
                <a:lnTo>
                  <a:pt x="3426" y="918"/>
                </a:lnTo>
                <a:lnTo>
                  <a:pt x="3426" y="918"/>
                </a:lnTo>
                <a:lnTo>
                  <a:pt x="3426" y="918"/>
                </a:lnTo>
                <a:lnTo>
                  <a:pt x="3427" y="918"/>
                </a:lnTo>
                <a:lnTo>
                  <a:pt x="3428" y="918"/>
                </a:lnTo>
                <a:lnTo>
                  <a:pt x="3428" y="918"/>
                </a:lnTo>
                <a:lnTo>
                  <a:pt x="3428" y="918"/>
                </a:lnTo>
                <a:lnTo>
                  <a:pt x="3429" y="917"/>
                </a:lnTo>
                <a:lnTo>
                  <a:pt x="3430" y="917"/>
                </a:lnTo>
                <a:lnTo>
                  <a:pt x="3430" y="917"/>
                </a:lnTo>
                <a:lnTo>
                  <a:pt x="3430" y="917"/>
                </a:lnTo>
                <a:lnTo>
                  <a:pt x="3431" y="917"/>
                </a:lnTo>
                <a:lnTo>
                  <a:pt x="3432" y="917"/>
                </a:lnTo>
                <a:lnTo>
                  <a:pt x="3432" y="917"/>
                </a:lnTo>
                <a:lnTo>
                  <a:pt x="3433" y="917"/>
                </a:lnTo>
                <a:lnTo>
                  <a:pt x="3433" y="918"/>
                </a:lnTo>
                <a:lnTo>
                  <a:pt x="3434" y="918"/>
                </a:lnTo>
                <a:lnTo>
                  <a:pt x="3434" y="918"/>
                </a:lnTo>
                <a:lnTo>
                  <a:pt x="3435" y="918"/>
                </a:lnTo>
                <a:lnTo>
                  <a:pt x="3436" y="918"/>
                </a:lnTo>
                <a:lnTo>
                  <a:pt x="3436" y="918"/>
                </a:lnTo>
                <a:lnTo>
                  <a:pt x="3436" y="918"/>
                </a:lnTo>
                <a:lnTo>
                  <a:pt x="3436" y="917"/>
                </a:lnTo>
                <a:lnTo>
                  <a:pt x="3437" y="918"/>
                </a:lnTo>
                <a:lnTo>
                  <a:pt x="3438" y="918"/>
                </a:lnTo>
                <a:lnTo>
                  <a:pt x="3438" y="918"/>
                </a:lnTo>
                <a:lnTo>
                  <a:pt x="3438" y="918"/>
                </a:lnTo>
                <a:lnTo>
                  <a:pt x="3440" y="917"/>
                </a:lnTo>
                <a:lnTo>
                  <a:pt x="3440" y="917"/>
                </a:lnTo>
                <a:lnTo>
                  <a:pt x="3441" y="917"/>
                </a:lnTo>
                <a:lnTo>
                  <a:pt x="3441" y="917"/>
                </a:lnTo>
                <a:lnTo>
                  <a:pt x="3442" y="917"/>
                </a:lnTo>
                <a:lnTo>
                  <a:pt x="3442" y="917"/>
                </a:lnTo>
                <a:lnTo>
                  <a:pt x="3444" y="917"/>
                </a:lnTo>
                <a:lnTo>
                  <a:pt x="3444" y="917"/>
                </a:lnTo>
                <a:lnTo>
                  <a:pt x="3444" y="917"/>
                </a:lnTo>
                <a:lnTo>
                  <a:pt x="3445" y="917"/>
                </a:lnTo>
                <a:lnTo>
                  <a:pt x="3446" y="917"/>
                </a:lnTo>
                <a:lnTo>
                  <a:pt x="3446" y="917"/>
                </a:lnTo>
                <a:lnTo>
                  <a:pt x="3448" y="918"/>
                </a:lnTo>
                <a:lnTo>
                  <a:pt x="3448" y="918"/>
                </a:lnTo>
                <a:lnTo>
                  <a:pt x="3450" y="917"/>
                </a:lnTo>
                <a:lnTo>
                  <a:pt x="3450" y="917"/>
                </a:lnTo>
                <a:lnTo>
                  <a:pt x="3450" y="917"/>
                </a:lnTo>
                <a:lnTo>
                  <a:pt x="3452" y="917"/>
                </a:lnTo>
                <a:lnTo>
                  <a:pt x="3452" y="917"/>
                </a:lnTo>
                <a:lnTo>
                  <a:pt x="3452" y="917"/>
                </a:lnTo>
                <a:lnTo>
                  <a:pt x="3452" y="918"/>
                </a:lnTo>
                <a:lnTo>
                  <a:pt x="3454" y="917"/>
                </a:lnTo>
                <a:lnTo>
                  <a:pt x="3454" y="917"/>
                </a:lnTo>
                <a:lnTo>
                  <a:pt x="3454" y="917"/>
                </a:lnTo>
                <a:lnTo>
                  <a:pt x="3455" y="917"/>
                </a:lnTo>
                <a:lnTo>
                  <a:pt x="3456" y="917"/>
                </a:lnTo>
                <a:lnTo>
                  <a:pt x="3456" y="917"/>
                </a:lnTo>
                <a:lnTo>
                  <a:pt x="3457" y="917"/>
                </a:lnTo>
                <a:lnTo>
                  <a:pt x="3458" y="917"/>
                </a:lnTo>
                <a:lnTo>
                  <a:pt x="3458" y="917"/>
                </a:lnTo>
                <a:lnTo>
                  <a:pt x="3460" y="918"/>
                </a:lnTo>
                <a:lnTo>
                  <a:pt x="3460" y="918"/>
                </a:lnTo>
                <a:lnTo>
                  <a:pt x="3461" y="917"/>
                </a:lnTo>
                <a:lnTo>
                  <a:pt x="3462" y="917"/>
                </a:lnTo>
                <a:lnTo>
                  <a:pt x="3462" y="917"/>
                </a:lnTo>
                <a:lnTo>
                  <a:pt x="3462" y="917"/>
                </a:lnTo>
                <a:lnTo>
                  <a:pt x="3463" y="918"/>
                </a:lnTo>
                <a:lnTo>
                  <a:pt x="3464" y="918"/>
                </a:lnTo>
                <a:lnTo>
                  <a:pt x="3464" y="918"/>
                </a:lnTo>
                <a:lnTo>
                  <a:pt x="3466" y="917"/>
                </a:lnTo>
                <a:lnTo>
                  <a:pt x="3466" y="917"/>
                </a:lnTo>
                <a:lnTo>
                  <a:pt x="3466" y="917"/>
                </a:lnTo>
                <a:lnTo>
                  <a:pt x="3466" y="917"/>
                </a:lnTo>
                <a:lnTo>
                  <a:pt x="3468" y="918"/>
                </a:lnTo>
                <a:lnTo>
                  <a:pt x="3468" y="918"/>
                </a:lnTo>
                <a:lnTo>
                  <a:pt x="3469" y="918"/>
                </a:lnTo>
                <a:lnTo>
                  <a:pt x="3470" y="918"/>
                </a:lnTo>
                <a:lnTo>
                  <a:pt x="3470" y="918"/>
                </a:lnTo>
                <a:lnTo>
                  <a:pt x="3472" y="917"/>
                </a:lnTo>
                <a:lnTo>
                  <a:pt x="3472" y="917"/>
                </a:lnTo>
                <a:lnTo>
                  <a:pt x="3472" y="917"/>
                </a:lnTo>
                <a:lnTo>
                  <a:pt x="3474" y="917"/>
                </a:lnTo>
                <a:lnTo>
                  <a:pt x="3474" y="917"/>
                </a:lnTo>
                <a:lnTo>
                  <a:pt x="3476" y="918"/>
                </a:lnTo>
                <a:lnTo>
                  <a:pt x="3476" y="918"/>
                </a:lnTo>
                <a:lnTo>
                  <a:pt x="3476" y="918"/>
                </a:lnTo>
                <a:lnTo>
                  <a:pt x="3478" y="917"/>
                </a:lnTo>
                <a:lnTo>
                  <a:pt x="3478" y="917"/>
                </a:lnTo>
                <a:lnTo>
                  <a:pt x="3479" y="917"/>
                </a:lnTo>
                <a:lnTo>
                  <a:pt x="3480" y="917"/>
                </a:lnTo>
                <a:lnTo>
                  <a:pt x="3480" y="917"/>
                </a:lnTo>
                <a:lnTo>
                  <a:pt x="3481" y="918"/>
                </a:lnTo>
                <a:lnTo>
                  <a:pt x="3482" y="918"/>
                </a:lnTo>
                <a:lnTo>
                  <a:pt x="3482" y="917"/>
                </a:lnTo>
                <a:lnTo>
                  <a:pt x="3484" y="917"/>
                </a:lnTo>
                <a:lnTo>
                  <a:pt x="3484" y="917"/>
                </a:lnTo>
                <a:lnTo>
                  <a:pt x="3484" y="917"/>
                </a:lnTo>
                <a:lnTo>
                  <a:pt x="3485" y="918"/>
                </a:lnTo>
                <a:lnTo>
                  <a:pt x="3486" y="917"/>
                </a:lnTo>
                <a:lnTo>
                  <a:pt x="3486" y="917"/>
                </a:lnTo>
                <a:lnTo>
                  <a:pt x="3487" y="916"/>
                </a:lnTo>
                <a:lnTo>
                  <a:pt x="3488" y="917"/>
                </a:lnTo>
                <a:lnTo>
                  <a:pt x="3488" y="917"/>
                </a:lnTo>
                <a:lnTo>
                  <a:pt x="3490" y="917"/>
                </a:lnTo>
                <a:lnTo>
                  <a:pt x="3490" y="917"/>
                </a:lnTo>
                <a:lnTo>
                  <a:pt x="3490" y="917"/>
                </a:lnTo>
                <a:lnTo>
                  <a:pt x="3491" y="917"/>
                </a:lnTo>
                <a:lnTo>
                  <a:pt x="3492" y="917"/>
                </a:lnTo>
                <a:lnTo>
                  <a:pt x="3492" y="918"/>
                </a:lnTo>
                <a:lnTo>
                  <a:pt x="3492" y="917"/>
                </a:lnTo>
                <a:lnTo>
                  <a:pt x="3494" y="918"/>
                </a:lnTo>
                <a:lnTo>
                  <a:pt x="3494" y="918"/>
                </a:lnTo>
                <a:lnTo>
                  <a:pt x="3494" y="918"/>
                </a:lnTo>
                <a:lnTo>
                  <a:pt x="3495" y="918"/>
                </a:lnTo>
                <a:lnTo>
                  <a:pt x="3496" y="918"/>
                </a:lnTo>
                <a:lnTo>
                  <a:pt x="3496" y="918"/>
                </a:lnTo>
                <a:lnTo>
                  <a:pt x="3497" y="918"/>
                </a:lnTo>
                <a:lnTo>
                  <a:pt x="3498" y="918"/>
                </a:lnTo>
                <a:lnTo>
                  <a:pt x="3498" y="918"/>
                </a:lnTo>
                <a:lnTo>
                  <a:pt x="3499" y="917"/>
                </a:lnTo>
                <a:lnTo>
                  <a:pt x="3500" y="917"/>
                </a:lnTo>
                <a:lnTo>
                  <a:pt x="3500" y="917"/>
                </a:lnTo>
                <a:lnTo>
                  <a:pt x="3501" y="917"/>
                </a:lnTo>
                <a:lnTo>
                  <a:pt x="3502" y="917"/>
                </a:lnTo>
                <a:lnTo>
                  <a:pt x="3502" y="917"/>
                </a:lnTo>
                <a:lnTo>
                  <a:pt x="3503" y="917"/>
                </a:lnTo>
                <a:lnTo>
                  <a:pt x="3504" y="917"/>
                </a:lnTo>
                <a:lnTo>
                  <a:pt x="3504" y="917"/>
                </a:lnTo>
                <a:lnTo>
                  <a:pt x="3504" y="917"/>
                </a:lnTo>
                <a:lnTo>
                  <a:pt x="3505" y="917"/>
                </a:lnTo>
                <a:lnTo>
                  <a:pt x="3506" y="917"/>
                </a:lnTo>
                <a:lnTo>
                  <a:pt x="3506" y="917"/>
                </a:lnTo>
                <a:lnTo>
                  <a:pt x="3507" y="917"/>
                </a:lnTo>
                <a:lnTo>
                  <a:pt x="3508" y="917"/>
                </a:lnTo>
                <a:lnTo>
                  <a:pt x="3508" y="917"/>
                </a:lnTo>
                <a:lnTo>
                  <a:pt x="3509" y="917"/>
                </a:lnTo>
                <a:lnTo>
                  <a:pt x="3509" y="917"/>
                </a:lnTo>
                <a:lnTo>
                  <a:pt x="3510" y="917"/>
                </a:lnTo>
                <a:lnTo>
                  <a:pt x="3510" y="917"/>
                </a:lnTo>
                <a:lnTo>
                  <a:pt x="3511" y="918"/>
                </a:lnTo>
                <a:lnTo>
                  <a:pt x="3512" y="917"/>
                </a:lnTo>
                <a:lnTo>
                  <a:pt x="3512" y="917"/>
                </a:lnTo>
                <a:lnTo>
                  <a:pt x="3513" y="917"/>
                </a:lnTo>
                <a:lnTo>
                  <a:pt x="3514" y="917"/>
                </a:lnTo>
                <a:lnTo>
                  <a:pt x="3514" y="917"/>
                </a:lnTo>
                <a:lnTo>
                  <a:pt x="3515" y="918"/>
                </a:lnTo>
                <a:lnTo>
                  <a:pt x="3516" y="917"/>
                </a:lnTo>
                <a:lnTo>
                  <a:pt x="3516" y="917"/>
                </a:lnTo>
                <a:lnTo>
                  <a:pt x="3518" y="918"/>
                </a:lnTo>
                <a:lnTo>
                  <a:pt x="3518" y="918"/>
                </a:lnTo>
                <a:lnTo>
                  <a:pt x="3519" y="917"/>
                </a:lnTo>
                <a:lnTo>
                  <a:pt x="3520" y="917"/>
                </a:lnTo>
                <a:lnTo>
                  <a:pt x="3520" y="917"/>
                </a:lnTo>
                <a:lnTo>
                  <a:pt x="3521" y="917"/>
                </a:lnTo>
                <a:lnTo>
                  <a:pt x="3522" y="917"/>
                </a:lnTo>
                <a:lnTo>
                  <a:pt x="3522" y="917"/>
                </a:lnTo>
                <a:lnTo>
                  <a:pt x="3522" y="917"/>
                </a:lnTo>
                <a:lnTo>
                  <a:pt x="3524" y="917"/>
                </a:lnTo>
                <a:lnTo>
                  <a:pt x="3524" y="917"/>
                </a:lnTo>
                <a:lnTo>
                  <a:pt x="3524" y="917"/>
                </a:lnTo>
                <a:lnTo>
                  <a:pt x="3526" y="918"/>
                </a:lnTo>
                <a:lnTo>
                  <a:pt x="3526" y="918"/>
                </a:lnTo>
                <a:lnTo>
                  <a:pt x="3526" y="917"/>
                </a:lnTo>
                <a:lnTo>
                  <a:pt x="3527" y="917"/>
                </a:lnTo>
                <a:lnTo>
                  <a:pt x="3528" y="917"/>
                </a:lnTo>
                <a:lnTo>
                  <a:pt x="3528" y="917"/>
                </a:lnTo>
                <a:lnTo>
                  <a:pt x="3528" y="917"/>
                </a:lnTo>
                <a:lnTo>
                  <a:pt x="3530" y="917"/>
                </a:lnTo>
                <a:lnTo>
                  <a:pt x="3530" y="917"/>
                </a:lnTo>
                <a:lnTo>
                  <a:pt x="3530" y="917"/>
                </a:lnTo>
                <a:lnTo>
                  <a:pt x="3532" y="918"/>
                </a:lnTo>
                <a:lnTo>
                  <a:pt x="3532" y="918"/>
                </a:lnTo>
                <a:lnTo>
                  <a:pt x="3532" y="918"/>
                </a:lnTo>
                <a:lnTo>
                  <a:pt x="3533" y="918"/>
                </a:lnTo>
                <a:lnTo>
                  <a:pt x="3534" y="918"/>
                </a:lnTo>
                <a:lnTo>
                  <a:pt x="3534" y="918"/>
                </a:lnTo>
                <a:lnTo>
                  <a:pt x="3535" y="918"/>
                </a:lnTo>
                <a:lnTo>
                  <a:pt x="3536" y="917"/>
                </a:lnTo>
                <a:lnTo>
                  <a:pt x="3536" y="917"/>
                </a:lnTo>
                <a:lnTo>
                  <a:pt x="3536" y="917"/>
                </a:lnTo>
                <a:lnTo>
                  <a:pt x="3536" y="917"/>
                </a:lnTo>
                <a:lnTo>
                  <a:pt x="3537" y="917"/>
                </a:lnTo>
                <a:lnTo>
                  <a:pt x="3538" y="917"/>
                </a:lnTo>
                <a:lnTo>
                  <a:pt x="3538" y="917"/>
                </a:lnTo>
                <a:lnTo>
                  <a:pt x="3540" y="918"/>
                </a:lnTo>
                <a:lnTo>
                  <a:pt x="3540" y="918"/>
                </a:lnTo>
                <a:lnTo>
                  <a:pt x="3542" y="917"/>
                </a:lnTo>
                <a:lnTo>
                  <a:pt x="3542" y="917"/>
                </a:lnTo>
                <a:lnTo>
                  <a:pt x="3542" y="917"/>
                </a:lnTo>
                <a:lnTo>
                  <a:pt x="3542" y="917"/>
                </a:lnTo>
                <a:lnTo>
                  <a:pt x="3544" y="918"/>
                </a:lnTo>
                <a:lnTo>
                  <a:pt x="3544" y="918"/>
                </a:lnTo>
                <a:lnTo>
                  <a:pt x="3544" y="918"/>
                </a:lnTo>
                <a:lnTo>
                  <a:pt x="3545" y="918"/>
                </a:lnTo>
                <a:lnTo>
                  <a:pt x="3546" y="917"/>
                </a:lnTo>
                <a:lnTo>
                  <a:pt x="3546" y="917"/>
                </a:lnTo>
                <a:lnTo>
                  <a:pt x="3546" y="918"/>
                </a:lnTo>
                <a:lnTo>
                  <a:pt x="3548" y="917"/>
                </a:lnTo>
                <a:lnTo>
                  <a:pt x="3548" y="917"/>
                </a:lnTo>
                <a:lnTo>
                  <a:pt x="3548" y="917"/>
                </a:lnTo>
                <a:lnTo>
                  <a:pt x="3549" y="917"/>
                </a:lnTo>
                <a:lnTo>
                  <a:pt x="3550" y="917"/>
                </a:lnTo>
                <a:lnTo>
                  <a:pt x="3550" y="917"/>
                </a:lnTo>
                <a:lnTo>
                  <a:pt x="3551" y="916"/>
                </a:lnTo>
                <a:lnTo>
                  <a:pt x="3552" y="917"/>
                </a:lnTo>
                <a:lnTo>
                  <a:pt x="3552" y="917"/>
                </a:lnTo>
                <a:lnTo>
                  <a:pt x="3554" y="918"/>
                </a:lnTo>
                <a:lnTo>
                  <a:pt x="3554" y="918"/>
                </a:lnTo>
                <a:lnTo>
                  <a:pt x="3555" y="917"/>
                </a:lnTo>
                <a:lnTo>
                  <a:pt x="3556" y="918"/>
                </a:lnTo>
                <a:lnTo>
                  <a:pt x="3556" y="918"/>
                </a:lnTo>
                <a:lnTo>
                  <a:pt x="3557" y="918"/>
                </a:lnTo>
                <a:lnTo>
                  <a:pt x="3558" y="918"/>
                </a:lnTo>
                <a:lnTo>
                  <a:pt x="3558" y="918"/>
                </a:lnTo>
                <a:lnTo>
                  <a:pt x="3559" y="918"/>
                </a:lnTo>
                <a:lnTo>
                  <a:pt x="3560" y="917"/>
                </a:lnTo>
                <a:lnTo>
                  <a:pt x="3560" y="917"/>
                </a:lnTo>
                <a:lnTo>
                  <a:pt x="3560" y="917"/>
                </a:lnTo>
                <a:lnTo>
                  <a:pt x="3562" y="917"/>
                </a:lnTo>
                <a:lnTo>
                  <a:pt x="3562" y="917"/>
                </a:lnTo>
                <a:lnTo>
                  <a:pt x="3562" y="917"/>
                </a:lnTo>
                <a:lnTo>
                  <a:pt x="3564" y="918"/>
                </a:lnTo>
                <a:lnTo>
                  <a:pt x="3564" y="918"/>
                </a:lnTo>
                <a:lnTo>
                  <a:pt x="3566" y="917"/>
                </a:lnTo>
                <a:lnTo>
                  <a:pt x="3566" y="917"/>
                </a:lnTo>
                <a:lnTo>
                  <a:pt x="3567" y="917"/>
                </a:lnTo>
                <a:lnTo>
                  <a:pt x="3567" y="917"/>
                </a:lnTo>
                <a:lnTo>
                  <a:pt x="3568" y="917"/>
                </a:lnTo>
                <a:lnTo>
                  <a:pt x="3568" y="917"/>
                </a:lnTo>
                <a:lnTo>
                  <a:pt x="3569" y="917"/>
                </a:lnTo>
                <a:lnTo>
                  <a:pt x="3570" y="917"/>
                </a:lnTo>
                <a:lnTo>
                  <a:pt x="3570" y="917"/>
                </a:lnTo>
                <a:lnTo>
                  <a:pt x="3572" y="918"/>
                </a:lnTo>
                <a:lnTo>
                  <a:pt x="3572" y="918"/>
                </a:lnTo>
                <a:lnTo>
                  <a:pt x="3572" y="918"/>
                </a:lnTo>
                <a:lnTo>
                  <a:pt x="3573" y="917"/>
                </a:lnTo>
                <a:lnTo>
                  <a:pt x="3574" y="917"/>
                </a:lnTo>
                <a:lnTo>
                  <a:pt x="3574" y="917"/>
                </a:lnTo>
                <a:lnTo>
                  <a:pt x="3575" y="917"/>
                </a:lnTo>
                <a:lnTo>
                  <a:pt x="3576" y="918"/>
                </a:lnTo>
                <a:lnTo>
                  <a:pt x="3576" y="918"/>
                </a:lnTo>
                <a:lnTo>
                  <a:pt x="3576" y="918"/>
                </a:lnTo>
                <a:lnTo>
                  <a:pt x="3577" y="918"/>
                </a:lnTo>
                <a:lnTo>
                  <a:pt x="3578" y="918"/>
                </a:lnTo>
                <a:lnTo>
                  <a:pt x="3578" y="918"/>
                </a:lnTo>
                <a:lnTo>
                  <a:pt x="3580" y="917"/>
                </a:lnTo>
                <a:lnTo>
                  <a:pt x="3580" y="917"/>
                </a:lnTo>
                <a:lnTo>
                  <a:pt x="3582" y="917"/>
                </a:lnTo>
                <a:lnTo>
                  <a:pt x="3582" y="917"/>
                </a:lnTo>
                <a:lnTo>
                  <a:pt x="3582" y="917"/>
                </a:lnTo>
                <a:lnTo>
                  <a:pt x="3583" y="917"/>
                </a:lnTo>
                <a:lnTo>
                  <a:pt x="3584" y="917"/>
                </a:lnTo>
                <a:lnTo>
                  <a:pt x="3584" y="917"/>
                </a:lnTo>
                <a:lnTo>
                  <a:pt x="3585" y="917"/>
                </a:lnTo>
                <a:lnTo>
                  <a:pt x="3586" y="917"/>
                </a:lnTo>
                <a:lnTo>
                  <a:pt x="3586" y="917"/>
                </a:lnTo>
                <a:lnTo>
                  <a:pt x="3586" y="917"/>
                </a:lnTo>
                <a:lnTo>
                  <a:pt x="3587" y="918"/>
                </a:lnTo>
                <a:lnTo>
                  <a:pt x="3588" y="917"/>
                </a:lnTo>
                <a:lnTo>
                  <a:pt x="3588" y="917"/>
                </a:lnTo>
                <a:lnTo>
                  <a:pt x="3590" y="917"/>
                </a:lnTo>
                <a:lnTo>
                  <a:pt x="3590" y="917"/>
                </a:lnTo>
                <a:lnTo>
                  <a:pt x="3590" y="917"/>
                </a:lnTo>
                <a:lnTo>
                  <a:pt x="3592" y="918"/>
                </a:lnTo>
                <a:lnTo>
                  <a:pt x="3592" y="918"/>
                </a:lnTo>
                <a:lnTo>
                  <a:pt x="3593" y="917"/>
                </a:lnTo>
                <a:lnTo>
                  <a:pt x="3594" y="918"/>
                </a:lnTo>
                <a:lnTo>
                  <a:pt x="3594" y="918"/>
                </a:lnTo>
                <a:lnTo>
                  <a:pt x="3595" y="918"/>
                </a:lnTo>
                <a:lnTo>
                  <a:pt x="3596" y="918"/>
                </a:lnTo>
                <a:lnTo>
                  <a:pt x="3596" y="917"/>
                </a:lnTo>
                <a:lnTo>
                  <a:pt x="3598" y="917"/>
                </a:lnTo>
                <a:lnTo>
                  <a:pt x="3598" y="917"/>
                </a:lnTo>
                <a:lnTo>
                  <a:pt x="3598" y="917"/>
                </a:lnTo>
                <a:lnTo>
                  <a:pt x="3599" y="917"/>
                </a:lnTo>
                <a:lnTo>
                  <a:pt x="3600" y="917"/>
                </a:lnTo>
                <a:lnTo>
                  <a:pt x="3600" y="917"/>
                </a:lnTo>
                <a:lnTo>
                  <a:pt x="3601" y="918"/>
                </a:lnTo>
                <a:lnTo>
                  <a:pt x="3602" y="917"/>
                </a:lnTo>
                <a:lnTo>
                  <a:pt x="3602" y="917"/>
                </a:lnTo>
                <a:lnTo>
                  <a:pt x="3604" y="917"/>
                </a:lnTo>
                <a:lnTo>
                  <a:pt x="3604" y="918"/>
                </a:lnTo>
                <a:lnTo>
                  <a:pt x="3605" y="918"/>
                </a:lnTo>
                <a:lnTo>
                  <a:pt x="3605" y="917"/>
                </a:lnTo>
                <a:lnTo>
                  <a:pt x="3606" y="917"/>
                </a:lnTo>
                <a:lnTo>
                  <a:pt x="3606" y="917"/>
                </a:lnTo>
                <a:lnTo>
                  <a:pt x="3606" y="917"/>
                </a:lnTo>
                <a:lnTo>
                  <a:pt x="3608" y="918"/>
                </a:lnTo>
                <a:lnTo>
                  <a:pt x="3608" y="918"/>
                </a:lnTo>
                <a:lnTo>
                  <a:pt x="3610" y="918"/>
                </a:lnTo>
                <a:lnTo>
                  <a:pt x="3610" y="917"/>
                </a:lnTo>
                <a:lnTo>
                  <a:pt x="3611" y="917"/>
                </a:lnTo>
                <a:lnTo>
                  <a:pt x="3611" y="918"/>
                </a:lnTo>
                <a:lnTo>
                  <a:pt x="3612" y="917"/>
                </a:lnTo>
                <a:lnTo>
                  <a:pt x="3612" y="917"/>
                </a:lnTo>
                <a:lnTo>
                  <a:pt x="3614" y="917"/>
                </a:lnTo>
                <a:lnTo>
                  <a:pt x="3614" y="917"/>
                </a:lnTo>
                <a:lnTo>
                  <a:pt x="3615" y="917"/>
                </a:lnTo>
                <a:lnTo>
                  <a:pt x="3615" y="917"/>
                </a:lnTo>
                <a:lnTo>
                  <a:pt x="3616" y="917"/>
                </a:lnTo>
                <a:lnTo>
                  <a:pt x="3616" y="917"/>
                </a:lnTo>
                <a:lnTo>
                  <a:pt x="3617" y="916"/>
                </a:lnTo>
                <a:lnTo>
                  <a:pt x="3618" y="917"/>
                </a:lnTo>
                <a:lnTo>
                  <a:pt x="3618" y="917"/>
                </a:lnTo>
                <a:lnTo>
                  <a:pt x="3618" y="917"/>
                </a:lnTo>
                <a:lnTo>
                  <a:pt x="3620" y="918"/>
                </a:lnTo>
                <a:lnTo>
                  <a:pt x="3620" y="918"/>
                </a:lnTo>
                <a:lnTo>
                  <a:pt x="3621" y="918"/>
                </a:lnTo>
                <a:lnTo>
                  <a:pt x="3621" y="917"/>
                </a:lnTo>
                <a:lnTo>
                  <a:pt x="3622" y="917"/>
                </a:lnTo>
                <a:lnTo>
                  <a:pt x="3622" y="918"/>
                </a:lnTo>
                <a:lnTo>
                  <a:pt x="3623" y="917"/>
                </a:lnTo>
                <a:lnTo>
                  <a:pt x="3624" y="918"/>
                </a:lnTo>
                <a:lnTo>
                  <a:pt x="3624" y="918"/>
                </a:lnTo>
                <a:lnTo>
                  <a:pt x="3624" y="918"/>
                </a:lnTo>
                <a:lnTo>
                  <a:pt x="3625" y="918"/>
                </a:lnTo>
                <a:lnTo>
                  <a:pt x="3626" y="918"/>
                </a:lnTo>
                <a:lnTo>
                  <a:pt x="3626" y="918"/>
                </a:lnTo>
                <a:lnTo>
                  <a:pt x="3627" y="918"/>
                </a:lnTo>
                <a:lnTo>
                  <a:pt x="3628" y="918"/>
                </a:lnTo>
                <a:lnTo>
                  <a:pt x="3628" y="918"/>
                </a:lnTo>
                <a:lnTo>
                  <a:pt x="3628" y="918"/>
                </a:lnTo>
                <a:lnTo>
                  <a:pt x="3629" y="918"/>
                </a:lnTo>
                <a:lnTo>
                  <a:pt x="3630" y="917"/>
                </a:lnTo>
                <a:lnTo>
                  <a:pt x="3630" y="917"/>
                </a:lnTo>
                <a:lnTo>
                  <a:pt x="3630" y="918"/>
                </a:lnTo>
                <a:lnTo>
                  <a:pt x="3631" y="918"/>
                </a:lnTo>
                <a:lnTo>
                  <a:pt x="3632" y="918"/>
                </a:lnTo>
                <a:lnTo>
                  <a:pt x="3632" y="918"/>
                </a:lnTo>
                <a:lnTo>
                  <a:pt x="3632" y="918"/>
                </a:lnTo>
                <a:lnTo>
                  <a:pt x="3634" y="917"/>
                </a:lnTo>
                <a:lnTo>
                  <a:pt x="3634" y="917"/>
                </a:lnTo>
                <a:lnTo>
                  <a:pt x="3635" y="917"/>
                </a:lnTo>
                <a:lnTo>
                  <a:pt x="3636" y="917"/>
                </a:lnTo>
                <a:lnTo>
                  <a:pt x="3636" y="917"/>
                </a:lnTo>
                <a:lnTo>
                  <a:pt x="3636" y="917"/>
                </a:lnTo>
                <a:lnTo>
                  <a:pt x="3638" y="917"/>
                </a:lnTo>
                <a:lnTo>
                  <a:pt x="3638" y="918"/>
                </a:lnTo>
                <a:lnTo>
                  <a:pt x="3640" y="917"/>
                </a:lnTo>
                <a:lnTo>
                  <a:pt x="3640" y="917"/>
                </a:lnTo>
                <a:lnTo>
                  <a:pt x="3641" y="917"/>
                </a:lnTo>
                <a:lnTo>
                  <a:pt x="3642" y="917"/>
                </a:lnTo>
                <a:lnTo>
                  <a:pt x="3642" y="917"/>
                </a:lnTo>
                <a:lnTo>
                  <a:pt x="3644" y="917"/>
                </a:lnTo>
                <a:lnTo>
                  <a:pt x="3644" y="917"/>
                </a:lnTo>
                <a:lnTo>
                  <a:pt x="3646" y="918"/>
                </a:lnTo>
                <a:lnTo>
                  <a:pt x="3646" y="918"/>
                </a:lnTo>
                <a:lnTo>
                  <a:pt x="3646" y="919"/>
                </a:lnTo>
                <a:lnTo>
                  <a:pt x="3648" y="917"/>
                </a:lnTo>
                <a:lnTo>
                  <a:pt x="3648" y="917"/>
                </a:lnTo>
                <a:lnTo>
                  <a:pt x="3649" y="917"/>
                </a:lnTo>
                <a:lnTo>
                  <a:pt x="3650" y="917"/>
                </a:lnTo>
                <a:lnTo>
                  <a:pt x="3650" y="917"/>
                </a:lnTo>
                <a:lnTo>
                  <a:pt x="3652" y="917"/>
                </a:lnTo>
                <a:lnTo>
                  <a:pt x="3652" y="917"/>
                </a:lnTo>
                <a:lnTo>
                  <a:pt x="3652" y="917"/>
                </a:lnTo>
                <a:lnTo>
                  <a:pt x="3653" y="917"/>
                </a:lnTo>
                <a:lnTo>
                  <a:pt x="3654" y="918"/>
                </a:lnTo>
                <a:lnTo>
                  <a:pt x="3654" y="917"/>
                </a:lnTo>
                <a:lnTo>
                  <a:pt x="3654" y="917"/>
                </a:lnTo>
                <a:lnTo>
                  <a:pt x="3655" y="918"/>
                </a:lnTo>
                <a:lnTo>
                  <a:pt x="3656" y="917"/>
                </a:lnTo>
                <a:lnTo>
                  <a:pt x="3656" y="917"/>
                </a:lnTo>
                <a:lnTo>
                  <a:pt x="3656" y="917"/>
                </a:lnTo>
                <a:lnTo>
                  <a:pt x="3658" y="917"/>
                </a:lnTo>
                <a:lnTo>
                  <a:pt x="3658" y="916"/>
                </a:lnTo>
                <a:lnTo>
                  <a:pt x="3659" y="916"/>
                </a:lnTo>
                <a:lnTo>
                  <a:pt x="3660" y="917"/>
                </a:lnTo>
                <a:lnTo>
                  <a:pt x="3660" y="917"/>
                </a:lnTo>
                <a:lnTo>
                  <a:pt x="3662" y="918"/>
                </a:lnTo>
                <a:lnTo>
                  <a:pt x="3662" y="917"/>
                </a:lnTo>
                <a:lnTo>
                  <a:pt x="3662" y="917"/>
                </a:lnTo>
                <a:lnTo>
                  <a:pt x="3663" y="917"/>
                </a:lnTo>
                <a:lnTo>
                  <a:pt x="3664" y="917"/>
                </a:lnTo>
                <a:lnTo>
                  <a:pt x="3664" y="917"/>
                </a:lnTo>
                <a:lnTo>
                  <a:pt x="3664" y="917"/>
                </a:lnTo>
                <a:lnTo>
                  <a:pt x="3664" y="917"/>
                </a:lnTo>
                <a:lnTo>
                  <a:pt x="3666" y="918"/>
                </a:lnTo>
                <a:lnTo>
                  <a:pt x="3666" y="917"/>
                </a:lnTo>
                <a:lnTo>
                  <a:pt x="3667" y="917"/>
                </a:lnTo>
                <a:lnTo>
                  <a:pt x="3667" y="917"/>
                </a:lnTo>
                <a:lnTo>
                  <a:pt x="3668" y="917"/>
                </a:lnTo>
                <a:lnTo>
                  <a:pt x="3668" y="917"/>
                </a:lnTo>
                <a:lnTo>
                  <a:pt x="3670" y="918"/>
                </a:lnTo>
                <a:lnTo>
                  <a:pt x="3670" y="918"/>
                </a:lnTo>
                <a:lnTo>
                  <a:pt x="3671" y="918"/>
                </a:lnTo>
                <a:lnTo>
                  <a:pt x="3671" y="917"/>
                </a:lnTo>
                <a:lnTo>
                  <a:pt x="3672" y="918"/>
                </a:lnTo>
                <a:lnTo>
                  <a:pt x="3672" y="917"/>
                </a:lnTo>
                <a:lnTo>
                  <a:pt x="3673" y="917"/>
                </a:lnTo>
                <a:lnTo>
                  <a:pt x="3674" y="917"/>
                </a:lnTo>
                <a:lnTo>
                  <a:pt x="3674" y="917"/>
                </a:lnTo>
                <a:lnTo>
                  <a:pt x="3676" y="918"/>
                </a:lnTo>
                <a:lnTo>
                  <a:pt x="3676" y="918"/>
                </a:lnTo>
                <a:lnTo>
                  <a:pt x="3676" y="918"/>
                </a:lnTo>
                <a:lnTo>
                  <a:pt x="3677" y="917"/>
                </a:lnTo>
                <a:lnTo>
                  <a:pt x="3678" y="918"/>
                </a:lnTo>
                <a:lnTo>
                  <a:pt x="3678" y="917"/>
                </a:lnTo>
                <a:lnTo>
                  <a:pt x="3679" y="917"/>
                </a:lnTo>
                <a:lnTo>
                  <a:pt x="3680" y="918"/>
                </a:lnTo>
                <a:lnTo>
                  <a:pt x="3680" y="918"/>
                </a:lnTo>
                <a:lnTo>
                  <a:pt x="3680" y="917"/>
                </a:lnTo>
                <a:lnTo>
                  <a:pt x="3680" y="917"/>
                </a:lnTo>
                <a:lnTo>
                  <a:pt x="3682" y="917"/>
                </a:lnTo>
                <a:lnTo>
                  <a:pt x="3682" y="917"/>
                </a:lnTo>
                <a:lnTo>
                  <a:pt x="3683" y="918"/>
                </a:lnTo>
                <a:lnTo>
                  <a:pt x="3684" y="918"/>
                </a:lnTo>
                <a:lnTo>
                  <a:pt x="3684" y="918"/>
                </a:lnTo>
                <a:lnTo>
                  <a:pt x="3685" y="918"/>
                </a:lnTo>
                <a:lnTo>
                  <a:pt x="3686" y="917"/>
                </a:lnTo>
                <a:lnTo>
                  <a:pt x="3686" y="917"/>
                </a:lnTo>
                <a:lnTo>
                  <a:pt x="3686" y="917"/>
                </a:lnTo>
                <a:lnTo>
                  <a:pt x="3688" y="918"/>
                </a:lnTo>
                <a:lnTo>
                  <a:pt x="3688" y="918"/>
                </a:lnTo>
                <a:lnTo>
                  <a:pt x="3688" y="918"/>
                </a:lnTo>
                <a:lnTo>
                  <a:pt x="3689" y="917"/>
                </a:lnTo>
                <a:lnTo>
                  <a:pt x="3690" y="917"/>
                </a:lnTo>
                <a:lnTo>
                  <a:pt x="3691" y="917"/>
                </a:lnTo>
                <a:lnTo>
                  <a:pt x="3691" y="917"/>
                </a:lnTo>
                <a:lnTo>
                  <a:pt x="3692" y="917"/>
                </a:lnTo>
                <a:lnTo>
                  <a:pt x="3692" y="917"/>
                </a:lnTo>
                <a:lnTo>
                  <a:pt x="3692" y="917"/>
                </a:lnTo>
                <a:lnTo>
                  <a:pt x="3694" y="918"/>
                </a:lnTo>
                <a:lnTo>
                  <a:pt x="3694" y="918"/>
                </a:lnTo>
                <a:lnTo>
                  <a:pt x="3694" y="918"/>
                </a:lnTo>
                <a:lnTo>
                  <a:pt x="3695" y="918"/>
                </a:lnTo>
                <a:lnTo>
                  <a:pt x="3696" y="917"/>
                </a:lnTo>
                <a:lnTo>
                  <a:pt x="3697" y="917"/>
                </a:lnTo>
                <a:lnTo>
                  <a:pt x="3698" y="917"/>
                </a:lnTo>
                <a:lnTo>
                  <a:pt x="3698" y="917"/>
                </a:lnTo>
                <a:lnTo>
                  <a:pt x="3699" y="917"/>
                </a:lnTo>
                <a:lnTo>
                  <a:pt x="3700" y="917"/>
                </a:lnTo>
                <a:lnTo>
                  <a:pt x="3700" y="917"/>
                </a:lnTo>
                <a:lnTo>
                  <a:pt x="3700" y="917"/>
                </a:lnTo>
                <a:lnTo>
                  <a:pt x="3702" y="918"/>
                </a:lnTo>
                <a:lnTo>
                  <a:pt x="3702" y="918"/>
                </a:lnTo>
                <a:lnTo>
                  <a:pt x="3703" y="918"/>
                </a:lnTo>
                <a:lnTo>
                  <a:pt x="3704" y="917"/>
                </a:lnTo>
                <a:lnTo>
                  <a:pt x="3704" y="917"/>
                </a:lnTo>
                <a:lnTo>
                  <a:pt x="3704" y="917"/>
                </a:lnTo>
                <a:lnTo>
                  <a:pt x="3706" y="918"/>
                </a:lnTo>
                <a:lnTo>
                  <a:pt x="3706" y="918"/>
                </a:lnTo>
                <a:lnTo>
                  <a:pt x="3707" y="918"/>
                </a:lnTo>
                <a:lnTo>
                  <a:pt x="3708" y="918"/>
                </a:lnTo>
                <a:lnTo>
                  <a:pt x="3708" y="918"/>
                </a:lnTo>
                <a:lnTo>
                  <a:pt x="3708" y="918"/>
                </a:lnTo>
                <a:lnTo>
                  <a:pt x="3710" y="917"/>
                </a:lnTo>
                <a:lnTo>
                  <a:pt x="3710" y="917"/>
                </a:lnTo>
                <a:lnTo>
                  <a:pt x="3711" y="916"/>
                </a:lnTo>
                <a:lnTo>
                  <a:pt x="3712" y="917"/>
                </a:lnTo>
                <a:lnTo>
                  <a:pt x="3712" y="917"/>
                </a:lnTo>
                <a:lnTo>
                  <a:pt x="3712" y="917"/>
                </a:lnTo>
                <a:lnTo>
                  <a:pt x="3714" y="918"/>
                </a:lnTo>
                <a:lnTo>
                  <a:pt x="3714" y="918"/>
                </a:lnTo>
                <a:lnTo>
                  <a:pt x="3714" y="918"/>
                </a:lnTo>
                <a:lnTo>
                  <a:pt x="3715" y="918"/>
                </a:lnTo>
                <a:lnTo>
                  <a:pt x="3716" y="918"/>
                </a:lnTo>
                <a:lnTo>
                  <a:pt x="3716" y="918"/>
                </a:lnTo>
                <a:lnTo>
                  <a:pt x="3716" y="918"/>
                </a:lnTo>
                <a:lnTo>
                  <a:pt x="3718" y="917"/>
                </a:lnTo>
                <a:lnTo>
                  <a:pt x="3718" y="917"/>
                </a:lnTo>
                <a:lnTo>
                  <a:pt x="3719" y="917"/>
                </a:lnTo>
                <a:lnTo>
                  <a:pt x="3720" y="917"/>
                </a:lnTo>
                <a:lnTo>
                  <a:pt x="3721" y="917"/>
                </a:lnTo>
                <a:lnTo>
                  <a:pt x="3721" y="918"/>
                </a:lnTo>
                <a:lnTo>
                  <a:pt x="3721" y="917"/>
                </a:lnTo>
                <a:lnTo>
                  <a:pt x="3722" y="917"/>
                </a:lnTo>
                <a:lnTo>
                  <a:pt x="3722" y="917"/>
                </a:lnTo>
                <a:lnTo>
                  <a:pt x="3723" y="918"/>
                </a:lnTo>
                <a:lnTo>
                  <a:pt x="3724" y="917"/>
                </a:lnTo>
                <a:lnTo>
                  <a:pt x="3724" y="917"/>
                </a:lnTo>
                <a:lnTo>
                  <a:pt x="3724" y="917"/>
                </a:lnTo>
                <a:lnTo>
                  <a:pt x="3726" y="917"/>
                </a:lnTo>
                <a:lnTo>
                  <a:pt x="3726" y="917"/>
                </a:lnTo>
                <a:lnTo>
                  <a:pt x="3726" y="917"/>
                </a:lnTo>
                <a:lnTo>
                  <a:pt x="3728" y="918"/>
                </a:lnTo>
                <a:lnTo>
                  <a:pt x="3728" y="918"/>
                </a:lnTo>
                <a:lnTo>
                  <a:pt x="3728" y="918"/>
                </a:lnTo>
                <a:lnTo>
                  <a:pt x="3730" y="918"/>
                </a:lnTo>
                <a:lnTo>
                  <a:pt x="3730" y="918"/>
                </a:lnTo>
                <a:lnTo>
                  <a:pt x="3730" y="917"/>
                </a:lnTo>
                <a:lnTo>
                  <a:pt x="3732" y="917"/>
                </a:lnTo>
                <a:lnTo>
                  <a:pt x="3732" y="917"/>
                </a:lnTo>
                <a:lnTo>
                  <a:pt x="3733" y="917"/>
                </a:lnTo>
                <a:lnTo>
                  <a:pt x="3734" y="917"/>
                </a:lnTo>
                <a:lnTo>
                  <a:pt x="3734" y="917"/>
                </a:lnTo>
                <a:lnTo>
                  <a:pt x="3735" y="918"/>
                </a:lnTo>
                <a:lnTo>
                  <a:pt x="3736" y="917"/>
                </a:lnTo>
                <a:lnTo>
                  <a:pt x="3736" y="917"/>
                </a:lnTo>
                <a:lnTo>
                  <a:pt x="3736" y="917"/>
                </a:lnTo>
                <a:lnTo>
                  <a:pt x="3738" y="917"/>
                </a:lnTo>
                <a:lnTo>
                  <a:pt x="3738" y="917"/>
                </a:lnTo>
                <a:lnTo>
                  <a:pt x="3739" y="916"/>
                </a:lnTo>
                <a:lnTo>
                  <a:pt x="3740" y="916"/>
                </a:lnTo>
                <a:lnTo>
                  <a:pt x="3740" y="916"/>
                </a:lnTo>
                <a:lnTo>
                  <a:pt x="3741" y="916"/>
                </a:lnTo>
                <a:lnTo>
                  <a:pt x="3742" y="917"/>
                </a:lnTo>
                <a:lnTo>
                  <a:pt x="3742" y="917"/>
                </a:lnTo>
                <a:lnTo>
                  <a:pt x="3743" y="917"/>
                </a:lnTo>
                <a:lnTo>
                  <a:pt x="3744" y="917"/>
                </a:lnTo>
                <a:lnTo>
                  <a:pt x="3745" y="917"/>
                </a:lnTo>
                <a:lnTo>
                  <a:pt x="3745" y="917"/>
                </a:lnTo>
                <a:lnTo>
                  <a:pt x="3746" y="917"/>
                </a:lnTo>
                <a:lnTo>
                  <a:pt x="3746" y="917"/>
                </a:lnTo>
                <a:lnTo>
                  <a:pt x="3747" y="917"/>
                </a:lnTo>
                <a:lnTo>
                  <a:pt x="3748" y="917"/>
                </a:lnTo>
                <a:lnTo>
                  <a:pt x="3748" y="918"/>
                </a:lnTo>
                <a:lnTo>
                  <a:pt x="3750" y="918"/>
                </a:lnTo>
                <a:lnTo>
                  <a:pt x="3750" y="918"/>
                </a:lnTo>
                <a:lnTo>
                  <a:pt x="3750" y="918"/>
                </a:lnTo>
                <a:lnTo>
                  <a:pt x="3752" y="917"/>
                </a:lnTo>
                <a:lnTo>
                  <a:pt x="3752" y="917"/>
                </a:lnTo>
                <a:lnTo>
                  <a:pt x="3752" y="917"/>
                </a:lnTo>
                <a:lnTo>
                  <a:pt x="3753" y="917"/>
                </a:lnTo>
                <a:lnTo>
                  <a:pt x="3754" y="918"/>
                </a:lnTo>
                <a:lnTo>
                  <a:pt x="3754" y="917"/>
                </a:lnTo>
                <a:lnTo>
                  <a:pt x="3754" y="917"/>
                </a:lnTo>
                <a:lnTo>
                  <a:pt x="3755" y="917"/>
                </a:lnTo>
                <a:lnTo>
                  <a:pt x="3756" y="917"/>
                </a:lnTo>
                <a:lnTo>
                  <a:pt x="3756" y="917"/>
                </a:lnTo>
                <a:lnTo>
                  <a:pt x="3758" y="918"/>
                </a:lnTo>
                <a:lnTo>
                  <a:pt x="3758" y="918"/>
                </a:lnTo>
                <a:lnTo>
                  <a:pt x="3758" y="917"/>
                </a:lnTo>
                <a:lnTo>
                  <a:pt x="3759" y="917"/>
                </a:lnTo>
                <a:lnTo>
                  <a:pt x="3760" y="918"/>
                </a:lnTo>
                <a:lnTo>
                  <a:pt x="3760" y="918"/>
                </a:lnTo>
                <a:lnTo>
                  <a:pt x="3760" y="918"/>
                </a:lnTo>
                <a:lnTo>
                  <a:pt x="3761" y="918"/>
                </a:lnTo>
                <a:lnTo>
                  <a:pt x="3762" y="918"/>
                </a:lnTo>
                <a:lnTo>
                  <a:pt x="3762" y="917"/>
                </a:lnTo>
                <a:lnTo>
                  <a:pt x="3763" y="917"/>
                </a:lnTo>
                <a:lnTo>
                  <a:pt x="3764" y="917"/>
                </a:lnTo>
                <a:lnTo>
                  <a:pt x="3764" y="917"/>
                </a:lnTo>
                <a:lnTo>
                  <a:pt x="3764" y="917"/>
                </a:lnTo>
                <a:lnTo>
                  <a:pt x="3766" y="918"/>
                </a:lnTo>
                <a:lnTo>
                  <a:pt x="3766" y="918"/>
                </a:lnTo>
                <a:lnTo>
                  <a:pt x="3766" y="918"/>
                </a:lnTo>
                <a:lnTo>
                  <a:pt x="3767" y="917"/>
                </a:lnTo>
                <a:lnTo>
                  <a:pt x="3768" y="917"/>
                </a:lnTo>
                <a:lnTo>
                  <a:pt x="3769" y="917"/>
                </a:lnTo>
                <a:lnTo>
                  <a:pt x="3769" y="917"/>
                </a:lnTo>
                <a:lnTo>
                  <a:pt x="3770" y="918"/>
                </a:lnTo>
                <a:lnTo>
                  <a:pt x="3770" y="917"/>
                </a:lnTo>
                <a:lnTo>
                  <a:pt x="3770" y="917"/>
                </a:lnTo>
                <a:lnTo>
                  <a:pt x="3772" y="917"/>
                </a:lnTo>
                <a:lnTo>
                  <a:pt x="3772" y="917"/>
                </a:lnTo>
                <a:lnTo>
                  <a:pt x="3772" y="917"/>
                </a:lnTo>
                <a:lnTo>
                  <a:pt x="3774" y="918"/>
                </a:lnTo>
                <a:lnTo>
                  <a:pt x="3774" y="918"/>
                </a:lnTo>
                <a:lnTo>
                  <a:pt x="3775" y="918"/>
                </a:lnTo>
                <a:lnTo>
                  <a:pt x="3775" y="918"/>
                </a:lnTo>
                <a:lnTo>
                  <a:pt x="3776" y="918"/>
                </a:lnTo>
                <a:lnTo>
                  <a:pt x="3776" y="918"/>
                </a:lnTo>
                <a:lnTo>
                  <a:pt x="3778" y="918"/>
                </a:lnTo>
                <a:lnTo>
                  <a:pt x="3778" y="917"/>
                </a:lnTo>
                <a:lnTo>
                  <a:pt x="3778" y="917"/>
                </a:lnTo>
                <a:lnTo>
                  <a:pt x="3779" y="918"/>
                </a:lnTo>
                <a:lnTo>
                  <a:pt x="3780" y="917"/>
                </a:lnTo>
                <a:lnTo>
                  <a:pt x="3780" y="917"/>
                </a:lnTo>
                <a:lnTo>
                  <a:pt x="3781" y="918"/>
                </a:lnTo>
                <a:lnTo>
                  <a:pt x="3782" y="917"/>
                </a:lnTo>
                <a:lnTo>
                  <a:pt x="3782" y="917"/>
                </a:lnTo>
                <a:lnTo>
                  <a:pt x="3783" y="917"/>
                </a:lnTo>
                <a:lnTo>
                  <a:pt x="3784" y="917"/>
                </a:lnTo>
                <a:lnTo>
                  <a:pt x="3784" y="917"/>
                </a:lnTo>
                <a:lnTo>
                  <a:pt x="3784" y="917"/>
                </a:lnTo>
                <a:lnTo>
                  <a:pt x="3785" y="917"/>
                </a:lnTo>
                <a:lnTo>
                  <a:pt x="3786" y="918"/>
                </a:lnTo>
                <a:lnTo>
                  <a:pt x="3786" y="918"/>
                </a:lnTo>
                <a:lnTo>
                  <a:pt x="3787" y="918"/>
                </a:lnTo>
                <a:lnTo>
                  <a:pt x="3788" y="917"/>
                </a:lnTo>
                <a:lnTo>
                  <a:pt x="3788" y="917"/>
                </a:lnTo>
                <a:lnTo>
                  <a:pt x="3788" y="917"/>
                </a:lnTo>
                <a:lnTo>
                  <a:pt x="3789" y="917"/>
                </a:lnTo>
                <a:lnTo>
                  <a:pt x="3790" y="917"/>
                </a:lnTo>
                <a:lnTo>
                  <a:pt x="3790" y="917"/>
                </a:lnTo>
                <a:lnTo>
                  <a:pt x="3790" y="917"/>
                </a:lnTo>
                <a:lnTo>
                  <a:pt x="3791" y="918"/>
                </a:lnTo>
                <a:lnTo>
                  <a:pt x="3792" y="917"/>
                </a:lnTo>
                <a:lnTo>
                  <a:pt x="3793" y="917"/>
                </a:lnTo>
                <a:lnTo>
                  <a:pt x="3794" y="917"/>
                </a:lnTo>
                <a:lnTo>
                  <a:pt x="3794" y="917"/>
                </a:lnTo>
                <a:lnTo>
                  <a:pt x="3794" y="917"/>
                </a:lnTo>
                <a:lnTo>
                  <a:pt x="3794" y="917"/>
                </a:lnTo>
                <a:lnTo>
                  <a:pt x="3796" y="917"/>
                </a:lnTo>
                <a:lnTo>
                  <a:pt x="3796" y="917"/>
                </a:lnTo>
                <a:lnTo>
                  <a:pt x="3798" y="918"/>
                </a:lnTo>
                <a:lnTo>
                  <a:pt x="3798" y="917"/>
                </a:lnTo>
                <a:lnTo>
                  <a:pt x="3799" y="917"/>
                </a:lnTo>
                <a:lnTo>
                  <a:pt x="3799" y="917"/>
                </a:lnTo>
                <a:lnTo>
                  <a:pt x="3800" y="917"/>
                </a:lnTo>
                <a:lnTo>
                  <a:pt x="3800" y="917"/>
                </a:lnTo>
                <a:lnTo>
                  <a:pt x="3801" y="917"/>
                </a:lnTo>
                <a:lnTo>
                  <a:pt x="3801" y="918"/>
                </a:lnTo>
                <a:lnTo>
                  <a:pt x="3802" y="917"/>
                </a:lnTo>
                <a:lnTo>
                  <a:pt x="3802" y="917"/>
                </a:lnTo>
                <a:lnTo>
                  <a:pt x="3804" y="917"/>
                </a:lnTo>
                <a:lnTo>
                  <a:pt x="3804" y="917"/>
                </a:lnTo>
                <a:lnTo>
                  <a:pt x="3804" y="917"/>
                </a:lnTo>
                <a:lnTo>
                  <a:pt x="3805" y="917"/>
                </a:lnTo>
                <a:lnTo>
                  <a:pt x="3806" y="917"/>
                </a:lnTo>
                <a:lnTo>
                  <a:pt x="3807" y="917"/>
                </a:lnTo>
                <a:lnTo>
                  <a:pt x="3807" y="918"/>
                </a:lnTo>
                <a:lnTo>
                  <a:pt x="3807" y="917"/>
                </a:lnTo>
                <a:lnTo>
                  <a:pt x="3808" y="917"/>
                </a:lnTo>
                <a:lnTo>
                  <a:pt x="3808" y="917"/>
                </a:lnTo>
                <a:lnTo>
                  <a:pt x="3810" y="918"/>
                </a:lnTo>
                <a:lnTo>
                  <a:pt x="3810" y="918"/>
                </a:lnTo>
                <a:lnTo>
                  <a:pt x="3810" y="918"/>
                </a:lnTo>
                <a:lnTo>
                  <a:pt x="3812" y="917"/>
                </a:lnTo>
                <a:lnTo>
                  <a:pt x="3812" y="918"/>
                </a:lnTo>
                <a:lnTo>
                  <a:pt x="3813" y="918"/>
                </a:lnTo>
                <a:lnTo>
                  <a:pt x="3813" y="917"/>
                </a:lnTo>
                <a:lnTo>
                  <a:pt x="3814" y="917"/>
                </a:lnTo>
                <a:lnTo>
                  <a:pt x="3814" y="917"/>
                </a:lnTo>
                <a:lnTo>
                  <a:pt x="3815" y="918"/>
                </a:lnTo>
                <a:lnTo>
                  <a:pt x="3816" y="917"/>
                </a:lnTo>
                <a:lnTo>
                  <a:pt x="3817" y="917"/>
                </a:lnTo>
                <a:lnTo>
                  <a:pt x="3817" y="918"/>
                </a:lnTo>
                <a:lnTo>
                  <a:pt x="3818" y="918"/>
                </a:lnTo>
                <a:lnTo>
                  <a:pt x="3819" y="918"/>
                </a:lnTo>
                <a:lnTo>
                  <a:pt x="3819" y="918"/>
                </a:lnTo>
                <a:lnTo>
                  <a:pt x="3820" y="917"/>
                </a:lnTo>
                <a:lnTo>
                  <a:pt x="3820" y="917"/>
                </a:lnTo>
                <a:lnTo>
                  <a:pt x="3821" y="917"/>
                </a:lnTo>
                <a:lnTo>
                  <a:pt x="3822" y="917"/>
                </a:lnTo>
                <a:lnTo>
                  <a:pt x="3823" y="917"/>
                </a:lnTo>
                <a:lnTo>
                  <a:pt x="3824" y="918"/>
                </a:lnTo>
                <a:lnTo>
                  <a:pt x="3825" y="918"/>
                </a:lnTo>
                <a:lnTo>
                  <a:pt x="3825" y="918"/>
                </a:lnTo>
                <a:lnTo>
                  <a:pt x="3826" y="918"/>
                </a:lnTo>
                <a:lnTo>
                  <a:pt x="3826" y="918"/>
                </a:lnTo>
                <a:lnTo>
                  <a:pt x="3828" y="917"/>
                </a:lnTo>
                <a:lnTo>
                  <a:pt x="3828" y="917"/>
                </a:lnTo>
                <a:lnTo>
                  <a:pt x="3828" y="917"/>
                </a:lnTo>
                <a:lnTo>
                  <a:pt x="3829" y="917"/>
                </a:lnTo>
                <a:lnTo>
                  <a:pt x="3829" y="917"/>
                </a:lnTo>
                <a:lnTo>
                  <a:pt x="3831" y="917"/>
                </a:lnTo>
                <a:lnTo>
                  <a:pt x="3831" y="917"/>
                </a:lnTo>
                <a:lnTo>
                  <a:pt x="3831" y="917"/>
                </a:lnTo>
                <a:lnTo>
                  <a:pt x="3832" y="918"/>
                </a:lnTo>
                <a:lnTo>
                  <a:pt x="3832" y="917"/>
                </a:lnTo>
                <a:lnTo>
                  <a:pt x="3832" y="917"/>
                </a:lnTo>
                <a:lnTo>
                  <a:pt x="3833" y="917"/>
                </a:lnTo>
                <a:lnTo>
                  <a:pt x="3834" y="917"/>
                </a:lnTo>
                <a:lnTo>
                  <a:pt x="3834" y="917"/>
                </a:lnTo>
                <a:lnTo>
                  <a:pt x="3835" y="917"/>
                </a:lnTo>
                <a:lnTo>
                  <a:pt x="3837" y="917"/>
                </a:lnTo>
                <a:lnTo>
                  <a:pt x="3837" y="917"/>
                </a:lnTo>
                <a:lnTo>
                  <a:pt x="3838" y="916"/>
                </a:lnTo>
                <a:lnTo>
                  <a:pt x="3838" y="917"/>
                </a:lnTo>
                <a:lnTo>
                  <a:pt x="3838" y="917"/>
                </a:lnTo>
                <a:lnTo>
                  <a:pt x="3840" y="918"/>
                </a:lnTo>
                <a:lnTo>
                  <a:pt x="3840" y="918"/>
                </a:lnTo>
                <a:lnTo>
                  <a:pt x="3841" y="918"/>
                </a:lnTo>
                <a:lnTo>
                  <a:pt x="3842" y="917"/>
                </a:lnTo>
                <a:lnTo>
                  <a:pt x="3842" y="917"/>
                </a:lnTo>
                <a:lnTo>
                  <a:pt x="3843" y="917"/>
                </a:lnTo>
                <a:lnTo>
                  <a:pt x="3843" y="917"/>
                </a:lnTo>
                <a:lnTo>
                  <a:pt x="3844" y="918"/>
                </a:lnTo>
                <a:lnTo>
                  <a:pt x="3844" y="918"/>
                </a:lnTo>
                <a:lnTo>
                  <a:pt x="3844" y="918"/>
                </a:lnTo>
                <a:lnTo>
                  <a:pt x="3844" y="918"/>
                </a:lnTo>
                <a:lnTo>
                  <a:pt x="3846" y="917"/>
                </a:lnTo>
                <a:lnTo>
                  <a:pt x="3847" y="917"/>
                </a:lnTo>
                <a:lnTo>
                  <a:pt x="3847" y="917"/>
                </a:lnTo>
                <a:lnTo>
                  <a:pt x="3847" y="917"/>
                </a:lnTo>
                <a:lnTo>
                  <a:pt x="3848" y="917"/>
                </a:lnTo>
                <a:lnTo>
                  <a:pt x="3849" y="917"/>
                </a:lnTo>
                <a:lnTo>
                  <a:pt x="3850" y="917"/>
                </a:lnTo>
                <a:lnTo>
                  <a:pt x="3850" y="917"/>
                </a:lnTo>
                <a:lnTo>
                  <a:pt x="3850" y="918"/>
                </a:lnTo>
                <a:lnTo>
                  <a:pt x="3852" y="917"/>
                </a:lnTo>
                <a:lnTo>
                  <a:pt x="3852" y="917"/>
                </a:lnTo>
                <a:lnTo>
                  <a:pt x="3852" y="917"/>
                </a:lnTo>
                <a:lnTo>
                  <a:pt x="3853" y="917"/>
                </a:lnTo>
                <a:lnTo>
                  <a:pt x="3855" y="917"/>
                </a:lnTo>
                <a:lnTo>
                  <a:pt x="3855" y="917"/>
                </a:lnTo>
                <a:lnTo>
                  <a:pt x="3855" y="918"/>
                </a:lnTo>
                <a:lnTo>
                  <a:pt x="3856" y="917"/>
                </a:lnTo>
                <a:lnTo>
                  <a:pt x="3856" y="917"/>
                </a:lnTo>
                <a:lnTo>
                  <a:pt x="3858" y="917"/>
                </a:lnTo>
                <a:lnTo>
                  <a:pt x="3858" y="917"/>
                </a:lnTo>
                <a:lnTo>
                  <a:pt x="3859" y="916"/>
                </a:lnTo>
                <a:lnTo>
                  <a:pt x="3861" y="916"/>
                </a:lnTo>
                <a:lnTo>
                  <a:pt x="3861" y="916"/>
                </a:lnTo>
                <a:lnTo>
                  <a:pt x="3862" y="918"/>
                </a:lnTo>
                <a:lnTo>
                  <a:pt x="3862" y="918"/>
                </a:lnTo>
                <a:lnTo>
                  <a:pt x="3864" y="918"/>
                </a:lnTo>
                <a:lnTo>
                  <a:pt x="3864" y="918"/>
                </a:lnTo>
                <a:lnTo>
                  <a:pt x="3864" y="918"/>
                </a:lnTo>
                <a:lnTo>
                  <a:pt x="3865" y="918"/>
                </a:lnTo>
                <a:lnTo>
                  <a:pt x="3866" y="918"/>
                </a:lnTo>
                <a:lnTo>
                  <a:pt x="3867" y="917"/>
                </a:lnTo>
                <a:lnTo>
                  <a:pt x="3867" y="918"/>
                </a:lnTo>
                <a:lnTo>
                  <a:pt x="3868" y="917"/>
                </a:lnTo>
                <a:lnTo>
                  <a:pt x="3868" y="917"/>
                </a:lnTo>
                <a:lnTo>
                  <a:pt x="3868" y="918"/>
                </a:lnTo>
                <a:lnTo>
                  <a:pt x="3870" y="917"/>
                </a:lnTo>
                <a:lnTo>
                  <a:pt x="3870" y="917"/>
                </a:lnTo>
                <a:lnTo>
                  <a:pt x="3871" y="918"/>
                </a:lnTo>
                <a:lnTo>
                  <a:pt x="3871" y="917"/>
                </a:lnTo>
                <a:lnTo>
                  <a:pt x="3872" y="918"/>
                </a:lnTo>
                <a:lnTo>
                  <a:pt x="3873" y="918"/>
                </a:lnTo>
                <a:lnTo>
                  <a:pt x="3873" y="918"/>
                </a:lnTo>
                <a:lnTo>
                  <a:pt x="3874" y="917"/>
                </a:lnTo>
                <a:lnTo>
                  <a:pt x="3874" y="917"/>
                </a:lnTo>
                <a:lnTo>
                  <a:pt x="3876" y="917"/>
                </a:lnTo>
                <a:lnTo>
                  <a:pt x="3876" y="917"/>
                </a:lnTo>
                <a:lnTo>
                  <a:pt x="3877" y="917"/>
                </a:lnTo>
                <a:lnTo>
                  <a:pt x="3877" y="917"/>
                </a:lnTo>
                <a:lnTo>
                  <a:pt x="3879" y="917"/>
                </a:lnTo>
                <a:lnTo>
                  <a:pt x="3879" y="917"/>
                </a:lnTo>
                <a:lnTo>
                  <a:pt x="3880" y="917"/>
                </a:lnTo>
                <a:lnTo>
                  <a:pt x="3880" y="917"/>
                </a:lnTo>
                <a:lnTo>
                  <a:pt x="3881" y="917"/>
                </a:lnTo>
                <a:lnTo>
                  <a:pt x="3881" y="917"/>
                </a:lnTo>
                <a:lnTo>
                  <a:pt x="3882" y="917"/>
                </a:lnTo>
                <a:lnTo>
                  <a:pt x="3882" y="917"/>
                </a:lnTo>
                <a:lnTo>
                  <a:pt x="3883" y="917"/>
                </a:lnTo>
                <a:lnTo>
                  <a:pt x="3884" y="918"/>
                </a:lnTo>
                <a:lnTo>
                  <a:pt x="3885" y="918"/>
                </a:lnTo>
                <a:lnTo>
                  <a:pt x="3885" y="918"/>
                </a:lnTo>
                <a:lnTo>
                  <a:pt x="3886" y="918"/>
                </a:lnTo>
                <a:lnTo>
                  <a:pt x="3886" y="918"/>
                </a:lnTo>
                <a:lnTo>
                  <a:pt x="3886" y="918"/>
                </a:lnTo>
                <a:lnTo>
                  <a:pt x="3888" y="917"/>
                </a:lnTo>
                <a:lnTo>
                  <a:pt x="3888" y="917"/>
                </a:lnTo>
                <a:lnTo>
                  <a:pt x="3889" y="917"/>
                </a:lnTo>
                <a:lnTo>
                  <a:pt x="3890" y="918"/>
                </a:lnTo>
                <a:lnTo>
                  <a:pt x="3890" y="917"/>
                </a:lnTo>
                <a:lnTo>
                  <a:pt x="3891" y="917"/>
                </a:lnTo>
                <a:lnTo>
                  <a:pt x="3891" y="918"/>
                </a:lnTo>
                <a:lnTo>
                  <a:pt x="3892" y="917"/>
                </a:lnTo>
                <a:lnTo>
                  <a:pt x="3892" y="917"/>
                </a:lnTo>
                <a:lnTo>
                  <a:pt x="3893" y="917"/>
                </a:lnTo>
                <a:lnTo>
                  <a:pt x="3894" y="917"/>
                </a:lnTo>
                <a:lnTo>
                  <a:pt x="3894" y="917"/>
                </a:lnTo>
                <a:lnTo>
                  <a:pt x="3895" y="917"/>
                </a:lnTo>
                <a:lnTo>
                  <a:pt x="3895" y="917"/>
                </a:lnTo>
                <a:lnTo>
                  <a:pt x="3896" y="917"/>
                </a:lnTo>
                <a:lnTo>
                  <a:pt x="3896" y="917"/>
                </a:lnTo>
                <a:lnTo>
                  <a:pt x="3897" y="917"/>
                </a:lnTo>
                <a:lnTo>
                  <a:pt x="3898" y="918"/>
                </a:lnTo>
                <a:lnTo>
                  <a:pt x="3898" y="918"/>
                </a:lnTo>
                <a:lnTo>
                  <a:pt x="3900" y="918"/>
                </a:lnTo>
                <a:lnTo>
                  <a:pt x="3901" y="918"/>
                </a:lnTo>
                <a:lnTo>
                  <a:pt x="3901" y="918"/>
                </a:lnTo>
                <a:lnTo>
                  <a:pt x="3902" y="917"/>
                </a:lnTo>
                <a:lnTo>
                  <a:pt x="3902" y="918"/>
                </a:lnTo>
                <a:lnTo>
                  <a:pt x="3903" y="918"/>
                </a:lnTo>
                <a:lnTo>
                  <a:pt x="3904" y="918"/>
                </a:lnTo>
                <a:lnTo>
                  <a:pt x="3904" y="918"/>
                </a:lnTo>
                <a:lnTo>
                  <a:pt x="3905" y="918"/>
                </a:lnTo>
                <a:lnTo>
                  <a:pt x="3906" y="918"/>
                </a:lnTo>
                <a:lnTo>
                  <a:pt x="3906" y="918"/>
                </a:lnTo>
                <a:lnTo>
                  <a:pt x="3909" y="917"/>
                </a:lnTo>
                <a:lnTo>
                  <a:pt x="3909" y="917"/>
                </a:lnTo>
                <a:lnTo>
                  <a:pt x="3909" y="917"/>
                </a:lnTo>
                <a:lnTo>
                  <a:pt x="3910" y="917"/>
                </a:lnTo>
                <a:lnTo>
                  <a:pt x="3910" y="917"/>
                </a:lnTo>
                <a:lnTo>
                  <a:pt x="3912" y="918"/>
                </a:lnTo>
                <a:lnTo>
                  <a:pt x="3913" y="917"/>
                </a:lnTo>
                <a:lnTo>
                  <a:pt x="3913" y="917"/>
                </a:lnTo>
                <a:lnTo>
                  <a:pt x="3914" y="917"/>
                </a:lnTo>
                <a:lnTo>
                  <a:pt x="3914" y="917"/>
                </a:lnTo>
                <a:lnTo>
                  <a:pt x="3915" y="917"/>
                </a:lnTo>
                <a:lnTo>
                  <a:pt x="3915" y="917"/>
                </a:lnTo>
                <a:lnTo>
                  <a:pt x="3916" y="918"/>
                </a:lnTo>
                <a:lnTo>
                  <a:pt x="3916" y="918"/>
                </a:lnTo>
                <a:lnTo>
                  <a:pt x="3916" y="917"/>
                </a:lnTo>
                <a:lnTo>
                  <a:pt x="3917" y="918"/>
                </a:lnTo>
                <a:lnTo>
                  <a:pt x="3918" y="917"/>
                </a:lnTo>
                <a:lnTo>
                  <a:pt x="3919" y="917"/>
                </a:lnTo>
                <a:lnTo>
                  <a:pt x="3919" y="917"/>
                </a:lnTo>
                <a:lnTo>
                  <a:pt x="3920" y="917"/>
                </a:lnTo>
                <a:lnTo>
                  <a:pt x="3921" y="917"/>
                </a:lnTo>
                <a:lnTo>
                  <a:pt x="3921" y="917"/>
                </a:lnTo>
                <a:lnTo>
                  <a:pt x="3922" y="917"/>
                </a:lnTo>
                <a:lnTo>
                  <a:pt x="3922" y="917"/>
                </a:lnTo>
                <a:lnTo>
                  <a:pt x="3924" y="917"/>
                </a:lnTo>
                <a:lnTo>
                  <a:pt x="3924" y="917"/>
                </a:lnTo>
                <a:lnTo>
                  <a:pt x="3925" y="917"/>
                </a:lnTo>
                <a:lnTo>
                  <a:pt x="3925" y="916"/>
                </a:lnTo>
                <a:lnTo>
                  <a:pt x="3926" y="917"/>
                </a:lnTo>
                <a:lnTo>
                  <a:pt x="3927" y="917"/>
                </a:lnTo>
                <a:lnTo>
                  <a:pt x="3927" y="917"/>
                </a:lnTo>
                <a:lnTo>
                  <a:pt x="3928" y="918"/>
                </a:lnTo>
                <a:lnTo>
                  <a:pt x="3928" y="918"/>
                </a:lnTo>
                <a:lnTo>
                  <a:pt x="3928" y="918"/>
                </a:lnTo>
                <a:lnTo>
                  <a:pt x="3929" y="918"/>
                </a:lnTo>
                <a:lnTo>
                  <a:pt x="3930" y="917"/>
                </a:lnTo>
                <a:lnTo>
                  <a:pt x="3930" y="917"/>
                </a:lnTo>
                <a:lnTo>
                  <a:pt x="3931" y="917"/>
                </a:lnTo>
                <a:lnTo>
                  <a:pt x="3933" y="917"/>
                </a:lnTo>
                <a:lnTo>
                  <a:pt x="3933" y="917"/>
                </a:lnTo>
                <a:lnTo>
                  <a:pt x="3934" y="917"/>
                </a:lnTo>
                <a:lnTo>
                  <a:pt x="3934" y="917"/>
                </a:lnTo>
                <a:lnTo>
                  <a:pt x="3935" y="917"/>
                </a:lnTo>
                <a:lnTo>
                  <a:pt x="3936" y="917"/>
                </a:lnTo>
                <a:lnTo>
                  <a:pt x="3937" y="917"/>
                </a:lnTo>
                <a:lnTo>
                  <a:pt x="3937" y="917"/>
                </a:lnTo>
                <a:lnTo>
                  <a:pt x="3938" y="917"/>
                </a:lnTo>
                <a:lnTo>
                  <a:pt x="3939" y="917"/>
                </a:lnTo>
                <a:lnTo>
                  <a:pt x="3939" y="917"/>
                </a:lnTo>
                <a:lnTo>
                  <a:pt x="3939" y="917"/>
                </a:lnTo>
                <a:lnTo>
                  <a:pt x="3940" y="917"/>
                </a:lnTo>
                <a:lnTo>
                  <a:pt x="3940" y="917"/>
                </a:lnTo>
                <a:lnTo>
                  <a:pt x="3942" y="918"/>
                </a:lnTo>
                <a:lnTo>
                  <a:pt x="3943" y="918"/>
                </a:lnTo>
                <a:lnTo>
                  <a:pt x="3944" y="918"/>
                </a:lnTo>
                <a:lnTo>
                  <a:pt x="3945" y="918"/>
                </a:lnTo>
                <a:lnTo>
                  <a:pt x="3945" y="918"/>
                </a:lnTo>
                <a:lnTo>
                  <a:pt x="3946" y="918"/>
                </a:lnTo>
                <a:lnTo>
                  <a:pt x="3946" y="917"/>
                </a:lnTo>
                <a:lnTo>
                  <a:pt x="3947" y="917"/>
                </a:lnTo>
                <a:lnTo>
                  <a:pt x="3948" y="917"/>
                </a:lnTo>
                <a:lnTo>
                  <a:pt x="3949" y="917"/>
                </a:lnTo>
                <a:lnTo>
                  <a:pt x="3949" y="917"/>
                </a:lnTo>
                <a:lnTo>
                  <a:pt x="3950" y="918"/>
                </a:lnTo>
                <a:lnTo>
                  <a:pt x="3950" y="917"/>
                </a:lnTo>
                <a:lnTo>
                  <a:pt x="3951" y="917"/>
                </a:lnTo>
                <a:lnTo>
                  <a:pt x="3953" y="917"/>
                </a:lnTo>
                <a:lnTo>
                  <a:pt x="3953" y="917"/>
                </a:lnTo>
                <a:lnTo>
                  <a:pt x="3954" y="918"/>
                </a:lnTo>
                <a:lnTo>
                  <a:pt x="3954" y="918"/>
                </a:lnTo>
                <a:lnTo>
                  <a:pt x="3955" y="918"/>
                </a:lnTo>
                <a:lnTo>
                  <a:pt x="3956" y="917"/>
                </a:lnTo>
                <a:lnTo>
                  <a:pt x="3957" y="917"/>
                </a:lnTo>
                <a:lnTo>
                  <a:pt x="3957" y="917"/>
                </a:lnTo>
                <a:lnTo>
                  <a:pt x="3957" y="917"/>
                </a:lnTo>
                <a:lnTo>
                  <a:pt x="3958" y="917"/>
                </a:lnTo>
                <a:lnTo>
                  <a:pt x="3959" y="917"/>
                </a:lnTo>
                <a:lnTo>
                  <a:pt x="3959" y="917"/>
                </a:lnTo>
                <a:lnTo>
                  <a:pt x="3960" y="917"/>
                </a:lnTo>
                <a:lnTo>
                  <a:pt x="3960" y="917"/>
                </a:lnTo>
                <a:lnTo>
                  <a:pt x="3961" y="917"/>
                </a:lnTo>
                <a:lnTo>
                  <a:pt x="3962" y="918"/>
                </a:lnTo>
                <a:lnTo>
                  <a:pt x="3963" y="918"/>
                </a:lnTo>
                <a:lnTo>
                  <a:pt x="3963" y="917"/>
                </a:lnTo>
                <a:lnTo>
                  <a:pt x="3964" y="918"/>
                </a:lnTo>
                <a:lnTo>
                  <a:pt x="3965" y="917"/>
                </a:lnTo>
                <a:lnTo>
                  <a:pt x="3965" y="917"/>
                </a:lnTo>
                <a:lnTo>
                  <a:pt x="3965" y="917"/>
                </a:lnTo>
                <a:lnTo>
                  <a:pt x="3966" y="918"/>
                </a:lnTo>
                <a:lnTo>
                  <a:pt x="3966" y="917"/>
                </a:lnTo>
                <a:lnTo>
                  <a:pt x="3967" y="917"/>
                </a:lnTo>
                <a:lnTo>
                  <a:pt x="3968" y="917"/>
                </a:lnTo>
                <a:lnTo>
                  <a:pt x="3968" y="917"/>
                </a:lnTo>
                <a:lnTo>
                  <a:pt x="3969" y="917"/>
                </a:lnTo>
                <a:lnTo>
                  <a:pt x="3970" y="918"/>
                </a:lnTo>
                <a:lnTo>
                  <a:pt x="3971" y="918"/>
                </a:lnTo>
                <a:lnTo>
                  <a:pt x="3971" y="918"/>
                </a:lnTo>
                <a:lnTo>
                  <a:pt x="3971" y="918"/>
                </a:lnTo>
                <a:lnTo>
                  <a:pt x="3972" y="917"/>
                </a:lnTo>
                <a:lnTo>
                  <a:pt x="3973" y="917"/>
                </a:lnTo>
                <a:lnTo>
                  <a:pt x="3973" y="917"/>
                </a:lnTo>
                <a:lnTo>
                  <a:pt x="3973" y="918"/>
                </a:lnTo>
                <a:lnTo>
                  <a:pt x="3974" y="917"/>
                </a:lnTo>
                <a:lnTo>
                  <a:pt x="3975" y="917"/>
                </a:lnTo>
                <a:lnTo>
                  <a:pt x="3975" y="917"/>
                </a:lnTo>
                <a:lnTo>
                  <a:pt x="3976" y="917"/>
                </a:lnTo>
                <a:lnTo>
                  <a:pt x="3977" y="917"/>
                </a:lnTo>
                <a:lnTo>
                  <a:pt x="3977" y="917"/>
                </a:lnTo>
                <a:lnTo>
                  <a:pt x="3978" y="918"/>
                </a:lnTo>
                <a:lnTo>
                  <a:pt x="3979" y="918"/>
                </a:lnTo>
                <a:lnTo>
                  <a:pt x="3980" y="917"/>
                </a:lnTo>
                <a:lnTo>
                  <a:pt x="3981" y="918"/>
                </a:lnTo>
                <a:lnTo>
                  <a:pt x="3981" y="918"/>
                </a:lnTo>
                <a:lnTo>
                  <a:pt x="3983" y="916"/>
                </a:lnTo>
                <a:lnTo>
                  <a:pt x="3983" y="916"/>
                </a:lnTo>
                <a:lnTo>
                  <a:pt x="3983" y="916"/>
                </a:lnTo>
                <a:lnTo>
                  <a:pt x="3984" y="917"/>
                </a:lnTo>
                <a:lnTo>
                  <a:pt x="3984" y="917"/>
                </a:lnTo>
                <a:lnTo>
                  <a:pt x="3986" y="918"/>
                </a:lnTo>
                <a:lnTo>
                  <a:pt x="3987" y="918"/>
                </a:lnTo>
                <a:lnTo>
                  <a:pt x="3987" y="918"/>
                </a:lnTo>
                <a:lnTo>
                  <a:pt x="3989" y="917"/>
                </a:lnTo>
                <a:lnTo>
                  <a:pt x="3989" y="917"/>
                </a:lnTo>
                <a:lnTo>
                  <a:pt x="3989" y="917"/>
                </a:lnTo>
                <a:lnTo>
                  <a:pt x="3990" y="917"/>
                </a:lnTo>
                <a:lnTo>
                  <a:pt x="3990" y="917"/>
                </a:lnTo>
                <a:lnTo>
                  <a:pt x="3991" y="917"/>
                </a:lnTo>
                <a:lnTo>
                  <a:pt x="3991" y="917"/>
                </a:lnTo>
                <a:lnTo>
                  <a:pt x="3992" y="917"/>
                </a:lnTo>
                <a:lnTo>
                  <a:pt x="3992" y="917"/>
                </a:lnTo>
                <a:lnTo>
                  <a:pt x="3993" y="917"/>
                </a:lnTo>
                <a:lnTo>
                  <a:pt x="3993" y="918"/>
                </a:lnTo>
                <a:lnTo>
                  <a:pt x="3995" y="918"/>
                </a:lnTo>
                <a:lnTo>
                  <a:pt x="3995" y="918"/>
                </a:lnTo>
                <a:lnTo>
                  <a:pt x="3996" y="917"/>
                </a:lnTo>
                <a:lnTo>
                  <a:pt x="3996" y="917"/>
                </a:lnTo>
                <a:lnTo>
                  <a:pt x="3997" y="917"/>
                </a:lnTo>
                <a:lnTo>
                  <a:pt x="3998" y="918"/>
                </a:lnTo>
                <a:lnTo>
                  <a:pt x="3999" y="918"/>
                </a:lnTo>
                <a:lnTo>
                  <a:pt x="4001" y="918"/>
                </a:lnTo>
                <a:lnTo>
                  <a:pt x="4001" y="917"/>
                </a:lnTo>
                <a:lnTo>
                  <a:pt x="4001" y="917"/>
                </a:lnTo>
                <a:lnTo>
                  <a:pt x="4002" y="917"/>
                </a:lnTo>
                <a:lnTo>
                  <a:pt x="4003" y="917"/>
                </a:lnTo>
                <a:lnTo>
                  <a:pt x="4003" y="917"/>
                </a:lnTo>
                <a:lnTo>
                  <a:pt x="4004" y="918"/>
                </a:lnTo>
                <a:lnTo>
                  <a:pt x="4005" y="917"/>
                </a:lnTo>
                <a:lnTo>
                  <a:pt x="4005" y="917"/>
                </a:lnTo>
                <a:lnTo>
                  <a:pt x="4005" y="918"/>
                </a:lnTo>
                <a:lnTo>
                  <a:pt x="4007" y="918"/>
                </a:lnTo>
                <a:lnTo>
                  <a:pt x="4007" y="918"/>
                </a:lnTo>
                <a:lnTo>
                  <a:pt x="4007" y="918"/>
                </a:lnTo>
                <a:lnTo>
                  <a:pt x="4008" y="917"/>
                </a:lnTo>
                <a:lnTo>
                  <a:pt x="4008" y="917"/>
                </a:lnTo>
                <a:lnTo>
                  <a:pt x="4010" y="917"/>
                </a:lnTo>
                <a:lnTo>
                  <a:pt x="4011" y="917"/>
                </a:lnTo>
                <a:lnTo>
                  <a:pt x="4011" y="917"/>
                </a:lnTo>
                <a:lnTo>
                  <a:pt x="4013" y="917"/>
                </a:lnTo>
                <a:lnTo>
                  <a:pt x="4013" y="917"/>
                </a:lnTo>
                <a:lnTo>
                  <a:pt x="4014" y="917"/>
                </a:lnTo>
                <a:lnTo>
                  <a:pt x="4014" y="917"/>
                </a:lnTo>
                <a:lnTo>
                  <a:pt x="4015" y="917"/>
                </a:lnTo>
                <a:lnTo>
                  <a:pt x="4017" y="918"/>
                </a:lnTo>
                <a:lnTo>
                  <a:pt x="4017" y="918"/>
                </a:lnTo>
                <a:lnTo>
                  <a:pt x="4018" y="918"/>
                </a:lnTo>
                <a:lnTo>
                  <a:pt x="4019" y="918"/>
                </a:lnTo>
                <a:lnTo>
                  <a:pt x="4019" y="918"/>
                </a:lnTo>
                <a:lnTo>
                  <a:pt x="4019" y="918"/>
                </a:lnTo>
                <a:lnTo>
                  <a:pt x="4020" y="917"/>
                </a:lnTo>
                <a:lnTo>
                  <a:pt x="4020" y="917"/>
                </a:lnTo>
                <a:lnTo>
                  <a:pt x="4021" y="917"/>
                </a:lnTo>
                <a:lnTo>
                  <a:pt x="4022" y="917"/>
                </a:lnTo>
                <a:lnTo>
                  <a:pt x="4022" y="916"/>
                </a:lnTo>
                <a:lnTo>
                  <a:pt x="4022" y="916"/>
                </a:lnTo>
                <a:lnTo>
                  <a:pt x="4023" y="916"/>
                </a:lnTo>
                <a:lnTo>
                  <a:pt x="4024" y="917"/>
                </a:lnTo>
                <a:lnTo>
                  <a:pt x="4024" y="916"/>
                </a:lnTo>
                <a:lnTo>
                  <a:pt x="4025" y="916"/>
                </a:lnTo>
                <a:lnTo>
                  <a:pt x="4025" y="917"/>
                </a:lnTo>
                <a:lnTo>
                  <a:pt x="4026" y="917"/>
                </a:lnTo>
                <a:lnTo>
                  <a:pt x="4026" y="917"/>
                </a:lnTo>
                <a:lnTo>
                  <a:pt x="4027" y="917"/>
                </a:lnTo>
                <a:lnTo>
                  <a:pt x="4028" y="917"/>
                </a:lnTo>
                <a:lnTo>
                  <a:pt x="4029" y="917"/>
                </a:lnTo>
                <a:lnTo>
                  <a:pt x="4029" y="917"/>
                </a:lnTo>
                <a:lnTo>
                  <a:pt x="4030" y="918"/>
                </a:lnTo>
                <a:lnTo>
                  <a:pt x="4031" y="917"/>
                </a:lnTo>
                <a:lnTo>
                  <a:pt x="4031" y="918"/>
                </a:lnTo>
                <a:lnTo>
                  <a:pt x="4031" y="918"/>
                </a:lnTo>
                <a:lnTo>
                  <a:pt x="4032" y="918"/>
                </a:lnTo>
                <a:lnTo>
                  <a:pt x="4032" y="917"/>
                </a:lnTo>
                <a:lnTo>
                  <a:pt x="4033" y="917"/>
                </a:lnTo>
                <a:lnTo>
                  <a:pt x="4034" y="917"/>
                </a:lnTo>
                <a:lnTo>
                  <a:pt x="4035" y="917"/>
                </a:lnTo>
                <a:lnTo>
                  <a:pt x="4035" y="917"/>
                </a:lnTo>
                <a:lnTo>
                  <a:pt x="4035" y="918"/>
                </a:lnTo>
                <a:lnTo>
                  <a:pt x="4036" y="917"/>
                </a:lnTo>
                <a:lnTo>
                  <a:pt x="4037" y="917"/>
                </a:lnTo>
                <a:lnTo>
                  <a:pt x="4037" y="917"/>
                </a:lnTo>
                <a:lnTo>
                  <a:pt x="4037" y="917"/>
                </a:lnTo>
                <a:lnTo>
                  <a:pt x="4038" y="917"/>
                </a:lnTo>
                <a:lnTo>
                  <a:pt x="4038" y="917"/>
                </a:lnTo>
                <a:lnTo>
                  <a:pt x="4039" y="917"/>
                </a:lnTo>
                <a:lnTo>
                  <a:pt x="4040" y="917"/>
                </a:lnTo>
                <a:lnTo>
                  <a:pt x="4041" y="917"/>
                </a:lnTo>
                <a:lnTo>
                  <a:pt x="4041" y="917"/>
                </a:lnTo>
                <a:lnTo>
                  <a:pt x="4041" y="918"/>
                </a:lnTo>
                <a:lnTo>
                  <a:pt x="4043" y="917"/>
                </a:lnTo>
                <a:lnTo>
                  <a:pt x="4043" y="917"/>
                </a:lnTo>
                <a:lnTo>
                  <a:pt x="4044" y="917"/>
                </a:lnTo>
                <a:lnTo>
                  <a:pt x="4044" y="917"/>
                </a:lnTo>
                <a:lnTo>
                  <a:pt x="4045" y="917"/>
                </a:lnTo>
                <a:lnTo>
                  <a:pt x="4045" y="917"/>
                </a:lnTo>
                <a:lnTo>
                  <a:pt x="4046" y="917"/>
                </a:lnTo>
                <a:lnTo>
                  <a:pt x="4046" y="917"/>
                </a:lnTo>
                <a:lnTo>
                  <a:pt x="4047" y="917"/>
                </a:lnTo>
                <a:lnTo>
                  <a:pt x="4048" y="918"/>
                </a:lnTo>
                <a:lnTo>
                  <a:pt x="4049" y="918"/>
                </a:lnTo>
                <a:lnTo>
                  <a:pt x="4049" y="918"/>
                </a:lnTo>
                <a:lnTo>
                  <a:pt x="4050" y="917"/>
                </a:lnTo>
                <a:lnTo>
                  <a:pt x="4050" y="918"/>
                </a:lnTo>
                <a:lnTo>
                  <a:pt x="4050" y="918"/>
                </a:lnTo>
                <a:lnTo>
                  <a:pt x="4051" y="918"/>
                </a:lnTo>
                <a:lnTo>
                  <a:pt x="4051" y="917"/>
                </a:lnTo>
                <a:lnTo>
                  <a:pt x="4053" y="917"/>
                </a:lnTo>
                <a:lnTo>
                  <a:pt x="4053" y="917"/>
                </a:lnTo>
                <a:lnTo>
                  <a:pt x="4054" y="917"/>
                </a:lnTo>
                <a:lnTo>
                  <a:pt x="4055" y="917"/>
                </a:lnTo>
                <a:lnTo>
                  <a:pt x="4055" y="917"/>
                </a:lnTo>
                <a:lnTo>
                  <a:pt x="4056" y="918"/>
                </a:lnTo>
                <a:lnTo>
                  <a:pt x="4057" y="918"/>
                </a:lnTo>
                <a:lnTo>
                  <a:pt x="4058" y="917"/>
                </a:lnTo>
                <a:lnTo>
                  <a:pt x="4059" y="917"/>
                </a:lnTo>
                <a:lnTo>
                  <a:pt x="4059" y="917"/>
                </a:lnTo>
                <a:lnTo>
                  <a:pt x="4059" y="917"/>
                </a:lnTo>
                <a:lnTo>
                  <a:pt x="4060" y="917"/>
                </a:lnTo>
                <a:lnTo>
                  <a:pt x="4061" y="917"/>
                </a:lnTo>
                <a:lnTo>
                  <a:pt x="4061" y="917"/>
                </a:lnTo>
                <a:lnTo>
                  <a:pt x="4061" y="917"/>
                </a:lnTo>
                <a:lnTo>
                  <a:pt x="4062" y="917"/>
                </a:lnTo>
                <a:lnTo>
                  <a:pt x="4062" y="917"/>
                </a:lnTo>
                <a:lnTo>
                  <a:pt x="4063" y="917"/>
                </a:lnTo>
                <a:lnTo>
                  <a:pt x="4065" y="918"/>
                </a:lnTo>
                <a:lnTo>
                  <a:pt x="4065" y="918"/>
                </a:lnTo>
                <a:lnTo>
                  <a:pt x="4066" y="918"/>
                </a:lnTo>
                <a:lnTo>
                  <a:pt x="4067" y="918"/>
                </a:lnTo>
                <a:lnTo>
                  <a:pt x="4067" y="918"/>
                </a:lnTo>
                <a:lnTo>
                  <a:pt x="4068" y="917"/>
                </a:lnTo>
                <a:lnTo>
                  <a:pt x="4069" y="917"/>
                </a:lnTo>
                <a:lnTo>
                  <a:pt x="4069" y="917"/>
                </a:lnTo>
                <a:lnTo>
                  <a:pt x="4070" y="918"/>
                </a:lnTo>
                <a:lnTo>
                  <a:pt x="4071" y="918"/>
                </a:lnTo>
                <a:lnTo>
                  <a:pt x="4071" y="918"/>
                </a:lnTo>
                <a:lnTo>
                  <a:pt x="4073" y="917"/>
                </a:lnTo>
                <a:lnTo>
                  <a:pt x="4073" y="917"/>
                </a:lnTo>
                <a:lnTo>
                  <a:pt x="4073" y="917"/>
                </a:lnTo>
                <a:lnTo>
                  <a:pt x="4074" y="917"/>
                </a:lnTo>
                <a:lnTo>
                  <a:pt x="4074" y="917"/>
                </a:lnTo>
                <a:lnTo>
                  <a:pt x="4075" y="917"/>
                </a:lnTo>
                <a:lnTo>
                  <a:pt x="4075" y="917"/>
                </a:lnTo>
                <a:lnTo>
                  <a:pt x="4076" y="917"/>
                </a:lnTo>
                <a:lnTo>
                  <a:pt x="4077" y="917"/>
                </a:lnTo>
                <a:lnTo>
                  <a:pt x="4077" y="917"/>
                </a:lnTo>
                <a:lnTo>
                  <a:pt x="4077" y="917"/>
                </a:lnTo>
                <a:lnTo>
                  <a:pt x="4078" y="917"/>
                </a:lnTo>
                <a:lnTo>
                  <a:pt x="4079" y="917"/>
                </a:lnTo>
                <a:lnTo>
                  <a:pt x="4079" y="917"/>
                </a:lnTo>
                <a:lnTo>
                  <a:pt x="4079" y="916"/>
                </a:lnTo>
                <a:lnTo>
                  <a:pt x="4080" y="916"/>
                </a:lnTo>
                <a:lnTo>
                  <a:pt x="4081" y="916"/>
                </a:lnTo>
                <a:lnTo>
                  <a:pt x="4081" y="916"/>
                </a:lnTo>
                <a:lnTo>
                  <a:pt x="4082" y="917"/>
                </a:lnTo>
                <a:lnTo>
                  <a:pt x="4083" y="917"/>
                </a:lnTo>
                <a:lnTo>
                  <a:pt x="4083" y="917"/>
                </a:lnTo>
                <a:lnTo>
                  <a:pt x="4083" y="918"/>
                </a:lnTo>
                <a:lnTo>
                  <a:pt x="4085" y="917"/>
                </a:lnTo>
                <a:lnTo>
                  <a:pt x="4085" y="917"/>
                </a:lnTo>
                <a:lnTo>
                  <a:pt x="4085" y="917"/>
                </a:lnTo>
                <a:lnTo>
                  <a:pt x="4086" y="917"/>
                </a:lnTo>
                <a:lnTo>
                  <a:pt x="4087" y="917"/>
                </a:lnTo>
                <a:lnTo>
                  <a:pt x="4089" y="918"/>
                </a:lnTo>
                <a:lnTo>
                  <a:pt x="4089" y="918"/>
                </a:lnTo>
                <a:lnTo>
                  <a:pt x="4090" y="917"/>
                </a:lnTo>
                <a:lnTo>
                  <a:pt x="4091" y="917"/>
                </a:lnTo>
                <a:lnTo>
                  <a:pt x="4091" y="917"/>
                </a:lnTo>
                <a:lnTo>
                  <a:pt x="4091" y="917"/>
                </a:lnTo>
                <a:lnTo>
                  <a:pt x="4092" y="917"/>
                </a:lnTo>
                <a:lnTo>
                  <a:pt x="4092" y="917"/>
                </a:lnTo>
                <a:lnTo>
                  <a:pt x="4093" y="917"/>
                </a:lnTo>
                <a:lnTo>
                  <a:pt x="4094" y="918"/>
                </a:lnTo>
                <a:lnTo>
                  <a:pt x="4094" y="918"/>
                </a:lnTo>
                <a:lnTo>
                  <a:pt x="4095" y="918"/>
                </a:lnTo>
                <a:lnTo>
                  <a:pt x="4095" y="918"/>
                </a:lnTo>
                <a:lnTo>
                  <a:pt x="4097" y="917"/>
                </a:lnTo>
                <a:lnTo>
                  <a:pt x="4097" y="917"/>
                </a:lnTo>
                <a:lnTo>
                  <a:pt x="4097" y="917"/>
                </a:lnTo>
                <a:lnTo>
                  <a:pt x="4097" y="917"/>
                </a:lnTo>
                <a:lnTo>
                  <a:pt x="4098" y="918"/>
                </a:lnTo>
                <a:lnTo>
                  <a:pt x="4098" y="917"/>
                </a:lnTo>
                <a:lnTo>
                  <a:pt x="4099" y="917"/>
                </a:lnTo>
                <a:lnTo>
                  <a:pt x="4099" y="917"/>
                </a:lnTo>
                <a:lnTo>
                  <a:pt x="4100" y="918"/>
                </a:lnTo>
                <a:lnTo>
                  <a:pt x="4101" y="917"/>
                </a:lnTo>
                <a:lnTo>
                  <a:pt x="4101" y="917"/>
                </a:lnTo>
                <a:lnTo>
                  <a:pt x="4102" y="918"/>
                </a:lnTo>
                <a:lnTo>
                  <a:pt x="4103" y="918"/>
                </a:lnTo>
                <a:lnTo>
                  <a:pt x="4103" y="918"/>
                </a:lnTo>
                <a:lnTo>
                  <a:pt x="4103" y="918"/>
                </a:lnTo>
                <a:lnTo>
                  <a:pt x="4105" y="918"/>
                </a:lnTo>
                <a:lnTo>
                  <a:pt x="4105" y="918"/>
                </a:lnTo>
                <a:lnTo>
                  <a:pt x="4105" y="918"/>
                </a:lnTo>
                <a:lnTo>
                  <a:pt x="4106" y="917"/>
                </a:lnTo>
                <a:lnTo>
                  <a:pt x="4107" y="917"/>
                </a:lnTo>
                <a:lnTo>
                  <a:pt x="4107" y="917"/>
                </a:lnTo>
                <a:lnTo>
                  <a:pt x="4107" y="918"/>
                </a:lnTo>
                <a:lnTo>
                  <a:pt x="4108" y="917"/>
                </a:lnTo>
                <a:lnTo>
                  <a:pt x="4109" y="917"/>
                </a:lnTo>
                <a:lnTo>
                  <a:pt x="4109" y="917"/>
                </a:lnTo>
                <a:lnTo>
                  <a:pt x="4110" y="917"/>
                </a:lnTo>
                <a:lnTo>
                  <a:pt x="4111" y="917"/>
                </a:lnTo>
                <a:lnTo>
                  <a:pt x="4111" y="917"/>
                </a:lnTo>
                <a:lnTo>
                  <a:pt x="4111" y="917"/>
                </a:lnTo>
                <a:lnTo>
                  <a:pt x="4112" y="918"/>
                </a:lnTo>
                <a:lnTo>
                  <a:pt x="4113" y="918"/>
                </a:lnTo>
                <a:lnTo>
                  <a:pt x="4113" y="918"/>
                </a:lnTo>
                <a:lnTo>
                  <a:pt x="4114" y="918"/>
                </a:lnTo>
                <a:lnTo>
                  <a:pt x="4114" y="918"/>
                </a:lnTo>
                <a:lnTo>
                  <a:pt x="4115" y="918"/>
                </a:lnTo>
                <a:lnTo>
                  <a:pt x="4115" y="918"/>
                </a:lnTo>
                <a:lnTo>
                  <a:pt x="4116" y="917"/>
                </a:lnTo>
                <a:lnTo>
                  <a:pt x="4117" y="917"/>
                </a:lnTo>
                <a:lnTo>
                  <a:pt x="4117" y="917"/>
                </a:lnTo>
                <a:lnTo>
                  <a:pt x="4117" y="917"/>
                </a:lnTo>
                <a:lnTo>
                  <a:pt x="4118" y="917"/>
                </a:lnTo>
                <a:lnTo>
                  <a:pt x="4119" y="917"/>
                </a:lnTo>
                <a:lnTo>
                  <a:pt x="4119" y="917"/>
                </a:lnTo>
                <a:lnTo>
                  <a:pt x="4119" y="917"/>
                </a:lnTo>
                <a:lnTo>
                  <a:pt x="4121" y="918"/>
                </a:lnTo>
                <a:lnTo>
                  <a:pt x="4121" y="918"/>
                </a:lnTo>
                <a:lnTo>
                  <a:pt x="4121" y="918"/>
                </a:lnTo>
                <a:lnTo>
                  <a:pt x="4122" y="918"/>
                </a:lnTo>
                <a:lnTo>
                  <a:pt x="4123" y="918"/>
                </a:lnTo>
                <a:lnTo>
                  <a:pt x="4123" y="918"/>
                </a:lnTo>
                <a:lnTo>
                  <a:pt x="4125" y="918"/>
                </a:lnTo>
                <a:lnTo>
                  <a:pt x="4125" y="918"/>
                </a:lnTo>
                <a:lnTo>
                  <a:pt x="4126" y="917"/>
                </a:lnTo>
                <a:lnTo>
                  <a:pt x="4127" y="917"/>
                </a:lnTo>
                <a:lnTo>
                  <a:pt x="4127" y="917"/>
                </a:lnTo>
                <a:lnTo>
                  <a:pt x="4127" y="917"/>
                </a:lnTo>
                <a:lnTo>
                  <a:pt x="4128" y="917"/>
                </a:lnTo>
                <a:lnTo>
                  <a:pt x="4129" y="917"/>
                </a:lnTo>
                <a:lnTo>
                  <a:pt x="4129" y="917"/>
                </a:lnTo>
                <a:lnTo>
                  <a:pt x="4130" y="917"/>
                </a:lnTo>
                <a:lnTo>
                  <a:pt x="4131" y="917"/>
                </a:lnTo>
                <a:lnTo>
                  <a:pt x="4131" y="917"/>
                </a:lnTo>
                <a:lnTo>
                  <a:pt x="4132" y="918"/>
                </a:lnTo>
                <a:lnTo>
                  <a:pt x="4133" y="918"/>
                </a:lnTo>
                <a:lnTo>
                  <a:pt x="4133" y="918"/>
                </a:lnTo>
                <a:lnTo>
                  <a:pt x="4133" y="918"/>
                </a:lnTo>
                <a:lnTo>
                  <a:pt x="4134" y="917"/>
                </a:lnTo>
                <a:lnTo>
                  <a:pt x="4135" y="918"/>
                </a:lnTo>
                <a:lnTo>
                  <a:pt x="4135" y="918"/>
                </a:lnTo>
                <a:lnTo>
                  <a:pt x="4136" y="918"/>
                </a:lnTo>
                <a:lnTo>
                  <a:pt x="4136" y="917"/>
                </a:lnTo>
                <a:lnTo>
                  <a:pt x="4137" y="917"/>
                </a:lnTo>
                <a:lnTo>
                  <a:pt x="4137" y="917"/>
                </a:lnTo>
                <a:lnTo>
                  <a:pt x="4138" y="918"/>
                </a:lnTo>
                <a:lnTo>
                  <a:pt x="4139" y="918"/>
                </a:lnTo>
                <a:lnTo>
                  <a:pt x="4139" y="918"/>
                </a:lnTo>
                <a:lnTo>
                  <a:pt x="4139" y="918"/>
                </a:lnTo>
                <a:lnTo>
                  <a:pt x="4140" y="918"/>
                </a:lnTo>
                <a:lnTo>
                  <a:pt x="4141" y="918"/>
                </a:lnTo>
                <a:lnTo>
                  <a:pt x="4141" y="918"/>
                </a:lnTo>
                <a:lnTo>
                  <a:pt x="4141" y="918"/>
                </a:lnTo>
                <a:lnTo>
                  <a:pt x="4143" y="919"/>
                </a:lnTo>
                <a:lnTo>
                  <a:pt x="4143" y="919"/>
                </a:lnTo>
                <a:lnTo>
                  <a:pt x="4145" y="918"/>
                </a:lnTo>
                <a:lnTo>
                  <a:pt x="4145" y="917"/>
                </a:lnTo>
                <a:lnTo>
                  <a:pt x="4147" y="916"/>
                </a:lnTo>
                <a:lnTo>
                  <a:pt x="4147" y="916"/>
                </a:lnTo>
                <a:lnTo>
                  <a:pt x="4148" y="915"/>
                </a:lnTo>
                <a:lnTo>
                  <a:pt x="4149" y="915"/>
                </a:lnTo>
                <a:lnTo>
                  <a:pt x="4150" y="915"/>
                </a:lnTo>
                <a:lnTo>
                  <a:pt x="4151" y="915"/>
                </a:lnTo>
                <a:lnTo>
                  <a:pt x="4151" y="915"/>
                </a:lnTo>
                <a:lnTo>
                  <a:pt x="4151" y="914"/>
                </a:lnTo>
                <a:lnTo>
                  <a:pt x="4153" y="915"/>
                </a:lnTo>
                <a:lnTo>
                  <a:pt x="4153" y="915"/>
                </a:lnTo>
                <a:lnTo>
                  <a:pt x="4154" y="917"/>
                </a:lnTo>
                <a:lnTo>
                  <a:pt x="4155" y="917"/>
                </a:lnTo>
                <a:lnTo>
                  <a:pt x="4155" y="917"/>
                </a:lnTo>
                <a:lnTo>
                  <a:pt x="4156" y="917"/>
                </a:lnTo>
                <a:lnTo>
                  <a:pt x="4157" y="917"/>
                </a:lnTo>
                <a:lnTo>
                  <a:pt x="4157" y="917"/>
                </a:lnTo>
                <a:lnTo>
                  <a:pt x="4158" y="917"/>
                </a:lnTo>
                <a:lnTo>
                  <a:pt x="4159" y="917"/>
                </a:lnTo>
                <a:lnTo>
                  <a:pt x="4159" y="917"/>
                </a:lnTo>
                <a:lnTo>
                  <a:pt x="4159" y="917"/>
                </a:lnTo>
                <a:lnTo>
                  <a:pt x="4160" y="917"/>
                </a:lnTo>
                <a:lnTo>
                  <a:pt x="4161" y="917"/>
                </a:lnTo>
                <a:lnTo>
                  <a:pt x="4161" y="918"/>
                </a:lnTo>
                <a:lnTo>
                  <a:pt x="4162" y="918"/>
                </a:lnTo>
                <a:lnTo>
                  <a:pt x="4163" y="918"/>
                </a:lnTo>
                <a:lnTo>
                  <a:pt x="4163" y="918"/>
                </a:lnTo>
                <a:lnTo>
                  <a:pt x="4165" y="918"/>
                </a:lnTo>
                <a:lnTo>
                  <a:pt x="4165" y="918"/>
                </a:lnTo>
                <a:lnTo>
                  <a:pt x="4165" y="918"/>
                </a:lnTo>
                <a:lnTo>
                  <a:pt x="4165" y="918"/>
                </a:lnTo>
                <a:lnTo>
                  <a:pt x="4166" y="918"/>
                </a:lnTo>
                <a:lnTo>
                  <a:pt x="4167" y="918"/>
                </a:lnTo>
                <a:lnTo>
                  <a:pt x="4167" y="918"/>
                </a:lnTo>
                <a:lnTo>
                  <a:pt x="4168" y="918"/>
                </a:lnTo>
                <a:lnTo>
                  <a:pt x="4169" y="918"/>
                </a:lnTo>
                <a:lnTo>
                  <a:pt x="4169" y="918"/>
                </a:lnTo>
                <a:lnTo>
                  <a:pt x="4169" y="918"/>
                </a:lnTo>
                <a:lnTo>
                  <a:pt x="4170" y="918"/>
                </a:lnTo>
                <a:lnTo>
                  <a:pt x="4171" y="918"/>
                </a:lnTo>
                <a:lnTo>
                  <a:pt x="4171" y="918"/>
                </a:lnTo>
                <a:lnTo>
                  <a:pt x="4172" y="918"/>
                </a:lnTo>
                <a:lnTo>
                  <a:pt x="4172" y="918"/>
                </a:lnTo>
                <a:lnTo>
                  <a:pt x="4172" y="918"/>
                </a:lnTo>
                <a:lnTo>
                  <a:pt x="4173" y="918"/>
                </a:lnTo>
                <a:lnTo>
                  <a:pt x="4173" y="918"/>
                </a:lnTo>
                <a:lnTo>
                  <a:pt x="4174" y="917"/>
                </a:lnTo>
                <a:lnTo>
                  <a:pt x="4175" y="917"/>
                </a:lnTo>
                <a:lnTo>
                  <a:pt x="4175" y="917"/>
                </a:lnTo>
                <a:lnTo>
                  <a:pt x="4176" y="917"/>
                </a:lnTo>
                <a:lnTo>
                  <a:pt x="4177" y="917"/>
                </a:lnTo>
                <a:lnTo>
                  <a:pt x="4177" y="917"/>
                </a:lnTo>
                <a:lnTo>
                  <a:pt x="4178" y="918"/>
                </a:lnTo>
                <a:lnTo>
                  <a:pt x="4179" y="918"/>
                </a:lnTo>
                <a:lnTo>
                  <a:pt x="4179" y="918"/>
                </a:lnTo>
                <a:lnTo>
                  <a:pt x="4180" y="918"/>
                </a:lnTo>
                <a:lnTo>
                  <a:pt x="4180" y="918"/>
                </a:lnTo>
                <a:lnTo>
                  <a:pt x="4181" y="918"/>
                </a:lnTo>
                <a:lnTo>
                  <a:pt x="4181" y="918"/>
                </a:lnTo>
                <a:lnTo>
                  <a:pt x="4181" y="918"/>
                </a:lnTo>
                <a:lnTo>
                  <a:pt x="4183" y="918"/>
                </a:lnTo>
                <a:lnTo>
                  <a:pt x="4183" y="918"/>
                </a:lnTo>
                <a:lnTo>
                  <a:pt x="4185" y="917"/>
                </a:lnTo>
                <a:lnTo>
                  <a:pt x="4185" y="917"/>
                </a:lnTo>
                <a:lnTo>
                  <a:pt x="4187" y="917"/>
                </a:lnTo>
                <a:lnTo>
                  <a:pt x="4187" y="916"/>
                </a:lnTo>
                <a:lnTo>
                  <a:pt x="4189" y="917"/>
                </a:lnTo>
                <a:lnTo>
                  <a:pt x="4189" y="917"/>
                </a:lnTo>
                <a:lnTo>
                  <a:pt x="4190" y="917"/>
                </a:lnTo>
                <a:lnTo>
                  <a:pt x="4191" y="917"/>
                </a:lnTo>
                <a:lnTo>
                  <a:pt x="4191" y="918"/>
                </a:lnTo>
                <a:lnTo>
                  <a:pt x="4192" y="918"/>
                </a:lnTo>
                <a:lnTo>
                  <a:pt x="4193" y="918"/>
                </a:lnTo>
                <a:lnTo>
                  <a:pt x="4193" y="918"/>
                </a:lnTo>
                <a:lnTo>
                  <a:pt x="4195" y="917"/>
                </a:lnTo>
                <a:lnTo>
                  <a:pt x="4195" y="917"/>
                </a:lnTo>
                <a:lnTo>
                  <a:pt x="4196" y="916"/>
                </a:lnTo>
                <a:lnTo>
                  <a:pt x="4196" y="916"/>
                </a:lnTo>
                <a:lnTo>
                  <a:pt x="4197" y="916"/>
                </a:lnTo>
                <a:lnTo>
                  <a:pt x="4198" y="916"/>
                </a:lnTo>
                <a:lnTo>
                  <a:pt x="4199" y="916"/>
                </a:lnTo>
                <a:lnTo>
                  <a:pt x="4199" y="917"/>
                </a:lnTo>
                <a:lnTo>
                  <a:pt x="4201" y="917"/>
                </a:lnTo>
                <a:lnTo>
                  <a:pt x="4201" y="917"/>
                </a:lnTo>
                <a:lnTo>
                  <a:pt x="4202" y="918"/>
                </a:lnTo>
                <a:lnTo>
                  <a:pt x="4202" y="917"/>
                </a:lnTo>
                <a:lnTo>
                  <a:pt x="4203" y="917"/>
                </a:lnTo>
                <a:lnTo>
                  <a:pt x="4203" y="917"/>
                </a:lnTo>
                <a:lnTo>
                  <a:pt x="4204" y="917"/>
                </a:lnTo>
                <a:lnTo>
                  <a:pt x="4205" y="917"/>
                </a:lnTo>
                <a:lnTo>
                  <a:pt x="4205" y="917"/>
                </a:lnTo>
                <a:lnTo>
                  <a:pt x="4207" y="918"/>
                </a:lnTo>
                <a:lnTo>
                  <a:pt x="4207" y="918"/>
                </a:lnTo>
                <a:lnTo>
                  <a:pt x="4207" y="918"/>
                </a:lnTo>
                <a:lnTo>
                  <a:pt x="4208" y="917"/>
                </a:lnTo>
                <a:lnTo>
                  <a:pt x="4209" y="917"/>
                </a:lnTo>
                <a:lnTo>
                  <a:pt x="4209" y="917"/>
                </a:lnTo>
                <a:lnTo>
                  <a:pt x="4209" y="917"/>
                </a:lnTo>
                <a:lnTo>
                  <a:pt x="4210" y="918"/>
                </a:lnTo>
                <a:lnTo>
                  <a:pt x="4211" y="918"/>
                </a:lnTo>
                <a:lnTo>
                  <a:pt x="4211" y="918"/>
                </a:lnTo>
                <a:lnTo>
                  <a:pt x="4211" y="918"/>
                </a:lnTo>
                <a:lnTo>
                  <a:pt x="4213" y="917"/>
                </a:lnTo>
                <a:lnTo>
                  <a:pt x="4213" y="917"/>
                </a:lnTo>
                <a:lnTo>
                  <a:pt x="4213" y="917"/>
                </a:lnTo>
                <a:lnTo>
                  <a:pt x="4215" y="917"/>
                </a:lnTo>
                <a:lnTo>
                  <a:pt x="4215" y="918"/>
                </a:lnTo>
                <a:lnTo>
                  <a:pt x="4215" y="918"/>
                </a:lnTo>
                <a:lnTo>
                  <a:pt x="4216" y="917"/>
                </a:lnTo>
                <a:lnTo>
                  <a:pt x="4217" y="917"/>
                </a:lnTo>
                <a:lnTo>
                  <a:pt x="4217" y="917"/>
                </a:lnTo>
                <a:lnTo>
                  <a:pt x="4217" y="917"/>
                </a:lnTo>
                <a:lnTo>
                  <a:pt x="4218" y="917"/>
                </a:lnTo>
                <a:lnTo>
                  <a:pt x="4219" y="917"/>
                </a:lnTo>
                <a:lnTo>
                  <a:pt x="4219" y="917"/>
                </a:lnTo>
                <a:lnTo>
                  <a:pt x="4221" y="918"/>
                </a:lnTo>
                <a:lnTo>
                  <a:pt x="4221" y="918"/>
                </a:lnTo>
                <a:lnTo>
                  <a:pt x="4221" y="918"/>
                </a:lnTo>
                <a:lnTo>
                  <a:pt x="4222" y="918"/>
                </a:lnTo>
                <a:lnTo>
                  <a:pt x="4223" y="918"/>
                </a:lnTo>
                <a:lnTo>
                  <a:pt x="4223" y="918"/>
                </a:lnTo>
                <a:lnTo>
                  <a:pt x="4224" y="918"/>
                </a:lnTo>
                <a:lnTo>
                  <a:pt x="4225" y="918"/>
                </a:lnTo>
                <a:lnTo>
                  <a:pt x="4225" y="918"/>
                </a:lnTo>
                <a:lnTo>
                  <a:pt x="4226" y="918"/>
                </a:lnTo>
                <a:lnTo>
                  <a:pt x="4227" y="917"/>
                </a:lnTo>
                <a:lnTo>
                  <a:pt x="4227" y="917"/>
                </a:lnTo>
                <a:lnTo>
                  <a:pt x="4229" y="917"/>
                </a:lnTo>
                <a:lnTo>
                  <a:pt x="4229" y="917"/>
                </a:lnTo>
                <a:lnTo>
                  <a:pt x="4231" y="918"/>
                </a:lnTo>
                <a:lnTo>
                  <a:pt x="4231" y="918"/>
                </a:lnTo>
                <a:lnTo>
                  <a:pt x="4231" y="918"/>
                </a:lnTo>
                <a:lnTo>
                  <a:pt x="4231" y="918"/>
                </a:lnTo>
                <a:lnTo>
                  <a:pt x="4231" y="917"/>
                </a:lnTo>
                <a:lnTo>
                  <a:pt x="4233" y="918"/>
                </a:lnTo>
                <a:lnTo>
                  <a:pt x="4233" y="918"/>
                </a:lnTo>
                <a:lnTo>
                  <a:pt x="4234" y="917"/>
                </a:lnTo>
                <a:lnTo>
                  <a:pt x="4235" y="917"/>
                </a:lnTo>
                <a:lnTo>
                  <a:pt x="4235" y="917"/>
                </a:lnTo>
                <a:lnTo>
                  <a:pt x="4235" y="917"/>
                </a:lnTo>
                <a:lnTo>
                  <a:pt x="4237" y="918"/>
                </a:lnTo>
                <a:lnTo>
                  <a:pt x="4237" y="918"/>
                </a:lnTo>
                <a:lnTo>
                  <a:pt x="4237" y="918"/>
                </a:lnTo>
                <a:lnTo>
                  <a:pt x="4238" y="918"/>
                </a:lnTo>
                <a:lnTo>
                  <a:pt x="4239" y="918"/>
                </a:lnTo>
                <a:lnTo>
                  <a:pt x="4239" y="918"/>
                </a:lnTo>
                <a:lnTo>
                  <a:pt x="4241" y="917"/>
                </a:lnTo>
                <a:lnTo>
                  <a:pt x="4241" y="917"/>
                </a:lnTo>
                <a:lnTo>
                  <a:pt x="4242" y="917"/>
                </a:lnTo>
                <a:lnTo>
                  <a:pt x="4243" y="917"/>
                </a:lnTo>
                <a:lnTo>
                  <a:pt x="4243" y="917"/>
                </a:lnTo>
                <a:lnTo>
                  <a:pt x="4243" y="917"/>
                </a:lnTo>
                <a:lnTo>
                  <a:pt x="4245" y="917"/>
                </a:lnTo>
                <a:lnTo>
                  <a:pt x="4245" y="917"/>
                </a:lnTo>
                <a:lnTo>
                  <a:pt x="4246" y="916"/>
                </a:lnTo>
                <a:lnTo>
                  <a:pt x="4247" y="917"/>
                </a:lnTo>
                <a:lnTo>
                  <a:pt x="4247" y="917"/>
                </a:lnTo>
                <a:lnTo>
                  <a:pt x="4249" y="918"/>
                </a:lnTo>
                <a:lnTo>
                  <a:pt x="4249" y="918"/>
                </a:lnTo>
                <a:lnTo>
                  <a:pt x="4251" y="917"/>
                </a:lnTo>
                <a:lnTo>
                  <a:pt x="4251" y="917"/>
                </a:lnTo>
                <a:lnTo>
                  <a:pt x="4252" y="917"/>
                </a:lnTo>
                <a:lnTo>
                  <a:pt x="4253" y="917"/>
                </a:lnTo>
                <a:lnTo>
                  <a:pt x="4253" y="917"/>
                </a:lnTo>
                <a:lnTo>
                  <a:pt x="4253" y="917"/>
                </a:lnTo>
                <a:lnTo>
                  <a:pt x="4254" y="917"/>
                </a:lnTo>
                <a:lnTo>
                  <a:pt x="4255" y="917"/>
                </a:lnTo>
                <a:lnTo>
                  <a:pt x="4255" y="917"/>
                </a:lnTo>
                <a:lnTo>
                  <a:pt x="4256" y="918"/>
                </a:lnTo>
                <a:lnTo>
                  <a:pt x="4257" y="918"/>
                </a:lnTo>
                <a:lnTo>
                  <a:pt x="4257" y="918"/>
                </a:lnTo>
                <a:lnTo>
                  <a:pt x="4258" y="917"/>
                </a:lnTo>
                <a:lnTo>
                  <a:pt x="4259" y="917"/>
                </a:lnTo>
                <a:lnTo>
                  <a:pt x="4259" y="917"/>
                </a:lnTo>
                <a:lnTo>
                  <a:pt x="4261" y="918"/>
                </a:lnTo>
                <a:lnTo>
                  <a:pt x="4261" y="918"/>
                </a:lnTo>
                <a:lnTo>
                  <a:pt x="4263" y="919"/>
                </a:lnTo>
                <a:lnTo>
                  <a:pt x="4263" y="919"/>
                </a:lnTo>
                <a:lnTo>
                  <a:pt x="4264" y="920"/>
                </a:lnTo>
                <a:lnTo>
                  <a:pt x="4265" y="920"/>
                </a:lnTo>
                <a:lnTo>
                  <a:pt x="4265" y="920"/>
                </a:lnTo>
                <a:lnTo>
                  <a:pt x="4267" y="918"/>
                </a:lnTo>
                <a:lnTo>
                  <a:pt x="4267" y="918"/>
                </a:lnTo>
                <a:lnTo>
                  <a:pt x="4269" y="916"/>
                </a:lnTo>
                <a:lnTo>
                  <a:pt x="4269" y="916"/>
                </a:lnTo>
                <a:lnTo>
                  <a:pt x="4271" y="915"/>
                </a:lnTo>
                <a:lnTo>
                  <a:pt x="4271" y="915"/>
                </a:lnTo>
                <a:lnTo>
                  <a:pt x="4271" y="915"/>
                </a:lnTo>
                <a:lnTo>
                  <a:pt x="4273" y="916"/>
                </a:lnTo>
                <a:lnTo>
                  <a:pt x="4273" y="916"/>
                </a:lnTo>
                <a:lnTo>
                  <a:pt x="4273" y="916"/>
                </a:lnTo>
                <a:lnTo>
                  <a:pt x="4275" y="914"/>
                </a:lnTo>
                <a:lnTo>
                  <a:pt x="4275" y="914"/>
                </a:lnTo>
                <a:lnTo>
                  <a:pt x="4277" y="916"/>
                </a:lnTo>
                <a:lnTo>
                  <a:pt x="4277" y="916"/>
                </a:lnTo>
                <a:lnTo>
                  <a:pt x="4279" y="917"/>
                </a:lnTo>
                <a:lnTo>
                  <a:pt x="4279" y="917"/>
                </a:lnTo>
                <a:lnTo>
                  <a:pt x="4281" y="918"/>
                </a:lnTo>
                <a:lnTo>
                  <a:pt x="4281" y="918"/>
                </a:lnTo>
                <a:lnTo>
                  <a:pt x="4281" y="918"/>
                </a:lnTo>
                <a:lnTo>
                  <a:pt x="4282" y="918"/>
                </a:lnTo>
                <a:lnTo>
                  <a:pt x="4282" y="919"/>
                </a:lnTo>
                <a:lnTo>
                  <a:pt x="4283" y="919"/>
                </a:lnTo>
                <a:lnTo>
                  <a:pt x="4283" y="919"/>
                </a:lnTo>
                <a:lnTo>
                  <a:pt x="4284" y="919"/>
                </a:lnTo>
                <a:lnTo>
                  <a:pt x="4285" y="918"/>
                </a:lnTo>
                <a:lnTo>
                  <a:pt x="4285" y="918"/>
                </a:lnTo>
                <a:lnTo>
                  <a:pt x="4286" y="917"/>
                </a:lnTo>
                <a:lnTo>
                  <a:pt x="4287" y="917"/>
                </a:lnTo>
                <a:lnTo>
                  <a:pt x="4287" y="917"/>
                </a:lnTo>
                <a:lnTo>
                  <a:pt x="4289" y="916"/>
                </a:lnTo>
                <a:lnTo>
                  <a:pt x="4289" y="916"/>
                </a:lnTo>
                <a:lnTo>
                  <a:pt x="4290" y="916"/>
                </a:lnTo>
                <a:lnTo>
                  <a:pt x="4291" y="917"/>
                </a:lnTo>
                <a:lnTo>
                  <a:pt x="4291" y="917"/>
                </a:lnTo>
                <a:lnTo>
                  <a:pt x="4293" y="920"/>
                </a:lnTo>
                <a:lnTo>
                  <a:pt x="4293" y="920"/>
                </a:lnTo>
                <a:lnTo>
                  <a:pt x="4293" y="920"/>
                </a:lnTo>
                <a:lnTo>
                  <a:pt x="4295" y="919"/>
                </a:lnTo>
                <a:lnTo>
                  <a:pt x="4295" y="918"/>
                </a:lnTo>
                <a:lnTo>
                  <a:pt x="4297" y="917"/>
                </a:lnTo>
                <a:lnTo>
                  <a:pt x="4297" y="917"/>
                </a:lnTo>
                <a:lnTo>
                  <a:pt x="4299" y="916"/>
                </a:lnTo>
                <a:lnTo>
                  <a:pt x="4299" y="916"/>
                </a:lnTo>
                <a:lnTo>
                  <a:pt x="4299" y="916"/>
                </a:lnTo>
                <a:lnTo>
                  <a:pt x="4300" y="915"/>
                </a:lnTo>
                <a:lnTo>
                  <a:pt x="4301" y="917"/>
                </a:lnTo>
                <a:lnTo>
                  <a:pt x="4301" y="917"/>
                </a:lnTo>
                <a:lnTo>
                  <a:pt x="4303" y="919"/>
                </a:lnTo>
                <a:lnTo>
                  <a:pt x="4303" y="919"/>
                </a:lnTo>
                <a:lnTo>
                  <a:pt x="4305" y="920"/>
                </a:lnTo>
                <a:lnTo>
                  <a:pt x="4305" y="920"/>
                </a:lnTo>
                <a:lnTo>
                  <a:pt x="4305" y="919"/>
                </a:lnTo>
                <a:lnTo>
                  <a:pt x="4307" y="917"/>
                </a:lnTo>
                <a:lnTo>
                  <a:pt x="4307" y="917"/>
                </a:lnTo>
                <a:lnTo>
                  <a:pt x="4309" y="915"/>
                </a:lnTo>
                <a:lnTo>
                  <a:pt x="4309" y="915"/>
                </a:lnTo>
                <a:lnTo>
                  <a:pt x="4311" y="917"/>
                </a:lnTo>
                <a:lnTo>
                  <a:pt x="4311" y="917"/>
                </a:lnTo>
                <a:lnTo>
                  <a:pt x="4311" y="917"/>
                </a:lnTo>
                <a:lnTo>
                  <a:pt x="4312" y="917"/>
                </a:lnTo>
                <a:lnTo>
                  <a:pt x="4313" y="917"/>
                </a:lnTo>
                <a:lnTo>
                  <a:pt x="4313" y="917"/>
                </a:lnTo>
                <a:lnTo>
                  <a:pt x="4314" y="916"/>
                </a:lnTo>
                <a:lnTo>
                  <a:pt x="4315" y="917"/>
                </a:lnTo>
                <a:lnTo>
                  <a:pt x="4315" y="917"/>
                </a:lnTo>
                <a:lnTo>
                  <a:pt x="4316" y="917"/>
                </a:lnTo>
                <a:lnTo>
                  <a:pt x="4317" y="917"/>
                </a:lnTo>
                <a:lnTo>
                  <a:pt x="4317" y="917"/>
                </a:lnTo>
                <a:lnTo>
                  <a:pt x="4319" y="918"/>
                </a:lnTo>
                <a:lnTo>
                  <a:pt x="4319" y="918"/>
                </a:lnTo>
                <a:lnTo>
                  <a:pt x="4320" y="918"/>
                </a:lnTo>
                <a:lnTo>
                  <a:pt x="4321" y="920"/>
                </a:lnTo>
                <a:lnTo>
                  <a:pt x="4321" y="920"/>
                </a:lnTo>
                <a:lnTo>
                  <a:pt x="4323" y="922"/>
                </a:lnTo>
                <a:lnTo>
                  <a:pt x="4323" y="921"/>
                </a:lnTo>
                <a:lnTo>
                  <a:pt x="4323" y="921"/>
                </a:lnTo>
                <a:lnTo>
                  <a:pt x="4325" y="917"/>
                </a:lnTo>
                <a:lnTo>
                  <a:pt x="4325" y="917"/>
                </a:lnTo>
                <a:lnTo>
                  <a:pt x="4327" y="914"/>
                </a:lnTo>
                <a:lnTo>
                  <a:pt x="4327" y="914"/>
                </a:lnTo>
                <a:lnTo>
                  <a:pt x="4328" y="912"/>
                </a:lnTo>
                <a:lnTo>
                  <a:pt x="4329" y="913"/>
                </a:lnTo>
                <a:lnTo>
                  <a:pt x="4329" y="913"/>
                </a:lnTo>
                <a:lnTo>
                  <a:pt x="4329" y="913"/>
                </a:lnTo>
                <a:lnTo>
                  <a:pt x="4331" y="915"/>
                </a:lnTo>
                <a:lnTo>
                  <a:pt x="4331" y="915"/>
                </a:lnTo>
                <a:lnTo>
                  <a:pt x="4332" y="915"/>
                </a:lnTo>
                <a:lnTo>
                  <a:pt x="4333" y="916"/>
                </a:lnTo>
                <a:lnTo>
                  <a:pt x="4333" y="916"/>
                </a:lnTo>
                <a:lnTo>
                  <a:pt x="4334" y="917"/>
                </a:lnTo>
                <a:lnTo>
                  <a:pt x="4335" y="917"/>
                </a:lnTo>
                <a:lnTo>
                  <a:pt x="4335" y="917"/>
                </a:lnTo>
                <a:lnTo>
                  <a:pt x="4336" y="917"/>
                </a:lnTo>
                <a:lnTo>
                  <a:pt x="4337" y="917"/>
                </a:lnTo>
                <a:lnTo>
                  <a:pt x="4337" y="917"/>
                </a:lnTo>
                <a:lnTo>
                  <a:pt x="4339" y="918"/>
                </a:lnTo>
                <a:lnTo>
                  <a:pt x="4339" y="918"/>
                </a:lnTo>
                <a:lnTo>
                  <a:pt x="4341" y="920"/>
                </a:lnTo>
                <a:lnTo>
                  <a:pt x="4341" y="920"/>
                </a:lnTo>
                <a:lnTo>
                  <a:pt x="4343" y="919"/>
                </a:lnTo>
                <a:lnTo>
                  <a:pt x="4343" y="919"/>
                </a:lnTo>
                <a:lnTo>
                  <a:pt x="4343" y="919"/>
                </a:lnTo>
                <a:lnTo>
                  <a:pt x="4344" y="919"/>
                </a:lnTo>
                <a:lnTo>
                  <a:pt x="4345" y="919"/>
                </a:lnTo>
                <a:lnTo>
                  <a:pt x="4345" y="919"/>
                </a:lnTo>
                <a:lnTo>
                  <a:pt x="4346" y="919"/>
                </a:lnTo>
                <a:lnTo>
                  <a:pt x="4347" y="918"/>
                </a:lnTo>
                <a:lnTo>
                  <a:pt x="4347" y="917"/>
                </a:lnTo>
                <a:lnTo>
                  <a:pt x="4349" y="915"/>
                </a:lnTo>
                <a:lnTo>
                  <a:pt x="4349" y="915"/>
                </a:lnTo>
                <a:lnTo>
                  <a:pt x="4349" y="915"/>
                </a:lnTo>
                <a:lnTo>
                  <a:pt x="4351" y="916"/>
                </a:lnTo>
                <a:lnTo>
                  <a:pt x="4351" y="916"/>
                </a:lnTo>
                <a:lnTo>
                  <a:pt x="4352" y="917"/>
                </a:lnTo>
                <a:lnTo>
                  <a:pt x="4353" y="917"/>
                </a:lnTo>
                <a:lnTo>
                  <a:pt x="4353" y="917"/>
                </a:lnTo>
                <a:lnTo>
                  <a:pt x="4355" y="917"/>
                </a:lnTo>
                <a:lnTo>
                  <a:pt x="4355" y="917"/>
                </a:lnTo>
                <a:lnTo>
                  <a:pt x="4357" y="918"/>
                </a:lnTo>
                <a:lnTo>
                  <a:pt x="4357" y="918"/>
                </a:lnTo>
                <a:lnTo>
                  <a:pt x="4358" y="918"/>
                </a:lnTo>
                <a:lnTo>
                  <a:pt x="4359" y="919"/>
                </a:lnTo>
                <a:lnTo>
                  <a:pt x="4359" y="919"/>
                </a:lnTo>
                <a:lnTo>
                  <a:pt x="4360" y="918"/>
                </a:lnTo>
                <a:lnTo>
                  <a:pt x="4361" y="918"/>
                </a:lnTo>
                <a:lnTo>
                  <a:pt x="4361" y="918"/>
                </a:lnTo>
                <a:lnTo>
                  <a:pt x="4362" y="918"/>
                </a:lnTo>
                <a:lnTo>
                  <a:pt x="4363" y="918"/>
                </a:lnTo>
                <a:lnTo>
                  <a:pt x="4363" y="918"/>
                </a:lnTo>
                <a:lnTo>
                  <a:pt x="4364" y="918"/>
                </a:lnTo>
                <a:lnTo>
                  <a:pt x="4365" y="918"/>
                </a:lnTo>
                <a:lnTo>
                  <a:pt x="4365" y="918"/>
                </a:lnTo>
                <a:lnTo>
                  <a:pt x="4365" y="918"/>
                </a:lnTo>
                <a:lnTo>
                  <a:pt x="4366" y="918"/>
                </a:lnTo>
                <a:lnTo>
                  <a:pt x="4367" y="918"/>
                </a:lnTo>
                <a:lnTo>
                  <a:pt x="4367" y="918"/>
                </a:lnTo>
                <a:lnTo>
                  <a:pt x="4367" y="918"/>
                </a:lnTo>
                <a:lnTo>
                  <a:pt x="4369" y="918"/>
                </a:lnTo>
                <a:lnTo>
                  <a:pt x="4369" y="918"/>
                </a:lnTo>
                <a:lnTo>
                  <a:pt x="4369" y="918"/>
                </a:lnTo>
                <a:lnTo>
                  <a:pt x="4369" y="918"/>
                </a:lnTo>
                <a:lnTo>
                  <a:pt x="4371" y="916"/>
                </a:lnTo>
                <a:lnTo>
                  <a:pt x="4371" y="916"/>
                </a:lnTo>
                <a:lnTo>
                  <a:pt x="4371" y="916"/>
                </a:lnTo>
                <a:lnTo>
                  <a:pt x="4371" y="917"/>
                </a:lnTo>
                <a:lnTo>
                  <a:pt x="4373" y="916"/>
                </a:lnTo>
                <a:lnTo>
                  <a:pt x="4373" y="916"/>
                </a:lnTo>
                <a:lnTo>
                  <a:pt x="4375" y="917"/>
                </a:lnTo>
                <a:lnTo>
                  <a:pt x="4375" y="917"/>
                </a:lnTo>
                <a:lnTo>
                  <a:pt x="4375" y="917"/>
                </a:lnTo>
                <a:lnTo>
                  <a:pt x="4376" y="917"/>
                </a:lnTo>
                <a:lnTo>
                  <a:pt x="4376" y="916"/>
                </a:lnTo>
                <a:lnTo>
                  <a:pt x="4377" y="917"/>
                </a:lnTo>
                <a:lnTo>
                  <a:pt x="4377" y="917"/>
                </a:lnTo>
                <a:lnTo>
                  <a:pt x="4379" y="917"/>
                </a:lnTo>
                <a:lnTo>
                  <a:pt x="4379" y="917"/>
                </a:lnTo>
                <a:lnTo>
                  <a:pt x="4379" y="917"/>
                </a:lnTo>
                <a:lnTo>
                  <a:pt x="4381" y="919"/>
                </a:lnTo>
                <a:lnTo>
                  <a:pt x="4381" y="919"/>
                </a:lnTo>
                <a:lnTo>
                  <a:pt x="4381" y="919"/>
                </a:lnTo>
                <a:lnTo>
                  <a:pt x="4382" y="919"/>
                </a:lnTo>
                <a:lnTo>
                  <a:pt x="4383" y="919"/>
                </a:lnTo>
                <a:lnTo>
                  <a:pt x="4383" y="919"/>
                </a:lnTo>
                <a:lnTo>
                  <a:pt x="4383" y="919"/>
                </a:lnTo>
                <a:lnTo>
                  <a:pt x="4385" y="921"/>
                </a:lnTo>
                <a:lnTo>
                  <a:pt x="4385" y="921"/>
                </a:lnTo>
                <a:lnTo>
                  <a:pt x="4386" y="922"/>
                </a:lnTo>
                <a:lnTo>
                  <a:pt x="4387" y="921"/>
                </a:lnTo>
                <a:lnTo>
                  <a:pt x="4387" y="921"/>
                </a:lnTo>
                <a:lnTo>
                  <a:pt x="4389" y="918"/>
                </a:lnTo>
                <a:lnTo>
                  <a:pt x="4389" y="918"/>
                </a:lnTo>
                <a:lnTo>
                  <a:pt x="4391" y="915"/>
                </a:lnTo>
                <a:lnTo>
                  <a:pt x="4391" y="915"/>
                </a:lnTo>
                <a:lnTo>
                  <a:pt x="4392" y="914"/>
                </a:lnTo>
                <a:lnTo>
                  <a:pt x="4393" y="914"/>
                </a:lnTo>
                <a:lnTo>
                  <a:pt x="4393" y="914"/>
                </a:lnTo>
                <a:lnTo>
                  <a:pt x="4393" y="914"/>
                </a:lnTo>
                <a:lnTo>
                  <a:pt x="4395" y="915"/>
                </a:lnTo>
                <a:lnTo>
                  <a:pt x="4395" y="916"/>
                </a:lnTo>
                <a:lnTo>
                  <a:pt x="4396" y="918"/>
                </a:lnTo>
                <a:lnTo>
                  <a:pt x="4397" y="918"/>
                </a:lnTo>
                <a:lnTo>
                  <a:pt x="4397" y="918"/>
                </a:lnTo>
                <a:lnTo>
                  <a:pt x="4397" y="918"/>
                </a:lnTo>
                <a:lnTo>
                  <a:pt x="4399" y="915"/>
                </a:lnTo>
                <a:lnTo>
                  <a:pt x="4399" y="915"/>
                </a:lnTo>
                <a:lnTo>
                  <a:pt x="4399" y="915"/>
                </a:lnTo>
                <a:lnTo>
                  <a:pt x="4401" y="917"/>
                </a:lnTo>
                <a:lnTo>
                  <a:pt x="4401" y="917"/>
                </a:lnTo>
                <a:lnTo>
                  <a:pt x="4402" y="917"/>
                </a:lnTo>
                <a:lnTo>
                  <a:pt x="4403" y="917"/>
                </a:lnTo>
                <a:lnTo>
                  <a:pt x="4403" y="917"/>
                </a:lnTo>
                <a:lnTo>
                  <a:pt x="4405" y="918"/>
                </a:lnTo>
                <a:lnTo>
                  <a:pt x="4405" y="918"/>
                </a:lnTo>
                <a:lnTo>
                  <a:pt x="4405" y="918"/>
                </a:lnTo>
                <a:lnTo>
                  <a:pt x="4406" y="919"/>
                </a:lnTo>
                <a:lnTo>
                  <a:pt x="4407" y="918"/>
                </a:lnTo>
                <a:lnTo>
                  <a:pt x="4407" y="918"/>
                </a:lnTo>
                <a:lnTo>
                  <a:pt x="4409" y="917"/>
                </a:lnTo>
                <a:lnTo>
                  <a:pt x="4409" y="917"/>
                </a:lnTo>
                <a:lnTo>
                  <a:pt x="4410" y="918"/>
                </a:lnTo>
                <a:lnTo>
                  <a:pt x="4411" y="917"/>
                </a:lnTo>
                <a:lnTo>
                  <a:pt x="4411" y="917"/>
                </a:lnTo>
                <a:lnTo>
                  <a:pt x="4413" y="916"/>
                </a:lnTo>
                <a:lnTo>
                  <a:pt x="4413" y="917"/>
                </a:lnTo>
                <a:lnTo>
                  <a:pt x="4413" y="917"/>
                </a:lnTo>
                <a:lnTo>
                  <a:pt x="4415" y="917"/>
                </a:lnTo>
                <a:lnTo>
                  <a:pt x="4415" y="917"/>
                </a:lnTo>
                <a:lnTo>
                  <a:pt x="4417" y="916"/>
                </a:lnTo>
                <a:lnTo>
                  <a:pt x="4417" y="916"/>
                </a:lnTo>
                <a:lnTo>
                  <a:pt x="4418" y="916"/>
                </a:lnTo>
                <a:lnTo>
                  <a:pt x="4419" y="917"/>
                </a:lnTo>
                <a:lnTo>
                  <a:pt x="4419" y="917"/>
                </a:lnTo>
                <a:lnTo>
                  <a:pt x="4421" y="918"/>
                </a:lnTo>
                <a:lnTo>
                  <a:pt x="4421" y="918"/>
                </a:lnTo>
                <a:lnTo>
                  <a:pt x="4421" y="918"/>
                </a:lnTo>
                <a:lnTo>
                  <a:pt x="4423" y="918"/>
                </a:lnTo>
                <a:lnTo>
                  <a:pt x="4423" y="918"/>
                </a:lnTo>
                <a:lnTo>
                  <a:pt x="4424" y="918"/>
                </a:lnTo>
                <a:lnTo>
                  <a:pt x="4424" y="919"/>
                </a:lnTo>
                <a:lnTo>
                  <a:pt x="4425" y="919"/>
                </a:lnTo>
                <a:lnTo>
                  <a:pt x="4425" y="919"/>
                </a:lnTo>
                <a:lnTo>
                  <a:pt x="4427" y="918"/>
                </a:lnTo>
                <a:lnTo>
                  <a:pt x="4427" y="918"/>
                </a:lnTo>
                <a:lnTo>
                  <a:pt x="4428" y="918"/>
                </a:lnTo>
                <a:lnTo>
                  <a:pt x="4428" y="919"/>
                </a:lnTo>
                <a:lnTo>
                  <a:pt x="4429" y="918"/>
                </a:lnTo>
                <a:lnTo>
                  <a:pt x="4429" y="918"/>
                </a:lnTo>
                <a:lnTo>
                  <a:pt x="4431" y="917"/>
                </a:lnTo>
                <a:lnTo>
                  <a:pt x="4431" y="917"/>
                </a:lnTo>
                <a:lnTo>
                  <a:pt x="4432" y="916"/>
                </a:lnTo>
                <a:lnTo>
                  <a:pt x="4433" y="916"/>
                </a:lnTo>
                <a:lnTo>
                  <a:pt x="4433" y="916"/>
                </a:lnTo>
                <a:lnTo>
                  <a:pt x="4434" y="917"/>
                </a:lnTo>
                <a:lnTo>
                  <a:pt x="4435" y="917"/>
                </a:lnTo>
                <a:lnTo>
                  <a:pt x="4435" y="917"/>
                </a:lnTo>
                <a:lnTo>
                  <a:pt x="4436" y="917"/>
                </a:lnTo>
                <a:lnTo>
                  <a:pt x="4437" y="917"/>
                </a:lnTo>
                <a:lnTo>
                  <a:pt x="4437" y="917"/>
                </a:lnTo>
                <a:lnTo>
                  <a:pt x="4438" y="918"/>
                </a:lnTo>
                <a:lnTo>
                  <a:pt x="4439" y="917"/>
                </a:lnTo>
                <a:lnTo>
                  <a:pt x="4439" y="917"/>
                </a:lnTo>
                <a:lnTo>
                  <a:pt x="4440" y="917"/>
                </a:lnTo>
                <a:lnTo>
                  <a:pt x="4441" y="917"/>
                </a:lnTo>
                <a:lnTo>
                  <a:pt x="4441" y="917"/>
                </a:lnTo>
                <a:lnTo>
                  <a:pt x="4442" y="918"/>
                </a:lnTo>
                <a:lnTo>
                  <a:pt x="4443" y="917"/>
                </a:lnTo>
                <a:lnTo>
                  <a:pt x="4443" y="917"/>
                </a:lnTo>
                <a:lnTo>
                  <a:pt x="4445" y="917"/>
                </a:lnTo>
                <a:lnTo>
                  <a:pt x="4445" y="917"/>
                </a:lnTo>
                <a:lnTo>
                  <a:pt x="4445" y="917"/>
                </a:lnTo>
                <a:lnTo>
                  <a:pt x="4446" y="917"/>
                </a:lnTo>
                <a:lnTo>
                  <a:pt x="4446" y="916"/>
                </a:lnTo>
                <a:lnTo>
                  <a:pt x="4447" y="917"/>
                </a:lnTo>
                <a:lnTo>
                  <a:pt x="4447" y="917"/>
                </a:lnTo>
                <a:lnTo>
                  <a:pt x="4449" y="917"/>
                </a:lnTo>
                <a:lnTo>
                  <a:pt x="4449" y="917"/>
                </a:lnTo>
                <a:lnTo>
                  <a:pt x="4449" y="917"/>
                </a:lnTo>
                <a:lnTo>
                  <a:pt x="4449" y="917"/>
                </a:lnTo>
                <a:lnTo>
                  <a:pt x="4451" y="916"/>
                </a:lnTo>
                <a:lnTo>
                  <a:pt x="4451" y="916"/>
                </a:lnTo>
                <a:lnTo>
                  <a:pt x="4453" y="917"/>
                </a:lnTo>
                <a:lnTo>
                  <a:pt x="4453" y="917"/>
                </a:lnTo>
                <a:lnTo>
                  <a:pt x="4455" y="918"/>
                </a:lnTo>
                <a:lnTo>
                  <a:pt x="4455" y="919"/>
                </a:lnTo>
                <a:lnTo>
                  <a:pt x="4457" y="920"/>
                </a:lnTo>
                <a:lnTo>
                  <a:pt x="4457" y="920"/>
                </a:lnTo>
                <a:lnTo>
                  <a:pt x="4457" y="920"/>
                </a:lnTo>
                <a:lnTo>
                  <a:pt x="4459" y="920"/>
                </a:lnTo>
                <a:lnTo>
                  <a:pt x="4459" y="919"/>
                </a:lnTo>
                <a:lnTo>
                  <a:pt x="4460" y="919"/>
                </a:lnTo>
                <a:lnTo>
                  <a:pt x="4461" y="920"/>
                </a:lnTo>
                <a:lnTo>
                  <a:pt x="4461" y="920"/>
                </a:lnTo>
                <a:lnTo>
                  <a:pt x="4462" y="922"/>
                </a:lnTo>
                <a:lnTo>
                  <a:pt x="4463" y="922"/>
                </a:lnTo>
                <a:lnTo>
                  <a:pt x="4463" y="922"/>
                </a:lnTo>
                <a:lnTo>
                  <a:pt x="4465" y="917"/>
                </a:lnTo>
                <a:lnTo>
                  <a:pt x="4465" y="917"/>
                </a:lnTo>
                <a:lnTo>
                  <a:pt x="4466" y="915"/>
                </a:lnTo>
                <a:lnTo>
                  <a:pt x="4467" y="916"/>
                </a:lnTo>
                <a:lnTo>
                  <a:pt x="4467" y="916"/>
                </a:lnTo>
                <a:lnTo>
                  <a:pt x="4467" y="916"/>
                </a:lnTo>
                <a:lnTo>
                  <a:pt x="4469" y="917"/>
                </a:lnTo>
                <a:lnTo>
                  <a:pt x="4469" y="917"/>
                </a:lnTo>
                <a:lnTo>
                  <a:pt x="4469" y="917"/>
                </a:lnTo>
                <a:lnTo>
                  <a:pt x="4471" y="916"/>
                </a:lnTo>
                <a:lnTo>
                  <a:pt x="4471" y="916"/>
                </a:lnTo>
                <a:lnTo>
                  <a:pt x="4471" y="916"/>
                </a:lnTo>
                <a:lnTo>
                  <a:pt x="4472" y="916"/>
                </a:lnTo>
                <a:lnTo>
                  <a:pt x="4473" y="915"/>
                </a:lnTo>
                <a:lnTo>
                  <a:pt x="4473" y="915"/>
                </a:lnTo>
                <a:lnTo>
                  <a:pt x="4473" y="915"/>
                </a:lnTo>
                <a:lnTo>
                  <a:pt x="4474" y="915"/>
                </a:lnTo>
                <a:lnTo>
                  <a:pt x="4475" y="915"/>
                </a:lnTo>
                <a:lnTo>
                  <a:pt x="4475" y="916"/>
                </a:lnTo>
                <a:lnTo>
                  <a:pt x="4476" y="915"/>
                </a:lnTo>
                <a:lnTo>
                  <a:pt x="4477" y="916"/>
                </a:lnTo>
                <a:lnTo>
                  <a:pt x="4477" y="916"/>
                </a:lnTo>
                <a:lnTo>
                  <a:pt x="4477" y="916"/>
                </a:lnTo>
                <a:lnTo>
                  <a:pt x="4479" y="917"/>
                </a:lnTo>
                <a:lnTo>
                  <a:pt x="4479" y="917"/>
                </a:lnTo>
                <a:lnTo>
                  <a:pt x="4479" y="917"/>
                </a:lnTo>
                <a:lnTo>
                  <a:pt x="4481" y="917"/>
                </a:lnTo>
                <a:lnTo>
                  <a:pt x="4481" y="917"/>
                </a:lnTo>
                <a:lnTo>
                  <a:pt x="4483" y="915"/>
                </a:lnTo>
                <a:lnTo>
                  <a:pt x="4483" y="915"/>
                </a:lnTo>
                <a:lnTo>
                  <a:pt x="4484" y="915"/>
                </a:lnTo>
                <a:lnTo>
                  <a:pt x="4485" y="916"/>
                </a:lnTo>
                <a:lnTo>
                  <a:pt x="4485" y="916"/>
                </a:lnTo>
                <a:lnTo>
                  <a:pt x="4486" y="917"/>
                </a:lnTo>
                <a:lnTo>
                  <a:pt x="4487" y="916"/>
                </a:lnTo>
                <a:lnTo>
                  <a:pt x="4487" y="916"/>
                </a:lnTo>
                <a:lnTo>
                  <a:pt x="4488" y="917"/>
                </a:lnTo>
                <a:lnTo>
                  <a:pt x="4489" y="916"/>
                </a:lnTo>
                <a:lnTo>
                  <a:pt x="4489" y="917"/>
                </a:lnTo>
                <a:lnTo>
                  <a:pt x="4490" y="917"/>
                </a:lnTo>
                <a:lnTo>
                  <a:pt x="4491" y="917"/>
                </a:lnTo>
                <a:lnTo>
                  <a:pt x="4491" y="917"/>
                </a:lnTo>
                <a:lnTo>
                  <a:pt x="4491" y="917"/>
                </a:lnTo>
                <a:lnTo>
                  <a:pt x="4493" y="917"/>
                </a:lnTo>
                <a:lnTo>
                  <a:pt x="4493" y="917"/>
                </a:lnTo>
                <a:lnTo>
                  <a:pt x="4493" y="917"/>
                </a:lnTo>
                <a:lnTo>
                  <a:pt x="4495" y="918"/>
                </a:lnTo>
                <a:lnTo>
                  <a:pt x="4495" y="918"/>
                </a:lnTo>
                <a:lnTo>
                  <a:pt x="4496" y="918"/>
                </a:lnTo>
                <a:lnTo>
                  <a:pt x="4497" y="918"/>
                </a:lnTo>
                <a:lnTo>
                  <a:pt x="4497" y="918"/>
                </a:lnTo>
                <a:lnTo>
                  <a:pt x="4497" y="918"/>
                </a:lnTo>
                <a:lnTo>
                  <a:pt x="4498" y="918"/>
                </a:lnTo>
                <a:lnTo>
                  <a:pt x="4499" y="918"/>
                </a:lnTo>
                <a:lnTo>
                  <a:pt x="4499" y="918"/>
                </a:lnTo>
                <a:lnTo>
                  <a:pt x="4499" y="918"/>
                </a:lnTo>
                <a:lnTo>
                  <a:pt x="4500" y="918"/>
                </a:lnTo>
                <a:lnTo>
                  <a:pt x="4501" y="918"/>
                </a:lnTo>
                <a:lnTo>
                  <a:pt x="4501" y="918"/>
                </a:lnTo>
                <a:lnTo>
                  <a:pt x="4501" y="917"/>
                </a:lnTo>
                <a:lnTo>
                  <a:pt x="4503" y="918"/>
                </a:lnTo>
                <a:lnTo>
                  <a:pt x="4503" y="918"/>
                </a:lnTo>
                <a:lnTo>
                  <a:pt x="4505" y="919"/>
                </a:lnTo>
                <a:lnTo>
                  <a:pt x="4505" y="918"/>
                </a:lnTo>
                <a:lnTo>
                  <a:pt x="4505" y="918"/>
                </a:lnTo>
                <a:lnTo>
                  <a:pt x="4507" y="918"/>
                </a:lnTo>
                <a:lnTo>
                  <a:pt x="4507" y="918"/>
                </a:lnTo>
                <a:lnTo>
                  <a:pt x="4509" y="918"/>
                </a:lnTo>
                <a:lnTo>
                  <a:pt x="4509" y="918"/>
                </a:lnTo>
                <a:lnTo>
                  <a:pt x="4509" y="917"/>
                </a:lnTo>
                <a:lnTo>
                  <a:pt x="4510" y="917"/>
                </a:lnTo>
                <a:lnTo>
                  <a:pt x="4511" y="917"/>
                </a:lnTo>
                <a:lnTo>
                  <a:pt x="4511" y="917"/>
                </a:lnTo>
                <a:lnTo>
                  <a:pt x="4511" y="917"/>
                </a:lnTo>
                <a:lnTo>
                  <a:pt x="4513" y="918"/>
                </a:lnTo>
                <a:lnTo>
                  <a:pt x="4513" y="918"/>
                </a:lnTo>
                <a:lnTo>
                  <a:pt x="4513" y="918"/>
                </a:lnTo>
                <a:lnTo>
                  <a:pt x="4514" y="918"/>
                </a:lnTo>
                <a:lnTo>
                  <a:pt x="4515" y="918"/>
                </a:lnTo>
                <a:lnTo>
                  <a:pt x="4515" y="918"/>
                </a:lnTo>
                <a:lnTo>
                  <a:pt x="4517" y="917"/>
                </a:lnTo>
                <a:lnTo>
                  <a:pt x="4517" y="917"/>
                </a:lnTo>
                <a:lnTo>
                  <a:pt x="4517" y="917"/>
                </a:lnTo>
                <a:lnTo>
                  <a:pt x="4519" y="918"/>
                </a:lnTo>
                <a:lnTo>
                  <a:pt x="4519" y="918"/>
                </a:lnTo>
                <a:lnTo>
                  <a:pt x="4520" y="919"/>
                </a:lnTo>
                <a:lnTo>
                  <a:pt x="4521" y="918"/>
                </a:lnTo>
                <a:lnTo>
                  <a:pt x="4521" y="918"/>
                </a:lnTo>
                <a:lnTo>
                  <a:pt x="4521" y="918"/>
                </a:lnTo>
                <a:lnTo>
                  <a:pt x="4523" y="918"/>
                </a:lnTo>
                <a:lnTo>
                  <a:pt x="4523" y="918"/>
                </a:lnTo>
                <a:lnTo>
                  <a:pt x="4523" y="918"/>
                </a:lnTo>
                <a:lnTo>
                  <a:pt x="4523" y="918"/>
                </a:lnTo>
                <a:lnTo>
                  <a:pt x="4525" y="918"/>
                </a:lnTo>
                <a:lnTo>
                  <a:pt x="4525" y="918"/>
                </a:lnTo>
                <a:lnTo>
                  <a:pt x="4525" y="918"/>
                </a:lnTo>
                <a:lnTo>
                  <a:pt x="4527" y="918"/>
                </a:lnTo>
                <a:lnTo>
                  <a:pt x="4527" y="918"/>
                </a:lnTo>
                <a:lnTo>
                  <a:pt x="4528" y="918"/>
                </a:lnTo>
                <a:lnTo>
                  <a:pt x="4529" y="918"/>
                </a:lnTo>
                <a:lnTo>
                  <a:pt x="4529" y="918"/>
                </a:lnTo>
                <a:lnTo>
                  <a:pt x="4530" y="919"/>
                </a:lnTo>
                <a:lnTo>
                  <a:pt x="4531" y="918"/>
                </a:lnTo>
                <a:lnTo>
                  <a:pt x="4531" y="917"/>
                </a:lnTo>
                <a:lnTo>
                  <a:pt x="4533" y="915"/>
                </a:lnTo>
                <a:lnTo>
                  <a:pt x="4533" y="915"/>
                </a:lnTo>
                <a:lnTo>
                  <a:pt x="4533" y="916"/>
                </a:lnTo>
                <a:lnTo>
                  <a:pt x="4534" y="916"/>
                </a:lnTo>
                <a:lnTo>
                  <a:pt x="4535" y="915"/>
                </a:lnTo>
                <a:lnTo>
                  <a:pt x="4535" y="916"/>
                </a:lnTo>
                <a:lnTo>
                  <a:pt x="4535" y="916"/>
                </a:lnTo>
                <a:lnTo>
                  <a:pt x="4537" y="914"/>
                </a:lnTo>
                <a:lnTo>
                  <a:pt x="4537" y="914"/>
                </a:lnTo>
                <a:lnTo>
                  <a:pt x="4538" y="914"/>
                </a:lnTo>
                <a:lnTo>
                  <a:pt x="4539" y="915"/>
                </a:lnTo>
                <a:lnTo>
                  <a:pt x="4539" y="915"/>
                </a:lnTo>
                <a:lnTo>
                  <a:pt x="4541" y="917"/>
                </a:lnTo>
                <a:lnTo>
                  <a:pt x="4541" y="917"/>
                </a:lnTo>
                <a:lnTo>
                  <a:pt x="4543" y="918"/>
                </a:lnTo>
                <a:lnTo>
                  <a:pt x="4543" y="918"/>
                </a:lnTo>
                <a:lnTo>
                  <a:pt x="4544" y="918"/>
                </a:lnTo>
                <a:lnTo>
                  <a:pt x="4545" y="918"/>
                </a:lnTo>
                <a:lnTo>
                  <a:pt x="4545" y="918"/>
                </a:lnTo>
                <a:lnTo>
                  <a:pt x="4545" y="918"/>
                </a:lnTo>
                <a:lnTo>
                  <a:pt x="4546" y="918"/>
                </a:lnTo>
                <a:lnTo>
                  <a:pt x="4547" y="917"/>
                </a:lnTo>
                <a:lnTo>
                  <a:pt x="4547" y="917"/>
                </a:lnTo>
                <a:lnTo>
                  <a:pt x="4548" y="917"/>
                </a:lnTo>
                <a:lnTo>
                  <a:pt x="4548" y="918"/>
                </a:lnTo>
                <a:lnTo>
                  <a:pt x="4549" y="917"/>
                </a:lnTo>
                <a:lnTo>
                  <a:pt x="4549" y="917"/>
                </a:lnTo>
                <a:lnTo>
                  <a:pt x="4551" y="918"/>
                </a:lnTo>
                <a:lnTo>
                  <a:pt x="4551" y="918"/>
                </a:lnTo>
                <a:lnTo>
                  <a:pt x="4551" y="918"/>
                </a:lnTo>
                <a:lnTo>
                  <a:pt x="4552" y="917"/>
                </a:lnTo>
                <a:lnTo>
                  <a:pt x="4553" y="917"/>
                </a:lnTo>
                <a:lnTo>
                  <a:pt x="4553" y="917"/>
                </a:lnTo>
                <a:lnTo>
                  <a:pt x="4554" y="917"/>
                </a:lnTo>
                <a:lnTo>
                  <a:pt x="4555" y="917"/>
                </a:lnTo>
                <a:lnTo>
                  <a:pt x="4555" y="917"/>
                </a:lnTo>
                <a:lnTo>
                  <a:pt x="4556" y="917"/>
                </a:lnTo>
                <a:lnTo>
                  <a:pt x="4557" y="918"/>
                </a:lnTo>
                <a:lnTo>
                  <a:pt x="4557" y="918"/>
                </a:lnTo>
                <a:lnTo>
                  <a:pt x="4559" y="919"/>
                </a:lnTo>
                <a:lnTo>
                  <a:pt x="4559" y="919"/>
                </a:lnTo>
                <a:lnTo>
                  <a:pt x="4560" y="919"/>
                </a:lnTo>
                <a:lnTo>
                  <a:pt x="4560" y="918"/>
                </a:lnTo>
                <a:lnTo>
                  <a:pt x="4561" y="918"/>
                </a:lnTo>
                <a:lnTo>
                  <a:pt x="4561" y="918"/>
                </a:lnTo>
                <a:lnTo>
                  <a:pt x="4562" y="918"/>
                </a:lnTo>
                <a:lnTo>
                  <a:pt x="4563" y="918"/>
                </a:lnTo>
                <a:lnTo>
                  <a:pt x="4563" y="918"/>
                </a:lnTo>
                <a:lnTo>
                  <a:pt x="4564" y="918"/>
                </a:lnTo>
                <a:lnTo>
                  <a:pt x="4565" y="919"/>
                </a:lnTo>
                <a:lnTo>
                  <a:pt x="4565" y="919"/>
                </a:lnTo>
                <a:lnTo>
                  <a:pt x="4567" y="921"/>
                </a:lnTo>
                <a:lnTo>
                  <a:pt x="4567" y="921"/>
                </a:lnTo>
                <a:lnTo>
                  <a:pt x="4569" y="919"/>
                </a:lnTo>
                <a:lnTo>
                  <a:pt x="4570" y="918"/>
                </a:lnTo>
                <a:lnTo>
                  <a:pt x="4571" y="916"/>
                </a:lnTo>
                <a:lnTo>
                  <a:pt x="4571" y="916"/>
                </a:lnTo>
                <a:lnTo>
                  <a:pt x="4573" y="917"/>
                </a:lnTo>
                <a:lnTo>
                  <a:pt x="4573" y="917"/>
                </a:lnTo>
                <a:lnTo>
                  <a:pt x="4573" y="917"/>
                </a:lnTo>
                <a:lnTo>
                  <a:pt x="4575" y="915"/>
                </a:lnTo>
                <a:lnTo>
                  <a:pt x="4575" y="915"/>
                </a:lnTo>
                <a:lnTo>
                  <a:pt x="4576" y="914"/>
                </a:lnTo>
                <a:lnTo>
                  <a:pt x="4577" y="916"/>
                </a:lnTo>
                <a:lnTo>
                  <a:pt x="4577" y="916"/>
                </a:lnTo>
                <a:lnTo>
                  <a:pt x="4579" y="917"/>
                </a:lnTo>
                <a:lnTo>
                  <a:pt x="4579" y="917"/>
                </a:lnTo>
                <a:lnTo>
                  <a:pt x="4579" y="917"/>
                </a:lnTo>
                <a:lnTo>
                  <a:pt x="4581" y="918"/>
                </a:lnTo>
                <a:lnTo>
                  <a:pt x="4581" y="918"/>
                </a:lnTo>
                <a:lnTo>
                  <a:pt x="4582" y="917"/>
                </a:lnTo>
                <a:lnTo>
                  <a:pt x="4583" y="918"/>
                </a:lnTo>
                <a:lnTo>
                  <a:pt x="4583" y="918"/>
                </a:lnTo>
                <a:lnTo>
                  <a:pt x="4583" y="917"/>
                </a:lnTo>
                <a:lnTo>
                  <a:pt x="4583" y="917"/>
                </a:lnTo>
                <a:lnTo>
                  <a:pt x="4585" y="918"/>
                </a:lnTo>
                <a:lnTo>
                  <a:pt x="4585" y="918"/>
                </a:lnTo>
                <a:lnTo>
                  <a:pt x="4585" y="918"/>
                </a:lnTo>
                <a:lnTo>
                  <a:pt x="4586" y="918"/>
                </a:lnTo>
                <a:lnTo>
                  <a:pt x="4587" y="918"/>
                </a:lnTo>
                <a:lnTo>
                  <a:pt x="4587" y="918"/>
                </a:lnTo>
                <a:lnTo>
                  <a:pt x="4588" y="918"/>
                </a:lnTo>
                <a:lnTo>
                  <a:pt x="4589" y="918"/>
                </a:lnTo>
                <a:lnTo>
                  <a:pt x="4589" y="918"/>
                </a:lnTo>
                <a:lnTo>
                  <a:pt x="4589" y="918"/>
                </a:lnTo>
                <a:lnTo>
                  <a:pt x="4591" y="918"/>
                </a:lnTo>
                <a:lnTo>
                  <a:pt x="4591" y="918"/>
                </a:lnTo>
                <a:lnTo>
                  <a:pt x="4591" y="918"/>
                </a:lnTo>
                <a:lnTo>
                  <a:pt x="4593" y="919"/>
                </a:lnTo>
                <a:lnTo>
                  <a:pt x="4593" y="918"/>
                </a:lnTo>
                <a:lnTo>
                  <a:pt x="4594" y="919"/>
                </a:lnTo>
                <a:lnTo>
                  <a:pt x="4595" y="920"/>
                </a:lnTo>
                <a:lnTo>
                  <a:pt x="4595" y="920"/>
                </a:lnTo>
                <a:lnTo>
                  <a:pt x="4596" y="921"/>
                </a:lnTo>
                <a:lnTo>
                  <a:pt x="4597" y="920"/>
                </a:lnTo>
                <a:lnTo>
                  <a:pt x="4597" y="919"/>
                </a:lnTo>
                <a:lnTo>
                  <a:pt x="4599" y="916"/>
                </a:lnTo>
                <a:lnTo>
                  <a:pt x="4599" y="916"/>
                </a:lnTo>
                <a:lnTo>
                  <a:pt x="4601" y="915"/>
                </a:lnTo>
                <a:lnTo>
                  <a:pt x="4601" y="915"/>
                </a:lnTo>
                <a:lnTo>
                  <a:pt x="4603" y="913"/>
                </a:lnTo>
                <a:lnTo>
                  <a:pt x="4603" y="914"/>
                </a:lnTo>
                <a:lnTo>
                  <a:pt x="4603" y="914"/>
                </a:lnTo>
                <a:lnTo>
                  <a:pt x="4605" y="916"/>
                </a:lnTo>
                <a:lnTo>
                  <a:pt x="4605" y="916"/>
                </a:lnTo>
                <a:lnTo>
                  <a:pt x="4606" y="916"/>
                </a:lnTo>
                <a:lnTo>
                  <a:pt x="4607" y="917"/>
                </a:lnTo>
                <a:lnTo>
                  <a:pt x="4607" y="917"/>
                </a:lnTo>
                <a:lnTo>
                  <a:pt x="4609" y="917"/>
                </a:lnTo>
                <a:lnTo>
                  <a:pt x="4609" y="917"/>
                </a:lnTo>
                <a:lnTo>
                  <a:pt x="4609" y="917"/>
                </a:lnTo>
                <a:lnTo>
                  <a:pt x="4611" y="918"/>
                </a:lnTo>
                <a:lnTo>
                  <a:pt x="4611" y="918"/>
                </a:lnTo>
                <a:lnTo>
                  <a:pt x="4611" y="918"/>
                </a:lnTo>
                <a:lnTo>
                  <a:pt x="4612" y="918"/>
                </a:lnTo>
                <a:lnTo>
                  <a:pt x="4613" y="917"/>
                </a:lnTo>
                <a:lnTo>
                  <a:pt x="4613" y="917"/>
                </a:lnTo>
                <a:lnTo>
                  <a:pt x="4615" y="918"/>
                </a:lnTo>
                <a:lnTo>
                  <a:pt x="4615" y="918"/>
                </a:lnTo>
                <a:lnTo>
                  <a:pt x="4616" y="918"/>
                </a:lnTo>
                <a:lnTo>
                  <a:pt x="4617" y="917"/>
                </a:lnTo>
                <a:lnTo>
                  <a:pt x="4617" y="917"/>
                </a:lnTo>
                <a:lnTo>
                  <a:pt x="4618" y="917"/>
                </a:lnTo>
                <a:lnTo>
                  <a:pt x="4619" y="917"/>
                </a:lnTo>
                <a:lnTo>
                  <a:pt x="4619" y="917"/>
                </a:lnTo>
                <a:lnTo>
                  <a:pt x="4619" y="917"/>
                </a:lnTo>
                <a:lnTo>
                  <a:pt x="4621" y="918"/>
                </a:lnTo>
                <a:lnTo>
                  <a:pt x="4621" y="918"/>
                </a:lnTo>
                <a:lnTo>
                  <a:pt x="4621" y="918"/>
                </a:lnTo>
                <a:lnTo>
                  <a:pt x="4622" y="918"/>
                </a:lnTo>
                <a:lnTo>
                  <a:pt x="4623" y="918"/>
                </a:lnTo>
                <a:lnTo>
                  <a:pt x="4624" y="918"/>
                </a:lnTo>
                <a:lnTo>
                  <a:pt x="4624" y="918"/>
                </a:lnTo>
                <a:lnTo>
                  <a:pt x="4625" y="918"/>
                </a:lnTo>
                <a:lnTo>
                  <a:pt x="4625" y="918"/>
                </a:lnTo>
                <a:lnTo>
                  <a:pt x="4625" y="918"/>
                </a:lnTo>
                <a:lnTo>
                  <a:pt x="4626" y="918"/>
                </a:lnTo>
                <a:lnTo>
                  <a:pt x="4627" y="918"/>
                </a:lnTo>
                <a:lnTo>
                  <a:pt x="4627" y="918"/>
                </a:lnTo>
                <a:lnTo>
                  <a:pt x="4629" y="917"/>
                </a:lnTo>
                <a:lnTo>
                  <a:pt x="4629" y="917"/>
                </a:lnTo>
                <a:lnTo>
                  <a:pt x="4630" y="917"/>
                </a:lnTo>
                <a:lnTo>
                  <a:pt x="4631" y="917"/>
                </a:lnTo>
                <a:lnTo>
                  <a:pt x="4631" y="917"/>
                </a:lnTo>
                <a:lnTo>
                  <a:pt x="4631" y="917"/>
                </a:lnTo>
                <a:lnTo>
                  <a:pt x="4633" y="917"/>
                </a:lnTo>
                <a:lnTo>
                  <a:pt x="4633" y="917"/>
                </a:lnTo>
                <a:lnTo>
                  <a:pt x="4633" y="917"/>
                </a:lnTo>
                <a:lnTo>
                  <a:pt x="4635" y="918"/>
                </a:lnTo>
                <a:lnTo>
                  <a:pt x="4635" y="918"/>
                </a:lnTo>
                <a:lnTo>
                  <a:pt x="4635" y="918"/>
                </a:lnTo>
                <a:lnTo>
                  <a:pt x="4637" y="918"/>
                </a:lnTo>
                <a:lnTo>
                  <a:pt x="4637" y="918"/>
                </a:lnTo>
                <a:lnTo>
                  <a:pt x="4637" y="918"/>
                </a:lnTo>
                <a:lnTo>
                  <a:pt x="4639" y="917"/>
                </a:lnTo>
                <a:lnTo>
                  <a:pt x="4639" y="917"/>
                </a:lnTo>
                <a:lnTo>
                  <a:pt x="4639" y="917"/>
                </a:lnTo>
                <a:lnTo>
                  <a:pt x="4641" y="917"/>
                </a:lnTo>
                <a:lnTo>
                  <a:pt x="4641" y="917"/>
                </a:lnTo>
                <a:lnTo>
                  <a:pt x="4642" y="917"/>
                </a:lnTo>
                <a:lnTo>
                  <a:pt x="4642" y="917"/>
                </a:lnTo>
                <a:lnTo>
                  <a:pt x="4643" y="917"/>
                </a:lnTo>
                <a:lnTo>
                  <a:pt x="4643" y="917"/>
                </a:lnTo>
                <a:lnTo>
                  <a:pt x="4645" y="917"/>
                </a:lnTo>
                <a:lnTo>
                  <a:pt x="4645" y="917"/>
                </a:lnTo>
                <a:lnTo>
                  <a:pt x="4646" y="917"/>
                </a:lnTo>
                <a:lnTo>
                  <a:pt x="4646" y="917"/>
                </a:lnTo>
                <a:lnTo>
                  <a:pt x="4647" y="917"/>
                </a:lnTo>
                <a:lnTo>
                  <a:pt x="4648" y="917"/>
                </a:lnTo>
                <a:lnTo>
                  <a:pt x="4649" y="917"/>
                </a:lnTo>
                <a:lnTo>
                  <a:pt x="4649" y="917"/>
                </a:lnTo>
                <a:lnTo>
                  <a:pt x="4649" y="917"/>
                </a:lnTo>
                <a:lnTo>
                  <a:pt x="4650" y="917"/>
                </a:lnTo>
                <a:lnTo>
                  <a:pt x="4651" y="917"/>
                </a:lnTo>
                <a:lnTo>
                  <a:pt x="4651" y="917"/>
                </a:lnTo>
                <a:lnTo>
                  <a:pt x="4652" y="917"/>
                </a:lnTo>
                <a:lnTo>
                  <a:pt x="4653" y="917"/>
                </a:lnTo>
                <a:lnTo>
                  <a:pt x="4653" y="917"/>
                </a:lnTo>
                <a:lnTo>
                  <a:pt x="4654" y="918"/>
                </a:lnTo>
                <a:lnTo>
                  <a:pt x="4655" y="918"/>
                </a:lnTo>
                <a:lnTo>
                  <a:pt x="4655" y="918"/>
                </a:lnTo>
                <a:lnTo>
                  <a:pt x="4655" y="918"/>
                </a:lnTo>
                <a:lnTo>
                  <a:pt x="4657" y="917"/>
                </a:lnTo>
                <a:lnTo>
                  <a:pt x="4657" y="917"/>
                </a:lnTo>
                <a:lnTo>
                  <a:pt x="4657" y="917"/>
                </a:lnTo>
                <a:lnTo>
                  <a:pt x="4658" y="917"/>
                </a:lnTo>
                <a:lnTo>
                  <a:pt x="4659" y="917"/>
                </a:lnTo>
                <a:lnTo>
                  <a:pt x="4659" y="917"/>
                </a:lnTo>
                <a:lnTo>
                  <a:pt x="4660" y="917"/>
                </a:lnTo>
                <a:lnTo>
                  <a:pt x="4661" y="917"/>
                </a:lnTo>
                <a:lnTo>
                  <a:pt x="4661" y="917"/>
                </a:lnTo>
                <a:lnTo>
                  <a:pt x="4662" y="917"/>
                </a:lnTo>
                <a:lnTo>
                  <a:pt x="4663" y="917"/>
                </a:lnTo>
                <a:lnTo>
                  <a:pt x="4663" y="917"/>
                </a:lnTo>
                <a:lnTo>
                  <a:pt x="4663" y="917"/>
                </a:lnTo>
                <a:lnTo>
                  <a:pt x="4664" y="917"/>
                </a:lnTo>
                <a:lnTo>
                  <a:pt x="4665" y="917"/>
                </a:lnTo>
                <a:lnTo>
                  <a:pt x="4665" y="917"/>
                </a:lnTo>
                <a:lnTo>
                  <a:pt x="4666" y="917"/>
                </a:lnTo>
                <a:lnTo>
                  <a:pt x="4667" y="918"/>
                </a:lnTo>
                <a:lnTo>
                  <a:pt x="4667" y="918"/>
                </a:lnTo>
                <a:lnTo>
                  <a:pt x="4667" y="918"/>
                </a:lnTo>
                <a:lnTo>
                  <a:pt x="4668" y="917"/>
                </a:lnTo>
                <a:lnTo>
                  <a:pt x="4669" y="918"/>
                </a:lnTo>
                <a:lnTo>
                  <a:pt x="4669" y="918"/>
                </a:lnTo>
                <a:lnTo>
                  <a:pt x="4671" y="918"/>
                </a:lnTo>
                <a:lnTo>
                  <a:pt x="4671" y="918"/>
                </a:lnTo>
                <a:lnTo>
                  <a:pt x="4672" y="918"/>
                </a:lnTo>
                <a:lnTo>
                  <a:pt x="4672" y="918"/>
                </a:lnTo>
                <a:lnTo>
                  <a:pt x="4673" y="918"/>
                </a:lnTo>
                <a:lnTo>
                  <a:pt x="4673" y="918"/>
                </a:lnTo>
                <a:lnTo>
                  <a:pt x="4673" y="918"/>
                </a:lnTo>
                <a:lnTo>
                  <a:pt x="4674" y="918"/>
                </a:lnTo>
                <a:lnTo>
                  <a:pt x="4675" y="918"/>
                </a:lnTo>
                <a:lnTo>
                  <a:pt x="4675" y="918"/>
                </a:lnTo>
                <a:lnTo>
                  <a:pt x="4677" y="918"/>
                </a:lnTo>
                <a:lnTo>
                  <a:pt x="4677" y="918"/>
                </a:lnTo>
                <a:lnTo>
                  <a:pt x="4677" y="918"/>
                </a:lnTo>
                <a:lnTo>
                  <a:pt x="4678" y="918"/>
                </a:lnTo>
                <a:lnTo>
                  <a:pt x="4679" y="919"/>
                </a:lnTo>
                <a:lnTo>
                  <a:pt x="4679" y="919"/>
                </a:lnTo>
                <a:lnTo>
                  <a:pt x="4679" y="919"/>
                </a:lnTo>
                <a:lnTo>
                  <a:pt x="4679" y="918"/>
                </a:lnTo>
                <a:lnTo>
                  <a:pt x="4681" y="919"/>
                </a:lnTo>
                <a:lnTo>
                  <a:pt x="4681" y="919"/>
                </a:lnTo>
                <a:lnTo>
                  <a:pt x="4683" y="920"/>
                </a:lnTo>
                <a:lnTo>
                  <a:pt x="4683" y="919"/>
                </a:lnTo>
                <a:lnTo>
                  <a:pt x="4683" y="919"/>
                </a:lnTo>
                <a:lnTo>
                  <a:pt x="4684" y="919"/>
                </a:lnTo>
                <a:lnTo>
                  <a:pt x="4685" y="917"/>
                </a:lnTo>
                <a:lnTo>
                  <a:pt x="4685" y="916"/>
                </a:lnTo>
                <a:lnTo>
                  <a:pt x="4687" y="915"/>
                </a:lnTo>
                <a:lnTo>
                  <a:pt x="4687" y="915"/>
                </a:lnTo>
                <a:lnTo>
                  <a:pt x="4687" y="915"/>
                </a:lnTo>
                <a:lnTo>
                  <a:pt x="4689" y="914"/>
                </a:lnTo>
                <a:lnTo>
                  <a:pt x="4689" y="914"/>
                </a:lnTo>
                <a:lnTo>
                  <a:pt x="4689" y="914"/>
                </a:lnTo>
                <a:lnTo>
                  <a:pt x="4691" y="913"/>
                </a:lnTo>
                <a:lnTo>
                  <a:pt x="4691" y="913"/>
                </a:lnTo>
                <a:lnTo>
                  <a:pt x="4691" y="913"/>
                </a:lnTo>
                <a:lnTo>
                  <a:pt x="4693" y="915"/>
                </a:lnTo>
                <a:lnTo>
                  <a:pt x="4693" y="916"/>
                </a:lnTo>
                <a:lnTo>
                  <a:pt x="4695" y="919"/>
                </a:lnTo>
                <a:lnTo>
                  <a:pt x="4696" y="919"/>
                </a:lnTo>
                <a:lnTo>
                  <a:pt x="4697" y="920"/>
                </a:lnTo>
                <a:lnTo>
                  <a:pt x="4697" y="920"/>
                </a:lnTo>
                <a:lnTo>
                  <a:pt x="4699" y="920"/>
                </a:lnTo>
                <a:lnTo>
                  <a:pt x="4699" y="920"/>
                </a:lnTo>
                <a:lnTo>
                  <a:pt x="4701" y="918"/>
                </a:lnTo>
                <a:lnTo>
                  <a:pt x="4702" y="917"/>
                </a:lnTo>
                <a:lnTo>
                  <a:pt x="4702" y="917"/>
                </a:lnTo>
                <a:lnTo>
                  <a:pt x="4703" y="917"/>
                </a:lnTo>
                <a:lnTo>
                  <a:pt x="4703" y="917"/>
                </a:lnTo>
                <a:lnTo>
                  <a:pt x="4704" y="917"/>
                </a:lnTo>
                <a:lnTo>
                  <a:pt x="4705" y="917"/>
                </a:lnTo>
                <a:lnTo>
                  <a:pt x="4705" y="917"/>
                </a:lnTo>
                <a:lnTo>
                  <a:pt x="4707" y="917"/>
                </a:lnTo>
                <a:lnTo>
                  <a:pt x="4707" y="917"/>
                </a:lnTo>
                <a:lnTo>
                  <a:pt x="4707" y="917"/>
                </a:lnTo>
                <a:lnTo>
                  <a:pt x="4708" y="917"/>
                </a:lnTo>
                <a:lnTo>
                  <a:pt x="4709" y="917"/>
                </a:lnTo>
                <a:lnTo>
                  <a:pt x="4709" y="917"/>
                </a:lnTo>
                <a:lnTo>
                  <a:pt x="4709" y="917"/>
                </a:lnTo>
                <a:lnTo>
                  <a:pt x="4711" y="916"/>
                </a:lnTo>
                <a:lnTo>
                  <a:pt x="4711" y="916"/>
                </a:lnTo>
                <a:lnTo>
                  <a:pt x="4711" y="916"/>
                </a:lnTo>
                <a:lnTo>
                  <a:pt x="4712" y="915"/>
                </a:lnTo>
                <a:lnTo>
                  <a:pt x="4713" y="916"/>
                </a:lnTo>
                <a:lnTo>
                  <a:pt x="4713" y="916"/>
                </a:lnTo>
                <a:lnTo>
                  <a:pt x="4714" y="916"/>
                </a:lnTo>
                <a:lnTo>
                  <a:pt x="4715" y="917"/>
                </a:lnTo>
                <a:lnTo>
                  <a:pt x="4716" y="917"/>
                </a:lnTo>
                <a:lnTo>
                  <a:pt x="4716" y="917"/>
                </a:lnTo>
                <a:lnTo>
                  <a:pt x="4717" y="917"/>
                </a:lnTo>
                <a:lnTo>
                  <a:pt x="4717" y="917"/>
                </a:lnTo>
                <a:lnTo>
                  <a:pt x="4717" y="917"/>
                </a:lnTo>
                <a:lnTo>
                  <a:pt x="4718" y="917"/>
                </a:lnTo>
                <a:lnTo>
                  <a:pt x="4719" y="917"/>
                </a:lnTo>
                <a:lnTo>
                  <a:pt x="4719" y="917"/>
                </a:lnTo>
                <a:lnTo>
                  <a:pt x="4720" y="917"/>
                </a:lnTo>
                <a:lnTo>
                  <a:pt x="4721" y="917"/>
                </a:lnTo>
                <a:lnTo>
                  <a:pt x="4721" y="917"/>
                </a:lnTo>
                <a:lnTo>
                  <a:pt x="4722" y="917"/>
                </a:lnTo>
                <a:lnTo>
                  <a:pt x="4722" y="917"/>
                </a:lnTo>
                <a:lnTo>
                  <a:pt x="4723" y="917"/>
                </a:lnTo>
                <a:lnTo>
                  <a:pt x="4723" y="917"/>
                </a:lnTo>
                <a:lnTo>
                  <a:pt x="4725" y="917"/>
                </a:lnTo>
                <a:lnTo>
                  <a:pt x="4725" y="917"/>
                </a:lnTo>
                <a:lnTo>
                  <a:pt x="4726" y="917"/>
                </a:lnTo>
                <a:lnTo>
                  <a:pt x="4726" y="917"/>
                </a:lnTo>
                <a:lnTo>
                  <a:pt x="4727" y="916"/>
                </a:lnTo>
                <a:lnTo>
                  <a:pt x="4727" y="916"/>
                </a:lnTo>
                <a:lnTo>
                  <a:pt x="4728" y="916"/>
                </a:lnTo>
                <a:lnTo>
                  <a:pt x="4728" y="916"/>
                </a:lnTo>
                <a:lnTo>
                  <a:pt x="4729" y="917"/>
                </a:lnTo>
                <a:lnTo>
                  <a:pt x="4729" y="917"/>
                </a:lnTo>
                <a:lnTo>
                  <a:pt x="4731" y="917"/>
                </a:lnTo>
                <a:lnTo>
                  <a:pt x="4731" y="917"/>
                </a:lnTo>
                <a:lnTo>
                  <a:pt x="4731" y="917"/>
                </a:lnTo>
                <a:lnTo>
                  <a:pt x="4732" y="917"/>
                </a:lnTo>
                <a:lnTo>
                  <a:pt x="4733" y="917"/>
                </a:lnTo>
                <a:lnTo>
                  <a:pt x="4734" y="917"/>
                </a:lnTo>
                <a:lnTo>
                  <a:pt x="4734" y="917"/>
                </a:lnTo>
                <a:lnTo>
                  <a:pt x="4735" y="918"/>
                </a:lnTo>
                <a:lnTo>
                  <a:pt x="4735" y="918"/>
                </a:lnTo>
                <a:lnTo>
                  <a:pt x="4736" y="919"/>
                </a:lnTo>
                <a:lnTo>
                  <a:pt x="4737" y="919"/>
                </a:lnTo>
                <a:lnTo>
                  <a:pt x="4737" y="919"/>
                </a:lnTo>
                <a:lnTo>
                  <a:pt x="4738" y="919"/>
                </a:lnTo>
                <a:lnTo>
                  <a:pt x="4739" y="918"/>
                </a:lnTo>
                <a:lnTo>
                  <a:pt x="4740" y="918"/>
                </a:lnTo>
                <a:lnTo>
                  <a:pt x="4741" y="917"/>
                </a:lnTo>
                <a:lnTo>
                  <a:pt x="4741" y="917"/>
                </a:lnTo>
                <a:lnTo>
                  <a:pt x="4741" y="917"/>
                </a:lnTo>
                <a:lnTo>
                  <a:pt x="4743" y="918"/>
                </a:lnTo>
                <a:lnTo>
                  <a:pt x="4744" y="918"/>
                </a:lnTo>
                <a:lnTo>
                  <a:pt x="4745" y="917"/>
                </a:lnTo>
                <a:lnTo>
                  <a:pt x="4745" y="917"/>
                </a:lnTo>
                <a:lnTo>
                  <a:pt x="4746" y="917"/>
                </a:lnTo>
                <a:lnTo>
                  <a:pt x="4746" y="917"/>
                </a:lnTo>
                <a:lnTo>
                  <a:pt x="4747" y="918"/>
                </a:lnTo>
                <a:lnTo>
                  <a:pt x="4747" y="918"/>
                </a:lnTo>
                <a:lnTo>
                  <a:pt x="4747" y="918"/>
                </a:lnTo>
                <a:lnTo>
                  <a:pt x="4749" y="918"/>
                </a:lnTo>
                <a:lnTo>
                  <a:pt x="4749" y="918"/>
                </a:lnTo>
                <a:lnTo>
                  <a:pt x="4750" y="918"/>
                </a:lnTo>
                <a:lnTo>
                  <a:pt x="4750" y="919"/>
                </a:lnTo>
                <a:lnTo>
                  <a:pt x="4751" y="918"/>
                </a:lnTo>
                <a:lnTo>
                  <a:pt x="4751" y="918"/>
                </a:lnTo>
                <a:lnTo>
                  <a:pt x="4752" y="919"/>
                </a:lnTo>
                <a:lnTo>
                  <a:pt x="4752" y="919"/>
                </a:lnTo>
                <a:lnTo>
                  <a:pt x="4753" y="918"/>
                </a:lnTo>
                <a:lnTo>
                  <a:pt x="4753" y="918"/>
                </a:lnTo>
                <a:lnTo>
                  <a:pt x="4755" y="917"/>
                </a:lnTo>
                <a:lnTo>
                  <a:pt x="4755" y="917"/>
                </a:lnTo>
                <a:lnTo>
                  <a:pt x="4755" y="917"/>
                </a:lnTo>
                <a:lnTo>
                  <a:pt x="4756" y="917"/>
                </a:lnTo>
                <a:lnTo>
                  <a:pt x="4758" y="918"/>
                </a:lnTo>
                <a:lnTo>
                  <a:pt x="4758" y="918"/>
                </a:lnTo>
                <a:lnTo>
                  <a:pt x="4758" y="918"/>
                </a:lnTo>
                <a:lnTo>
                  <a:pt x="4759" y="918"/>
                </a:lnTo>
                <a:lnTo>
                  <a:pt x="4759" y="918"/>
                </a:lnTo>
                <a:lnTo>
                  <a:pt x="4759" y="918"/>
                </a:lnTo>
                <a:lnTo>
                  <a:pt x="4760" y="918"/>
                </a:lnTo>
                <a:lnTo>
                  <a:pt x="4761" y="918"/>
                </a:lnTo>
                <a:lnTo>
                  <a:pt x="4761" y="918"/>
                </a:lnTo>
                <a:lnTo>
                  <a:pt x="4762" y="918"/>
                </a:lnTo>
                <a:lnTo>
                  <a:pt x="4764" y="918"/>
                </a:lnTo>
                <a:lnTo>
                  <a:pt x="4764" y="918"/>
                </a:lnTo>
                <a:lnTo>
                  <a:pt x="4764" y="918"/>
                </a:lnTo>
                <a:lnTo>
                  <a:pt x="4765" y="916"/>
                </a:lnTo>
                <a:lnTo>
                  <a:pt x="4765" y="916"/>
                </a:lnTo>
                <a:lnTo>
                  <a:pt x="4767" y="916"/>
                </a:lnTo>
                <a:lnTo>
                  <a:pt x="4767" y="916"/>
                </a:lnTo>
                <a:lnTo>
                  <a:pt x="4768" y="917"/>
                </a:lnTo>
                <a:lnTo>
                  <a:pt x="4768" y="917"/>
                </a:lnTo>
                <a:lnTo>
                  <a:pt x="4768" y="916"/>
                </a:lnTo>
                <a:lnTo>
                  <a:pt x="4769" y="917"/>
                </a:lnTo>
                <a:lnTo>
                  <a:pt x="4770" y="917"/>
                </a:lnTo>
                <a:lnTo>
                  <a:pt x="4770" y="917"/>
                </a:lnTo>
                <a:lnTo>
                  <a:pt x="4771" y="917"/>
                </a:lnTo>
                <a:lnTo>
                  <a:pt x="4771" y="917"/>
                </a:lnTo>
                <a:lnTo>
                  <a:pt x="4773" y="918"/>
                </a:lnTo>
                <a:lnTo>
                  <a:pt x="4773" y="918"/>
                </a:lnTo>
                <a:lnTo>
                  <a:pt x="4774" y="918"/>
                </a:lnTo>
                <a:lnTo>
                  <a:pt x="4774" y="918"/>
                </a:lnTo>
                <a:lnTo>
                  <a:pt x="4775" y="918"/>
                </a:lnTo>
                <a:lnTo>
                  <a:pt x="4776" y="918"/>
                </a:lnTo>
                <a:lnTo>
                  <a:pt x="4777" y="917"/>
                </a:lnTo>
                <a:lnTo>
                  <a:pt x="4777" y="917"/>
                </a:lnTo>
                <a:lnTo>
                  <a:pt x="4778" y="917"/>
                </a:lnTo>
                <a:lnTo>
                  <a:pt x="4779" y="917"/>
                </a:lnTo>
                <a:lnTo>
                  <a:pt x="4779" y="917"/>
                </a:lnTo>
                <a:lnTo>
                  <a:pt x="4780" y="917"/>
                </a:lnTo>
                <a:lnTo>
                  <a:pt x="4781" y="918"/>
                </a:lnTo>
                <a:lnTo>
                  <a:pt x="4782" y="918"/>
                </a:lnTo>
                <a:lnTo>
                  <a:pt x="4782" y="918"/>
                </a:lnTo>
                <a:lnTo>
                  <a:pt x="4782" y="917"/>
                </a:lnTo>
                <a:lnTo>
                  <a:pt x="4783" y="917"/>
                </a:lnTo>
                <a:lnTo>
                  <a:pt x="4783" y="917"/>
                </a:lnTo>
                <a:lnTo>
                  <a:pt x="4784" y="917"/>
                </a:lnTo>
                <a:lnTo>
                  <a:pt x="4785" y="918"/>
                </a:lnTo>
                <a:lnTo>
                  <a:pt x="4785" y="918"/>
                </a:lnTo>
                <a:lnTo>
                  <a:pt x="4788" y="918"/>
                </a:lnTo>
                <a:lnTo>
                  <a:pt x="4788" y="918"/>
                </a:lnTo>
                <a:lnTo>
                  <a:pt x="4789" y="917"/>
                </a:lnTo>
                <a:lnTo>
                  <a:pt x="4789" y="917"/>
                </a:lnTo>
                <a:lnTo>
                  <a:pt x="4790" y="917"/>
                </a:lnTo>
                <a:lnTo>
                  <a:pt x="4791" y="917"/>
                </a:lnTo>
                <a:lnTo>
                  <a:pt x="4791" y="917"/>
                </a:lnTo>
                <a:lnTo>
                  <a:pt x="4792" y="917"/>
                </a:lnTo>
                <a:lnTo>
                  <a:pt x="4792" y="917"/>
                </a:lnTo>
                <a:lnTo>
                  <a:pt x="4793" y="917"/>
                </a:lnTo>
                <a:lnTo>
                  <a:pt x="4794" y="917"/>
                </a:lnTo>
                <a:lnTo>
                  <a:pt x="4794" y="917"/>
                </a:lnTo>
                <a:lnTo>
                  <a:pt x="4794" y="917"/>
                </a:lnTo>
                <a:lnTo>
                  <a:pt x="4795" y="917"/>
                </a:lnTo>
                <a:lnTo>
                  <a:pt x="4795" y="917"/>
                </a:lnTo>
                <a:lnTo>
                  <a:pt x="4797" y="918"/>
                </a:lnTo>
                <a:lnTo>
                  <a:pt x="4797" y="917"/>
                </a:lnTo>
                <a:lnTo>
                  <a:pt x="4798" y="917"/>
                </a:lnTo>
                <a:lnTo>
                  <a:pt x="4798" y="918"/>
                </a:lnTo>
                <a:lnTo>
                  <a:pt x="4799" y="917"/>
                </a:lnTo>
                <a:lnTo>
                  <a:pt x="4799" y="917"/>
                </a:lnTo>
                <a:lnTo>
                  <a:pt x="4800" y="917"/>
                </a:lnTo>
                <a:lnTo>
                  <a:pt x="4800" y="917"/>
                </a:lnTo>
                <a:lnTo>
                  <a:pt x="4801" y="917"/>
                </a:lnTo>
                <a:lnTo>
                  <a:pt x="4801" y="917"/>
                </a:lnTo>
                <a:lnTo>
                  <a:pt x="4801" y="917"/>
                </a:lnTo>
                <a:lnTo>
                  <a:pt x="4803" y="918"/>
                </a:lnTo>
                <a:lnTo>
                  <a:pt x="4803" y="917"/>
                </a:lnTo>
                <a:lnTo>
                  <a:pt x="4804" y="917"/>
                </a:lnTo>
                <a:lnTo>
                  <a:pt x="4804" y="917"/>
                </a:lnTo>
                <a:lnTo>
                  <a:pt x="4806" y="917"/>
                </a:lnTo>
                <a:lnTo>
                  <a:pt x="4806" y="917"/>
                </a:lnTo>
                <a:lnTo>
                  <a:pt x="4807" y="917"/>
                </a:lnTo>
                <a:lnTo>
                  <a:pt x="4807" y="917"/>
                </a:lnTo>
                <a:lnTo>
                  <a:pt x="4809" y="918"/>
                </a:lnTo>
                <a:lnTo>
                  <a:pt x="4809" y="918"/>
                </a:lnTo>
                <a:lnTo>
                  <a:pt x="4809" y="918"/>
                </a:lnTo>
                <a:lnTo>
                  <a:pt x="4810" y="918"/>
                </a:lnTo>
                <a:lnTo>
                  <a:pt x="4812" y="917"/>
                </a:lnTo>
                <a:lnTo>
                  <a:pt x="4812" y="917"/>
                </a:lnTo>
                <a:lnTo>
                  <a:pt x="4813" y="916"/>
                </a:lnTo>
                <a:lnTo>
                  <a:pt x="4813" y="916"/>
                </a:lnTo>
                <a:lnTo>
                  <a:pt x="4815" y="918"/>
                </a:lnTo>
                <a:lnTo>
                  <a:pt x="4816" y="918"/>
                </a:lnTo>
                <a:lnTo>
                  <a:pt x="4816" y="918"/>
                </a:lnTo>
                <a:lnTo>
                  <a:pt x="4817" y="918"/>
                </a:lnTo>
                <a:lnTo>
                  <a:pt x="4818" y="918"/>
                </a:lnTo>
                <a:lnTo>
                  <a:pt x="4819" y="917"/>
                </a:lnTo>
                <a:lnTo>
                  <a:pt x="4819" y="917"/>
                </a:lnTo>
                <a:lnTo>
                  <a:pt x="4820" y="917"/>
                </a:lnTo>
                <a:lnTo>
                  <a:pt x="4821" y="915"/>
                </a:lnTo>
                <a:lnTo>
                  <a:pt x="4822" y="915"/>
                </a:lnTo>
                <a:lnTo>
                  <a:pt x="4823" y="914"/>
                </a:lnTo>
                <a:lnTo>
                  <a:pt x="4824" y="914"/>
                </a:lnTo>
                <a:lnTo>
                  <a:pt x="4824" y="914"/>
                </a:lnTo>
                <a:lnTo>
                  <a:pt x="4825" y="917"/>
                </a:lnTo>
                <a:lnTo>
                  <a:pt x="4825" y="917"/>
                </a:lnTo>
                <a:lnTo>
                  <a:pt x="4827" y="920"/>
                </a:lnTo>
                <a:lnTo>
                  <a:pt x="4828" y="920"/>
                </a:lnTo>
                <a:lnTo>
                  <a:pt x="4829" y="923"/>
                </a:lnTo>
                <a:lnTo>
                  <a:pt x="4830" y="922"/>
                </a:lnTo>
                <a:lnTo>
                  <a:pt x="4830" y="921"/>
                </a:lnTo>
                <a:lnTo>
                  <a:pt x="4831" y="920"/>
                </a:lnTo>
                <a:lnTo>
                  <a:pt x="4831" y="920"/>
                </a:lnTo>
                <a:lnTo>
                  <a:pt x="4833" y="918"/>
                </a:lnTo>
                <a:lnTo>
                  <a:pt x="4833" y="918"/>
                </a:lnTo>
                <a:lnTo>
                  <a:pt x="4835" y="917"/>
                </a:lnTo>
                <a:lnTo>
                  <a:pt x="4836" y="917"/>
                </a:lnTo>
                <a:lnTo>
                  <a:pt x="4836" y="917"/>
                </a:lnTo>
                <a:lnTo>
                  <a:pt x="4836" y="917"/>
                </a:lnTo>
                <a:lnTo>
                  <a:pt x="4837" y="916"/>
                </a:lnTo>
                <a:lnTo>
                  <a:pt x="4837" y="916"/>
                </a:lnTo>
                <a:lnTo>
                  <a:pt x="4838" y="915"/>
                </a:lnTo>
                <a:lnTo>
                  <a:pt x="4839" y="917"/>
                </a:lnTo>
                <a:lnTo>
                  <a:pt x="4840" y="917"/>
                </a:lnTo>
                <a:lnTo>
                  <a:pt x="4841" y="918"/>
                </a:lnTo>
                <a:lnTo>
                  <a:pt x="4841" y="918"/>
                </a:lnTo>
                <a:lnTo>
                  <a:pt x="4842" y="918"/>
                </a:lnTo>
                <a:lnTo>
                  <a:pt x="4843" y="917"/>
                </a:lnTo>
                <a:lnTo>
                  <a:pt x="4843" y="917"/>
                </a:lnTo>
                <a:lnTo>
                  <a:pt x="4844" y="917"/>
                </a:lnTo>
                <a:lnTo>
                  <a:pt x="4845" y="917"/>
                </a:lnTo>
                <a:lnTo>
                  <a:pt x="4846" y="917"/>
                </a:lnTo>
                <a:lnTo>
                  <a:pt x="4846" y="917"/>
                </a:lnTo>
                <a:lnTo>
                  <a:pt x="4847" y="917"/>
                </a:lnTo>
                <a:lnTo>
                  <a:pt x="4847" y="917"/>
                </a:lnTo>
                <a:lnTo>
                  <a:pt x="4848" y="917"/>
                </a:lnTo>
                <a:lnTo>
                  <a:pt x="4848" y="917"/>
                </a:lnTo>
                <a:lnTo>
                  <a:pt x="4849" y="917"/>
                </a:lnTo>
                <a:lnTo>
                  <a:pt x="4849" y="917"/>
                </a:lnTo>
                <a:lnTo>
                  <a:pt x="4851" y="916"/>
                </a:lnTo>
                <a:lnTo>
                  <a:pt x="4851" y="916"/>
                </a:lnTo>
                <a:lnTo>
                  <a:pt x="4852" y="916"/>
                </a:lnTo>
                <a:lnTo>
                  <a:pt x="4853" y="916"/>
                </a:lnTo>
                <a:lnTo>
                  <a:pt x="4854" y="915"/>
                </a:lnTo>
                <a:lnTo>
                  <a:pt x="4855" y="914"/>
                </a:lnTo>
                <a:lnTo>
                  <a:pt x="4855" y="914"/>
                </a:lnTo>
                <a:lnTo>
                  <a:pt x="4857" y="917"/>
                </a:lnTo>
                <a:lnTo>
                  <a:pt x="4857" y="917"/>
                </a:lnTo>
                <a:lnTo>
                  <a:pt x="4859" y="918"/>
                </a:lnTo>
                <a:lnTo>
                  <a:pt x="4860" y="918"/>
                </a:lnTo>
                <a:lnTo>
                  <a:pt x="4860" y="918"/>
                </a:lnTo>
                <a:lnTo>
                  <a:pt x="4861" y="917"/>
                </a:lnTo>
                <a:lnTo>
                  <a:pt x="4861" y="917"/>
                </a:lnTo>
                <a:lnTo>
                  <a:pt x="4862" y="917"/>
                </a:lnTo>
                <a:lnTo>
                  <a:pt x="4862" y="917"/>
                </a:lnTo>
                <a:lnTo>
                  <a:pt x="4863" y="917"/>
                </a:lnTo>
                <a:lnTo>
                  <a:pt x="4864" y="917"/>
                </a:lnTo>
                <a:lnTo>
                  <a:pt x="4866" y="918"/>
                </a:lnTo>
                <a:lnTo>
                  <a:pt x="4866" y="919"/>
                </a:lnTo>
                <a:lnTo>
                  <a:pt x="4868" y="924"/>
                </a:lnTo>
                <a:lnTo>
                  <a:pt x="4868" y="925"/>
                </a:lnTo>
                <a:lnTo>
                  <a:pt x="4868" y="926"/>
                </a:lnTo>
                <a:lnTo>
                  <a:pt x="4869" y="923"/>
                </a:lnTo>
                <a:lnTo>
                  <a:pt x="4870" y="922"/>
                </a:lnTo>
                <a:lnTo>
                  <a:pt x="4871" y="917"/>
                </a:lnTo>
                <a:lnTo>
                  <a:pt x="4871" y="917"/>
                </a:lnTo>
                <a:lnTo>
                  <a:pt x="4872" y="918"/>
                </a:lnTo>
                <a:lnTo>
                  <a:pt x="4872" y="918"/>
                </a:lnTo>
                <a:lnTo>
                  <a:pt x="4874" y="917"/>
                </a:lnTo>
                <a:lnTo>
                  <a:pt x="4874" y="917"/>
                </a:lnTo>
                <a:lnTo>
                  <a:pt x="4874" y="917"/>
                </a:lnTo>
                <a:lnTo>
                  <a:pt x="4874" y="917"/>
                </a:lnTo>
                <a:lnTo>
                  <a:pt x="4875" y="915"/>
                </a:lnTo>
                <a:lnTo>
                  <a:pt x="4876" y="915"/>
                </a:lnTo>
                <a:lnTo>
                  <a:pt x="4877" y="913"/>
                </a:lnTo>
                <a:lnTo>
                  <a:pt x="4877" y="914"/>
                </a:lnTo>
                <a:lnTo>
                  <a:pt x="4878" y="914"/>
                </a:lnTo>
                <a:lnTo>
                  <a:pt x="4879" y="917"/>
                </a:lnTo>
                <a:lnTo>
                  <a:pt x="4880" y="917"/>
                </a:lnTo>
                <a:lnTo>
                  <a:pt x="4880" y="917"/>
                </a:lnTo>
                <a:lnTo>
                  <a:pt x="4880" y="917"/>
                </a:lnTo>
                <a:lnTo>
                  <a:pt x="4881" y="916"/>
                </a:lnTo>
                <a:lnTo>
                  <a:pt x="4881" y="916"/>
                </a:lnTo>
                <a:lnTo>
                  <a:pt x="4881" y="916"/>
                </a:lnTo>
                <a:lnTo>
                  <a:pt x="4884" y="912"/>
                </a:lnTo>
                <a:lnTo>
                  <a:pt x="4884" y="911"/>
                </a:lnTo>
                <a:lnTo>
                  <a:pt x="4884" y="910"/>
                </a:lnTo>
                <a:lnTo>
                  <a:pt x="4886" y="913"/>
                </a:lnTo>
                <a:lnTo>
                  <a:pt x="4886" y="914"/>
                </a:lnTo>
                <a:lnTo>
                  <a:pt x="4887" y="919"/>
                </a:lnTo>
                <a:lnTo>
                  <a:pt x="4888" y="918"/>
                </a:lnTo>
                <a:lnTo>
                  <a:pt x="4889" y="918"/>
                </a:lnTo>
                <a:lnTo>
                  <a:pt x="4890" y="919"/>
                </a:lnTo>
                <a:lnTo>
                  <a:pt x="4890" y="919"/>
                </a:lnTo>
                <a:lnTo>
                  <a:pt x="4891" y="918"/>
                </a:lnTo>
                <a:lnTo>
                  <a:pt x="4892" y="918"/>
                </a:lnTo>
                <a:lnTo>
                  <a:pt x="4892" y="918"/>
                </a:lnTo>
                <a:lnTo>
                  <a:pt x="4892" y="918"/>
                </a:lnTo>
                <a:lnTo>
                  <a:pt x="4893" y="920"/>
                </a:lnTo>
                <a:lnTo>
                  <a:pt x="4894" y="920"/>
                </a:lnTo>
                <a:lnTo>
                  <a:pt x="4895" y="923"/>
                </a:lnTo>
                <a:lnTo>
                  <a:pt x="4896" y="923"/>
                </a:lnTo>
                <a:lnTo>
                  <a:pt x="4898" y="920"/>
                </a:lnTo>
                <a:lnTo>
                  <a:pt x="4898" y="920"/>
                </a:lnTo>
                <a:lnTo>
                  <a:pt x="4899" y="919"/>
                </a:lnTo>
                <a:lnTo>
                  <a:pt x="4899" y="919"/>
                </a:lnTo>
                <a:lnTo>
                  <a:pt x="4900" y="918"/>
                </a:lnTo>
                <a:lnTo>
                  <a:pt x="4900" y="919"/>
                </a:lnTo>
                <a:lnTo>
                  <a:pt x="4901" y="918"/>
                </a:lnTo>
                <a:lnTo>
                  <a:pt x="4901" y="918"/>
                </a:lnTo>
                <a:lnTo>
                  <a:pt x="4902" y="918"/>
                </a:lnTo>
                <a:lnTo>
                  <a:pt x="4904" y="916"/>
                </a:lnTo>
                <a:lnTo>
                  <a:pt x="4904" y="916"/>
                </a:lnTo>
                <a:lnTo>
                  <a:pt x="4904" y="916"/>
                </a:lnTo>
                <a:lnTo>
                  <a:pt x="4905" y="915"/>
                </a:lnTo>
                <a:lnTo>
                  <a:pt x="4906" y="915"/>
                </a:lnTo>
                <a:lnTo>
                  <a:pt x="4907" y="914"/>
                </a:lnTo>
                <a:lnTo>
                  <a:pt x="4908" y="916"/>
                </a:lnTo>
                <a:lnTo>
                  <a:pt x="4908" y="916"/>
                </a:lnTo>
                <a:lnTo>
                  <a:pt x="4909" y="917"/>
                </a:lnTo>
                <a:lnTo>
                  <a:pt x="4910" y="917"/>
                </a:lnTo>
                <a:lnTo>
                  <a:pt x="4910" y="917"/>
                </a:lnTo>
                <a:lnTo>
                  <a:pt x="4911" y="912"/>
                </a:lnTo>
                <a:lnTo>
                  <a:pt x="4912" y="912"/>
                </a:lnTo>
                <a:lnTo>
                  <a:pt x="4912" y="912"/>
                </a:lnTo>
                <a:lnTo>
                  <a:pt x="4914" y="915"/>
                </a:lnTo>
                <a:lnTo>
                  <a:pt x="4914" y="915"/>
                </a:lnTo>
                <a:lnTo>
                  <a:pt x="4916" y="920"/>
                </a:lnTo>
                <a:lnTo>
                  <a:pt x="4916" y="919"/>
                </a:lnTo>
                <a:lnTo>
                  <a:pt x="4916" y="920"/>
                </a:lnTo>
                <a:lnTo>
                  <a:pt x="4917" y="917"/>
                </a:lnTo>
                <a:lnTo>
                  <a:pt x="4918" y="917"/>
                </a:lnTo>
                <a:lnTo>
                  <a:pt x="4918" y="916"/>
                </a:lnTo>
                <a:lnTo>
                  <a:pt x="4919" y="918"/>
                </a:lnTo>
                <a:lnTo>
                  <a:pt x="4920" y="918"/>
                </a:lnTo>
                <a:lnTo>
                  <a:pt x="4920" y="919"/>
                </a:lnTo>
                <a:lnTo>
                  <a:pt x="4922" y="919"/>
                </a:lnTo>
                <a:lnTo>
                  <a:pt x="4922" y="919"/>
                </a:lnTo>
                <a:lnTo>
                  <a:pt x="4922" y="919"/>
                </a:lnTo>
                <a:lnTo>
                  <a:pt x="4922" y="919"/>
                </a:lnTo>
                <a:lnTo>
                  <a:pt x="4923" y="919"/>
                </a:lnTo>
                <a:lnTo>
                  <a:pt x="4924" y="919"/>
                </a:lnTo>
                <a:lnTo>
                  <a:pt x="4925" y="917"/>
                </a:lnTo>
                <a:lnTo>
                  <a:pt x="4926" y="917"/>
                </a:lnTo>
                <a:lnTo>
                  <a:pt x="4926" y="917"/>
                </a:lnTo>
                <a:lnTo>
                  <a:pt x="4928" y="918"/>
                </a:lnTo>
                <a:lnTo>
                  <a:pt x="4928" y="918"/>
                </a:lnTo>
                <a:lnTo>
                  <a:pt x="4928" y="918"/>
                </a:lnTo>
                <a:lnTo>
                  <a:pt x="4929" y="918"/>
                </a:lnTo>
                <a:lnTo>
                  <a:pt x="4930" y="918"/>
                </a:lnTo>
                <a:lnTo>
                  <a:pt x="4930" y="918"/>
                </a:lnTo>
                <a:lnTo>
                  <a:pt x="4932" y="918"/>
                </a:lnTo>
                <a:lnTo>
                  <a:pt x="4932" y="918"/>
                </a:lnTo>
                <a:lnTo>
                  <a:pt x="4933" y="919"/>
                </a:lnTo>
                <a:lnTo>
                  <a:pt x="4934" y="918"/>
                </a:lnTo>
                <a:lnTo>
                  <a:pt x="4934" y="918"/>
                </a:lnTo>
                <a:lnTo>
                  <a:pt x="4935" y="918"/>
                </a:lnTo>
                <a:lnTo>
                  <a:pt x="4935" y="918"/>
                </a:lnTo>
                <a:lnTo>
                  <a:pt x="4935" y="918"/>
                </a:lnTo>
                <a:lnTo>
                  <a:pt x="4938" y="918"/>
                </a:lnTo>
                <a:lnTo>
                  <a:pt x="4938" y="917"/>
                </a:lnTo>
                <a:lnTo>
                  <a:pt x="4939" y="917"/>
                </a:lnTo>
                <a:lnTo>
                  <a:pt x="4940" y="917"/>
                </a:lnTo>
                <a:lnTo>
                  <a:pt x="4940" y="917"/>
                </a:lnTo>
                <a:lnTo>
                  <a:pt x="4941" y="917"/>
                </a:lnTo>
                <a:lnTo>
                  <a:pt x="4941" y="917"/>
                </a:lnTo>
                <a:lnTo>
                  <a:pt x="4942" y="917"/>
                </a:lnTo>
                <a:lnTo>
                  <a:pt x="4942" y="917"/>
                </a:lnTo>
                <a:lnTo>
                  <a:pt x="4944" y="918"/>
                </a:lnTo>
                <a:lnTo>
                  <a:pt x="4944" y="918"/>
                </a:lnTo>
                <a:lnTo>
                  <a:pt x="4944" y="918"/>
                </a:lnTo>
                <a:lnTo>
                  <a:pt x="4945" y="917"/>
                </a:lnTo>
                <a:lnTo>
                  <a:pt x="4946" y="917"/>
                </a:lnTo>
                <a:lnTo>
                  <a:pt x="4946" y="917"/>
                </a:lnTo>
                <a:lnTo>
                  <a:pt x="4947" y="917"/>
                </a:lnTo>
                <a:lnTo>
                  <a:pt x="4947" y="917"/>
                </a:lnTo>
                <a:lnTo>
                  <a:pt x="4948" y="917"/>
                </a:lnTo>
                <a:lnTo>
                  <a:pt x="4948" y="917"/>
                </a:lnTo>
                <a:lnTo>
                  <a:pt x="4949" y="918"/>
                </a:lnTo>
                <a:lnTo>
                  <a:pt x="4949" y="918"/>
                </a:lnTo>
                <a:lnTo>
                  <a:pt x="4950" y="918"/>
                </a:lnTo>
                <a:lnTo>
                  <a:pt x="4952" y="917"/>
                </a:lnTo>
                <a:lnTo>
                  <a:pt x="4952" y="917"/>
                </a:lnTo>
                <a:lnTo>
                  <a:pt x="4952" y="917"/>
                </a:lnTo>
                <a:lnTo>
                  <a:pt x="4953" y="917"/>
                </a:lnTo>
                <a:lnTo>
                  <a:pt x="4953" y="917"/>
                </a:lnTo>
                <a:lnTo>
                  <a:pt x="4954" y="917"/>
                </a:lnTo>
                <a:lnTo>
                  <a:pt x="4954" y="917"/>
                </a:lnTo>
                <a:lnTo>
                  <a:pt x="4955" y="917"/>
                </a:lnTo>
                <a:lnTo>
                  <a:pt x="4956" y="917"/>
                </a:lnTo>
                <a:lnTo>
                  <a:pt x="4956" y="917"/>
                </a:lnTo>
                <a:lnTo>
                  <a:pt x="4956" y="917"/>
                </a:lnTo>
                <a:lnTo>
                  <a:pt x="4957" y="917"/>
                </a:lnTo>
                <a:lnTo>
                  <a:pt x="4958" y="917"/>
                </a:lnTo>
                <a:lnTo>
                  <a:pt x="4958" y="917"/>
                </a:lnTo>
                <a:lnTo>
                  <a:pt x="4959" y="916"/>
                </a:lnTo>
                <a:lnTo>
                  <a:pt x="4959" y="916"/>
                </a:lnTo>
                <a:lnTo>
                  <a:pt x="4959" y="916"/>
                </a:lnTo>
                <a:lnTo>
                  <a:pt x="4961" y="915"/>
                </a:lnTo>
                <a:lnTo>
                  <a:pt x="4962" y="916"/>
                </a:lnTo>
                <a:lnTo>
                  <a:pt x="4962" y="916"/>
                </a:lnTo>
                <a:lnTo>
                  <a:pt x="4963" y="918"/>
                </a:lnTo>
                <a:lnTo>
                  <a:pt x="4964" y="918"/>
                </a:lnTo>
                <a:lnTo>
                  <a:pt x="4964" y="918"/>
                </a:lnTo>
                <a:lnTo>
                  <a:pt x="4964" y="918"/>
                </a:lnTo>
                <a:lnTo>
                  <a:pt x="4965" y="917"/>
                </a:lnTo>
                <a:lnTo>
                  <a:pt x="4966" y="917"/>
                </a:lnTo>
                <a:lnTo>
                  <a:pt x="4968" y="917"/>
                </a:lnTo>
                <a:lnTo>
                  <a:pt x="4968" y="917"/>
                </a:lnTo>
                <a:lnTo>
                  <a:pt x="4968" y="917"/>
                </a:lnTo>
                <a:lnTo>
                  <a:pt x="4970" y="918"/>
                </a:lnTo>
                <a:lnTo>
                  <a:pt x="4970" y="918"/>
                </a:lnTo>
                <a:lnTo>
                  <a:pt x="4971" y="918"/>
                </a:lnTo>
                <a:lnTo>
                  <a:pt x="4971" y="917"/>
                </a:lnTo>
                <a:lnTo>
                  <a:pt x="4972" y="917"/>
                </a:lnTo>
                <a:lnTo>
                  <a:pt x="4973" y="917"/>
                </a:lnTo>
                <a:lnTo>
                  <a:pt x="4973" y="917"/>
                </a:lnTo>
                <a:lnTo>
                  <a:pt x="4974" y="917"/>
                </a:lnTo>
                <a:lnTo>
                  <a:pt x="4976" y="917"/>
                </a:lnTo>
                <a:lnTo>
                  <a:pt x="4976" y="917"/>
                </a:lnTo>
                <a:lnTo>
                  <a:pt x="4976" y="917"/>
                </a:lnTo>
                <a:lnTo>
                  <a:pt x="4977" y="917"/>
                </a:lnTo>
                <a:lnTo>
                  <a:pt x="4977" y="917"/>
                </a:lnTo>
                <a:lnTo>
                  <a:pt x="4978" y="917"/>
                </a:lnTo>
                <a:lnTo>
                  <a:pt x="4978" y="917"/>
                </a:lnTo>
                <a:lnTo>
                  <a:pt x="4979" y="917"/>
                </a:lnTo>
                <a:lnTo>
                  <a:pt x="4980" y="917"/>
                </a:lnTo>
                <a:lnTo>
                  <a:pt x="4980" y="917"/>
                </a:lnTo>
                <a:lnTo>
                  <a:pt x="4980" y="917"/>
                </a:lnTo>
                <a:lnTo>
                  <a:pt x="4982" y="917"/>
                </a:lnTo>
                <a:lnTo>
                  <a:pt x="4982" y="917"/>
                </a:lnTo>
                <a:lnTo>
                  <a:pt x="4983" y="918"/>
                </a:lnTo>
                <a:lnTo>
                  <a:pt x="4983" y="918"/>
                </a:lnTo>
                <a:lnTo>
                  <a:pt x="4984" y="918"/>
                </a:lnTo>
                <a:lnTo>
                  <a:pt x="4986" y="915"/>
                </a:lnTo>
                <a:lnTo>
                  <a:pt x="4986" y="915"/>
                </a:lnTo>
                <a:lnTo>
                  <a:pt x="4986" y="914"/>
                </a:lnTo>
                <a:lnTo>
                  <a:pt x="4988" y="917"/>
                </a:lnTo>
                <a:lnTo>
                  <a:pt x="4988" y="918"/>
                </a:lnTo>
                <a:lnTo>
                  <a:pt x="4989" y="920"/>
                </a:lnTo>
                <a:lnTo>
                  <a:pt x="4989" y="920"/>
                </a:lnTo>
                <a:lnTo>
                  <a:pt x="4990" y="920"/>
                </a:lnTo>
                <a:lnTo>
                  <a:pt x="4992" y="918"/>
                </a:lnTo>
                <a:lnTo>
                  <a:pt x="4992" y="917"/>
                </a:lnTo>
                <a:lnTo>
                  <a:pt x="4993" y="917"/>
                </a:lnTo>
                <a:lnTo>
                  <a:pt x="4994" y="917"/>
                </a:lnTo>
                <a:lnTo>
                  <a:pt x="4994" y="918"/>
                </a:lnTo>
                <a:lnTo>
                  <a:pt x="4995" y="918"/>
                </a:lnTo>
                <a:lnTo>
                  <a:pt x="4996" y="918"/>
                </a:lnTo>
                <a:lnTo>
                  <a:pt x="4997" y="917"/>
                </a:lnTo>
                <a:lnTo>
                  <a:pt x="4997" y="917"/>
                </a:lnTo>
                <a:lnTo>
                  <a:pt x="4998" y="917"/>
                </a:lnTo>
                <a:lnTo>
                  <a:pt x="4998" y="917"/>
                </a:lnTo>
                <a:lnTo>
                  <a:pt x="5000" y="918"/>
                </a:lnTo>
                <a:lnTo>
                  <a:pt x="5000" y="918"/>
                </a:lnTo>
                <a:lnTo>
                  <a:pt x="5000" y="918"/>
                </a:lnTo>
                <a:lnTo>
                  <a:pt x="5001" y="918"/>
                </a:lnTo>
                <a:lnTo>
                  <a:pt x="5002" y="918"/>
                </a:lnTo>
                <a:lnTo>
                  <a:pt x="5003" y="918"/>
                </a:lnTo>
                <a:lnTo>
                  <a:pt x="5004" y="919"/>
                </a:lnTo>
                <a:lnTo>
                  <a:pt x="5004" y="919"/>
                </a:lnTo>
                <a:lnTo>
                  <a:pt x="5004" y="918"/>
                </a:lnTo>
                <a:lnTo>
                  <a:pt x="5005" y="919"/>
                </a:lnTo>
                <a:lnTo>
                  <a:pt x="5006" y="919"/>
                </a:lnTo>
                <a:lnTo>
                  <a:pt x="5006" y="919"/>
                </a:lnTo>
                <a:lnTo>
                  <a:pt x="5007" y="918"/>
                </a:lnTo>
                <a:lnTo>
                  <a:pt x="5007" y="918"/>
                </a:lnTo>
                <a:lnTo>
                  <a:pt x="5008" y="918"/>
                </a:lnTo>
                <a:lnTo>
                  <a:pt x="5008" y="918"/>
                </a:lnTo>
                <a:lnTo>
                  <a:pt x="5010" y="917"/>
                </a:lnTo>
                <a:lnTo>
                  <a:pt x="5010" y="917"/>
                </a:lnTo>
                <a:lnTo>
                  <a:pt x="5012" y="917"/>
                </a:lnTo>
                <a:lnTo>
                  <a:pt x="5012" y="917"/>
                </a:lnTo>
                <a:lnTo>
                  <a:pt x="5013" y="916"/>
                </a:lnTo>
                <a:lnTo>
                  <a:pt x="5013" y="916"/>
                </a:lnTo>
                <a:lnTo>
                  <a:pt x="5014" y="916"/>
                </a:lnTo>
                <a:lnTo>
                  <a:pt x="5014" y="916"/>
                </a:lnTo>
                <a:lnTo>
                  <a:pt x="5015" y="917"/>
                </a:lnTo>
                <a:lnTo>
                  <a:pt x="5016" y="917"/>
                </a:lnTo>
                <a:lnTo>
                  <a:pt x="5016" y="917"/>
                </a:lnTo>
                <a:lnTo>
                  <a:pt x="5017" y="917"/>
                </a:lnTo>
                <a:lnTo>
                  <a:pt x="5018" y="917"/>
                </a:lnTo>
                <a:lnTo>
                  <a:pt x="5018" y="917"/>
                </a:lnTo>
                <a:lnTo>
                  <a:pt x="5018" y="917"/>
                </a:lnTo>
                <a:lnTo>
                  <a:pt x="5019" y="917"/>
                </a:lnTo>
                <a:lnTo>
                  <a:pt x="5019" y="917"/>
                </a:lnTo>
                <a:lnTo>
                  <a:pt x="5020" y="917"/>
                </a:lnTo>
                <a:lnTo>
                  <a:pt x="5020" y="917"/>
                </a:lnTo>
                <a:lnTo>
                  <a:pt x="5021" y="918"/>
                </a:lnTo>
                <a:lnTo>
                  <a:pt x="5021" y="918"/>
                </a:lnTo>
                <a:lnTo>
                  <a:pt x="5022" y="918"/>
                </a:lnTo>
                <a:lnTo>
                  <a:pt x="5024" y="918"/>
                </a:lnTo>
                <a:lnTo>
                  <a:pt x="5024" y="918"/>
                </a:lnTo>
                <a:lnTo>
                  <a:pt x="5024" y="918"/>
                </a:lnTo>
                <a:lnTo>
                  <a:pt x="5026" y="917"/>
                </a:lnTo>
                <a:lnTo>
                  <a:pt x="5026" y="917"/>
                </a:lnTo>
                <a:lnTo>
                  <a:pt x="5026" y="916"/>
                </a:lnTo>
                <a:lnTo>
                  <a:pt x="5028" y="916"/>
                </a:lnTo>
                <a:lnTo>
                  <a:pt x="5028" y="917"/>
                </a:lnTo>
                <a:lnTo>
                  <a:pt x="5028" y="916"/>
                </a:lnTo>
                <a:lnTo>
                  <a:pt x="5030" y="917"/>
                </a:lnTo>
                <a:lnTo>
                  <a:pt x="5030" y="917"/>
                </a:lnTo>
                <a:lnTo>
                  <a:pt x="5032" y="918"/>
                </a:lnTo>
                <a:lnTo>
                  <a:pt x="5032" y="918"/>
                </a:lnTo>
                <a:lnTo>
                  <a:pt x="5034" y="921"/>
                </a:lnTo>
                <a:lnTo>
                  <a:pt x="5034" y="921"/>
                </a:lnTo>
                <a:lnTo>
                  <a:pt x="5035" y="923"/>
                </a:lnTo>
                <a:lnTo>
                  <a:pt x="5036" y="922"/>
                </a:lnTo>
                <a:lnTo>
                  <a:pt x="5036" y="922"/>
                </a:lnTo>
                <a:lnTo>
                  <a:pt x="5038" y="918"/>
                </a:lnTo>
                <a:lnTo>
                  <a:pt x="5038" y="917"/>
                </a:lnTo>
                <a:lnTo>
                  <a:pt x="5039" y="915"/>
                </a:lnTo>
                <a:lnTo>
                  <a:pt x="5040" y="915"/>
                </a:lnTo>
                <a:lnTo>
                  <a:pt x="5040" y="915"/>
                </a:lnTo>
                <a:lnTo>
                  <a:pt x="5042" y="913"/>
                </a:lnTo>
                <a:lnTo>
                  <a:pt x="5042" y="912"/>
                </a:lnTo>
                <a:lnTo>
                  <a:pt x="5044" y="912"/>
                </a:lnTo>
                <a:lnTo>
                  <a:pt x="5044" y="912"/>
                </a:lnTo>
                <a:lnTo>
                  <a:pt x="5044" y="912"/>
                </a:lnTo>
                <a:lnTo>
                  <a:pt x="5046" y="915"/>
                </a:lnTo>
                <a:lnTo>
                  <a:pt x="5046" y="915"/>
                </a:lnTo>
                <a:lnTo>
                  <a:pt x="5048" y="916"/>
                </a:lnTo>
                <a:lnTo>
                  <a:pt x="5048" y="916"/>
                </a:lnTo>
                <a:lnTo>
                  <a:pt x="5050" y="920"/>
                </a:lnTo>
                <a:lnTo>
                  <a:pt x="5050" y="920"/>
                </a:lnTo>
                <a:lnTo>
                  <a:pt x="5052" y="924"/>
                </a:lnTo>
                <a:lnTo>
                  <a:pt x="5052" y="924"/>
                </a:lnTo>
                <a:lnTo>
                  <a:pt x="5053" y="925"/>
                </a:lnTo>
                <a:lnTo>
                  <a:pt x="5054" y="924"/>
                </a:lnTo>
                <a:lnTo>
                  <a:pt x="5054" y="923"/>
                </a:lnTo>
                <a:lnTo>
                  <a:pt x="5056" y="916"/>
                </a:lnTo>
                <a:lnTo>
                  <a:pt x="5056" y="916"/>
                </a:lnTo>
                <a:lnTo>
                  <a:pt x="5058" y="914"/>
                </a:lnTo>
                <a:lnTo>
                  <a:pt x="5058" y="914"/>
                </a:lnTo>
                <a:lnTo>
                  <a:pt x="5060" y="912"/>
                </a:lnTo>
                <a:lnTo>
                  <a:pt x="5060" y="912"/>
                </a:lnTo>
                <a:lnTo>
                  <a:pt x="5062" y="915"/>
                </a:lnTo>
                <a:lnTo>
                  <a:pt x="5062" y="915"/>
                </a:lnTo>
                <a:lnTo>
                  <a:pt x="5064" y="917"/>
                </a:lnTo>
                <a:lnTo>
                  <a:pt x="5064" y="917"/>
                </a:lnTo>
                <a:lnTo>
                  <a:pt x="5066" y="914"/>
                </a:lnTo>
                <a:lnTo>
                  <a:pt x="5066" y="914"/>
                </a:lnTo>
                <a:lnTo>
                  <a:pt x="5067" y="913"/>
                </a:lnTo>
                <a:lnTo>
                  <a:pt x="5068" y="915"/>
                </a:lnTo>
                <a:lnTo>
                  <a:pt x="5068" y="915"/>
                </a:lnTo>
                <a:lnTo>
                  <a:pt x="5070" y="918"/>
                </a:lnTo>
                <a:lnTo>
                  <a:pt x="5070" y="918"/>
                </a:lnTo>
                <a:lnTo>
                  <a:pt x="5070" y="918"/>
                </a:lnTo>
                <a:lnTo>
                  <a:pt x="5072" y="918"/>
                </a:lnTo>
                <a:lnTo>
                  <a:pt x="5072" y="918"/>
                </a:lnTo>
                <a:lnTo>
                  <a:pt x="5072" y="918"/>
                </a:lnTo>
                <a:lnTo>
                  <a:pt x="5073" y="918"/>
                </a:lnTo>
                <a:lnTo>
                  <a:pt x="5074" y="918"/>
                </a:lnTo>
                <a:lnTo>
                  <a:pt x="5074" y="918"/>
                </a:lnTo>
                <a:lnTo>
                  <a:pt x="5074" y="918"/>
                </a:lnTo>
                <a:lnTo>
                  <a:pt x="5074" y="919"/>
                </a:lnTo>
                <a:lnTo>
                  <a:pt x="5075" y="918"/>
                </a:lnTo>
                <a:lnTo>
                  <a:pt x="5076" y="919"/>
                </a:lnTo>
                <a:lnTo>
                  <a:pt x="5076" y="919"/>
                </a:lnTo>
                <a:lnTo>
                  <a:pt x="5077" y="918"/>
                </a:lnTo>
                <a:lnTo>
                  <a:pt x="5078" y="919"/>
                </a:lnTo>
                <a:lnTo>
                  <a:pt x="5078" y="920"/>
                </a:lnTo>
                <a:lnTo>
                  <a:pt x="5078" y="920"/>
                </a:lnTo>
                <a:lnTo>
                  <a:pt x="5080" y="918"/>
                </a:lnTo>
                <a:lnTo>
                  <a:pt x="5080" y="918"/>
                </a:lnTo>
                <a:lnTo>
                  <a:pt x="5081" y="917"/>
                </a:lnTo>
                <a:lnTo>
                  <a:pt x="5082" y="918"/>
                </a:lnTo>
                <a:lnTo>
                  <a:pt x="5082" y="918"/>
                </a:lnTo>
                <a:lnTo>
                  <a:pt x="5083" y="918"/>
                </a:lnTo>
                <a:lnTo>
                  <a:pt x="5084" y="918"/>
                </a:lnTo>
                <a:lnTo>
                  <a:pt x="5084" y="919"/>
                </a:lnTo>
                <a:lnTo>
                  <a:pt x="5086" y="920"/>
                </a:lnTo>
                <a:lnTo>
                  <a:pt x="5086" y="920"/>
                </a:lnTo>
                <a:lnTo>
                  <a:pt x="5086" y="921"/>
                </a:lnTo>
                <a:lnTo>
                  <a:pt x="5088" y="920"/>
                </a:lnTo>
                <a:lnTo>
                  <a:pt x="5088" y="920"/>
                </a:lnTo>
                <a:lnTo>
                  <a:pt x="5090" y="918"/>
                </a:lnTo>
                <a:lnTo>
                  <a:pt x="5090" y="918"/>
                </a:lnTo>
                <a:lnTo>
                  <a:pt x="5090" y="917"/>
                </a:lnTo>
                <a:lnTo>
                  <a:pt x="5092" y="919"/>
                </a:lnTo>
                <a:lnTo>
                  <a:pt x="5092" y="919"/>
                </a:lnTo>
                <a:lnTo>
                  <a:pt x="5093" y="919"/>
                </a:lnTo>
                <a:lnTo>
                  <a:pt x="5094" y="918"/>
                </a:lnTo>
                <a:lnTo>
                  <a:pt x="5094" y="917"/>
                </a:lnTo>
                <a:lnTo>
                  <a:pt x="5096" y="914"/>
                </a:lnTo>
                <a:lnTo>
                  <a:pt x="5096" y="914"/>
                </a:lnTo>
                <a:lnTo>
                  <a:pt x="5096" y="913"/>
                </a:lnTo>
                <a:lnTo>
                  <a:pt x="5098" y="915"/>
                </a:lnTo>
                <a:lnTo>
                  <a:pt x="5098" y="915"/>
                </a:lnTo>
                <a:lnTo>
                  <a:pt x="5100" y="917"/>
                </a:lnTo>
                <a:lnTo>
                  <a:pt x="5100" y="917"/>
                </a:lnTo>
                <a:lnTo>
                  <a:pt x="5102" y="918"/>
                </a:lnTo>
                <a:lnTo>
                  <a:pt x="5102" y="918"/>
                </a:lnTo>
                <a:lnTo>
                  <a:pt x="5104" y="921"/>
                </a:lnTo>
                <a:lnTo>
                  <a:pt x="5104" y="921"/>
                </a:lnTo>
                <a:lnTo>
                  <a:pt x="5106" y="923"/>
                </a:lnTo>
                <a:lnTo>
                  <a:pt x="5106" y="923"/>
                </a:lnTo>
                <a:lnTo>
                  <a:pt x="5108" y="921"/>
                </a:lnTo>
                <a:lnTo>
                  <a:pt x="5108" y="921"/>
                </a:lnTo>
                <a:lnTo>
                  <a:pt x="5110" y="917"/>
                </a:lnTo>
                <a:lnTo>
                  <a:pt x="5110" y="917"/>
                </a:lnTo>
                <a:lnTo>
                  <a:pt x="5112" y="915"/>
                </a:lnTo>
                <a:lnTo>
                  <a:pt x="5112" y="915"/>
                </a:lnTo>
                <a:lnTo>
                  <a:pt x="5114" y="914"/>
                </a:lnTo>
                <a:lnTo>
                  <a:pt x="5114" y="914"/>
                </a:lnTo>
                <a:lnTo>
                  <a:pt x="5114" y="914"/>
                </a:lnTo>
                <a:lnTo>
                  <a:pt x="5116" y="914"/>
                </a:lnTo>
                <a:lnTo>
                  <a:pt x="5116" y="915"/>
                </a:lnTo>
                <a:lnTo>
                  <a:pt x="5118" y="917"/>
                </a:lnTo>
                <a:lnTo>
                  <a:pt x="5118" y="917"/>
                </a:lnTo>
                <a:lnTo>
                  <a:pt x="5118" y="917"/>
                </a:lnTo>
                <a:lnTo>
                  <a:pt x="5119" y="917"/>
                </a:lnTo>
                <a:lnTo>
                  <a:pt x="5120" y="917"/>
                </a:lnTo>
                <a:lnTo>
                  <a:pt x="5120" y="917"/>
                </a:lnTo>
                <a:lnTo>
                  <a:pt x="5120" y="917"/>
                </a:lnTo>
                <a:lnTo>
                  <a:pt x="5120" y="917"/>
                </a:lnTo>
                <a:lnTo>
                  <a:pt x="5122" y="917"/>
                </a:lnTo>
                <a:lnTo>
                  <a:pt x="5122" y="917"/>
                </a:lnTo>
                <a:lnTo>
                  <a:pt x="5122" y="917"/>
                </a:lnTo>
                <a:lnTo>
                  <a:pt x="5123" y="917"/>
                </a:lnTo>
                <a:lnTo>
                  <a:pt x="5123" y="917"/>
                </a:lnTo>
                <a:lnTo>
                  <a:pt x="5124" y="917"/>
                </a:lnTo>
                <a:lnTo>
                  <a:pt x="5125" y="917"/>
                </a:lnTo>
                <a:lnTo>
                  <a:pt x="5126" y="916"/>
                </a:lnTo>
                <a:lnTo>
                  <a:pt x="5126" y="916"/>
                </a:lnTo>
                <a:lnTo>
                  <a:pt x="5127" y="916"/>
                </a:lnTo>
                <a:lnTo>
                  <a:pt x="5128" y="915"/>
                </a:lnTo>
                <a:lnTo>
                  <a:pt x="5128" y="916"/>
                </a:lnTo>
                <a:lnTo>
                  <a:pt x="5128" y="916"/>
                </a:lnTo>
                <a:lnTo>
                  <a:pt x="5130" y="917"/>
                </a:lnTo>
                <a:lnTo>
                  <a:pt x="5130" y="917"/>
                </a:lnTo>
                <a:lnTo>
                  <a:pt x="5132" y="918"/>
                </a:lnTo>
                <a:lnTo>
                  <a:pt x="5132" y="918"/>
                </a:lnTo>
                <a:lnTo>
                  <a:pt x="5132" y="918"/>
                </a:lnTo>
                <a:lnTo>
                  <a:pt x="5132" y="918"/>
                </a:lnTo>
                <a:lnTo>
                  <a:pt x="5133" y="919"/>
                </a:lnTo>
                <a:lnTo>
                  <a:pt x="5134" y="918"/>
                </a:lnTo>
                <a:lnTo>
                  <a:pt x="5134" y="918"/>
                </a:lnTo>
                <a:lnTo>
                  <a:pt x="5135" y="918"/>
                </a:lnTo>
                <a:lnTo>
                  <a:pt x="5135" y="918"/>
                </a:lnTo>
                <a:lnTo>
                  <a:pt x="5136" y="918"/>
                </a:lnTo>
                <a:lnTo>
                  <a:pt x="5136" y="918"/>
                </a:lnTo>
                <a:lnTo>
                  <a:pt x="5137" y="918"/>
                </a:lnTo>
                <a:lnTo>
                  <a:pt x="5138" y="918"/>
                </a:lnTo>
                <a:lnTo>
                  <a:pt x="5138" y="918"/>
                </a:lnTo>
                <a:lnTo>
                  <a:pt x="5139" y="919"/>
                </a:lnTo>
                <a:lnTo>
                  <a:pt x="5140" y="919"/>
                </a:lnTo>
                <a:lnTo>
                  <a:pt x="5140" y="919"/>
                </a:lnTo>
                <a:lnTo>
                  <a:pt x="5140" y="919"/>
                </a:lnTo>
                <a:lnTo>
                  <a:pt x="5141" y="919"/>
                </a:lnTo>
                <a:lnTo>
                  <a:pt x="5142" y="919"/>
                </a:lnTo>
                <a:lnTo>
                  <a:pt x="5142" y="918"/>
                </a:lnTo>
                <a:lnTo>
                  <a:pt x="5142" y="918"/>
                </a:lnTo>
                <a:lnTo>
                  <a:pt x="5143" y="919"/>
                </a:lnTo>
                <a:lnTo>
                  <a:pt x="5144" y="919"/>
                </a:lnTo>
                <a:lnTo>
                  <a:pt x="5144" y="918"/>
                </a:lnTo>
                <a:lnTo>
                  <a:pt x="5145" y="919"/>
                </a:lnTo>
                <a:lnTo>
                  <a:pt x="5146" y="918"/>
                </a:lnTo>
                <a:lnTo>
                  <a:pt x="5146" y="918"/>
                </a:lnTo>
                <a:lnTo>
                  <a:pt x="5146" y="918"/>
                </a:lnTo>
                <a:lnTo>
                  <a:pt x="5148" y="917"/>
                </a:lnTo>
                <a:lnTo>
                  <a:pt x="5148" y="917"/>
                </a:lnTo>
                <a:lnTo>
                  <a:pt x="5148" y="917"/>
                </a:lnTo>
                <a:lnTo>
                  <a:pt x="5149" y="917"/>
                </a:lnTo>
                <a:lnTo>
                  <a:pt x="5150" y="917"/>
                </a:lnTo>
                <a:lnTo>
                  <a:pt x="5150" y="917"/>
                </a:lnTo>
                <a:lnTo>
                  <a:pt x="5150" y="916"/>
                </a:lnTo>
                <a:lnTo>
                  <a:pt x="5151" y="917"/>
                </a:lnTo>
                <a:lnTo>
                  <a:pt x="5152" y="917"/>
                </a:lnTo>
                <a:lnTo>
                  <a:pt x="5152" y="917"/>
                </a:lnTo>
                <a:lnTo>
                  <a:pt x="5154" y="915"/>
                </a:lnTo>
                <a:lnTo>
                  <a:pt x="5154" y="915"/>
                </a:lnTo>
                <a:lnTo>
                  <a:pt x="5156" y="914"/>
                </a:lnTo>
                <a:lnTo>
                  <a:pt x="5156" y="914"/>
                </a:lnTo>
                <a:lnTo>
                  <a:pt x="5157" y="914"/>
                </a:lnTo>
                <a:lnTo>
                  <a:pt x="5158" y="914"/>
                </a:lnTo>
                <a:lnTo>
                  <a:pt x="5158" y="914"/>
                </a:lnTo>
                <a:lnTo>
                  <a:pt x="5158" y="914"/>
                </a:lnTo>
                <a:lnTo>
                  <a:pt x="5159" y="913"/>
                </a:lnTo>
                <a:lnTo>
                  <a:pt x="5160" y="914"/>
                </a:lnTo>
                <a:lnTo>
                  <a:pt x="5160" y="914"/>
                </a:lnTo>
                <a:lnTo>
                  <a:pt x="5162" y="916"/>
                </a:lnTo>
                <a:lnTo>
                  <a:pt x="5162" y="917"/>
                </a:lnTo>
                <a:lnTo>
                  <a:pt x="5164" y="918"/>
                </a:lnTo>
                <a:lnTo>
                  <a:pt x="5164" y="918"/>
                </a:lnTo>
                <a:lnTo>
                  <a:pt x="5165" y="918"/>
                </a:lnTo>
                <a:lnTo>
                  <a:pt x="5166" y="918"/>
                </a:lnTo>
                <a:lnTo>
                  <a:pt x="5166" y="918"/>
                </a:lnTo>
                <a:lnTo>
                  <a:pt x="5167" y="918"/>
                </a:lnTo>
                <a:lnTo>
                  <a:pt x="5168" y="918"/>
                </a:lnTo>
                <a:lnTo>
                  <a:pt x="5168" y="918"/>
                </a:lnTo>
                <a:lnTo>
                  <a:pt x="5170" y="920"/>
                </a:lnTo>
                <a:lnTo>
                  <a:pt x="5170" y="919"/>
                </a:lnTo>
                <a:lnTo>
                  <a:pt x="5170" y="920"/>
                </a:lnTo>
                <a:lnTo>
                  <a:pt x="5172" y="919"/>
                </a:lnTo>
                <a:lnTo>
                  <a:pt x="5172" y="919"/>
                </a:lnTo>
                <a:lnTo>
                  <a:pt x="5174" y="917"/>
                </a:lnTo>
                <a:lnTo>
                  <a:pt x="5174" y="917"/>
                </a:lnTo>
                <a:lnTo>
                  <a:pt x="5176" y="916"/>
                </a:lnTo>
                <a:lnTo>
                  <a:pt x="5176" y="916"/>
                </a:lnTo>
                <a:lnTo>
                  <a:pt x="5176" y="916"/>
                </a:lnTo>
                <a:lnTo>
                  <a:pt x="5178" y="917"/>
                </a:lnTo>
                <a:lnTo>
                  <a:pt x="5178" y="917"/>
                </a:lnTo>
                <a:lnTo>
                  <a:pt x="5179" y="918"/>
                </a:lnTo>
                <a:lnTo>
                  <a:pt x="5180" y="918"/>
                </a:lnTo>
                <a:lnTo>
                  <a:pt x="5180" y="918"/>
                </a:lnTo>
                <a:lnTo>
                  <a:pt x="5180" y="918"/>
                </a:lnTo>
                <a:lnTo>
                  <a:pt x="5182" y="918"/>
                </a:lnTo>
                <a:lnTo>
                  <a:pt x="5182" y="918"/>
                </a:lnTo>
                <a:lnTo>
                  <a:pt x="5182" y="918"/>
                </a:lnTo>
                <a:lnTo>
                  <a:pt x="5184" y="917"/>
                </a:lnTo>
                <a:lnTo>
                  <a:pt x="5184" y="917"/>
                </a:lnTo>
                <a:lnTo>
                  <a:pt x="5185" y="918"/>
                </a:lnTo>
                <a:lnTo>
                  <a:pt x="5186" y="917"/>
                </a:lnTo>
                <a:lnTo>
                  <a:pt x="5186" y="917"/>
                </a:lnTo>
                <a:lnTo>
                  <a:pt x="5186" y="917"/>
                </a:lnTo>
                <a:lnTo>
                  <a:pt x="5187" y="918"/>
                </a:lnTo>
                <a:lnTo>
                  <a:pt x="5188" y="918"/>
                </a:lnTo>
                <a:lnTo>
                  <a:pt x="5188" y="918"/>
                </a:lnTo>
                <a:lnTo>
                  <a:pt x="5188" y="918"/>
                </a:lnTo>
                <a:lnTo>
                  <a:pt x="5190" y="917"/>
                </a:lnTo>
                <a:lnTo>
                  <a:pt x="5190" y="917"/>
                </a:lnTo>
                <a:lnTo>
                  <a:pt x="5191" y="918"/>
                </a:lnTo>
                <a:lnTo>
                  <a:pt x="5192" y="918"/>
                </a:lnTo>
                <a:lnTo>
                  <a:pt x="5192" y="918"/>
                </a:lnTo>
                <a:lnTo>
                  <a:pt x="5193" y="918"/>
                </a:lnTo>
                <a:lnTo>
                  <a:pt x="5194" y="918"/>
                </a:lnTo>
                <a:lnTo>
                  <a:pt x="5194" y="918"/>
                </a:lnTo>
                <a:lnTo>
                  <a:pt x="5194" y="918"/>
                </a:lnTo>
                <a:lnTo>
                  <a:pt x="5194" y="918"/>
                </a:lnTo>
                <a:lnTo>
                  <a:pt x="5196" y="918"/>
                </a:lnTo>
                <a:lnTo>
                  <a:pt x="5196" y="918"/>
                </a:lnTo>
                <a:lnTo>
                  <a:pt x="5197" y="917"/>
                </a:lnTo>
                <a:lnTo>
                  <a:pt x="5198" y="918"/>
                </a:lnTo>
                <a:lnTo>
                  <a:pt x="5198" y="918"/>
                </a:lnTo>
                <a:lnTo>
                  <a:pt x="5198" y="918"/>
                </a:lnTo>
                <a:lnTo>
                  <a:pt x="5199" y="918"/>
                </a:lnTo>
                <a:lnTo>
                  <a:pt x="5200" y="918"/>
                </a:lnTo>
                <a:lnTo>
                  <a:pt x="5200" y="918"/>
                </a:lnTo>
                <a:lnTo>
                  <a:pt x="5200" y="918"/>
                </a:lnTo>
                <a:lnTo>
                  <a:pt x="5201" y="917"/>
                </a:lnTo>
                <a:lnTo>
                  <a:pt x="5202" y="918"/>
                </a:lnTo>
                <a:lnTo>
                  <a:pt x="5202" y="918"/>
                </a:lnTo>
                <a:lnTo>
                  <a:pt x="5202" y="918"/>
                </a:lnTo>
                <a:lnTo>
                  <a:pt x="5204" y="919"/>
                </a:lnTo>
                <a:lnTo>
                  <a:pt x="5204" y="919"/>
                </a:lnTo>
                <a:lnTo>
                  <a:pt x="5204" y="919"/>
                </a:lnTo>
                <a:lnTo>
                  <a:pt x="5205" y="918"/>
                </a:lnTo>
                <a:lnTo>
                  <a:pt x="5206" y="918"/>
                </a:lnTo>
                <a:lnTo>
                  <a:pt x="5206" y="918"/>
                </a:lnTo>
                <a:lnTo>
                  <a:pt x="5206" y="918"/>
                </a:lnTo>
                <a:lnTo>
                  <a:pt x="5208" y="918"/>
                </a:lnTo>
                <a:lnTo>
                  <a:pt x="5208" y="918"/>
                </a:lnTo>
                <a:lnTo>
                  <a:pt x="5208" y="918"/>
                </a:lnTo>
                <a:lnTo>
                  <a:pt x="5209" y="917"/>
                </a:lnTo>
                <a:lnTo>
                  <a:pt x="5210" y="917"/>
                </a:lnTo>
                <a:lnTo>
                  <a:pt x="5210" y="917"/>
                </a:lnTo>
                <a:lnTo>
                  <a:pt x="5210" y="917"/>
                </a:lnTo>
                <a:lnTo>
                  <a:pt x="5211" y="917"/>
                </a:lnTo>
                <a:lnTo>
                  <a:pt x="5212" y="917"/>
                </a:lnTo>
                <a:lnTo>
                  <a:pt x="5212" y="917"/>
                </a:lnTo>
                <a:lnTo>
                  <a:pt x="5212" y="917"/>
                </a:lnTo>
                <a:lnTo>
                  <a:pt x="5214" y="917"/>
                </a:lnTo>
                <a:lnTo>
                  <a:pt x="5214" y="917"/>
                </a:lnTo>
                <a:lnTo>
                  <a:pt x="5214" y="917"/>
                </a:lnTo>
                <a:lnTo>
                  <a:pt x="5215" y="917"/>
                </a:lnTo>
                <a:lnTo>
                  <a:pt x="5216" y="917"/>
                </a:lnTo>
                <a:lnTo>
                  <a:pt x="5216" y="917"/>
                </a:lnTo>
                <a:lnTo>
                  <a:pt x="5217" y="918"/>
                </a:lnTo>
                <a:lnTo>
                  <a:pt x="5218" y="917"/>
                </a:lnTo>
                <a:lnTo>
                  <a:pt x="5218" y="917"/>
                </a:lnTo>
                <a:lnTo>
                  <a:pt x="5220" y="917"/>
                </a:lnTo>
                <a:lnTo>
                  <a:pt x="5220" y="917"/>
                </a:lnTo>
                <a:lnTo>
                  <a:pt x="5220" y="917"/>
                </a:lnTo>
                <a:lnTo>
                  <a:pt x="5220" y="917"/>
                </a:lnTo>
                <a:lnTo>
                  <a:pt x="5221" y="917"/>
                </a:lnTo>
                <a:lnTo>
                  <a:pt x="5222" y="917"/>
                </a:lnTo>
                <a:lnTo>
                  <a:pt x="5222" y="917"/>
                </a:lnTo>
                <a:lnTo>
                  <a:pt x="5223" y="918"/>
                </a:lnTo>
                <a:lnTo>
                  <a:pt x="5224" y="918"/>
                </a:lnTo>
                <a:lnTo>
                  <a:pt x="5224" y="918"/>
                </a:lnTo>
                <a:lnTo>
                  <a:pt x="5224" y="918"/>
                </a:lnTo>
                <a:lnTo>
                  <a:pt x="5226" y="918"/>
                </a:lnTo>
                <a:lnTo>
                  <a:pt x="5226" y="918"/>
                </a:lnTo>
                <a:lnTo>
                  <a:pt x="5226" y="918"/>
                </a:lnTo>
                <a:lnTo>
                  <a:pt x="5228" y="918"/>
                </a:lnTo>
                <a:lnTo>
                  <a:pt x="5228" y="917"/>
                </a:lnTo>
                <a:lnTo>
                  <a:pt x="5229" y="917"/>
                </a:lnTo>
                <a:lnTo>
                  <a:pt x="5230" y="917"/>
                </a:lnTo>
                <a:lnTo>
                  <a:pt x="5230" y="917"/>
                </a:lnTo>
                <a:lnTo>
                  <a:pt x="5230" y="917"/>
                </a:lnTo>
                <a:lnTo>
                  <a:pt x="5232" y="918"/>
                </a:lnTo>
                <a:lnTo>
                  <a:pt x="5232" y="918"/>
                </a:lnTo>
                <a:lnTo>
                  <a:pt x="5232" y="918"/>
                </a:lnTo>
                <a:lnTo>
                  <a:pt x="5234" y="917"/>
                </a:lnTo>
                <a:lnTo>
                  <a:pt x="5234" y="917"/>
                </a:lnTo>
                <a:lnTo>
                  <a:pt x="5234" y="918"/>
                </a:lnTo>
                <a:lnTo>
                  <a:pt x="5235" y="917"/>
                </a:lnTo>
                <a:lnTo>
                  <a:pt x="5236" y="917"/>
                </a:lnTo>
                <a:lnTo>
                  <a:pt x="5236" y="917"/>
                </a:lnTo>
                <a:lnTo>
                  <a:pt x="5236" y="917"/>
                </a:lnTo>
                <a:lnTo>
                  <a:pt x="5238" y="917"/>
                </a:lnTo>
                <a:lnTo>
                  <a:pt x="5238" y="917"/>
                </a:lnTo>
                <a:lnTo>
                  <a:pt x="5238" y="917"/>
                </a:lnTo>
                <a:lnTo>
                  <a:pt x="5238" y="917"/>
                </a:lnTo>
                <a:lnTo>
                  <a:pt x="5239" y="917"/>
                </a:lnTo>
                <a:lnTo>
                  <a:pt x="5240" y="917"/>
                </a:lnTo>
                <a:lnTo>
                  <a:pt x="5240" y="917"/>
                </a:lnTo>
                <a:lnTo>
                  <a:pt x="5241" y="917"/>
                </a:lnTo>
                <a:lnTo>
                  <a:pt x="5242" y="917"/>
                </a:lnTo>
                <a:lnTo>
                  <a:pt x="5242" y="917"/>
                </a:lnTo>
                <a:lnTo>
                  <a:pt x="5244" y="918"/>
                </a:lnTo>
                <a:lnTo>
                  <a:pt x="5244" y="918"/>
                </a:lnTo>
                <a:lnTo>
                  <a:pt x="5245" y="918"/>
                </a:lnTo>
                <a:lnTo>
                  <a:pt x="5246" y="918"/>
                </a:lnTo>
                <a:lnTo>
                  <a:pt x="5246" y="918"/>
                </a:lnTo>
                <a:lnTo>
                  <a:pt x="5248" y="917"/>
                </a:lnTo>
                <a:lnTo>
                  <a:pt x="5248" y="917"/>
                </a:lnTo>
                <a:lnTo>
                  <a:pt x="5248" y="918"/>
                </a:lnTo>
                <a:lnTo>
                  <a:pt x="5249" y="917"/>
                </a:lnTo>
                <a:lnTo>
                  <a:pt x="5250" y="917"/>
                </a:lnTo>
                <a:lnTo>
                  <a:pt x="5250" y="917"/>
                </a:lnTo>
                <a:lnTo>
                  <a:pt x="5252" y="918"/>
                </a:lnTo>
                <a:lnTo>
                  <a:pt x="5252" y="918"/>
                </a:lnTo>
                <a:lnTo>
                  <a:pt x="5252" y="917"/>
                </a:lnTo>
                <a:lnTo>
                  <a:pt x="5254" y="919"/>
                </a:lnTo>
                <a:lnTo>
                  <a:pt x="5254" y="919"/>
                </a:lnTo>
                <a:lnTo>
                  <a:pt x="5254" y="919"/>
                </a:lnTo>
                <a:lnTo>
                  <a:pt x="5254" y="920"/>
                </a:lnTo>
                <a:lnTo>
                  <a:pt x="5256" y="919"/>
                </a:lnTo>
                <a:lnTo>
                  <a:pt x="5256" y="919"/>
                </a:lnTo>
                <a:lnTo>
                  <a:pt x="5257" y="918"/>
                </a:lnTo>
                <a:lnTo>
                  <a:pt x="5258" y="918"/>
                </a:lnTo>
                <a:lnTo>
                  <a:pt x="5258" y="918"/>
                </a:lnTo>
                <a:lnTo>
                  <a:pt x="5258" y="918"/>
                </a:lnTo>
                <a:lnTo>
                  <a:pt x="5260" y="919"/>
                </a:lnTo>
                <a:lnTo>
                  <a:pt x="5260" y="919"/>
                </a:lnTo>
                <a:lnTo>
                  <a:pt x="5260" y="919"/>
                </a:lnTo>
                <a:lnTo>
                  <a:pt x="5261" y="919"/>
                </a:lnTo>
                <a:lnTo>
                  <a:pt x="5262" y="919"/>
                </a:lnTo>
                <a:lnTo>
                  <a:pt x="5262" y="919"/>
                </a:lnTo>
                <a:lnTo>
                  <a:pt x="5263" y="919"/>
                </a:lnTo>
                <a:lnTo>
                  <a:pt x="5264" y="920"/>
                </a:lnTo>
                <a:lnTo>
                  <a:pt x="5264" y="920"/>
                </a:lnTo>
                <a:lnTo>
                  <a:pt x="5264" y="920"/>
                </a:lnTo>
                <a:lnTo>
                  <a:pt x="5264" y="920"/>
                </a:lnTo>
                <a:lnTo>
                  <a:pt x="5266" y="919"/>
                </a:lnTo>
                <a:lnTo>
                  <a:pt x="5266" y="919"/>
                </a:lnTo>
                <a:lnTo>
                  <a:pt x="5266" y="919"/>
                </a:lnTo>
                <a:lnTo>
                  <a:pt x="5268" y="916"/>
                </a:lnTo>
                <a:lnTo>
                  <a:pt x="5268" y="916"/>
                </a:lnTo>
                <a:lnTo>
                  <a:pt x="5270" y="914"/>
                </a:lnTo>
                <a:lnTo>
                  <a:pt x="5270" y="914"/>
                </a:lnTo>
                <a:lnTo>
                  <a:pt x="5271" y="913"/>
                </a:lnTo>
                <a:lnTo>
                  <a:pt x="5272" y="914"/>
                </a:lnTo>
                <a:lnTo>
                  <a:pt x="5272" y="914"/>
                </a:lnTo>
                <a:lnTo>
                  <a:pt x="5274" y="915"/>
                </a:lnTo>
                <a:lnTo>
                  <a:pt x="5274" y="915"/>
                </a:lnTo>
                <a:lnTo>
                  <a:pt x="5274" y="915"/>
                </a:lnTo>
                <a:lnTo>
                  <a:pt x="5276" y="914"/>
                </a:lnTo>
                <a:lnTo>
                  <a:pt x="5276" y="914"/>
                </a:lnTo>
                <a:lnTo>
                  <a:pt x="5276" y="914"/>
                </a:lnTo>
                <a:lnTo>
                  <a:pt x="5278" y="916"/>
                </a:lnTo>
                <a:lnTo>
                  <a:pt x="5278" y="915"/>
                </a:lnTo>
                <a:lnTo>
                  <a:pt x="5279" y="916"/>
                </a:lnTo>
                <a:lnTo>
                  <a:pt x="5280" y="916"/>
                </a:lnTo>
                <a:lnTo>
                  <a:pt x="5280" y="915"/>
                </a:lnTo>
                <a:lnTo>
                  <a:pt x="5282" y="914"/>
                </a:lnTo>
                <a:lnTo>
                  <a:pt x="5282" y="914"/>
                </a:lnTo>
                <a:lnTo>
                  <a:pt x="5283" y="913"/>
                </a:lnTo>
                <a:lnTo>
                  <a:pt x="5284" y="914"/>
                </a:lnTo>
                <a:lnTo>
                  <a:pt x="5284" y="914"/>
                </a:lnTo>
                <a:lnTo>
                  <a:pt x="5284" y="914"/>
                </a:lnTo>
                <a:lnTo>
                  <a:pt x="5285" y="915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AA6B64D-171D-CAF7-90F6-F43E442AF288}"/>
              </a:ext>
            </a:extLst>
          </p:cNvPr>
          <p:cNvSpPr txBox="1"/>
          <p:nvPr/>
        </p:nvSpPr>
        <p:spPr>
          <a:xfrm>
            <a:off x="1889116" y="5282391"/>
            <a:ext cx="6323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MGHSleepElectromyography.mat</a:t>
            </a:r>
            <a:endParaRPr lang="en-US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A0C5C2E-840A-EF79-8BFA-1623BA20255B}"/>
              </a:ext>
            </a:extLst>
          </p:cNvPr>
          <p:cNvSpPr txBox="1"/>
          <p:nvPr/>
        </p:nvSpPr>
        <p:spPr>
          <a:xfrm>
            <a:off x="2934591" y="1026809"/>
            <a:ext cx="6345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MGHSleepElectromyography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90362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762081-DCC1-1297-9D17-51FB7E2382EE}"/>
              </a:ext>
            </a:extLst>
          </p:cNvPr>
          <p:cNvSpPr txBox="1"/>
          <p:nvPr/>
        </p:nvSpPr>
        <p:spPr>
          <a:xfrm>
            <a:off x="577332" y="1115812"/>
            <a:ext cx="10339578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&gt;&gt; [</a:t>
            </a:r>
            <a:r>
              <a:rPr lang="en-US" sz="900" dirty="0" err="1"/>
              <a:t>momp_out</a:t>
            </a:r>
            <a:r>
              <a:rPr lang="en-US" sz="900" dirty="0"/>
              <a:t>, </a:t>
            </a:r>
            <a:r>
              <a:rPr lang="en-US" sz="900" dirty="0" err="1"/>
              <a:t>momp_loc</a:t>
            </a:r>
            <a:r>
              <a:rPr lang="en-US" sz="900" dirty="0"/>
              <a:t>] = </a:t>
            </a:r>
            <a:r>
              <a:rPr lang="en-US" sz="900" dirty="0" err="1"/>
              <a:t>momp</a:t>
            </a:r>
            <a:r>
              <a:rPr lang="en-US" sz="900" dirty="0"/>
              <a:t>( smooth(</a:t>
            </a:r>
            <a:r>
              <a:rPr lang="en-US" sz="900" dirty="0" err="1"/>
              <a:t>recorddata</a:t>
            </a:r>
            <a:r>
              <a:rPr lang="en-US" sz="900" dirty="0"/>
              <a:t>(3,1:1:end),32)' , 2048 , 1, 0, 0)</a:t>
            </a:r>
          </a:p>
          <a:p>
            <a:r>
              <a:rPr lang="en-US" sz="900" dirty="0"/>
              <a:t>T is length 8490000, and m is set to 2048</a:t>
            </a:r>
          </a:p>
          <a:p>
            <a:r>
              <a:rPr lang="en-US" sz="900" dirty="0"/>
              <a:t>Starting </a:t>
            </a:r>
            <a:r>
              <a:rPr lang="en-US" sz="900" dirty="0" err="1"/>
              <a:t>downsampling</a:t>
            </a:r>
            <a:r>
              <a:rPr lang="en-US" sz="900" dirty="0"/>
              <a:t> rate: 128</a:t>
            </a:r>
          </a:p>
          <a:p>
            <a:r>
              <a:rPr lang="en-US" sz="900" dirty="0"/>
              <a:t>====== MOMP ======</a:t>
            </a:r>
          </a:p>
          <a:p>
            <a:r>
              <a:rPr lang="en-US" sz="900" dirty="0"/>
              <a:t>MOMP : Tpaa1in128 | BSF: 10.37 {3998453, 4345997} | </a:t>
            </a:r>
            <a:r>
              <a:rPr lang="en-US" sz="900" dirty="0" err="1"/>
              <a:t>localBSF</a:t>
            </a:r>
            <a:r>
              <a:rPr lang="en-US" sz="900" dirty="0"/>
              <a:t>: 25.98 {3998465, 4345985} | pruning: 0.0000</a:t>
            </a:r>
          </a:p>
          <a:p>
            <a:r>
              <a:rPr lang="en-US" sz="900" dirty="0"/>
              <a:t>MOMP : Tpaa1in64 | BSF: 10.37 {3998453, 4345997} | </a:t>
            </a:r>
            <a:r>
              <a:rPr lang="en-US" sz="900" dirty="0" err="1"/>
              <a:t>localBSF</a:t>
            </a:r>
            <a:r>
              <a:rPr lang="en-US" sz="900" dirty="0"/>
              <a:t>: 12.74 {2806977, 3540737} | pruning: 0.0000</a:t>
            </a:r>
          </a:p>
          <a:p>
            <a:r>
              <a:rPr lang="en-US" sz="900" dirty="0"/>
              <a:t>MOMP : Tpaa1in32 | BSF: 9.81 {3998581, 4444948} | </a:t>
            </a:r>
            <a:r>
              <a:rPr lang="en-US" sz="900" dirty="0" err="1"/>
              <a:t>localBSF</a:t>
            </a:r>
            <a:r>
              <a:rPr lang="en-US" sz="900" dirty="0"/>
              <a:t>: 9.98 {3998593, 4444961} | pruning: 0.0000</a:t>
            </a:r>
          </a:p>
          <a:p>
            <a:r>
              <a:rPr lang="en-US" sz="900" dirty="0"/>
              <a:t>MOMP : Tpaa1in16 | BSF: 9.53 {3506976, 3540784} | </a:t>
            </a:r>
            <a:r>
              <a:rPr lang="en-US" sz="900" dirty="0" err="1"/>
              <a:t>localBSF</a:t>
            </a:r>
            <a:r>
              <a:rPr lang="en-US" sz="900" dirty="0"/>
              <a:t>: 9.53 {3506977, 3540785} | pruning: 0.0000</a:t>
            </a:r>
          </a:p>
          <a:p>
            <a:r>
              <a:rPr lang="en-US" sz="900" dirty="0"/>
              <a:t>MOMP : Tpaa1in8 | BSF: 7.84 {3540784, 3998440} | </a:t>
            </a:r>
            <a:r>
              <a:rPr lang="en-US" sz="900" dirty="0" err="1"/>
              <a:t>localBSF</a:t>
            </a:r>
            <a:r>
              <a:rPr lang="en-US" sz="900" dirty="0"/>
              <a:t>: 7.84 {3540785, 3998441} | pruning: 0.2986</a:t>
            </a:r>
          </a:p>
          <a:p>
            <a:r>
              <a:rPr lang="en-US" sz="900" dirty="0"/>
              <a:t>MOMP : Tpaa1in4 | BSF: 7.84 {3540784, 3998440} | </a:t>
            </a:r>
            <a:r>
              <a:rPr lang="en-US" sz="900" dirty="0" err="1"/>
              <a:t>localBSF</a:t>
            </a:r>
            <a:r>
              <a:rPr lang="en-US" sz="900" dirty="0"/>
              <a:t>: 7.84 {3540785, 3998441} | pruning: 0.9604</a:t>
            </a:r>
          </a:p>
          <a:p>
            <a:r>
              <a:rPr lang="en-US" sz="900" dirty="0"/>
              <a:t>MOMP : Tpaa1in2 | BSF: 7.84 {3540784, 3998440} | </a:t>
            </a:r>
            <a:r>
              <a:rPr lang="en-US" sz="900" dirty="0" err="1"/>
              <a:t>localBSF</a:t>
            </a:r>
            <a:r>
              <a:rPr lang="en-US" sz="900" dirty="0"/>
              <a:t>: 7.84 {3540783, 3998439} | pruning: </a:t>
            </a:r>
            <a:r>
              <a:rPr lang="en-US" sz="1050" dirty="0"/>
              <a:t>0.9966</a:t>
            </a:r>
            <a:endParaRPr lang="en-US" sz="900" dirty="0"/>
          </a:p>
          <a:p>
            <a:r>
              <a:rPr lang="en-US" sz="900" dirty="0"/>
              <a:t>MOMP : Tpaa1in1 | BSF: 7.84 {3540784, 3998440} | Tot Time: 17370.39s </a:t>
            </a:r>
          </a:p>
          <a:p>
            <a:r>
              <a:rPr lang="en-US" sz="900" dirty="0"/>
              <a:t>====== Profiling Summary ======</a:t>
            </a:r>
          </a:p>
          <a:p>
            <a:r>
              <a:rPr lang="en-US" sz="900" dirty="0"/>
              <a:t>Tot KTIP time : 13.62s  (0.00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UAMP time : 17351.02s  (1.00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Refine time : 0.10s  (0.00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Prune time : 1.68s  (0.00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endParaRPr lang="en-US" sz="900" dirty="0"/>
          </a:p>
          <a:p>
            <a:r>
              <a:rPr lang="en-US" sz="900" dirty="0" err="1"/>
              <a:t>momp_out</a:t>
            </a:r>
            <a:r>
              <a:rPr lang="en-US" sz="900" dirty="0"/>
              <a:t> =</a:t>
            </a:r>
          </a:p>
          <a:p>
            <a:endParaRPr lang="en-US" sz="900" dirty="0"/>
          </a:p>
          <a:p>
            <a:r>
              <a:rPr lang="en-US" sz="900" dirty="0"/>
              <a:t>    7.8369</a:t>
            </a:r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 err="1"/>
              <a:t>momp_loc</a:t>
            </a:r>
            <a:r>
              <a:rPr lang="en-US" sz="900" dirty="0"/>
              <a:t> =</a:t>
            </a:r>
          </a:p>
          <a:p>
            <a:endParaRPr lang="en-US" sz="900" dirty="0"/>
          </a:p>
          <a:p>
            <a:r>
              <a:rPr lang="en-US" sz="900" dirty="0"/>
              <a:t>     3540784</a:t>
            </a:r>
          </a:p>
          <a:p>
            <a:r>
              <a:rPr lang="en-US" sz="900" dirty="0"/>
              <a:t>     3998440</a:t>
            </a:r>
          </a:p>
          <a:p>
            <a:endParaRPr lang="en-US" sz="900" dirty="0"/>
          </a:p>
          <a:p>
            <a:r>
              <a:rPr lang="en-US" sz="900" dirty="0"/>
              <a:t>&gt;&gt; figure;, plot(</a:t>
            </a:r>
            <a:r>
              <a:rPr lang="en-US" sz="900" dirty="0" err="1"/>
              <a:t>recorddata</a:t>
            </a:r>
            <a:r>
              <a:rPr lang="en-US" sz="900" dirty="0"/>
              <a:t>(3,3540784:3540784+256*8) );, hold on; plot(</a:t>
            </a:r>
            <a:r>
              <a:rPr lang="en-US" sz="900" dirty="0" err="1"/>
              <a:t>recorddata</a:t>
            </a:r>
            <a:r>
              <a:rPr lang="en-US" sz="900" dirty="0"/>
              <a:t>(3,3998440:3998440+256*8) );,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E1232-996B-7543-03D9-B0B9D0343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946" y="3439002"/>
            <a:ext cx="7143750" cy="36202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D38639-7640-6409-1DC1-48C84E82ED28}"/>
              </a:ext>
            </a:extLst>
          </p:cNvPr>
          <p:cNvSpPr txBox="1"/>
          <p:nvPr/>
        </p:nvSpPr>
        <p:spPr>
          <a:xfrm>
            <a:off x="301869" y="150934"/>
            <a:ext cx="1550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EOG Example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C0E0D9D-FCE8-57FA-F527-470536D0B227}"/>
              </a:ext>
            </a:extLst>
          </p:cNvPr>
          <p:cNvSpPr txBox="1"/>
          <p:nvPr/>
        </p:nvSpPr>
        <p:spPr>
          <a:xfrm>
            <a:off x="2168912" y="150934"/>
            <a:ext cx="6345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recorddata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49742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016CAE-C9D5-3A7F-BAEB-66C55D5EC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121" y="228275"/>
            <a:ext cx="5398179" cy="2347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E1D70B-BDA5-FAD2-9871-5C2477B0348A}"/>
              </a:ext>
            </a:extLst>
          </p:cNvPr>
          <p:cNvSpPr txBox="1"/>
          <p:nvPr/>
        </p:nvSpPr>
        <p:spPr>
          <a:xfrm>
            <a:off x="190499" y="149162"/>
            <a:ext cx="756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Challenge 2009 Respiration</a:t>
            </a:r>
            <a:r>
              <a:rPr lang="en-US" dirty="0">
                <a:highlight>
                  <a:srgbClr val="FFFF00"/>
                </a:highlight>
              </a:rPr>
              <a:t>  </a:t>
            </a:r>
          </a:p>
          <a:p>
            <a:r>
              <a:rPr lang="en-US" dirty="0"/>
              <a:t>One hour at 500 Hz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F0589-415B-F663-FA55-3126A1E07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262" y="1968988"/>
            <a:ext cx="5334000" cy="4000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ADAD0A-C3A2-4D18-F0E0-811CFF45B83D}"/>
              </a:ext>
            </a:extLst>
          </p:cNvPr>
          <p:cNvSpPr txBox="1"/>
          <p:nvPr/>
        </p:nvSpPr>
        <p:spPr>
          <a:xfrm>
            <a:off x="5905500" y="3864551"/>
            <a:ext cx="609600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&gt;&gt; [</a:t>
            </a:r>
            <a:r>
              <a:rPr lang="en-US" sz="900" dirty="0" err="1"/>
              <a:t>momp_out</a:t>
            </a:r>
            <a:r>
              <a:rPr lang="en-US" sz="900" dirty="0"/>
              <a:t>, </a:t>
            </a:r>
            <a:r>
              <a:rPr lang="en-US" sz="900" dirty="0" err="1"/>
              <a:t>momp_loc</a:t>
            </a:r>
            <a:r>
              <a:rPr lang="en-US" sz="900" dirty="0"/>
              <a:t>] = momp_v5( Challenge2009Respiration500HZ , 16384,  1, 0, 0);</a:t>
            </a:r>
          </a:p>
          <a:p>
            <a:r>
              <a:rPr lang="en-US" sz="900" dirty="0"/>
              <a:t>T is length 1799997, and m is set to 16384</a:t>
            </a:r>
          </a:p>
          <a:p>
            <a:r>
              <a:rPr lang="en-US" sz="900" dirty="0"/>
              <a:t>Starting </a:t>
            </a:r>
            <a:r>
              <a:rPr lang="en-US" sz="900" dirty="0" err="1"/>
              <a:t>downsampling</a:t>
            </a:r>
            <a:r>
              <a:rPr lang="en-US" sz="900" dirty="0"/>
              <a:t> rate: 256</a:t>
            </a:r>
          </a:p>
          <a:p>
            <a:r>
              <a:rPr lang="en-US" sz="900" dirty="0"/>
              <a:t>====== MOMP ======</a:t>
            </a:r>
          </a:p>
          <a:p>
            <a:r>
              <a:rPr lang="en-US" sz="900" dirty="0"/>
              <a:t>MOMP : Tpaa1in256 | BSF: 46.42 {62963, 1296128} | </a:t>
            </a:r>
            <a:r>
              <a:rPr lang="en-US" sz="900" dirty="0" err="1"/>
              <a:t>localBSF</a:t>
            </a:r>
            <a:r>
              <a:rPr lang="en-US" sz="900" dirty="0"/>
              <a:t>: 46.60 {62977, 1296129} | pruning: 0.0000 | Time: 23.52</a:t>
            </a:r>
          </a:p>
          <a:p>
            <a:r>
              <a:rPr lang="en-US" sz="900" dirty="0"/>
              <a:t>MOMP : Tpaa1in128 | BSF: 46.42 {62963, 1296128} | </a:t>
            </a:r>
            <a:r>
              <a:rPr lang="en-US" sz="900" dirty="0" err="1"/>
              <a:t>localBSF</a:t>
            </a:r>
            <a:r>
              <a:rPr lang="en-US" sz="900" dirty="0"/>
              <a:t>: 46.60 {62977, 1296129} | pruning: 0.0000 | Time: 41.70</a:t>
            </a:r>
          </a:p>
          <a:p>
            <a:r>
              <a:rPr lang="en-US" sz="900" dirty="0"/>
              <a:t>MOMP : Tpaa1in64 | BSF: 46.42 {62963, 1296128} | </a:t>
            </a:r>
            <a:r>
              <a:rPr lang="en-US" sz="900" dirty="0" err="1"/>
              <a:t>localBSF</a:t>
            </a:r>
            <a:r>
              <a:rPr lang="en-US" sz="900" dirty="0"/>
              <a:t>: 46.60 {62977, 1296129} | pruning: 0.0010 | Time: 77.75</a:t>
            </a:r>
          </a:p>
          <a:p>
            <a:r>
              <a:rPr lang="en-US" sz="900" dirty="0"/>
              <a:t>MOMP : Tpaa1in32 | BSF: 46.42 {62963, 1296128} | </a:t>
            </a:r>
            <a:r>
              <a:rPr lang="en-US" sz="900" dirty="0" err="1"/>
              <a:t>localBSF</a:t>
            </a:r>
            <a:r>
              <a:rPr lang="en-US" sz="900" dirty="0"/>
              <a:t>: 46.60 {62977, 1296129} | pruning: 0.3474 | Time: 133.12</a:t>
            </a:r>
          </a:p>
          <a:p>
            <a:r>
              <a:rPr lang="en-US" sz="900" dirty="0"/>
              <a:t>MOMP : Tpaa1in16 | BSF: 46.42 {62963, 1296128} | </a:t>
            </a:r>
            <a:r>
              <a:rPr lang="en-US" sz="900" dirty="0" err="1"/>
              <a:t>localBSF</a:t>
            </a:r>
            <a:r>
              <a:rPr lang="en-US" sz="900" dirty="0"/>
              <a:t>: 46.43 {62961, 1296129} | pruning: 0.7944 | Time: 196.04</a:t>
            </a:r>
          </a:p>
          <a:p>
            <a:r>
              <a:rPr lang="en-US" sz="900" dirty="0"/>
              <a:t>MOMP : Tpaa1in8 | BSF: 46.42 {62963, 1296128} | </a:t>
            </a:r>
            <a:r>
              <a:rPr lang="en-US" sz="900" dirty="0" err="1"/>
              <a:t>localBSF</a:t>
            </a:r>
            <a:r>
              <a:rPr lang="en-US" sz="900" dirty="0"/>
              <a:t>: 46.43 {62961, 1296129} | pruning: 0.8901 | Time: 255.14</a:t>
            </a:r>
          </a:p>
          <a:p>
            <a:r>
              <a:rPr lang="en-US" sz="900" dirty="0"/>
              <a:t>MOMP : Tpaa1in4 | BSF: 46.42 {62963, 1296128} | </a:t>
            </a:r>
            <a:r>
              <a:rPr lang="en-US" sz="900" dirty="0" err="1"/>
              <a:t>localBSF</a:t>
            </a:r>
            <a:r>
              <a:rPr lang="en-US" sz="900" dirty="0"/>
              <a:t>: 46.42 {62965, 1296129} | pruning: 0.9130 | Time: 295.86</a:t>
            </a:r>
          </a:p>
          <a:p>
            <a:r>
              <a:rPr lang="en-US" sz="900" dirty="0"/>
              <a:t>MOMP : Tpaa1in2 | BSF: 46.42 {62963, 1296128} | </a:t>
            </a:r>
            <a:r>
              <a:rPr lang="en-US" sz="900" dirty="0" err="1"/>
              <a:t>localBSF</a:t>
            </a:r>
            <a:r>
              <a:rPr lang="en-US" sz="900" dirty="0"/>
              <a:t>: 46.42 {62963, 1296127} | pruning: 0.9446 | Time: 382.81</a:t>
            </a:r>
          </a:p>
          <a:p>
            <a:r>
              <a:rPr lang="en-US" sz="900" dirty="0"/>
              <a:t>MOMP : Tpaa1in1 | BSF: 46.42 {62963, 1296128} | Tot Time: 562.95s </a:t>
            </a:r>
          </a:p>
          <a:p>
            <a:r>
              <a:rPr lang="en-US" sz="900" dirty="0"/>
              <a:t>====== Profiling Summary ======</a:t>
            </a:r>
          </a:p>
          <a:p>
            <a:r>
              <a:rPr lang="en-US" sz="900" dirty="0"/>
              <a:t>Tot KTIP time : 5.82s  (0.01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UAMP time : 163.04s  (0.29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LBMP time : 54.24s  (0.10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Refine time : 156.64s  (0.28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Prune time : 2.58s  (0.00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E8C68D2-3778-BB0C-993B-4F014AC29E9D}"/>
              </a:ext>
            </a:extLst>
          </p:cNvPr>
          <p:cNvSpPr txBox="1"/>
          <p:nvPr/>
        </p:nvSpPr>
        <p:spPr>
          <a:xfrm>
            <a:off x="3175436" y="149162"/>
            <a:ext cx="6177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67D17"/>
                </a:solidFill>
                <a:effectLst/>
                <a:latin typeface="JetBrains Mono"/>
              </a:rPr>
              <a:t>Challenge2009Respiration500HZ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046010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2124B2-E0C5-6663-5150-B878F48D2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9874" y="3043905"/>
            <a:ext cx="533400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65C1B6-4C22-7E0A-5F13-77A20212C0AD}"/>
              </a:ext>
            </a:extLst>
          </p:cNvPr>
          <p:cNvSpPr txBox="1"/>
          <p:nvPr/>
        </p:nvSpPr>
        <p:spPr>
          <a:xfrm>
            <a:off x="6947608" y="3997742"/>
            <a:ext cx="4992346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&gt;&gt; [</a:t>
            </a:r>
            <a:r>
              <a:rPr lang="en-US" sz="600" dirty="0" err="1"/>
              <a:t>momp_out</a:t>
            </a:r>
            <a:r>
              <a:rPr lang="en-US" sz="600" dirty="0"/>
              <a:t>, </a:t>
            </a:r>
            <a:r>
              <a:rPr lang="en-US" sz="600" dirty="0" err="1"/>
              <a:t>momp_loc</a:t>
            </a:r>
            <a:r>
              <a:rPr lang="en-US" sz="600" dirty="0"/>
              <a:t>] = momp_v3( smooth(volts(1:1:end)) , 65536,  1, 0, 0);</a:t>
            </a:r>
          </a:p>
          <a:p>
            <a:r>
              <a:rPr lang="en-US" sz="600" dirty="0"/>
              <a:t>T is length 7583000, and m is set to 65536</a:t>
            </a:r>
          </a:p>
          <a:p>
            <a:r>
              <a:rPr lang="en-US" sz="600" dirty="0"/>
              <a:t>Starting </a:t>
            </a:r>
            <a:r>
              <a:rPr lang="en-US" sz="600" dirty="0" err="1"/>
              <a:t>downsampling</a:t>
            </a:r>
            <a:r>
              <a:rPr lang="en-US" sz="600" dirty="0"/>
              <a:t> rate: 1024</a:t>
            </a:r>
          </a:p>
          <a:p>
            <a:r>
              <a:rPr lang="en-US" sz="600" dirty="0"/>
              <a:t>====== MOMP ======</a:t>
            </a:r>
          </a:p>
          <a:p>
            <a:r>
              <a:rPr lang="en-US" sz="600" dirty="0"/>
              <a:t>MOMP : Tpaa1in1024 | BSF: 130.18 {1013715, 3460097} | </a:t>
            </a:r>
            <a:r>
              <a:rPr lang="en-US" sz="600" dirty="0" err="1"/>
              <a:t>localBSF</a:t>
            </a:r>
            <a:r>
              <a:rPr lang="en-US" sz="600" dirty="0"/>
              <a:t>: 136.83 {1012737, 3459073} | pruning: 0.0000 | Time: 317.82</a:t>
            </a:r>
          </a:p>
          <a:p>
            <a:r>
              <a:rPr lang="en-US" sz="600" dirty="0"/>
              <a:t>MOMP : Tpaa1in512 | BSF: 35.15 {6817003, 6979308} | </a:t>
            </a:r>
            <a:r>
              <a:rPr lang="en-US" sz="600" dirty="0" err="1"/>
              <a:t>localBSF</a:t>
            </a:r>
            <a:r>
              <a:rPr lang="en-US" sz="600" dirty="0"/>
              <a:t>: 35.19 {6817281, 6979585} | pruning: 0.0000 | Time: 519.82</a:t>
            </a:r>
          </a:p>
          <a:p>
            <a:r>
              <a:rPr lang="en-US" sz="600" dirty="0"/>
              <a:t>MOMP : Tpaa1in256 | BSF: 35.15 {6817003, 6979308} | </a:t>
            </a:r>
            <a:r>
              <a:rPr lang="en-US" sz="600" dirty="0" err="1"/>
              <a:t>localBSF</a:t>
            </a:r>
            <a:r>
              <a:rPr lang="en-US" sz="600" dirty="0"/>
              <a:t>: 35.17 {6817537, 6979841} | pruning: 0.0000 | Time: 709.91</a:t>
            </a:r>
          </a:p>
          <a:p>
            <a:r>
              <a:rPr lang="en-US" sz="600" dirty="0"/>
              <a:t>MOMP : Tpaa1in128 | BSF: 35.15 {6817003, 6979308} | </a:t>
            </a:r>
            <a:r>
              <a:rPr lang="en-US" sz="600" dirty="0" err="1"/>
              <a:t>localBSF</a:t>
            </a:r>
            <a:r>
              <a:rPr lang="en-US" sz="600" dirty="0"/>
              <a:t>: 35.17 {6817537, 6979841} | pruning: 0.0000 | Time: 958.33</a:t>
            </a:r>
          </a:p>
          <a:p>
            <a:r>
              <a:rPr lang="en-US" sz="600" dirty="0"/>
              <a:t>MOMP : Tpaa1in64 | BSF: 35.15 {6817003, 6979308} | </a:t>
            </a:r>
            <a:r>
              <a:rPr lang="en-US" sz="600" dirty="0" err="1"/>
              <a:t>localBSF</a:t>
            </a:r>
            <a:r>
              <a:rPr lang="en-US" sz="600" dirty="0"/>
              <a:t>: 35.16 {6817089, 6979393} | pruning: 0.0040 | Time: 1472.34</a:t>
            </a:r>
          </a:p>
          <a:p>
            <a:r>
              <a:rPr lang="en-US" sz="600" dirty="0"/>
              <a:t>MOMP : Tpaa1in32 | BSF: 35.15 {6817003, 6979308} | </a:t>
            </a:r>
            <a:r>
              <a:rPr lang="en-US" sz="600" dirty="0" err="1"/>
              <a:t>localBSF</a:t>
            </a:r>
            <a:r>
              <a:rPr lang="en-US" sz="600" dirty="0"/>
              <a:t>: 35.17 {6817569, 6979873} | pruning: 0.0069 | Time: 2246.23</a:t>
            </a:r>
          </a:p>
          <a:p>
            <a:r>
              <a:rPr lang="en-US" sz="600" dirty="0"/>
              <a:t>MOMP : Tpaa1in16 | BSF: 35.15 {6817003, 6979308} | </a:t>
            </a:r>
            <a:r>
              <a:rPr lang="en-US" sz="600" dirty="0" err="1"/>
              <a:t>localBSF</a:t>
            </a:r>
            <a:r>
              <a:rPr lang="en-US" sz="600" dirty="0"/>
              <a:t>: 35.17 {6817617, 6979921} | pruning: 0.0142 | Time: 4768.48</a:t>
            </a:r>
          </a:p>
          <a:p>
            <a:r>
              <a:rPr lang="en-US" sz="600" dirty="0"/>
              <a:t>MOMP : Tpaa1in8 | BSF: 35.15 {6817003, 6979308} | </a:t>
            </a:r>
            <a:r>
              <a:rPr lang="en-US" sz="600" dirty="0" err="1"/>
              <a:t>localBSF</a:t>
            </a:r>
            <a:r>
              <a:rPr lang="en-US" sz="600" dirty="0"/>
              <a:t>: 35.15 {6817001, 6979305} | pruning: 0.1148 | Time: 15033.34</a:t>
            </a:r>
          </a:p>
          <a:p>
            <a:r>
              <a:rPr lang="en-US" sz="600" dirty="0"/>
              <a:t>MOMP : Tpaa1in4 | BSF: 35.15 {6817003, 6979308} | </a:t>
            </a:r>
            <a:r>
              <a:rPr lang="en-US" sz="600" dirty="0" err="1"/>
              <a:t>localBSF</a:t>
            </a:r>
            <a:r>
              <a:rPr lang="en-US" sz="600" dirty="0"/>
              <a:t>: 35.15 {6817005, 6979309} | pruning: 0.8389 | Time: 48508.22</a:t>
            </a:r>
          </a:p>
          <a:p>
            <a:r>
              <a:rPr lang="en-US" sz="600" dirty="0"/>
              <a:t>MOMP : Tpaa1in2 | BSF: 35.15 {6817003, 6979308} | </a:t>
            </a:r>
            <a:r>
              <a:rPr lang="en-US" sz="600" dirty="0" err="1"/>
              <a:t>localBSF</a:t>
            </a:r>
            <a:r>
              <a:rPr lang="en-US" sz="600" dirty="0"/>
              <a:t>: 35.15 {6817003, 6979307} | pruning: </a:t>
            </a:r>
            <a:r>
              <a:rPr lang="en-US" sz="800" dirty="0"/>
              <a:t>0.9417</a:t>
            </a:r>
            <a:r>
              <a:rPr lang="en-US" sz="600" dirty="0"/>
              <a:t> | Time: 53793.16</a:t>
            </a:r>
          </a:p>
          <a:p>
            <a:r>
              <a:rPr lang="en-US" sz="600" dirty="0"/>
              <a:t>MOMP : Tpaa1in1 | BSF: 35.15 {6817003, 6979308} | Tot Time: 55744.02s </a:t>
            </a:r>
          </a:p>
          <a:p>
            <a:r>
              <a:rPr lang="en-US" sz="600" dirty="0"/>
              <a:t>====== Profiling Summary ======</a:t>
            </a:r>
          </a:p>
          <a:p>
            <a:r>
              <a:rPr lang="en-US" sz="600" dirty="0"/>
              <a:t>Tot KTIP time : 104.33s  (0.00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UAMP time : 25026.84s  (0.45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LBMP time : 26955.93s  (0.48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Refine time : 1700.78s  (0.03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Prune time : 3.02s  (0.00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&gt;&gt;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473B0D-F8C4-206F-4C55-C1E13E93C494}"/>
              </a:ext>
            </a:extLst>
          </p:cNvPr>
          <p:cNvSpPr txBox="1"/>
          <p:nvPr/>
        </p:nvSpPr>
        <p:spPr>
          <a:xfrm>
            <a:off x="6906562" y="6366672"/>
            <a:ext cx="6238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Lab_K_060314.mat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EE8327-9EB2-5586-F6BE-0CE64215BC10}"/>
              </a:ext>
            </a:extLst>
          </p:cNvPr>
          <p:cNvSpPr txBox="1"/>
          <p:nvPr/>
        </p:nvSpPr>
        <p:spPr>
          <a:xfrm>
            <a:off x="76912" y="68366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Insect EPG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B8ABDD-F597-6A2A-3BF8-60F9BE211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877" y="-91497"/>
            <a:ext cx="5334000" cy="24937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715B70-E04F-7E58-B468-9A2AB9DC9F54}"/>
              </a:ext>
            </a:extLst>
          </p:cNvPr>
          <p:cNvSpPr txBox="1"/>
          <p:nvPr/>
        </p:nvSpPr>
        <p:spPr>
          <a:xfrm>
            <a:off x="603250" y="1510784"/>
            <a:ext cx="623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ACP on </a:t>
            </a:r>
            <a:r>
              <a:rPr lang="en-US" dirty="0" err="1"/>
              <a:t>Kryder</a:t>
            </a:r>
            <a:r>
              <a:rPr lang="en-US" dirty="0"/>
              <a:t> Citrus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AD154CF-AAF9-247A-9B89-785153803D81}"/>
              </a:ext>
            </a:extLst>
          </p:cNvPr>
          <p:cNvSpPr txBox="1"/>
          <p:nvPr/>
        </p:nvSpPr>
        <p:spPr>
          <a:xfrm>
            <a:off x="2090854" y="68366"/>
            <a:ext cx="2258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67D17"/>
                </a:solidFill>
                <a:effectLst/>
                <a:latin typeface="JetBrains Mono"/>
              </a:rPr>
              <a:t>Lab_K_060314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037960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B4B160-1B75-FE34-2A1F-C80D7F42C489}"/>
              </a:ext>
            </a:extLst>
          </p:cNvPr>
          <p:cNvSpPr txBox="1"/>
          <p:nvPr/>
        </p:nvSpPr>
        <p:spPr>
          <a:xfrm>
            <a:off x="7086600" y="4585276"/>
            <a:ext cx="60960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&gt;&gt; [</a:t>
            </a:r>
            <a:r>
              <a:rPr lang="en-US" sz="700" dirty="0" err="1"/>
              <a:t>momp_out</a:t>
            </a:r>
            <a:r>
              <a:rPr lang="en-US" sz="700" dirty="0"/>
              <a:t>, </a:t>
            </a:r>
            <a:r>
              <a:rPr lang="en-US" sz="700" dirty="0" err="1"/>
              <a:t>momp_loc</a:t>
            </a:r>
            <a:r>
              <a:rPr lang="en-US" sz="700" dirty="0"/>
              <a:t>] = momp_v3( smooth( bird1(1:1:end,1),8)   , 16384,  1, 0, 0);</a:t>
            </a:r>
          </a:p>
          <a:p>
            <a:r>
              <a:rPr lang="en-US" sz="700" dirty="0"/>
              <a:t>T is length 8595817, and m is set to 16384</a:t>
            </a:r>
          </a:p>
          <a:p>
            <a:r>
              <a:rPr lang="en-US" sz="700" dirty="0"/>
              <a:t>Starting </a:t>
            </a:r>
            <a:r>
              <a:rPr lang="en-US" sz="700" dirty="0" err="1"/>
              <a:t>downsampling</a:t>
            </a:r>
            <a:r>
              <a:rPr lang="en-US" sz="700" dirty="0"/>
              <a:t> rate: 256</a:t>
            </a:r>
          </a:p>
          <a:p>
            <a:r>
              <a:rPr lang="en-US" sz="700" dirty="0"/>
              <a:t>====== MOMP ======</a:t>
            </a:r>
          </a:p>
          <a:p>
            <a:r>
              <a:rPr lang="en-US" sz="700" dirty="0"/>
              <a:t>MOMP : Tpaa1in256 | BSF: 16.82 {220078, 687830} | </a:t>
            </a:r>
            <a:r>
              <a:rPr lang="en-US" sz="700" dirty="0" err="1"/>
              <a:t>localBSF</a:t>
            </a:r>
            <a:r>
              <a:rPr lang="en-US" sz="700" dirty="0"/>
              <a:t>: 17.03 {220161, 687873} | pruning: 0.0000 | Time: 73.43</a:t>
            </a:r>
          </a:p>
          <a:p>
            <a:r>
              <a:rPr lang="en-US" sz="700" dirty="0"/>
              <a:t>MOMP : Tpaa1in128 | BSF: 16.82 {220078, 687830} | </a:t>
            </a:r>
            <a:r>
              <a:rPr lang="en-US" sz="700" dirty="0" err="1"/>
              <a:t>localBSF</a:t>
            </a:r>
            <a:r>
              <a:rPr lang="en-US" sz="700" dirty="0"/>
              <a:t>: 17.03 {220161, 687873} | pruning: 0.0006 | Time: 195.84</a:t>
            </a:r>
          </a:p>
          <a:p>
            <a:r>
              <a:rPr lang="en-US" sz="700" dirty="0"/>
              <a:t>MOMP : Tpaa1in64 | BSF: 16.82 {220078, 687830} | </a:t>
            </a:r>
            <a:r>
              <a:rPr lang="en-US" sz="700" dirty="0" err="1"/>
              <a:t>localBSF</a:t>
            </a:r>
            <a:r>
              <a:rPr lang="en-US" sz="700" dirty="0"/>
              <a:t>: 16.86 {220033, 687809} | pruning: 0.1113 | Time: 416.36</a:t>
            </a:r>
          </a:p>
          <a:p>
            <a:r>
              <a:rPr lang="en-US" sz="700" dirty="0"/>
              <a:t>MOMP : Tpaa1in32 | BSF: 16.82 {220078, 687830} | </a:t>
            </a:r>
            <a:r>
              <a:rPr lang="en-US" sz="700" dirty="0" err="1"/>
              <a:t>localBSF</a:t>
            </a:r>
            <a:r>
              <a:rPr lang="en-US" sz="700" dirty="0"/>
              <a:t>: 16.84 {220097, 687841} | pruning: 0.3499 | Time: 1261.12</a:t>
            </a:r>
          </a:p>
          <a:p>
            <a:r>
              <a:rPr lang="en-US" sz="700" dirty="0"/>
              <a:t>MOMP : Tpaa1in16 | BSF: 16.82 {220078, 687830} | </a:t>
            </a:r>
            <a:r>
              <a:rPr lang="en-US" sz="700" dirty="0" err="1"/>
              <a:t>localBSF</a:t>
            </a:r>
            <a:r>
              <a:rPr lang="en-US" sz="700" dirty="0"/>
              <a:t>: 16.83 {220065, 687825} | pruning: 0.6472 | Time: 3014.48</a:t>
            </a:r>
          </a:p>
          <a:p>
            <a:r>
              <a:rPr lang="en-US" sz="700" dirty="0"/>
              <a:t>MOMP : Tpaa1in8 | BSF: 16.82 {220078, 687830} | </a:t>
            </a:r>
            <a:r>
              <a:rPr lang="en-US" sz="700" dirty="0" err="1"/>
              <a:t>localBSF</a:t>
            </a:r>
            <a:r>
              <a:rPr lang="en-US" sz="700" dirty="0"/>
              <a:t>: 232.60 {81281, 2114017} | pruning: 0.8478 | Time: 5102.79</a:t>
            </a:r>
          </a:p>
          <a:p>
            <a:r>
              <a:rPr lang="en-US" sz="700" dirty="0"/>
              <a:t>MOMP : Tpaa1in4 | BSF: 16.82 {220078, 687830} | </a:t>
            </a:r>
            <a:r>
              <a:rPr lang="en-US" sz="700" dirty="0" err="1"/>
              <a:t>localBSF</a:t>
            </a:r>
            <a:r>
              <a:rPr lang="en-US" sz="700" dirty="0"/>
              <a:t>: 232.60 {81281, 2114017} | pruning: 0.9268 | Time: 6690.26</a:t>
            </a:r>
          </a:p>
          <a:p>
            <a:r>
              <a:rPr lang="en-US" sz="700" dirty="0"/>
              <a:t>MOMP : Tpaa1in2 | BSF: 16.82 {220078, 687830} | </a:t>
            </a:r>
            <a:r>
              <a:rPr lang="en-US" sz="700" dirty="0" err="1"/>
              <a:t>localBSF</a:t>
            </a:r>
            <a:r>
              <a:rPr lang="en-US" sz="700" dirty="0"/>
              <a:t>: 76.96 {80419, 1374747} | pruning: </a:t>
            </a:r>
            <a:r>
              <a:rPr lang="en-US" sz="1000" dirty="0"/>
              <a:t>0.9514</a:t>
            </a:r>
            <a:r>
              <a:rPr lang="en-US" sz="700" dirty="0"/>
              <a:t> | Time: 8116.15</a:t>
            </a:r>
          </a:p>
          <a:p>
            <a:r>
              <a:rPr lang="en-US" sz="700" dirty="0"/>
              <a:t>MOMP : Tpaa1in1 | BSF: 10.14 {80420, 1374748} | Tot Time: 9324.53s </a:t>
            </a:r>
          </a:p>
          <a:p>
            <a:r>
              <a:rPr lang="en-US" sz="700" dirty="0"/>
              <a:t>====== Profiling Summary ======</a:t>
            </a:r>
          </a:p>
          <a:p>
            <a:r>
              <a:rPr lang="en-US" sz="700" dirty="0"/>
              <a:t>Tot KTIP time : 23.43s  (0.00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UAMP time : 3451.09s  (0.37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LBMP time : 4531.54s  (0.49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Refine time : 106.64s  (0.01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Prune time : 1.93s  (0.00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2B1395-4F9D-22C0-3119-EEB933007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275" y="2271712"/>
            <a:ext cx="5334000" cy="1685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9A7F50-E71F-1067-C77E-E946692B546F}"/>
              </a:ext>
            </a:extLst>
          </p:cNvPr>
          <p:cNvSpPr txBox="1"/>
          <p:nvPr/>
        </p:nvSpPr>
        <p:spPr>
          <a:xfrm>
            <a:off x="304800" y="231775"/>
            <a:ext cx="5905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ighlight>
                  <a:srgbClr val="00FF00"/>
                </a:highlight>
              </a:rPr>
              <a:t>22.5 hours of Chicken data at 100 Hz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E8007-197C-20A8-117C-917CE3E67FC1}"/>
              </a:ext>
            </a:extLst>
          </p:cNvPr>
          <p:cNvSpPr txBox="1"/>
          <p:nvPr/>
        </p:nvSpPr>
        <p:spPr>
          <a:xfrm>
            <a:off x="7396385" y="3980293"/>
            <a:ext cx="264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2.7 minutes motif length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0E0258-2E89-FCBC-F929-E5A54547E0A9}"/>
              </a:ext>
            </a:extLst>
          </p:cNvPr>
          <p:cNvGrpSpPr/>
          <p:nvPr/>
        </p:nvGrpSpPr>
        <p:grpSpPr>
          <a:xfrm>
            <a:off x="352426" y="4503421"/>
            <a:ext cx="3557823" cy="2211605"/>
            <a:chOff x="352426" y="4503421"/>
            <a:chExt cx="3557823" cy="221160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2D8FCEE-473A-B680-122D-EE5838E0EEDF}"/>
                </a:ext>
              </a:extLst>
            </p:cNvPr>
            <p:cNvGrpSpPr/>
            <p:nvPr/>
          </p:nvGrpSpPr>
          <p:grpSpPr>
            <a:xfrm>
              <a:off x="390526" y="6480176"/>
              <a:ext cx="3398043" cy="53974"/>
              <a:chOff x="1228726" y="5184776"/>
              <a:chExt cx="3398043" cy="142874"/>
            </a:xfrm>
          </p:grpSpPr>
          <p:sp>
            <p:nvSpPr>
              <p:cNvPr id="12" name="Line 7">
                <a:extLst>
                  <a:ext uri="{FF2B5EF4-FFF2-40B4-BE49-F238E27FC236}">
                    <a16:creationId xmlns:a16="http://schemas.microsoft.com/office/drawing/2014/main" id="{B3D9614A-2AF7-2611-3B7F-D53C6AD11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28726" y="5187951"/>
                <a:ext cx="0" cy="139699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8">
                <a:extLst>
                  <a:ext uri="{FF2B5EF4-FFF2-40B4-BE49-F238E27FC236}">
                    <a16:creationId xmlns:a16="http://schemas.microsoft.com/office/drawing/2014/main" id="{E6B386F8-DDBE-6955-B4F4-832A5F14C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77651" y="5187951"/>
                <a:ext cx="0" cy="139699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Line 9">
                <a:extLst>
                  <a:ext uri="{FF2B5EF4-FFF2-40B4-BE49-F238E27FC236}">
                    <a16:creationId xmlns:a16="http://schemas.microsoft.com/office/drawing/2014/main" id="{21EDFBD8-F167-1069-61F0-F3855F1F67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24950" y="5187951"/>
                <a:ext cx="0" cy="139699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Line 10">
                <a:extLst>
                  <a:ext uri="{FF2B5EF4-FFF2-40B4-BE49-F238E27FC236}">
                    <a16:creationId xmlns:a16="http://schemas.microsoft.com/office/drawing/2014/main" id="{4C9112D8-66D0-355C-C174-B088B1C6B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3875" y="5187951"/>
                <a:ext cx="0" cy="139699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11">
                <a:extLst>
                  <a:ext uri="{FF2B5EF4-FFF2-40B4-BE49-F238E27FC236}">
                    <a16:creationId xmlns:a16="http://schemas.microsoft.com/office/drawing/2014/main" id="{ECB9F8CE-6C27-983F-B469-B1C19721FB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2800" y="5187951"/>
                <a:ext cx="0" cy="139699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Line 6">
                <a:extLst>
                  <a:ext uri="{FF2B5EF4-FFF2-40B4-BE49-F238E27FC236}">
                    <a16:creationId xmlns:a16="http://schemas.microsoft.com/office/drawing/2014/main" id="{4A44A7E8-0E9E-C5FE-0BA0-5BA74D169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8726" y="5184776"/>
                <a:ext cx="3398043" cy="0"/>
              </a:xfrm>
              <a:prstGeom prst="line">
                <a:avLst/>
              </a:prstGeom>
              <a:noFill/>
              <a:ln w="6350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D0B3F9E2-7F73-161E-B137-00B58C5E2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426" y="6561138"/>
              <a:ext cx="1238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EAD89961-2A45-CCA2-C3BD-BF5C33AB8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588" y="6561138"/>
              <a:ext cx="352661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rgbClr val="262626"/>
                  </a:solidFill>
                  <a:latin typeface="Arial" panose="020B0604020202020204" pitchFamily="34" charset="0"/>
                </a:rPr>
                <a:t>16384</a:t>
              </a:r>
              <a:endParaRPr lang="en-US" altLang="en-US" sz="1000" dirty="0">
                <a:solidFill>
                  <a:srgbClr val="26262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D3FA06A5-CFCC-122C-1873-3A0F8E044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13" y="4513898"/>
              <a:ext cx="3392488" cy="1866900"/>
            </a:xfrm>
            <a:custGeom>
              <a:avLst/>
              <a:gdLst>
                <a:gd name="T0" fmla="*/ 33 w 2137"/>
                <a:gd name="T1" fmla="*/ 171 h 1176"/>
                <a:gd name="T2" fmla="*/ 68 w 2137"/>
                <a:gd name="T3" fmla="*/ 161 h 1176"/>
                <a:gd name="T4" fmla="*/ 102 w 2137"/>
                <a:gd name="T5" fmla="*/ 181 h 1176"/>
                <a:gd name="T6" fmla="*/ 137 w 2137"/>
                <a:gd name="T7" fmla="*/ 171 h 1176"/>
                <a:gd name="T8" fmla="*/ 171 w 2137"/>
                <a:gd name="T9" fmla="*/ 191 h 1176"/>
                <a:gd name="T10" fmla="*/ 205 w 2137"/>
                <a:gd name="T11" fmla="*/ 181 h 1176"/>
                <a:gd name="T12" fmla="*/ 240 w 2137"/>
                <a:gd name="T13" fmla="*/ 161 h 1176"/>
                <a:gd name="T14" fmla="*/ 275 w 2137"/>
                <a:gd name="T15" fmla="*/ 20 h 1176"/>
                <a:gd name="T16" fmla="*/ 309 w 2137"/>
                <a:gd name="T17" fmla="*/ 71 h 1176"/>
                <a:gd name="T18" fmla="*/ 343 w 2137"/>
                <a:gd name="T19" fmla="*/ 60 h 1176"/>
                <a:gd name="T20" fmla="*/ 378 w 2137"/>
                <a:gd name="T21" fmla="*/ 60 h 1176"/>
                <a:gd name="T22" fmla="*/ 412 w 2137"/>
                <a:gd name="T23" fmla="*/ 0 h 1176"/>
                <a:gd name="T24" fmla="*/ 447 w 2137"/>
                <a:gd name="T25" fmla="*/ 20 h 1176"/>
                <a:gd name="T26" fmla="*/ 481 w 2137"/>
                <a:gd name="T27" fmla="*/ 20 h 1176"/>
                <a:gd name="T28" fmla="*/ 515 w 2137"/>
                <a:gd name="T29" fmla="*/ 10 h 1176"/>
                <a:gd name="T30" fmla="*/ 550 w 2137"/>
                <a:gd name="T31" fmla="*/ 30 h 1176"/>
                <a:gd name="T32" fmla="*/ 584 w 2137"/>
                <a:gd name="T33" fmla="*/ 20 h 1176"/>
                <a:gd name="T34" fmla="*/ 619 w 2137"/>
                <a:gd name="T35" fmla="*/ 71 h 1176"/>
                <a:gd name="T36" fmla="*/ 653 w 2137"/>
                <a:gd name="T37" fmla="*/ 91 h 1176"/>
                <a:gd name="T38" fmla="*/ 688 w 2137"/>
                <a:gd name="T39" fmla="*/ 30 h 1176"/>
                <a:gd name="T40" fmla="*/ 722 w 2137"/>
                <a:gd name="T41" fmla="*/ 41 h 1176"/>
                <a:gd name="T42" fmla="*/ 757 w 2137"/>
                <a:gd name="T43" fmla="*/ 30 h 1176"/>
                <a:gd name="T44" fmla="*/ 791 w 2137"/>
                <a:gd name="T45" fmla="*/ 41 h 1176"/>
                <a:gd name="T46" fmla="*/ 825 w 2137"/>
                <a:gd name="T47" fmla="*/ 30 h 1176"/>
                <a:gd name="T48" fmla="*/ 860 w 2137"/>
                <a:gd name="T49" fmla="*/ 60 h 1176"/>
                <a:gd name="T50" fmla="*/ 894 w 2137"/>
                <a:gd name="T51" fmla="*/ 81 h 1176"/>
                <a:gd name="T52" fmla="*/ 929 w 2137"/>
                <a:gd name="T53" fmla="*/ 20 h 1176"/>
                <a:gd name="T54" fmla="*/ 963 w 2137"/>
                <a:gd name="T55" fmla="*/ 0 h 1176"/>
                <a:gd name="T56" fmla="*/ 998 w 2137"/>
                <a:gd name="T57" fmla="*/ 91 h 1176"/>
                <a:gd name="T58" fmla="*/ 1032 w 2137"/>
                <a:gd name="T59" fmla="*/ 422 h 1176"/>
                <a:gd name="T60" fmla="*/ 1066 w 2137"/>
                <a:gd name="T61" fmla="*/ 895 h 1176"/>
                <a:gd name="T62" fmla="*/ 1101 w 2137"/>
                <a:gd name="T63" fmla="*/ 1086 h 1176"/>
                <a:gd name="T64" fmla="*/ 1135 w 2137"/>
                <a:gd name="T65" fmla="*/ 1026 h 1176"/>
                <a:gd name="T66" fmla="*/ 1170 w 2137"/>
                <a:gd name="T67" fmla="*/ 996 h 1176"/>
                <a:gd name="T68" fmla="*/ 1204 w 2137"/>
                <a:gd name="T69" fmla="*/ 1176 h 1176"/>
                <a:gd name="T70" fmla="*/ 1239 w 2137"/>
                <a:gd name="T71" fmla="*/ 1106 h 1176"/>
                <a:gd name="T72" fmla="*/ 1273 w 2137"/>
                <a:gd name="T73" fmla="*/ 814 h 1176"/>
                <a:gd name="T74" fmla="*/ 1308 w 2137"/>
                <a:gd name="T75" fmla="*/ 734 h 1176"/>
                <a:gd name="T76" fmla="*/ 1342 w 2137"/>
                <a:gd name="T77" fmla="*/ 694 h 1176"/>
                <a:gd name="T78" fmla="*/ 1376 w 2137"/>
                <a:gd name="T79" fmla="*/ 634 h 1176"/>
                <a:gd name="T80" fmla="*/ 1411 w 2137"/>
                <a:gd name="T81" fmla="*/ 553 h 1176"/>
                <a:gd name="T82" fmla="*/ 1445 w 2137"/>
                <a:gd name="T83" fmla="*/ 543 h 1176"/>
                <a:gd name="T84" fmla="*/ 1480 w 2137"/>
                <a:gd name="T85" fmla="*/ 543 h 1176"/>
                <a:gd name="T86" fmla="*/ 1514 w 2137"/>
                <a:gd name="T87" fmla="*/ 533 h 1176"/>
                <a:gd name="T88" fmla="*/ 1548 w 2137"/>
                <a:gd name="T89" fmla="*/ 493 h 1176"/>
                <a:gd name="T90" fmla="*/ 1583 w 2137"/>
                <a:gd name="T91" fmla="*/ 513 h 1176"/>
                <a:gd name="T92" fmla="*/ 1618 w 2137"/>
                <a:gd name="T93" fmla="*/ 473 h 1176"/>
                <a:gd name="T94" fmla="*/ 1652 w 2137"/>
                <a:gd name="T95" fmla="*/ 473 h 1176"/>
                <a:gd name="T96" fmla="*/ 1686 w 2137"/>
                <a:gd name="T97" fmla="*/ 453 h 1176"/>
                <a:gd name="T98" fmla="*/ 1721 w 2137"/>
                <a:gd name="T99" fmla="*/ 453 h 1176"/>
                <a:gd name="T100" fmla="*/ 1755 w 2137"/>
                <a:gd name="T101" fmla="*/ 453 h 1176"/>
                <a:gd name="T102" fmla="*/ 1790 w 2137"/>
                <a:gd name="T103" fmla="*/ 443 h 1176"/>
                <a:gd name="T104" fmla="*/ 1824 w 2137"/>
                <a:gd name="T105" fmla="*/ 453 h 1176"/>
                <a:gd name="T106" fmla="*/ 1858 w 2137"/>
                <a:gd name="T107" fmla="*/ 443 h 1176"/>
                <a:gd name="T108" fmla="*/ 1893 w 2137"/>
                <a:gd name="T109" fmla="*/ 412 h 1176"/>
                <a:gd name="T110" fmla="*/ 1927 w 2137"/>
                <a:gd name="T111" fmla="*/ 412 h 1176"/>
                <a:gd name="T112" fmla="*/ 1962 w 2137"/>
                <a:gd name="T113" fmla="*/ 322 h 1176"/>
                <a:gd name="T114" fmla="*/ 1996 w 2137"/>
                <a:gd name="T115" fmla="*/ 392 h 1176"/>
                <a:gd name="T116" fmla="*/ 2030 w 2137"/>
                <a:gd name="T117" fmla="*/ 422 h 1176"/>
                <a:gd name="T118" fmla="*/ 2065 w 2137"/>
                <a:gd name="T119" fmla="*/ 372 h 1176"/>
                <a:gd name="T120" fmla="*/ 2100 w 2137"/>
                <a:gd name="T121" fmla="*/ 372 h 1176"/>
                <a:gd name="T122" fmla="*/ 2134 w 2137"/>
                <a:gd name="T123" fmla="*/ 392 h 1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37" h="1176">
                  <a:moveTo>
                    <a:pt x="0" y="211"/>
                  </a:moveTo>
                  <a:lnTo>
                    <a:pt x="1" y="211"/>
                  </a:lnTo>
                  <a:lnTo>
                    <a:pt x="2" y="211"/>
                  </a:lnTo>
                  <a:lnTo>
                    <a:pt x="3" y="211"/>
                  </a:lnTo>
                  <a:lnTo>
                    <a:pt x="4" y="211"/>
                  </a:lnTo>
                  <a:lnTo>
                    <a:pt x="5" y="201"/>
                  </a:lnTo>
                  <a:lnTo>
                    <a:pt x="6" y="191"/>
                  </a:lnTo>
                  <a:lnTo>
                    <a:pt x="7" y="181"/>
                  </a:lnTo>
                  <a:lnTo>
                    <a:pt x="8" y="181"/>
                  </a:lnTo>
                  <a:lnTo>
                    <a:pt x="9" y="181"/>
                  </a:lnTo>
                  <a:lnTo>
                    <a:pt x="10" y="181"/>
                  </a:lnTo>
                  <a:lnTo>
                    <a:pt x="12" y="181"/>
                  </a:lnTo>
                  <a:lnTo>
                    <a:pt x="13" y="181"/>
                  </a:lnTo>
                  <a:lnTo>
                    <a:pt x="13" y="181"/>
                  </a:lnTo>
                  <a:lnTo>
                    <a:pt x="15" y="181"/>
                  </a:lnTo>
                  <a:lnTo>
                    <a:pt x="16" y="181"/>
                  </a:lnTo>
                  <a:lnTo>
                    <a:pt x="17" y="181"/>
                  </a:lnTo>
                  <a:lnTo>
                    <a:pt x="18" y="181"/>
                  </a:lnTo>
                  <a:lnTo>
                    <a:pt x="19" y="181"/>
                  </a:lnTo>
                  <a:lnTo>
                    <a:pt x="20" y="181"/>
                  </a:lnTo>
                  <a:lnTo>
                    <a:pt x="21" y="181"/>
                  </a:lnTo>
                  <a:lnTo>
                    <a:pt x="22" y="181"/>
                  </a:lnTo>
                  <a:lnTo>
                    <a:pt x="23" y="181"/>
                  </a:lnTo>
                  <a:lnTo>
                    <a:pt x="24" y="181"/>
                  </a:lnTo>
                  <a:lnTo>
                    <a:pt x="25" y="181"/>
                  </a:lnTo>
                  <a:lnTo>
                    <a:pt x="26" y="181"/>
                  </a:lnTo>
                  <a:lnTo>
                    <a:pt x="27" y="181"/>
                  </a:lnTo>
                  <a:lnTo>
                    <a:pt x="28" y="171"/>
                  </a:lnTo>
                  <a:lnTo>
                    <a:pt x="29" y="171"/>
                  </a:lnTo>
                  <a:lnTo>
                    <a:pt x="30" y="171"/>
                  </a:lnTo>
                  <a:lnTo>
                    <a:pt x="31" y="171"/>
                  </a:lnTo>
                  <a:lnTo>
                    <a:pt x="32" y="171"/>
                  </a:lnTo>
                  <a:lnTo>
                    <a:pt x="33" y="171"/>
                  </a:lnTo>
                  <a:lnTo>
                    <a:pt x="34" y="171"/>
                  </a:lnTo>
                  <a:lnTo>
                    <a:pt x="36" y="171"/>
                  </a:lnTo>
                  <a:lnTo>
                    <a:pt x="36" y="171"/>
                  </a:lnTo>
                  <a:lnTo>
                    <a:pt x="37" y="181"/>
                  </a:lnTo>
                  <a:lnTo>
                    <a:pt x="39" y="181"/>
                  </a:lnTo>
                  <a:lnTo>
                    <a:pt x="40" y="181"/>
                  </a:lnTo>
                  <a:lnTo>
                    <a:pt x="41" y="171"/>
                  </a:lnTo>
                  <a:lnTo>
                    <a:pt x="42" y="171"/>
                  </a:lnTo>
                  <a:lnTo>
                    <a:pt x="43" y="171"/>
                  </a:lnTo>
                  <a:lnTo>
                    <a:pt x="44" y="171"/>
                  </a:lnTo>
                  <a:lnTo>
                    <a:pt x="45" y="171"/>
                  </a:lnTo>
                  <a:lnTo>
                    <a:pt x="46" y="171"/>
                  </a:lnTo>
                  <a:lnTo>
                    <a:pt x="47" y="171"/>
                  </a:lnTo>
                  <a:lnTo>
                    <a:pt x="48" y="171"/>
                  </a:lnTo>
                  <a:lnTo>
                    <a:pt x="49" y="171"/>
                  </a:lnTo>
                  <a:lnTo>
                    <a:pt x="50" y="171"/>
                  </a:lnTo>
                  <a:lnTo>
                    <a:pt x="51" y="161"/>
                  </a:lnTo>
                  <a:lnTo>
                    <a:pt x="52" y="151"/>
                  </a:lnTo>
                  <a:lnTo>
                    <a:pt x="53" y="141"/>
                  </a:lnTo>
                  <a:lnTo>
                    <a:pt x="54" y="131"/>
                  </a:lnTo>
                  <a:lnTo>
                    <a:pt x="55" y="131"/>
                  </a:lnTo>
                  <a:lnTo>
                    <a:pt x="56" y="121"/>
                  </a:lnTo>
                  <a:lnTo>
                    <a:pt x="57" y="111"/>
                  </a:lnTo>
                  <a:lnTo>
                    <a:pt x="59" y="111"/>
                  </a:lnTo>
                  <a:lnTo>
                    <a:pt x="60" y="121"/>
                  </a:lnTo>
                  <a:lnTo>
                    <a:pt x="60" y="131"/>
                  </a:lnTo>
                  <a:lnTo>
                    <a:pt x="62" y="141"/>
                  </a:lnTo>
                  <a:lnTo>
                    <a:pt x="63" y="151"/>
                  </a:lnTo>
                  <a:lnTo>
                    <a:pt x="64" y="151"/>
                  </a:lnTo>
                  <a:lnTo>
                    <a:pt x="65" y="151"/>
                  </a:lnTo>
                  <a:lnTo>
                    <a:pt x="66" y="161"/>
                  </a:lnTo>
                  <a:lnTo>
                    <a:pt x="67" y="171"/>
                  </a:lnTo>
                  <a:lnTo>
                    <a:pt x="68" y="161"/>
                  </a:lnTo>
                  <a:lnTo>
                    <a:pt x="69" y="161"/>
                  </a:lnTo>
                  <a:lnTo>
                    <a:pt x="70" y="161"/>
                  </a:lnTo>
                  <a:lnTo>
                    <a:pt x="71" y="161"/>
                  </a:lnTo>
                  <a:lnTo>
                    <a:pt x="72" y="151"/>
                  </a:lnTo>
                  <a:lnTo>
                    <a:pt x="73" y="161"/>
                  </a:lnTo>
                  <a:lnTo>
                    <a:pt x="74" y="161"/>
                  </a:lnTo>
                  <a:lnTo>
                    <a:pt x="75" y="161"/>
                  </a:lnTo>
                  <a:lnTo>
                    <a:pt x="76" y="161"/>
                  </a:lnTo>
                  <a:lnTo>
                    <a:pt x="77" y="161"/>
                  </a:lnTo>
                  <a:lnTo>
                    <a:pt x="78" y="151"/>
                  </a:lnTo>
                  <a:lnTo>
                    <a:pt x="79" y="151"/>
                  </a:lnTo>
                  <a:lnTo>
                    <a:pt x="80" y="141"/>
                  </a:lnTo>
                  <a:lnTo>
                    <a:pt x="81" y="151"/>
                  </a:lnTo>
                  <a:lnTo>
                    <a:pt x="83" y="151"/>
                  </a:lnTo>
                  <a:lnTo>
                    <a:pt x="83" y="141"/>
                  </a:lnTo>
                  <a:lnTo>
                    <a:pt x="84" y="141"/>
                  </a:lnTo>
                  <a:lnTo>
                    <a:pt x="86" y="141"/>
                  </a:lnTo>
                  <a:lnTo>
                    <a:pt x="87" y="151"/>
                  </a:lnTo>
                  <a:lnTo>
                    <a:pt x="88" y="161"/>
                  </a:lnTo>
                  <a:lnTo>
                    <a:pt x="89" y="161"/>
                  </a:lnTo>
                  <a:lnTo>
                    <a:pt x="90" y="171"/>
                  </a:lnTo>
                  <a:lnTo>
                    <a:pt x="91" y="171"/>
                  </a:lnTo>
                  <a:lnTo>
                    <a:pt x="92" y="171"/>
                  </a:lnTo>
                  <a:lnTo>
                    <a:pt x="93" y="181"/>
                  </a:lnTo>
                  <a:lnTo>
                    <a:pt x="94" y="181"/>
                  </a:lnTo>
                  <a:lnTo>
                    <a:pt x="95" y="181"/>
                  </a:lnTo>
                  <a:lnTo>
                    <a:pt x="96" y="181"/>
                  </a:lnTo>
                  <a:lnTo>
                    <a:pt x="97" y="181"/>
                  </a:lnTo>
                  <a:lnTo>
                    <a:pt x="98" y="181"/>
                  </a:lnTo>
                  <a:lnTo>
                    <a:pt x="99" y="181"/>
                  </a:lnTo>
                  <a:lnTo>
                    <a:pt x="100" y="181"/>
                  </a:lnTo>
                  <a:lnTo>
                    <a:pt x="101" y="181"/>
                  </a:lnTo>
                  <a:lnTo>
                    <a:pt x="102" y="181"/>
                  </a:lnTo>
                  <a:lnTo>
                    <a:pt x="103" y="181"/>
                  </a:lnTo>
                  <a:lnTo>
                    <a:pt x="104" y="181"/>
                  </a:lnTo>
                  <a:lnTo>
                    <a:pt x="105" y="191"/>
                  </a:lnTo>
                  <a:lnTo>
                    <a:pt x="107" y="191"/>
                  </a:lnTo>
                  <a:lnTo>
                    <a:pt x="107" y="191"/>
                  </a:lnTo>
                  <a:lnTo>
                    <a:pt x="108" y="191"/>
                  </a:lnTo>
                  <a:lnTo>
                    <a:pt x="110" y="191"/>
                  </a:lnTo>
                  <a:lnTo>
                    <a:pt x="111" y="191"/>
                  </a:lnTo>
                  <a:lnTo>
                    <a:pt x="112" y="191"/>
                  </a:lnTo>
                  <a:lnTo>
                    <a:pt x="113" y="191"/>
                  </a:lnTo>
                  <a:lnTo>
                    <a:pt x="114" y="191"/>
                  </a:lnTo>
                  <a:lnTo>
                    <a:pt x="115" y="181"/>
                  </a:lnTo>
                  <a:lnTo>
                    <a:pt x="116" y="181"/>
                  </a:lnTo>
                  <a:lnTo>
                    <a:pt x="117" y="181"/>
                  </a:lnTo>
                  <a:lnTo>
                    <a:pt x="118" y="181"/>
                  </a:lnTo>
                  <a:lnTo>
                    <a:pt x="119" y="181"/>
                  </a:lnTo>
                  <a:lnTo>
                    <a:pt x="120" y="181"/>
                  </a:lnTo>
                  <a:lnTo>
                    <a:pt x="121" y="181"/>
                  </a:lnTo>
                  <a:lnTo>
                    <a:pt x="122" y="181"/>
                  </a:lnTo>
                  <a:lnTo>
                    <a:pt x="123" y="181"/>
                  </a:lnTo>
                  <a:lnTo>
                    <a:pt x="124" y="181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7" y="181"/>
                  </a:lnTo>
                  <a:lnTo>
                    <a:pt x="128" y="171"/>
                  </a:lnTo>
                  <a:lnTo>
                    <a:pt x="130" y="171"/>
                  </a:lnTo>
                  <a:lnTo>
                    <a:pt x="130" y="171"/>
                  </a:lnTo>
                  <a:lnTo>
                    <a:pt x="131" y="171"/>
                  </a:lnTo>
                  <a:lnTo>
                    <a:pt x="133" y="171"/>
                  </a:lnTo>
                  <a:lnTo>
                    <a:pt x="134" y="171"/>
                  </a:lnTo>
                  <a:lnTo>
                    <a:pt x="135" y="171"/>
                  </a:lnTo>
                  <a:lnTo>
                    <a:pt x="136" y="171"/>
                  </a:lnTo>
                  <a:lnTo>
                    <a:pt x="137" y="171"/>
                  </a:lnTo>
                  <a:lnTo>
                    <a:pt x="138" y="181"/>
                  </a:lnTo>
                  <a:lnTo>
                    <a:pt x="139" y="181"/>
                  </a:lnTo>
                  <a:lnTo>
                    <a:pt x="140" y="181"/>
                  </a:lnTo>
                  <a:lnTo>
                    <a:pt x="141" y="181"/>
                  </a:lnTo>
                  <a:lnTo>
                    <a:pt x="142" y="181"/>
                  </a:lnTo>
                  <a:lnTo>
                    <a:pt x="143" y="171"/>
                  </a:lnTo>
                  <a:lnTo>
                    <a:pt x="144" y="171"/>
                  </a:lnTo>
                  <a:lnTo>
                    <a:pt x="145" y="171"/>
                  </a:lnTo>
                  <a:lnTo>
                    <a:pt x="146" y="171"/>
                  </a:lnTo>
                  <a:lnTo>
                    <a:pt x="147" y="171"/>
                  </a:lnTo>
                  <a:lnTo>
                    <a:pt x="148" y="171"/>
                  </a:lnTo>
                  <a:lnTo>
                    <a:pt x="149" y="171"/>
                  </a:lnTo>
                  <a:lnTo>
                    <a:pt x="150" y="171"/>
                  </a:lnTo>
                  <a:lnTo>
                    <a:pt x="151" y="171"/>
                  </a:lnTo>
                  <a:lnTo>
                    <a:pt x="152" y="181"/>
                  </a:lnTo>
                  <a:lnTo>
                    <a:pt x="154" y="181"/>
                  </a:lnTo>
                  <a:lnTo>
                    <a:pt x="154" y="181"/>
                  </a:lnTo>
                  <a:lnTo>
                    <a:pt x="155" y="181"/>
                  </a:lnTo>
                  <a:lnTo>
                    <a:pt x="157" y="181"/>
                  </a:lnTo>
                  <a:lnTo>
                    <a:pt x="158" y="181"/>
                  </a:lnTo>
                  <a:lnTo>
                    <a:pt x="158" y="181"/>
                  </a:lnTo>
                  <a:lnTo>
                    <a:pt x="160" y="181"/>
                  </a:lnTo>
                  <a:lnTo>
                    <a:pt x="161" y="181"/>
                  </a:lnTo>
                  <a:lnTo>
                    <a:pt x="162" y="181"/>
                  </a:lnTo>
                  <a:lnTo>
                    <a:pt x="163" y="181"/>
                  </a:lnTo>
                  <a:lnTo>
                    <a:pt x="164" y="181"/>
                  </a:lnTo>
                  <a:lnTo>
                    <a:pt x="165" y="181"/>
                  </a:lnTo>
                  <a:lnTo>
                    <a:pt x="166" y="191"/>
                  </a:lnTo>
                  <a:lnTo>
                    <a:pt x="167" y="191"/>
                  </a:lnTo>
                  <a:lnTo>
                    <a:pt x="168" y="191"/>
                  </a:lnTo>
                  <a:lnTo>
                    <a:pt x="169" y="191"/>
                  </a:lnTo>
                  <a:lnTo>
                    <a:pt x="170" y="191"/>
                  </a:lnTo>
                  <a:lnTo>
                    <a:pt x="171" y="191"/>
                  </a:lnTo>
                  <a:lnTo>
                    <a:pt x="172" y="191"/>
                  </a:lnTo>
                  <a:lnTo>
                    <a:pt x="173" y="191"/>
                  </a:lnTo>
                  <a:lnTo>
                    <a:pt x="174" y="191"/>
                  </a:lnTo>
                  <a:lnTo>
                    <a:pt x="175" y="181"/>
                  </a:lnTo>
                  <a:lnTo>
                    <a:pt x="176" y="181"/>
                  </a:lnTo>
                  <a:lnTo>
                    <a:pt x="177" y="181"/>
                  </a:lnTo>
                  <a:lnTo>
                    <a:pt x="178" y="181"/>
                  </a:lnTo>
                  <a:lnTo>
                    <a:pt x="179" y="181"/>
                  </a:lnTo>
                  <a:lnTo>
                    <a:pt x="181" y="181"/>
                  </a:lnTo>
                  <a:lnTo>
                    <a:pt x="182" y="181"/>
                  </a:lnTo>
                  <a:lnTo>
                    <a:pt x="183" y="181"/>
                  </a:lnTo>
                  <a:lnTo>
                    <a:pt x="184" y="181"/>
                  </a:lnTo>
                  <a:lnTo>
                    <a:pt x="185" y="181"/>
                  </a:lnTo>
                  <a:lnTo>
                    <a:pt x="186" y="181"/>
                  </a:lnTo>
                  <a:lnTo>
                    <a:pt x="187" y="181"/>
                  </a:lnTo>
                  <a:lnTo>
                    <a:pt x="188" y="181"/>
                  </a:lnTo>
                  <a:lnTo>
                    <a:pt x="189" y="181"/>
                  </a:lnTo>
                  <a:lnTo>
                    <a:pt x="190" y="181"/>
                  </a:lnTo>
                  <a:lnTo>
                    <a:pt x="191" y="181"/>
                  </a:lnTo>
                  <a:lnTo>
                    <a:pt x="192" y="181"/>
                  </a:lnTo>
                  <a:lnTo>
                    <a:pt x="193" y="181"/>
                  </a:lnTo>
                  <a:lnTo>
                    <a:pt x="194" y="181"/>
                  </a:lnTo>
                  <a:lnTo>
                    <a:pt x="195" y="181"/>
                  </a:lnTo>
                  <a:lnTo>
                    <a:pt x="196" y="181"/>
                  </a:lnTo>
                  <a:lnTo>
                    <a:pt x="197" y="181"/>
                  </a:lnTo>
                  <a:lnTo>
                    <a:pt x="198" y="181"/>
                  </a:lnTo>
                  <a:lnTo>
                    <a:pt x="199" y="181"/>
                  </a:lnTo>
                  <a:lnTo>
                    <a:pt x="201" y="181"/>
                  </a:lnTo>
                  <a:lnTo>
                    <a:pt x="201" y="181"/>
                  </a:lnTo>
                  <a:lnTo>
                    <a:pt x="202" y="181"/>
                  </a:lnTo>
                  <a:lnTo>
                    <a:pt x="204" y="181"/>
                  </a:lnTo>
                  <a:lnTo>
                    <a:pt x="205" y="181"/>
                  </a:lnTo>
                  <a:lnTo>
                    <a:pt x="205" y="181"/>
                  </a:lnTo>
                  <a:lnTo>
                    <a:pt x="207" y="181"/>
                  </a:lnTo>
                  <a:lnTo>
                    <a:pt x="208" y="181"/>
                  </a:lnTo>
                  <a:lnTo>
                    <a:pt x="209" y="181"/>
                  </a:lnTo>
                  <a:lnTo>
                    <a:pt x="210" y="171"/>
                  </a:lnTo>
                  <a:lnTo>
                    <a:pt x="211" y="161"/>
                  </a:lnTo>
                  <a:lnTo>
                    <a:pt x="212" y="161"/>
                  </a:lnTo>
                  <a:lnTo>
                    <a:pt x="213" y="161"/>
                  </a:lnTo>
                  <a:lnTo>
                    <a:pt x="214" y="161"/>
                  </a:lnTo>
                  <a:lnTo>
                    <a:pt x="215" y="161"/>
                  </a:lnTo>
                  <a:lnTo>
                    <a:pt x="216" y="161"/>
                  </a:lnTo>
                  <a:lnTo>
                    <a:pt x="217" y="161"/>
                  </a:lnTo>
                  <a:lnTo>
                    <a:pt x="218" y="161"/>
                  </a:lnTo>
                  <a:lnTo>
                    <a:pt x="219" y="161"/>
                  </a:lnTo>
                  <a:lnTo>
                    <a:pt x="220" y="171"/>
                  </a:lnTo>
                  <a:lnTo>
                    <a:pt x="221" y="161"/>
                  </a:lnTo>
                  <a:lnTo>
                    <a:pt x="222" y="151"/>
                  </a:lnTo>
                  <a:lnTo>
                    <a:pt x="223" y="151"/>
                  </a:lnTo>
                  <a:lnTo>
                    <a:pt x="224" y="151"/>
                  </a:lnTo>
                  <a:lnTo>
                    <a:pt x="225" y="151"/>
                  </a:lnTo>
                  <a:lnTo>
                    <a:pt x="226" y="151"/>
                  </a:lnTo>
                  <a:lnTo>
                    <a:pt x="228" y="151"/>
                  </a:lnTo>
                  <a:lnTo>
                    <a:pt x="229" y="161"/>
                  </a:lnTo>
                  <a:lnTo>
                    <a:pt x="229" y="151"/>
                  </a:lnTo>
                  <a:lnTo>
                    <a:pt x="231" y="151"/>
                  </a:lnTo>
                  <a:lnTo>
                    <a:pt x="232" y="161"/>
                  </a:lnTo>
                  <a:lnTo>
                    <a:pt x="233" y="161"/>
                  </a:lnTo>
                  <a:lnTo>
                    <a:pt x="234" y="151"/>
                  </a:lnTo>
                  <a:lnTo>
                    <a:pt x="235" y="151"/>
                  </a:lnTo>
                  <a:lnTo>
                    <a:pt x="236" y="151"/>
                  </a:lnTo>
                  <a:lnTo>
                    <a:pt x="237" y="151"/>
                  </a:lnTo>
                  <a:lnTo>
                    <a:pt x="238" y="141"/>
                  </a:lnTo>
                  <a:lnTo>
                    <a:pt x="239" y="151"/>
                  </a:lnTo>
                  <a:lnTo>
                    <a:pt x="240" y="161"/>
                  </a:lnTo>
                  <a:lnTo>
                    <a:pt x="241" y="161"/>
                  </a:lnTo>
                  <a:lnTo>
                    <a:pt x="242" y="161"/>
                  </a:lnTo>
                  <a:lnTo>
                    <a:pt x="243" y="171"/>
                  </a:lnTo>
                  <a:lnTo>
                    <a:pt x="244" y="161"/>
                  </a:lnTo>
                  <a:lnTo>
                    <a:pt x="245" y="151"/>
                  </a:lnTo>
                  <a:lnTo>
                    <a:pt x="246" y="141"/>
                  </a:lnTo>
                  <a:lnTo>
                    <a:pt x="247" y="141"/>
                  </a:lnTo>
                  <a:lnTo>
                    <a:pt x="248" y="141"/>
                  </a:lnTo>
                  <a:lnTo>
                    <a:pt x="249" y="131"/>
                  </a:lnTo>
                  <a:lnTo>
                    <a:pt x="251" y="131"/>
                  </a:lnTo>
                  <a:lnTo>
                    <a:pt x="252" y="121"/>
                  </a:lnTo>
                  <a:lnTo>
                    <a:pt x="252" y="111"/>
                  </a:lnTo>
                  <a:lnTo>
                    <a:pt x="254" y="111"/>
                  </a:lnTo>
                  <a:lnTo>
                    <a:pt x="255" y="111"/>
                  </a:lnTo>
                  <a:lnTo>
                    <a:pt x="256" y="111"/>
                  </a:lnTo>
                  <a:lnTo>
                    <a:pt x="257" y="101"/>
                  </a:lnTo>
                  <a:lnTo>
                    <a:pt x="258" y="81"/>
                  </a:lnTo>
                  <a:lnTo>
                    <a:pt x="259" y="71"/>
                  </a:lnTo>
                  <a:lnTo>
                    <a:pt x="260" y="50"/>
                  </a:lnTo>
                  <a:lnTo>
                    <a:pt x="261" y="41"/>
                  </a:lnTo>
                  <a:lnTo>
                    <a:pt x="262" y="30"/>
                  </a:lnTo>
                  <a:lnTo>
                    <a:pt x="263" y="20"/>
                  </a:lnTo>
                  <a:lnTo>
                    <a:pt x="264" y="10"/>
                  </a:lnTo>
                  <a:lnTo>
                    <a:pt x="265" y="0"/>
                  </a:lnTo>
                  <a:lnTo>
                    <a:pt x="266" y="10"/>
                  </a:lnTo>
                  <a:lnTo>
                    <a:pt x="267" y="20"/>
                  </a:lnTo>
                  <a:lnTo>
                    <a:pt x="268" y="20"/>
                  </a:lnTo>
                  <a:lnTo>
                    <a:pt x="269" y="20"/>
                  </a:lnTo>
                  <a:lnTo>
                    <a:pt x="270" y="20"/>
                  </a:lnTo>
                  <a:lnTo>
                    <a:pt x="271" y="20"/>
                  </a:lnTo>
                  <a:lnTo>
                    <a:pt x="272" y="20"/>
                  </a:lnTo>
                  <a:lnTo>
                    <a:pt x="273" y="20"/>
                  </a:lnTo>
                  <a:lnTo>
                    <a:pt x="275" y="20"/>
                  </a:lnTo>
                  <a:lnTo>
                    <a:pt x="276" y="10"/>
                  </a:lnTo>
                  <a:lnTo>
                    <a:pt x="276" y="0"/>
                  </a:lnTo>
                  <a:lnTo>
                    <a:pt x="278" y="0"/>
                  </a:lnTo>
                  <a:lnTo>
                    <a:pt x="279" y="10"/>
                  </a:lnTo>
                  <a:lnTo>
                    <a:pt x="280" y="20"/>
                  </a:lnTo>
                  <a:lnTo>
                    <a:pt x="281" y="30"/>
                  </a:lnTo>
                  <a:lnTo>
                    <a:pt x="282" y="30"/>
                  </a:lnTo>
                  <a:lnTo>
                    <a:pt x="283" y="30"/>
                  </a:lnTo>
                  <a:lnTo>
                    <a:pt x="284" y="30"/>
                  </a:lnTo>
                  <a:lnTo>
                    <a:pt x="285" y="30"/>
                  </a:lnTo>
                  <a:lnTo>
                    <a:pt x="286" y="30"/>
                  </a:lnTo>
                  <a:lnTo>
                    <a:pt x="287" y="30"/>
                  </a:lnTo>
                  <a:lnTo>
                    <a:pt x="288" y="20"/>
                  </a:lnTo>
                  <a:lnTo>
                    <a:pt x="289" y="10"/>
                  </a:lnTo>
                  <a:lnTo>
                    <a:pt x="290" y="0"/>
                  </a:lnTo>
                  <a:lnTo>
                    <a:pt x="291" y="0"/>
                  </a:lnTo>
                  <a:lnTo>
                    <a:pt x="292" y="0"/>
                  </a:lnTo>
                  <a:lnTo>
                    <a:pt x="293" y="10"/>
                  </a:lnTo>
                  <a:lnTo>
                    <a:pt x="294" y="20"/>
                  </a:lnTo>
                  <a:lnTo>
                    <a:pt x="295" y="30"/>
                  </a:lnTo>
                  <a:lnTo>
                    <a:pt x="296" y="30"/>
                  </a:lnTo>
                  <a:lnTo>
                    <a:pt x="297" y="41"/>
                  </a:lnTo>
                  <a:lnTo>
                    <a:pt x="299" y="50"/>
                  </a:lnTo>
                  <a:lnTo>
                    <a:pt x="299" y="60"/>
                  </a:lnTo>
                  <a:lnTo>
                    <a:pt x="300" y="71"/>
                  </a:lnTo>
                  <a:lnTo>
                    <a:pt x="302" y="71"/>
                  </a:lnTo>
                  <a:lnTo>
                    <a:pt x="303" y="71"/>
                  </a:lnTo>
                  <a:lnTo>
                    <a:pt x="304" y="71"/>
                  </a:lnTo>
                  <a:lnTo>
                    <a:pt x="305" y="60"/>
                  </a:lnTo>
                  <a:lnTo>
                    <a:pt x="306" y="71"/>
                  </a:lnTo>
                  <a:lnTo>
                    <a:pt x="307" y="71"/>
                  </a:lnTo>
                  <a:lnTo>
                    <a:pt x="308" y="71"/>
                  </a:lnTo>
                  <a:lnTo>
                    <a:pt x="309" y="71"/>
                  </a:lnTo>
                  <a:lnTo>
                    <a:pt x="310" y="60"/>
                  </a:lnTo>
                  <a:lnTo>
                    <a:pt x="311" y="71"/>
                  </a:lnTo>
                  <a:lnTo>
                    <a:pt x="312" y="60"/>
                  </a:lnTo>
                  <a:lnTo>
                    <a:pt x="313" y="60"/>
                  </a:lnTo>
                  <a:lnTo>
                    <a:pt x="314" y="60"/>
                  </a:lnTo>
                  <a:lnTo>
                    <a:pt x="315" y="50"/>
                  </a:lnTo>
                  <a:lnTo>
                    <a:pt x="316" y="41"/>
                  </a:lnTo>
                  <a:lnTo>
                    <a:pt x="317" y="30"/>
                  </a:lnTo>
                  <a:lnTo>
                    <a:pt x="318" y="30"/>
                  </a:lnTo>
                  <a:lnTo>
                    <a:pt x="319" y="41"/>
                  </a:lnTo>
                  <a:lnTo>
                    <a:pt x="320" y="41"/>
                  </a:lnTo>
                  <a:lnTo>
                    <a:pt x="322" y="50"/>
                  </a:lnTo>
                  <a:lnTo>
                    <a:pt x="323" y="50"/>
                  </a:lnTo>
                  <a:lnTo>
                    <a:pt x="323" y="50"/>
                  </a:lnTo>
                  <a:lnTo>
                    <a:pt x="325" y="60"/>
                  </a:lnTo>
                  <a:lnTo>
                    <a:pt x="326" y="71"/>
                  </a:lnTo>
                  <a:lnTo>
                    <a:pt x="327" y="71"/>
                  </a:lnTo>
                  <a:lnTo>
                    <a:pt x="328" y="60"/>
                  </a:lnTo>
                  <a:lnTo>
                    <a:pt x="329" y="50"/>
                  </a:lnTo>
                  <a:lnTo>
                    <a:pt x="330" y="50"/>
                  </a:lnTo>
                  <a:lnTo>
                    <a:pt x="331" y="41"/>
                  </a:lnTo>
                  <a:lnTo>
                    <a:pt x="332" y="41"/>
                  </a:lnTo>
                  <a:lnTo>
                    <a:pt x="333" y="50"/>
                  </a:lnTo>
                  <a:lnTo>
                    <a:pt x="334" y="50"/>
                  </a:lnTo>
                  <a:lnTo>
                    <a:pt x="335" y="50"/>
                  </a:lnTo>
                  <a:lnTo>
                    <a:pt x="336" y="60"/>
                  </a:lnTo>
                  <a:lnTo>
                    <a:pt x="337" y="71"/>
                  </a:lnTo>
                  <a:lnTo>
                    <a:pt x="338" y="81"/>
                  </a:lnTo>
                  <a:lnTo>
                    <a:pt x="339" y="81"/>
                  </a:lnTo>
                  <a:lnTo>
                    <a:pt x="340" y="91"/>
                  </a:lnTo>
                  <a:lnTo>
                    <a:pt x="341" y="81"/>
                  </a:lnTo>
                  <a:lnTo>
                    <a:pt x="342" y="71"/>
                  </a:lnTo>
                  <a:lnTo>
                    <a:pt x="343" y="60"/>
                  </a:lnTo>
                  <a:lnTo>
                    <a:pt x="344" y="50"/>
                  </a:lnTo>
                  <a:lnTo>
                    <a:pt x="346" y="41"/>
                  </a:lnTo>
                  <a:lnTo>
                    <a:pt x="346" y="41"/>
                  </a:lnTo>
                  <a:lnTo>
                    <a:pt x="347" y="41"/>
                  </a:lnTo>
                  <a:lnTo>
                    <a:pt x="349" y="41"/>
                  </a:lnTo>
                  <a:lnTo>
                    <a:pt x="350" y="41"/>
                  </a:lnTo>
                  <a:lnTo>
                    <a:pt x="351" y="50"/>
                  </a:lnTo>
                  <a:lnTo>
                    <a:pt x="352" y="60"/>
                  </a:lnTo>
                  <a:lnTo>
                    <a:pt x="353" y="71"/>
                  </a:lnTo>
                  <a:lnTo>
                    <a:pt x="354" y="81"/>
                  </a:lnTo>
                  <a:lnTo>
                    <a:pt x="355" y="81"/>
                  </a:lnTo>
                  <a:lnTo>
                    <a:pt x="356" y="71"/>
                  </a:lnTo>
                  <a:lnTo>
                    <a:pt x="357" y="71"/>
                  </a:lnTo>
                  <a:lnTo>
                    <a:pt x="358" y="60"/>
                  </a:lnTo>
                  <a:lnTo>
                    <a:pt x="359" y="50"/>
                  </a:lnTo>
                  <a:lnTo>
                    <a:pt x="360" y="41"/>
                  </a:lnTo>
                  <a:lnTo>
                    <a:pt x="361" y="41"/>
                  </a:lnTo>
                  <a:lnTo>
                    <a:pt x="362" y="41"/>
                  </a:lnTo>
                  <a:lnTo>
                    <a:pt x="363" y="41"/>
                  </a:lnTo>
                  <a:lnTo>
                    <a:pt x="364" y="50"/>
                  </a:lnTo>
                  <a:lnTo>
                    <a:pt x="365" y="60"/>
                  </a:lnTo>
                  <a:lnTo>
                    <a:pt x="366" y="60"/>
                  </a:lnTo>
                  <a:lnTo>
                    <a:pt x="367" y="71"/>
                  </a:lnTo>
                  <a:lnTo>
                    <a:pt x="368" y="71"/>
                  </a:lnTo>
                  <a:lnTo>
                    <a:pt x="370" y="71"/>
                  </a:lnTo>
                  <a:lnTo>
                    <a:pt x="370" y="71"/>
                  </a:lnTo>
                  <a:lnTo>
                    <a:pt x="371" y="60"/>
                  </a:lnTo>
                  <a:lnTo>
                    <a:pt x="373" y="50"/>
                  </a:lnTo>
                  <a:lnTo>
                    <a:pt x="374" y="50"/>
                  </a:lnTo>
                  <a:lnTo>
                    <a:pt x="374" y="50"/>
                  </a:lnTo>
                  <a:lnTo>
                    <a:pt x="376" y="50"/>
                  </a:lnTo>
                  <a:lnTo>
                    <a:pt x="377" y="50"/>
                  </a:lnTo>
                  <a:lnTo>
                    <a:pt x="378" y="60"/>
                  </a:lnTo>
                  <a:lnTo>
                    <a:pt x="379" y="71"/>
                  </a:lnTo>
                  <a:lnTo>
                    <a:pt x="380" y="71"/>
                  </a:lnTo>
                  <a:lnTo>
                    <a:pt x="381" y="81"/>
                  </a:lnTo>
                  <a:lnTo>
                    <a:pt x="382" y="91"/>
                  </a:lnTo>
                  <a:lnTo>
                    <a:pt x="383" y="81"/>
                  </a:lnTo>
                  <a:lnTo>
                    <a:pt x="384" y="71"/>
                  </a:lnTo>
                  <a:lnTo>
                    <a:pt x="385" y="60"/>
                  </a:lnTo>
                  <a:lnTo>
                    <a:pt x="386" y="50"/>
                  </a:lnTo>
                  <a:lnTo>
                    <a:pt x="387" y="41"/>
                  </a:lnTo>
                  <a:lnTo>
                    <a:pt x="388" y="41"/>
                  </a:lnTo>
                  <a:lnTo>
                    <a:pt x="389" y="41"/>
                  </a:lnTo>
                  <a:lnTo>
                    <a:pt x="390" y="41"/>
                  </a:lnTo>
                  <a:lnTo>
                    <a:pt x="391" y="41"/>
                  </a:lnTo>
                  <a:lnTo>
                    <a:pt x="393" y="41"/>
                  </a:lnTo>
                  <a:lnTo>
                    <a:pt x="393" y="41"/>
                  </a:lnTo>
                  <a:lnTo>
                    <a:pt x="394" y="41"/>
                  </a:lnTo>
                  <a:lnTo>
                    <a:pt x="396" y="41"/>
                  </a:lnTo>
                  <a:lnTo>
                    <a:pt x="397" y="41"/>
                  </a:lnTo>
                  <a:lnTo>
                    <a:pt x="398" y="30"/>
                  </a:lnTo>
                  <a:lnTo>
                    <a:pt x="399" y="30"/>
                  </a:lnTo>
                  <a:lnTo>
                    <a:pt x="400" y="30"/>
                  </a:lnTo>
                  <a:lnTo>
                    <a:pt x="401" y="30"/>
                  </a:lnTo>
                  <a:lnTo>
                    <a:pt x="402" y="30"/>
                  </a:lnTo>
                  <a:lnTo>
                    <a:pt x="403" y="30"/>
                  </a:lnTo>
                  <a:lnTo>
                    <a:pt x="404" y="30"/>
                  </a:lnTo>
                  <a:lnTo>
                    <a:pt x="405" y="30"/>
                  </a:lnTo>
                  <a:lnTo>
                    <a:pt x="406" y="30"/>
                  </a:lnTo>
                  <a:lnTo>
                    <a:pt x="407" y="30"/>
                  </a:lnTo>
                  <a:lnTo>
                    <a:pt x="408" y="20"/>
                  </a:lnTo>
                  <a:lnTo>
                    <a:pt x="409" y="10"/>
                  </a:lnTo>
                  <a:lnTo>
                    <a:pt x="410" y="0"/>
                  </a:lnTo>
                  <a:lnTo>
                    <a:pt x="411" y="0"/>
                  </a:lnTo>
                  <a:lnTo>
                    <a:pt x="412" y="0"/>
                  </a:lnTo>
                  <a:lnTo>
                    <a:pt x="413" y="10"/>
                  </a:lnTo>
                  <a:lnTo>
                    <a:pt x="414" y="10"/>
                  </a:lnTo>
                  <a:lnTo>
                    <a:pt x="415" y="20"/>
                  </a:lnTo>
                  <a:lnTo>
                    <a:pt x="417" y="20"/>
                  </a:lnTo>
                  <a:lnTo>
                    <a:pt x="417" y="20"/>
                  </a:lnTo>
                  <a:lnTo>
                    <a:pt x="418" y="20"/>
                  </a:lnTo>
                  <a:lnTo>
                    <a:pt x="420" y="20"/>
                  </a:lnTo>
                  <a:lnTo>
                    <a:pt x="421" y="20"/>
                  </a:lnTo>
                  <a:lnTo>
                    <a:pt x="421" y="20"/>
                  </a:lnTo>
                  <a:lnTo>
                    <a:pt x="423" y="10"/>
                  </a:lnTo>
                  <a:lnTo>
                    <a:pt x="424" y="10"/>
                  </a:lnTo>
                  <a:lnTo>
                    <a:pt x="425" y="10"/>
                  </a:lnTo>
                  <a:lnTo>
                    <a:pt x="426" y="20"/>
                  </a:lnTo>
                  <a:lnTo>
                    <a:pt x="427" y="30"/>
                  </a:lnTo>
                  <a:lnTo>
                    <a:pt x="428" y="41"/>
                  </a:lnTo>
                  <a:lnTo>
                    <a:pt x="429" y="50"/>
                  </a:lnTo>
                  <a:lnTo>
                    <a:pt x="430" y="60"/>
                  </a:lnTo>
                  <a:lnTo>
                    <a:pt x="431" y="60"/>
                  </a:lnTo>
                  <a:lnTo>
                    <a:pt x="432" y="71"/>
                  </a:lnTo>
                  <a:lnTo>
                    <a:pt x="433" y="71"/>
                  </a:lnTo>
                  <a:lnTo>
                    <a:pt x="434" y="71"/>
                  </a:lnTo>
                  <a:lnTo>
                    <a:pt x="435" y="71"/>
                  </a:lnTo>
                  <a:lnTo>
                    <a:pt x="436" y="71"/>
                  </a:lnTo>
                  <a:lnTo>
                    <a:pt x="437" y="71"/>
                  </a:lnTo>
                  <a:lnTo>
                    <a:pt x="438" y="60"/>
                  </a:lnTo>
                  <a:lnTo>
                    <a:pt x="439" y="50"/>
                  </a:lnTo>
                  <a:lnTo>
                    <a:pt x="440" y="60"/>
                  </a:lnTo>
                  <a:lnTo>
                    <a:pt x="441" y="60"/>
                  </a:lnTo>
                  <a:lnTo>
                    <a:pt x="442" y="60"/>
                  </a:lnTo>
                  <a:lnTo>
                    <a:pt x="444" y="50"/>
                  </a:lnTo>
                  <a:lnTo>
                    <a:pt x="445" y="41"/>
                  </a:lnTo>
                  <a:lnTo>
                    <a:pt x="445" y="30"/>
                  </a:lnTo>
                  <a:lnTo>
                    <a:pt x="447" y="20"/>
                  </a:lnTo>
                  <a:lnTo>
                    <a:pt x="448" y="30"/>
                  </a:lnTo>
                  <a:lnTo>
                    <a:pt x="449" y="30"/>
                  </a:lnTo>
                  <a:lnTo>
                    <a:pt x="450" y="30"/>
                  </a:lnTo>
                  <a:lnTo>
                    <a:pt x="451" y="30"/>
                  </a:lnTo>
                  <a:lnTo>
                    <a:pt x="452" y="41"/>
                  </a:lnTo>
                  <a:lnTo>
                    <a:pt x="453" y="50"/>
                  </a:lnTo>
                  <a:lnTo>
                    <a:pt x="454" y="60"/>
                  </a:lnTo>
                  <a:lnTo>
                    <a:pt x="455" y="71"/>
                  </a:lnTo>
                  <a:lnTo>
                    <a:pt x="456" y="71"/>
                  </a:lnTo>
                  <a:lnTo>
                    <a:pt x="457" y="60"/>
                  </a:lnTo>
                  <a:lnTo>
                    <a:pt x="458" y="60"/>
                  </a:lnTo>
                  <a:lnTo>
                    <a:pt x="459" y="50"/>
                  </a:lnTo>
                  <a:lnTo>
                    <a:pt x="460" y="41"/>
                  </a:lnTo>
                  <a:lnTo>
                    <a:pt x="461" y="30"/>
                  </a:lnTo>
                  <a:lnTo>
                    <a:pt x="462" y="30"/>
                  </a:lnTo>
                  <a:lnTo>
                    <a:pt x="464" y="30"/>
                  </a:lnTo>
                  <a:lnTo>
                    <a:pt x="464" y="30"/>
                  </a:lnTo>
                  <a:lnTo>
                    <a:pt x="465" y="41"/>
                  </a:lnTo>
                  <a:lnTo>
                    <a:pt x="467" y="50"/>
                  </a:lnTo>
                  <a:lnTo>
                    <a:pt x="468" y="50"/>
                  </a:lnTo>
                  <a:lnTo>
                    <a:pt x="468" y="50"/>
                  </a:lnTo>
                  <a:lnTo>
                    <a:pt x="470" y="50"/>
                  </a:lnTo>
                  <a:lnTo>
                    <a:pt x="471" y="50"/>
                  </a:lnTo>
                  <a:lnTo>
                    <a:pt x="472" y="50"/>
                  </a:lnTo>
                  <a:lnTo>
                    <a:pt x="473" y="41"/>
                  </a:lnTo>
                  <a:lnTo>
                    <a:pt x="474" y="30"/>
                  </a:lnTo>
                  <a:lnTo>
                    <a:pt x="475" y="30"/>
                  </a:lnTo>
                  <a:lnTo>
                    <a:pt x="476" y="30"/>
                  </a:lnTo>
                  <a:lnTo>
                    <a:pt x="477" y="30"/>
                  </a:lnTo>
                  <a:lnTo>
                    <a:pt x="478" y="30"/>
                  </a:lnTo>
                  <a:lnTo>
                    <a:pt x="479" y="30"/>
                  </a:lnTo>
                  <a:lnTo>
                    <a:pt x="480" y="30"/>
                  </a:lnTo>
                  <a:lnTo>
                    <a:pt x="481" y="20"/>
                  </a:lnTo>
                  <a:lnTo>
                    <a:pt x="482" y="20"/>
                  </a:lnTo>
                  <a:lnTo>
                    <a:pt x="483" y="20"/>
                  </a:lnTo>
                  <a:lnTo>
                    <a:pt x="484" y="10"/>
                  </a:lnTo>
                  <a:lnTo>
                    <a:pt x="485" y="0"/>
                  </a:lnTo>
                  <a:lnTo>
                    <a:pt x="486" y="0"/>
                  </a:lnTo>
                  <a:lnTo>
                    <a:pt x="487" y="10"/>
                  </a:lnTo>
                  <a:lnTo>
                    <a:pt x="488" y="10"/>
                  </a:lnTo>
                  <a:lnTo>
                    <a:pt x="489" y="10"/>
                  </a:lnTo>
                  <a:lnTo>
                    <a:pt x="491" y="10"/>
                  </a:lnTo>
                  <a:lnTo>
                    <a:pt x="491" y="10"/>
                  </a:lnTo>
                  <a:lnTo>
                    <a:pt x="492" y="10"/>
                  </a:lnTo>
                  <a:lnTo>
                    <a:pt x="494" y="10"/>
                  </a:lnTo>
                  <a:lnTo>
                    <a:pt x="495" y="10"/>
                  </a:lnTo>
                  <a:lnTo>
                    <a:pt x="496" y="20"/>
                  </a:lnTo>
                  <a:lnTo>
                    <a:pt x="497" y="10"/>
                  </a:lnTo>
                  <a:lnTo>
                    <a:pt x="498" y="20"/>
                  </a:lnTo>
                  <a:lnTo>
                    <a:pt x="499" y="20"/>
                  </a:lnTo>
                  <a:lnTo>
                    <a:pt x="500" y="20"/>
                  </a:lnTo>
                  <a:lnTo>
                    <a:pt x="501" y="20"/>
                  </a:lnTo>
                  <a:lnTo>
                    <a:pt x="502" y="20"/>
                  </a:lnTo>
                  <a:lnTo>
                    <a:pt x="503" y="20"/>
                  </a:lnTo>
                  <a:lnTo>
                    <a:pt x="504" y="20"/>
                  </a:lnTo>
                  <a:lnTo>
                    <a:pt x="505" y="10"/>
                  </a:lnTo>
                  <a:lnTo>
                    <a:pt x="506" y="10"/>
                  </a:lnTo>
                  <a:lnTo>
                    <a:pt x="507" y="0"/>
                  </a:lnTo>
                  <a:lnTo>
                    <a:pt x="508" y="0"/>
                  </a:lnTo>
                  <a:lnTo>
                    <a:pt x="509" y="0"/>
                  </a:lnTo>
                  <a:lnTo>
                    <a:pt x="510" y="0"/>
                  </a:lnTo>
                  <a:lnTo>
                    <a:pt x="511" y="0"/>
                  </a:lnTo>
                  <a:lnTo>
                    <a:pt x="512" y="10"/>
                  </a:lnTo>
                  <a:lnTo>
                    <a:pt x="513" y="10"/>
                  </a:lnTo>
                  <a:lnTo>
                    <a:pt x="515" y="10"/>
                  </a:lnTo>
                  <a:lnTo>
                    <a:pt x="515" y="10"/>
                  </a:lnTo>
                  <a:lnTo>
                    <a:pt x="516" y="10"/>
                  </a:lnTo>
                  <a:lnTo>
                    <a:pt x="518" y="10"/>
                  </a:lnTo>
                  <a:lnTo>
                    <a:pt x="519" y="10"/>
                  </a:lnTo>
                  <a:lnTo>
                    <a:pt x="519" y="10"/>
                  </a:lnTo>
                  <a:lnTo>
                    <a:pt x="521" y="10"/>
                  </a:lnTo>
                  <a:lnTo>
                    <a:pt x="522" y="0"/>
                  </a:lnTo>
                  <a:lnTo>
                    <a:pt x="523" y="10"/>
                  </a:lnTo>
                  <a:lnTo>
                    <a:pt x="524" y="20"/>
                  </a:lnTo>
                  <a:lnTo>
                    <a:pt x="525" y="30"/>
                  </a:lnTo>
                  <a:lnTo>
                    <a:pt x="526" y="41"/>
                  </a:lnTo>
                  <a:lnTo>
                    <a:pt x="527" y="50"/>
                  </a:lnTo>
                  <a:lnTo>
                    <a:pt x="528" y="60"/>
                  </a:lnTo>
                  <a:lnTo>
                    <a:pt x="529" y="60"/>
                  </a:lnTo>
                  <a:lnTo>
                    <a:pt x="530" y="60"/>
                  </a:lnTo>
                  <a:lnTo>
                    <a:pt x="531" y="60"/>
                  </a:lnTo>
                  <a:lnTo>
                    <a:pt x="532" y="50"/>
                  </a:lnTo>
                  <a:lnTo>
                    <a:pt x="533" y="41"/>
                  </a:lnTo>
                  <a:lnTo>
                    <a:pt x="534" y="41"/>
                  </a:lnTo>
                  <a:lnTo>
                    <a:pt x="535" y="30"/>
                  </a:lnTo>
                  <a:lnTo>
                    <a:pt x="536" y="30"/>
                  </a:lnTo>
                  <a:lnTo>
                    <a:pt x="538" y="30"/>
                  </a:lnTo>
                  <a:lnTo>
                    <a:pt x="538" y="41"/>
                  </a:lnTo>
                  <a:lnTo>
                    <a:pt x="539" y="50"/>
                  </a:lnTo>
                  <a:lnTo>
                    <a:pt x="541" y="60"/>
                  </a:lnTo>
                  <a:lnTo>
                    <a:pt x="542" y="71"/>
                  </a:lnTo>
                  <a:lnTo>
                    <a:pt x="543" y="81"/>
                  </a:lnTo>
                  <a:lnTo>
                    <a:pt x="544" y="81"/>
                  </a:lnTo>
                  <a:lnTo>
                    <a:pt x="545" y="81"/>
                  </a:lnTo>
                  <a:lnTo>
                    <a:pt x="546" y="71"/>
                  </a:lnTo>
                  <a:lnTo>
                    <a:pt x="547" y="60"/>
                  </a:lnTo>
                  <a:lnTo>
                    <a:pt x="548" y="50"/>
                  </a:lnTo>
                  <a:lnTo>
                    <a:pt x="549" y="41"/>
                  </a:lnTo>
                  <a:lnTo>
                    <a:pt x="550" y="30"/>
                  </a:lnTo>
                  <a:lnTo>
                    <a:pt x="551" y="20"/>
                  </a:lnTo>
                  <a:lnTo>
                    <a:pt x="552" y="10"/>
                  </a:lnTo>
                  <a:lnTo>
                    <a:pt x="553" y="0"/>
                  </a:lnTo>
                  <a:lnTo>
                    <a:pt x="554" y="0"/>
                  </a:lnTo>
                  <a:lnTo>
                    <a:pt x="555" y="0"/>
                  </a:lnTo>
                  <a:lnTo>
                    <a:pt x="556" y="0"/>
                  </a:lnTo>
                  <a:lnTo>
                    <a:pt x="557" y="0"/>
                  </a:lnTo>
                  <a:lnTo>
                    <a:pt x="558" y="0"/>
                  </a:lnTo>
                  <a:lnTo>
                    <a:pt x="559" y="10"/>
                  </a:lnTo>
                  <a:lnTo>
                    <a:pt x="560" y="10"/>
                  </a:lnTo>
                  <a:lnTo>
                    <a:pt x="562" y="10"/>
                  </a:lnTo>
                  <a:lnTo>
                    <a:pt x="562" y="10"/>
                  </a:lnTo>
                  <a:lnTo>
                    <a:pt x="563" y="10"/>
                  </a:lnTo>
                  <a:lnTo>
                    <a:pt x="565" y="10"/>
                  </a:lnTo>
                  <a:lnTo>
                    <a:pt x="566" y="10"/>
                  </a:lnTo>
                  <a:lnTo>
                    <a:pt x="566" y="10"/>
                  </a:lnTo>
                  <a:lnTo>
                    <a:pt x="568" y="10"/>
                  </a:lnTo>
                  <a:lnTo>
                    <a:pt x="569" y="0"/>
                  </a:lnTo>
                  <a:lnTo>
                    <a:pt x="570" y="0"/>
                  </a:lnTo>
                  <a:lnTo>
                    <a:pt x="571" y="10"/>
                  </a:lnTo>
                  <a:lnTo>
                    <a:pt x="572" y="20"/>
                  </a:lnTo>
                  <a:lnTo>
                    <a:pt x="573" y="30"/>
                  </a:lnTo>
                  <a:lnTo>
                    <a:pt x="574" y="30"/>
                  </a:lnTo>
                  <a:lnTo>
                    <a:pt x="575" y="41"/>
                  </a:lnTo>
                  <a:lnTo>
                    <a:pt x="576" y="41"/>
                  </a:lnTo>
                  <a:lnTo>
                    <a:pt x="577" y="41"/>
                  </a:lnTo>
                  <a:lnTo>
                    <a:pt x="578" y="41"/>
                  </a:lnTo>
                  <a:lnTo>
                    <a:pt x="579" y="41"/>
                  </a:lnTo>
                  <a:lnTo>
                    <a:pt x="580" y="30"/>
                  </a:lnTo>
                  <a:lnTo>
                    <a:pt x="581" y="30"/>
                  </a:lnTo>
                  <a:lnTo>
                    <a:pt x="582" y="20"/>
                  </a:lnTo>
                  <a:lnTo>
                    <a:pt x="583" y="20"/>
                  </a:lnTo>
                  <a:lnTo>
                    <a:pt x="584" y="20"/>
                  </a:lnTo>
                  <a:lnTo>
                    <a:pt x="585" y="30"/>
                  </a:lnTo>
                  <a:lnTo>
                    <a:pt x="586" y="41"/>
                  </a:lnTo>
                  <a:lnTo>
                    <a:pt x="587" y="50"/>
                  </a:lnTo>
                  <a:lnTo>
                    <a:pt x="589" y="60"/>
                  </a:lnTo>
                  <a:lnTo>
                    <a:pt x="590" y="71"/>
                  </a:lnTo>
                  <a:lnTo>
                    <a:pt x="590" y="60"/>
                  </a:lnTo>
                  <a:lnTo>
                    <a:pt x="592" y="71"/>
                  </a:lnTo>
                  <a:lnTo>
                    <a:pt x="593" y="81"/>
                  </a:lnTo>
                  <a:lnTo>
                    <a:pt x="594" y="81"/>
                  </a:lnTo>
                  <a:lnTo>
                    <a:pt x="595" y="81"/>
                  </a:lnTo>
                  <a:lnTo>
                    <a:pt x="596" y="81"/>
                  </a:lnTo>
                  <a:lnTo>
                    <a:pt x="597" y="81"/>
                  </a:lnTo>
                  <a:lnTo>
                    <a:pt x="598" y="81"/>
                  </a:lnTo>
                  <a:lnTo>
                    <a:pt x="599" y="81"/>
                  </a:lnTo>
                  <a:lnTo>
                    <a:pt x="600" y="81"/>
                  </a:lnTo>
                  <a:lnTo>
                    <a:pt x="601" y="81"/>
                  </a:lnTo>
                  <a:lnTo>
                    <a:pt x="602" y="81"/>
                  </a:lnTo>
                  <a:lnTo>
                    <a:pt x="603" y="71"/>
                  </a:lnTo>
                  <a:lnTo>
                    <a:pt x="604" y="60"/>
                  </a:lnTo>
                  <a:lnTo>
                    <a:pt x="605" y="60"/>
                  </a:lnTo>
                  <a:lnTo>
                    <a:pt x="606" y="60"/>
                  </a:lnTo>
                  <a:lnTo>
                    <a:pt x="607" y="60"/>
                  </a:lnTo>
                  <a:lnTo>
                    <a:pt x="609" y="60"/>
                  </a:lnTo>
                  <a:lnTo>
                    <a:pt x="609" y="71"/>
                  </a:lnTo>
                  <a:lnTo>
                    <a:pt x="610" y="71"/>
                  </a:lnTo>
                  <a:lnTo>
                    <a:pt x="612" y="71"/>
                  </a:lnTo>
                  <a:lnTo>
                    <a:pt x="613" y="71"/>
                  </a:lnTo>
                  <a:lnTo>
                    <a:pt x="613" y="71"/>
                  </a:lnTo>
                  <a:lnTo>
                    <a:pt x="615" y="71"/>
                  </a:lnTo>
                  <a:lnTo>
                    <a:pt x="616" y="71"/>
                  </a:lnTo>
                  <a:lnTo>
                    <a:pt x="617" y="71"/>
                  </a:lnTo>
                  <a:lnTo>
                    <a:pt x="618" y="71"/>
                  </a:lnTo>
                  <a:lnTo>
                    <a:pt x="619" y="71"/>
                  </a:lnTo>
                  <a:lnTo>
                    <a:pt x="620" y="71"/>
                  </a:lnTo>
                  <a:lnTo>
                    <a:pt x="621" y="71"/>
                  </a:lnTo>
                  <a:lnTo>
                    <a:pt x="622" y="81"/>
                  </a:lnTo>
                  <a:lnTo>
                    <a:pt x="623" y="91"/>
                  </a:lnTo>
                  <a:lnTo>
                    <a:pt x="624" y="91"/>
                  </a:lnTo>
                  <a:lnTo>
                    <a:pt x="625" y="91"/>
                  </a:lnTo>
                  <a:lnTo>
                    <a:pt x="626" y="91"/>
                  </a:lnTo>
                  <a:lnTo>
                    <a:pt x="627" y="91"/>
                  </a:lnTo>
                  <a:lnTo>
                    <a:pt x="628" y="81"/>
                  </a:lnTo>
                  <a:lnTo>
                    <a:pt x="629" y="71"/>
                  </a:lnTo>
                  <a:lnTo>
                    <a:pt x="630" y="60"/>
                  </a:lnTo>
                  <a:lnTo>
                    <a:pt x="631" y="50"/>
                  </a:lnTo>
                  <a:lnTo>
                    <a:pt x="632" y="50"/>
                  </a:lnTo>
                  <a:lnTo>
                    <a:pt x="633" y="50"/>
                  </a:lnTo>
                  <a:lnTo>
                    <a:pt x="634" y="50"/>
                  </a:lnTo>
                  <a:lnTo>
                    <a:pt x="636" y="50"/>
                  </a:lnTo>
                  <a:lnTo>
                    <a:pt x="637" y="50"/>
                  </a:lnTo>
                  <a:lnTo>
                    <a:pt x="637" y="60"/>
                  </a:lnTo>
                  <a:lnTo>
                    <a:pt x="639" y="71"/>
                  </a:lnTo>
                  <a:lnTo>
                    <a:pt x="640" y="81"/>
                  </a:lnTo>
                  <a:lnTo>
                    <a:pt x="641" y="91"/>
                  </a:lnTo>
                  <a:lnTo>
                    <a:pt x="642" y="81"/>
                  </a:lnTo>
                  <a:lnTo>
                    <a:pt x="643" y="71"/>
                  </a:lnTo>
                  <a:lnTo>
                    <a:pt x="644" y="60"/>
                  </a:lnTo>
                  <a:lnTo>
                    <a:pt x="645" y="60"/>
                  </a:lnTo>
                  <a:lnTo>
                    <a:pt x="646" y="60"/>
                  </a:lnTo>
                  <a:lnTo>
                    <a:pt x="647" y="60"/>
                  </a:lnTo>
                  <a:lnTo>
                    <a:pt x="648" y="60"/>
                  </a:lnTo>
                  <a:lnTo>
                    <a:pt x="649" y="60"/>
                  </a:lnTo>
                  <a:lnTo>
                    <a:pt x="650" y="60"/>
                  </a:lnTo>
                  <a:lnTo>
                    <a:pt x="651" y="71"/>
                  </a:lnTo>
                  <a:lnTo>
                    <a:pt x="652" y="81"/>
                  </a:lnTo>
                  <a:lnTo>
                    <a:pt x="653" y="91"/>
                  </a:lnTo>
                  <a:lnTo>
                    <a:pt x="654" y="91"/>
                  </a:lnTo>
                  <a:lnTo>
                    <a:pt x="655" y="81"/>
                  </a:lnTo>
                  <a:lnTo>
                    <a:pt x="656" y="81"/>
                  </a:lnTo>
                  <a:lnTo>
                    <a:pt x="657" y="81"/>
                  </a:lnTo>
                  <a:lnTo>
                    <a:pt x="658" y="81"/>
                  </a:lnTo>
                  <a:lnTo>
                    <a:pt x="660" y="81"/>
                  </a:lnTo>
                  <a:lnTo>
                    <a:pt x="660" y="81"/>
                  </a:lnTo>
                  <a:lnTo>
                    <a:pt x="661" y="81"/>
                  </a:lnTo>
                  <a:lnTo>
                    <a:pt x="663" y="81"/>
                  </a:lnTo>
                  <a:lnTo>
                    <a:pt x="664" y="81"/>
                  </a:lnTo>
                  <a:lnTo>
                    <a:pt x="665" y="91"/>
                  </a:lnTo>
                  <a:lnTo>
                    <a:pt x="666" y="81"/>
                  </a:lnTo>
                  <a:lnTo>
                    <a:pt x="667" y="81"/>
                  </a:lnTo>
                  <a:lnTo>
                    <a:pt x="668" y="71"/>
                  </a:lnTo>
                  <a:lnTo>
                    <a:pt x="669" y="71"/>
                  </a:lnTo>
                  <a:lnTo>
                    <a:pt x="670" y="71"/>
                  </a:lnTo>
                  <a:lnTo>
                    <a:pt x="671" y="71"/>
                  </a:lnTo>
                  <a:lnTo>
                    <a:pt x="672" y="71"/>
                  </a:lnTo>
                  <a:lnTo>
                    <a:pt x="673" y="71"/>
                  </a:lnTo>
                  <a:lnTo>
                    <a:pt x="674" y="71"/>
                  </a:lnTo>
                  <a:lnTo>
                    <a:pt x="675" y="71"/>
                  </a:lnTo>
                  <a:lnTo>
                    <a:pt x="676" y="60"/>
                  </a:lnTo>
                  <a:lnTo>
                    <a:pt x="677" y="60"/>
                  </a:lnTo>
                  <a:lnTo>
                    <a:pt x="678" y="50"/>
                  </a:lnTo>
                  <a:lnTo>
                    <a:pt x="679" y="41"/>
                  </a:lnTo>
                  <a:lnTo>
                    <a:pt x="680" y="30"/>
                  </a:lnTo>
                  <a:lnTo>
                    <a:pt x="681" y="30"/>
                  </a:lnTo>
                  <a:lnTo>
                    <a:pt x="683" y="30"/>
                  </a:lnTo>
                  <a:lnTo>
                    <a:pt x="684" y="30"/>
                  </a:lnTo>
                  <a:lnTo>
                    <a:pt x="684" y="30"/>
                  </a:lnTo>
                  <a:lnTo>
                    <a:pt x="686" y="30"/>
                  </a:lnTo>
                  <a:lnTo>
                    <a:pt x="687" y="30"/>
                  </a:lnTo>
                  <a:lnTo>
                    <a:pt x="688" y="30"/>
                  </a:lnTo>
                  <a:lnTo>
                    <a:pt x="689" y="30"/>
                  </a:lnTo>
                  <a:lnTo>
                    <a:pt x="690" y="30"/>
                  </a:lnTo>
                  <a:lnTo>
                    <a:pt x="691" y="30"/>
                  </a:lnTo>
                  <a:lnTo>
                    <a:pt x="692" y="30"/>
                  </a:lnTo>
                  <a:lnTo>
                    <a:pt x="693" y="20"/>
                  </a:lnTo>
                  <a:lnTo>
                    <a:pt x="694" y="20"/>
                  </a:lnTo>
                  <a:lnTo>
                    <a:pt x="695" y="20"/>
                  </a:lnTo>
                  <a:lnTo>
                    <a:pt x="696" y="20"/>
                  </a:lnTo>
                  <a:lnTo>
                    <a:pt x="697" y="20"/>
                  </a:lnTo>
                  <a:lnTo>
                    <a:pt x="698" y="20"/>
                  </a:lnTo>
                  <a:lnTo>
                    <a:pt x="699" y="20"/>
                  </a:lnTo>
                  <a:lnTo>
                    <a:pt x="700" y="10"/>
                  </a:lnTo>
                  <a:lnTo>
                    <a:pt x="701" y="0"/>
                  </a:lnTo>
                  <a:lnTo>
                    <a:pt x="702" y="0"/>
                  </a:lnTo>
                  <a:lnTo>
                    <a:pt x="703" y="0"/>
                  </a:lnTo>
                  <a:lnTo>
                    <a:pt x="704" y="10"/>
                  </a:lnTo>
                  <a:lnTo>
                    <a:pt x="705" y="10"/>
                  </a:lnTo>
                  <a:lnTo>
                    <a:pt x="707" y="10"/>
                  </a:lnTo>
                  <a:lnTo>
                    <a:pt x="707" y="20"/>
                  </a:lnTo>
                  <a:lnTo>
                    <a:pt x="708" y="20"/>
                  </a:lnTo>
                  <a:lnTo>
                    <a:pt x="710" y="30"/>
                  </a:lnTo>
                  <a:lnTo>
                    <a:pt x="711" y="30"/>
                  </a:lnTo>
                  <a:lnTo>
                    <a:pt x="712" y="30"/>
                  </a:lnTo>
                  <a:lnTo>
                    <a:pt x="713" y="41"/>
                  </a:lnTo>
                  <a:lnTo>
                    <a:pt x="714" y="30"/>
                  </a:lnTo>
                  <a:lnTo>
                    <a:pt x="715" y="30"/>
                  </a:lnTo>
                  <a:lnTo>
                    <a:pt x="716" y="30"/>
                  </a:lnTo>
                  <a:lnTo>
                    <a:pt x="717" y="20"/>
                  </a:lnTo>
                  <a:lnTo>
                    <a:pt x="718" y="20"/>
                  </a:lnTo>
                  <a:lnTo>
                    <a:pt x="719" y="20"/>
                  </a:lnTo>
                  <a:lnTo>
                    <a:pt x="720" y="30"/>
                  </a:lnTo>
                  <a:lnTo>
                    <a:pt x="721" y="41"/>
                  </a:lnTo>
                  <a:lnTo>
                    <a:pt x="722" y="41"/>
                  </a:lnTo>
                  <a:lnTo>
                    <a:pt x="723" y="41"/>
                  </a:lnTo>
                  <a:lnTo>
                    <a:pt x="724" y="41"/>
                  </a:lnTo>
                  <a:lnTo>
                    <a:pt x="725" y="41"/>
                  </a:lnTo>
                  <a:lnTo>
                    <a:pt x="726" y="41"/>
                  </a:lnTo>
                  <a:lnTo>
                    <a:pt x="727" y="41"/>
                  </a:lnTo>
                  <a:lnTo>
                    <a:pt x="728" y="30"/>
                  </a:lnTo>
                  <a:lnTo>
                    <a:pt x="729" y="20"/>
                  </a:lnTo>
                  <a:lnTo>
                    <a:pt x="731" y="20"/>
                  </a:lnTo>
                  <a:lnTo>
                    <a:pt x="731" y="20"/>
                  </a:lnTo>
                  <a:lnTo>
                    <a:pt x="733" y="30"/>
                  </a:lnTo>
                  <a:lnTo>
                    <a:pt x="734" y="41"/>
                  </a:lnTo>
                  <a:lnTo>
                    <a:pt x="735" y="41"/>
                  </a:lnTo>
                  <a:lnTo>
                    <a:pt x="736" y="41"/>
                  </a:lnTo>
                  <a:lnTo>
                    <a:pt x="737" y="50"/>
                  </a:lnTo>
                  <a:lnTo>
                    <a:pt x="738" y="50"/>
                  </a:lnTo>
                  <a:lnTo>
                    <a:pt x="739" y="50"/>
                  </a:lnTo>
                  <a:lnTo>
                    <a:pt x="740" y="41"/>
                  </a:lnTo>
                  <a:lnTo>
                    <a:pt x="741" y="41"/>
                  </a:lnTo>
                  <a:lnTo>
                    <a:pt x="742" y="30"/>
                  </a:lnTo>
                  <a:lnTo>
                    <a:pt x="743" y="30"/>
                  </a:lnTo>
                  <a:lnTo>
                    <a:pt x="744" y="41"/>
                  </a:lnTo>
                  <a:lnTo>
                    <a:pt x="745" y="41"/>
                  </a:lnTo>
                  <a:lnTo>
                    <a:pt x="746" y="41"/>
                  </a:lnTo>
                  <a:lnTo>
                    <a:pt x="747" y="50"/>
                  </a:lnTo>
                  <a:lnTo>
                    <a:pt x="748" y="50"/>
                  </a:lnTo>
                  <a:lnTo>
                    <a:pt x="749" y="50"/>
                  </a:lnTo>
                  <a:lnTo>
                    <a:pt x="750" y="41"/>
                  </a:lnTo>
                  <a:lnTo>
                    <a:pt x="751" y="41"/>
                  </a:lnTo>
                  <a:lnTo>
                    <a:pt x="752" y="30"/>
                  </a:lnTo>
                  <a:lnTo>
                    <a:pt x="754" y="30"/>
                  </a:lnTo>
                  <a:lnTo>
                    <a:pt x="754" y="41"/>
                  </a:lnTo>
                  <a:lnTo>
                    <a:pt x="755" y="30"/>
                  </a:lnTo>
                  <a:lnTo>
                    <a:pt x="757" y="30"/>
                  </a:lnTo>
                  <a:lnTo>
                    <a:pt x="758" y="30"/>
                  </a:lnTo>
                  <a:lnTo>
                    <a:pt x="759" y="30"/>
                  </a:lnTo>
                  <a:lnTo>
                    <a:pt x="760" y="30"/>
                  </a:lnTo>
                  <a:lnTo>
                    <a:pt x="761" y="30"/>
                  </a:lnTo>
                  <a:lnTo>
                    <a:pt x="762" y="30"/>
                  </a:lnTo>
                  <a:lnTo>
                    <a:pt x="763" y="20"/>
                  </a:lnTo>
                  <a:lnTo>
                    <a:pt x="764" y="10"/>
                  </a:lnTo>
                  <a:lnTo>
                    <a:pt x="765" y="20"/>
                  </a:lnTo>
                  <a:lnTo>
                    <a:pt x="766" y="20"/>
                  </a:lnTo>
                  <a:lnTo>
                    <a:pt x="767" y="30"/>
                  </a:lnTo>
                  <a:lnTo>
                    <a:pt x="768" y="30"/>
                  </a:lnTo>
                  <a:lnTo>
                    <a:pt x="769" y="30"/>
                  </a:lnTo>
                  <a:lnTo>
                    <a:pt x="770" y="30"/>
                  </a:lnTo>
                  <a:lnTo>
                    <a:pt x="771" y="30"/>
                  </a:lnTo>
                  <a:lnTo>
                    <a:pt x="772" y="41"/>
                  </a:lnTo>
                  <a:lnTo>
                    <a:pt x="773" y="41"/>
                  </a:lnTo>
                  <a:lnTo>
                    <a:pt x="774" y="30"/>
                  </a:lnTo>
                  <a:lnTo>
                    <a:pt x="775" y="30"/>
                  </a:lnTo>
                  <a:lnTo>
                    <a:pt x="776" y="30"/>
                  </a:lnTo>
                  <a:lnTo>
                    <a:pt x="778" y="41"/>
                  </a:lnTo>
                  <a:lnTo>
                    <a:pt x="778" y="50"/>
                  </a:lnTo>
                  <a:lnTo>
                    <a:pt x="779" y="50"/>
                  </a:lnTo>
                  <a:lnTo>
                    <a:pt x="781" y="50"/>
                  </a:lnTo>
                  <a:lnTo>
                    <a:pt x="782" y="41"/>
                  </a:lnTo>
                  <a:lnTo>
                    <a:pt x="782" y="41"/>
                  </a:lnTo>
                  <a:lnTo>
                    <a:pt x="784" y="41"/>
                  </a:lnTo>
                  <a:lnTo>
                    <a:pt x="785" y="30"/>
                  </a:lnTo>
                  <a:lnTo>
                    <a:pt x="786" y="20"/>
                  </a:lnTo>
                  <a:lnTo>
                    <a:pt x="787" y="10"/>
                  </a:lnTo>
                  <a:lnTo>
                    <a:pt x="788" y="10"/>
                  </a:lnTo>
                  <a:lnTo>
                    <a:pt x="789" y="20"/>
                  </a:lnTo>
                  <a:lnTo>
                    <a:pt x="790" y="30"/>
                  </a:lnTo>
                  <a:lnTo>
                    <a:pt x="791" y="41"/>
                  </a:lnTo>
                  <a:lnTo>
                    <a:pt x="792" y="50"/>
                  </a:lnTo>
                  <a:lnTo>
                    <a:pt x="793" y="60"/>
                  </a:lnTo>
                  <a:lnTo>
                    <a:pt x="794" y="60"/>
                  </a:lnTo>
                  <a:lnTo>
                    <a:pt x="795" y="60"/>
                  </a:lnTo>
                  <a:lnTo>
                    <a:pt x="796" y="60"/>
                  </a:lnTo>
                  <a:lnTo>
                    <a:pt x="797" y="50"/>
                  </a:lnTo>
                  <a:lnTo>
                    <a:pt x="798" y="41"/>
                  </a:lnTo>
                  <a:lnTo>
                    <a:pt x="799" y="41"/>
                  </a:lnTo>
                  <a:lnTo>
                    <a:pt x="801" y="41"/>
                  </a:lnTo>
                  <a:lnTo>
                    <a:pt x="801" y="30"/>
                  </a:lnTo>
                  <a:lnTo>
                    <a:pt x="802" y="30"/>
                  </a:lnTo>
                  <a:lnTo>
                    <a:pt x="804" y="41"/>
                  </a:lnTo>
                  <a:lnTo>
                    <a:pt x="805" y="50"/>
                  </a:lnTo>
                  <a:lnTo>
                    <a:pt x="806" y="60"/>
                  </a:lnTo>
                  <a:lnTo>
                    <a:pt x="807" y="71"/>
                  </a:lnTo>
                  <a:lnTo>
                    <a:pt x="808" y="81"/>
                  </a:lnTo>
                  <a:lnTo>
                    <a:pt x="809" y="81"/>
                  </a:lnTo>
                  <a:lnTo>
                    <a:pt x="810" y="71"/>
                  </a:lnTo>
                  <a:lnTo>
                    <a:pt x="811" y="71"/>
                  </a:lnTo>
                  <a:lnTo>
                    <a:pt x="812" y="60"/>
                  </a:lnTo>
                  <a:lnTo>
                    <a:pt x="813" y="60"/>
                  </a:lnTo>
                  <a:lnTo>
                    <a:pt x="814" y="50"/>
                  </a:lnTo>
                  <a:lnTo>
                    <a:pt x="815" y="50"/>
                  </a:lnTo>
                  <a:lnTo>
                    <a:pt x="816" y="50"/>
                  </a:lnTo>
                  <a:lnTo>
                    <a:pt x="817" y="50"/>
                  </a:lnTo>
                  <a:lnTo>
                    <a:pt x="818" y="41"/>
                  </a:lnTo>
                  <a:lnTo>
                    <a:pt x="819" y="50"/>
                  </a:lnTo>
                  <a:lnTo>
                    <a:pt x="820" y="60"/>
                  </a:lnTo>
                  <a:lnTo>
                    <a:pt x="821" y="60"/>
                  </a:lnTo>
                  <a:lnTo>
                    <a:pt x="822" y="50"/>
                  </a:lnTo>
                  <a:lnTo>
                    <a:pt x="823" y="50"/>
                  </a:lnTo>
                  <a:lnTo>
                    <a:pt x="825" y="41"/>
                  </a:lnTo>
                  <a:lnTo>
                    <a:pt x="825" y="30"/>
                  </a:lnTo>
                  <a:lnTo>
                    <a:pt x="826" y="20"/>
                  </a:lnTo>
                  <a:lnTo>
                    <a:pt x="828" y="30"/>
                  </a:lnTo>
                  <a:lnTo>
                    <a:pt x="829" y="20"/>
                  </a:lnTo>
                  <a:lnTo>
                    <a:pt x="829" y="20"/>
                  </a:lnTo>
                  <a:lnTo>
                    <a:pt x="831" y="30"/>
                  </a:lnTo>
                  <a:lnTo>
                    <a:pt x="832" y="41"/>
                  </a:lnTo>
                  <a:lnTo>
                    <a:pt x="833" y="50"/>
                  </a:lnTo>
                  <a:lnTo>
                    <a:pt x="834" y="50"/>
                  </a:lnTo>
                  <a:lnTo>
                    <a:pt x="835" y="50"/>
                  </a:lnTo>
                  <a:lnTo>
                    <a:pt x="836" y="50"/>
                  </a:lnTo>
                  <a:lnTo>
                    <a:pt x="837" y="41"/>
                  </a:lnTo>
                  <a:lnTo>
                    <a:pt x="838" y="41"/>
                  </a:lnTo>
                  <a:lnTo>
                    <a:pt x="839" y="30"/>
                  </a:lnTo>
                  <a:lnTo>
                    <a:pt x="840" y="30"/>
                  </a:lnTo>
                  <a:lnTo>
                    <a:pt x="841" y="20"/>
                  </a:lnTo>
                  <a:lnTo>
                    <a:pt x="842" y="20"/>
                  </a:lnTo>
                  <a:lnTo>
                    <a:pt x="843" y="30"/>
                  </a:lnTo>
                  <a:lnTo>
                    <a:pt x="844" y="41"/>
                  </a:lnTo>
                  <a:lnTo>
                    <a:pt x="845" y="50"/>
                  </a:lnTo>
                  <a:lnTo>
                    <a:pt x="846" y="50"/>
                  </a:lnTo>
                  <a:lnTo>
                    <a:pt x="847" y="50"/>
                  </a:lnTo>
                  <a:lnTo>
                    <a:pt x="848" y="50"/>
                  </a:lnTo>
                  <a:lnTo>
                    <a:pt x="849" y="41"/>
                  </a:lnTo>
                  <a:lnTo>
                    <a:pt x="850" y="41"/>
                  </a:lnTo>
                  <a:lnTo>
                    <a:pt x="852" y="30"/>
                  </a:lnTo>
                  <a:lnTo>
                    <a:pt x="853" y="20"/>
                  </a:lnTo>
                  <a:lnTo>
                    <a:pt x="853" y="20"/>
                  </a:lnTo>
                  <a:lnTo>
                    <a:pt x="855" y="20"/>
                  </a:lnTo>
                  <a:lnTo>
                    <a:pt x="856" y="30"/>
                  </a:lnTo>
                  <a:lnTo>
                    <a:pt x="857" y="30"/>
                  </a:lnTo>
                  <a:lnTo>
                    <a:pt x="858" y="41"/>
                  </a:lnTo>
                  <a:lnTo>
                    <a:pt x="859" y="50"/>
                  </a:lnTo>
                  <a:lnTo>
                    <a:pt x="860" y="60"/>
                  </a:lnTo>
                  <a:lnTo>
                    <a:pt x="861" y="60"/>
                  </a:lnTo>
                  <a:lnTo>
                    <a:pt x="862" y="60"/>
                  </a:lnTo>
                  <a:lnTo>
                    <a:pt x="863" y="60"/>
                  </a:lnTo>
                  <a:lnTo>
                    <a:pt x="864" y="60"/>
                  </a:lnTo>
                  <a:lnTo>
                    <a:pt x="865" y="50"/>
                  </a:lnTo>
                  <a:lnTo>
                    <a:pt x="866" y="60"/>
                  </a:lnTo>
                  <a:lnTo>
                    <a:pt x="867" y="60"/>
                  </a:lnTo>
                  <a:lnTo>
                    <a:pt x="868" y="50"/>
                  </a:lnTo>
                  <a:lnTo>
                    <a:pt x="869" y="50"/>
                  </a:lnTo>
                  <a:lnTo>
                    <a:pt x="870" y="50"/>
                  </a:lnTo>
                  <a:lnTo>
                    <a:pt x="872" y="50"/>
                  </a:lnTo>
                  <a:lnTo>
                    <a:pt x="872" y="41"/>
                  </a:lnTo>
                  <a:lnTo>
                    <a:pt x="873" y="30"/>
                  </a:lnTo>
                  <a:lnTo>
                    <a:pt x="875" y="30"/>
                  </a:lnTo>
                  <a:lnTo>
                    <a:pt x="876" y="20"/>
                  </a:lnTo>
                  <a:lnTo>
                    <a:pt x="876" y="20"/>
                  </a:lnTo>
                  <a:lnTo>
                    <a:pt x="878" y="30"/>
                  </a:lnTo>
                  <a:lnTo>
                    <a:pt x="879" y="30"/>
                  </a:lnTo>
                  <a:lnTo>
                    <a:pt x="880" y="41"/>
                  </a:lnTo>
                  <a:lnTo>
                    <a:pt x="881" y="41"/>
                  </a:lnTo>
                  <a:lnTo>
                    <a:pt x="882" y="41"/>
                  </a:lnTo>
                  <a:lnTo>
                    <a:pt x="883" y="41"/>
                  </a:lnTo>
                  <a:lnTo>
                    <a:pt x="884" y="41"/>
                  </a:lnTo>
                  <a:lnTo>
                    <a:pt x="885" y="41"/>
                  </a:lnTo>
                  <a:lnTo>
                    <a:pt x="886" y="30"/>
                  </a:lnTo>
                  <a:lnTo>
                    <a:pt x="887" y="30"/>
                  </a:lnTo>
                  <a:lnTo>
                    <a:pt x="888" y="30"/>
                  </a:lnTo>
                  <a:lnTo>
                    <a:pt x="889" y="30"/>
                  </a:lnTo>
                  <a:lnTo>
                    <a:pt x="890" y="41"/>
                  </a:lnTo>
                  <a:lnTo>
                    <a:pt x="891" y="50"/>
                  </a:lnTo>
                  <a:lnTo>
                    <a:pt x="892" y="60"/>
                  </a:lnTo>
                  <a:lnTo>
                    <a:pt x="893" y="71"/>
                  </a:lnTo>
                  <a:lnTo>
                    <a:pt x="894" y="81"/>
                  </a:lnTo>
                  <a:lnTo>
                    <a:pt x="895" y="81"/>
                  </a:lnTo>
                  <a:lnTo>
                    <a:pt x="896" y="71"/>
                  </a:lnTo>
                  <a:lnTo>
                    <a:pt x="897" y="60"/>
                  </a:lnTo>
                  <a:lnTo>
                    <a:pt x="899" y="50"/>
                  </a:lnTo>
                  <a:lnTo>
                    <a:pt x="900" y="50"/>
                  </a:lnTo>
                  <a:lnTo>
                    <a:pt x="900" y="50"/>
                  </a:lnTo>
                  <a:lnTo>
                    <a:pt x="902" y="50"/>
                  </a:lnTo>
                  <a:lnTo>
                    <a:pt x="903" y="50"/>
                  </a:lnTo>
                  <a:lnTo>
                    <a:pt x="904" y="50"/>
                  </a:lnTo>
                  <a:lnTo>
                    <a:pt x="905" y="50"/>
                  </a:lnTo>
                  <a:lnTo>
                    <a:pt x="906" y="50"/>
                  </a:lnTo>
                  <a:lnTo>
                    <a:pt x="907" y="50"/>
                  </a:lnTo>
                  <a:lnTo>
                    <a:pt x="908" y="50"/>
                  </a:lnTo>
                  <a:lnTo>
                    <a:pt x="909" y="41"/>
                  </a:lnTo>
                  <a:lnTo>
                    <a:pt x="910" y="30"/>
                  </a:lnTo>
                  <a:lnTo>
                    <a:pt x="911" y="30"/>
                  </a:lnTo>
                  <a:lnTo>
                    <a:pt x="912" y="20"/>
                  </a:lnTo>
                  <a:lnTo>
                    <a:pt x="913" y="20"/>
                  </a:lnTo>
                  <a:lnTo>
                    <a:pt x="914" y="30"/>
                  </a:lnTo>
                  <a:lnTo>
                    <a:pt x="915" y="41"/>
                  </a:lnTo>
                  <a:lnTo>
                    <a:pt x="916" y="50"/>
                  </a:lnTo>
                  <a:lnTo>
                    <a:pt x="917" y="50"/>
                  </a:lnTo>
                  <a:lnTo>
                    <a:pt x="918" y="50"/>
                  </a:lnTo>
                  <a:lnTo>
                    <a:pt x="919" y="50"/>
                  </a:lnTo>
                  <a:lnTo>
                    <a:pt x="920" y="41"/>
                  </a:lnTo>
                  <a:lnTo>
                    <a:pt x="921" y="41"/>
                  </a:lnTo>
                  <a:lnTo>
                    <a:pt x="923" y="30"/>
                  </a:lnTo>
                  <a:lnTo>
                    <a:pt x="923" y="20"/>
                  </a:lnTo>
                  <a:lnTo>
                    <a:pt x="924" y="10"/>
                  </a:lnTo>
                  <a:lnTo>
                    <a:pt x="926" y="10"/>
                  </a:lnTo>
                  <a:lnTo>
                    <a:pt x="927" y="20"/>
                  </a:lnTo>
                  <a:lnTo>
                    <a:pt x="928" y="20"/>
                  </a:lnTo>
                  <a:lnTo>
                    <a:pt x="929" y="20"/>
                  </a:lnTo>
                  <a:lnTo>
                    <a:pt x="930" y="20"/>
                  </a:lnTo>
                  <a:lnTo>
                    <a:pt x="931" y="20"/>
                  </a:lnTo>
                  <a:lnTo>
                    <a:pt x="932" y="20"/>
                  </a:lnTo>
                  <a:lnTo>
                    <a:pt x="933" y="20"/>
                  </a:lnTo>
                  <a:lnTo>
                    <a:pt x="934" y="20"/>
                  </a:lnTo>
                  <a:lnTo>
                    <a:pt x="935" y="10"/>
                  </a:lnTo>
                  <a:lnTo>
                    <a:pt x="936" y="0"/>
                  </a:lnTo>
                  <a:lnTo>
                    <a:pt x="937" y="0"/>
                  </a:lnTo>
                  <a:lnTo>
                    <a:pt x="938" y="0"/>
                  </a:lnTo>
                  <a:lnTo>
                    <a:pt x="939" y="0"/>
                  </a:lnTo>
                  <a:lnTo>
                    <a:pt x="940" y="0"/>
                  </a:lnTo>
                  <a:lnTo>
                    <a:pt x="941" y="0"/>
                  </a:lnTo>
                  <a:lnTo>
                    <a:pt x="942" y="0"/>
                  </a:lnTo>
                  <a:lnTo>
                    <a:pt x="943" y="0"/>
                  </a:lnTo>
                  <a:lnTo>
                    <a:pt x="944" y="0"/>
                  </a:lnTo>
                  <a:lnTo>
                    <a:pt x="946" y="0"/>
                  </a:lnTo>
                  <a:lnTo>
                    <a:pt x="947" y="0"/>
                  </a:lnTo>
                  <a:lnTo>
                    <a:pt x="947" y="0"/>
                  </a:lnTo>
                  <a:lnTo>
                    <a:pt x="949" y="0"/>
                  </a:lnTo>
                  <a:lnTo>
                    <a:pt x="950" y="0"/>
                  </a:lnTo>
                  <a:lnTo>
                    <a:pt x="951" y="0"/>
                  </a:lnTo>
                  <a:lnTo>
                    <a:pt x="952" y="0"/>
                  </a:lnTo>
                  <a:lnTo>
                    <a:pt x="953" y="0"/>
                  </a:lnTo>
                  <a:lnTo>
                    <a:pt x="954" y="0"/>
                  </a:lnTo>
                  <a:lnTo>
                    <a:pt x="955" y="0"/>
                  </a:lnTo>
                  <a:lnTo>
                    <a:pt x="956" y="0"/>
                  </a:lnTo>
                  <a:lnTo>
                    <a:pt x="957" y="0"/>
                  </a:lnTo>
                  <a:lnTo>
                    <a:pt x="958" y="0"/>
                  </a:lnTo>
                  <a:lnTo>
                    <a:pt x="959" y="0"/>
                  </a:lnTo>
                  <a:lnTo>
                    <a:pt x="960" y="0"/>
                  </a:lnTo>
                  <a:lnTo>
                    <a:pt x="961" y="0"/>
                  </a:lnTo>
                  <a:lnTo>
                    <a:pt x="962" y="0"/>
                  </a:lnTo>
                  <a:lnTo>
                    <a:pt x="963" y="0"/>
                  </a:lnTo>
                  <a:lnTo>
                    <a:pt x="964" y="0"/>
                  </a:lnTo>
                  <a:lnTo>
                    <a:pt x="965" y="0"/>
                  </a:lnTo>
                  <a:lnTo>
                    <a:pt x="966" y="0"/>
                  </a:lnTo>
                  <a:lnTo>
                    <a:pt x="967" y="0"/>
                  </a:lnTo>
                  <a:lnTo>
                    <a:pt x="968" y="0"/>
                  </a:lnTo>
                  <a:lnTo>
                    <a:pt x="970" y="0"/>
                  </a:lnTo>
                  <a:lnTo>
                    <a:pt x="970" y="0"/>
                  </a:lnTo>
                  <a:lnTo>
                    <a:pt x="971" y="0"/>
                  </a:lnTo>
                  <a:lnTo>
                    <a:pt x="973" y="10"/>
                  </a:lnTo>
                  <a:lnTo>
                    <a:pt x="974" y="20"/>
                  </a:lnTo>
                  <a:lnTo>
                    <a:pt x="975" y="30"/>
                  </a:lnTo>
                  <a:lnTo>
                    <a:pt x="976" y="41"/>
                  </a:lnTo>
                  <a:lnTo>
                    <a:pt x="977" y="41"/>
                  </a:lnTo>
                  <a:lnTo>
                    <a:pt x="978" y="41"/>
                  </a:lnTo>
                  <a:lnTo>
                    <a:pt x="979" y="41"/>
                  </a:lnTo>
                  <a:lnTo>
                    <a:pt x="980" y="41"/>
                  </a:lnTo>
                  <a:lnTo>
                    <a:pt x="981" y="41"/>
                  </a:lnTo>
                  <a:lnTo>
                    <a:pt x="982" y="30"/>
                  </a:lnTo>
                  <a:lnTo>
                    <a:pt x="983" y="20"/>
                  </a:lnTo>
                  <a:lnTo>
                    <a:pt x="984" y="20"/>
                  </a:lnTo>
                  <a:lnTo>
                    <a:pt x="985" y="20"/>
                  </a:lnTo>
                  <a:lnTo>
                    <a:pt x="986" y="30"/>
                  </a:lnTo>
                  <a:lnTo>
                    <a:pt x="987" y="41"/>
                  </a:lnTo>
                  <a:lnTo>
                    <a:pt x="988" y="50"/>
                  </a:lnTo>
                  <a:lnTo>
                    <a:pt x="989" y="60"/>
                  </a:lnTo>
                  <a:lnTo>
                    <a:pt x="990" y="71"/>
                  </a:lnTo>
                  <a:lnTo>
                    <a:pt x="991" y="81"/>
                  </a:lnTo>
                  <a:lnTo>
                    <a:pt x="992" y="91"/>
                  </a:lnTo>
                  <a:lnTo>
                    <a:pt x="994" y="91"/>
                  </a:lnTo>
                  <a:lnTo>
                    <a:pt x="994" y="91"/>
                  </a:lnTo>
                  <a:lnTo>
                    <a:pt x="995" y="91"/>
                  </a:lnTo>
                  <a:lnTo>
                    <a:pt x="997" y="91"/>
                  </a:lnTo>
                  <a:lnTo>
                    <a:pt x="998" y="91"/>
                  </a:lnTo>
                  <a:lnTo>
                    <a:pt x="998" y="91"/>
                  </a:lnTo>
                  <a:lnTo>
                    <a:pt x="1000" y="91"/>
                  </a:lnTo>
                  <a:lnTo>
                    <a:pt x="1001" y="101"/>
                  </a:lnTo>
                  <a:lnTo>
                    <a:pt x="1002" y="101"/>
                  </a:lnTo>
                  <a:lnTo>
                    <a:pt x="1003" y="111"/>
                  </a:lnTo>
                  <a:lnTo>
                    <a:pt x="1004" y="111"/>
                  </a:lnTo>
                  <a:lnTo>
                    <a:pt x="1005" y="111"/>
                  </a:lnTo>
                  <a:lnTo>
                    <a:pt x="1006" y="111"/>
                  </a:lnTo>
                  <a:lnTo>
                    <a:pt x="1007" y="111"/>
                  </a:lnTo>
                  <a:lnTo>
                    <a:pt x="1008" y="111"/>
                  </a:lnTo>
                  <a:lnTo>
                    <a:pt x="1009" y="121"/>
                  </a:lnTo>
                  <a:lnTo>
                    <a:pt x="1010" y="121"/>
                  </a:lnTo>
                  <a:lnTo>
                    <a:pt x="1011" y="131"/>
                  </a:lnTo>
                  <a:lnTo>
                    <a:pt x="1012" y="131"/>
                  </a:lnTo>
                  <a:lnTo>
                    <a:pt x="1013" y="141"/>
                  </a:lnTo>
                  <a:lnTo>
                    <a:pt x="1014" y="161"/>
                  </a:lnTo>
                  <a:lnTo>
                    <a:pt x="1015" y="181"/>
                  </a:lnTo>
                  <a:lnTo>
                    <a:pt x="1017" y="201"/>
                  </a:lnTo>
                  <a:lnTo>
                    <a:pt x="1017" y="221"/>
                  </a:lnTo>
                  <a:lnTo>
                    <a:pt x="1018" y="211"/>
                  </a:lnTo>
                  <a:lnTo>
                    <a:pt x="1020" y="221"/>
                  </a:lnTo>
                  <a:lnTo>
                    <a:pt x="1021" y="242"/>
                  </a:lnTo>
                  <a:lnTo>
                    <a:pt x="1022" y="262"/>
                  </a:lnTo>
                  <a:lnTo>
                    <a:pt x="1023" y="282"/>
                  </a:lnTo>
                  <a:lnTo>
                    <a:pt x="1024" y="292"/>
                  </a:lnTo>
                  <a:lnTo>
                    <a:pt x="1025" y="302"/>
                  </a:lnTo>
                  <a:lnTo>
                    <a:pt x="1026" y="312"/>
                  </a:lnTo>
                  <a:lnTo>
                    <a:pt x="1027" y="332"/>
                  </a:lnTo>
                  <a:lnTo>
                    <a:pt x="1028" y="372"/>
                  </a:lnTo>
                  <a:lnTo>
                    <a:pt x="1029" y="392"/>
                  </a:lnTo>
                  <a:lnTo>
                    <a:pt x="1030" y="403"/>
                  </a:lnTo>
                  <a:lnTo>
                    <a:pt x="1031" y="412"/>
                  </a:lnTo>
                  <a:lnTo>
                    <a:pt x="1032" y="422"/>
                  </a:lnTo>
                  <a:lnTo>
                    <a:pt x="1033" y="433"/>
                  </a:lnTo>
                  <a:lnTo>
                    <a:pt x="1034" y="433"/>
                  </a:lnTo>
                  <a:lnTo>
                    <a:pt x="1035" y="443"/>
                  </a:lnTo>
                  <a:lnTo>
                    <a:pt x="1036" y="443"/>
                  </a:lnTo>
                  <a:lnTo>
                    <a:pt x="1037" y="443"/>
                  </a:lnTo>
                  <a:lnTo>
                    <a:pt x="1038" y="443"/>
                  </a:lnTo>
                  <a:lnTo>
                    <a:pt x="1039" y="443"/>
                  </a:lnTo>
                  <a:lnTo>
                    <a:pt x="1041" y="443"/>
                  </a:lnTo>
                  <a:lnTo>
                    <a:pt x="1041" y="453"/>
                  </a:lnTo>
                  <a:lnTo>
                    <a:pt x="1042" y="463"/>
                  </a:lnTo>
                  <a:lnTo>
                    <a:pt x="1044" y="483"/>
                  </a:lnTo>
                  <a:lnTo>
                    <a:pt x="1045" y="493"/>
                  </a:lnTo>
                  <a:lnTo>
                    <a:pt x="1045" y="503"/>
                  </a:lnTo>
                  <a:lnTo>
                    <a:pt x="1047" y="513"/>
                  </a:lnTo>
                  <a:lnTo>
                    <a:pt x="1048" y="523"/>
                  </a:lnTo>
                  <a:lnTo>
                    <a:pt x="1049" y="543"/>
                  </a:lnTo>
                  <a:lnTo>
                    <a:pt x="1050" y="553"/>
                  </a:lnTo>
                  <a:lnTo>
                    <a:pt x="1051" y="563"/>
                  </a:lnTo>
                  <a:lnTo>
                    <a:pt x="1052" y="563"/>
                  </a:lnTo>
                  <a:lnTo>
                    <a:pt x="1053" y="583"/>
                  </a:lnTo>
                  <a:lnTo>
                    <a:pt x="1054" y="613"/>
                  </a:lnTo>
                  <a:lnTo>
                    <a:pt x="1055" y="644"/>
                  </a:lnTo>
                  <a:lnTo>
                    <a:pt x="1056" y="684"/>
                  </a:lnTo>
                  <a:lnTo>
                    <a:pt x="1057" y="724"/>
                  </a:lnTo>
                  <a:lnTo>
                    <a:pt x="1058" y="754"/>
                  </a:lnTo>
                  <a:lnTo>
                    <a:pt x="1059" y="784"/>
                  </a:lnTo>
                  <a:lnTo>
                    <a:pt x="1060" y="814"/>
                  </a:lnTo>
                  <a:lnTo>
                    <a:pt x="1061" y="855"/>
                  </a:lnTo>
                  <a:lnTo>
                    <a:pt x="1062" y="875"/>
                  </a:lnTo>
                  <a:lnTo>
                    <a:pt x="1063" y="885"/>
                  </a:lnTo>
                  <a:lnTo>
                    <a:pt x="1064" y="895"/>
                  </a:lnTo>
                  <a:lnTo>
                    <a:pt x="1065" y="895"/>
                  </a:lnTo>
                  <a:lnTo>
                    <a:pt x="1066" y="895"/>
                  </a:lnTo>
                  <a:lnTo>
                    <a:pt x="1068" y="905"/>
                  </a:lnTo>
                  <a:lnTo>
                    <a:pt x="1069" y="915"/>
                  </a:lnTo>
                  <a:lnTo>
                    <a:pt x="1069" y="925"/>
                  </a:lnTo>
                  <a:lnTo>
                    <a:pt x="1071" y="925"/>
                  </a:lnTo>
                  <a:lnTo>
                    <a:pt x="1072" y="925"/>
                  </a:lnTo>
                  <a:lnTo>
                    <a:pt x="1073" y="935"/>
                  </a:lnTo>
                  <a:lnTo>
                    <a:pt x="1074" y="945"/>
                  </a:lnTo>
                  <a:lnTo>
                    <a:pt x="1075" y="955"/>
                  </a:lnTo>
                  <a:lnTo>
                    <a:pt x="1076" y="965"/>
                  </a:lnTo>
                  <a:lnTo>
                    <a:pt x="1077" y="965"/>
                  </a:lnTo>
                  <a:lnTo>
                    <a:pt x="1078" y="986"/>
                  </a:lnTo>
                  <a:lnTo>
                    <a:pt x="1079" y="986"/>
                  </a:lnTo>
                  <a:lnTo>
                    <a:pt x="1080" y="996"/>
                  </a:lnTo>
                  <a:lnTo>
                    <a:pt x="1081" y="1005"/>
                  </a:lnTo>
                  <a:lnTo>
                    <a:pt x="1082" y="1005"/>
                  </a:lnTo>
                  <a:lnTo>
                    <a:pt x="1083" y="1016"/>
                  </a:lnTo>
                  <a:lnTo>
                    <a:pt x="1084" y="1026"/>
                  </a:lnTo>
                  <a:lnTo>
                    <a:pt x="1085" y="1036"/>
                  </a:lnTo>
                  <a:lnTo>
                    <a:pt x="1086" y="1046"/>
                  </a:lnTo>
                  <a:lnTo>
                    <a:pt x="1088" y="1046"/>
                  </a:lnTo>
                  <a:lnTo>
                    <a:pt x="1088" y="1056"/>
                  </a:lnTo>
                  <a:lnTo>
                    <a:pt x="1089" y="1066"/>
                  </a:lnTo>
                  <a:lnTo>
                    <a:pt x="1091" y="1076"/>
                  </a:lnTo>
                  <a:lnTo>
                    <a:pt x="1092" y="1086"/>
                  </a:lnTo>
                  <a:lnTo>
                    <a:pt x="1092" y="1086"/>
                  </a:lnTo>
                  <a:lnTo>
                    <a:pt x="1094" y="1086"/>
                  </a:lnTo>
                  <a:lnTo>
                    <a:pt x="1095" y="1086"/>
                  </a:lnTo>
                  <a:lnTo>
                    <a:pt x="1096" y="1086"/>
                  </a:lnTo>
                  <a:lnTo>
                    <a:pt x="1097" y="1086"/>
                  </a:lnTo>
                  <a:lnTo>
                    <a:pt x="1098" y="1086"/>
                  </a:lnTo>
                  <a:lnTo>
                    <a:pt x="1099" y="1086"/>
                  </a:lnTo>
                  <a:lnTo>
                    <a:pt x="1100" y="1086"/>
                  </a:lnTo>
                  <a:lnTo>
                    <a:pt x="1101" y="1086"/>
                  </a:lnTo>
                  <a:lnTo>
                    <a:pt x="1102" y="1086"/>
                  </a:lnTo>
                  <a:lnTo>
                    <a:pt x="1103" y="1086"/>
                  </a:lnTo>
                  <a:lnTo>
                    <a:pt x="1104" y="1086"/>
                  </a:lnTo>
                  <a:lnTo>
                    <a:pt x="1105" y="1086"/>
                  </a:lnTo>
                  <a:lnTo>
                    <a:pt x="1106" y="1086"/>
                  </a:lnTo>
                  <a:lnTo>
                    <a:pt x="1107" y="1086"/>
                  </a:lnTo>
                  <a:lnTo>
                    <a:pt x="1108" y="1086"/>
                  </a:lnTo>
                  <a:lnTo>
                    <a:pt x="1109" y="1086"/>
                  </a:lnTo>
                  <a:lnTo>
                    <a:pt x="1110" y="1086"/>
                  </a:lnTo>
                  <a:lnTo>
                    <a:pt x="1111" y="1086"/>
                  </a:lnTo>
                  <a:lnTo>
                    <a:pt x="1112" y="1086"/>
                  </a:lnTo>
                  <a:lnTo>
                    <a:pt x="1113" y="1086"/>
                  </a:lnTo>
                  <a:lnTo>
                    <a:pt x="1115" y="1086"/>
                  </a:lnTo>
                  <a:lnTo>
                    <a:pt x="1116" y="1086"/>
                  </a:lnTo>
                  <a:lnTo>
                    <a:pt x="1116" y="1086"/>
                  </a:lnTo>
                  <a:lnTo>
                    <a:pt x="1118" y="1086"/>
                  </a:lnTo>
                  <a:lnTo>
                    <a:pt x="1119" y="1086"/>
                  </a:lnTo>
                  <a:lnTo>
                    <a:pt x="1120" y="1086"/>
                  </a:lnTo>
                  <a:lnTo>
                    <a:pt x="1121" y="1076"/>
                  </a:lnTo>
                  <a:lnTo>
                    <a:pt x="1122" y="1076"/>
                  </a:lnTo>
                  <a:lnTo>
                    <a:pt x="1123" y="1066"/>
                  </a:lnTo>
                  <a:lnTo>
                    <a:pt x="1124" y="1066"/>
                  </a:lnTo>
                  <a:lnTo>
                    <a:pt x="1125" y="1066"/>
                  </a:lnTo>
                  <a:lnTo>
                    <a:pt x="1126" y="1066"/>
                  </a:lnTo>
                  <a:lnTo>
                    <a:pt x="1127" y="1066"/>
                  </a:lnTo>
                  <a:lnTo>
                    <a:pt x="1128" y="1066"/>
                  </a:lnTo>
                  <a:lnTo>
                    <a:pt x="1129" y="1056"/>
                  </a:lnTo>
                  <a:lnTo>
                    <a:pt x="1130" y="1056"/>
                  </a:lnTo>
                  <a:lnTo>
                    <a:pt x="1131" y="1046"/>
                  </a:lnTo>
                  <a:lnTo>
                    <a:pt x="1132" y="1046"/>
                  </a:lnTo>
                  <a:lnTo>
                    <a:pt x="1133" y="1046"/>
                  </a:lnTo>
                  <a:lnTo>
                    <a:pt x="1134" y="1036"/>
                  </a:lnTo>
                  <a:lnTo>
                    <a:pt x="1135" y="1026"/>
                  </a:lnTo>
                  <a:lnTo>
                    <a:pt x="1136" y="1026"/>
                  </a:lnTo>
                  <a:lnTo>
                    <a:pt x="1137" y="1026"/>
                  </a:lnTo>
                  <a:lnTo>
                    <a:pt x="1139" y="1026"/>
                  </a:lnTo>
                  <a:lnTo>
                    <a:pt x="1139" y="1036"/>
                  </a:lnTo>
                  <a:lnTo>
                    <a:pt x="1140" y="1036"/>
                  </a:lnTo>
                  <a:lnTo>
                    <a:pt x="1142" y="1036"/>
                  </a:lnTo>
                  <a:lnTo>
                    <a:pt x="1143" y="1026"/>
                  </a:lnTo>
                  <a:lnTo>
                    <a:pt x="1143" y="1026"/>
                  </a:lnTo>
                  <a:lnTo>
                    <a:pt x="1145" y="1026"/>
                  </a:lnTo>
                  <a:lnTo>
                    <a:pt x="1146" y="1016"/>
                  </a:lnTo>
                  <a:lnTo>
                    <a:pt x="1147" y="1005"/>
                  </a:lnTo>
                  <a:lnTo>
                    <a:pt x="1148" y="1005"/>
                  </a:lnTo>
                  <a:lnTo>
                    <a:pt x="1149" y="996"/>
                  </a:lnTo>
                  <a:lnTo>
                    <a:pt x="1150" y="996"/>
                  </a:lnTo>
                  <a:lnTo>
                    <a:pt x="1151" y="1005"/>
                  </a:lnTo>
                  <a:lnTo>
                    <a:pt x="1152" y="1005"/>
                  </a:lnTo>
                  <a:lnTo>
                    <a:pt x="1153" y="1005"/>
                  </a:lnTo>
                  <a:lnTo>
                    <a:pt x="1154" y="1005"/>
                  </a:lnTo>
                  <a:lnTo>
                    <a:pt x="1155" y="1005"/>
                  </a:lnTo>
                  <a:lnTo>
                    <a:pt x="1156" y="1005"/>
                  </a:lnTo>
                  <a:lnTo>
                    <a:pt x="1157" y="1005"/>
                  </a:lnTo>
                  <a:lnTo>
                    <a:pt x="1158" y="1005"/>
                  </a:lnTo>
                  <a:lnTo>
                    <a:pt x="1159" y="1005"/>
                  </a:lnTo>
                  <a:lnTo>
                    <a:pt x="1160" y="996"/>
                  </a:lnTo>
                  <a:lnTo>
                    <a:pt x="1162" y="996"/>
                  </a:lnTo>
                  <a:lnTo>
                    <a:pt x="1162" y="996"/>
                  </a:lnTo>
                  <a:lnTo>
                    <a:pt x="1163" y="996"/>
                  </a:lnTo>
                  <a:lnTo>
                    <a:pt x="1165" y="996"/>
                  </a:lnTo>
                  <a:lnTo>
                    <a:pt x="1166" y="996"/>
                  </a:lnTo>
                  <a:lnTo>
                    <a:pt x="1167" y="996"/>
                  </a:lnTo>
                  <a:lnTo>
                    <a:pt x="1168" y="996"/>
                  </a:lnTo>
                  <a:lnTo>
                    <a:pt x="1169" y="996"/>
                  </a:lnTo>
                  <a:lnTo>
                    <a:pt x="1170" y="996"/>
                  </a:lnTo>
                  <a:lnTo>
                    <a:pt x="1171" y="996"/>
                  </a:lnTo>
                  <a:lnTo>
                    <a:pt x="1172" y="996"/>
                  </a:lnTo>
                  <a:lnTo>
                    <a:pt x="1173" y="996"/>
                  </a:lnTo>
                  <a:lnTo>
                    <a:pt x="1174" y="996"/>
                  </a:lnTo>
                  <a:lnTo>
                    <a:pt x="1175" y="996"/>
                  </a:lnTo>
                  <a:lnTo>
                    <a:pt x="1176" y="996"/>
                  </a:lnTo>
                  <a:lnTo>
                    <a:pt x="1177" y="996"/>
                  </a:lnTo>
                  <a:lnTo>
                    <a:pt x="1178" y="996"/>
                  </a:lnTo>
                  <a:lnTo>
                    <a:pt x="1179" y="996"/>
                  </a:lnTo>
                  <a:lnTo>
                    <a:pt x="1180" y="996"/>
                  </a:lnTo>
                  <a:lnTo>
                    <a:pt x="1181" y="996"/>
                  </a:lnTo>
                  <a:lnTo>
                    <a:pt x="1182" y="996"/>
                  </a:lnTo>
                  <a:lnTo>
                    <a:pt x="1183" y="996"/>
                  </a:lnTo>
                  <a:lnTo>
                    <a:pt x="1184" y="996"/>
                  </a:lnTo>
                  <a:lnTo>
                    <a:pt x="1186" y="1005"/>
                  </a:lnTo>
                  <a:lnTo>
                    <a:pt x="1186" y="1016"/>
                  </a:lnTo>
                  <a:lnTo>
                    <a:pt x="1187" y="1026"/>
                  </a:lnTo>
                  <a:lnTo>
                    <a:pt x="1189" y="1036"/>
                  </a:lnTo>
                  <a:lnTo>
                    <a:pt x="1190" y="1036"/>
                  </a:lnTo>
                  <a:lnTo>
                    <a:pt x="1190" y="1056"/>
                  </a:lnTo>
                  <a:lnTo>
                    <a:pt x="1192" y="1076"/>
                  </a:lnTo>
                  <a:lnTo>
                    <a:pt x="1193" y="1096"/>
                  </a:lnTo>
                  <a:lnTo>
                    <a:pt x="1194" y="1116"/>
                  </a:lnTo>
                  <a:lnTo>
                    <a:pt x="1195" y="1126"/>
                  </a:lnTo>
                  <a:lnTo>
                    <a:pt x="1196" y="1136"/>
                  </a:lnTo>
                  <a:lnTo>
                    <a:pt x="1197" y="1146"/>
                  </a:lnTo>
                  <a:lnTo>
                    <a:pt x="1198" y="1157"/>
                  </a:lnTo>
                  <a:lnTo>
                    <a:pt x="1199" y="1176"/>
                  </a:lnTo>
                  <a:lnTo>
                    <a:pt x="1200" y="1176"/>
                  </a:lnTo>
                  <a:lnTo>
                    <a:pt x="1201" y="1176"/>
                  </a:lnTo>
                  <a:lnTo>
                    <a:pt x="1202" y="1176"/>
                  </a:lnTo>
                  <a:lnTo>
                    <a:pt x="1203" y="1176"/>
                  </a:lnTo>
                  <a:lnTo>
                    <a:pt x="1204" y="1176"/>
                  </a:lnTo>
                  <a:lnTo>
                    <a:pt x="1205" y="1176"/>
                  </a:lnTo>
                  <a:lnTo>
                    <a:pt x="1206" y="1176"/>
                  </a:lnTo>
                  <a:lnTo>
                    <a:pt x="1207" y="1176"/>
                  </a:lnTo>
                  <a:lnTo>
                    <a:pt x="1208" y="1176"/>
                  </a:lnTo>
                  <a:lnTo>
                    <a:pt x="1209" y="1176"/>
                  </a:lnTo>
                  <a:lnTo>
                    <a:pt x="1210" y="1176"/>
                  </a:lnTo>
                  <a:lnTo>
                    <a:pt x="1211" y="1176"/>
                  </a:lnTo>
                  <a:lnTo>
                    <a:pt x="1213" y="1176"/>
                  </a:lnTo>
                  <a:lnTo>
                    <a:pt x="1214" y="1176"/>
                  </a:lnTo>
                  <a:lnTo>
                    <a:pt x="1215" y="1176"/>
                  </a:lnTo>
                  <a:lnTo>
                    <a:pt x="1216" y="1176"/>
                  </a:lnTo>
                  <a:lnTo>
                    <a:pt x="1217" y="1176"/>
                  </a:lnTo>
                  <a:lnTo>
                    <a:pt x="1218" y="1176"/>
                  </a:lnTo>
                  <a:lnTo>
                    <a:pt x="1219" y="1176"/>
                  </a:lnTo>
                  <a:lnTo>
                    <a:pt x="1220" y="1176"/>
                  </a:lnTo>
                  <a:lnTo>
                    <a:pt x="1221" y="1166"/>
                  </a:lnTo>
                  <a:lnTo>
                    <a:pt x="1222" y="1166"/>
                  </a:lnTo>
                  <a:lnTo>
                    <a:pt x="1223" y="1166"/>
                  </a:lnTo>
                  <a:lnTo>
                    <a:pt x="1224" y="1166"/>
                  </a:lnTo>
                  <a:lnTo>
                    <a:pt x="1225" y="1166"/>
                  </a:lnTo>
                  <a:lnTo>
                    <a:pt x="1226" y="1166"/>
                  </a:lnTo>
                  <a:lnTo>
                    <a:pt x="1227" y="1157"/>
                  </a:lnTo>
                  <a:lnTo>
                    <a:pt x="1228" y="1157"/>
                  </a:lnTo>
                  <a:lnTo>
                    <a:pt x="1229" y="1146"/>
                  </a:lnTo>
                  <a:lnTo>
                    <a:pt x="1230" y="1146"/>
                  </a:lnTo>
                  <a:lnTo>
                    <a:pt x="1231" y="1146"/>
                  </a:lnTo>
                  <a:lnTo>
                    <a:pt x="1233" y="1146"/>
                  </a:lnTo>
                  <a:lnTo>
                    <a:pt x="1233" y="1136"/>
                  </a:lnTo>
                  <a:lnTo>
                    <a:pt x="1234" y="1126"/>
                  </a:lnTo>
                  <a:lnTo>
                    <a:pt x="1236" y="1116"/>
                  </a:lnTo>
                  <a:lnTo>
                    <a:pt x="1237" y="1116"/>
                  </a:lnTo>
                  <a:lnTo>
                    <a:pt x="1237" y="1106"/>
                  </a:lnTo>
                  <a:lnTo>
                    <a:pt x="1239" y="1106"/>
                  </a:lnTo>
                  <a:lnTo>
                    <a:pt x="1240" y="1106"/>
                  </a:lnTo>
                  <a:lnTo>
                    <a:pt x="1241" y="1096"/>
                  </a:lnTo>
                  <a:lnTo>
                    <a:pt x="1242" y="1076"/>
                  </a:lnTo>
                  <a:lnTo>
                    <a:pt x="1243" y="1066"/>
                  </a:lnTo>
                  <a:lnTo>
                    <a:pt x="1244" y="1066"/>
                  </a:lnTo>
                  <a:lnTo>
                    <a:pt x="1245" y="1056"/>
                  </a:lnTo>
                  <a:lnTo>
                    <a:pt x="1246" y="1056"/>
                  </a:lnTo>
                  <a:lnTo>
                    <a:pt x="1247" y="1046"/>
                  </a:lnTo>
                  <a:lnTo>
                    <a:pt x="1248" y="1036"/>
                  </a:lnTo>
                  <a:lnTo>
                    <a:pt x="1249" y="1026"/>
                  </a:lnTo>
                  <a:lnTo>
                    <a:pt x="1250" y="1016"/>
                  </a:lnTo>
                  <a:lnTo>
                    <a:pt x="1251" y="1016"/>
                  </a:lnTo>
                  <a:lnTo>
                    <a:pt x="1252" y="1016"/>
                  </a:lnTo>
                  <a:lnTo>
                    <a:pt x="1253" y="1005"/>
                  </a:lnTo>
                  <a:lnTo>
                    <a:pt x="1254" y="996"/>
                  </a:lnTo>
                  <a:lnTo>
                    <a:pt x="1255" y="986"/>
                  </a:lnTo>
                  <a:lnTo>
                    <a:pt x="1256" y="975"/>
                  </a:lnTo>
                  <a:lnTo>
                    <a:pt x="1257" y="965"/>
                  </a:lnTo>
                  <a:lnTo>
                    <a:pt x="1258" y="955"/>
                  </a:lnTo>
                  <a:lnTo>
                    <a:pt x="1260" y="945"/>
                  </a:lnTo>
                  <a:lnTo>
                    <a:pt x="1261" y="925"/>
                  </a:lnTo>
                  <a:lnTo>
                    <a:pt x="1261" y="905"/>
                  </a:lnTo>
                  <a:lnTo>
                    <a:pt x="1263" y="885"/>
                  </a:lnTo>
                  <a:lnTo>
                    <a:pt x="1264" y="875"/>
                  </a:lnTo>
                  <a:lnTo>
                    <a:pt x="1265" y="865"/>
                  </a:lnTo>
                  <a:lnTo>
                    <a:pt x="1266" y="855"/>
                  </a:lnTo>
                  <a:lnTo>
                    <a:pt x="1267" y="845"/>
                  </a:lnTo>
                  <a:lnTo>
                    <a:pt x="1268" y="835"/>
                  </a:lnTo>
                  <a:lnTo>
                    <a:pt x="1269" y="825"/>
                  </a:lnTo>
                  <a:lnTo>
                    <a:pt x="1270" y="825"/>
                  </a:lnTo>
                  <a:lnTo>
                    <a:pt x="1271" y="825"/>
                  </a:lnTo>
                  <a:lnTo>
                    <a:pt x="1272" y="814"/>
                  </a:lnTo>
                  <a:lnTo>
                    <a:pt x="1273" y="814"/>
                  </a:lnTo>
                  <a:lnTo>
                    <a:pt x="1274" y="804"/>
                  </a:lnTo>
                  <a:lnTo>
                    <a:pt x="1275" y="795"/>
                  </a:lnTo>
                  <a:lnTo>
                    <a:pt x="1276" y="784"/>
                  </a:lnTo>
                  <a:lnTo>
                    <a:pt x="1277" y="784"/>
                  </a:lnTo>
                  <a:lnTo>
                    <a:pt x="1278" y="774"/>
                  </a:lnTo>
                  <a:lnTo>
                    <a:pt x="1279" y="764"/>
                  </a:lnTo>
                  <a:lnTo>
                    <a:pt x="1280" y="754"/>
                  </a:lnTo>
                  <a:lnTo>
                    <a:pt x="1281" y="754"/>
                  </a:lnTo>
                  <a:lnTo>
                    <a:pt x="1283" y="744"/>
                  </a:lnTo>
                  <a:lnTo>
                    <a:pt x="1284" y="734"/>
                  </a:lnTo>
                  <a:lnTo>
                    <a:pt x="1284" y="744"/>
                  </a:lnTo>
                  <a:lnTo>
                    <a:pt x="1286" y="754"/>
                  </a:lnTo>
                  <a:lnTo>
                    <a:pt x="1287" y="744"/>
                  </a:lnTo>
                  <a:lnTo>
                    <a:pt x="1288" y="744"/>
                  </a:lnTo>
                  <a:lnTo>
                    <a:pt x="1289" y="744"/>
                  </a:lnTo>
                  <a:lnTo>
                    <a:pt x="1290" y="744"/>
                  </a:lnTo>
                  <a:lnTo>
                    <a:pt x="1291" y="754"/>
                  </a:lnTo>
                  <a:lnTo>
                    <a:pt x="1292" y="754"/>
                  </a:lnTo>
                  <a:lnTo>
                    <a:pt x="1293" y="754"/>
                  </a:lnTo>
                  <a:lnTo>
                    <a:pt x="1294" y="744"/>
                  </a:lnTo>
                  <a:lnTo>
                    <a:pt x="1295" y="734"/>
                  </a:lnTo>
                  <a:lnTo>
                    <a:pt x="1296" y="734"/>
                  </a:lnTo>
                  <a:lnTo>
                    <a:pt x="1297" y="734"/>
                  </a:lnTo>
                  <a:lnTo>
                    <a:pt x="1298" y="734"/>
                  </a:lnTo>
                  <a:lnTo>
                    <a:pt x="1299" y="734"/>
                  </a:lnTo>
                  <a:lnTo>
                    <a:pt x="1300" y="724"/>
                  </a:lnTo>
                  <a:lnTo>
                    <a:pt x="1301" y="724"/>
                  </a:lnTo>
                  <a:lnTo>
                    <a:pt x="1302" y="724"/>
                  </a:lnTo>
                  <a:lnTo>
                    <a:pt x="1303" y="724"/>
                  </a:lnTo>
                  <a:lnTo>
                    <a:pt x="1304" y="724"/>
                  </a:lnTo>
                  <a:lnTo>
                    <a:pt x="1305" y="724"/>
                  </a:lnTo>
                  <a:lnTo>
                    <a:pt x="1307" y="724"/>
                  </a:lnTo>
                  <a:lnTo>
                    <a:pt x="1308" y="734"/>
                  </a:lnTo>
                  <a:lnTo>
                    <a:pt x="1308" y="744"/>
                  </a:lnTo>
                  <a:lnTo>
                    <a:pt x="1310" y="754"/>
                  </a:lnTo>
                  <a:lnTo>
                    <a:pt x="1311" y="754"/>
                  </a:lnTo>
                  <a:lnTo>
                    <a:pt x="1312" y="754"/>
                  </a:lnTo>
                  <a:lnTo>
                    <a:pt x="1313" y="754"/>
                  </a:lnTo>
                  <a:lnTo>
                    <a:pt x="1314" y="754"/>
                  </a:lnTo>
                  <a:lnTo>
                    <a:pt x="1315" y="754"/>
                  </a:lnTo>
                  <a:lnTo>
                    <a:pt x="1316" y="754"/>
                  </a:lnTo>
                  <a:lnTo>
                    <a:pt x="1317" y="744"/>
                  </a:lnTo>
                  <a:lnTo>
                    <a:pt x="1318" y="734"/>
                  </a:lnTo>
                  <a:lnTo>
                    <a:pt x="1319" y="724"/>
                  </a:lnTo>
                  <a:lnTo>
                    <a:pt x="1320" y="724"/>
                  </a:lnTo>
                  <a:lnTo>
                    <a:pt x="1321" y="714"/>
                  </a:lnTo>
                  <a:lnTo>
                    <a:pt x="1322" y="714"/>
                  </a:lnTo>
                  <a:lnTo>
                    <a:pt x="1323" y="714"/>
                  </a:lnTo>
                  <a:lnTo>
                    <a:pt x="1324" y="714"/>
                  </a:lnTo>
                  <a:lnTo>
                    <a:pt x="1325" y="714"/>
                  </a:lnTo>
                  <a:lnTo>
                    <a:pt x="1326" y="704"/>
                  </a:lnTo>
                  <a:lnTo>
                    <a:pt x="1327" y="704"/>
                  </a:lnTo>
                  <a:lnTo>
                    <a:pt x="1328" y="704"/>
                  </a:lnTo>
                  <a:lnTo>
                    <a:pt x="1329" y="704"/>
                  </a:lnTo>
                  <a:lnTo>
                    <a:pt x="1331" y="714"/>
                  </a:lnTo>
                  <a:lnTo>
                    <a:pt x="1331" y="714"/>
                  </a:lnTo>
                  <a:lnTo>
                    <a:pt x="1332" y="704"/>
                  </a:lnTo>
                  <a:lnTo>
                    <a:pt x="1334" y="704"/>
                  </a:lnTo>
                  <a:lnTo>
                    <a:pt x="1335" y="694"/>
                  </a:lnTo>
                  <a:lnTo>
                    <a:pt x="1336" y="704"/>
                  </a:lnTo>
                  <a:lnTo>
                    <a:pt x="1337" y="704"/>
                  </a:lnTo>
                  <a:lnTo>
                    <a:pt x="1338" y="704"/>
                  </a:lnTo>
                  <a:lnTo>
                    <a:pt x="1339" y="704"/>
                  </a:lnTo>
                  <a:lnTo>
                    <a:pt x="1340" y="704"/>
                  </a:lnTo>
                  <a:lnTo>
                    <a:pt x="1341" y="694"/>
                  </a:lnTo>
                  <a:lnTo>
                    <a:pt x="1342" y="694"/>
                  </a:lnTo>
                  <a:lnTo>
                    <a:pt x="1343" y="694"/>
                  </a:lnTo>
                  <a:lnTo>
                    <a:pt x="1344" y="694"/>
                  </a:lnTo>
                  <a:lnTo>
                    <a:pt x="1345" y="684"/>
                  </a:lnTo>
                  <a:lnTo>
                    <a:pt x="1346" y="674"/>
                  </a:lnTo>
                  <a:lnTo>
                    <a:pt x="1347" y="664"/>
                  </a:lnTo>
                  <a:lnTo>
                    <a:pt x="1348" y="654"/>
                  </a:lnTo>
                  <a:lnTo>
                    <a:pt x="1349" y="644"/>
                  </a:lnTo>
                  <a:lnTo>
                    <a:pt x="1350" y="644"/>
                  </a:lnTo>
                  <a:lnTo>
                    <a:pt x="1351" y="644"/>
                  </a:lnTo>
                  <a:lnTo>
                    <a:pt x="1352" y="634"/>
                  </a:lnTo>
                  <a:lnTo>
                    <a:pt x="1354" y="634"/>
                  </a:lnTo>
                  <a:lnTo>
                    <a:pt x="1355" y="634"/>
                  </a:lnTo>
                  <a:lnTo>
                    <a:pt x="1355" y="634"/>
                  </a:lnTo>
                  <a:lnTo>
                    <a:pt x="1357" y="634"/>
                  </a:lnTo>
                  <a:lnTo>
                    <a:pt x="1358" y="634"/>
                  </a:lnTo>
                  <a:lnTo>
                    <a:pt x="1359" y="634"/>
                  </a:lnTo>
                  <a:lnTo>
                    <a:pt x="1360" y="634"/>
                  </a:lnTo>
                  <a:lnTo>
                    <a:pt x="1361" y="634"/>
                  </a:lnTo>
                  <a:lnTo>
                    <a:pt x="1362" y="634"/>
                  </a:lnTo>
                  <a:lnTo>
                    <a:pt x="1363" y="634"/>
                  </a:lnTo>
                  <a:lnTo>
                    <a:pt x="1364" y="644"/>
                  </a:lnTo>
                  <a:lnTo>
                    <a:pt x="1365" y="644"/>
                  </a:lnTo>
                  <a:lnTo>
                    <a:pt x="1366" y="644"/>
                  </a:lnTo>
                  <a:lnTo>
                    <a:pt x="1367" y="644"/>
                  </a:lnTo>
                  <a:lnTo>
                    <a:pt x="1368" y="644"/>
                  </a:lnTo>
                  <a:lnTo>
                    <a:pt x="1369" y="644"/>
                  </a:lnTo>
                  <a:lnTo>
                    <a:pt x="1370" y="644"/>
                  </a:lnTo>
                  <a:lnTo>
                    <a:pt x="1371" y="644"/>
                  </a:lnTo>
                  <a:lnTo>
                    <a:pt x="1372" y="644"/>
                  </a:lnTo>
                  <a:lnTo>
                    <a:pt x="1373" y="634"/>
                  </a:lnTo>
                  <a:lnTo>
                    <a:pt x="1374" y="634"/>
                  </a:lnTo>
                  <a:lnTo>
                    <a:pt x="1375" y="634"/>
                  </a:lnTo>
                  <a:lnTo>
                    <a:pt x="1376" y="634"/>
                  </a:lnTo>
                  <a:lnTo>
                    <a:pt x="1378" y="634"/>
                  </a:lnTo>
                  <a:lnTo>
                    <a:pt x="1378" y="634"/>
                  </a:lnTo>
                  <a:lnTo>
                    <a:pt x="1379" y="624"/>
                  </a:lnTo>
                  <a:lnTo>
                    <a:pt x="1381" y="613"/>
                  </a:lnTo>
                  <a:lnTo>
                    <a:pt x="1382" y="604"/>
                  </a:lnTo>
                  <a:lnTo>
                    <a:pt x="1383" y="593"/>
                  </a:lnTo>
                  <a:lnTo>
                    <a:pt x="1384" y="593"/>
                  </a:lnTo>
                  <a:lnTo>
                    <a:pt x="1385" y="593"/>
                  </a:lnTo>
                  <a:lnTo>
                    <a:pt x="1386" y="593"/>
                  </a:lnTo>
                  <a:lnTo>
                    <a:pt x="1387" y="583"/>
                  </a:lnTo>
                  <a:lnTo>
                    <a:pt x="1388" y="573"/>
                  </a:lnTo>
                  <a:lnTo>
                    <a:pt x="1389" y="583"/>
                  </a:lnTo>
                  <a:lnTo>
                    <a:pt x="1390" y="593"/>
                  </a:lnTo>
                  <a:lnTo>
                    <a:pt x="1391" y="604"/>
                  </a:lnTo>
                  <a:lnTo>
                    <a:pt x="1392" y="604"/>
                  </a:lnTo>
                  <a:lnTo>
                    <a:pt x="1393" y="604"/>
                  </a:lnTo>
                  <a:lnTo>
                    <a:pt x="1394" y="593"/>
                  </a:lnTo>
                  <a:lnTo>
                    <a:pt x="1395" y="583"/>
                  </a:lnTo>
                  <a:lnTo>
                    <a:pt x="1396" y="583"/>
                  </a:lnTo>
                  <a:lnTo>
                    <a:pt x="1397" y="583"/>
                  </a:lnTo>
                  <a:lnTo>
                    <a:pt x="1398" y="573"/>
                  </a:lnTo>
                  <a:lnTo>
                    <a:pt x="1399" y="563"/>
                  </a:lnTo>
                  <a:lnTo>
                    <a:pt x="1400" y="553"/>
                  </a:lnTo>
                  <a:lnTo>
                    <a:pt x="1402" y="553"/>
                  </a:lnTo>
                  <a:lnTo>
                    <a:pt x="1402" y="543"/>
                  </a:lnTo>
                  <a:lnTo>
                    <a:pt x="1403" y="543"/>
                  </a:lnTo>
                  <a:lnTo>
                    <a:pt x="1405" y="553"/>
                  </a:lnTo>
                  <a:lnTo>
                    <a:pt x="1406" y="553"/>
                  </a:lnTo>
                  <a:lnTo>
                    <a:pt x="1406" y="553"/>
                  </a:lnTo>
                  <a:lnTo>
                    <a:pt x="1408" y="553"/>
                  </a:lnTo>
                  <a:lnTo>
                    <a:pt x="1409" y="553"/>
                  </a:lnTo>
                  <a:lnTo>
                    <a:pt x="1410" y="553"/>
                  </a:lnTo>
                  <a:lnTo>
                    <a:pt x="1411" y="553"/>
                  </a:lnTo>
                  <a:lnTo>
                    <a:pt x="1412" y="553"/>
                  </a:lnTo>
                  <a:lnTo>
                    <a:pt x="1413" y="563"/>
                  </a:lnTo>
                  <a:lnTo>
                    <a:pt x="1414" y="553"/>
                  </a:lnTo>
                  <a:lnTo>
                    <a:pt x="1415" y="563"/>
                  </a:lnTo>
                  <a:lnTo>
                    <a:pt x="1416" y="573"/>
                  </a:lnTo>
                  <a:lnTo>
                    <a:pt x="1417" y="573"/>
                  </a:lnTo>
                  <a:lnTo>
                    <a:pt x="1418" y="573"/>
                  </a:lnTo>
                  <a:lnTo>
                    <a:pt x="1419" y="583"/>
                  </a:lnTo>
                  <a:lnTo>
                    <a:pt x="1420" y="593"/>
                  </a:lnTo>
                  <a:lnTo>
                    <a:pt x="1421" y="593"/>
                  </a:lnTo>
                  <a:lnTo>
                    <a:pt x="1422" y="583"/>
                  </a:lnTo>
                  <a:lnTo>
                    <a:pt x="1423" y="583"/>
                  </a:lnTo>
                  <a:lnTo>
                    <a:pt x="1425" y="573"/>
                  </a:lnTo>
                  <a:lnTo>
                    <a:pt x="1425" y="563"/>
                  </a:lnTo>
                  <a:lnTo>
                    <a:pt x="1426" y="563"/>
                  </a:lnTo>
                  <a:lnTo>
                    <a:pt x="1428" y="563"/>
                  </a:lnTo>
                  <a:lnTo>
                    <a:pt x="1429" y="553"/>
                  </a:lnTo>
                  <a:lnTo>
                    <a:pt x="1430" y="553"/>
                  </a:lnTo>
                  <a:lnTo>
                    <a:pt x="1431" y="553"/>
                  </a:lnTo>
                  <a:lnTo>
                    <a:pt x="1432" y="553"/>
                  </a:lnTo>
                  <a:lnTo>
                    <a:pt x="1433" y="553"/>
                  </a:lnTo>
                  <a:lnTo>
                    <a:pt x="1434" y="553"/>
                  </a:lnTo>
                  <a:lnTo>
                    <a:pt x="1435" y="563"/>
                  </a:lnTo>
                  <a:lnTo>
                    <a:pt x="1436" y="563"/>
                  </a:lnTo>
                  <a:lnTo>
                    <a:pt x="1437" y="563"/>
                  </a:lnTo>
                  <a:lnTo>
                    <a:pt x="1438" y="563"/>
                  </a:lnTo>
                  <a:lnTo>
                    <a:pt x="1439" y="553"/>
                  </a:lnTo>
                  <a:lnTo>
                    <a:pt x="1440" y="553"/>
                  </a:lnTo>
                  <a:lnTo>
                    <a:pt x="1441" y="553"/>
                  </a:lnTo>
                  <a:lnTo>
                    <a:pt x="1442" y="553"/>
                  </a:lnTo>
                  <a:lnTo>
                    <a:pt x="1443" y="553"/>
                  </a:lnTo>
                  <a:lnTo>
                    <a:pt x="1444" y="543"/>
                  </a:lnTo>
                  <a:lnTo>
                    <a:pt x="1445" y="543"/>
                  </a:lnTo>
                  <a:lnTo>
                    <a:pt x="1446" y="543"/>
                  </a:lnTo>
                  <a:lnTo>
                    <a:pt x="1447" y="543"/>
                  </a:lnTo>
                  <a:lnTo>
                    <a:pt x="1449" y="543"/>
                  </a:lnTo>
                  <a:lnTo>
                    <a:pt x="1449" y="543"/>
                  </a:lnTo>
                  <a:lnTo>
                    <a:pt x="1450" y="543"/>
                  </a:lnTo>
                  <a:lnTo>
                    <a:pt x="1452" y="543"/>
                  </a:lnTo>
                  <a:lnTo>
                    <a:pt x="1453" y="543"/>
                  </a:lnTo>
                  <a:lnTo>
                    <a:pt x="1453" y="543"/>
                  </a:lnTo>
                  <a:lnTo>
                    <a:pt x="1455" y="543"/>
                  </a:lnTo>
                  <a:lnTo>
                    <a:pt x="1456" y="543"/>
                  </a:lnTo>
                  <a:lnTo>
                    <a:pt x="1457" y="543"/>
                  </a:lnTo>
                  <a:lnTo>
                    <a:pt x="1458" y="543"/>
                  </a:lnTo>
                  <a:lnTo>
                    <a:pt x="1459" y="543"/>
                  </a:lnTo>
                  <a:lnTo>
                    <a:pt x="1460" y="543"/>
                  </a:lnTo>
                  <a:lnTo>
                    <a:pt x="1461" y="543"/>
                  </a:lnTo>
                  <a:lnTo>
                    <a:pt x="1462" y="543"/>
                  </a:lnTo>
                  <a:lnTo>
                    <a:pt x="1463" y="543"/>
                  </a:lnTo>
                  <a:lnTo>
                    <a:pt x="1464" y="543"/>
                  </a:lnTo>
                  <a:lnTo>
                    <a:pt x="1465" y="543"/>
                  </a:lnTo>
                  <a:lnTo>
                    <a:pt x="1466" y="543"/>
                  </a:lnTo>
                  <a:lnTo>
                    <a:pt x="1467" y="543"/>
                  </a:lnTo>
                  <a:lnTo>
                    <a:pt x="1468" y="543"/>
                  </a:lnTo>
                  <a:lnTo>
                    <a:pt x="1469" y="543"/>
                  </a:lnTo>
                  <a:lnTo>
                    <a:pt x="1470" y="543"/>
                  </a:lnTo>
                  <a:lnTo>
                    <a:pt x="1471" y="543"/>
                  </a:lnTo>
                  <a:lnTo>
                    <a:pt x="1472" y="543"/>
                  </a:lnTo>
                  <a:lnTo>
                    <a:pt x="1473" y="543"/>
                  </a:lnTo>
                  <a:lnTo>
                    <a:pt x="1474" y="543"/>
                  </a:lnTo>
                  <a:lnTo>
                    <a:pt x="1476" y="543"/>
                  </a:lnTo>
                  <a:lnTo>
                    <a:pt x="1477" y="543"/>
                  </a:lnTo>
                  <a:lnTo>
                    <a:pt x="1477" y="543"/>
                  </a:lnTo>
                  <a:lnTo>
                    <a:pt x="1479" y="543"/>
                  </a:lnTo>
                  <a:lnTo>
                    <a:pt x="1480" y="543"/>
                  </a:lnTo>
                  <a:lnTo>
                    <a:pt x="1481" y="543"/>
                  </a:lnTo>
                  <a:lnTo>
                    <a:pt x="1482" y="543"/>
                  </a:lnTo>
                  <a:lnTo>
                    <a:pt x="1483" y="543"/>
                  </a:lnTo>
                  <a:lnTo>
                    <a:pt x="1484" y="543"/>
                  </a:lnTo>
                  <a:lnTo>
                    <a:pt x="1485" y="543"/>
                  </a:lnTo>
                  <a:lnTo>
                    <a:pt x="1486" y="543"/>
                  </a:lnTo>
                  <a:lnTo>
                    <a:pt x="1487" y="543"/>
                  </a:lnTo>
                  <a:lnTo>
                    <a:pt x="1488" y="543"/>
                  </a:lnTo>
                  <a:lnTo>
                    <a:pt x="1489" y="543"/>
                  </a:lnTo>
                  <a:lnTo>
                    <a:pt x="1490" y="543"/>
                  </a:lnTo>
                  <a:lnTo>
                    <a:pt x="1491" y="543"/>
                  </a:lnTo>
                  <a:lnTo>
                    <a:pt x="1492" y="543"/>
                  </a:lnTo>
                  <a:lnTo>
                    <a:pt x="1493" y="543"/>
                  </a:lnTo>
                  <a:lnTo>
                    <a:pt x="1494" y="543"/>
                  </a:lnTo>
                  <a:lnTo>
                    <a:pt x="1496" y="543"/>
                  </a:lnTo>
                  <a:lnTo>
                    <a:pt x="1496" y="543"/>
                  </a:lnTo>
                  <a:lnTo>
                    <a:pt x="1497" y="543"/>
                  </a:lnTo>
                  <a:lnTo>
                    <a:pt x="1499" y="543"/>
                  </a:lnTo>
                  <a:lnTo>
                    <a:pt x="1500" y="543"/>
                  </a:lnTo>
                  <a:lnTo>
                    <a:pt x="1500" y="543"/>
                  </a:lnTo>
                  <a:lnTo>
                    <a:pt x="1502" y="543"/>
                  </a:lnTo>
                  <a:lnTo>
                    <a:pt x="1503" y="543"/>
                  </a:lnTo>
                  <a:lnTo>
                    <a:pt x="1504" y="543"/>
                  </a:lnTo>
                  <a:lnTo>
                    <a:pt x="1505" y="533"/>
                  </a:lnTo>
                  <a:lnTo>
                    <a:pt x="1506" y="523"/>
                  </a:lnTo>
                  <a:lnTo>
                    <a:pt x="1507" y="523"/>
                  </a:lnTo>
                  <a:lnTo>
                    <a:pt x="1508" y="523"/>
                  </a:lnTo>
                  <a:lnTo>
                    <a:pt x="1509" y="523"/>
                  </a:lnTo>
                  <a:lnTo>
                    <a:pt x="1510" y="523"/>
                  </a:lnTo>
                  <a:lnTo>
                    <a:pt x="1511" y="523"/>
                  </a:lnTo>
                  <a:lnTo>
                    <a:pt x="1512" y="523"/>
                  </a:lnTo>
                  <a:lnTo>
                    <a:pt x="1513" y="523"/>
                  </a:lnTo>
                  <a:lnTo>
                    <a:pt x="1514" y="533"/>
                  </a:lnTo>
                  <a:lnTo>
                    <a:pt x="1515" y="543"/>
                  </a:lnTo>
                  <a:lnTo>
                    <a:pt x="1516" y="543"/>
                  </a:lnTo>
                  <a:lnTo>
                    <a:pt x="1517" y="543"/>
                  </a:lnTo>
                  <a:lnTo>
                    <a:pt x="1518" y="543"/>
                  </a:lnTo>
                  <a:lnTo>
                    <a:pt x="1519" y="533"/>
                  </a:lnTo>
                  <a:lnTo>
                    <a:pt x="1520" y="523"/>
                  </a:lnTo>
                  <a:lnTo>
                    <a:pt x="1521" y="523"/>
                  </a:lnTo>
                  <a:lnTo>
                    <a:pt x="1523" y="523"/>
                  </a:lnTo>
                  <a:lnTo>
                    <a:pt x="1524" y="523"/>
                  </a:lnTo>
                  <a:lnTo>
                    <a:pt x="1524" y="523"/>
                  </a:lnTo>
                  <a:lnTo>
                    <a:pt x="1526" y="523"/>
                  </a:lnTo>
                  <a:lnTo>
                    <a:pt x="1527" y="523"/>
                  </a:lnTo>
                  <a:lnTo>
                    <a:pt x="1528" y="523"/>
                  </a:lnTo>
                  <a:lnTo>
                    <a:pt x="1529" y="533"/>
                  </a:lnTo>
                  <a:lnTo>
                    <a:pt x="1530" y="543"/>
                  </a:lnTo>
                  <a:lnTo>
                    <a:pt x="1531" y="543"/>
                  </a:lnTo>
                  <a:lnTo>
                    <a:pt x="1532" y="543"/>
                  </a:lnTo>
                  <a:lnTo>
                    <a:pt x="1533" y="533"/>
                  </a:lnTo>
                  <a:lnTo>
                    <a:pt x="1534" y="523"/>
                  </a:lnTo>
                  <a:lnTo>
                    <a:pt x="1535" y="523"/>
                  </a:lnTo>
                  <a:lnTo>
                    <a:pt x="1536" y="523"/>
                  </a:lnTo>
                  <a:lnTo>
                    <a:pt x="1537" y="523"/>
                  </a:lnTo>
                  <a:lnTo>
                    <a:pt x="1538" y="523"/>
                  </a:lnTo>
                  <a:lnTo>
                    <a:pt x="1539" y="523"/>
                  </a:lnTo>
                  <a:lnTo>
                    <a:pt x="1540" y="523"/>
                  </a:lnTo>
                  <a:lnTo>
                    <a:pt x="1541" y="523"/>
                  </a:lnTo>
                  <a:lnTo>
                    <a:pt x="1542" y="533"/>
                  </a:lnTo>
                  <a:lnTo>
                    <a:pt x="1543" y="543"/>
                  </a:lnTo>
                  <a:lnTo>
                    <a:pt x="1544" y="533"/>
                  </a:lnTo>
                  <a:lnTo>
                    <a:pt x="1545" y="523"/>
                  </a:lnTo>
                  <a:lnTo>
                    <a:pt x="1547" y="513"/>
                  </a:lnTo>
                  <a:lnTo>
                    <a:pt x="1547" y="503"/>
                  </a:lnTo>
                  <a:lnTo>
                    <a:pt x="1548" y="493"/>
                  </a:lnTo>
                  <a:lnTo>
                    <a:pt x="1550" y="493"/>
                  </a:lnTo>
                  <a:lnTo>
                    <a:pt x="1551" y="493"/>
                  </a:lnTo>
                  <a:lnTo>
                    <a:pt x="1552" y="493"/>
                  </a:lnTo>
                  <a:lnTo>
                    <a:pt x="1553" y="493"/>
                  </a:lnTo>
                  <a:lnTo>
                    <a:pt x="1554" y="503"/>
                  </a:lnTo>
                  <a:lnTo>
                    <a:pt x="1555" y="513"/>
                  </a:lnTo>
                  <a:lnTo>
                    <a:pt x="1556" y="523"/>
                  </a:lnTo>
                  <a:lnTo>
                    <a:pt x="1557" y="533"/>
                  </a:lnTo>
                  <a:lnTo>
                    <a:pt x="1558" y="543"/>
                  </a:lnTo>
                  <a:lnTo>
                    <a:pt x="1559" y="543"/>
                  </a:lnTo>
                  <a:lnTo>
                    <a:pt x="1560" y="543"/>
                  </a:lnTo>
                  <a:lnTo>
                    <a:pt x="1561" y="533"/>
                  </a:lnTo>
                  <a:lnTo>
                    <a:pt x="1562" y="533"/>
                  </a:lnTo>
                  <a:lnTo>
                    <a:pt x="1563" y="533"/>
                  </a:lnTo>
                  <a:lnTo>
                    <a:pt x="1564" y="523"/>
                  </a:lnTo>
                  <a:lnTo>
                    <a:pt x="1565" y="523"/>
                  </a:lnTo>
                  <a:lnTo>
                    <a:pt x="1566" y="513"/>
                  </a:lnTo>
                  <a:lnTo>
                    <a:pt x="1567" y="513"/>
                  </a:lnTo>
                  <a:lnTo>
                    <a:pt x="1568" y="513"/>
                  </a:lnTo>
                  <a:lnTo>
                    <a:pt x="1570" y="513"/>
                  </a:lnTo>
                  <a:lnTo>
                    <a:pt x="1571" y="523"/>
                  </a:lnTo>
                  <a:lnTo>
                    <a:pt x="1571" y="523"/>
                  </a:lnTo>
                  <a:lnTo>
                    <a:pt x="1573" y="523"/>
                  </a:lnTo>
                  <a:lnTo>
                    <a:pt x="1574" y="533"/>
                  </a:lnTo>
                  <a:lnTo>
                    <a:pt x="1575" y="533"/>
                  </a:lnTo>
                  <a:lnTo>
                    <a:pt x="1576" y="533"/>
                  </a:lnTo>
                  <a:lnTo>
                    <a:pt x="1577" y="533"/>
                  </a:lnTo>
                  <a:lnTo>
                    <a:pt x="1578" y="523"/>
                  </a:lnTo>
                  <a:lnTo>
                    <a:pt x="1579" y="523"/>
                  </a:lnTo>
                  <a:lnTo>
                    <a:pt x="1580" y="523"/>
                  </a:lnTo>
                  <a:lnTo>
                    <a:pt x="1581" y="513"/>
                  </a:lnTo>
                  <a:lnTo>
                    <a:pt x="1582" y="513"/>
                  </a:lnTo>
                  <a:lnTo>
                    <a:pt x="1583" y="513"/>
                  </a:lnTo>
                  <a:lnTo>
                    <a:pt x="1584" y="513"/>
                  </a:lnTo>
                  <a:lnTo>
                    <a:pt x="1585" y="523"/>
                  </a:lnTo>
                  <a:lnTo>
                    <a:pt x="1586" y="523"/>
                  </a:lnTo>
                  <a:lnTo>
                    <a:pt x="1587" y="533"/>
                  </a:lnTo>
                  <a:lnTo>
                    <a:pt x="1588" y="523"/>
                  </a:lnTo>
                  <a:lnTo>
                    <a:pt x="1589" y="513"/>
                  </a:lnTo>
                  <a:lnTo>
                    <a:pt x="1590" y="513"/>
                  </a:lnTo>
                  <a:lnTo>
                    <a:pt x="1591" y="513"/>
                  </a:lnTo>
                  <a:lnTo>
                    <a:pt x="1592" y="513"/>
                  </a:lnTo>
                  <a:lnTo>
                    <a:pt x="1594" y="513"/>
                  </a:lnTo>
                  <a:lnTo>
                    <a:pt x="1594" y="513"/>
                  </a:lnTo>
                  <a:lnTo>
                    <a:pt x="1595" y="513"/>
                  </a:lnTo>
                  <a:lnTo>
                    <a:pt x="1597" y="513"/>
                  </a:lnTo>
                  <a:lnTo>
                    <a:pt x="1598" y="523"/>
                  </a:lnTo>
                  <a:lnTo>
                    <a:pt x="1599" y="533"/>
                  </a:lnTo>
                  <a:lnTo>
                    <a:pt x="1600" y="543"/>
                  </a:lnTo>
                  <a:lnTo>
                    <a:pt x="1601" y="533"/>
                  </a:lnTo>
                  <a:lnTo>
                    <a:pt x="1602" y="523"/>
                  </a:lnTo>
                  <a:lnTo>
                    <a:pt x="1603" y="513"/>
                  </a:lnTo>
                  <a:lnTo>
                    <a:pt x="1604" y="503"/>
                  </a:lnTo>
                  <a:lnTo>
                    <a:pt x="1605" y="493"/>
                  </a:lnTo>
                  <a:lnTo>
                    <a:pt x="1606" y="483"/>
                  </a:lnTo>
                  <a:lnTo>
                    <a:pt x="1607" y="483"/>
                  </a:lnTo>
                  <a:lnTo>
                    <a:pt x="1608" y="483"/>
                  </a:lnTo>
                  <a:lnTo>
                    <a:pt x="1609" y="483"/>
                  </a:lnTo>
                  <a:lnTo>
                    <a:pt x="1610" y="483"/>
                  </a:lnTo>
                  <a:lnTo>
                    <a:pt x="1611" y="483"/>
                  </a:lnTo>
                  <a:lnTo>
                    <a:pt x="1612" y="493"/>
                  </a:lnTo>
                  <a:lnTo>
                    <a:pt x="1613" y="493"/>
                  </a:lnTo>
                  <a:lnTo>
                    <a:pt x="1614" y="493"/>
                  </a:lnTo>
                  <a:lnTo>
                    <a:pt x="1615" y="493"/>
                  </a:lnTo>
                  <a:lnTo>
                    <a:pt x="1616" y="483"/>
                  </a:lnTo>
                  <a:lnTo>
                    <a:pt x="1618" y="473"/>
                  </a:lnTo>
                  <a:lnTo>
                    <a:pt x="1618" y="463"/>
                  </a:lnTo>
                  <a:lnTo>
                    <a:pt x="1619" y="473"/>
                  </a:lnTo>
                  <a:lnTo>
                    <a:pt x="1621" y="483"/>
                  </a:lnTo>
                  <a:lnTo>
                    <a:pt x="1622" y="473"/>
                  </a:lnTo>
                  <a:lnTo>
                    <a:pt x="1622" y="473"/>
                  </a:lnTo>
                  <a:lnTo>
                    <a:pt x="1624" y="483"/>
                  </a:lnTo>
                  <a:lnTo>
                    <a:pt x="1625" y="483"/>
                  </a:lnTo>
                  <a:lnTo>
                    <a:pt x="1626" y="483"/>
                  </a:lnTo>
                  <a:lnTo>
                    <a:pt x="1627" y="483"/>
                  </a:lnTo>
                  <a:lnTo>
                    <a:pt x="1628" y="483"/>
                  </a:lnTo>
                  <a:lnTo>
                    <a:pt x="1629" y="473"/>
                  </a:lnTo>
                  <a:lnTo>
                    <a:pt x="1630" y="463"/>
                  </a:lnTo>
                  <a:lnTo>
                    <a:pt x="1631" y="463"/>
                  </a:lnTo>
                  <a:lnTo>
                    <a:pt x="1632" y="463"/>
                  </a:lnTo>
                  <a:lnTo>
                    <a:pt x="1633" y="453"/>
                  </a:lnTo>
                  <a:lnTo>
                    <a:pt x="1634" y="463"/>
                  </a:lnTo>
                  <a:lnTo>
                    <a:pt x="1635" y="473"/>
                  </a:lnTo>
                  <a:lnTo>
                    <a:pt x="1636" y="473"/>
                  </a:lnTo>
                  <a:lnTo>
                    <a:pt x="1637" y="473"/>
                  </a:lnTo>
                  <a:lnTo>
                    <a:pt x="1638" y="473"/>
                  </a:lnTo>
                  <a:lnTo>
                    <a:pt x="1639" y="473"/>
                  </a:lnTo>
                  <a:lnTo>
                    <a:pt x="1641" y="473"/>
                  </a:lnTo>
                  <a:lnTo>
                    <a:pt x="1641" y="473"/>
                  </a:lnTo>
                  <a:lnTo>
                    <a:pt x="1642" y="473"/>
                  </a:lnTo>
                  <a:lnTo>
                    <a:pt x="1644" y="463"/>
                  </a:lnTo>
                  <a:lnTo>
                    <a:pt x="1645" y="453"/>
                  </a:lnTo>
                  <a:lnTo>
                    <a:pt x="1646" y="453"/>
                  </a:lnTo>
                  <a:lnTo>
                    <a:pt x="1647" y="453"/>
                  </a:lnTo>
                  <a:lnTo>
                    <a:pt x="1648" y="453"/>
                  </a:lnTo>
                  <a:lnTo>
                    <a:pt x="1649" y="453"/>
                  </a:lnTo>
                  <a:lnTo>
                    <a:pt x="1650" y="463"/>
                  </a:lnTo>
                  <a:lnTo>
                    <a:pt x="1651" y="463"/>
                  </a:lnTo>
                  <a:lnTo>
                    <a:pt x="1652" y="473"/>
                  </a:lnTo>
                  <a:lnTo>
                    <a:pt x="1653" y="483"/>
                  </a:lnTo>
                  <a:lnTo>
                    <a:pt x="1654" y="483"/>
                  </a:lnTo>
                  <a:lnTo>
                    <a:pt x="1655" y="483"/>
                  </a:lnTo>
                  <a:lnTo>
                    <a:pt x="1656" y="483"/>
                  </a:lnTo>
                  <a:lnTo>
                    <a:pt x="1657" y="483"/>
                  </a:lnTo>
                  <a:lnTo>
                    <a:pt x="1658" y="483"/>
                  </a:lnTo>
                  <a:lnTo>
                    <a:pt x="1659" y="473"/>
                  </a:lnTo>
                  <a:lnTo>
                    <a:pt x="1660" y="473"/>
                  </a:lnTo>
                  <a:lnTo>
                    <a:pt x="1661" y="463"/>
                  </a:lnTo>
                  <a:lnTo>
                    <a:pt x="1662" y="453"/>
                  </a:lnTo>
                  <a:lnTo>
                    <a:pt x="1663" y="463"/>
                  </a:lnTo>
                  <a:lnTo>
                    <a:pt x="1665" y="463"/>
                  </a:lnTo>
                  <a:lnTo>
                    <a:pt x="1665" y="473"/>
                  </a:lnTo>
                  <a:lnTo>
                    <a:pt x="1666" y="473"/>
                  </a:lnTo>
                  <a:lnTo>
                    <a:pt x="1668" y="473"/>
                  </a:lnTo>
                  <a:lnTo>
                    <a:pt x="1669" y="473"/>
                  </a:lnTo>
                  <a:lnTo>
                    <a:pt x="1669" y="473"/>
                  </a:lnTo>
                  <a:lnTo>
                    <a:pt x="1671" y="473"/>
                  </a:lnTo>
                  <a:lnTo>
                    <a:pt x="1672" y="473"/>
                  </a:lnTo>
                  <a:lnTo>
                    <a:pt x="1673" y="463"/>
                  </a:lnTo>
                  <a:lnTo>
                    <a:pt x="1674" y="463"/>
                  </a:lnTo>
                  <a:lnTo>
                    <a:pt x="1675" y="453"/>
                  </a:lnTo>
                  <a:lnTo>
                    <a:pt x="1676" y="453"/>
                  </a:lnTo>
                  <a:lnTo>
                    <a:pt x="1677" y="453"/>
                  </a:lnTo>
                  <a:lnTo>
                    <a:pt x="1678" y="453"/>
                  </a:lnTo>
                  <a:lnTo>
                    <a:pt x="1679" y="453"/>
                  </a:lnTo>
                  <a:lnTo>
                    <a:pt x="1680" y="453"/>
                  </a:lnTo>
                  <a:lnTo>
                    <a:pt x="1681" y="453"/>
                  </a:lnTo>
                  <a:lnTo>
                    <a:pt x="1682" y="453"/>
                  </a:lnTo>
                  <a:lnTo>
                    <a:pt x="1683" y="453"/>
                  </a:lnTo>
                  <a:lnTo>
                    <a:pt x="1684" y="453"/>
                  </a:lnTo>
                  <a:lnTo>
                    <a:pt x="1685" y="453"/>
                  </a:lnTo>
                  <a:lnTo>
                    <a:pt x="1686" y="453"/>
                  </a:lnTo>
                  <a:lnTo>
                    <a:pt x="1687" y="453"/>
                  </a:lnTo>
                  <a:lnTo>
                    <a:pt x="1688" y="453"/>
                  </a:lnTo>
                  <a:lnTo>
                    <a:pt x="1689" y="453"/>
                  </a:lnTo>
                  <a:lnTo>
                    <a:pt x="1690" y="453"/>
                  </a:lnTo>
                  <a:lnTo>
                    <a:pt x="1692" y="453"/>
                  </a:lnTo>
                  <a:lnTo>
                    <a:pt x="1693" y="453"/>
                  </a:lnTo>
                  <a:lnTo>
                    <a:pt x="1693" y="453"/>
                  </a:lnTo>
                  <a:lnTo>
                    <a:pt x="1695" y="453"/>
                  </a:lnTo>
                  <a:lnTo>
                    <a:pt x="1696" y="453"/>
                  </a:lnTo>
                  <a:lnTo>
                    <a:pt x="1697" y="453"/>
                  </a:lnTo>
                  <a:lnTo>
                    <a:pt x="1698" y="453"/>
                  </a:lnTo>
                  <a:lnTo>
                    <a:pt x="1699" y="453"/>
                  </a:lnTo>
                  <a:lnTo>
                    <a:pt x="1700" y="453"/>
                  </a:lnTo>
                  <a:lnTo>
                    <a:pt x="1701" y="453"/>
                  </a:lnTo>
                  <a:lnTo>
                    <a:pt x="1702" y="453"/>
                  </a:lnTo>
                  <a:lnTo>
                    <a:pt x="1703" y="453"/>
                  </a:lnTo>
                  <a:lnTo>
                    <a:pt x="1704" y="453"/>
                  </a:lnTo>
                  <a:lnTo>
                    <a:pt x="1705" y="453"/>
                  </a:lnTo>
                  <a:lnTo>
                    <a:pt x="1706" y="453"/>
                  </a:lnTo>
                  <a:lnTo>
                    <a:pt x="1707" y="453"/>
                  </a:lnTo>
                  <a:lnTo>
                    <a:pt x="1708" y="453"/>
                  </a:lnTo>
                  <a:lnTo>
                    <a:pt x="1709" y="453"/>
                  </a:lnTo>
                  <a:lnTo>
                    <a:pt x="1710" y="453"/>
                  </a:lnTo>
                  <a:lnTo>
                    <a:pt x="1712" y="453"/>
                  </a:lnTo>
                  <a:lnTo>
                    <a:pt x="1712" y="453"/>
                  </a:lnTo>
                  <a:lnTo>
                    <a:pt x="1713" y="453"/>
                  </a:lnTo>
                  <a:lnTo>
                    <a:pt x="1715" y="453"/>
                  </a:lnTo>
                  <a:lnTo>
                    <a:pt x="1716" y="453"/>
                  </a:lnTo>
                  <a:lnTo>
                    <a:pt x="1716" y="453"/>
                  </a:lnTo>
                  <a:lnTo>
                    <a:pt x="1718" y="453"/>
                  </a:lnTo>
                  <a:lnTo>
                    <a:pt x="1719" y="453"/>
                  </a:lnTo>
                  <a:lnTo>
                    <a:pt x="1720" y="453"/>
                  </a:lnTo>
                  <a:lnTo>
                    <a:pt x="1721" y="453"/>
                  </a:lnTo>
                  <a:lnTo>
                    <a:pt x="1722" y="453"/>
                  </a:lnTo>
                  <a:lnTo>
                    <a:pt x="1723" y="453"/>
                  </a:lnTo>
                  <a:lnTo>
                    <a:pt x="1724" y="453"/>
                  </a:lnTo>
                  <a:lnTo>
                    <a:pt x="1725" y="453"/>
                  </a:lnTo>
                  <a:lnTo>
                    <a:pt x="1726" y="453"/>
                  </a:lnTo>
                  <a:lnTo>
                    <a:pt x="1727" y="453"/>
                  </a:lnTo>
                  <a:lnTo>
                    <a:pt x="1728" y="453"/>
                  </a:lnTo>
                  <a:lnTo>
                    <a:pt x="1729" y="453"/>
                  </a:lnTo>
                  <a:lnTo>
                    <a:pt x="1730" y="453"/>
                  </a:lnTo>
                  <a:lnTo>
                    <a:pt x="1731" y="453"/>
                  </a:lnTo>
                  <a:lnTo>
                    <a:pt x="1732" y="453"/>
                  </a:lnTo>
                  <a:lnTo>
                    <a:pt x="1733" y="453"/>
                  </a:lnTo>
                  <a:lnTo>
                    <a:pt x="1734" y="453"/>
                  </a:lnTo>
                  <a:lnTo>
                    <a:pt x="1735" y="453"/>
                  </a:lnTo>
                  <a:lnTo>
                    <a:pt x="1736" y="453"/>
                  </a:lnTo>
                  <a:lnTo>
                    <a:pt x="1737" y="453"/>
                  </a:lnTo>
                  <a:lnTo>
                    <a:pt x="1739" y="453"/>
                  </a:lnTo>
                  <a:lnTo>
                    <a:pt x="1740" y="453"/>
                  </a:lnTo>
                  <a:lnTo>
                    <a:pt x="1740" y="453"/>
                  </a:lnTo>
                  <a:lnTo>
                    <a:pt x="1742" y="453"/>
                  </a:lnTo>
                  <a:lnTo>
                    <a:pt x="1743" y="453"/>
                  </a:lnTo>
                  <a:lnTo>
                    <a:pt x="1744" y="453"/>
                  </a:lnTo>
                  <a:lnTo>
                    <a:pt x="1745" y="453"/>
                  </a:lnTo>
                  <a:lnTo>
                    <a:pt x="1746" y="453"/>
                  </a:lnTo>
                  <a:lnTo>
                    <a:pt x="1747" y="453"/>
                  </a:lnTo>
                  <a:lnTo>
                    <a:pt x="1748" y="453"/>
                  </a:lnTo>
                  <a:lnTo>
                    <a:pt x="1749" y="453"/>
                  </a:lnTo>
                  <a:lnTo>
                    <a:pt x="1750" y="453"/>
                  </a:lnTo>
                  <a:lnTo>
                    <a:pt x="1751" y="453"/>
                  </a:lnTo>
                  <a:lnTo>
                    <a:pt x="1752" y="453"/>
                  </a:lnTo>
                  <a:lnTo>
                    <a:pt x="1753" y="453"/>
                  </a:lnTo>
                  <a:lnTo>
                    <a:pt x="1754" y="453"/>
                  </a:lnTo>
                  <a:lnTo>
                    <a:pt x="1755" y="453"/>
                  </a:lnTo>
                  <a:lnTo>
                    <a:pt x="1756" y="453"/>
                  </a:lnTo>
                  <a:lnTo>
                    <a:pt x="1757" y="443"/>
                  </a:lnTo>
                  <a:lnTo>
                    <a:pt x="1758" y="443"/>
                  </a:lnTo>
                  <a:lnTo>
                    <a:pt x="1759" y="443"/>
                  </a:lnTo>
                  <a:lnTo>
                    <a:pt x="1760" y="443"/>
                  </a:lnTo>
                  <a:lnTo>
                    <a:pt x="1761" y="443"/>
                  </a:lnTo>
                  <a:lnTo>
                    <a:pt x="1763" y="443"/>
                  </a:lnTo>
                  <a:lnTo>
                    <a:pt x="1763" y="443"/>
                  </a:lnTo>
                  <a:lnTo>
                    <a:pt x="1765" y="443"/>
                  </a:lnTo>
                  <a:lnTo>
                    <a:pt x="1766" y="443"/>
                  </a:lnTo>
                  <a:lnTo>
                    <a:pt x="1767" y="453"/>
                  </a:lnTo>
                  <a:lnTo>
                    <a:pt x="1768" y="453"/>
                  </a:lnTo>
                  <a:lnTo>
                    <a:pt x="1769" y="453"/>
                  </a:lnTo>
                  <a:lnTo>
                    <a:pt x="1770" y="453"/>
                  </a:lnTo>
                  <a:lnTo>
                    <a:pt x="1771" y="453"/>
                  </a:lnTo>
                  <a:lnTo>
                    <a:pt x="1772" y="443"/>
                  </a:lnTo>
                  <a:lnTo>
                    <a:pt x="1773" y="443"/>
                  </a:lnTo>
                  <a:lnTo>
                    <a:pt x="1774" y="443"/>
                  </a:lnTo>
                  <a:lnTo>
                    <a:pt x="1775" y="443"/>
                  </a:lnTo>
                  <a:lnTo>
                    <a:pt x="1776" y="443"/>
                  </a:lnTo>
                  <a:lnTo>
                    <a:pt x="1777" y="443"/>
                  </a:lnTo>
                  <a:lnTo>
                    <a:pt x="1778" y="443"/>
                  </a:lnTo>
                  <a:lnTo>
                    <a:pt x="1779" y="443"/>
                  </a:lnTo>
                  <a:lnTo>
                    <a:pt x="1780" y="443"/>
                  </a:lnTo>
                  <a:lnTo>
                    <a:pt x="1781" y="453"/>
                  </a:lnTo>
                  <a:lnTo>
                    <a:pt x="1782" y="443"/>
                  </a:lnTo>
                  <a:lnTo>
                    <a:pt x="1783" y="443"/>
                  </a:lnTo>
                  <a:lnTo>
                    <a:pt x="1784" y="443"/>
                  </a:lnTo>
                  <a:lnTo>
                    <a:pt x="1786" y="443"/>
                  </a:lnTo>
                  <a:lnTo>
                    <a:pt x="1786" y="443"/>
                  </a:lnTo>
                  <a:lnTo>
                    <a:pt x="1787" y="443"/>
                  </a:lnTo>
                  <a:lnTo>
                    <a:pt x="1789" y="443"/>
                  </a:lnTo>
                  <a:lnTo>
                    <a:pt x="1790" y="443"/>
                  </a:lnTo>
                  <a:lnTo>
                    <a:pt x="1791" y="443"/>
                  </a:lnTo>
                  <a:lnTo>
                    <a:pt x="1792" y="453"/>
                  </a:lnTo>
                  <a:lnTo>
                    <a:pt x="1793" y="453"/>
                  </a:lnTo>
                  <a:lnTo>
                    <a:pt x="1794" y="453"/>
                  </a:lnTo>
                  <a:lnTo>
                    <a:pt x="1795" y="453"/>
                  </a:lnTo>
                  <a:lnTo>
                    <a:pt x="1796" y="453"/>
                  </a:lnTo>
                  <a:lnTo>
                    <a:pt x="1797" y="453"/>
                  </a:lnTo>
                  <a:lnTo>
                    <a:pt x="1798" y="453"/>
                  </a:lnTo>
                  <a:lnTo>
                    <a:pt x="1799" y="453"/>
                  </a:lnTo>
                  <a:lnTo>
                    <a:pt x="1800" y="453"/>
                  </a:lnTo>
                  <a:lnTo>
                    <a:pt x="1801" y="453"/>
                  </a:lnTo>
                  <a:lnTo>
                    <a:pt x="1802" y="453"/>
                  </a:lnTo>
                  <a:lnTo>
                    <a:pt x="1803" y="453"/>
                  </a:lnTo>
                  <a:lnTo>
                    <a:pt x="1804" y="453"/>
                  </a:lnTo>
                  <a:lnTo>
                    <a:pt x="1805" y="453"/>
                  </a:lnTo>
                  <a:lnTo>
                    <a:pt x="1806" y="453"/>
                  </a:lnTo>
                  <a:lnTo>
                    <a:pt x="1807" y="453"/>
                  </a:lnTo>
                  <a:lnTo>
                    <a:pt x="1808" y="453"/>
                  </a:lnTo>
                  <a:lnTo>
                    <a:pt x="1810" y="453"/>
                  </a:lnTo>
                  <a:lnTo>
                    <a:pt x="1810" y="453"/>
                  </a:lnTo>
                  <a:lnTo>
                    <a:pt x="1811" y="443"/>
                  </a:lnTo>
                  <a:lnTo>
                    <a:pt x="1813" y="443"/>
                  </a:lnTo>
                  <a:lnTo>
                    <a:pt x="1814" y="433"/>
                  </a:lnTo>
                  <a:lnTo>
                    <a:pt x="1814" y="422"/>
                  </a:lnTo>
                  <a:lnTo>
                    <a:pt x="1816" y="422"/>
                  </a:lnTo>
                  <a:lnTo>
                    <a:pt x="1817" y="422"/>
                  </a:lnTo>
                  <a:lnTo>
                    <a:pt x="1818" y="422"/>
                  </a:lnTo>
                  <a:lnTo>
                    <a:pt x="1819" y="422"/>
                  </a:lnTo>
                  <a:lnTo>
                    <a:pt x="1820" y="422"/>
                  </a:lnTo>
                  <a:lnTo>
                    <a:pt x="1821" y="433"/>
                  </a:lnTo>
                  <a:lnTo>
                    <a:pt x="1822" y="433"/>
                  </a:lnTo>
                  <a:lnTo>
                    <a:pt x="1823" y="443"/>
                  </a:lnTo>
                  <a:lnTo>
                    <a:pt x="1824" y="453"/>
                  </a:lnTo>
                  <a:lnTo>
                    <a:pt x="1825" y="453"/>
                  </a:lnTo>
                  <a:lnTo>
                    <a:pt x="1826" y="453"/>
                  </a:lnTo>
                  <a:lnTo>
                    <a:pt x="1827" y="453"/>
                  </a:lnTo>
                  <a:lnTo>
                    <a:pt x="1828" y="453"/>
                  </a:lnTo>
                  <a:lnTo>
                    <a:pt x="1829" y="453"/>
                  </a:lnTo>
                  <a:lnTo>
                    <a:pt x="1830" y="453"/>
                  </a:lnTo>
                  <a:lnTo>
                    <a:pt x="1831" y="453"/>
                  </a:lnTo>
                  <a:lnTo>
                    <a:pt x="1832" y="453"/>
                  </a:lnTo>
                  <a:lnTo>
                    <a:pt x="1833" y="453"/>
                  </a:lnTo>
                  <a:lnTo>
                    <a:pt x="1834" y="453"/>
                  </a:lnTo>
                  <a:lnTo>
                    <a:pt x="1836" y="453"/>
                  </a:lnTo>
                  <a:lnTo>
                    <a:pt x="1837" y="453"/>
                  </a:lnTo>
                  <a:lnTo>
                    <a:pt x="1838" y="453"/>
                  </a:lnTo>
                  <a:lnTo>
                    <a:pt x="1839" y="453"/>
                  </a:lnTo>
                  <a:lnTo>
                    <a:pt x="1840" y="443"/>
                  </a:lnTo>
                  <a:lnTo>
                    <a:pt x="1841" y="443"/>
                  </a:lnTo>
                  <a:lnTo>
                    <a:pt x="1842" y="443"/>
                  </a:lnTo>
                  <a:lnTo>
                    <a:pt x="1843" y="443"/>
                  </a:lnTo>
                  <a:lnTo>
                    <a:pt x="1844" y="443"/>
                  </a:lnTo>
                  <a:lnTo>
                    <a:pt x="1845" y="443"/>
                  </a:lnTo>
                  <a:lnTo>
                    <a:pt x="1846" y="443"/>
                  </a:lnTo>
                  <a:lnTo>
                    <a:pt x="1847" y="433"/>
                  </a:lnTo>
                  <a:lnTo>
                    <a:pt x="1848" y="422"/>
                  </a:lnTo>
                  <a:lnTo>
                    <a:pt x="1849" y="422"/>
                  </a:lnTo>
                  <a:lnTo>
                    <a:pt x="1850" y="422"/>
                  </a:lnTo>
                  <a:lnTo>
                    <a:pt x="1851" y="422"/>
                  </a:lnTo>
                  <a:lnTo>
                    <a:pt x="1852" y="422"/>
                  </a:lnTo>
                  <a:lnTo>
                    <a:pt x="1853" y="422"/>
                  </a:lnTo>
                  <a:lnTo>
                    <a:pt x="1854" y="422"/>
                  </a:lnTo>
                  <a:lnTo>
                    <a:pt x="1855" y="422"/>
                  </a:lnTo>
                  <a:lnTo>
                    <a:pt x="1857" y="433"/>
                  </a:lnTo>
                  <a:lnTo>
                    <a:pt x="1857" y="443"/>
                  </a:lnTo>
                  <a:lnTo>
                    <a:pt x="1858" y="443"/>
                  </a:lnTo>
                  <a:lnTo>
                    <a:pt x="1860" y="443"/>
                  </a:lnTo>
                  <a:lnTo>
                    <a:pt x="1861" y="443"/>
                  </a:lnTo>
                  <a:lnTo>
                    <a:pt x="1861" y="433"/>
                  </a:lnTo>
                  <a:lnTo>
                    <a:pt x="1863" y="433"/>
                  </a:lnTo>
                  <a:lnTo>
                    <a:pt x="1864" y="433"/>
                  </a:lnTo>
                  <a:lnTo>
                    <a:pt x="1865" y="433"/>
                  </a:lnTo>
                  <a:lnTo>
                    <a:pt x="1866" y="433"/>
                  </a:lnTo>
                  <a:lnTo>
                    <a:pt x="1867" y="433"/>
                  </a:lnTo>
                  <a:lnTo>
                    <a:pt x="1868" y="443"/>
                  </a:lnTo>
                  <a:lnTo>
                    <a:pt x="1869" y="443"/>
                  </a:lnTo>
                  <a:lnTo>
                    <a:pt x="1870" y="443"/>
                  </a:lnTo>
                  <a:lnTo>
                    <a:pt x="1871" y="453"/>
                  </a:lnTo>
                  <a:lnTo>
                    <a:pt x="1872" y="453"/>
                  </a:lnTo>
                  <a:lnTo>
                    <a:pt x="1873" y="453"/>
                  </a:lnTo>
                  <a:lnTo>
                    <a:pt x="1874" y="443"/>
                  </a:lnTo>
                  <a:lnTo>
                    <a:pt x="1875" y="443"/>
                  </a:lnTo>
                  <a:lnTo>
                    <a:pt x="1876" y="443"/>
                  </a:lnTo>
                  <a:lnTo>
                    <a:pt x="1877" y="443"/>
                  </a:lnTo>
                  <a:lnTo>
                    <a:pt x="1878" y="443"/>
                  </a:lnTo>
                  <a:lnTo>
                    <a:pt x="1879" y="433"/>
                  </a:lnTo>
                  <a:lnTo>
                    <a:pt x="1880" y="433"/>
                  </a:lnTo>
                  <a:lnTo>
                    <a:pt x="1881" y="422"/>
                  </a:lnTo>
                  <a:lnTo>
                    <a:pt x="1882" y="422"/>
                  </a:lnTo>
                  <a:lnTo>
                    <a:pt x="1884" y="422"/>
                  </a:lnTo>
                  <a:lnTo>
                    <a:pt x="1885" y="422"/>
                  </a:lnTo>
                  <a:lnTo>
                    <a:pt x="1885" y="412"/>
                  </a:lnTo>
                  <a:lnTo>
                    <a:pt x="1887" y="403"/>
                  </a:lnTo>
                  <a:lnTo>
                    <a:pt x="1888" y="403"/>
                  </a:lnTo>
                  <a:lnTo>
                    <a:pt x="1889" y="412"/>
                  </a:lnTo>
                  <a:lnTo>
                    <a:pt x="1890" y="412"/>
                  </a:lnTo>
                  <a:lnTo>
                    <a:pt x="1891" y="422"/>
                  </a:lnTo>
                  <a:lnTo>
                    <a:pt x="1892" y="412"/>
                  </a:lnTo>
                  <a:lnTo>
                    <a:pt x="1893" y="412"/>
                  </a:lnTo>
                  <a:lnTo>
                    <a:pt x="1894" y="403"/>
                  </a:lnTo>
                  <a:lnTo>
                    <a:pt x="1895" y="403"/>
                  </a:lnTo>
                  <a:lnTo>
                    <a:pt x="1896" y="403"/>
                  </a:lnTo>
                  <a:lnTo>
                    <a:pt x="1897" y="392"/>
                  </a:lnTo>
                  <a:lnTo>
                    <a:pt x="1898" y="392"/>
                  </a:lnTo>
                  <a:lnTo>
                    <a:pt x="1899" y="392"/>
                  </a:lnTo>
                  <a:lnTo>
                    <a:pt x="1900" y="392"/>
                  </a:lnTo>
                  <a:lnTo>
                    <a:pt x="1901" y="403"/>
                  </a:lnTo>
                  <a:lnTo>
                    <a:pt x="1902" y="412"/>
                  </a:lnTo>
                  <a:lnTo>
                    <a:pt x="1904" y="412"/>
                  </a:lnTo>
                  <a:lnTo>
                    <a:pt x="1904" y="412"/>
                  </a:lnTo>
                  <a:lnTo>
                    <a:pt x="1905" y="412"/>
                  </a:lnTo>
                  <a:lnTo>
                    <a:pt x="1907" y="412"/>
                  </a:lnTo>
                  <a:lnTo>
                    <a:pt x="1908" y="403"/>
                  </a:lnTo>
                  <a:lnTo>
                    <a:pt x="1908" y="392"/>
                  </a:lnTo>
                  <a:lnTo>
                    <a:pt x="1910" y="392"/>
                  </a:lnTo>
                  <a:lnTo>
                    <a:pt x="1911" y="392"/>
                  </a:lnTo>
                  <a:lnTo>
                    <a:pt x="1912" y="392"/>
                  </a:lnTo>
                  <a:lnTo>
                    <a:pt x="1913" y="403"/>
                  </a:lnTo>
                  <a:lnTo>
                    <a:pt x="1914" y="412"/>
                  </a:lnTo>
                  <a:lnTo>
                    <a:pt x="1915" y="412"/>
                  </a:lnTo>
                  <a:lnTo>
                    <a:pt x="1916" y="412"/>
                  </a:lnTo>
                  <a:lnTo>
                    <a:pt x="1917" y="412"/>
                  </a:lnTo>
                  <a:lnTo>
                    <a:pt x="1918" y="412"/>
                  </a:lnTo>
                  <a:lnTo>
                    <a:pt x="1919" y="403"/>
                  </a:lnTo>
                  <a:lnTo>
                    <a:pt x="1920" y="403"/>
                  </a:lnTo>
                  <a:lnTo>
                    <a:pt x="1921" y="403"/>
                  </a:lnTo>
                  <a:lnTo>
                    <a:pt x="1922" y="392"/>
                  </a:lnTo>
                  <a:lnTo>
                    <a:pt x="1923" y="392"/>
                  </a:lnTo>
                  <a:lnTo>
                    <a:pt x="1924" y="403"/>
                  </a:lnTo>
                  <a:lnTo>
                    <a:pt x="1925" y="412"/>
                  </a:lnTo>
                  <a:lnTo>
                    <a:pt x="1926" y="412"/>
                  </a:lnTo>
                  <a:lnTo>
                    <a:pt x="1927" y="412"/>
                  </a:lnTo>
                  <a:lnTo>
                    <a:pt x="1928" y="412"/>
                  </a:lnTo>
                  <a:lnTo>
                    <a:pt x="1929" y="403"/>
                  </a:lnTo>
                  <a:lnTo>
                    <a:pt x="1931" y="392"/>
                  </a:lnTo>
                  <a:lnTo>
                    <a:pt x="1932" y="392"/>
                  </a:lnTo>
                  <a:lnTo>
                    <a:pt x="1932" y="382"/>
                  </a:lnTo>
                  <a:lnTo>
                    <a:pt x="1934" y="372"/>
                  </a:lnTo>
                  <a:lnTo>
                    <a:pt x="1935" y="362"/>
                  </a:lnTo>
                  <a:lnTo>
                    <a:pt x="1936" y="362"/>
                  </a:lnTo>
                  <a:lnTo>
                    <a:pt x="1937" y="362"/>
                  </a:lnTo>
                  <a:lnTo>
                    <a:pt x="1938" y="362"/>
                  </a:lnTo>
                  <a:lnTo>
                    <a:pt x="1939" y="362"/>
                  </a:lnTo>
                  <a:lnTo>
                    <a:pt x="1940" y="362"/>
                  </a:lnTo>
                  <a:lnTo>
                    <a:pt x="1941" y="362"/>
                  </a:lnTo>
                  <a:lnTo>
                    <a:pt x="1942" y="362"/>
                  </a:lnTo>
                  <a:lnTo>
                    <a:pt x="1943" y="362"/>
                  </a:lnTo>
                  <a:lnTo>
                    <a:pt x="1944" y="362"/>
                  </a:lnTo>
                  <a:lnTo>
                    <a:pt x="1945" y="362"/>
                  </a:lnTo>
                  <a:lnTo>
                    <a:pt x="1946" y="362"/>
                  </a:lnTo>
                  <a:lnTo>
                    <a:pt x="1947" y="362"/>
                  </a:lnTo>
                  <a:lnTo>
                    <a:pt x="1948" y="362"/>
                  </a:lnTo>
                  <a:lnTo>
                    <a:pt x="1949" y="362"/>
                  </a:lnTo>
                  <a:lnTo>
                    <a:pt x="1950" y="362"/>
                  </a:lnTo>
                  <a:lnTo>
                    <a:pt x="1951" y="362"/>
                  </a:lnTo>
                  <a:lnTo>
                    <a:pt x="1952" y="362"/>
                  </a:lnTo>
                  <a:lnTo>
                    <a:pt x="1953" y="352"/>
                  </a:lnTo>
                  <a:lnTo>
                    <a:pt x="1955" y="342"/>
                  </a:lnTo>
                  <a:lnTo>
                    <a:pt x="1955" y="332"/>
                  </a:lnTo>
                  <a:lnTo>
                    <a:pt x="1956" y="322"/>
                  </a:lnTo>
                  <a:lnTo>
                    <a:pt x="1958" y="322"/>
                  </a:lnTo>
                  <a:lnTo>
                    <a:pt x="1959" y="322"/>
                  </a:lnTo>
                  <a:lnTo>
                    <a:pt x="1960" y="322"/>
                  </a:lnTo>
                  <a:lnTo>
                    <a:pt x="1961" y="322"/>
                  </a:lnTo>
                  <a:lnTo>
                    <a:pt x="1962" y="322"/>
                  </a:lnTo>
                  <a:lnTo>
                    <a:pt x="1963" y="332"/>
                  </a:lnTo>
                  <a:lnTo>
                    <a:pt x="1964" y="342"/>
                  </a:lnTo>
                  <a:lnTo>
                    <a:pt x="1965" y="352"/>
                  </a:lnTo>
                  <a:lnTo>
                    <a:pt x="1966" y="362"/>
                  </a:lnTo>
                  <a:lnTo>
                    <a:pt x="1967" y="372"/>
                  </a:lnTo>
                  <a:lnTo>
                    <a:pt x="1968" y="372"/>
                  </a:lnTo>
                  <a:lnTo>
                    <a:pt x="1969" y="372"/>
                  </a:lnTo>
                  <a:lnTo>
                    <a:pt x="1970" y="372"/>
                  </a:lnTo>
                  <a:lnTo>
                    <a:pt x="1971" y="372"/>
                  </a:lnTo>
                  <a:lnTo>
                    <a:pt x="1972" y="372"/>
                  </a:lnTo>
                  <a:lnTo>
                    <a:pt x="1973" y="372"/>
                  </a:lnTo>
                  <a:lnTo>
                    <a:pt x="1974" y="372"/>
                  </a:lnTo>
                  <a:lnTo>
                    <a:pt x="1975" y="372"/>
                  </a:lnTo>
                  <a:lnTo>
                    <a:pt x="1976" y="362"/>
                  </a:lnTo>
                  <a:lnTo>
                    <a:pt x="1978" y="372"/>
                  </a:lnTo>
                  <a:lnTo>
                    <a:pt x="1979" y="382"/>
                  </a:lnTo>
                  <a:lnTo>
                    <a:pt x="1979" y="382"/>
                  </a:lnTo>
                  <a:lnTo>
                    <a:pt x="1981" y="382"/>
                  </a:lnTo>
                  <a:lnTo>
                    <a:pt x="1982" y="382"/>
                  </a:lnTo>
                  <a:lnTo>
                    <a:pt x="1983" y="382"/>
                  </a:lnTo>
                  <a:lnTo>
                    <a:pt x="1984" y="382"/>
                  </a:lnTo>
                  <a:lnTo>
                    <a:pt x="1985" y="382"/>
                  </a:lnTo>
                  <a:lnTo>
                    <a:pt x="1986" y="382"/>
                  </a:lnTo>
                  <a:lnTo>
                    <a:pt x="1987" y="372"/>
                  </a:lnTo>
                  <a:lnTo>
                    <a:pt x="1988" y="362"/>
                  </a:lnTo>
                  <a:lnTo>
                    <a:pt x="1989" y="372"/>
                  </a:lnTo>
                  <a:lnTo>
                    <a:pt x="1990" y="382"/>
                  </a:lnTo>
                  <a:lnTo>
                    <a:pt x="1991" y="392"/>
                  </a:lnTo>
                  <a:lnTo>
                    <a:pt x="1992" y="392"/>
                  </a:lnTo>
                  <a:lnTo>
                    <a:pt x="1993" y="392"/>
                  </a:lnTo>
                  <a:lnTo>
                    <a:pt x="1994" y="392"/>
                  </a:lnTo>
                  <a:lnTo>
                    <a:pt x="1995" y="392"/>
                  </a:lnTo>
                  <a:lnTo>
                    <a:pt x="1996" y="392"/>
                  </a:lnTo>
                  <a:lnTo>
                    <a:pt x="1997" y="392"/>
                  </a:lnTo>
                  <a:lnTo>
                    <a:pt x="1998" y="382"/>
                  </a:lnTo>
                  <a:lnTo>
                    <a:pt x="1999" y="382"/>
                  </a:lnTo>
                  <a:lnTo>
                    <a:pt x="2000" y="382"/>
                  </a:lnTo>
                  <a:lnTo>
                    <a:pt x="2002" y="392"/>
                  </a:lnTo>
                  <a:lnTo>
                    <a:pt x="2002" y="403"/>
                  </a:lnTo>
                  <a:lnTo>
                    <a:pt x="2003" y="412"/>
                  </a:lnTo>
                  <a:lnTo>
                    <a:pt x="2005" y="412"/>
                  </a:lnTo>
                  <a:lnTo>
                    <a:pt x="2006" y="412"/>
                  </a:lnTo>
                  <a:lnTo>
                    <a:pt x="2007" y="412"/>
                  </a:lnTo>
                  <a:lnTo>
                    <a:pt x="2008" y="412"/>
                  </a:lnTo>
                  <a:lnTo>
                    <a:pt x="2009" y="403"/>
                  </a:lnTo>
                  <a:lnTo>
                    <a:pt x="2010" y="392"/>
                  </a:lnTo>
                  <a:lnTo>
                    <a:pt x="2011" y="382"/>
                  </a:lnTo>
                  <a:lnTo>
                    <a:pt x="2012" y="382"/>
                  </a:lnTo>
                  <a:lnTo>
                    <a:pt x="2013" y="382"/>
                  </a:lnTo>
                  <a:lnTo>
                    <a:pt x="2014" y="392"/>
                  </a:lnTo>
                  <a:lnTo>
                    <a:pt x="2015" y="403"/>
                  </a:lnTo>
                  <a:lnTo>
                    <a:pt x="2016" y="403"/>
                  </a:lnTo>
                  <a:lnTo>
                    <a:pt x="2017" y="403"/>
                  </a:lnTo>
                  <a:lnTo>
                    <a:pt x="2018" y="403"/>
                  </a:lnTo>
                  <a:lnTo>
                    <a:pt x="2019" y="403"/>
                  </a:lnTo>
                  <a:lnTo>
                    <a:pt x="2020" y="403"/>
                  </a:lnTo>
                  <a:lnTo>
                    <a:pt x="2021" y="392"/>
                  </a:lnTo>
                  <a:lnTo>
                    <a:pt x="2022" y="392"/>
                  </a:lnTo>
                  <a:lnTo>
                    <a:pt x="2023" y="392"/>
                  </a:lnTo>
                  <a:lnTo>
                    <a:pt x="2024" y="392"/>
                  </a:lnTo>
                  <a:lnTo>
                    <a:pt x="2026" y="403"/>
                  </a:lnTo>
                  <a:lnTo>
                    <a:pt x="2026" y="412"/>
                  </a:lnTo>
                  <a:lnTo>
                    <a:pt x="2027" y="422"/>
                  </a:lnTo>
                  <a:lnTo>
                    <a:pt x="2029" y="422"/>
                  </a:lnTo>
                  <a:lnTo>
                    <a:pt x="2030" y="422"/>
                  </a:lnTo>
                  <a:lnTo>
                    <a:pt x="2030" y="422"/>
                  </a:lnTo>
                  <a:lnTo>
                    <a:pt x="2032" y="412"/>
                  </a:lnTo>
                  <a:lnTo>
                    <a:pt x="2033" y="403"/>
                  </a:lnTo>
                  <a:lnTo>
                    <a:pt x="2034" y="392"/>
                  </a:lnTo>
                  <a:lnTo>
                    <a:pt x="2035" y="392"/>
                  </a:lnTo>
                  <a:lnTo>
                    <a:pt x="2036" y="382"/>
                  </a:lnTo>
                  <a:lnTo>
                    <a:pt x="2037" y="382"/>
                  </a:lnTo>
                  <a:lnTo>
                    <a:pt x="2038" y="382"/>
                  </a:lnTo>
                  <a:lnTo>
                    <a:pt x="2039" y="392"/>
                  </a:lnTo>
                  <a:lnTo>
                    <a:pt x="2040" y="403"/>
                  </a:lnTo>
                  <a:lnTo>
                    <a:pt x="2041" y="412"/>
                  </a:lnTo>
                  <a:lnTo>
                    <a:pt x="2042" y="412"/>
                  </a:lnTo>
                  <a:lnTo>
                    <a:pt x="2043" y="422"/>
                  </a:lnTo>
                  <a:lnTo>
                    <a:pt x="2044" y="412"/>
                  </a:lnTo>
                  <a:lnTo>
                    <a:pt x="2045" y="412"/>
                  </a:lnTo>
                  <a:lnTo>
                    <a:pt x="2046" y="403"/>
                  </a:lnTo>
                  <a:lnTo>
                    <a:pt x="2047" y="403"/>
                  </a:lnTo>
                  <a:lnTo>
                    <a:pt x="2049" y="392"/>
                  </a:lnTo>
                  <a:lnTo>
                    <a:pt x="2049" y="382"/>
                  </a:lnTo>
                  <a:lnTo>
                    <a:pt x="2050" y="372"/>
                  </a:lnTo>
                  <a:lnTo>
                    <a:pt x="2052" y="382"/>
                  </a:lnTo>
                  <a:lnTo>
                    <a:pt x="2053" y="382"/>
                  </a:lnTo>
                  <a:lnTo>
                    <a:pt x="2054" y="392"/>
                  </a:lnTo>
                  <a:lnTo>
                    <a:pt x="2055" y="403"/>
                  </a:lnTo>
                  <a:lnTo>
                    <a:pt x="2056" y="403"/>
                  </a:lnTo>
                  <a:lnTo>
                    <a:pt x="2057" y="403"/>
                  </a:lnTo>
                  <a:lnTo>
                    <a:pt x="2058" y="412"/>
                  </a:lnTo>
                  <a:lnTo>
                    <a:pt x="2059" y="412"/>
                  </a:lnTo>
                  <a:lnTo>
                    <a:pt x="2060" y="412"/>
                  </a:lnTo>
                  <a:lnTo>
                    <a:pt x="2061" y="403"/>
                  </a:lnTo>
                  <a:lnTo>
                    <a:pt x="2062" y="392"/>
                  </a:lnTo>
                  <a:lnTo>
                    <a:pt x="2063" y="382"/>
                  </a:lnTo>
                  <a:lnTo>
                    <a:pt x="2064" y="372"/>
                  </a:lnTo>
                  <a:lnTo>
                    <a:pt x="2065" y="372"/>
                  </a:lnTo>
                  <a:lnTo>
                    <a:pt x="2066" y="372"/>
                  </a:lnTo>
                  <a:lnTo>
                    <a:pt x="2067" y="362"/>
                  </a:lnTo>
                  <a:lnTo>
                    <a:pt x="2068" y="362"/>
                  </a:lnTo>
                  <a:lnTo>
                    <a:pt x="2069" y="362"/>
                  </a:lnTo>
                  <a:lnTo>
                    <a:pt x="2070" y="362"/>
                  </a:lnTo>
                  <a:lnTo>
                    <a:pt x="2071" y="362"/>
                  </a:lnTo>
                  <a:lnTo>
                    <a:pt x="2073" y="362"/>
                  </a:lnTo>
                  <a:lnTo>
                    <a:pt x="2073" y="362"/>
                  </a:lnTo>
                  <a:lnTo>
                    <a:pt x="2074" y="362"/>
                  </a:lnTo>
                  <a:lnTo>
                    <a:pt x="2076" y="362"/>
                  </a:lnTo>
                  <a:lnTo>
                    <a:pt x="2077" y="362"/>
                  </a:lnTo>
                  <a:lnTo>
                    <a:pt x="2077" y="362"/>
                  </a:lnTo>
                  <a:lnTo>
                    <a:pt x="2079" y="372"/>
                  </a:lnTo>
                  <a:lnTo>
                    <a:pt x="2080" y="382"/>
                  </a:lnTo>
                  <a:lnTo>
                    <a:pt x="2081" y="392"/>
                  </a:lnTo>
                  <a:lnTo>
                    <a:pt x="2082" y="392"/>
                  </a:lnTo>
                  <a:lnTo>
                    <a:pt x="2083" y="392"/>
                  </a:lnTo>
                  <a:lnTo>
                    <a:pt x="2084" y="392"/>
                  </a:lnTo>
                  <a:lnTo>
                    <a:pt x="2085" y="403"/>
                  </a:lnTo>
                  <a:lnTo>
                    <a:pt x="2086" y="403"/>
                  </a:lnTo>
                  <a:lnTo>
                    <a:pt x="2087" y="403"/>
                  </a:lnTo>
                  <a:lnTo>
                    <a:pt x="2088" y="392"/>
                  </a:lnTo>
                  <a:lnTo>
                    <a:pt x="2089" y="382"/>
                  </a:lnTo>
                  <a:lnTo>
                    <a:pt x="2090" y="372"/>
                  </a:lnTo>
                  <a:lnTo>
                    <a:pt x="2091" y="382"/>
                  </a:lnTo>
                  <a:lnTo>
                    <a:pt x="2092" y="382"/>
                  </a:lnTo>
                  <a:lnTo>
                    <a:pt x="2093" y="382"/>
                  </a:lnTo>
                  <a:lnTo>
                    <a:pt x="2094" y="372"/>
                  </a:lnTo>
                  <a:lnTo>
                    <a:pt x="2095" y="372"/>
                  </a:lnTo>
                  <a:lnTo>
                    <a:pt x="2096" y="372"/>
                  </a:lnTo>
                  <a:lnTo>
                    <a:pt x="2097" y="372"/>
                  </a:lnTo>
                  <a:lnTo>
                    <a:pt x="2098" y="372"/>
                  </a:lnTo>
                  <a:lnTo>
                    <a:pt x="2100" y="372"/>
                  </a:lnTo>
                  <a:lnTo>
                    <a:pt x="2101" y="362"/>
                  </a:lnTo>
                  <a:lnTo>
                    <a:pt x="2101" y="362"/>
                  </a:lnTo>
                  <a:lnTo>
                    <a:pt x="2103" y="362"/>
                  </a:lnTo>
                  <a:lnTo>
                    <a:pt x="2104" y="362"/>
                  </a:lnTo>
                  <a:lnTo>
                    <a:pt x="2105" y="362"/>
                  </a:lnTo>
                  <a:lnTo>
                    <a:pt x="2106" y="362"/>
                  </a:lnTo>
                  <a:lnTo>
                    <a:pt x="2107" y="362"/>
                  </a:lnTo>
                  <a:lnTo>
                    <a:pt x="2108" y="362"/>
                  </a:lnTo>
                  <a:lnTo>
                    <a:pt x="2109" y="362"/>
                  </a:lnTo>
                  <a:lnTo>
                    <a:pt x="2110" y="362"/>
                  </a:lnTo>
                  <a:lnTo>
                    <a:pt x="2111" y="362"/>
                  </a:lnTo>
                  <a:lnTo>
                    <a:pt x="2112" y="362"/>
                  </a:lnTo>
                  <a:lnTo>
                    <a:pt x="2113" y="362"/>
                  </a:lnTo>
                  <a:lnTo>
                    <a:pt x="2114" y="362"/>
                  </a:lnTo>
                  <a:lnTo>
                    <a:pt x="2115" y="362"/>
                  </a:lnTo>
                  <a:lnTo>
                    <a:pt x="2116" y="362"/>
                  </a:lnTo>
                  <a:lnTo>
                    <a:pt x="2117" y="362"/>
                  </a:lnTo>
                  <a:lnTo>
                    <a:pt x="2118" y="362"/>
                  </a:lnTo>
                  <a:lnTo>
                    <a:pt x="2120" y="372"/>
                  </a:lnTo>
                  <a:lnTo>
                    <a:pt x="2120" y="382"/>
                  </a:lnTo>
                  <a:lnTo>
                    <a:pt x="2121" y="392"/>
                  </a:lnTo>
                  <a:lnTo>
                    <a:pt x="2123" y="403"/>
                  </a:lnTo>
                  <a:lnTo>
                    <a:pt x="2124" y="412"/>
                  </a:lnTo>
                  <a:lnTo>
                    <a:pt x="2124" y="422"/>
                  </a:lnTo>
                  <a:lnTo>
                    <a:pt x="2126" y="433"/>
                  </a:lnTo>
                  <a:lnTo>
                    <a:pt x="2127" y="433"/>
                  </a:lnTo>
                  <a:lnTo>
                    <a:pt x="2128" y="433"/>
                  </a:lnTo>
                  <a:lnTo>
                    <a:pt x="2129" y="422"/>
                  </a:lnTo>
                  <a:lnTo>
                    <a:pt x="2130" y="412"/>
                  </a:lnTo>
                  <a:lnTo>
                    <a:pt x="2131" y="403"/>
                  </a:lnTo>
                  <a:lnTo>
                    <a:pt x="2132" y="392"/>
                  </a:lnTo>
                  <a:lnTo>
                    <a:pt x="2133" y="392"/>
                  </a:lnTo>
                  <a:lnTo>
                    <a:pt x="2134" y="392"/>
                  </a:lnTo>
                  <a:lnTo>
                    <a:pt x="2135" y="392"/>
                  </a:lnTo>
                  <a:lnTo>
                    <a:pt x="2136" y="403"/>
                  </a:lnTo>
                  <a:lnTo>
                    <a:pt x="2137" y="412"/>
                  </a:lnTo>
                </a:path>
              </a:pathLst>
            </a:custGeom>
            <a:noFill/>
            <a:ln w="12700" cap="flat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9F810978-83FC-FB84-874F-0DBF943DF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13" y="4503421"/>
              <a:ext cx="3392488" cy="1920240"/>
            </a:xfrm>
            <a:custGeom>
              <a:avLst/>
              <a:gdLst>
                <a:gd name="T0" fmla="*/ 33 w 2137"/>
                <a:gd name="T1" fmla="*/ 221 h 1759"/>
                <a:gd name="T2" fmla="*/ 68 w 2137"/>
                <a:gd name="T3" fmla="*/ 191 h 1759"/>
                <a:gd name="T4" fmla="*/ 102 w 2137"/>
                <a:gd name="T5" fmla="*/ 191 h 1759"/>
                <a:gd name="T6" fmla="*/ 137 w 2137"/>
                <a:gd name="T7" fmla="*/ 181 h 1759"/>
                <a:gd name="T8" fmla="*/ 171 w 2137"/>
                <a:gd name="T9" fmla="*/ 171 h 1759"/>
                <a:gd name="T10" fmla="*/ 205 w 2137"/>
                <a:gd name="T11" fmla="*/ 171 h 1759"/>
                <a:gd name="T12" fmla="*/ 240 w 2137"/>
                <a:gd name="T13" fmla="*/ 181 h 1759"/>
                <a:gd name="T14" fmla="*/ 275 w 2137"/>
                <a:gd name="T15" fmla="*/ 171 h 1759"/>
                <a:gd name="T16" fmla="*/ 309 w 2137"/>
                <a:gd name="T17" fmla="*/ 161 h 1759"/>
                <a:gd name="T18" fmla="*/ 343 w 2137"/>
                <a:gd name="T19" fmla="*/ 151 h 1759"/>
                <a:gd name="T20" fmla="*/ 378 w 2137"/>
                <a:gd name="T21" fmla="*/ 121 h 1759"/>
                <a:gd name="T22" fmla="*/ 412 w 2137"/>
                <a:gd name="T23" fmla="*/ 110 h 1759"/>
                <a:gd name="T24" fmla="*/ 447 w 2137"/>
                <a:gd name="T25" fmla="*/ 90 h 1759"/>
                <a:gd name="T26" fmla="*/ 481 w 2137"/>
                <a:gd name="T27" fmla="*/ 30 h 1759"/>
                <a:gd name="T28" fmla="*/ 515 w 2137"/>
                <a:gd name="T29" fmla="*/ 20 h 1759"/>
                <a:gd name="T30" fmla="*/ 550 w 2137"/>
                <a:gd name="T31" fmla="*/ 100 h 1759"/>
                <a:gd name="T32" fmla="*/ 584 w 2137"/>
                <a:gd name="T33" fmla="*/ 121 h 1759"/>
                <a:gd name="T34" fmla="*/ 619 w 2137"/>
                <a:gd name="T35" fmla="*/ 90 h 1759"/>
                <a:gd name="T36" fmla="*/ 653 w 2137"/>
                <a:gd name="T37" fmla="*/ 90 h 1759"/>
                <a:gd name="T38" fmla="*/ 688 w 2137"/>
                <a:gd name="T39" fmla="*/ 90 h 1759"/>
                <a:gd name="T40" fmla="*/ 722 w 2137"/>
                <a:gd name="T41" fmla="*/ 90 h 1759"/>
                <a:gd name="T42" fmla="*/ 757 w 2137"/>
                <a:gd name="T43" fmla="*/ 90 h 1759"/>
                <a:gd name="T44" fmla="*/ 791 w 2137"/>
                <a:gd name="T45" fmla="*/ 50 h 1759"/>
                <a:gd name="T46" fmla="*/ 825 w 2137"/>
                <a:gd name="T47" fmla="*/ 30 h 1759"/>
                <a:gd name="T48" fmla="*/ 860 w 2137"/>
                <a:gd name="T49" fmla="*/ 0 h 1759"/>
                <a:gd name="T50" fmla="*/ 894 w 2137"/>
                <a:gd name="T51" fmla="*/ 20 h 1759"/>
                <a:gd name="T52" fmla="*/ 929 w 2137"/>
                <a:gd name="T53" fmla="*/ 50 h 1759"/>
                <a:gd name="T54" fmla="*/ 963 w 2137"/>
                <a:gd name="T55" fmla="*/ 80 h 1759"/>
                <a:gd name="T56" fmla="*/ 998 w 2137"/>
                <a:gd name="T57" fmla="*/ 30 h 1759"/>
                <a:gd name="T58" fmla="*/ 1032 w 2137"/>
                <a:gd name="T59" fmla="*/ 452 h 1759"/>
                <a:gd name="T60" fmla="*/ 1066 w 2137"/>
                <a:gd name="T61" fmla="*/ 1196 h 1759"/>
                <a:gd name="T62" fmla="*/ 1101 w 2137"/>
                <a:gd name="T63" fmla="*/ 1568 h 1759"/>
                <a:gd name="T64" fmla="*/ 1135 w 2137"/>
                <a:gd name="T65" fmla="*/ 1357 h 1759"/>
                <a:gd name="T66" fmla="*/ 1170 w 2137"/>
                <a:gd name="T67" fmla="*/ 1407 h 1759"/>
                <a:gd name="T68" fmla="*/ 1204 w 2137"/>
                <a:gd name="T69" fmla="*/ 1588 h 1759"/>
                <a:gd name="T70" fmla="*/ 1239 w 2137"/>
                <a:gd name="T71" fmla="*/ 1357 h 1759"/>
                <a:gd name="T72" fmla="*/ 1273 w 2137"/>
                <a:gd name="T73" fmla="*/ 1106 h 1759"/>
                <a:gd name="T74" fmla="*/ 1308 w 2137"/>
                <a:gd name="T75" fmla="*/ 1096 h 1759"/>
                <a:gd name="T76" fmla="*/ 1342 w 2137"/>
                <a:gd name="T77" fmla="*/ 1146 h 1759"/>
                <a:gd name="T78" fmla="*/ 1376 w 2137"/>
                <a:gd name="T79" fmla="*/ 1106 h 1759"/>
                <a:gd name="T80" fmla="*/ 1411 w 2137"/>
                <a:gd name="T81" fmla="*/ 1075 h 1759"/>
                <a:gd name="T82" fmla="*/ 1445 w 2137"/>
                <a:gd name="T83" fmla="*/ 1015 h 1759"/>
                <a:gd name="T84" fmla="*/ 1480 w 2137"/>
                <a:gd name="T85" fmla="*/ 995 h 1759"/>
                <a:gd name="T86" fmla="*/ 1514 w 2137"/>
                <a:gd name="T87" fmla="*/ 945 h 1759"/>
                <a:gd name="T88" fmla="*/ 1548 w 2137"/>
                <a:gd name="T89" fmla="*/ 905 h 1759"/>
                <a:gd name="T90" fmla="*/ 1583 w 2137"/>
                <a:gd name="T91" fmla="*/ 884 h 1759"/>
                <a:gd name="T92" fmla="*/ 1618 w 2137"/>
                <a:gd name="T93" fmla="*/ 895 h 1759"/>
                <a:gd name="T94" fmla="*/ 1652 w 2137"/>
                <a:gd name="T95" fmla="*/ 814 h 1759"/>
                <a:gd name="T96" fmla="*/ 1686 w 2137"/>
                <a:gd name="T97" fmla="*/ 844 h 1759"/>
                <a:gd name="T98" fmla="*/ 1721 w 2137"/>
                <a:gd name="T99" fmla="*/ 824 h 1759"/>
                <a:gd name="T100" fmla="*/ 1755 w 2137"/>
                <a:gd name="T101" fmla="*/ 724 h 1759"/>
                <a:gd name="T102" fmla="*/ 1790 w 2137"/>
                <a:gd name="T103" fmla="*/ 724 h 1759"/>
                <a:gd name="T104" fmla="*/ 1824 w 2137"/>
                <a:gd name="T105" fmla="*/ 724 h 1759"/>
                <a:gd name="T106" fmla="*/ 1858 w 2137"/>
                <a:gd name="T107" fmla="*/ 683 h 1759"/>
                <a:gd name="T108" fmla="*/ 1893 w 2137"/>
                <a:gd name="T109" fmla="*/ 724 h 1759"/>
                <a:gd name="T110" fmla="*/ 1927 w 2137"/>
                <a:gd name="T111" fmla="*/ 633 h 1759"/>
                <a:gd name="T112" fmla="*/ 1962 w 2137"/>
                <a:gd name="T113" fmla="*/ 633 h 1759"/>
                <a:gd name="T114" fmla="*/ 1996 w 2137"/>
                <a:gd name="T115" fmla="*/ 633 h 1759"/>
                <a:gd name="T116" fmla="*/ 2030 w 2137"/>
                <a:gd name="T117" fmla="*/ 633 h 1759"/>
                <a:gd name="T118" fmla="*/ 2065 w 2137"/>
                <a:gd name="T119" fmla="*/ 633 h 1759"/>
                <a:gd name="T120" fmla="*/ 2100 w 2137"/>
                <a:gd name="T121" fmla="*/ 593 h 1759"/>
                <a:gd name="T122" fmla="*/ 2134 w 2137"/>
                <a:gd name="T123" fmla="*/ 533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37" h="1759">
                  <a:moveTo>
                    <a:pt x="0" y="231"/>
                  </a:moveTo>
                  <a:lnTo>
                    <a:pt x="1" y="241"/>
                  </a:lnTo>
                  <a:lnTo>
                    <a:pt x="2" y="251"/>
                  </a:lnTo>
                  <a:lnTo>
                    <a:pt x="3" y="261"/>
                  </a:lnTo>
                  <a:lnTo>
                    <a:pt x="4" y="251"/>
                  </a:lnTo>
                  <a:lnTo>
                    <a:pt x="5" y="261"/>
                  </a:lnTo>
                  <a:lnTo>
                    <a:pt x="6" y="261"/>
                  </a:lnTo>
                  <a:lnTo>
                    <a:pt x="7" y="261"/>
                  </a:lnTo>
                  <a:lnTo>
                    <a:pt x="8" y="251"/>
                  </a:lnTo>
                  <a:lnTo>
                    <a:pt x="9" y="241"/>
                  </a:lnTo>
                  <a:lnTo>
                    <a:pt x="10" y="231"/>
                  </a:lnTo>
                  <a:lnTo>
                    <a:pt x="12" y="231"/>
                  </a:lnTo>
                  <a:lnTo>
                    <a:pt x="13" y="231"/>
                  </a:lnTo>
                  <a:lnTo>
                    <a:pt x="13" y="241"/>
                  </a:lnTo>
                  <a:lnTo>
                    <a:pt x="15" y="241"/>
                  </a:lnTo>
                  <a:lnTo>
                    <a:pt x="16" y="241"/>
                  </a:lnTo>
                  <a:lnTo>
                    <a:pt x="17" y="241"/>
                  </a:lnTo>
                  <a:lnTo>
                    <a:pt x="18" y="251"/>
                  </a:lnTo>
                  <a:lnTo>
                    <a:pt x="19" y="251"/>
                  </a:lnTo>
                  <a:lnTo>
                    <a:pt x="20" y="261"/>
                  </a:lnTo>
                  <a:lnTo>
                    <a:pt x="21" y="261"/>
                  </a:lnTo>
                  <a:lnTo>
                    <a:pt x="22" y="261"/>
                  </a:lnTo>
                  <a:lnTo>
                    <a:pt x="23" y="261"/>
                  </a:lnTo>
                  <a:lnTo>
                    <a:pt x="24" y="251"/>
                  </a:lnTo>
                  <a:lnTo>
                    <a:pt x="25" y="241"/>
                  </a:lnTo>
                  <a:lnTo>
                    <a:pt x="26" y="231"/>
                  </a:lnTo>
                  <a:lnTo>
                    <a:pt x="27" y="221"/>
                  </a:lnTo>
                  <a:lnTo>
                    <a:pt x="28" y="231"/>
                  </a:lnTo>
                  <a:lnTo>
                    <a:pt x="29" y="231"/>
                  </a:lnTo>
                  <a:lnTo>
                    <a:pt x="30" y="221"/>
                  </a:lnTo>
                  <a:lnTo>
                    <a:pt x="31" y="221"/>
                  </a:lnTo>
                  <a:lnTo>
                    <a:pt x="32" y="211"/>
                  </a:lnTo>
                  <a:lnTo>
                    <a:pt x="33" y="221"/>
                  </a:lnTo>
                  <a:lnTo>
                    <a:pt x="34" y="221"/>
                  </a:lnTo>
                  <a:lnTo>
                    <a:pt x="36" y="231"/>
                  </a:lnTo>
                  <a:lnTo>
                    <a:pt x="36" y="241"/>
                  </a:lnTo>
                  <a:lnTo>
                    <a:pt x="37" y="241"/>
                  </a:lnTo>
                  <a:lnTo>
                    <a:pt x="39" y="241"/>
                  </a:lnTo>
                  <a:lnTo>
                    <a:pt x="40" y="241"/>
                  </a:lnTo>
                  <a:lnTo>
                    <a:pt x="41" y="241"/>
                  </a:lnTo>
                  <a:lnTo>
                    <a:pt x="42" y="251"/>
                  </a:lnTo>
                  <a:lnTo>
                    <a:pt x="43" y="251"/>
                  </a:lnTo>
                  <a:lnTo>
                    <a:pt x="44" y="251"/>
                  </a:lnTo>
                  <a:lnTo>
                    <a:pt x="45" y="241"/>
                  </a:lnTo>
                  <a:lnTo>
                    <a:pt x="46" y="231"/>
                  </a:lnTo>
                  <a:lnTo>
                    <a:pt x="47" y="221"/>
                  </a:lnTo>
                  <a:lnTo>
                    <a:pt x="48" y="211"/>
                  </a:lnTo>
                  <a:lnTo>
                    <a:pt x="49" y="211"/>
                  </a:lnTo>
                  <a:lnTo>
                    <a:pt x="50" y="201"/>
                  </a:lnTo>
                  <a:lnTo>
                    <a:pt x="51" y="191"/>
                  </a:lnTo>
                  <a:lnTo>
                    <a:pt x="52" y="191"/>
                  </a:lnTo>
                  <a:lnTo>
                    <a:pt x="53" y="191"/>
                  </a:lnTo>
                  <a:lnTo>
                    <a:pt x="54" y="201"/>
                  </a:lnTo>
                  <a:lnTo>
                    <a:pt x="55" y="201"/>
                  </a:lnTo>
                  <a:lnTo>
                    <a:pt x="56" y="201"/>
                  </a:lnTo>
                  <a:lnTo>
                    <a:pt x="57" y="201"/>
                  </a:lnTo>
                  <a:lnTo>
                    <a:pt x="59" y="201"/>
                  </a:lnTo>
                  <a:lnTo>
                    <a:pt x="60" y="201"/>
                  </a:lnTo>
                  <a:lnTo>
                    <a:pt x="60" y="201"/>
                  </a:lnTo>
                  <a:lnTo>
                    <a:pt x="62" y="191"/>
                  </a:lnTo>
                  <a:lnTo>
                    <a:pt x="63" y="191"/>
                  </a:lnTo>
                  <a:lnTo>
                    <a:pt x="64" y="181"/>
                  </a:lnTo>
                  <a:lnTo>
                    <a:pt x="65" y="191"/>
                  </a:lnTo>
                  <a:lnTo>
                    <a:pt x="66" y="191"/>
                  </a:lnTo>
                  <a:lnTo>
                    <a:pt x="67" y="191"/>
                  </a:lnTo>
                  <a:lnTo>
                    <a:pt x="68" y="191"/>
                  </a:lnTo>
                  <a:lnTo>
                    <a:pt x="69" y="191"/>
                  </a:lnTo>
                  <a:lnTo>
                    <a:pt x="70" y="191"/>
                  </a:lnTo>
                  <a:lnTo>
                    <a:pt x="71" y="191"/>
                  </a:lnTo>
                  <a:lnTo>
                    <a:pt x="72" y="191"/>
                  </a:lnTo>
                  <a:lnTo>
                    <a:pt x="73" y="191"/>
                  </a:lnTo>
                  <a:lnTo>
                    <a:pt x="74" y="181"/>
                  </a:lnTo>
                  <a:lnTo>
                    <a:pt x="75" y="181"/>
                  </a:lnTo>
                  <a:lnTo>
                    <a:pt x="76" y="181"/>
                  </a:lnTo>
                  <a:lnTo>
                    <a:pt x="77" y="181"/>
                  </a:lnTo>
                  <a:lnTo>
                    <a:pt x="78" y="191"/>
                  </a:lnTo>
                  <a:lnTo>
                    <a:pt x="79" y="191"/>
                  </a:lnTo>
                  <a:lnTo>
                    <a:pt x="80" y="191"/>
                  </a:lnTo>
                  <a:lnTo>
                    <a:pt x="81" y="191"/>
                  </a:lnTo>
                  <a:lnTo>
                    <a:pt x="83" y="191"/>
                  </a:lnTo>
                  <a:lnTo>
                    <a:pt x="83" y="191"/>
                  </a:lnTo>
                  <a:lnTo>
                    <a:pt x="84" y="191"/>
                  </a:lnTo>
                  <a:lnTo>
                    <a:pt x="86" y="191"/>
                  </a:lnTo>
                  <a:lnTo>
                    <a:pt x="87" y="191"/>
                  </a:lnTo>
                  <a:lnTo>
                    <a:pt x="88" y="181"/>
                  </a:lnTo>
                  <a:lnTo>
                    <a:pt x="89" y="181"/>
                  </a:lnTo>
                  <a:lnTo>
                    <a:pt x="90" y="181"/>
                  </a:lnTo>
                  <a:lnTo>
                    <a:pt x="91" y="181"/>
                  </a:lnTo>
                  <a:lnTo>
                    <a:pt x="92" y="181"/>
                  </a:lnTo>
                  <a:lnTo>
                    <a:pt x="93" y="181"/>
                  </a:lnTo>
                  <a:lnTo>
                    <a:pt x="94" y="181"/>
                  </a:lnTo>
                  <a:lnTo>
                    <a:pt x="95" y="181"/>
                  </a:lnTo>
                  <a:lnTo>
                    <a:pt x="96" y="181"/>
                  </a:lnTo>
                  <a:lnTo>
                    <a:pt x="97" y="181"/>
                  </a:lnTo>
                  <a:lnTo>
                    <a:pt x="98" y="181"/>
                  </a:lnTo>
                  <a:lnTo>
                    <a:pt x="99" y="191"/>
                  </a:lnTo>
                  <a:lnTo>
                    <a:pt x="100" y="191"/>
                  </a:lnTo>
                  <a:lnTo>
                    <a:pt x="101" y="191"/>
                  </a:lnTo>
                  <a:lnTo>
                    <a:pt x="102" y="191"/>
                  </a:lnTo>
                  <a:lnTo>
                    <a:pt x="103" y="191"/>
                  </a:lnTo>
                  <a:lnTo>
                    <a:pt x="104" y="191"/>
                  </a:lnTo>
                  <a:lnTo>
                    <a:pt x="105" y="191"/>
                  </a:lnTo>
                  <a:lnTo>
                    <a:pt x="107" y="191"/>
                  </a:lnTo>
                  <a:lnTo>
                    <a:pt x="107" y="191"/>
                  </a:lnTo>
                  <a:lnTo>
                    <a:pt x="108" y="181"/>
                  </a:lnTo>
                  <a:lnTo>
                    <a:pt x="110" y="181"/>
                  </a:lnTo>
                  <a:lnTo>
                    <a:pt x="111" y="181"/>
                  </a:lnTo>
                  <a:lnTo>
                    <a:pt x="112" y="181"/>
                  </a:lnTo>
                  <a:lnTo>
                    <a:pt x="113" y="181"/>
                  </a:lnTo>
                  <a:lnTo>
                    <a:pt x="114" y="181"/>
                  </a:lnTo>
                  <a:lnTo>
                    <a:pt x="115" y="181"/>
                  </a:lnTo>
                  <a:lnTo>
                    <a:pt x="116" y="181"/>
                  </a:lnTo>
                  <a:lnTo>
                    <a:pt x="117" y="181"/>
                  </a:lnTo>
                  <a:lnTo>
                    <a:pt x="118" y="181"/>
                  </a:lnTo>
                  <a:lnTo>
                    <a:pt x="119" y="181"/>
                  </a:lnTo>
                  <a:lnTo>
                    <a:pt x="120" y="181"/>
                  </a:lnTo>
                  <a:lnTo>
                    <a:pt x="121" y="181"/>
                  </a:lnTo>
                  <a:lnTo>
                    <a:pt x="122" y="181"/>
                  </a:lnTo>
                  <a:lnTo>
                    <a:pt x="123" y="181"/>
                  </a:lnTo>
                  <a:lnTo>
                    <a:pt x="124" y="181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7" y="181"/>
                  </a:lnTo>
                  <a:lnTo>
                    <a:pt x="128" y="181"/>
                  </a:lnTo>
                  <a:lnTo>
                    <a:pt x="130" y="181"/>
                  </a:lnTo>
                  <a:lnTo>
                    <a:pt x="130" y="181"/>
                  </a:lnTo>
                  <a:lnTo>
                    <a:pt x="131" y="181"/>
                  </a:lnTo>
                  <a:lnTo>
                    <a:pt x="133" y="181"/>
                  </a:lnTo>
                  <a:lnTo>
                    <a:pt x="134" y="181"/>
                  </a:lnTo>
                  <a:lnTo>
                    <a:pt x="135" y="181"/>
                  </a:lnTo>
                  <a:lnTo>
                    <a:pt x="136" y="181"/>
                  </a:lnTo>
                  <a:lnTo>
                    <a:pt x="137" y="181"/>
                  </a:lnTo>
                  <a:lnTo>
                    <a:pt x="138" y="181"/>
                  </a:lnTo>
                  <a:lnTo>
                    <a:pt x="139" y="181"/>
                  </a:lnTo>
                  <a:lnTo>
                    <a:pt x="140" y="181"/>
                  </a:lnTo>
                  <a:lnTo>
                    <a:pt x="141" y="181"/>
                  </a:lnTo>
                  <a:lnTo>
                    <a:pt x="142" y="181"/>
                  </a:lnTo>
                  <a:lnTo>
                    <a:pt x="143" y="181"/>
                  </a:lnTo>
                  <a:lnTo>
                    <a:pt x="144" y="181"/>
                  </a:lnTo>
                  <a:lnTo>
                    <a:pt x="145" y="181"/>
                  </a:lnTo>
                  <a:lnTo>
                    <a:pt x="146" y="181"/>
                  </a:lnTo>
                  <a:lnTo>
                    <a:pt x="147" y="181"/>
                  </a:lnTo>
                  <a:lnTo>
                    <a:pt x="148" y="181"/>
                  </a:lnTo>
                  <a:lnTo>
                    <a:pt x="149" y="181"/>
                  </a:lnTo>
                  <a:lnTo>
                    <a:pt x="150" y="181"/>
                  </a:lnTo>
                  <a:lnTo>
                    <a:pt x="151" y="181"/>
                  </a:lnTo>
                  <a:lnTo>
                    <a:pt x="152" y="181"/>
                  </a:lnTo>
                  <a:lnTo>
                    <a:pt x="154" y="181"/>
                  </a:lnTo>
                  <a:lnTo>
                    <a:pt x="154" y="181"/>
                  </a:lnTo>
                  <a:lnTo>
                    <a:pt x="155" y="181"/>
                  </a:lnTo>
                  <a:lnTo>
                    <a:pt x="157" y="181"/>
                  </a:lnTo>
                  <a:lnTo>
                    <a:pt x="158" y="181"/>
                  </a:lnTo>
                  <a:lnTo>
                    <a:pt x="158" y="181"/>
                  </a:lnTo>
                  <a:lnTo>
                    <a:pt x="160" y="181"/>
                  </a:lnTo>
                  <a:lnTo>
                    <a:pt x="161" y="181"/>
                  </a:lnTo>
                  <a:lnTo>
                    <a:pt x="162" y="181"/>
                  </a:lnTo>
                  <a:lnTo>
                    <a:pt x="163" y="181"/>
                  </a:lnTo>
                  <a:lnTo>
                    <a:pt x="164" y="181"/>
                  </a:lnTo>
                  <a:lnTo>
                    <a:pt x="165" y="181"/>
                  </a:lnTo>
                  <a:lnTo>
                    <a:pt x="166" y="171"/>
                  </a:lnTo>
                  <a:lnTo>
                    <a:pt x="167" y="171"/>
                  </a:lnTo>
                  <a:lnTo>
                    <a:pt x="168" y="171"/>
                  </a:lnTo>
                  <a:lnTo>
                    <a:pt x="169" y="171"/>
                  </a:lnTo>
                  <a:lnTo>
                    <a:pt x="170" y="171"/>
                  </a:lnTo>
                  <a:lnTo>
                    <a:pt x="171" y="171"/>
                  </a:lnTo>
                  <a:lnTo>
                    <a:pt x="172" y="171"/>
                  </a:lnTo>
                  <a:lnTo>
                    <a:pt x="173" y="171"/>
                  </a:lnTo>
                  <a:lnTo>
                    <a:pt x="174" y="171"/>
                  </a:lnTo>
                  <a:lnTo>
                    <a:pt x="175" y="181"/>
                  </a:lnTo>
                  <a:lnTo>
                    <a:pt x="176" y="181"/>
                  </a:lnTo>
                  <a:lnTo>
                    <a:pt x="177" y="181"/>
                  </a:lnTo>
                  <a:lnTo>
                    <a:pt x="178" y="181"/>
                  </a:lnTo>
                  <a:lnTo>
                    <a:pt x="179" y="181"/>
                  </a:lnTo>
                  <a:lnTo>
                    <a:pt x="181" y="181"/>
                  </a:lnTo>
                  <a:lnTo>
                    <a:pt x="182" y="181"/>
                  </a:lnTo>
                  <a:lnTo>
                    <a:pt x="183" y="181"/>
                  </a:lnTo>
                  <a:lnTo>
                    <a:pt x="184" y="181"/>
                  </a:lnTo>
                  <a:lnTo>
                    <a:pt x="185" y="181"/>
                  </a:lnTo>
                  <a:lnTo>
                    <a:pt x="186" y="181"/>
                  </a:lnTo>
                  <a:lnTo>
                    <a:pt x="187" y="181"/>
                  </a:lnTo>
                  <a:lnTo>
                    <a:pt x="188" y="181"/>
                  </a:lnTo>
                  <a:lnTo>
                    <a:pt x="189" y="181"/>
                  </a:lnTo>
                  <a:lnTo>
                    <a:pt x="190" y="181"/>
                  </a:lnTo>
                  <a:lnTo>
                    <a:pt x="191" y="181"/>
                  </a:lnTo>
                  <a:lnTo>
                    <a:pt x="192" y="181"/>
                  </a:lnTo>
                  <a:lnTo>
                    <a:pt x="193" y="181"/>
                  </a:lnTo>
                  <a:lnTo>
                    <a:pt x="194" y="181"/>
                  </a:lnTo>
                  <a:lnTo>
                    <a:pt x="195" y="181"/>
                  </a:lnTo>
                  <a:lnTo>
                    <a:pt x="196" y="181"/>
                  </a:lnTo>
                  <a:lnTo>
                    <a:pt x="197" y="181"/>
                  </a:lnTo>
                  <a:lnTo>
                    <a:pt x="198" y="181"/>
                  </a:lnTo>
                  <a:lnTo>
                    <a:pt x="199" y="181"/>
                  </a:lnTo>
                  <a:lnTo>
                    <a:pt x="201" y="181"/>
                  </a:lnTo>
                  <a:lnTo>
                    <a:pt x="201" y="181"/>
                  </a:lnTo>
                  <a:lnTo>
                    <a:pt x="202" y="181"/>
                  </a:lnTo>
                  <a:lnTo>
                    <a:pt x="204" y="181"/>
                  </a:lnTo>
                  <a:lnTo>
                    <a:pt x="205" y="171"/>
                  </a:lnTo>
                  <a:lnTo>
                    <a:pt x="205" y="171"/>
                  </a:lnTo>
                  <a:lnTo>
                    <a:pt x="207" y="171"/>
                  </a:lnTo>
                  <a:lnTo>
                    <a:pt x="208" y="161"/>
                  </a:lnTo>
                  <a:lnTo>
                    <a:pt x="209" y="151"/>
                  </a:lnTo>
                  <a:lnTo>
                    <a:pt x="210" y="141"/>
                  </a:lnTo>
                  <a:lnTo>
                    <a:pt x="211" y="141"/>
                  </a:lnTo>
                  <a:lnTo>
                    <a:pt x="212" y="141"/>
                  </a:lnTo>
                  <a:lnTo>
                    <a:pt x="213" y="141"/>
                  </a:lnTo>
                  <a:lnTo>
                    <a:pt x="214" y="151"/>
                  </a:lnTo>
                  <a:lnTo>
                    <a:pt x="215" y="151"/>
                  </a:lnTo>
                  <a:lnTo>
                    <a:pt x="216" y="151"/>
                  </a:lnTo>
                  <a:lnTo>
                    <a:pt x="217" y="161"/>
                  </a:lnTo>
                  <a:lnTo>
                    <a:pt x="218" y="171"/>
                  </a:lnTo>
                  <a:lnTo>
                    <a:pt x="219" y="181"/>
                  </a:lnTo>
                  <a:lnTo>
                    <a:pt x="220" y="171"/>
                  </a:lnTo>
                  <a:lnTo>
                    <a:pt x="221" y="171"/>
                  </a:lnTo>
                  <a:lnTo>
                    <a:pt x="222" y="171"/>
                  </a:lnTo>
                  <a:lnTo>
                    <a:pt x="223" y="171"/>
                  </a:lnTo>
                  <a:lnTo>
                    <a:pt x="224" y="171"/>
                  </a:lnTo>
                  <a:lnTo>
                    <a:pt x="225" y="171"/>
                  </a:lnTo>
                  <a:lnTo>
                    <a:pt x="226" y="171"/>
                  </a:lnTo>
                  <a:lnTo>
                    <a:pt x="228" y="171"/>
                  </a:lnTo>
                  <a:lnTo>
                    <a:pt x="229" y="171"/>
                  </a:lnTo>
                  <a:lnTo>
                    <a:pt x="229" y="181"/>
                  </a:lnTo>
                  <a:lnTo>
                    <a:pt x="231" y="181"/>
                  </a:lnTo>
                  <a:lnTo>
                    <a:pt x="232" y="181"/>
                  </a:lnTo>
                  <a:lnTo>
                    <a:pt x="233" y="181"/>
                  </a:lnTo>
                  <a:lnTo>
                    <a:pt x="234" y="181"/>
                  </a:lnTo>
                  <a:lnTo>
                    <a:pt x="235" y="181"/>
                  </a:lnTo>
                  <a:lnTo>
                    <a:pt x="236" y="181"/>
                  </a:lnTo>
                  <a:lnTo>
                    <a:pt x="237" y="181"/>
                  </a:lnTo>
                  <a:lnTo>
                    <a:pt x="238" y="181"/>
                  </a:lnTo>
                  <a:lnTo>
                    <a:pt x="239" y="181"/>
                  </a:lnTo>
                  <a:lnTo>
                    <a:pt x="240" y="181"/>
                  </a:lnTo>
                  <a:lnTo>
                    <a:pt x="241" y="181"/>
                  </a:lnTo>
                  <a:lnTo>
                    <a:pt x="242" y="171"/>
                  </a:lnTo>
                  <a:lnTo>
                    <a:pt x="243" y="171"/>
                  </a:lnTo>
                  <a:lnTo>
                    <a:pt x="244" y="171"/>
                  </a:lnTo>
                  <a:lnTo>
                    <a:pt x="245" y="171"/>
                  </a:lnTo>
                  <a:lnTo>
                    <a:pt x="246" y="171"/>
                  </a:lnTo>
                  <a:lnTo>
                    <a:pt x="247" y="171"/>
                  </a:lnTo>
                  <a:lnTo>
                    <a:pt x="248" y="171"/>
                  </a:lnTo>
                  <a:lnTo>
                    <a:pt x="249" y="171"/>
                  </a:lnTo>
                  <a:lnTo>
                    <a:pt x="251" y="171"/>
                  </a:lnTo>
                  <a:lnTo>
                    <a:pt x="252" y="181"/>
                  </a:lnTo>
                  <a:lnTo>
                    <a:pt x="252" y="181"/>
                  </a:lnTo>
                  <a:lnTo>
                    <a:pt x="254" y="181"/>
                  </a:lnTo>
                  <a:lnTo>
                    <a:pt x="255" y="181"/>
                  </a:lnTo>
                  <a:lnTo>
                    <a:pt x="256" y="171"/>
                  </a:lnTo>
                  <a:lnTo>
                    <a:pt x="257" y="171"/>
                  </a:lnTo>
                  <a:lnTo>
                    <a:pt x="258" y="171"/>
                  </a:lnTo>
                  <a:lnTo>
                    <a:pt x="259" y="171"/>
                  </a:lnTo>
                  <a:lnTo>
                    <a:pt x="260" y="171"/>
                  </a:lnTo>
                  <a:lnTo>
                    <a:pt x="261" y="171"/>
                  </a:lnTo>
                  <a:lnTo>
                    <a:pt x="262" y="171"/>
                  </a:lnTo>
                  <a:lnTo>
                    <a:pt x="263" y="171"/>
                  </a:lnTo>
                  <a:lnTo>
                    <a:pt x="264" y="171"/>
                  </a:lnTo>
                  <a:lnTo>
                    <a:pt x="265" y="181"/>
                  </a:lnTo>
                  <a:lnTo>
                    <a:pt x="266" y="181"/>
                  </a:lnTo>
                  <a:lnTo>
                    <a:pt x="267" y="181"/>
                  </a:lnTo>
                  <a:lnTo>
                    <a:pt x="268" y="171"/>
                  </a:lnTo>
                  <a:lnTo>
                    <a:pt x="269" y="171"/>
                  </a:lnTo>
                  <a:lnTo>
                    <a:pt x="270" y="171"/>
                  </a:lnTo>
                  <a:lnTo>
                    <a:pt x="271" y="171"/>
                  </a:lnTo>
                  <a:lnTo>
                    <a:pt x="272" y="171"/>
                  </a:lnTo>
                  <a:lnTo>
                    <a:pt x="273" y="171"/>
                  </a:lnTo>
                  <a:lnTo>
                    <a:pt x="275" y="171"/>
                  </a:lnTo>
                  <a:lnTo>
                    <a:pt x="276" y="171"/>
                  </a:lnTo>
                  <a:lnTo>
                    <a:pt x="276" y="171"/>
                  </a:lnTo>
                  <a:lnTo>
                    <a:pt x="278" y="181"/>
                  </a:lnTo>
                  <a:lnTo>
                    <a:pt x="279" y="181"/>
                  </a:lnTo>
                  <a:lnTo>
                    <a:pt x="280" y="181"/>
                  </a:lnTo>
                  <a:lnTo>
                    <a:pt x="281" y="181"/>
                  </a:lnTo>
                  <a:lnTo>
                    <a:pt x="282" y="181"/>
                  </a:lnTo>
                  <a:lnTo>
                    <a:pt x="283" y="171"/>
                  </a:lnTo>
                  <a:lnTo>
                    <a:pt x="284" y="161"/>
                  </a:lnTo>
                  <a:lnTo>
                    <a:pt x="285" y="151"/>
                  </a:lnTo>
                  <a:lnTo>
                    <a:pt x="286" y="141"/>
                  </a:lnTo>
                  <a:lnTo>
                    <a:pt x="287" y="130"/>
                  </a:lnTo>
                  <a:lnTo>
                    <a:pt x="288" y="130"/>
                  </a:lnTo>
                  <a:lnTo>
                    <a:pt x="289" y="130"/>
                  </a:lnTo>
                  <a:lnTo>
                    <a:pt x="290" y="130"/>
                  </a:lnTo>
                  <a:lnTo>
                    <a:pt x="291" y="121"/>
                  </a:lnTo>
                  <a:lnTo>
                    <a:pt x="292" y="130"/>
                  </a:lnTo>
                  <a:lnTo>
                    <a:pt x="293" y="141"/>
                  </a:lnTo>
                  <a:lnTo>
                    <a:pt x="294" y="151"/>
                  </a:lnTo>
                  <a:lnTo>
                    <a:pt x="295" y="161"/>
                  </a:lnTo>
                  <a:lnTo>
                    <a:pt x="296" y="171"/>
                  </a:lnTo>
                  <a:lnTo>
                    <a:pt x="297" y="161"/>
                  </a:lnTo>
                  <a:lnTo>
                    <a:pt x="299" y="161"/>
                  </a:lnTo>
                  <a:lnTo>
                    <a:pt x="299" y="151"/>
                  </a:lnTo>
                  <a:lnTo>
                    <a:pt x="300" y="151"/>
                  </a:lnTo>
                  <a:lnTo>
                    <a:pt x="302" y="141"/>
                  </a:lnTo>
                  <a:lnTo>
                    <a:pt x="303" y="141"/>
                  </a:lnTo>
                  <a:lnTo>
                    <a:pt x="304" y="141"/>
                  </a:lnTo>
                  <a:lnTo>
                    <a:pt x="305" y="141"/>
                  </a:lnTo>
                  <a:lnTo>
                    <a:pt x="306" y="141"/>
                  </a:lnTo>
                  <a:lnTo>
                    <a:pt x="307" y="151"/>
                  </a:lnTo>
                  <a:lnTo>
                    <a:pt x="308" y="151"/>
                  </a:lnTo>
                  <a:lnTo>
                    <a:pt x="309" y="161"/>
                  </a:lnTo>
                  <a:lnTo>
                    <a:pt x="310" y="171"/>
                  </a:lnTo>
                  <a:lnTo>
                    <a:pt x="311" y="181"/>
                  </a:lnTo>
                  <a:lnTo>
                    <a:pt x="312" y="181"/>
                  </a:lnTo>
                  <a:lnTo>
                    <a:pt x="313" y="171"/>
                  </a:lnTo>
                  <a:lnTo>
                    <a:pt x="314" y="171"/>
                  </a:lnTo>
                  <a:lnTo>
                    <a:pt x="315" y="171"/>
                  </a:lnTo>
                  <a:lnTo>
                    <a:pt x="316" y="161"/>
                  </a:lnTo>
                  <a:lnTo>
                    <a:pt x="317" y="161"/>
                  </a:lnTo>
                  <a:lnTo>
                    <a:pt x="318" y="151"/>
                  </a:lnTo>
                  <a:lnTo>
                    <a:pt x="319" y="151"/>
                  </a:lnTo>
                  <a:lnTo>
                    <a:pt x="320" y="141"/>
                  </a:lnTo>
                  <a:lnTo>
                    <a:pt x="322" y="141"/>
                  </a:lnTo>
                  <a:lnTo>
                    <a:pt x="323" y="151"/>
                  </a:lnTo>
                  <a:lnTo>
                    <a:pt x="323" y="151"/>
                  </a:lnTo>
                  <a:lnTo>
                    <a:pt x="325" y="151"/>
                  </a:lnTo>
                  <a:lnTo>
                    <a:pt x="326" y="151"/>
                  </a:lnTo>
                  <a:lnTo>
                    <a:pt x="327" y="151"/>
                  </a:lnTo>
                  <a:lnTo>
                    <a:pt x="328" y="161"/>
                  </a:lnTo>
                  <a:lnTo>
                    <a:pt x="329" y="161"/>
                  </a:lnTo>
                  <a:lnTo>
                    <a:pt x="330" y="171"/>
                  </a:lnTo>
                  <a:lnTo>
                    <a:pt x="331" y="171"/>
                  </a:lnTo>
                  <a:lnTo>
                    <a:pt x="332" y="171"/>
                  </a:lnTo>
                  <a:lnTo>
                    <a:pt x="333" y="171"/>
                  </a:lnTo>
                  <a:lnTo>
                    <a:pt x="334" y="171"/>
                  </a:lnTo>
                  <a:lnTo>
                    <a:pt x="335" y="181"/>
                  </a:lnTo>
                  <a:lnTo>
                    <a:pt x="336" y="171"/>
                  </a:lnTo>
                  <a:lnTo>
                    <a:pt x="337" y="171"/>
                  </a:lnTo>
                  <a:lnTo>
                    <a:pt x="338" y="171"/>
                  </a:lnTo>
                  <a:lnTo>
                    <a:pt x="339" y="161"/>
                  </a:lnTo>
                  <a:lnTo>
                    <a:pt x="340" y="161"/>
                  </a:lnTo>
                  <a:lnTo>
                    <a:pt x="341" y="161"/>
                  </a:lnTo>
                  <a:lnTo>
                    <a:pt x="342" y="161"/>
                  </a:lnTo>
                  <a:lnTo>
                    <a:pt x="343" y="151"/>
                  </a:lnTo>
                  <a:lnTo>
                    <a:pt x="344" y="141"/>
                  </a:lnTo>
                  <a:lnTo>
                    <a:pt x="346" y="141"/>
                  </a:lnTo>
                  <a:lnTo>
                    <a:pt x="346" y="130"/>
                  </a:lnTo>
                  <a:lnTo>
                    <a:pt x="347" y="121"/>
                  </a:lnTo>
                  <a:lnTo>
                    <a:pt x="349" y="121"/>
                  </a:lnTo>
                  <a:lnTo>
                    <a:pt x="350" y="121"/>
                  </a:lnTo>
                  <a:lnTo>
                    <a:pt x="351" y="121"/>
                  </a:lnTo>
                  <a:lnTo>
                    <a:pt x="352" y="121"/>
                  </a:lnTo>
                  <a:lnTo>
                    <a:pt x="353" y="121"/>
                  </a:lnTo>
                  <a:lnTo>
                    <a:pt x="354" y="121"/>
                  </a:lnTo>
                  <a:lnTo>
                    <a:pt x="355" y="130"/>
                  </a:lnTo>
                  <a:lnTo>
                    <a:pt x="356" y="141"/>
                  </a:lnTo>
                  <a:lnTo>
                    <a:pt x="357" y="141"/>
                  </a:lnTo>
                  <a:lnTo>
                    <a:pt x="358" y="141"/>
                  </a:lnTo>
                  <a:lnTo>
                    <a:pt x="359" y="130"/>
                  </a:lnTo>
                  <a:lnTo>
                    <a:pt x="360" y="130"/>
                  </a:lnTo>
                  <a:lnTo>
                    <a:pt x="361" y="121"/>
                  </a:lnTo>
                  <a:lnTo>
                    <a:pt x="362" y="121"/>
                  </a:lnTo>
                  <a:lnTo>
                    <a:pt x="363" y="130"/>
                  </a:lnTo>
                  <a:lnTo>
                    <a:pt x="364" y="130"/>
                  </a:lnTo>
                  <a:lnTo>
                    <a:pt x="365" y="121"/>
                  </a:lnTo>
                  <a:lnTo>
                    <a:pt x="366" y="121"/>
                  </a:lnTo>
                  <a:lnTo>
                    <a:pt x="367" y="121"/>
                  </a:lnTo>
                  <a:lnTo>
                    <a:pt x="368" y="121"/>
                  </a:lnTo>
                  <a:lnTo>
                    <a:pt x="370" y="110"/>
                  </a:lnTo>
                  <a:lnTo>
                    <a:pt x="370" y="110"/>
                  </a:lnTo>
                  <a:lnTo>
                    <a:pt x="371" y="121"/>
                  </a:lnTo>
                  <a:lnTo>
                    <a:pt x="373" y="121"/>
                  </a:lnTo>
                  <a:lnTo>
                    <a:pt x="374" y="110"/>
                  </a:lnTo>
                  <a:lnTo>
                    <a:pt x="374" y="110"/>
                  </a:lnTo>
                  <a:lnTo>
                    <a:pt x="376" y="110"/>
                  </a:lnTo>
                  <a:lnTo>
                    <a:pt x="377" y="110"/>
                  </a:lnTo>
                  <a:lnTo>
                    <a:pt x="378" y="121"/>
                  </a:lnTo>
                  <a:lnTo>
                    <a:pt x="379" y="130"/>
                  </a:lnTo>
                  <a:lnTo>
                    <a:pt x="380" y="130"/>
                  </a:lnTo>
                  <a:lnTo>
                    <a:pt x="381" y="130"/>
                  </a:lnTo>
                  <a:lnTo>
                    <a:pt x="382" y="121"/>
                  </a:lnTo>
                  <a:lnTo>
                    <a:pt x="383" y="121"/>
                  </a:lnTo>
                  <a:lnTo>
                    <a:pt x="384" y="121"/>
                  </a:lnTo>
                  <a:lnTo>
                    <a:pt x="385" y="121"/>
                  </a:lnTo>
                  <a:lnTo>
                    <a:pt x="386" y="121"/>
                  </a:lnTo>
                  <a:lnTo>
                    <a:pt x="387" y="110"/>
                  </a:lnTo>
                  <a:lnTo>
                    <a:pt x="388" y="100"/>
                  </a:lnTo>
                  <a:lnTo>
                    <a:pt x="389" y="100"/>
                  </a:lnTo>
                  <a:lnTo>
                    <a:pt x="390" y="90"/>
                  </a:lnTo>
                  <a:lnTo>
                    <a:pt x="391" y="90"/>
                  </a:lnTo>
                  <a:lnTo>
                    <a:pt x="393" y="90"/>
                  </a:lnTo>
                  <a:lnTo>
                    <a:pt x="393" y="90"/>
                  </a:lnTo>
                  <a:lnTo>
                    <a:pt x="394" y="90"/>
                  </a:lnTo>
                  <a:lnTo>
                    <a:pt x="396" y="90"/>
                  </a:lnTo>
                  <a:lnTo>
                    <a:pt x="397" y="90"/>
                  </a:lnTo>
                  <a:lnTo>
                    <a:pt x="398" y="90"/>
                  </a:lnTo>
                  <a:lnTo>
                    <a:pt x="399" y="90"/>
                  </a:lnTo>
                  <a:lnTo>
                    <a:pt x="400" y="90"/>
                  </a:lnTo>
                  <a:lnTo>
                    <a:pt x="401" y="100"/>
                  </a:lnTo>
                  <a:lnTo>
                    <a:pt x="402" y="100"/>
                  </a:lnTo>
                  <a:lnTo>
                    <a:pt x="403" y="100"/>
                  </a:lnTo>
                  <a:lnTo>
                    <a:pt x="404" y="100"/>
                  </a:lnTo>
                  <a:lnTo>
                    <a:pt x="405" y="100"/>
                  </a:lnTo>
                  <a:lnTo>
                    <a:pt x="406" y="110"/>
                  </a:lnTo>
                  <a:lnTo>
                    <a:pt x="407" y="110"/>
                  </a:lnTo>
                  <a:lnTo>
                    <a:pt x="408" y="110"/>
                  </a:lnTo>
                  <a:lnTo>
                    <a:pt x="409" y="110"/>
                  </a:lnTo>
                  <a:lnTo>
                    <a:pt x="410" y="100"/>
                  </a:lnTo>
                  <a:lnTo>
                    <a:pt x="411" y="100"/>
                  </a:lnTo>
                  <a:lnTo>
                    <a:pt x="412" y="110"/>
                  </a:lnTo>
                  <a:lnTo>
                    <a:pt x="413" y="121"/>
                  </a:lnTo>
                  <a:lnTo>
                    <a:pt x="414" y="121"/>
                  </a:lnTo>
                  <a:lnTo>
                    <a:pt x="415" y="110"/>
                  </a:lnTo>
                  <a:lnTo>
                    <a:pt x="417" y="121"/>
                  </a:lnTo>
                  <a:lnTo>
                    <a:pt x="417" y="121"/>
                  </a:lnTo>
                  <a:lnTo>
                    <a:pt x="418" y="121"/>
                  </a:lnTo>
                  <a:lnTo>
                    <a:pt x="420" y="121"/>
                  </a:lnTo>
                  <a:lnTo>
                    <a:pt x="421" y="121"/>
                  </a:lnTo>
                  <a:lnTo>
                    <a:pt x="421" y="110"/>
                  </a:lnTo>
                  <a:lnTo>
                    <a:pt x="423" y="100"/>
                  </a:lnTo>
                  <a:lnTo>
                    <a:pt x="424" y="100"/>
                  </a:lnTo>
                  <a:lnTo>
                    <a:pt x="425" y="100"/>
                  </a:lnTo>
                  <a:lnTo>
                    <a:pt x="426" y="90"/>
                  </a:lnTo>
                  <a:lnTo>
                    <a:pt x="427" y="90"/>
                  </a:lnTo>
                  <a:lnTo>
                    <a:pt x="428" y="90"/>
                  </a:lnTo>
                  <a:lnTo>
                    <a:pt x="429" y="90"/>
                  </a:lnTo>
                  <a:lnTo>
                    <a:pt x="430" y="90"/>
                  </a:lnTo>
                  <a:lnTo>
                    <a:pt x="431" y="90"/>
                  </a:lnTo>
                  <a:lnTo>
                    <a:pt x="432" y="90"/>
                  </a:lnTo>
                  <a:lnTo>
                    <a:pt x="433" y="90"/>
                  </a:lnTo>
                  <a:lnTo>
                    <a:pt x="434" y="90"/>
                  </a:lnTo>
                  <a:lnTo>
                    <a:pt x="435" y="90"/>
                  </a:lnTo>
                  <a:lnTo>
                    <a:pt x="436" y="90"/>
                  </a:lnTo>
                  <a:lnTo>
                    <a:pt x="437" y="90"/>
                  </a:lnTo>
                  <a:lnTo>
                    <a:pt x="438" y="90"/>
                  </a:lnTo>
                  <a:lnTo>
                    <a:pt x="439" y="90"/>
                  </a:lnTo>
                  <a:lnTo>
                    <a:pt x="440" y="90"/>
                  </a:lnTo>
                  <a:lnTo>
                    <a:pt x="441" y="90"/>
                  </a:lnTo>
                  <a:lnTo>
                    <a:pt x="442" y="90"/>
                  </a:lnTo>
                  <a:lnTo>
                    <a:pt x="444" y="90"/>
                  </a:lnTo>
                  <a:lnTo>
                    <a:pt x="445" y="90"/>
                  </a:lnTo>
                  <a:lnTo>
                    <a:pt x="445" y="90"/>
                  </a:lnTo>
                  <a:lnTo>
                    <a:pt x="447" y="90"/>
                  </a:lnTo>
                  <a:lnTo>
                    <a:pt x="448" y="90"/>
                  </a:lnTo>
                  <a:lnTo>
                    <a:pt x="449" y="90"/>
                  </a:lnTo>
                  <a:lnTo>
                    <a:pt x="450" y="90"/>
                  </a:lnTo>
                  <a:lnTo>
                    <a:pt x="451" y="90"/>
                  </a:lnTo>
                  <a:lnTo>
                    <a:pt x="452" y="90"/>
                  </a:lnTo>
                  <a:lnTo>
                    <a:pt x="453" y="90"/>
                  </a:lnTo>
                  <a:lnTo>
                    <a:pt x="454" y="90"/>
                  </a:lnTo>
                  <a:lnTo>
                    <a:pt x="455" y="90"/>
                  </a:lnTo>
                  <a:lnTo>
                    <a:pt x="456" y="90"/>
                  </a:lnTo>
                  <a:lnTo>
                    <a:pt x="457" y="90"/>
                  </a:lnTo>
                  <a:lnTo>
                    <a:pt x="458" y="90"/>
                  </a:lnTo>
                  <a:lnTo>
                    <a:pt x="459" y="90"/>
                  </a:lnTo>
                  <a:lnTo>
                    <a:pt x="460" y="90"/>
                  </a:lnTo>
                  <a:lnTo>
                    <a:pt x="461" y="90"/>
                  </a:lnTo>
                  <a:lnTo>
                    <a:pt x="462" y="90"/>
                  </a:lnTo>
                  <a:lnTo>
                    <a:pt x="464" y="90"/>
                  </a:lnTo>
                  <a:lnTo>
                    <a:pt x="464" y="90"/>
                  </a:lnTo>
                  <a:lnTo>
                    <a:pt x="465" y="90"/>
                  </a:lnTo>
                  <a:lnTo>
                    <a:pt x="467" y="90"/>
                  </a:lnTo>
                  <a:lnTo>
                    <a:pt x="468" y="90"/>
                  </a:lnTo>
                  <a:lnTo>
                    <a:pt x="468" y="90"/>
                  </a:lnTo>
                  <a:lnTo>
                    <a:pt x="470" y="80"/>
                  </a:lnTo>
                  <a:lnTo>
                    <a:pt x="471" y="80"/>
                  </a:lnTo>
                  <a:lnTo>
                    <a:pt x="472" y="80"/>
                  </a:lnTo>
                  <a:lnTo>
                    <a:pt x="473" y="80"/>
                  </a:lnTo>
                  <a:lnTo>
                    <a:pt x="474" y="70"/>
                  </a:lnTo>
                  <a:lnTo>
                    <a:pt x="475" y="60"/>
                  </a:lnTo>
                  <a:lnTo>
                    <a:pt x="476" y="60"/>
                  </a:lnTo>
                  <a:lnTo>
                    <a:pt x="477" y="50"/>
                  </a:lnTo>
                  <a:lnTo>
                    <a:pt x="478" y="40"/>
                  </a:lnTo>
                  <a:lnTo>
                    <a:pt x="479" y="40"/>
                  </a:lnTo>
                  <a:lnTo>
                    <a:pt x="480" y="30"/>
                  </a:lnTo>
                  <a:lnTo>
                    <a:pt x="481" y="30"/>
                  </a:lnTo>
                  <a:lnTo>
                    <a:pt x="482" y="20"/>
                  </a:lnTo>
                  <a:lnTo>
                    <a:pt x="483" y="30"/>
                  </a:lnTo>
                  <a:lnTo>
                    <a:pt x="484" y="30"/>
                  </a:lnTo>
                  <a:lnTo>
                    <a:pt x="485" y="20"/>
                  </a:lnTo>
                  <a:lnTo>
                    <a:pt x="486" y="20"/>
                  </a:lnTo>
                  <a:lnTo>
                    <a:pt x="487" y="20"/>
                  </a:lnTo>
                  <a:lnTo>
                    <a:pt x="488" y="20"/>
                  </a:lnTo>
                  <a:lnTo>
                    <a:pt x="489" y="20"/>
                  </a:lnTo>
                  <a:lnTo>
                    <a:pt x="491" y="10"/>
                  </a:lnTo>
                  <a:lnTo>
                    <a:pt x="491" y="10"/>
                  </a:lnTo>
                  <a:lnTo>
                    <a:pt x="492" y="10"/>
                  </a:lnTo>
                  <a:lnTo>
                    <a:pt x="494" y="10"/>
                  </a:lnTo>
                  <a:lnTo>
                    <a:pt x="495" y="10"/>
                  </a:lnTo>
                  <a:lnTo>
                    <a:pt x="496" y="10"/>
                  </a:lnTo>
                  <a:lnTo>
                    <a:pt x="497" y="10"/>
                  </a:lnTo>
                  <a:lnTo>
                    <a:pt x="498" y="10"/>
                  </a:lnTo>
                  <a:lnTo>
                    <a:pt x="499" y="10"/>
                  </a:lnTo>
                  <a:lnTo>
                    <a:pt x="500" y="20"/>
                  </a:lnTo>
                  <a:lnTo>
                    <a:pt x="501" y="20"/>
                  </a:lnTo>
                  <a:lnTo>
                    <a:pt x="502" y="10"/>
                  </a:lnTo>
                  <a:lnTo>
                    <a:pt x="503" y="20"/>
                  </a:lnTo>
                  <a:lnTo>
                    <a:pt x="504" y="30"/>
                  </a:lnTo>
                  <a:lnTo>
                    <a:pt x="505" y="30"/>
                  </a:lnTo>
                  <a:lnTo>
                    <a:pt x="506" y="30"/>
                  </a:lnTo>
                  <a:lnTo>
                    <a:pt x="507" y="30"/>
                  </a:lnTo>
                  <a:lnTo>
                    <a:pt x="508" y="40"/>
                  </a:lnTo>
                  <a:lnTo>
                    <a:pt x="509" y="30"/>
                  </a:lnTo>
                  <a:lnTo>
                    <a:pt x="510" y="30"/>
                  </a:lnTo>
                  <a:lnTo>
                    <a:pt x="511" y="30"/>
                  </a:lnTo>
                  <a:lnTo>
                    <a:pt x="512" y="20"/>
                  </a:lnTo>
                  <a:lnTo>
                    <a:pt x="513" y="20"/>
                  </a:lnTo>
                  <a:lnTo>
                    <a:pt x="515" y="20"/>
                  </a:lnTo>
                  <a:lnTo>
                    <a:pt x="515" y="20"/>
                  </a:lnTo>
                  <a:lnTo>
                    <a:pt x="516" y="20"/>
                  </a:lnTo>
                  <a:lnTo>
                    <a:pt x="518" y="10"/>
                  </a:lnTo>
                  <a:lnTo>
                    <a:pt x="519" y="10"/>
                  </a:lnTo>
                  <a:lnTo>
                    <a:pt x="519" y="10"/>
                  </a:lnTo>
                  <a:lnTo>
                    <a:pt x="521" y="10"/>
                  </a:lnTo>
                  <a:lnTo>
                    <a:pt x="522" y="10"/>
                  </a:lnTo>
                  <a:lnTo>
                    <a:pt x="523" y="10"/>
                  </a:lnTo>
                  <a:lnTo>
                    <a:pt x="524" y="10"/>
                  </a:lnTo>
                  <a:lnTo>
                    <a:pt x="525" y="20"/>
                  </a:lnTo>
                  <a:lnTo>
                    <a:pt x="526" y="20"/>
                  </a:lnTo>
                  <a:lnTo>
                    <a:pt x="527" y="20"/>
                  </a:lnTo>
                  <a:lnTo>
                    <a:pt x="528" y="20"/>
                  </a:lnTo>
                  <a:lnTo>
                    <a:pt x="529" y="20"/>
                  </a:lnTo>
                  <a:lnTo>
                    <a:pt x="530" y="20"/>
                  </a:lnTo>
                  <a:lnTo>
                    <a:pt x="531" y="30"/>
                  </a:lnTo>
                  <a:lnTo>
                    <a:pt x="532" y="20"/>
                  </a:lnTo>
                  <a:lnTo>
                    <a:pt x="533" y="20"/>
                  </a:lnTo>
                  <a:lnTo>
                    <a:pt x="534" y="20"/>
                  </a:lnTo>
                  <a:lnTo>
                    <a:pt x="535" y="20"/>
                  </a:lnTo>
                  <a:lnTo>
                    <a:pt x="536" y="30"/>
                  </a:lnTo>
                  <a:lnTo>
                    <a:pt x="538" y="40"/>
                  </a:lnTo>
                  <a:lnTo>
                    <a:pt x="538" y="50"/>
                  </a:lnTo>
                  <a:lnTo>
                    <a:pt x="539" y="60"/>
                  </a:lnTo>
                  <a:lnTo>
                    <a:pt x="541" y="60"/>
                  </a:lnTo>
                  <a:lnTo>
                    <a:pt x="542" y="70"/>
                  </a:lnTo>
                  <a:lnTo>
                    <a:pt x="543" y="80"/>
                  </a:lnTo>
                  <a:lnTo>
                    <a:pt x="544" y="80"/>
                  </a:lnTo>
                  <a:lnTo>
                    <a:pt x="545" y="90"/>
                  </a:lnTo>
                  <a:lnTo>
                    <a:pt x="546" y="90"/>
                  </a:lnTo>
                  <a:lnTo>
                    <a:pt x="547" y="90"/>
                  </a:lnTo>
                  <a:lnTo>
                    <a:pt x="548" y="90"/>
                  </a:lnTo>
                  <a:lnTo>
                    <a:pt x="549" y="100"/>
                  </a:lnTo>
                  <a:lnTo>
                    <a:pt x="550" y="100"/>
                  </a:lnTo>
                  <a:lnTo>
                    <a:pt x="551" y="100"/>
                  </a:lnTo>
                  <a:lnTo>
                    <a:pt x="552" y="100"/>
                  </a:lnTo>
                  <a:lnTo>
                    <a:pt x="553" y="100"/>
                  </a:lnTo>
                  <a:lnTo>
                    <a:pt x="554" y="100"/>
                  </a:lnTo>
                  <a:lnTo>
                    <a:pt x="555" y="110"/>
                  </a:lnTo>
                  <a:lnTo>
                    <a:pt x="556" y="110"/>
                  </a:lnTo>
                  <a:lnTo>
                    <a:pt x="557" y="121"/>
                  </a:lnTo>
                  <a:lnTo>
                    <a:pt x="558" y="110"/>
                  </a:lnTo>
                  <a:lnTo>
                    <a:pt x="559" y="110"/>
                  </a:lnTo>
                  <a:lnTo>
                    <a:pt x="560" y="110"/>
                  </a:lnTo>
                  <a:lnTo>
                    <a:pt x="562" y="121"/>
                  </a:lnTo>
                  <a:lnTo>
                    <a:pt x="562" y="121"/>
                  </a:lnTo>
                  <a:lnTo>
                    <a:pt x="563" y="121"/>
                  </a:lnTo>
                  <a:lnTo>
                    <a:pt x="565" y="110"/>
                  </a:lnTo>
                  <a:lnTo>
                    <a:pt x="566" y="121"/>
                  </a:lnTo>
                  <a:lnTo>
                    <a:pt x="566" y="110"/>
                  </a:lnTo>
                  <a:lnTo>
                    <a:pt x="568" y="110"/>
                  </a:lnTo>
                  <a:lnTo>
                    <a:pt x="569" y="110"/>
                  </a:lnTo>
                  <a:lnTo>
                    <a:pt x="570" y="110"/>
                  </a:lnTo>
                  <a:lnTo>
                    <a:pt x="571" y="110"/>
                  </a:lnTo>
                  <a:lnTo>
                    <a:pt x="572" y="110"/>
                  </a:lnTo>
                  <a:lnTo>
                    <a:pt x="573" y="121"/>
                  </a:lnTo>
                  <a:lnTo>
                    <a:pt x="574" y="130"/>
                  </a:lnTo>
                  <a:lnTo>
                    <a:pt x="575" y="130"/>
                  </a:lnTo>
                  <a:lnTo>
                    <a:pt x="576" y="130"/>
                  </a:lnTo>
                  <a:lnTo>
                    <a:pt x="577" y="130"/>
                  </a:lnTo>
                  <a:lnTo>
                    <a:pt x="578" y="141"/>
                  </a:lnTo>
                  <a:lnTo>
                    <a:pt x="579" y="151"/>
                  </a:lnTo>
                  <a:lnTo>
                    <a:pt x="580" y="151"/>
                  </a:lnTo>
                  <a:lnTo>
                    <a:pt x="581" y="151"/>
                  </a:lnTo>
                  <a:lnTo>
                    <a:pt x="582" y="141"/>
                  </a:lnTo>
                  <a:lnTo>
                    <a:pt x="583" y="130"/>
                  </a:lnTo>
                  <a:lnTo>
                    <a:pt x="584" y="121"/>
                  </a:lnTo>
                  <a:lnTo>
                    <a:pt x="585" y="121"/>
                  </a:lnTo>
                  <a:lnTo>
                    <a:pt x="586" y="121"/>
                  </a:lnTo>
                  <a:lnTo>
                    <a:pt x="587" y="110"/>
                  </a:lnTo>
                  <a:lnTo>
                    <a:pt x="589" y="100"/>
                  </a:lnTo>
                  <a:lnTo>
                    <a:pt x="590" y="90"/>
                  </a:lnTo>
                  <a:lnTo>
                    <a:pt x="590" y="90"/>
                  </a:lnTo>
                  <a:lnTo>
                    <a:pt x="592" y="90"/>
                  </a:lnTo>
                  <a:lnTo>
                    <a:pt x="593" y="90"/>
                  </a:lnTo>
                  <a:lnTo>
                    <a:pt x="594" y="90"/>
                  </a:lnTo>
                  <a:lnTo>
                    <a:pt x="595" y="90"/>
                  </a:lnTo>
                  <a:lnTo>
                    <a:pt x="596" y="90"/>
                  </a:lnTo>
                  <a:lnTo>
                    <a:pt x="597" y="90"/>
                  </a:lnTo>
                  <a:lnTo>
                    <a:pt x="598" y="90"/>
                  </a:lnTo>
                  <a:lnTo>
                    <a:pt x="599" y="90"/>
                  </a:lnTo>
                  <a:lnTo>
                    <a:pt x="600" y="90"/>
                  </a:lnTo>
                  <a:lnTo>
                    <a:pt x="601" y="90"/>
                  </a:lnTo>
                  <a:lnTo>
                    <a:pt x="602" y="90"/>
                  </a:lnTo>
                  <a:lnTo>
                    <a:pt x="603" y="90"/>
                  </a:lnTo>
                  <a:lnTo>
                    <a:pt x="604" y="90"/>
                  </a:lnTo>
                  <a:lnTo>
                    <a:pt x="605" y="90"/>
                  </a:lnTo>
                  <a:lnTo>
                    <a:pt x="606" y="90"/>
                  </a:lnTo>
                  <a:lnTo>
                    <a:pt x="607" y="90"/>
                  </a:lnTo>
                  <a:lnTo>
                    <a:pt x="609" y="90"/>
                  </a:lnTo>
                  <a:lnTo>
                    <a:pt x="609" y="90"/>
                  </a:lnTo>
                  <a:lnTo>
                    <a:pt x="610" y="90"/>
                  </a:lnTo>
                  <a:lnTo>
                    <a:pt x="612" y="90"/>
                  </a:lnTo>
                  <a:lnTo>
                    <a:pt x="613" y="90"/>
                  </a:lnTo>
                  <a:lnTo>
                    <a:pt x="613" y="90"/>
                  </a:lnTo>
                  <a:lnTo>
                    <a:pt x="615" y="90"/>
                  </a:lnTo>
                  <a:lnTo>
                    <a:pt x="616" y="90"/>
                  </a:lnTo>
                  <a:lnTo>
                    <a:pt x="617" y="90"/>
                  </a:lnTo>
                  <a:lnTo>
                    <a:pt x="618" y="90"/>
                  </a:lnTo>
                  <a:lnTo>
                    <a:pt x="619" y="90"/>
                  </a:lnTo>
                  <a:lnTo>
                    <a:pt x="620" y="90"/>
                  </a:lnTo>
                  <a:lnTo>
                    <a:pt x="621" y="90"/>
                  </a:lnTo>
                  <a:lnTo>
                    <a:pt x="622" y="90"/>
                  </a:lnTo>
                  <a:lnTo>
                    <a:pt x="623" y="90"/>
                  </a:lnTo>
                  <a:lnTo>
                    <a:pt x="624" y="90"/>
                  </a:lnTo>
                  <a:lnTo>
                    <a:pt x="625" y="90"/>
                  </a:lnTo>
                  <a:lnTo>
                    <a:pt x="626" y="90"/>
                  </a:lnTo>
                  <a:lnTo>
                    <a:pt x="627" y="90"/>
                  </a:lnTo>
                  <a:lnTo>
                    <a:pt x="628" y="90"/>
                  </a:lnTo>
                  <a:lnTo>
                    <a:pt x="629" y="90"/>
                  </a:lnTo>
                  <a:lnTo>
                    <a:pt x="630" y="90"/>
                  </a:lnTo>
                  <a:lnTo>
                    <a:pt x="631" y="90"/>
                  </a:lnTo>
                  <a:lnTo>
                    <a:pt x="632" y="90"/>
                  </a:lnTo>
                  <a:lnTo>
                    <a:pt x="633" y="90"/>
                  </a:lnTo>
                  <a:lnTo>
                    <a:pt x="634" y="90"/>
                  </a:lnTo>
                  <a:lnTo>
                    <a:pt x="636" y="90"/>
                  </a:lnTo>
                  <a:lnTo>
                    <a:pt x="637" y="90"/>
                  </a:lnTo>
                  <a:lnTo>
                    <a:pt x="637" y="90"/>
                  </a:lnTo>
                  <a:lnTo>
                    <a:pt x="639" y="90"/>
                  </a:lnTo>
                  <a:lnTo>
                    <a:pt x="640" y="90"/>
                  </a:lnTo>
                  <a:lnTo>
                    <a:pt x="641" y="90"/>
                  </a:lnTo>
                  <a:lnTo>
                    <a:pt x="642" y="90"/>
                  </a:lnTo>
                  <a:lnTo>
                    <a:pt x="643" y="90"/>
                  </a:lnTo>
                  <a:lnTo>
                    <a:pt x="644" y="90"/>
                  </a:lnTo>
                  <a:lnTo>
                    <a:pt x="645" y="90"/>
                  </a:lnTo>
                  <a:lnTo>
                    <a:pt x="646" y="90"/>
                  </a:lnTo>
                  <a:lnTo>
                    <a:pt x="647" y="90"/>
                  </a:lnTo>
                  <a:lnTo>
                    <a:pt x="648" y="90"/>
                  </a:lnTo>
                  <a:lnTo>
                    <a:pt x="649" y="90"/>
                  </a:lnTo>
                  <a:lnTo>
                    <a:pt x="650" y="90"/>
                  </a:lnTo>
                  <a:lnTo>
                    <a:pt x="651" y="90"/>
                  </a:lnTo>
                  <a:lnTo>
                    <a:pt x="652" y="90"/>
                  </a:lnTo>
                  <a:lnTo>
                    <a:pt x="653" y="90"/>
                  </a:lnTo>
                  <a:lnTo>
                    <a:pt x="654" y="90"/>
                  </a:lnTo>
                  <a:lnTo>
                    <a:pt x="655" y="90"/>
                  </a:lnTo>
                  <a:lnTo>
                    <a:pt x="656" y="90"/>
                  </a:lnTo>
                  <a:lnTo>
                    <a:pt x="657" y="90"/>
                  </a:lnTo>
                  <a:lnTo>
                    <a:pt x="658" y="90"/>
                  </a:lnTo>
                  <a:lnTo>
                    <a:pt x="660" y="90"/>
                  </a:lnTo>
                  <a:lnTo>
                    <a:pt x="660" y="90"/>
                  </a:lnTo>
                  <a:lnTo>
                    <a:pt x="661" y="90"/>
                  </a:lnTo>
                  <a:lnTo>
                    <a:pt x="663" y="90"/>
                  </a:lnTo>
                  <a:lnTo>
                    <a:pt x="664" y="90"/>
                  </a:lnTo>
                  <a:lnTo>
                    <a:pt x="665" y="90"/>
                  </a:lnTo>
                  <a:lnTo>
                    <a:pt x="666" y="90"/>
                  </a:lnTo>
                  <a:lnTo>
                    <a:pt x="667" y="90"/>
                  </a:lnTo>
                  <a:lnTo>
                    <a:pt x="668" y="90"/>
                  </a:lnTo>
                  <a:lnTo>
                    <a:pt x="669" y="90"/>
                  </a:lnTo>
                  <a:lnTo>
                    <a:pt x="670" y="90"/>
                  </a:lnTo>
                  <a:lnTo>
                    <a:pt x="671" y="90"/>
                  </a:lnTo>
                  <a:lnTo>
                    <a:pt x="672" y="90"/>
                  </a:lnTo>
                  <a:lnTo>
                    <a:pt x="673" y="90"/>
                  </a:lnTo>
                  <a:lnTo>
                    <a:pt x="674" y="90"/>
                  </a:lnTo>
                  <a:lnTo>
                    <a:pt x="675" y="90"/>
                  </a:lnTo>
                  <a:lnTo>
                    <a:pt x="676" y="90"/>
                  </a:lnTo>
                  <a:lnTo>
                    <a:pt x="677" y="90"/>
                  </a:lnTo>
                  <a:lnTo>
                    <a:pt x="678" y="90"/>
                  </a:lnTo>
                  <a:lnTo>
                    <a:pt x="679" y="90"/>
                  </a:lnTo>
                  <a:lnTo>
                    <a:pt x="680" y="90"/>
                  </a:lnTo>
                  <a:lnTo>
                    <a:pt x="681" y="90"/>
                  </a:lnTo>
                  <a:lnTo>
                    <a:pt x="683" y="90"/>
                  </a:lnTo>
                  <a:lnTo>
                    <a:pt x="684" y="90"/>
                  </a:lnTo>
                  <a:lnTo>
                    <a:pt x="684" y="90"/>
                  </a:lnTo>
                  <a:lnTo>
                    <a:pt x="686" y="90"/>
                  </a:lnTo>
                  <a:lnTo>
                    <a:pt x="687" y="90"/>
                  </a:lnTo>
                  <a:lnTo>
                    <a:pt x="688" y="90"/>
                  </a:lnTo>
                  <a:lnTo>
                    <a:pt x="689" y="90"/>
                  </a:lnTo>
                  <a:lnTo>
                    <a:pt x="690" y="90"/>
                  </a:lnTo>
                  <a:lnTo>
                    <a:pt x="691" y="90"/>
                  </a:lnTo>
                  <a:lnTo>
                    <a:pt x="692" y="90"/>
                  </a:lnTo>
                  <a:lnTo>
                    <a:pt x="693" y="90"/>
                  </a:lnTo>
                  <a:lnTo>
                    <a:pt x="694" y="90"/>
                  </a:lnTo>
                  <a:lnTo>
                    <a:pt x="695" y="90"/>
                  </a:lnTo>
                  <a:lnTo>
                    <a:pt x="696" y="90"/>
                  </a:lnTo>
                  <a:lnTo>
                    <a:pt x="697" y="90"/>
                  </a:lnTo>
                  <a:lnTo>
                    <a:pt x="698" y="90"/>
                  </a:lnTo>
                  <a:lnTo>
                    <a:pt x="699" y="90"/>
                  </a:lnTo>
                  <a:lnTo>
                    <a:pt x="700" y="90"/>
                  </a:lnTo>
                  <a:lnTo>
                    <a:pt x="701" y="90"/>
                  </a:lnTo>
                  <a:lnTo>
                    <a:pt x="702" y="90"/>
                  </a:lnTo>
                  <a:lnTo>
                    <a:pt x="703" y="90"/>
                  </a:lnTo>
                  <a:lnTo>
                    <a:pt x="704" y="90"/>
                  </a:lnTo>
                  <a:lnTo>
                    <a:pt x="705" y="90"/>
                  </a:lnTo>
                  <a:lnTo>
                    <a:pt x="707" y="90"/>
                  </a:lnTo>
                  <a:lnTo>
                    <a:pt x="707" y="90"/>
                  </a:lnTo>
                  <a:lnTo>
                    <a:pt x="708" y="90"/>
                  </a:lnTo>
                  <a:lnTo>
                    <a:pt x="710" y="90"/>
                  </a:lnTo>
                  <a:lnTo>
                    <a:pt x="711" y="90"/>
                  </a:lnTo>
                  <a:lnTo>
                    <a:pt x="712" y="90"/>
                  </a:lnTo>
                  <a:lnTo>
                    <a:pt x="713" y="90"/>
                  </a:lnTo>
                  <a:lnTo>
                    <a:pt x="714" y="90"/>
                  </a:lnTo>
                  <a:lnTo>
                    <a:pt x="715" y="90"/>
                  </a:lnTo>
                  <a:lnTo>
                    <a:pt x="716" y="90"/>
                  </a:lnTo>
                  <a:lnTo>
                    <a:pt x="717" y="90"/>
                  </a:lnTo>
                  <a:lnTo>
                    <a:pt x="718" y="90"/>
                  </a:lnTo>
                  <a:lnTo>
                    <a:pt x="719" y="90"/>
                  </a:lnTo>
                  <a:lnTo>
                    <a:pt x="720" y="90"/>
                  </a:lnTo>
                  <a:lnTo>
                    <a:pt x="721" y="90"/>
                  </a:lnTo>
                  <a:lnTo>
                    <a:pt x="722" y="90"/>
                  </a:lnTo>
                  <a:lnTo>
                    <a:pt x="723" y="90"/>
                  </a:lnTo>
                  <a:lnTo>
                    <a:pt x="724" y="90"/>
                  </a:lnTo>
                  <a:lnTo>
                    <a:pt x="725" y="90"/>
                  </a:lnTo>
                  <a:lnTo>
                    <a:pt x="726" y="90"/>
                  </a:lnTo>
                  <a:lnTo>
                    <a:pt x="727" y="90"/>
                  </a:lnTo>
                  <a:lnTo>
                    <a:pt x="728" y="90"/>
                  </a:lnTo>
                  <a:lnTo>
                    <a:pt x="729" y="90"/>
                  </a:lnTo>
                  <a:lnTo>
                    <a:pt x="731" y="90"/>
                  </a:lnTo>
                  <a:lnTo>
                    <a:pt x="731" y="90"/>
                  </a:lnTo>
                  <a:lnTo>
                    <a:pt x="733" y="90"/>
                  </a:lnTo>
                  <a:lnTo>
                    <a:pt x="734" y="90"/>
                  </a:lnTo>
                  <a:lnTo>
                    <a:pt x="735" y="90"/>
                  </a:lnTo>
                  <a:lnTo>
                    <a:pt x="736" y="90"/>
                  </a:lnTo>
                  <a:lnTo>
                    <a:pt x="737" y="90"/>
                  </a:lnTo>
                  <a:lnTo>
                    <a:pt x="738" y="90"/>
                  </a:lnTo>
                  <a:lnTo>
                    <a:pt x="739" y="90"/>
                  </a:lnTo>
                  <a:lnTo>
                    <a:pt x="740" y="90"/>
                  </a:lnTo>
                  <a:lnTo>
                    <a:pt x="741" y="90"/>
                  </a:lnTo>
                  <a:lnTo>
                    <a:pt x="742" y="90"/>
                  </a:lnTo>
                  <a:lnTo>
                    <a:pt x="743" y="90"/>
                  </a:lnTo>
                  <a:lnTo>
                    <a:pt x="744" y="90"/>
                  </a:lnTo>
                  <a:lnTo>
                    <a:pt x="745" y="90"/>
                  </a:lnTo>
                  <a:lnTo>
                    <a:pt x="746" y="90"/>
                  </a:lnTo>
                  <a:lnTo>
                    <a:pt x="747" y="90"/>
                  </a:lnTo>
                  <a:lnTo>
                    <a:pt x="748" y="90"/>
                  </a:lnTo>
                  <a:lnTo>
                    <a:pt x="749" y="90"/>
                  </a:lnTo>
                  <a:lnTo>
                    <a:pt x="750" y="90"/>
                  </a:lnTo>
                  <a:lnTo>
                    <a:pt x="751" y="90"/>
                  </a:lnTo>
                  <a:lnTo>
                    <a:pt x="752" y="90"/>
                  </a:lnTo>
                  <a:lnTo>
                    <a:pt x="754" y="90"/>
                  </a:lnTo>
                  <a:lnTo>
                    <a:pt x="754" y="90"/>
                  </a:lnTo>
                  <a:lnTo>
                    <a:pt x="755" y="90"/>
                  </a:lnTo>
                  <a:lnTo>
                    <a:pt x="757" y="90"/>
                  </a:lnTo>
                  <a:lnTo>
                    <a:pt x="758" y="90"/>
                  </a:lnTo>
                  <a:lnTo>
                    <a:pt x="759" y="90"/>
                  </a:lnTo>
                  <a:lnTo>
                    <a:pt x="760" y="90"/>
                  </a:lnTo>
                  <a:lnTo>
                    <a:pt x="761" y="90"/>
                  </a:lnTo>
                  <a:lnTo>
                    <a:pt x="762" y="80"/>
                  </a:lnTo>
                  <a:lnTo>
                    <a:pt x="763" y="80"/>
                  </a:lnTo>
                  <a:lnTo>
                    <a:pt x="764" y="80"/>
                  </a:lnTo>
                  <a:lnTo>
                    <a:pt x="765" y="80"/>
                  </a:lnTo>
                  <a:lnTo>
                    <a:pt x="766" y="80"/>
                  </a:lnTo>
                  <a:lnTo>
                    <a:pt x="767" y="80"/>
                  </a:lnTo>
                  <a:lnTo>
                    <a:pt x="768" y="80"/>
                  </a:lnTo>
                  <a:lnTo>
                    <a:pt x="769" y="80"/>
                  </a:lnTo>
                  <a:lnTo>
                    <a:pt x="770" y="80"/>
                  </a:lnTo>
                  <a:lnTo>
                    <a:pt x="771" y="90"/>
                  </a:lnTo>
                  <a:lnTo>
                    <a:pt x="772" y="90"/>
                  </a:lnTo>
                  <a:lnTo>
                    <a:pt x="773" y="90"/>
                  </a:lnTo>
                  <a:lnTo>
                    <a:pt x="774" y="90"/>
                  </a:lnTo>
                  <a:lnTo>
                    <a:pt x="775" y="90"/>
                  </a:lnTo>
                  <a:lnTo>
                    <a:pt x="776" y="80"/>
                  </a:lnTo>
                  <a:lnTo>
                    <a:pt x="778" y="80"/>
                  </a:lnTo>
                  <a:lnTo>
                    <a:pt x="778" y="80"/>
                  </a:lnTo>
                  <a:lnTo>
                    <a:pt x="779" y="80"/>
                  </a:lnTo>
                  <a:lnTo>
                    <a:pt x="781" y="70"/>
                  </a:lnTo>
                  <a:lnTo>
                    <a:pt x="782" y="70"/>
                  </a:lnTo>
                  <a:lnTo>
                    <a:pt x="782" y="70"/>
                  </a:lnTo>
                  <a:lnTo>
                    <a:pt x="784" y="70"/>
                  </a:lnTo>
                  <a:lnTo>
                    <a:pt x="785" y="70"/>
                  </a:lnTo>
                  <a:lnTo>
                    <a:pt x="786" y="70"/>
                  </a:lnTo>
                  <a:lnTo>
                    <a:pt x="787" y="70"/>
                  </a:lnTo>
                  <a:lnTo>
                    <a:pt x="788" y="60"/>
                  </a:lnTo>
                  <a:lnTo>
                    <a:pt x="789" y="60"/>
                  </a:lnTo>
                  <a:lnTo>
                    <a:pt x="790" y="60"/>
                  </a:lnTo>
                  <a:lnTo>
                    <a:pt x="791" y="50"/>
                  </a:lnTo>
                  <a:lnTo>
                    <a:pt x="792" y="40"/>
                  </a:lnTo>
                  <a:lnTo>
                    <a:pt x="793" y="30"/>
                  </a:lnTo>
                  <a:lnTo>
                    <a:pt x="794" y="20"/>
                  </a:lnTo>
                  <a:lnTo>
                    <a:pt x="795" y="20"/>
                  </a:lnTo>
                  <a:lnTo>
                    <a:pt x="796" y="10"/>
                  </a:lnTo>
                  <a:lnTo>
                    <a:pt x="797" y="10"/>
                  </a:lnTo>
                  <a:lnTo>
                    <a:pt x="798" y="0"/>
                  </a:lnTo>
                  <a:lnTo>
                    <a:pt x="799" y="0"/>
                  </a:lnTo>
                  <a:lnTo>
                    <a:pt x="801" y="10"/>
                  </a:lnTo>
                  <a:lnTo>
                    <a:pt x="801" y="10"/>
                  </a:lnTo>
                  <a:lnTo>
                    <a:pt x="802" y="10"/>
                  </a:lnTo>
                  <a:lnTo>
                    <a:pt x="804" y="10"/>
                  </a:lnTo>
                  <a:lnTo>
                    <a:pt x="805" y="10"/>
                  </a:lnTo>
                  <a:lnTo>
                    <a:pt x="806" y="10"/>
                  </a:lnTo>
                  <a:lnTo>
                    <a:pt x="807" y="10"/>
                  </a:lnTo>
                  <a:lnTo>
                    <a:pt x="808" y="10"/>
                  </a:lnTo>
                  <a:lnTo>
                    <a:pt x="809" y="10"/>
                  </a:lnTo>
                  <a:lnTo>
                    <a:pt x="810" y="0"/>
                  </a:lnTo>
                  <a:lnTo>
                    <a:pt x="811" y="0"/>
                  </a:lnTo>
                  <a:lnTo>
                    <a:pt x="812" y="0"/>
                  </a:lnTo>
                  <a:lnTo>
                    <a:pt x="813" y="0"/>
                  </a:lnTo>
                  <a:lnTo>
                    <a:pt x="814" y="0"/>
                  </a:lnTo>
                  <a:lnTo>
                    <a:pt x="815" y="10"/>
                  </a:lnTo>
                  <a:lnTo>
                    <a:pt x="816" y="10"/>
                  </a:lnTo>
                  <a:lnTo>
                    <a:pt x="817" y="10"/>
                  </a:lnTo>
                  <a:lnTo>
                    <a:pt x="818" y="20"/>
                  </a:lnTo>
                  <a:lnTo>
                    <a:pt x="819" y="20"/>
                  </a:lnTo>
                  <a:lnTo>
                    <a:pt x="820" y="30"/>
                  </a:lnTo>
                  <a:lnTo>
                    <a:pt x="821" y="30"/>
                  </a:lnTo>
                  <a:lnTo>
                    <a:pt x="822" y="40"/>
                  </a:lnTo>
                  <a:lnTo>
                    <a:pt x="823" y="40"/>
                  </a:lnTo>
                  <a:lnTo>
                    <a:pt x="825" y="30"/>
                  </a:lnTo>
                  <a:lnTo>
                    <a:pt x="825" y="30"/>
                  </a:lnTo>
                  <a:lnTo>
                    <a:pt x="826" y="30"/>
                  </a:lnTo>
                  <a:lnTo>
                    <a:pt x="828" y="20"/>
                  </a:lnTo>
                  <a:lnTo>
                    <a:pt x="829" y="20"/>
                  </a:lnTo>
                  <a:lnTo>
                    <a:pt x="829" y="20"/>
                  </a:lnTo>
                  <a:lnTo>
                    <a:pt x="831" y="30"/>
                  </a:lnTo>
                  <a:lnTo>
                    <a:pt x="832" y="20"/>
                  </a:lnTo>
                  <a:lnTo>
                    <a:pt x="833" y="20"/>
                  </a:lnTo>
                  <a:lnTo>
                    <a:pt x="834" y="20"/>
                  </a:lnTo>
                  <a:lnTo>
                    <a:pt x="835" y="20"/>
                  </a:lnTo>
                  <a:lnTo>
                    <a:pt x="836" y="20"/>
                  </a:lnTo>
                  <a:lnTo>
                    <a:pt x="837" y="20"/>
                  </a:lnTo>
                  <a:lnTo>
                    <a:pt x="838" y="20"/>
                  </a:lnTo>
                  <a:lnTo>
                    <a:pt x="839" y="10"/>
                  </a:lnTo>
                  <a:lnTo>
                    <a:pt x="840" y="10"/>
                  </a:lnTo>
                  <a:lnTo>
                    <a:pt x="841" y="10"/>
                  </a:lnTo>
                  <a:lnTo>
                    <a:pt x="842" y="10"/>
                  </a:lnTo>
                  <a:lnTo>
                    <a:pt x="843" y="10"/>
                  </a:lnTo>
                  <a:lnTo>
                    <a:pt x="844" y="10"/>
                  </a:lnTo>
                  <a:lnTo>
                    <a:pt x="845" y="10"/>
                  </a:lnTo>
                  <a:lnTo>
                    <a:pt x="846" y="10"/>
                  </a:lnTo>
                  <a:lnTo>
                    <a:pt x="847" y="20"/>
                  </a:lnTo>
                  <a:lnTo>
                    <a:pt x="848" y="20"/>
                  </a:lnTo>
                  <a:lnTo>
                    <a:pt x="849" y="20"/>
                  </a:lnTo>
                  <a:lnTo>
                    <a:pt x="850" y="20"/>
                  </a:lnTo>
                  <a:lnTo>
                    <a:pt x="852" y="20"/>
                  </a:lnTo>
                  <a:lnTo>
                    <a:pt x="853" y="20"/>
                  </a:lnTo>
                  <a:lnTo>
                    <a:pt x="853" y="20"/>
                  </a:lnTo>
                  <a:lnTo>
                    <a:pt x="855" y="20"/>
                  </a:lnTo>
                  <a:lnTo>
                    <a:pt x="856" y="20"/>
                  </a:lnTo>
                  <a:lnTo>
                    <a:pt x="857" y="10"/>
                  </a:lnTo>
                  <a:lnTo>
                    <a:pt x="858" y="10"/>
                  </a:lnTo>
                  <a:lnTo>
                    <a:pt x="859" y="0"/>
                  </a:lnTo>
                  <a:lnTo>
                    <a:pt x="860" y="0"/>
                  </a:lnTo>
                  <a:lnTo>
                    <a:pt x="861" y="0"/>
                  </a:lnTo>
                  <a:lnTo>
                    <a:pt x="862" y="0"/>
                  </a:lnTo>
                  <a:lnTo>
                    <a:pt x="863" y="0"/>
                  </a:lnTo>
                  <a:lnTo>
                    <a:pt x="864" y="0"/>
                  </a:lnTo>
                  <a:lnTo>
                    <a:pt x="865" y="0"/>
                  </a:lnTo>
                  <a:lnTo>
                    <a:pt x="866" y="0"/>
                  </a:lnTo>
                  <a:lnTo>
                    <a:pt x="867" y="0"/>
                  </a:lnTo>
                  <a:lnTo>
                    <a:pt x="868" y="0"/>
                  </a:lnTo>
                  <a:lnTo>
                    <a:pt x="869" y="0"/>
                  </a:lnTo>
                  <a:lnTo>
                    <a:pt x="870" y="0"/>
                  </a:lnTo>
                  <a:lnTo>
                    <a:pt x="872" y="0"/>
                  </a:lnTo>
                  <a:lnTo>
                    <a:pt x="872" y="0"/>
                  </a:lnTo>
                  <a:lnTo>
                    <a:pt x="873" y="0"/>
                  </a:lnTo>
                  <a:lnTo>
                    <a:pt x="875" y="0"/>
                  </a:lnTo>
                  <a:lnTo>
                    <a:pt x="876" y="0"/>
                  </a:lnTo>
                  <a:lnTo>
                    <a:pt x="876" y="0"/>
                  </a:lnTo>
                  <a:lnTo>
                    <a:pt x="878" y="0"/>
                  </a:lnTo>
                  <a:lnTo>
                    <a:pt x="879" y="0"/>
                  </a:lnTo>
                  <a:lnTo>
                    <a:pt x="880" y="0"/>
                  </a:lnTo>
                  <a:lnTo>
                    <a:pt x="881" y="0"/>
                  </a:lnTo>
                  <a:lnTo>
                    <a:pt x="882" y="0"/>
                  </a:lnTo>
                  <a:lnTo>
                    <a:pt x="883" y="0"/>
                  </a:lnTo>
                  <a:lnTo>
                    <a:pt x="884" y="0"/>
                  </a:lnTo>
                  <a:lnTo>
                    <a:pt x="885" y="0"/>
                  </a:lnTo>
                  <a:lnTo>
                    <a:pt x="886" y="0"/>
                  </a:lnTo>
                  <a:lnTo>
                    <a:pt x="887" y="0"/>
                  </a:lnTo>
                  <a:lnTo>
                    <a:pt x="888" y="0"/>
                  </a:lnTo>
                  <a:lnTo>
                    <a:pt x="889" y="0"/>
                  </a:lnTo>
                  <a:lnTo>
                    <a:pt x="890" y="0"/>
                  </a:lnTo>
                  <a:lnTo>
                    <a:pt x="891" y="0"/>
                  </a:lnTo>
                  <a:lnTo>
                    <a:pt x="892" y="0"/>
                  </a:lnTo>
                  <a:lnTo>
                    <a:pt x="893" y="10"/>
                  </a:lnTo>
                  <a:lnTo>
                    <a:pt x="894" y="20"/>
                  </a:lnTo>
                  <a:lnTo>
                    <a:pt x="895" y="20"/>
                  </a:lnTo>
                  <a:lnTo>
                    <a:pt x="896" y="30"/>
                  </a:lnTo>
                  <a:lnTo>
                    <a:pt x="897" y="30"/>
                  </a:lnTo>
                  <a:lnTo>
                    <a:pt x="899" y="30"/>
                  </a:lnTo>
                  <a:lnTo>
                    <a:pt x="900" y="30"/>
                  </a:lnTo>
                  <a:lnTo>
                    <a:pt x="900" y="30"/>
                  </a:lnTo>
                  <a:lnTo>
                    <a:pt x="902" y="30"/>
                  </a:lnTo>
                  <a:lnTo>
                    <a:pt x="903" y="30"/>
                  </a:lnTo>
                  <a:lnTo>
                    <a:pt x="904" y="20"/>
                  </a:lnTo>
                  <a:lnTo>
                    <a:pt x="905" y="20"/>
                  </a:lnTo>
                  <a:lnTo>
                    <a:pt x="906" y="20"/>
                  </a:lnTo>
                  <a:lnTo>
                    <a:pt x="907" y="20"/>
                  </a:lnTo>
                  <a:lnTo>
                    <a:pt x="908" y="20"/>
                  </a:lnTo>
                  <a:lnTo>
                    <a:pt x="909" y="20"/>
                  </a:lnTo>
                  <a:lnTo>
                    <a:pt x="910" y="30"/>
                  </a:lnTo>
                  <a:lnTo>
                    <a:pt x="911" y="30"/>
                  </a:lnTo>
                  <a:lnTo>
                    <a:pt x="912" y="20"/>
                  </a:lnTo>
                  <a:lnTo>
                    <a:pt x="913" y="20"/>
                  </a:lnTo>
                  <a:lnTo>
                    <a:pt x="914" y="20"/>
                  </a:lnTo>
                  <a:lnTo>
                    <a:pt x="915" y="20"/>
                  </a:lnTo>
                  <a:lnTo>
                    <a:pt x="916" y="20"/>
                  </a:lnTo>
                  <a:lnTo>
                    <a:pt x="917" y="20"/>
                  </a:lnTo>
                  <a:lnTo>
                    <a:pt x="918" y="20"/>
                  </a:lnTo>
                  <a:lnTo>
                    <a:pt x="919" y="10"/>
                  </a:lnTo>
                  <a:lnTo>
                    <a:pt x="920" y="10"/>
                  </a:lnTo>
                  <a:lnTo>
                    <a:pt x="921" y="10"/>
                  </a:lnTo>
                  <a:lnTo>
                    <a:pt x="923" y="10"/>
                  </a:lnTo>
                  <a:lnTo>
                    <a:pt x="923" y="20"/>
                  </a:lnTo>
                  <a:lnTo>
                    <a:pt x="924" y="20"/>
                  </a:lnTo>
                  <a:lnTo>
                    <a:pt x="926" y="30"/>
                  </a:lnTo>
                  <a:lnTo>
                    <a:pt x="927" y="40"/>
                  </a:lnTo>
                  <a:lnTo>
                    <a:pt x="928" y="50"/>
                  </a:lnTo>
                  <a:lnTo>
                    <a:pt x="929" y="50"/>
                  </a:lnTo>
                  <a:lnTo>
                    <a:pt x="930" y="60"/>
                  </a:lnTo>
                  <a:lnTo>
                    <a:pt x="931" y="70"/>
                  </a:lnTo>
                  <a:lnTo>
                    <a:pt x="932" y="80"/>
                  </a:lnTo>
                  <a:lnTo>
                    <a:pt x="933" y="70"/>
                  </a:lnTo>
                  <a:lnTo>
                    <a:pt x="934" y="70"/>
                  </a:lnTo>
                  <a:lnTo>
                    <a:pt x="935" y="70"/>
                  </a:lnTo>
                  <a:lnTo>
                    <a:pt x="936" y="70"/>
                  </a:lnTo>
                  <a:lnTo>
                    <a:pt x="937" y="70"/>
                  </a:lnTo>
                  <a:lnTo>
                    <a:pt x="938" y="70"/>
                  </a:lnTo>
                  <a:lnTo>
                    <a:pt x="939" y="70"/>
                  </a:lnTo>
                  <a:lnTo>
                    <a:pt x="940" y="70"/>
                  </a:lnTo>
                  <a:lnTo>
                    <a:pt x="941" y="70"/>
                  </a:lnTo>
                  <a:lnTo>
                    <a:pt x="942" y="80"/>
                  </a:lnTo>
                  <a:lnTo>
                    <a:pt x="943" y="80"/>
                  </a:lnTo>
                  <a:lnTo>
                    <a:pt x="944" y="80"/>
                  </a:lnTo>
                  <a:lnTo>
                    <a:pt x="946" y="80"/>
                  </a:lnTo>
                  <a:lnTo>
                    <a:pt x="947" y="80"/>
                  </a:lnTo>
                  <a:lnTo>
                    <a:pt x="947" y="90"/>
                  </a:lnTo>
                  <a:lnTo>
                    <a:pt x="949" y="90"/>
                  </a:lnTo>
                  <a:lnTo>
                    <a:pt x="950" y="90"/>
                  </a:lnTo>
                  <a:lnTo>
                    <a:pt x="951" y="90"/>
                  </a:lnTo>
                  <a:lnTo>
                    <a:pt x="952" y="90"/>
                  </a:lnTo>
                  <a:lnTo>
                    <a:pt x="953" y="90"/>
                  </a:lnTo>
                  <a:lnTo>
                    <a:pt x="954" y="90"/>
                  </a:lnTo>
                  <a:lnTo>
                    <a:pt x="955" y="90"/>
                  </a:lnTo>
                  <a:lnTo>
                    <a:pt x="956" y="80"/>
                  </a:lnTo>
                  <a:lnTo>
                    <a:pt x="957" y="80"/>
                  </a:lnTo>
                  <a:lnTo>
                    <a:pt x="958" y="80"/>
                  </a:lnTo>
                  <a:lnTo>
                    <a:pt x="959" y="80"/>
                  </a:lnTo>
                  <a:lnTo>
                    <a:pt x="960" y="80"/>
                  </a:lnTo>
                  <a:lnTo>
                    <a:pt x="961" y="80"/>
                  </a:lnTo>
                  <a:lnTo>
                    <a:pt x="962" y="80"/>
                  </a:lnTo>
                  <a:lnTo>
                    <a:pt x="963" y="80"/>
                  </a:lnTo>
                  <a:lnTo>
                    <a:pt x="964" y="80"/>
                  </a:lnTo>
                  <a:lnTo>
                    <a:pt x="965" y="80"/>
                  </a:lnTo>
                  <a:lnTo>
                    <a:pt x="966" y="70"/>
                  </a:lnTo>
                  <a:lnTo>
                    <a:pt x="967" y="70"/>
                  </a:lnTo>
                  <a:lnTo>
                    <a:pt x="968" y="70"/>
                  </a:lnTo>
                  <a:lnTo>
                    <a:pt x="970" y="60"/>
                  </a:lnTo>
                  <a:lnTo>
                    <a:pt x="970" y="60"/>
                  </a:lnTo>
                  <a:lnTo>
                    <a:pt x="971" y="50"/>
                  </a:lnTo>
                  <a:lnTo>
                    <a:pt x="973" y="40"/>
                  </a:lnTo>
                  <a:lnTo>
                    <a:pt x="974" y="40"/>
                  </a:lnTo>
                  <a:lnTo>
                    <a:pt x="975" y="40"/>
                  </a:lnTo>
                  <a:lnTo>
                    <a:pt x="976" y="50"/>
                  </a:lnTo>
                  <a:lnTo>
                    <a:pt x="977" y="40"/>
                  </a:lnTo>
                  <a:lnTo>
                    <a:pt x="978" y="40"/>
                  </a:lnTo>
                  <a:lnTo>
                    <a:pt x="979" y="40"/>
                  </a:lnTo>
                  <a:lnTo>
                    <a:pt x="980" y="40"/>
                  </a:lnTo>
                  <a:lnTo>
                    <a:pt x="981" y="40"/>
                  </a:lnTo>
                  <a:lnTo>
                    <a:pt x="982" y="50"/>
                  </a:lnTo>
                  <a:lnTo>
                    <a:pt x="983" y="50"/>
                  </a:lnTo>
                  <a:lnTo>
                    <a:pt x="984" y="60"/>
                  </a:lnTo>
                  <a:lnTo>
                    <a:pt x="985" y="60"/>
                  </a:lnTo>
                  <a:lnTo>
                    <a:pt x="986" y="70"/>
                  </a:lnTo>
                  <a:lnTo>
                    <a:pt x="987" y="60"/>
                  </a:lnTo>
                  <a:lnTo>
                    <a:pt x="988" y="70"/>
                  </a:lnTo>
                  <a:lnTo>
                    <a:pt x="989" y="60"/>
                  </a:lnTo>
                  <a:lnTo>
                    <a:pt x="990" y="60"/>
                  </a:lnTo>
                  <a:lnTo>
                    <a:pt x="991" y="50"/>
                  </a:lnTo>
                  <a:lnTo>
                    <a:pt x="992" y="40"/>
                  </a:lnTo>
                  <a:lnTo>
                    <a:pt x="994" y="40"/>
                  </a:lnTo>
                  <a:lnTo>
                    <a:pt x="994" y="30"/>
                  </a:lnTo>
                  <a:lnTo>
                    <a:pt x="995" y="30"/>
                  </a:lnTo>
                  <a:lnTo>
                    <a:pt x="997" y="40"/>
                  </a:lnTo>
                  <a:lnTo>
                    <a:pt x="998" y="30"/>
                  </a:lnTo>
                  <a:lnTo>
                    <a:pt x="998" y="40"/>
                  </a:lnTo>
                  <a:lnTo>
                    <a:pt x="1000" y="50"/>
                  </a:lnTo>
                  <a:lnTo>
                    <a:pt x="1001" y="50"/>
                  </a:lnTo>
                  <a:lnTo>
                    <a:pt x="1002" y="60"/>
                  </a:lnTo>
                  <a:lnTo>
                    <a:pt x="1003" y="50"/>
                  </a:lnTo>
                  <a:lnTo>
                    <a:pt x="1004" y="50"/>
                  </a:lnTo>
                  <a:lnTo>
                    <a:pt x="1005" y="40"/>
                  </a:lnTo>
                  <a:lnTo>
                    <a:pt x="1006" y="30"/>
                  </a:lnTo>
                  <a:lnTo>
                    <a:pt x="1007" y="30"/>
                  </a:lnTo>
                  <a:lnTo>
                    <a:pt x="1008" y="20"/>
                  </a:lnTo>
                  <a:lnTo>
                    <a:pt x="1009" y="20"/>
                  </a:lnTo>
                  <a:lnTo>
                    <a:pt x="1010" y="20"/>
                  </a:lnTo>
                  <a:lnTo>
                    <a:pt x="1011" y="20"/>
                  </a:lnTo>
                  <a:lnTo>
                    <a:pt x="1012" y="30"/>
                  </a:lnTo>
                  <a:lnTo>
                    <a:pt x="1013" y="30"/>
                  </a:lnTo>
                  <a:lnTo>
                    <a:pt x="1014" y="30"/>
                  </a:lnTo>
                  <a:lnTo>
                    <a:pt x="1015" y="40"/>
                  </a:lnTo>
                  <a:lnTo>
                    <a:pt x="1017" y="50"/>
                  </a:lnTo>
                  <a:lnTo>
                    <a:pt x="1017" y="60"/>
                  </a:lnTo>
                  <a:lnTo>
                    <a:pt x="1018" y="60"/>
                  </a:lnTo>
                  <a:lnTo>
                    <a:pt x="1020" y="60"/>
                  </a:lnTo>
                  <a:lnTo>
                    <a:pt x="1021" y="50"/>
                  </a:lnTo>
                  <a:lnTo>
                    <a:pt x="1022" y="60"/>
                  </a:lnTo>
                  <a:lnTo>
                    <a:pt x="1023" y="90"/>
                  </a:lnTo>
                  <a:lnTo>
                    <a:pt x="1024" y="121"/>
                  </a:lnTo>
                  <a:lnTo>
                    <a:pt x="1025" y="141"/>
                  </a:lnTo>
                  <a:lnTo>
                    <a:pt x="1026" y="151"/>
                  </a:lnTo>
                  <a:lnTo>
                    <a:pt x="1027" y="191"/>
                  </a:lnTo>
                  <a:lnTo>
                    <a:pt x="1028" y="241"/>
                  </a:lnTo>
                  <a:lnTo>
                    <a:pt x="1029" y="312"/>
                  </a:lnTo>
                  <a:lnTo>
                    <a:pt x="1030" y="372"/>
                  </a:lnTo>
                  <a:lnTo>
                    <a:pt x="1031" y="412"/>
                  </a:lnTo>
                  <a:lnTo>
                    <a:pt x="1032" y="452"/>
                  </a:lnTo>
                  <a:lnTo>
                    <a:pt x="1033" y="492"/>
                  </a:lnTo>
                  <a:lnTo>
                    <a:pt x="1034" y="543"/>
                  </a:lnTo>
                  <a:lnTo>
                    <a:pt x="1035" y="593"/>
                  </a:lnTo>
                  <a:lnTo>
                    <a:pt x="1036" y="623"/>
                  </a:lnTo>
                  <a:lnTo>
                    <a:pt x="1037" y="643"/>
                  </a:lnTo>
                  <a:lnTo>
                    <a:pt x="1038" y="643"/>
                  </a:lnTo>
                  <a:lnTo>
                    <a:pt x="1039" y="663"/>
                  </a:lnTo>
                  <a:lnTo>
                    <a:pt x="1041" y="674"/>
                  </a:lnTo>
                  <a:lnTo>
                    <a:pt x="1041" y="704"/>
                  </a:lnTo>
                  <a:lnTo>
                    <a:pt x="1042" y="744"/>
                  </a:lnTo>
                  <a:lnTo>
                    <a:pt x="1044" y="784"/>
                  </a:lnTo>
                  <a:lnTo>
                    <a:pt x="1045" y="834"/>
                  </a:lnTo>
                  <a:lnTo>
                    <a:pt x="1045" y="875"/>
                  </a:lnTo>
                  <a:lnTo>
                    <a:pt x="1047" y="915"/>
                  </a:lnTo>
                  <a:lnTo>
                    <a:pt x="1048" y="965"/>
                  </a:lnTo>
                  <a:lnTo>
                    <a:pt x="1049" y="1005"/>
                  </a:lnTo>
                  <a:lnTo>
                    <a:pt x="1050" y="1066"/>
                  </a:lnTo>
                  <a:lnTo>
                    <a:pt x="1051" y="1096"/>
                  </a:lnTo>
                  <a:lnTo>
                    <a:pt x="1052" y="1116"/>
                  </a:lnTo>
                  <a:lnTo>
                    <a:pt x="1053" y="1126"/>
                  </a:lnTo>
                  <a:lnTo>
                    <a:pt x="1054" y="1136"/>
                  </a:lnTo>
                  <a:lnTo>
                    <a:pt x="1055" y="1146"/>
                  </a:lnTo>
                  <a:lnTo>
                    <a:pt x="1056" y="1156"/>
                  </a:lnTo>
                  <a:lnTo>
                    <a:pt x="1057" y="1166"/>
                  </a:lnTo>
                  <a:lnTo>
                    <a:pt x="1058" y="1176"/>
                  </a:lnTo>
                  <a:lnTo>
                    <a:pt x="1059" y="1176"/>
                  </a:lnTo>
                  <a:lnTo>
                    <a:pt x="1060" y="1176"/>
                  </a:lnTo>
                  <a:lnTo>
                    <a:pt x="1061" y="1176"/>
                  </a:lnTo>
                  <a:lnTo>
                    <a:pt x="1062" y="1176"/>
                  </a:lnTo>
                  <a:lnTo>
                    <a:pt x="1063" y="1176"/>
                  </a:lnTo>
                  <a:lnTo>
                    <a:pt x="1064" y="1186"/>
                  </a:lnTo>
                  <a:lnTo>
                    <a:pt x="1065" y="1196"/>
                  </a:lnTo>
                  <a:lnTo>
                    <a:pt x="1066" y="1196"/>
                  </a:lnTo>
                  <a:lnTo>
                    <a:pt x="1068" y="1196"/>
                  </a:lnTo>
                  <a:lnTo>
                    <a:pt x="1069" y="1206"/>
                  </a:lnTo>
                  <a:lnTo>
                    <a:pt x="1069" y="1226"/>
                  </a:lnTo>
                  <a:lnTo>
                    <a:pt x="1071" y="1267"/>
                  </a:lnTo>
                  <a:lnTo>
                    <a:pt x="1072" y="1317"/>
                  </a:lnTo>
                  <a:lnTo>
                    <a:pt x="1073" y="1377"/>
                  </a:lnTo>
                  <a:lnTo>
                    <a:pt x="1074" y="1437"/>
                  </a:lnTo>
                  <a:lnTo>
                    <a:pt x="1075" y="1498"/>
                  </a:lnTo>
                  <a:lnTo>
                    <a:pt x="1076" y="1568"/>
                  </a:lnTo>
                  <a:lnTo>
                    <a:pt x="1077" y="1638"/>
                  </a:lnTo>
                  <a:lnTo>
                    <a:pt x="1078" y="1689"/>
                  </a:lnTo>
                  <a:lnTo>
                    <a:pt x="1079" y="1729"/>
                  </a:lnTo>
                  <a:lnTo>
                    <a:pt x="1080" y="1749"/>
                  </a:lnTo>
                  <a:lnTo>
                    <a:pt x="1081" y="1759"/>
                  </a:lnTo>
                  <a:lnTo>
                    <a:pt x="1082" y="1759"/>
                  </a:lnTo>
                  <a:lnTo>
                    <a:pt x="1083" y="1749"/>
                  </a:lnTo>
                  <a:lnTo>
                    <a:pt x="1084" y="1739"/>
                  </a:lnTo>
                  <a:lnTo>
                    <a:pt x="1085" y="1729"/>
                  </a:lnTo>
                  <a:lnTo>
                    <a:pt x="1086" y="1709"/>
                  </a:lnTo>
                  <a:lnTo>
                    <a:pt x="1088" y="1699"/>
                  </a:lnTo>
                  <a:lnTo>
                    <a:pt x="1088" y="1689"/>
                  </a:lnTo>
                  <a:lnTo>
                    <a:pt x="1089" y="1679"/>
                  </a:lnTo>
                  <a:lnTo>
                    <a:pt x="1091" y="1659"/>
                  </a:lnTo>
                  <a:lnTo>
                    <a:pt x="1092" y="1638"/>
                  </a:lnTo>
                  <a:lnTo>
                    <a:pt x="1092" y="1628"/>
                  </a:lnTo>
                  <a:lnTo>
                    <a:pt x="1094" y="1618"/>
                  </a:lnTo>
                  <a:lnTo>
                    <a:pt x="1095" y="1608"/>
                  </a:lnTo>
                  <a:lnTo>
                    <a:pt x="1096" y="1598"/>
                  </a:lnTo>
                  <a:lnTo>
                    <a:pt x="1097" y="1588"/>
                  </a:lnTo>
                  <a:lnTo>
                    <a:pt x="1098" y="1578"/>
                  </a:lnTo>
                  <a:lnTo>
                    <a:pt x="1099" y="1568"/>
                  </a:lnTo>
                  <a:lnTo>
                    <a:pt x="1100" y="1568"/>
                  </a:lnTo>
                  <a:lnTo>
                    <a:pt x="1101" y="1568"/>
                  </a:lnTo>
                  <a:lnTo>
                    <a:pt x="1102" y="1558"/>
                  </a:lnTo>
                  <a:lnTo>
                    <a:pt x="1103" y="1548"/>
                  </a:lnTo>
                  <a:lnTo>
                    <a:pt x="1104" y="1538"/>
                  </a:lnTo>
                  <a:lnTo>
                    <a:pt x="1105" y="1538"/>
                  </a:lnTo>
                  <a:lnTo>
                    <a:pt x="1106" y="1538"/>
                  </a:lnTo>
                  <a:lnTo>
                    <a:pt x="1107" y="1528"/>
                  </a:lnTo>
                  <a:lnTo>
                    <a:pt x="1108" y="1528"/>
                  </a:lnTo>
                  <a:lnTo>
                    <a:pt x="1109" y="1528"/>
                  </a:lnTo>
                  <a:lnTo>
                    <a:pt x="1110" y="1528"/>
                  </a:lnTo>
                  <a:lnTo>
                    <a:pt x="1111" y="1528"/>
                  </a:lnTo>
                  <a:lnTo>
                    <a:pt x="1112" y="1528"/>
                  </a:lnTo>
                  <a:lnTo>
                    <a:pt x="1113" y="1528"/>
                  </a:lnTo>
                  <a:lnTo>
                    <a:pt x="1115" y="1528"/>
                  </a:lnTo>
                  <a:lnTo>
                    <a:pt x="1116" y="1518"/>
                  </a:lnTo>
                  <a:lnTo>
                    <a:pt x="1116" y="1518"/>
                  </a:lnTo>
                  <a:lnTo>
                    <a:pt x="1118" y="1508"/>
                  </a:lnTo>
                  <a:lnTo>
                    <a:pt x="1119" y="1498"/>
                  </a:lnTo>
                  <a:lnTo>
                    <a:pt x="1120" y="1488"/>
                  </a:lnTo>
                  <a:lnTo>
                    <a:pt x="1121" y="1478"/>
                  </a:lnTo>
                  <a:lnTo>
                    <a:pt x="1122" y="1468"/>
                  </a:lnTo>
                  <a:lnTo>
                    <a:pt x="1123" y="1458"/>
                  </a:lnTo>
                  <a:lnTo>
                    <a:pt x="1124" y="1437"/>
                  </a:lnTo>
                  <a:lnTo>
                    <a:pt x="1125" y="1428"/>
                  </a:lnTo>
                  <a:lnTo>
                    <a:pt x="1126" y="1417"/>
                  </a:lnTo>
                  <a:lnTo>
                    <a:pt x="1127" y="1407"/>
                  </a:lnTo>
                  <a:lnTo>
                    <a:pt x="1128" y="1397"/>
                  </a:lnTo>
                  <a:lnTo>
                    <a:pt x="1129" y="1387"/>
                  </a:lnTo>
                  <a:lnTo>
                    <a:pt x="1130" y="1377"/>
                  </a:lnTo>
                  <a:lnTo>
                    <a:pt x="1131" y="1367"/>
                  </a:lnTo>
                  <a:lnTo>
                    <a:pt x="1132" y="1357"/>
                  </a:lnTo>
                  <a:lnTo>
                    <a:pt x="1133" y="1357"/>
                  </a:lnTo>
                  <a:lnTo>
                    <a:pt x="1134" y="1357"/>
                  </a:lnTo>
                  <a:lnTo>
                    <a:pt x="1135" y="1357"/>
                  </a:lnTo>
                  <a:lnTo>
                    <a:pt x="1136" y="1357"/>
                  </a:lnTo>
                  <a:lnTo>
                    <a:pt x="1137" y="1357"/>
                  </a:lnTo>
                  <a:lnTo>
                    <a:pt x="1139" y="1357"/>
                  </a:lnTo>
                  <a:lnTo>
                    <a:pt x="1139" y="1357"/>
                  </a:lnTo>
                  <a:lnTo>
                    <a:pt x="1140" y="1357"/>
                  </a:lnTo>
                  <a:lnTo>
                    <a:pt x="1142" y="1357"/>
                  </a:lnTo>
                  <a:lnTo>
                    <a:pt x="1143" y="1357"/>
                  </a:lnTo>
                  <a:lnTo>
                    <a:pt x="1143" y="1357"/>
                  </a:lnTo>
                  <a:lnTo>
                    <a:pt x="1145" y="1357"/>
                  </a:lnTo>
                  <a:lnTo>
                    <a:pt x="1146" y="1357"/>
                  </a:lnTo>
                  <a:lnTo>
                    <a:pt x="1147" y="1357"/>
                  </a:lnTo>
                  <a:lnTo>
                    <a:pt x="1148" y="1357"/>
                  </a:lnTo>
                  <a:lnTo>
                    <a:pt x="1149" y="1357"/>
                  </a:lnTo>
                  <a:lnTo>
                    <a:pt x="1150" y="1357"/>
                  </a:lnTo>
                  <a:lnTo>
                    <a:pt x="1151" y="1357"/>
                  </a:lnTo>
                  <a:lnTo>
                    <a:pt x="1152" y="1357"/>
                  </a:lnTo>
                  <a:lnTo>
                    <a:pt x="1153" y="1357"/>
                  </a:lnTo>
                  <a:lnTo>
                    <a:pt x="1154" y="1357"/>
                  </a:lnTo>
                  <a:lnTo>
                    <a:pt x="1155" y="1357"/>
                  </a:lnTo>
                  <a:lnTo>
                    <a:pt x="1156" y="1357"/>
                  </a:lnTo>
                  <a:lnTo>
                    <a:pt x="1157" y="1357"/>
                  </a:lnTo>
                  <a:lnTo>
                    <a:pt x="1158" y="1357"/>
                  </a:lnTo>
                  <a:lnTo>
                    <a:pt x="1159" y="1367"/>
                  </a:lnTo>
                  <a:lnTo>
                    <a:pt x="1160" y="1367"/>
                  </a:lnTo>
                  <a:lnTo>
                    <a:pt x="1162" y="1367"/>
                  </a:lnTo>
                  <a:lnTo>
                    <a:pt x="1162" y="1367"/>
                  </a:lnTo>
                  <a:lnTo>
                    <a:pt x="1163" y="1367"/>
                  </a:lnTo>
                  <a:lnTo>
                    <a:pt x="1165" y="1367"/>
                  </a:lnTo>
                  <a:lnTo>
                    <a:pt x="1166" y="1377"/>
                  </a:lnTo>
                  <a:lnTo>
                    <a:pt x="1167" y="1387"/>
                  </a:lnTo>
                  <a:lnTo>
                    <a:pt x="1168" y="1397"/>
                  </a:lnTo>
                  <a:lnTo>
                    <a:pt x="1169" y="1397"/>
                  </a:lnTo>
                  <a:lnTo>
                    <a:pt x="1170" y="1407"/>
                  </a:lnTo>
                  <a:lnTo>
                    <a:pt x="1171" y="1417"/>
                  </a:lnTo>
                  <a:lnTo>
                    <a:pt x="1172" y="1437"/>
                  </a:lnTo>
                  <a:lnTo>
                    <a:pt x="1173" y="1447"/>
                  </a:lnTo>
                  <a:lnTo>
                    <a:pt x="1174" y="1468"/>
                  </a:lnTo>
                  <a:lnTo>
                    <a:pt x="1175" y="1468"/>
                  </a:lnTo>
                  <a:lnTo>
                    <a:pt x="1176" y="1478"/>
                  </a:lnTo>
                  <a:lnTo>
                    <a:pt x="1177" y="1488"/>
                  </a:lnTo>
                  <a:lnTo>
                    <a:pt x="1178" y="1498"/>
                  </a:lnTo>
                  <a:lnTo>
                    <a:pt x="1179" y="1498"/>
                  </a:lnTo>
                  <a:lnTo>
                    <a:pt x="1180" y="1498"/>
                  </a:lnTo>
                  <a:lnTo>
                    <a:pt x="1181" y="1488"/>
                  </a:lnTo>
                  <a:lnTo>
                    <a:pt x="1182" y="1488"/>
                  </a:lnTo>
                  <a:lnTo>
                    <a:pt x="1183" y="1478"/>
                  </a:lnTo>
                  <a:lnTo>
                    <a:pt x="1184" y="1478"/>
                  </a:lnTo>
                  <a:lnTo>
                    <a:pt x="1186" y="1468"/>
                  </a:lnTo>
                  <a:lnTo>
                    <a:pt x="1186" y="1458"/>
                  </a:lnTo>
                  <a:lnTo>
                    <a:pt x="1187" y="1447"/>
                  </a:lnTo>
                  <a:lnTo>
                    <a:pt x="1189" y="1447"/>
                  </a:lnTo>
                  <a:lnTo>
                    <a:pt x="1190" y="1447"/>
                  </a:lnTo>
                  <a:lnTo>
                    <a:pt x="1190" y="1458"/>
                  </a:lnTo>
                  <a:lnTo>
                    <a:pt x="1192" y="1468"/>
                  </a:lnTo>
                  <a:lnTo>
                    <a:pt x="1193" y="1478"/>
                  </a:lnTo>
                  <a:lnTo>
                    <a:pt x="1194" y="1498"/>
                  </a:lnTo>
                  <a:lnTo>
                    <a:pt x="1195" y="1518"/>
                  </a:lnTo>
                  <a:lnTo>
                    <a:pt x="1196" y="1538"/>
                  </a:lnTo>
                  <a:lnTo>
                    <a:pt x="1197" y="1548"/>
                  </a:lnTo>
                  <a:lnTo>
                    <a:pt x="1198" y="1558"/>
                  </a:lnTo>
                  <a:lnTo>
                    <a:pt x="1199" y="1568"/>
                  </a:lnTo>
                  <a:lnTo>
                    <a:pt x="1200" y="1568"/>
                  </a:lnTo>
                  <a:lnTo>
                    <a:pt x="1201" y="1578"/>
                  </a:lnTo>
                  <a:lnTo>
                    <a:pt x="1202" y="1588"/>
                  </a:lnTo>
                  <a:lnTo>
                    <a:pt x="1203" y="1588"/>
                  </a:lnTo>
                  <a:lnTo>
                    <a:pt x="1204" y="1588"/>
                  </a:lnTo>
                  <a:lnTo>
                    <a:pt x="1205" y="1588"/>
                  </a:lnTo>
                  <a:lnTo>
                    <a:pt x="1206" y="1598"/>
                  </a:lnTo>
                  <a:lnTo>
                    <a:pt x="1207" y="1608"/>
                  </a:lnTo>
                  <a:lnTo>
                    <a:pt x="1208" y="1618"/>
                  </a:lnTo>
                  <a:lnTo>
                    <a:pt x="1209" y="1628"/>
                  </a:lnTo>
                  <a:lnTo>
                    <a:pt x="1210" y="1618"/>
                  </a:lnTo>
                  <a:lnTo>
                    <a:pt x="1211" y="1608"/>
                  </a:lnTo>
                  <a:lnTo>
                    <a:pt x="1213" y="1598"/>
                  </a:lnTo>
                  <a:lnTo>
                    <a:pt x="1214" y="1588"/>
                  </a:lnTo>
                  <a:lnTo>
                    <a:pt x="1215" y="1568"/>
                  </a:lnTo>
                  <a:lnTo>
                    <a:pt x="1216" y="1548"/>
                  </a:lnTo>
                  <a:lnTo>
                    <a:pt x="1217" y="1528"/>
                  </a:lnTo>
                  <a:lnTo>
                    <a:pt x="1218" y="1508"/>
                  </a:lnTo>
                  <a:lnTo>
                    <a:pt x="1219" y="1488"/>
                  </a:lnTo>
                  <a:lnTo>
                    <a:pt x="1220" y="1478"/>
                  </a:lnTo>
                  <a:lnTo>
                    <a:pt x="1221" y="1468"/>
                  </a:lnTo>
                  <a:lnTo>
                    <a:pt x="1222" y="1468"/>
                  </a:lnTo>
                  <a:lnTo>
                    <a:pt x="1223" y="1458"/>
                  </a:lnTo>
                  <a:lnTo>
                    <a:pt x="1224" y="1458"/>
                  </a:lnTo>
                  <a:lnTo>
                    <a:pt x="1225" y="1458"/>
                  </a:lnTo>
                  <a:lnTo>
                    <a:pt x="1226" y="1458"/>
                  </a:lnTo>
                  <a:lnTo>
                    <a:pt x="1227" y="1458"/>
                  </a:lnTo>
                  <a:lnTo>
                    <a:pt x="1228" y="1458"/>
                  </a:lnTo>
                  <a:lnTo>
                    <a:pt x="1229" y="1458"/>
                  </a:lnTo>
                  <a:lnTo>
                    <a:pt x="1230" y="1447"/>
                  </a:lnTo>
                  <a:lnTo>
                    <a:pt x="1231" y="1437"/>
                  </a:lnTo>
                  <a:lnTo>
                    <a:pt x="1233" y="1428"/>
                  </a:lnTo>
                  <a:lnTo>
                    <a:pt x="1233" y="1428"/>
                  </a:lnTo>
                  <a:lnTo>
                    <a:pt x="1234" y="1417"/>
                  </a:lnTo>
                  <a:lnTo>
                    <a:pt x="1236" y="1407"/>
                  </a:lnTo>
                  <a:lnTo>
                    <a:pt x="1237" y="1397"/>
                  </a:lnTo>
                  <a:lnTo>
                    <a:pt x="1237" y="1377"/>
                  </a:lnTo>
                  <a:lnTo>
                    <a:pt x="1239" y="1357"/>
                  </a:lnTo>
                  <a:lnTo>
                    <a:pt x="1240" y="1337"/>
                  </a:lnTo>
                  <a:lnTo>
                    <a:pt x="1241" y="1317"/>
                  </a:lnTo>
                  <a:lnTo>
                    <a:pt x="1242" y="1307"/>
                  </a:lnTo>
                  <a:lnTo>
                    <a:pt x="1243" y="1287"/>
                  </a:lnTo>
                  <a:lnTo>
                    <a:pt x="1244" y="1276"/>
                  </a:lnTo>
                  <a:lnTo>
                    <a:pt x="1245" y="1257"/>
                  </a:lnTo>
                  <a:lnTo>
                    <a:pt x="1246" y="1226"/>
                  </a:lnTo>
                  <a:lnTo>
                    <a:pt x="1247" y="1206"/>
                  </a:lnTo>
                  <a:lnTo>
                    <a:pt x="1248" y="1186"/>
                  </a:lnTo>
                  <a:lnTo>
                    <a:pt x="1249" y="1176"/>
                  </a:lnTo>
                  <a:lnTo>
                    <a:pt x="1250" y="1156"/>
                  </a:lnTo>
                  <a:lnTo>
                    <a:pt x="1251" y="1136"/>
                  </a:lnTo>
                  <a:lnTo>
                    <a:pt x="1252" y="1116"/>
                  </a:lnTo>
                  <a:lnTo>
                    <a:pt x="1253" y="1096"/>
                  </a:lnTo>
                  <a:lnTo>
                    <a:pt x="1254" y="1085"/>
                  </a:lnTo>
                  <a:lnTo>
                    <a:pt x="1255" y="1085"/>
                  </a:lnTo>
                  <a:lnTo>
                    <a:pt x="1256" y="1085"/>
                  </a:lnTo>
                  <a:lnTo>
                    <a:pt x="1257" y="1085"/>
                  </a:lnTo>
                  <a:lnTo>
                    <a:pt x="1258" y="1085"/>
                  </a:lnTo>
                  <a:lnTo>
                    <a:pt x="1260" y="1085"/>
                  </a:lnTo>
                  <a:lnTo>
                    <a:pt x="1261" y="1085"/>
                  </a:lnTo>
                  <a:lnTo>
                    <a:pt x="1261" y="1085"/>
                  </a:lnTo>
                  <a:lnTo>
                    <a:pt x="1263" y="1085"/>
                  </a:lnTo>
                  <a:lnTo>
                    <a:pt x="1264" y="1085"/>
                  </a:lnTo>
                  <a:lnTo>
                    <a:pt x="1265" y="1085"/>
                  </a:lnTo>
                  <a:lnTo>
                    <a:pt x="1266" y="1096"/>
                  </a:lnTo>
                  <a:lnTo>
                    <a:pt x="1267" y="1106"/>
                  </a:lnTo>
                  <a:lnTo>
                    <a:pt x="1268" y="1106"/>
                  </a:lnTo>
                  <a:lnTo>
                    <a:pt x="1269" y="1106"/>
                  </a:lnTo>
                  <a:lnTo>
                    <a:pt x="1270" y="1106"/>
                  </a:lnTo>
                  <a:lnTo>
                    <a:pt x="1271" y="1106"/>
                  </a:lnTo>
                  <a:lnTo>
                    <a:pt x="1272" y="1106"/>
                  </a:lnTo>
                  <a:lnTo>
                    <a:pt x="1273" y="1106"/>
                  </a:lnTo>
                  <a:lnTo>
                    <a:pt x="1274" y="1106"/>
                  </a:lnTo>
                  <a:lnTo>
                    <a:pt x="1275" y="1096"/>
                  </a:lnTo>
                  <a:lnTo>
                    <a:pt x="1276" y="1096"/>
                  </a:lnTo>
                  <a:lnTo>
                    <a:pt x="1277" y="1096"/>
                  </a:lnTo>
                  <a:lnTo>
                    <a:pt x="1278" y="1106"/>
                  </a:lnTo>
                  <a:lnTo>
                    <a:pt x="1279" y="1106"/>
                  </a:lnTo>
                  <a:lnTo>
                    <a:pt x="1280" y="1116"/>
                  </a:lnTo>
                  <a:lnTo>
                    <a:pt x="1281" y="1126"/>
                  </a:lnTo>
                  <a:lnTo>
                    <a:pt x="1283" y="1126"/>
                  </a:lnTo>
                  <a:lnTo>
                    <a:pt x="1284" y="1136"/>
                  </a:lnTo>
                  <a:lnTo>
                    <a:pt x="1284" y="1136"/>
                  </a:lnTo>
                  <a:lnTo>
                    <a:pt x="1286" y="1126"/>
                  </a:lnTo>
                  <a:lnTo>
                    <a:pt x="1287" y="1126"/>
                  </a:lnTo>
                  <a:lnTo>
                    <a:pt x="1288" y="1116"/>
                  </a:lnTo>
                  <a:lnTo>
                    <a:pt x="1289" y="1126"/>
                  </a:lnTo>
                  <a:lnTo>
                    <a:pt x="1290" y="1116"/>
                  </a:lnTo>
                  <a:lnTo>
                    <a:pt x="1291" y="1106"/>
                  </a:lnTo>
                  <a:lnTo>
                    <a:pt x="1292" y="1106"/>
                  </a:lnTo>
                  <a:lnTo>
                    <a:pt x="1293" y="1096"/>
                  </a:lnTo>
                  <a:lnTo>
                    <a:pt x="1294" y="1096"/>
                  </a:lnTo>
                  <a:lnTo>
                    <a:pt x="1295" y="1096"/>
                  </a:lnTo>
                  <a:lnTo>
                    <a:pt x="1296" y="1096"/>
                  </a:lnTo>
                  <a:lnTo>
                    <a:pt x="1297" y="1096"/>
                  </a:lnTo>
                  <a:lnTo>
                    <a:pt x="1298" y="1085"/>
                  </a:lnTo>
                  <a:lnTo>
                    <a:pt x="1299" y="1085"/>
                  </a:lnTo>
                  <a:lnTo>
                    <a:pt x="1300" y="1085"/>
                  </a:lnTo>
                  <a:lnTo>
                    <a:pt x="1301" y="1085"/>
                  </a:lnTo>
                  <a:lnTo>
                    <a:pt x="1302" y="1085"/>
                  </a:lnTo>
                  <a:lnTo>
                    <a:pt x="1303" y="1085"/>
                  </a:lnTo>
                  <a:lnTo>
                    <a:pt x="1304" y="1085"/>
                  </a:lnTo>
                  <a:lnTo>
                    <a:pt x="1305" y="1085"/>
                  </a:lnTo>
                  <a:lnTo>
                    <a:pt x="1307" y="1096"/>
                  </a:lnTo>
                  <a:lnTo>
                    <a:pt x="1308" y="1096"/>
                  </a:lnTo>
                  <a:lnTo>
                    <a:pt x="1308" y="1096"/>
                  </a:lnTo>
                  <a:lnTo>
                    <a:pt x="1310" y="1096"/>
                  </a:lnTo>
                  <a:lnTo>
                    <a:pt x="1311" y="1096"/>
                  </a:lnTo>
                  <a:lnTo>
                    <a:pt x="1312" y="1096"/>
                  </a:lnTo>
                  <a:lnTo>
                    <a:pt x="1313" y="1096"/>
                  </a:lnTo>
                  <a:lnTo>
                    <a:pt x="1314" y="1096"/>
                  </a:lnTo>
                  <a:lnTo>
                    <a:pt x="1315" y="1106"/>
                  </a:lnTo>
                  <a:lnTo>
                    <a:pt x="1316" y="1106"/>
                  </a:lnTo>
                  <a:lnTo>
                    <a:pt x="1317" y="1116"/>
                  </a:lnTo>
                  <a:lnTo>
                    <a:pt x="1318" y="1126"/>
                  </a:lnTo>
                  <a:lnTo>
                    <a:pt x="1319" y="1136"/>
                  </a:lnTo>
                  <a:lnTo>
                    <a:pt x="1320" y="1146"/>
                  </a:lnTo>
                  <a:lnTo>
                    <a:pt x="1321" y="1156"/>
                  </a:lnTo>
                  <a:lnTo>
                    <a:pt x="1322" y="1166"/>
                  </a:lnTo>
                  <a:lnTo>
                    <a:pt x="1323" y="1176"/>
                  </a:lnTo>
                  <a:lnTo>
                    <a:pt x="1324" y="1176"/>
                  </a:lnTo>
                  <a:lnTo>
                    <a:pt x="1325" y="1176"/>
                  </a:lnTo>
                  <a:lnTo>
                    <a:pt x="1326" y="1176"/>
                  </a:lnTo>
                  <a:lnTo>
                    <a:pt x="1327" y="1176"/>
                  </a:lnTo>
                  <a:lnTo>
                    <a:pt x="1328" y="1176"/>
                  </a:lnTo>
                  <a:lnTo>
                    <a:pt x="1329" y="1166"/>
                  </a:lnTo>
                  <a:lnTo>
                    <a:pt x="1331" y="1156"/>
                  </a:lnTo>
                  <a:lnTo>
                    <a:pt x="1331" y="1156"/>
                  </a:lnTo>
                  <a:lnTo>
                    <a:pt x="1332" y="1146"/>
                  </a:lnTo>
                  <a:lnTo>
                    <a:pt x="1334" y="1136"/>
                  </a:lnTo>
                  <a:lnTo>
                    <a:pt x="1335" y="1126"/>
                  </a:lnTo>
                  <a:lnTo>
                    <a:pt x="1336" y="1126"/>
                  </a:lnTo>
                  <a:lnTo>
                    <a:pt x="1337" y="1126"/>
                  </a:lnTo>
                  <a:lnTo>
                    <a:pt x="1338" y="1116"/>
                  </a:lnTo>
                  <a:lnTo>
                    <a:pt x="1339" y="1126"/>
                  </a:lnTo>
                  <a:lnTo>
                    <a:pt x="1340" y="1136"/>
                  </a:lnTo>
                  <a:lnTo>
                    <a:pt x="1341" y="1136"/>
                  </a:lnTo>
                  <a:lnTo>
                    <a:pt x="1342" y="1146"/>
                  </a:lnTo>
                  <a:lnTo>
                    <a:pt x="1343" y="1146"/>
                  </a:lnTo>
                  <a:lnTo>
                    <a:pt x="1344" y="1146"/>
                  </a:lnTo>
                  <a:lnTo>
                    <a:pt x="1345" y="1136"/>
                  </a:lnTo>
                  <a:lnTo>
                    <a:pt x="1346" y="1126"/>
                  </a:lnTo>
                  <a:lnTo>
                    <a:pt x="1347" y="1126"/>
                  </a:lnTo>
                  <a:lnTo>
                    <a:pt x="1348" y="1116"/>
                  </a:lnTo>
                  <a:lnTo>
                    <a:pt x="1349" y="1116"/>
                  </a:lnTo>
                  <a:lnTo>
                    <a:pt x="1350" y="1116"/>
                  </a:lnTo>
                  <a:lnTo>
                    <a:pt x="1351" y="1106"/>
                  </a:lnTo>
                  <a:lnTo>
                    <a:pt x="1352" y="1106"/>
                  </a:lnTo>
                  <a:lnTo>
                    <a:pt x="1354" y="1106"/>
                  </a:lnTo>
                  <a:lnTo>
                    <a:pt x="1355" y="1116"/>
                  </a:lnTo>
                  <a:lnTo>
                    <a:pt x="1355" y="1116"/>
                  </a:lnTo>
                  <a:lnTo>
                    <a:pt x="1357" y="1116"/>
                  </a:lnTo>
                  <a:lnTo>
                    <a:pt x="1358" y="1116"/>
                  </a:lnTo>
                  <a:lnTo>
                    <a:pt x="1359" y="1106"/>
                  </a:lnTo>
                  <a:lnTo>
                    <a:pt x="1360" y="1096"/>
                  </a:lnTo>
                  <a:lnTo>
                    <a:pt x="1361" y="1096"/>
                  </a:lnTo>
                  <a:lnTo>
                    <a:pt x="1362" y="1096"/>
                  </a:lnTo>
                  <a:lnTo>
                    <a:pt x="1363" y="1096"/>
                  </a:lnTo>
                  <a:lnTo>
                    <a:pt x="1364" y="1085"/>
                  </a:lnTo>
                  <a:lnTo>
                    <a:pt x="1365" y="1085"/>
                  </a:lnTo>
                  <a:lnTo>
                    <a:pt x="1366" y="1085"/>
                  </a:lnTo>
                  <a:lnTo>
                    <a:pt x="1367" y="1085"/>
                  </a:lnTo>
                  <a:lnTo>
                    <a:pt x="1368" y="1085"/>
                  </a:lnTo>
                  <a:lnTo>
                    <a:pt x="1369" y="1096"/>
                  </a:lnTo>
                  <a:lnTo>
                    <a:pt x="1370" y="1096"/>
                  </a:lnTo>
                  <a:lnTo>
                    <a:pt x="1371" y="1096"/>
                  </a:lnTo>
                  <a:lnTo>
                    <a:pt x="1372" y="1096"/>
                  </a:lnTo>
                  <a:lnTo>
                    <a:pt x="1373" y="1096"/>
                  </a:lnTo>
                  <a:lnTo>
                    <a:pt x="1374" y="1096"/>
                  </a:lnTo>
                  <a:lnTo>
                    <a:pt x="1375" y="1106"/>
                  </a:lnTo>
                  <a:lnTo>
                    <a:pt x="1376" y="1106"/>
                  </a:lnTo>
                  <a:lnTo>
                    <a:pt x="1378" y="1106"/>
                  </a:lnTo>
                  <a:lnTo>
                    <a:pt x="1378" y="1106"/>
                  </a:lnTo>
                  <a:lnTo>
                    <a:pt x="1379" y="1106"/>
                  </a:lnTo>
                  <a:lnTo>
                    <a:pt x="1381" y="1106"/>
                  </a:lnTo>
                  <a:lnTo>
                    <a:pt x="1382" y="1106"/>
                  </a:lnTo>
                  <a:lnTo>
                    <a:pt x="1383" y="1116"/>
                  </a:lnTo>
                  <a:lnTo>
                    <a:pt x="1384" y="1116"/>
                  </a:lnTo>
                  <a:lnTo>
                    <a:pt x="1385" y="1116"/>
                  </a:lnTo>
                  <a:lnTo>
                    <a:pt x="1386" y="1126"/>
                  </a:lnTo>
                  <a:lnTo>
                    <a:pt x="1387" y="1126"/>
                  </a:lnTo>
                  <a:lnTo>
                    <a:pt x="1388" y="1116"/>
                  </a:lnTo>
                  <a:lnTo>
                    <a:pt x="1389" y="1116"/>
                  </a:lnTo>
                  <a:lnTo>
                    <a:pt x="1390" y="1116"/>
                  </a:lnTo>
                  <a:lnTo>
                    <a:pt x="1391" y="1116"/>
                  </a:lnTo>
                  <a:lnTo>
                    <a:pt x="1392" y="1106"/>
                  </a:lnTo>
                  <a:lnTo>
                    <a:pt x="1393" y="1106"/>
                  </a:lnTo>
                  <a:lnTo>
                    <a:pt x="1394" y="1096"/>
                  </a:lnTo>
                  <a:lnTo>
                    <a:pt x="1395" y="1085"/>
                  </a:lnTo>
                  <a:lnTo>
                    <a:pt x="1396" y="1085"/>
                  </a:lnTo>
                  <a:lnTo>
                    <a:pt x="1397" y="1085"/>
                  </a:lnTo>
                  <a:lnTo>
                    <a:pt x="1398" y="1085"/>
                  </a:lnTo>
                  <a:lnTo>
                    <a:pt x="1399" y="1085"/>
                  </a:lnTo>
                  <a:lnTo>
                    <a:pt x="1400" y="1085"/>
                  </a:lnTo>
                  <a:lnTo>
                    <a:pt x="1402" y="1085"/>
                  </a:lnTo>
                  <a:lnTo>
                    <a:pt x="1402" y="1085"/>
                  </a:lnTo>
                  <a:lnTo>
                    <a:pt x="1403" y="1085"/>
                  </a:lnTo>
                  <a:lnTo>
                    <a:pt x="1405" y="1085"/>
                  </a:lnTo>
                  <a:lnTo>
                    <a:pt x="1406" y="1085"/>
                  </a:lnTo>
                  <a:lnTo>
                    <a:pt x="1406" y="1085"/>
                  </a:lnTo>
                  <a:lnTo>
                    <a:pt x="1408" y="1085"/>
                  </a:lnTo>
                  <a:lnTo>
                    <a:pt x="1409" y="1085"/>
                  </a:lnTo>
                  <a:lnTo>
                    <a:pt x="1410" y="1085"/>
                  </a:lnTo>
                  <a:lnTo>
                    <a:pt x="1411" y="1075"/>
                  </a:lnTo>
                  <a:lnTo>
                    <a:pt x="1412" y="1066"/>
                  </a:lnTo>
                  <a:lnTo>
                    <a:pt x="1413" y="1055"/>
                  </a:lnTo>
                  <a:lnTo>
                    <a:pt x="1414" y="1045"/>
                  </a:lnTo>
                  <a:lnTo>
                    <a:pt x="1415" y="1035"/>
                  </a:lnTo>
                  <a:lnTo>
                    <a:pt x="1416" y="1025"/>
                  </a:lnTo>
                  <a:lnTo>
                    <a:pt x="1417" y="1015"/>
                  </a:lnTo>
                  <a:lnTo>
                    <a:pt x="1418" y="1005"/>
                  </a:lnTo>
                  <a:lnTo>
                    <a:pt x="1419" y="995"/>
                  </a:lnTo>
                  <a:lnTo>
                    <a:pt x="1420" y="995"/>
                  </a:lnTo>
                  <a:lnTo>
                    <a:pt x="1421" y="995"/>
                  </a:lnTo>
                  <a:lnTo>
                    <a:pt x="1422" y="995"/>
                  </a:lnTo>
                  <a:lnTo>
                    <a:pt x="1423" y="995"/>
                  </a:lnTo>
                  <a:lnTo>
                    <a:pt x="1425" y="1005"/>
                  </a:lnTo>
                  <a:lnTo>
                    <a:pt x="1425" y="1005"/>
                  </a:lnTo>
                  <a:lnTo>
                    <a:pt x="1426" y="1005"/>
                  </a:lnTo>
                  <a:lnTo>
                    <a:pt x="1428" y="1005"/>
                  </a:lnTo>
                  <a:lnTo>
                    <a:pt x="1429" y="1005"/>
                  </a:lnTo>
                  <a:lnTo>
                    <a:pt x="1430" y="1005"/>
                  </a:lnTo>
                  <a:lnTo>
                    <a:pt x="1431" y="1015"/>
                  </a:lnTo>
                  <a:lnTo>
                    <a:pt x="1432" y="1015"/>
                  </a:lnTo>
                  <a:lnTo>
                    <a:pt x="1433" y="1015"/>
                  </a:lnTo>
                  <a:lnTo>
                    <a:pt x="1434" y="1005"/>
                  </a:lnTo>
                  <a:lnTo>
                    <a:pt x="1435" y="1005"/>
                  </a:lnTo>
                  <a:lnTo>
                    <a:pt x="1436" y="1005"/>
                  </a:lnTo>
                  <a:lnTo>
                    <a:pt x="1437" y="1005"/>
                  </a:lnTo>
                  <a:lnTo>
                    <a:pt x="1438" y="1015"/>
                  </a:lnTo>
                  <a:lnTo>
                    <a:pt x="1439" y="1025"/>
                  </a:lnTo>
                  <a:lnTo>
                    <a:pt x="1440" y="1015"/>
                  </a:lnTo>
                  <a:lnTo>
                    <a:pt x="1441" y="1015"/>
                  </a:lnTo>
                  <a:lnTo>
                    <a:pt x="1442" y="1015"/>
                  </a:lnTo>
                  <a:lnTo>
                    <a:pt x="1443" y="1015"/>
                  </a:lnTo>
                  <a:lnTo>
                    <a:pt x="1444" y="1015"/>
                  </a:lnTo>
                  <a:lnTo>
                    <a:pt x="1445" y="1015"/>
                  </a:lnTo>
                  <a:lnTo>
                    <a:pt x="1446" y="1015"/>
                  </a:lnTo>
                  <a:lnTo>
                    <a:pt x="1447" y="1005"/>
                  </a:lnTo>
                  <a:lnTo>
                    <a:pt x="1449" y="995"/>
                  </a:lnTo>
                  <a:lnTo>
                    <a:pt x="1449" y="995"/>
                  </a:lnTo>
                  <a:lnTo>
                    <a:pt x="1450" y="995"/>
                  </a:lnTo>
                  <a:lnTo>
                    <a:pt x="1452" y="1005"/>
                  </a:lnTo>
                  <a:lnTo>
                    <a:pt x="1453" y="1005"/>
                  </a:lnTo>
                  <a:lnTo>
                    <a:pt x="1453" y="1005"/>
                  </a:lnTo>
                  <a:lnTo>
                    <a:pt x="1455" y="1005"/>
                  </a:lnTo>
                  <a:lnTo>
                    <a:pt x="1456" y="1015"/>
                  </a:lnTo>
                  <a:lnTo>
                    <a:pt x="1457" y="1015"/>
                  </a:lnTo>
                  <a:lnTo>
                    <a:pt x="1458" y="1015"/>
                  </a:lnTo>
                  <a:lnTo>
                    <a:pt x="1459" y="1015"/>
                  </a:lnTo>
                  <a:lnTo>
                    <a:pt x="1460" y="1015"/>
                  </a:lnTo>
                  <a:lnTo>
                    <a:pt x="1461" y="1005"/>
                  </a:lnTo>
                  <a:lnTo>
                    <a:pt x="1462" y="1005"/>
                  </a:lnTo>
                  <a:lnTo>
                    <a:pt x="1463" y="1005"/>
                  </a:lnTo>
                  <a:lnTo>
                    <a:pt x="1464" y="1005"/>
                  </a:lnTo>
                  <a:lnTo>
                    <a:pt x="1465" y="995"/>
                  </a:lnTo>
                  <a:lnTo>
                    <a:pt x="1466" y="995"/>
                  </a:lnTo>
                  <a:lnTo>
                    <a:pt x="1467" y="995"/>
                  </a:lnTo>
                  <a:lnTo>
                    <a:pt x="1468" y="995"/>
                  </a:lnTo>
                  <a:lnTo>
                    <a:pt x="1469" y="995"/>
                  </a:lnTo>
                  <a:lnTo>
                    <a:pt x="1470" y="995"/>
                  </a:lnTo>
                  <a:lnTo>
                    <a:pt x="1471" y="995"/>
                  </a:lnTo>
                  <a:lnTo>
                    <a:pt x="1472" y="1005"/>
                  </a:lnTo>
                  <a:lnTo>
                    <a:pt x="1473" y="1005"/>
                  </a:lnTo>
                  <a:lnTo>
                    <a:pt x="1474" y="1005"/>
                  </a:lnTo>
                  <a:lnTo>
                    <a:pt x="1476" y="1005"/>
                  </a:lnTo>
                  <a:lnTo>
                    <a:pt x="1477" y="995"/>
                  </a:lnTo>
                  <a:lnTo>
                    <a:pt x="1477" y="995"/>
                  </a:lnTo>
                  <a:lnTo>
                    <a:pt x="1479" y="995"/>
                  </a:lnTo>
                  <a:lnTo>
                    <a:pt x="1480" y="995"/>
                  </a:lnTo>
                  <a:lnTo>
                    <a:pt x="1481" y="995"/>
                  </a:lnTo>
                  <a:lnTo>
                    <a:pt x="1482" y="985"/>
                  </a:lnTo>
                  <a:lnTo>
                    <a:pt x="1483" y="985"/>
                  </a:lnTo>
                  <a:lnTo>
                    <a:pt x="1484" y="985"/>
                  </a:lnTo>
                  <a:lnTo>
                    <a:pt x="1485" y="985"/>
                  </a:lnTo>
                  <a:lnTo>
                    <a:pt x="1486" y="995"/>
                  </a:lnTo>
                  <a:lnTo>
                    <a:pt x="1487" y="995"/>
                  </a:lnTo>
                  <a:lnTo>
                    <a:pt x="1488" y="995"/>
                  </a:lnTo>
                  <a:lnTo>
                    <a:pt x="1489" y="995"/>
                  </a:lnTo>
                  <a:lnTo>
                    <a:pt x="1490" y="995"/>
                  </a:lnTo>
                  <a:lnTo>
                    <a:pt x="1491" y="995"/>
                  </a:lnTo>
                  <a:lnTo>
                    <a:pt x="1492" y="985"/>
                  </a:lnTo>
                  <a:lnTo>
                    <a:pt x="1493" y="975"/>
                  </a:lnTo>
                  <a:lnTo>
                    <a:pt x="1494" y="965"/>
                  </a:lnTo>
                  <a:lnTo>
                    <a:pt x="1496" y="965"/>
                  </a:lnTo>
                  <a:lnTo>
                    <a:pt x="1496" y="955"/>
                  </a:lnTo>
                  <a:lnTo>
                    <a:pt x="1497" y="955"/>
                  </a:lnTo>
                  <a:lnTo>
                    <a:pt x="1499" y="955"/>
                  </a:lnTo>
                  <a:lnTo>
                    <a:pt x="1500" y="955"/>
                  </a:lnTo>
                  <a:lnTo>
                    <a:pt x="1500" y="955"/>
                  </a:lnTo>
                  <a:lnTo>
                    <a:pt x="1502" y="965"/>
                  </a:lnTo>
                  <a:lnTo>
                    <a:pt x="1503" y="965"/>
                  </a:lnTo>
                  <a:lnTo>
                    <a:pt x="1504" y="965"/>
                  </a:lnTo>
                  <a:lnTo>
                    <a:pt x="1505" y="955"/>
                  </a:lnTo>
                  <a:lnTo>
                    <a:pt x="1506" y="965"/>
                  </a:lnTo>
                  <a:lnTo>
                    <a:pt x="1507" y="955"/>
                  </a:lnTo>
                  <a:lnTo>
                    <a:pt x="1508" y="945"/>
                  </a:lnTo>
                  <a:lnTo>
                    <a:pt x="1509" y="935"/>
                  </a:lnTo>
                  <a:lnTo>
                    <a:pt x="1510" y="935"/>
                  </a:lnTo>
                  <a:lnTo>
                    <a:pt x="1511" y="935"/>
                  </a:lnTo>
                  <a:lnTo>
                    <a:pt x="1512" y="945"/>
                  </a:lnTo>
                  <a:lnTo>
                    <a:pt x="1513" y="945"/>
                  </a:lnTo>
                  <a:lnTo>
                    <a:pt x="1514" y="945"/>
                  </a:lnTo>
                  <a:lnTo>
                    <a:pt x="1515" y="935"/>
                  </a:lnTo>
                  <a:lnTo>
                    <a:pt x="1516" y="935"/>
                  </a:lnTo>
                  <a:lnTo>
                    <a:pt x="1517" y="945"/>
                  </a:lnTo>
                  <a:lnTo>
                    <a:pt x="1518" y="945"/>
                  </a:lnTo>
                  <a:lnTo>
                    <a:pt x="1519" y="945"/>
                  </a:lnTo>
                  <a:lnTo>
                    <a:pt x="1520" y="935"/>
                  </a:lnTo>
                  <a:lnTo>
                    <a:pt x="1521" y="925"/>
                  </a:lnTo>
                  <a:lnTo>
                    <a:pt x="1523" y="925"/>
                  </a:lnTo>
                  <a:lnTo>
                    <a:pt x="1524" y="925"/>
                  </a:lnTo>
                  <a:lnTo>
                    <a:pt x="1524" y="925"/>
                  </a:lnTo>
                  <a:lnTo>
                    <a:pt x="1526" y="925"/>
                  </a:lnTo>
                  <a:lnTo>
                    <a:pt x="1527" y="915"/>
                  </a:lnTo>
                  <a:lnTo>
                    <a:pt x="1528" y="915"/>
                  </a:lnTo>
                  <a:lnTo>
                    <a:pt x="1529" y="905"/>
                  </a:lnTo>
                  <a:lnTo>
                    <a:pt x="1530" y="915"/>
                  </a:lnTo>
                  <a:lnTo>
                    <a:pt x="1531" y="915"/>
                  </a:lnTo>
                  <a:lnTo>
                    <a:pt x="1532" y="915"/>
                  </a:lnTo>
                  <a:lnTo>
                    <a:pt x="1533" y="915"/>
                  </a:lnTo>
                  <a:lnTo>
                    <a:pt x="1534" y="915"/>
                  </a:lnTo>
                  <a:lnTo>
                    <a:pt x="1535" y="925"/>
                  </a:lnTo>
                  <a:lnTo>
                    <a:pt x="1536" y="925"/>
                  </a:lnTo>
                  <a:lnTo>
                    <a:pt x="1537" y="925"/>
                  </a:lnTo>
                  <a:lnTo>
                    <a:pt x="1538" y="925"/>
                  </a:lnTo>
                  <a:lnTo>
                    <a:pt x="1539" y="915"/>
                  </a:lnTo>
                  <a:lnTo>
                    <a:pt x="1540" y="915"/>
                  </a:lnTo>
                  <a:lnTo>
                    <a:pt x="1541" y="915"/>
                  </a:lnTo>
                  <a:lnTo>
                    <a:pt x="1542" y="915"/>
                  </a:lnTo>
                  <a:lnTo>
                    <a:pt x="1543" y="915"/>
                  </a:lnTo>
                  <a:lnTo>
                    <a:pt x="1544" y="905"/>
                  </a:lnTo>
                  <a:lnTo>
                    <a:pt x="1545" y="905"/>
                  </a:lnTo>
                  <a:lnTo>
                    <a:pt x="1547" y="905"/>
                  </a:lnTo>
                  <a:lnTo>
                    <a:pt x="1547" y="905"/>
                  </a:lnTo>
                  <a:lnTo>
                    <a:pt x="1548" y="905"/>
                  </a:lnTo>
                  <a:lnTo>
                    <a:pt x="1550" y="905"/>
                  </a:lnTo>
                  <a:lnTo>
                    <a:pt x="1551" y="905"/>
                  </a:lnTo>
                  <a:lnTo>
                    <a:pt x="1552" y="905"/>
                  </a:lnTo>
                  <a:lnTo>
                    <a:pt x="1553" y="905"/>
                  </a:lnTo>
                  <a:lnTo>
                    <a:pt x="1554" y="905"/>
                  </a:lnTo>
                  <a:lnTo>
                    <a:pt x="1555" y="895"/>
                  </a:lnTo>
                  <a:lnTo>
                    <a:pt x="1556" y="884"/>
                  </a:lnTo>
                  <a:lnTo>
                    <a:pt x="1557" y="875"/>
                  </a:lnTo>
                  <a:lnTo>
                    <a:pt x="1558" y="875"/>
                  </a:lnTo>
                  <a:lnTo>
                    <a:pt x="1559" y="875"/>
                  </a:lnTo>
                  <a:lnTo>
                    <a:pt x="1560" y="875"/>
                  </a:lnTo>
                  <a:lnTo>
                    <a:pt x="1561" y="875"/>
                  </a:lnTo>
                  <a:lnTo>
                    <a:pt x="1562" y="875"/>
                  </a:lnTo>
                  <a:lnTo>
                    <a:pt x="1563" y="875"/>
                  </a:lnTo>
                  <a:lnTo>
                    <a:pt x="1564" y="884"/>
                  </a:lnTo>
                  <a:lnTo>
                    <a:pt x="1565" y="895"/>
                  </a:lnTo>
                  <a:lnTo>
                    <a:pt x="1566" y="905"/>
                  </a:lnTo>
                  <a:lnTo>
                    <a:pt x="1567" y="905"/>
                  </a:lnTo>
                  <a:lnTo>
                    <a:pt x="1568" y="905"/>
                  </a:lnTo>
                  <a:lnTo>
                    <a:pt x="1570" y="895"/>
                  </a:lnTo>
                  <a:lnTo>
                    <a:pt x="1571" y="895"/>
                  </a:lnTo>
                  <a:lnTo>
                    <a:pt x="1571" y="895"/>
                  </a:lnTo>
                  <a:lnTo>
                    <a:pt x="1573" y="895"/>
                  </a:lnTo>
                  <a:lnTo>
                    <a:pt x="1574" y="895"/>
                  </a:lnTo>
                  <a:lnTo>
                    <a:pt x="1575" y="895"/>
                  </a:lnTo>
                  <a:lnTo>
                    <a:pt x="1576" y="895"/>
                  </a:lnTo>
                  <a:lnTo>
                    <a:pt x="1577" y="895"/>
                  </a:lnTo>
                  <a:lnTo>
                    <a:pt x="1578" y="895"/>
                  </a:lnTo>
                  <a:lnTo>
                    <a:pt x="1579" y="905"/>
                  </a:lnTo>
                  <a:lnTo>
                    <a:pt x="1580" y="905"/>
                  </a:lnTo>
                  <a:lnTo>
                    <a:pt x="1581" y="895"/>
                  </a:lnTo>
                  <a:lnTo>
                    <a:pt x="1582" y="884"/>
                  </a:lnTo>
                  <a:lnTo>
                    <a:pt x="1583" y="884"/>
                  </a:lnTo>
                  <a:lnTo>
                    <a:pt x="1584" y="884"/>
                  </a:lnTo>
                  <a:lnTo>
                    <a:pt x="1585" y="875"/>
                  </a:lnTo>
                  <a:lnTo>
                    <a:pt x="1586" y="864"/>
                  </a:lnTo>
                  <a:lnTo>
                    <a:pt x="1587" y="864"/>
                  </a:lnTo>
                  <a:lnTo>
                    <a:pt x="1588" y="864"/>
                  </a:lnTo>
                  <a:lnTo>
                    <a:pt x="1589" y="864"/>
                  </a:lnTo>
                  <a:lnTo>
                    <a:pt x="1590" y="875"/>
                  </a:lnTo>
                  <a:lnTo>
                    <a:pt x="1591" y="884"/>
                  </a:lnTo>
                  <a:lnTo>
                    <a:pt x="1592" y="884"/>
                  </a:lnTo>
                  <a:lnTo>
                    <a:pt x="1594" y="884"/>
                  </a:lnTo>
                  <a:lnTo>
                    <a:pt x="1594" y="884"/>
                  </a:lnTo>
                  <a:lnTo>
                    <a:pt x="1595" y="895"/>
                  </a:lnTo>
                  <a:lnTo>
                    <a:pt x="1597" y="884"/>
                  </a:lnTo>
                  <a:lnTo>
                    <a:pt x="1598" y="884"/>
                  </a:lnTo>
                  <a:lnTo>
                    <a:pt x="1599" y="875"/>
                  </a:lnTo>
                  <a:lnTo>
                    <a:pt x="1600" y="864"/>
                  </a:lnTo>
                  <a:lnTo>
                    <a:pt x="1601" y="864"/>
                  </a:lnTo>
                  <a:lnTo>
                    <a:pt x="1602" y="854"/>
                  </a:lnTo>
                  <a:lnTo>
                    <a:pt x="1603" y="844"/>
                  </a:lnTo>
                  <a:lnTo>
                    <a:pt x="1604" y="854"/>
                  </a:lnTo>
                  <a:lnTo>
                    <a:pt x="1605" y="854"/>
                  </a:lnTo>
                  <a:lnTo>
                    <a:pt x="1606" y="864"/>
                  </a:lnTo>
                  <a:lnTo>
                    <a:pt x="1607" y="864"/>
                  </a:lnTo>
                  <a:lnTo>
                    <a:pt x="1608" y="864"/>
                  </a:lnTo>
                  <a:lnTo>
                    <a:pt x="1609" y="875"/>
                  </a:lnTo>
                  <a:lnTo>
                    <a:pt x="1610" y="875"/>
                  </a:lnTo>
                  <a:lnTo>
                    <a:pt x="1611" y="875"/>
                  </a:lnTo>
                  <a:lnTo>
                    <a:pt x="1612" y="884"/>
                  </a:lnTo>
                  <a:lnTo>
                    <a:pt x="1613" y="884"/>
                  </a:lnTo>
                  <a:lnTo>
                    <a:pt x="1614" y="884"/>
                  </a:lnTo>
                  <a:lnTo>
                    <a:pt x="1615" y="884"/>
                  </a:lnTo>
                  <a:lnTo>
                    <a:pt x="1616" y="884"/>
                  </a:lnTo>
                  <a:lnTo>
                    <a:pt x="1618" y="895"/>
                  </a:lnTo>
                  <a:lnTo>
                    <a:pt x="1618" y="895"/>
                  </a:lnTo>
                  <a:lnTo>
                    <a:pt x="1619" y="895"/>
                  </a:lnTo>
                  <a:lnTo>
                    <a:pt x="1621" y="905"/>
                  </a:lnTo>
                  <a:lnTo>
                    <a:pt x="1622" y="905"/>
                  </a:lnTo>
                  <a:lnTo>
                    <a:pt x="1622" y="895"/>
                  </a:lnTo>
                  <a:lnTo>
                    <a:pt x="1624" y="884"/>
                  </a:lnTo>
                  <a:lnTo>
                    <a:pt x="1625" y="884"/>
                  </a:lnTo>
                  <a:lnTo>
                    <a:pt x="1626" y="875"/>
                  </a:lnTo>
                  <a:lnTo>
                    <a:pt x="1627" y="875"/>
                  </a:lnTo>
                  <a:lnTo>
                    <a:pt x="1628" y="864"/>
                  </a:lnTo>
                  <a:lnTo>
                    <a:pt x="1629" y="854"/>
                  </a:lnTo>
                  <a:lnTo>
                    <a:pt x="1630" y="844"/>
                  </a:lnTo>
                  <a:lnTo>
                    <a:pt x="1631" y="844"/>
                  </a:lnTo>
                  <a:lnTo>
                    <a:pt x="1632" y="844"/>
                  </a:lnTo>
                  <a:lnTo>
                    <a:pt x="1633" y="854"/>
                  </a:lnTo>
                  <a:lnTo>
                    <a:pt x="1634" y="854"/>
                  </a:lnTo>
                  <a:lnTo>
                    <a:pt x="1635" y="864"/>
                  </a:lnTo>
                  <a:lnTo>
                    <a:pt x="1636" y="864"/>
                  </a:lnTo>
                  <a:lnTo>
                    <a:pt x="1637" y="875"/>
                  </a:lnTo>
                  <a:lnTo>
                    <a:pt x="1638" y="875"/>
                  </a:lnTo>
                  <a:lnTo>
                    <a:pt x="1639" y="875"/>
                  </a:lnTo>
                  <a:lnTo>
                    <a:pt x="1641" y="875"/>
                  </a:lnTo>
                  <a:lnTo>
                    <a:pt x="1641" y="875"/>
                  </a:lnTo>
                  <a:lnTo>
                    <a:pt x="1642" y="864"/>
                  </a:lnTo>
                  <a:lnTo>
                    <a:pt x="1644" y="854"/>
                  </a:lnTo>
                  <a:lnTo>
                    <a:pt x="1645" y="834"/>
                  </a:lnTo>
                  <a:lnTo>
                    <a:pt x="1646" y="824"/>
                  </a:lnTo>
                  <a:lnTo>
                    <a:pt x="1647" y="814"/>
                  </a:lnTo>
                  <a:lnTo>
                    <a:pt x="1648" y="814"/>
                  </a:lnTo>
                  <a:lnTo>
                    <a:pt x="1649" y="814"/>
                  </a:lnTo>
                  <a:lnTo>
                    <a:pt x="1650" y="804"/>
                  </a:lnTo>
                  <a:lnTo>
                    <a:pt x="1651" y="804"/>
                  </a:lnTo>
                  <a:lnTo>
                    <a:pt x="1652" y="814"/>
                  </a:lnTo>
                  <a:lnTo>
                    <a:pt x="1653" y="814"/>
                  </a:lnTo>
                  <a:lnTo>
                    <a:pt x="1654" y="824"/>
                  </a:lnTo>
                  <a:lnTo>
                    <a:pt x="1655" y="824"/>
                  </a:lnTo>
                  <a:lnTo>
                    <a:pt x="1656" y="824"/>
                  </a:lnTo>
                  <a:lnTo>
                    <a:pt x="1657" y="824"/>
                  </a:lnTo>
                  <a:lnTo>
                    <a:pt x="1658" y="824"/>
                  </a:lnTo>
                  <a:lnTo>
                    <a:pt x="1659" y="824"/>
                  </a:lnTo>
                  <a:lnTo>
                    <a:pt x="1660" y="824"/>
                  </a:lnTo>
                  <a:lnTo>
                    <a:pt x="1661" y="814"/>
                  </a:lnTo>
                  <a:lnTo>
                    <a:pt x="1662" y="814"/>
                  </a:lnTo>
                  <a:lnTo>
                    <a:pt x="1663" y="814"/>
                  </a:lnTo>
                  <a:lnTo>
                    <a:pt x="1665" y="814"/>
                  </a:lnTo>
                  <a:lnTo>
                    <a:pt x="1665" y="814"/>
                  </a:lnTo>
                  <a:lnTo>
                    <a:pt x="1666" y="814"/>
                  </a:lnTo>
                  <a:lnTo>
                    <a:pt x="1668" y="814"/>
                  </a:lnTo>
                  <a:lnTo>
                    <a:pt x="1669" y="814"/>
                  </a:lnTo>
                  <a:lnTo>
                    <a:pt x="1669" y="814"/>
                  </a:lnTo>
                  <a:lnTo>
                    <a:pt x="1671" y="814"/>
                  </a:lnTo>
                  <a:lnTo>
                    <a:pt x="1672" y="814"/>
                  </a:lnTo>
                  <a:lnTo>
                    <a:pt x="1673" y="814"/>
                  </a:lnTo>
                  <a:lnTo>
                    <a:pt x="1674" y="814"/>
                  </a:lnTo>
                  <a:lnTo>
                    <a:pt x="1675" y="814"/>
                  </a:lnTo>
                  <a:lnTo>
                    <a:pt x="1676" y="814"/>
                  </a:lnTo>
                  <a:lnTo>
                    <a:pt x="1677" y="824"/>
                  </a:lnTo>
                  <a:lnTo>
                    <a:pt x="1678" y="824"/>
                  </a:lnTo>
                  <a:lnTo>
                    <a:pt x="1679" y="824"/>
                  </a:lnTo>
                  <a:lnTo>
                    <a:pt x="1680" y="834"/>
                  </a:lnTo>
                  <a:lnTo>
                    <a:pt x="1681" y="834"/>
                  </a:lnTo>
                  <a:lnTo>
                    <a:pt x="1682" y="834"/>
                  </a:lnTo>
                  <a:lnTo>
                    <a:pt x="1683" y="834"/>
                  </a:lnTo>
                  <a:lnTo>
                    <a:pt x="1684" y="844"/>
                  </a:lnTo>
                  <a:lnTo>
                    <a:pt x="1685" y="854"/>
                  </a:lnTo>
                  <a:lnTo>
                    <a:pt x="1686" y="844"/>
                  </a:lnTo>
                  <a:lnTo>
                    <a:pt x="1687" y="854"/>
                  </a:lnTo>
                  <a:lnTo>
                    <a:pt x="1688" y="864"/>
                  </a:lnTo>
                  <a:lnTo>
                    <a:pt x="1689" y="854"/>
                  </a:lnTo>
                  <a:lnTo>
                    <a:pt x="1690" y="864"/>
                  </a:lnTo>
                  <a:lnTo>
                    <a:pt x="1692" y="864"/>
                  </a:lnTo>
                  <a:lnTo>
                    <a:pt x="1693" y="864"/>
                  </a:lnTo>
                  <a:lnTo>
                    <a:pt x="1693" y="854"/>
                  </a:lnTo>
                  <a:lnTo>
                    <a:pt x="1695" y="844"/>
                  </a:lnTo>
                  <a:lnTo>
                    <a:pt x="1696" y="854"/>
                  </a:lnTo>
                  <a:lnTo>
                    <a:pt x="1697" y="854"/>
                  </a:lnTo>
                  <a:lnTo>
                    <a:pt x="1698" y="844"/>
                  </a:lnTo>
                  <a:lnTo>
                    <a:pt x="1699" y="854"/>
                  </a:lnTo>
                  <a:lnTo>
                    <a:pt x="1700" y="844"/>
                  </a:lnTo>
                  <a:lnTo>
                    <a:pt x="1701" y="854"/>
                  </a:lnTo>
                  <a:lnTo>
                    <a:pt x="1702" y="854"/>
                  </a:lnTo>
                  <a:lnTo>
                    <a:pt x="1703" y="854"/>
                  </a:lnTo>
                  <a:lnTo>
                    <a:pt x="1704" y="854"/>
                  </a:lnTo>
                  <a:lnTo>
                    <a:pt x="1705" y="844"/>
                  </a:lnTo>
                  <a:lnTo>
                    <a:pt x="1706" y="834"/>
                  </a:lnTo>
                  <a:lnTo>
                    <a:pt x="1707" y="834"/>
                  </a:lnTo>
                  <a:lnTo>
                    <a:pt x="1708" y="824"/>
                  </a:lnTo>
                  <a:lnTo>
                    <a:pt x="1709" y="834"/>
                  </a:lnTo>
                  <a:lnTo>
                    <a:pt x="1710" y="824"/>
                  </a:lnTo>
                  <a:lnTo>
                    <a:pt x="1712" y="824"/>
                  </a:lnTo>
                  <a:lnTo>
                    <a:pt x="1712" y="824"/>
                  </a:lnTo>
                  <a:lnTo>
                    <a:pt x="1713" y="824"/>
                  </a:lnTo>
                  <a:lnTo>
                    <a:pt x="1715" y="824"/>
                  </a:lnTo>
                  <a:lnTo>
                    <a:pt x="1716" y="824"/>
                  </a:lnTo>
                  <a:lnTo>
                    <a:pt x="1716" y="824"/>
                  </a:lnTo>
                  <a:lnTo>
                    <a:pt x="1718" y="824"/>
                  </a:lnTo>
                  <a:lnTo>
                    <a:pt x="1719" y="814"/>
                  </a:lnTo>
                  <a:lnTo>
                    <a:pt x="1720" y="814"/>
                  </a:lnTo>
                  <a:lnTo>
                    <a:pt x="1721" y="824"/>
                  </a:lnTo>
                  <a:lnTo>
                    <a:pt x="1722" y="824"/>
                  </a:lnTo>
                  <a:lnTo>
                    <a:pt x="1723" y="824"/>
                  </a:lnTo>
                  <a:lnTo>
                    <a:pt x="1724" y="824"/>
                  </a:lnTo>
                  <a:lnTo>
                    <a:pt x="1725" y="824"/>
                  </a:lnTo>
                  <a:lnTo>
                    <a:pt x="1726" y="824"/>
                  </a:lnTo>
                  <a:lnTo>
                    <a:pt x="1727" y="824"/>
                  </a:lnTo>
                  <a:lnTo>
                    <a:pt x="1728" y="834"/>
                  </a:lnTo>
                  <a:lnTo>
                    <a:pt x="1729" y="834"/>
                  </a:lnTo>
                  <a:lnTo>
                    <a:pt x="1730" y="824"/>
                  </a:lnTo>
                  <a:lnTo>
                    <a:pt x="1731" y="824"/>
                  </a:lnTo>
                  <a:lnTo>
                    <a:pt x="1732" y="824"/>
                  </a:lnTo>
                  <a:lnTo>
                    <a:pt x="1733" y="824"/>
                  </a:lnTo>
                  <a:lnTo>
                    <a:pt x="1734" y="824"/>
                  </a:lnTo>
                  <a:lnTo>
                    <a:pt x="1735" y="824"/>
                  </a:lnTo>
                  <a:lnTo>
                    <a:pt x="1736" y="824"/>
                  </a:lnTo>
                  <a:lnTo>
                    <a:pt x="1737" y="814"/>
                  </a:lnTo>
                  <a:lnTo>
                    <a:pt x="1739" y="814"/>
                  </a:lnTo>
                  <a:lnTo>
                    <a:pt x="1740" y="814"/>
                  </a:lnTo>
                  <a:lnTo>
                    <a:pt x="1740" y="814"/>
                  </a:lnTo>
                  <a:lnTo>
                    <a:pt x="1742" y="814"/>
                  </a:lnTo>
                  <a:lnTo>
                    <a:pt x="1743" y="814"/>
                  </a:lnTo>
                  <a:lnTo>
                    <a:pt x="1744" y="814"/>
                  </a:lnTo>
                  <a:lnTo>
                    <a:pt x="1745" y="814"/>
                  </a:lnTo>
                  <a:lnTo>
                    <a:pt x="1746" y="804"/>
                  </a:lnTo>
                  <a:lnTo>
                    <a:pt x="1747" y="794"/>
                  </a:lnTo>
                  <a:lnTo>
                    <a:pt x="1748" y="784"/>
                  </a:lnTo>
                  <a:lnTo>
                    <a:pt x="1749" y="774"/>
                  </a:lnTo>
                  <a:lnTo>
                    <a:pt x="1750" y="764"/>
                  </a:lnTo>
                  <a:lnTo>
                    <a:pt x="1751" y="754"/>
                  </a:lnTo>
                  <a:lnTo>
                    <a:pt x="1752" y="744"/>
                  </a:lnTo>
                  <a:lnTo>
                    <a:pt x="1753" y="734"/>
                  </a:lnTo>
                  <a:lnTo>
                    <a:pt x="1754" y="724"/>
                  </a:lnTo>
                  <a:lnTo>
                    <a:pt x="1755" y="724"/>
                  </a:lnTo>
                  <a:lnTo>
                    <a:pt x="1756" y="724"/>
                  </a:lnTo>
                  <a:lnTo>
                    <a:pt x="1757" y="724"/>
                  </a:lnTo>
                  <a:lnTo>
                    <a:pt x="1758" y="724"/>
                  </a:lnTo>
                  <a:lnTo>
                    <a:pt x="1759" y="724"/>
                  </a:lnTo>
                  <a:lnTo>
                    <a:pt x="1760" y="724"/>
                  </a:lnTo>
                  <a:lnTo>
                    <a:pt x="1761" y="724"/>
                  </a:lnTo>
                  <a:lnTo>
                    <a:pt x="1763" y="734"/>
                  </a:lnTo>
                  <a:lnTo>
                    <a:pt x="1763" y="734"/>
                  </a:lnTo>
                  <a:lnTo>
                    <a:pt x="1765" y="734"/>
                  </a:lnTo>
                  <a:lnTo>
                    <a:pt x="1766" y="734"/>
                  </a:lnTo>
                  <a:lnTo>
                    <a:pt x="1767" y="734"/>
                  </a:lnTo>
                  <a:lnTo>
                    <a:pt x="1768" y="734"/>
                  </a:lnTo>
                  <a:lnTo>
                    <a:pt x="1769" y="734"/>
                  </a:lnTo>
                  <a:lnTo>
                    <a:pt x="1770" y="734"/>
                  </a:lnTo>
                  <a:lnTo>
                    <a:pt x="1771" y="734"/>
                  </a:lnTo>
                  <a:lnTo>
                    <a:pt x="1772" y="724"/>
                  </a:lnTo>
                  <a:lnTo>
                    <a:pt x="1773" y="734"/>
                  </a:lnTo>
                  <a:lnTo>
                    <a:pt x="1774" y="734"/>
                  </a:lnTo>
                  <a:lnTo>
                    <a:pt x="1775" y="734"/>
                  </a:lnTo>
                  <a:lnTo>
                    <a:pt x="1776" y="734"/>
                  </a:lnTo>
                  <a:lnTo>
                    <a:pt x="1777" y="734"/>
                  </a:lnTo>
                  <a:lnTo>
                    <a:pt x="1778" y="734"/>
                  </a:lnTo>
                  <a:lnTo>
                    <a:pt x="1779" y="734"/>
                  </a:lnTo>
                  <a:lnTo>
                    <a:pt x="1780" y="734"/>
                  </a:lnTo>
                  <a:lnTo>
                    <a:pt x="1781" y="734"/>
                  </a:lnTo>
                  <a:lnTo>
                    <a:pt x="1782" y="724"/>
                  </a:lnTo>
                  <a:lnTo>
                    <a:pt x="1783" y="724"/>
                  </a:lnTo>
                  <a:lnTo>
                    <a:pt x="1784" y="724"/>
                  </a:lnTo>
                  <a:lnTo>
                    <a:pt x="1786" y="724"/>
                  </a:lnTo>
                  <a:lnTo>
                    <a:pt x="1786" y="724"/>
                  </a:lnTo>
                  <a:lnTo>
                    <a:pt x="1787" y="724"/>
                  </a:lnTo>
                  <a:lnTo>
                    <a:pt x="1789" y="724"/>
                  </a:lnTo>
                  <a:lnTo>
                    <a:pt x="1790" y="724"/>
                  </a:lnTo>
                  <a:lnTo>
                    <a:pt x="1791" y="724"/>
                  </a:lnTo>
                  <a:lnTo>
                    <a:pt x="1792" y="724"/>
                  </a:lnTo>
                  <a:lnTo>
                    <a:pt x="1793" y="724"/>
                  </a:lnTo>
                  <a:lnTo>
                    <a:pt x="1794" y="724"/>
                  </a:lnTo>
                  <a:lnTo>
                    <a:pt x="1795" y="724"/>
                  </a:lnTo>
                  <a:lnTo>
                    <a:pt x="1796" y="724"/>
                  </a:lnTo>
                  <a:lnTo>
                    <a:pt x="1797" y="724"/>
                  </a:lnTo>
                  <a:lnTo>
                    <a:pt x="1798" y="724"/>
                  </a:lnTo>
                  <a:lnTo>
                    <a:pt x="1799" y="724"/>
                  </a:lnTo>
                  <a:lnTo>
                    <a:pt x="1800" y="724"/>
                  </a:lnTo>
                  <a:lnTo>
                    <a:pt x="1801" y="724"/>
                  </a:lnTo>
                  <a:lnTo>
                    <a:pt x="1802" y="724"/>
                  </a:lnTo>
                  <a:lnTo>
                    <a:pt x="1803" y="724"/>
                  </a:lnTo>
                  <a:lnTo>
                    <a:pt x="1804" y="724"/>
                  </a:lnTo>
                  <a:lnTo>
                    <a:pt x="1805" y="724"/>
                  </a:lnTo>
                  <a:lnTo>
                    <a:pt x="1806" y="724"/>
                  </a:lnTo>
                  <a:lnTo>
                    <a:pt x="1807" y="724"/>
                  </a:lnTo>
                  <a:lnTo>
                    <a:pt x="1808" y="724"/>
                  </a:lnTo>
                  <a:lnTo>
                    <a:pt x="1810" y="724"/>
                  </a:lnTo>
                  <a:lnTo>
                    <a:pt x="1810" y="724"/>
                  </a:lnTo>
                  <a:lnTo>
                    <a:pt x="1811" y="724"/>
                  </a:lnTo>
                  <a:lnTo>
                    <a:pt x="1813" y="724"/>
                  </a:lnTo>
                  <a:lnTo>
                    <a:pt x="1814" y="724"/>
                  </a:lnTo>
                  <a:lnTo>
                    <a:pt x="1814" y="724"/>
                  </a:lnTo>
                  <a:lnTo>
                    <a:pt x="1816" y="724"/>
                  </a:lnTo>
                  <a:lnTo>
                    <a:pt x="1817" y="724"/>
                  </a:lnTo>
                  <a:lnTo>
                    <a:pt x="1818" y="724"/>
                  </a:lnTo>
                  <a:lnTo>
                    <a:pt x="1819" y="724"/>
                  </a:lnTo>
                  <a:lnTo>
                    <a:pt x="1820" y="724"/>
                  </a:lnTo>
                  <a:lnTo>
                    <a:pt x="1821" y="724"/>
                  </a:lnTo>
                  <a:lnTo>
                    <a:pt x="1822" y="724"/>
                  </a:lnTo>
                  <a:lnTo>
                    <a:pt x="1823" y="724"/>
                  </a:lnTo>
                  <a:lnTo>
                    <a:pt x="1824" y="724"/>
                  </a:lnTo>
                  <a:lnTo>
                    <a:pt x="1825" y="724"/>
                  </a:lnTo>
                  <a:lnTo>
                    <a:pt x="1826" y="724"/>
                  </a:lnTo>
                  <a:lnTo>
                    <a:pt x="1827" y="724"/>
                  </a:lnTo>
                  <a:lnTo>
                    <a:pt x="1828" y="724"/>
                  </a:lnTo>
                  <a:lnTo>
                    <a:pt x="1829" y="724"/>
                  </a:lnTo>
                  <a:lnTo>
                    <a:pt x="1830" y="724"/>
                  </a:lnTo>
                  <a:lnTo>
                    <a:pt x="1831" y="724"/>
                  </a:lnTo>
                  <a:lnTo>
                    <a:pt x="1832" y="724"/>
                  </a:lnTo>
                  <a:lnTo>
                    <a:pt x="1833" y="724"/>
                  </a:lnTo>
                  <a:lnTo>
                    <a:pt x="1834" y="724"/>
                  </a:lnTo>
                  <a:lnTo>
                    <a:pt x="1836" y="724"/>
                  </a:lnTo>
                  <a:lnTo>
                    <a:pt x="1837" y="724"/>
                  </a:lnTo>
                  <a:lnTo>
                    <a:pt x="1838" y="724"/>
                  </a:lnTo>
                  <a:lnTo>
                    <a:pt x="1839" y="714"/>
                  </a:lnTo>
                  <a:lnTo>
                    <a:pt x="1840" y="704"/>
                  </a:lnTo>
                  <a:lnTo>
                    <a:pt x="1841" y="704"/>
                  </a:lnTo>
                  <a:lnTo>
                    <a:pt x="1842" y="704"/>
                  </a:lnTo>
                  <a:lnTo>
                    <a:pt x="1843" y="693"/>
                  </a:lnTo>
                  <a:lnTo>
                    <a:pt x="1844" y="693"/>
                  </a:lnTo>
                  <a:lnTo>
                    <a:pt x="1845" y="683"/>
                  </a:lnTo>
                  <a:lnTo>
                    <a:pt x="1846" y="674"/>
                  </a:lnTo>
                  <a:lnTo>
                    <a:pt x="1847" y="663"/>
                  </a:lnTo>
                  <a:lnTo>
                    <a:pt x="1848" y="663"/>
                  </a:lnTo>
                  <a:lnTo>
                    <a:pt x="1849" y="663"/>
                  </a:lnTo>
                  <a:lnTo>
                    <a:pt x="1850" y="653"/>
                  </a:lnTo>
                  <a:lnTo>
                    <a:pt x="1851" y="643"/>
                  </a:lnTo>
                  <a:lnTo>
                    <a:pt x="1852" y="643"/>
                  </a:lnTo>
                  <a:lnTo>
                    <a:pt x="1853" y="633"/>
                  </a:lnTo>
                  <a:lnTo>
                    <a:pt x="1854" y="643"/>
                  </a:lnTo>
                  <a:lnTo>
                    <a:pt x="1855" y="653"/>
                  </a:lnTo>
                  <a:lnTo>
                    <a:pt x="1857" y="663"/>
                  </a:lnTo>
                  <a:lnTo>
                    <a:pt x="1857" y="674"/>
                  </a:lnTo>
                  <a:lnTo>
                    <a:pt x="1858" y="683"/>
                  </a:lnTo>
                  <a:lnTo>
                    <a:pt x="1860" y="693"/>
                  </a:lnTo>
                  <a:lnTo>
                    <a:pt x="1861" y="704"/>
                  </a:lnTo>
                  <a:lnTo>
                    <a:pt x="1861" y="714"/>
                  </a:lnTo>
                  <a:lnTo>
                    <a:pt x="1863" y="714"/>
                  </a:lnTo>
                  <a:lnTo>
                    <a:pt x="1864" y="714"/>
                  </a:lnTo>
                  <a:lnTo>
                    <a:pt x="1865" y="704"/>
                  </a:lnTo>
                  <a:lnTo>
                    <a:pt x="1866" y="693"/>
                  </a:lnTo>
                  <a:lnTo>
                    <a:pt x="1867" y="683"/>
                  </a:lnTo>
                  <a:lnTo>
                    <a:pt x="1868" y="683"/>
                  </a:lnTo>
                  <a:lnTo>
                    <a:pt x="1869" y="683"/>
                  </a:lnTo>
                  <a:lnTo>
                    <a:pt x="1870" y="674"/>
                  </a:lnTo>
                  <a:lnTo>
                    <a:pt x="1871" y="674"/>
                  </a:lnTo>
                  <a:lnTo>
                    <a:pt x="1872" y="683"/>
                  </a:lnTo>
                  <a:lnTo>
                    <a:pt x="1873" y="683"/>
                  </a:lnTo>
                  <a:lnTo>
                    <a:pt x="1874" y="693"/>
                  </a:lnTo>
                  <a:lnTo>
                    <a:pt x="1875" y="704"/>
                  </a:lnTo>
                  <a:lnTo>
                    <a:pt x="1876" y="714"/>
                  </a:lnTo>
                  <a:lnTo>
                    <a:pt x="1877" y="714"/>
                  </a:lnTo>
                  <a:lnTo>
                    <a:pt x="1878" y="714"/>
                  </a:lnTo>
                  <a:lnTo>
                    <a:pt x="1879" y="714"/>
                  </a:lnTo>
                  <a:lnTo>
                    <a:pt x="1880" y="714"/>
                  </a:lnTo>
                  <a:lnTo>
                    <a:pt x="1881" y="714"/>
                  </a:lnTo>
                  <a:lnTo>
                    <a:pt x="1882" y="714"/>
                  </a:lnTo>
                  <a:lnTo>
                    <a:pt x="1884" y="714"/>
                  </a:lnTo>
                  <a:lnTo>
                    <a:pt x="1885" y="714"/>
                  </a:lnTo>
                  <a:lnTo>
                    <a:pt x="1885" y="714"/>
                  </a:lnTo>
                  <a:lnTo>
                    <a:pt x="1887" y="714"/>
                  </a:lnTo>
                  <a:lnTo>
                    <a:pt x="1888" y="714"/>
                  </a:lnTo>
                  <a:lnTo>
                    <a:pt x="1889" y="724"/>
                  </a:lnTo>
                  <a:lnTo>
                    <a:pt x="1890" y="724"/>
                  </a:lnTo>
                  <a:lnTo>
                    <a:pt x="1891" y="724"/>
                  </a:lnTo>
                  <a:lnTo>
                    <a:pt x="1892" y="724"/>
                  </a:lnTo>
                  <a:lnTo>
                    <a:pt x="1893" y="724"/>
                  </a:lnTo>
                  <a:lnTo>
                    <a:pt x="1894" y="724"/>
                  </a:lnTo>
                  <a:lnTo>
                    <a:pt x="1895" y="724"/>
                  </a:lnTo>
                  <a:lnTo>
                    <a:pt x="1896" y="714"/>
                  </a:lnTo>
                  <a:lnTo>
                    <a:pt x="1897" y="704"/>
                  </a:lnTo>
                  <a:lnTo>
                    <a:pt x="1898" y="693"/>
                  </a:lnTo>
                  <a:lnTo>
                    <a:pt x="1899" y="693"/>
                  </a:lnTo>
                  <a:lnTo>
                    <a:pt x="1900" y="683"/>
                  </a:lnTo>
                  <a:lnTo>
                    <a:pt x="1901" y="674"/>
                  </a:lnTo>
                  <a:lnTo>
                    <a:pt x="1902" y="663"/>
                  </a:lnTo>
                  <a:lnTo>
                    <a:pt x="1904" y="653"/>
                  </a:lnTo>
                  <a:lnTo>
                    <a:pt x="1904" y="643"/>
                  </a:lnTo>
                  <a:lnTo>
                    <a:pt x="1905" y="643"/>
                  </a:lnTo>
                  <a:lnTo>
                    <a:pt x="1907" y="643"/>
                  </a:lnTo>
                  <a:lnTo>
                    <a:pt x="1908" y="643"/>
                  </a:lnTo>
                  <a:lnTo>
                    <a:pt x="1908" y="633"/>
                  </a:lnTo>
                  <a:lnTo>
                    <a:pt x="1910" y="633"/>
                  </a:lnTo>
                  <a:lnTo>
                    <a:pt x="1911" y="633"/>
                  </a:lnTo>
                  <a:lnTo>
                    <a:pt x="1912" y="633"/>
                  </a:lnTo>
                  <a:lnTo>
                    <a:pt x="1913" y="633"/>
                  </a:lnTo>
                  <a:lnTo>
                    <a:pt x="1914" y="633"/>
                  </a:lnTo>
                  <a:lnTo>
                    <a:pt x="1915" y="633"/>
                  </a:lnTo>
                  <a:lnTo>
                    <a:pt x="1916" y="633"/>
                  </a:lnTo>
                  <a:lnTo>
                    <a:pt x="1917" y="633"/>
                  </a:lnTo>
                  <a:lnTo>
                    <a:pt x="1918" y="633"/>
                  </a:lnTo>
                  <a:lnTo>
                    <a:pt x="1919" y="633"/>
                  </a:lnTo>
                  <a:lnTo>
                    <a:pt x="1920" y="633"/>
                  </a:lnTo>
                  <a:lnTo>
                    <a:pt x="1921" y="633"/>
                  </a:lnTo>
                  <a:lnTo>
                    <a:pt x="1922" y="633"/>
                  </a:lnTo>
                  <a:lnTo>
                    <a:pt x="1923" y="633"/>
                  </a:lnTo>
                  <a:lnTo>
                    <a:pt x="1924" y="633"/>
                  </a:lnTo>
                  <a:lnTo>
                    <a:pt x="1925" y="633"/>
                  </a:lnTo>
                  <a:lnTo>
                    <a:pt x="1926" y="633"/>
                  </a:lnTo>
                  <a:lnTo>
                    <a:pt x="1927" y="633"/>
                  </a:lnTo>
                  <a:lnTo>
                    <a:pt x="1928" y="633"/>
                  </a:lnTo>
                  <a:lnTo>
                    <a:pt x="1929" y="633"/>
                  </a:lnTo>
                  <a:lnTo>
                    <a:pt x="1931" y="633"/>
                  </a:lnTo>
                  <a:lnTo>
                    <a:pt x="1932" y="633"/>
                  </a:lnTo>
                  <a:lnTo>
                    <a:pt x="1932" y="633"/>
                  </a:lnTo>
                  <a:lnTo>
                    <a:pt x="1934" y="633"/>
                  </a:lnTo>
                  <a:lnTo>
                    <a:pt x="1935" y="633"/>
                  </a:lnTo>
                  <a:lnTo>
                    <a:pt x="1936" y="633"/>
                  </a:lnTo>
                  <a:lnTo>
                    <a:pt x="1937" y="633"/>
                  </a:lnTo>
                  <a:lnTo>
                    <a:pt x="1938" y="633"/>
                  </a:lnTo>
                  <a:lnTo>
                    <a:pt x="1939" y="633"/>
                  </a:lnTo>
                  <a:lnTo>
                    <a:pt x="1940" y="633"/>
                  </a:lnTo>
                  <a:lnTo>
                    <a:pt x="1941" y="633"/>
                  </a:lnTo>
                  <a:lnTo>
                    <a:pt x="1942" y="623"/>
                  </a:lnTo>
                  <a:lnTo>
                    <a:pt x="1943" y="623"/>
                  </a:lnTo>
                  <a:lnTo>
                    <a:pt x="1944" y="623"/>
                  </a:lnTo>
                  <a:lnTo>
                    <a:pt x="1945" y="613"/>
                  </a:lnTo>
                  <a:lnTo>
                    <a:pt x="1946" y="613"/>
                  </a:lnTo>
                  <a:lnTo>
                    <a:pt x="1947" y="613"/>
                  </a:lnTo>
                  <a:lnTo>
                    <a:pt x="1948" y="613"/>
                  </a:lnTo>
                  <a:lnTo>
                    <a:pt x="1949" y="613"/>
                  </a:lnTo>
                  <a:lnTo>
                    <a:pt x="1950" y="613"/>
                  </a:lnTo>
                  <a:lnTo>
                    <a:pt x="1951" y="623"/>
                  </a:lnTo>
                  <a:lnTo>
                    <a:pt x="1952" y="623"/>
                  </a:lnTo>
                  <a:lnTo>
                    <a:pt x="1953" y="623"/>
                  </a:lnTo>
                  <a:lnTo>
                    <a:pt x="1955" y="633"/>
                  </a:lnTo>
                  <a:lnTo>
                    <a:pt x="1955" y="633"/>
                  </a:lnTo>
                  <a:lnTo>
                    <a:pt x="1956" y="633"/>
                  </a:lnTo>
                  <a:lnTo>
                    <a:pt x="1958" y="633"/>
                  </a:lnTo>
                  <a:lnTo>
                    <a:pt x="1959" y="633"/>
                  </a:lnTo>
                  <a:lnTo>
                    <a:pt x="1960" y="633"/>
                  </a:lnTo>
                  <a:lnTo>
                    <a:pt x="1961" y="633"/>
                  </a:lnTo>
                  <a:lnTo>
                    <a:pt x="1962" y="633"/>
                  </a:lnTo>
                  <a:lnTo>
                    <a:pt x="1963" y="633"/>
                  </a:lnTo>
                  <a:lnTo>
                    <a:pt x="1964" y="633"/>
                  </a:lnTo>
                  <a:lnTo>
                    <a:pt x="1965" y="633"/>
                  </a:lnTo>
                  <a:lnTo>
                    <a:pt x="1966" y="633"/>
                  </a:lnTo>
                  <a:lnTo>
                    <a:pt x="1967" y="633"/>
                  </a:lnTo>
                  <a:lnTo>
                    <a:pt x="1968" y="633"/>
                  </a:lnTo>
                  <a:lnTo>
                    <a:pt x="1969" y="633"/>
                  </a:lnTo>
                  <a:lnTo>
                    <a:pt x="1970" y="633"/>
                  </a:lnTo>
                  <a:lnTo>
                    <a:pt x="1971" y="633"/>
                  </a:lnTo>
                  <a:lnTo>
                    <a:pt x="1972" y="633"/>
                  </a:lnTo>
                  <a:lnTo>
                    <a:pt x="1973" y="633"/>
                  </a:lnTo>
                  <a:lnTo>
                    <a:pt x="1974" y="633"/>
                  </a:lnTo>
                  <a:lnTo>
                    <a:pt x="1975" y="633"/>
                  </a:lnTo>
                  <a:lnTo>
                    <a:pt x="1976" y="633"/>
                  </a:lnTo>
                  <a:lnTo>
                    <a:pt x="1978" y="633"/>
                  </a:lnTo>
                  <a:lnTo>
                    <a:pt x="1979" y="633"/>
                  </a:lnTo>
                  <a:lnTo>
                    <a:pt x="1979" y="633"/>
                  </a:lnTo>
                  <a:lnTo>
                    <a:pt x="1981" y="633"/>
                  </a:lnTo>
                  <a:lnTo>
                    <a:pt x="1982" y="633"/>
                  </a:lnTo>
                  <a:lnTo>
                    <a:pt x="1983" y="633"/>
                  </a:lnTo>
                  <a:lnTo>
                    <a:pt x="1984" y="633"/>
                  </a:lnTo>
                  <a:lnTo>
                    <a:pt x="1985" y="633"/>
                  </a:lnTo>
                  <a:lnTo>
                    <a:pt x="1986" y="633"/>
                  </a:lnTo>
                  <a:lnTo>
                    <a:pt x="1987" y="633"/>
                  </a:lnTo>
                  <a:lnTo>
                    <a:pt x="1988" y="633"/>
                  </a:lnTo>
                  <a:lnTo>
                    <a:pt x="1989" y="633"/>
                  </a:lnTo>
                  <a:lnTo>
                    <a:pt x="1990" y="633"/>
                  </a:lnTo>
                  <a:lnTo>
                    <a:pt x="1991" y="633"/>
                  </a:lnTo>
                  <a:lnTo>
                    <a:pt x="1992" y="633"/>
                  </a:lnTo>
                  <a:lnTo>
                    <a:pt x="1993" y="633"/>
                  </a:lnTo>
                  <a:lnTo>
                    <a:pt x="1994" y="633"/>
                  </a:lnTo>
                  <a:lnTo>
                    <a:pt x="1995" y="633"/>
                  </a:lnTo>
                  <a:lnTo>
                    <a:pt x="1996" y="633"/>
                  </a:lnTo>
                  <a:lnTo>
                    <a:pt x="1997" y="633"/>
                  </a:lnTo>
                  <a:lnTo>
                    <a:pt x="1998" y="633"/>
                  </a:lnTo>
                  <a:lnTo>
                    <a:pt x="1999" y="633"/>
                  </a:lnTo>
                  <a:lnTo>
                    <a:pt x="2000" y="633"/>
                  </a:lnTo>
                  <a:lnTo>
                    <a:pt x="2002" y="633"/>
                  </a:lnTo>
                  <a:lnTo>
                    <a:pt x="2002" y="633"/>
                  </a:lnTo>
                  <a:lnTo>
                    <a:pt x="2003" y="633"/>
                  </a:lnTo>
                  <a:lnTo>
                    <a:pt x="2005" y="633"/>
                  </a:lnTo>
                  <a:lnTo>
                    <a:pt x="2006" y="633"/>
                  </a:lnTo>
                  <a:lnTo>
                    <a:pt x="2007" y="633"/>
                  </a:lnTo>
                  <a:lnTo>
                    <a:pt x="2008" y="633"/>
                  </a:lnTo>
                  <a:lnTo>
                    <a:pt x="2009" y="633"/>
                  </a:lnTo>
                  <a:lnTo>
                    <a:pt x="2010" y="633"/>
                  </a:lnTo>
                  <a:lnTo>
                    <a:pt x="2011" y="633"/>
                  </a:lnTo>
                  <a:lnTo>
                    <a:pt x="2012" y="633"/>
                  </a:lnTo>
                  <a:lnTo>
                    <a:pt x="2013" y="633"/>
                  </a:lnTo>
                  <a:lnTo>
                    <a:pt x="2014" y="633"/>
                  </a:lnTo>
                  <a:lnTo>
                    <a:pt x="2015" y="633"/>
                  </a:lnTo>
                  <a:lnTo>
                    <a:pt x="2016" y="633"/>
                  </a:lnTo>
                  <a:lnTo>
                    <a:pt x="2017" y="633"/>
                  </a:lnTo>
                  <a:lnTo>
                    <a:pt x="2018" y="633"/>
                  </a:lnTo>
                  <a:lnTo>
                    <a:pt x="2019" y="633"/>
                  </a:lnTo>
                  <a:lnTo>
                    <a:pt x="2020" y="633"/>
                  </a:lnTo>
                  <a:lnTo>
                    <a:pt x="2021" y="633"/>
                  </a:lnTo>
                  <a:lnTo>
                    <a:pt x="2022" y="633"/>
                  </a:lnTo>
                  <a:lnTo>
                    <a:pt x="2023" y="633"/>
                  </a:lnTo>
                  <a:lnTo>
                    <a:pt x="2024" y="633"/>
                  </a:lnTo>
                  <a:lnTo>
                    <a:pt x="2026" y="633"/>
                  </a:lnTo>
                  <a:lnTo>
                    <a:pt x="2026" y="633"/>
                  </a:lnTo>
                  <a:lnTo>
                    <a:pt x="2027" y="633"/>
                  </a:lnTo>
                  <a:lnTo>
                    <a:pt x="2029" y="633"/>
                  </a:lnTo>
                  <a:lnTo>
                    <a:pt x="2030" y="633"/>
                  </a:lnTo>
                  <a:lnTo>
                    <a:pt x="2030" y="633"/>
                  </a:lnTo>
                  <a:lnTo>
                    <a:pt x="2032" y="633"/>
                  </a:lnTo>
                  <a:lnTo>
                    <a:pt x="2033" y="633"/>
                  </a:lnTo>
                  <a:lnTo>
                    <a:pt x="2034" y="633"/>
                  </a:lnTo>
                  <a:lnTo>
                    <a:pt x="2035" y="633"/>
                  </a:lnTo>
                  <a:lnTo>
                    <a:pt x="2036" y="633"/>
                  </a:lnTo>
                  <a:lnTo>
                    <a:pt x="2037" y="633"/>
                  </a:lnTo>
                  <a:lnTo>
                    <a:pt x="2038" y="633"/>
                  </a:lnTo>
                  <a:lnTo>
                    <a:pt x="2039" y="633"/>
                  </a:lnTo>
                  <a:lnTo>
                    <a:pt x="2040" y="633"/>
                  </a:lnTo>
                  <a:lnTo>
                    <a:pt x="2041" y="633"/>
                  </a:lnTo>
                  <a:lnTo>
                    <a:pt x="2042" y="633"/>
                  </a:lnTo>
                  <a:lnTo>
                    <a:pt x="2043" y="633"/>
                  </a:lnTo>
                  <a:lnTo>
                    <a:pt x="2044" y="633"/>
                  </a:lnTo>
                  <a:lnTo>
                    <a:pt x="2045" y="633"/>
                  </a:lnTo>
                  <a:lnTo>
                    <a:pt x="2046" y="633"/>
                  </a:lnTo>
                  <a:lnTo>
                    <a:pt x="2047" y="633"/>
                  </a:lnTo>
                  <a:lnTo>
                    <a:pt x="2049" y="643"/>
                  </a:lnTo>
                  <a:lnTo>
                    <a:pt x="2049" y="643"/>
                  </a:lnTo>
                  <a:lnTo>
                    <a:pt x="2050" y="643"/>
                  </a:lnTo>
                  <a:lnTo>
                    <a:pt x="2052" y="653"/>
                  </a:lnTo>
                  <a:lnTo>
                    <a:pt x="2053" y="653"/>
                  </a:lnTo>
                  <a:lnTo>
                    <a:pt x="2054" y="653"/>
                  </a:lnTo>
                  <a:lnTo>
                    <a:pt x="2055" y="653"/>
                  </a:lnTo>
                  <a:lnTo>
                    <a:pt x="2056" y="653"/>
                  </a:lnTo>
                  <a:lnTo>
                    <a:pt x="2057" y="653"/>
                  </a:lnTo>
                  <a:lnTo>
                    <a:pt x="2058" y="643"/>
                  </a:lnTo>
                  <a:lnTo>
                    <a:pt x="2059" y="643"/>
                  </a:lnTo>
                  <a:lnTo>
                    <a:pt x="2060" y="643"/>
                  </a:lnTo>
                  <a:lnTo>
                    <a:pt x="2061" y="633"/>
                  </a:lnTo>
                  <a:lnTo>
                    <a:pt x="2062" y="633"/>
                  </a:lnTo>
                  <a:lnTo>
                    <a:pt x="2063" y="633"/>
                  </a:lnTo>
                  <a:lnTo>
                    <a:pt x="2064" y="633"/>
                  </a:lnTo>
                  <a:lnTo>
                    <a:pt x="2065" y="633"/>
                  </a:lnTo>
                  <a:lnTo>
                    <a:pt x="2066" y="633"/>
                  </a:lnTo>
                  <a:lnTo>
                    <a:pt x="2067" y="633"/>
                  </a:lnTo>
                  <a:lnTo>
                    <a:pt x="2068" y="633"/>
                  </a:lnTo>
                  <a:lnTo>
                    <a:pt x="2069" y="633"/>
                  </a:lnTo>
                  <a:lnTo>
                    <a:pt x="2070" y="633"/>
                  </a:lnTo>
                  <a:lnTo>
                    <a:pt x="2071" y="633"/>
                  </a:lnTo>
                  <a:lnTo>
                    <a:pt x="2073" y="633"/>
                  </a:lnTo>
                  <a:lnTo>
                    <a:pt x="2073" y="633"/>
                  </a:lnTo>
                  <a:lnTo>
                    <a:pt x="2074" y="633"/>
                  </a:lnTo>
                  <a:lnTo>
                    <a:pt x="2076" y="633"/>
                  </a:lnTo>
                  <a:lnTo>
                    <a:pt x="2077" y="633"/>
                  </a:lnTo>
                  <a:lnTo>
                    <a:pt x="2077" y="633"/>
                  </a:lnTo>
                  <a:lnTo>
                    <a:pt x="2079" y="633"/>
                  </a:lnTo>
                  <a:lnTo>
                    <a:pt x="2080" y="633"/>
                  </a:lnTo>
                  <a:lnTo>
                    <a:pt x="2081" y="633"/>
                  </a:lnTo>
                  <a:lnTo>
                    <a:pt x="2082" y="633"/>
                  </a:lnTo>
                  <a:lnTo>
                    <a:pt x="2083" y="633"/>
                  </a:lnTo>
                  <a:lnTo>
                    <a:pt x="2084" y="633"/>
                  </a:lnTo>
                  <a:lnTo>
                    <a:pt x="2085" y="633"/>
                  </a:lnTo>
                  <a:lnTo>
                    <a:pt x="2086" y="633"/>
                  </a:lnTo>
                  <a:lnTo>
                    <a:pt x="2087" y="633"/>
                  </a:lnTo>
                  <a:lnTo>
                    <a:pt x="2088" y="633"/>
                  </a:lnTo>
                  <a:lnTo>
                    <a:pt x="2089" y="633"/>
                  </a:lnTo>
                  <a:lnTo>
                    <a:pt x="2090" y="633"/>
                  </a:lnTo>
                  <a:lnTo>
                    <a:pt x="2091" y="633"/>
                  </a:lnTo>
                  <a:lnTo>
                    <a:pt x="2092" y="633"/>
                  </a:lnTo>
                  <a:lnTo>
                    <a:pt x="2093" y="633"/>
                  </a:lnTo>
                  <a:lnTo>
                    <a:pt x="2094" y="633"/>
                  </a:lnTo>
                  <a:lnTo>
                    <a:pt x="2095" y="633"/>
                  </a:lnTo>
                  <a:lnTo>
                    <a:pt x="2096" y="623"/>
                  </a:lnTo>
                  <a:lnTo>
                    <a:pt x="2097" y="613"/>
                  </a:lnTo>
                  <a:lnTo>
                    <a:pt x="2098" y="603"/>
                  </a:lnTo>
                  <a:lnTo>
                    <a:pt x="2100" y="593"/>
                  </a:lnTo>
                  <a:lnTo>
                    <a:pt x="2101" y="583"/>
                  </a:lnTo>
                  <a:lnTo>
                    <a:pt x="2101" y="573"/>
                  </a:lnTo>
                  <a:lnTo>
                    <a:pt x="2103" y="563"/>
                  </a:lnTo>
                  <a:lnTo>
                    <a:pt x="2104" y="553"/>
                  </a:lnTo>
                  <a:lnTo>
                    <a:pt x="2105" y="543"/>
                  </a:lnTo>
                  <a:lnTo>
                    <a:pt x="2106" y="543"/>
                  </a:lnTo>
                  <a:lnTo>
                    <a:pt x="2107" y="543"/>
                  </a:lnTo>
                  <a:lnTo>
                    <a:pt x="2108" y="543"/>
                  </a:lnTo>
                  <a:lnTo>
                    <a:pt x="2109" y="543"/>
                  </a:lnTo>
                  <a:lnTo>
                    <a:pt x="2110" y="533"/>
                  </a:lnTo>
                  <a:lnTo>
                    <a:pt x="2111" y="533"/>
                  </a:lnTo>
                  <a:lnTo>
                    <a:pt x="2112" y="533"/>
                  </a:lnTo>
                  <a:lnTo>
                    <a:pt x="2113" y="533"/>
                  </a:lnTo>
                  <a:lnTo>
                    <a:pt x="2114" y="533"/>
                  </a:lnTo>
                  <a:lnTo>
                    <a:pt x="2115" y="533"/>
                  </a:lnTo>
                  <a:lnTo>
                    <a:pt x="2116" y="522"/>
                  </a:lnTo>
                  <a:lnTo>
                    <a:pt x="2117" y="513"/>
                  </a:lnTo>
                  <a:lnTo>
                    <a:pt x="2118" y="513"/>
                  </a:lnTo>
                  <a:lnTo>
                    <a:pt x="2120" y="522"/>
                  </a:lnTo>
                  <a:lnTo>
                    <a:pt x="2120" y="522"/>
                  </a:lnTo>
                  <a:lnTo>
                    <a:pt x="2121" y="513"/>
                  </a:lnTo>
                  <a:lnTo>
                    <a:pt x="2123" y="513"/>
                  </a:lnTo>
                  <a:lnTo>
                    <a:pt x="2124" y="513"/>
                  </a:lnTo>
                  <a:lnTo>
                    <a:pt x="2124" y="502"/>
                  </a:lnTo>
                  <a:lnTo>
                    <a:pt x="2126" y="513"/>
                  </a:lnTo>
                  <a:lnTo>
                    <a:pt x="2127" y="522"/>
                  </a:lnTo>
                  <a:lnTo>
                    <a:pt x="2128" y="522"/>
                  </a:lnTo>
                  <a:lnTo>
                    <a:pt x="2129" y="513"/>
                  </a:lnTo>
                  <a:lnTo>
                    <a:pt x="2130" y="513"/>
                  </a:lnTo>
                  <a:lnTo>
                    <a:pt x="2131" y="522"/>
                  </a:lnTo>
                  <a:lnTo>
                    <a:pt x="2132" y="522"/>
                  </a:lnTo>
                  <a:lnTo>
                    <a:pt x="2133" y="522"/>
                  </a:lnTo>
                  <a:lnTo>
                    <a:pt x="2134" y="533"/>
                  </a:lnTo>
                  <a:lnTo>
                    <a:pt x="2135" y="533"/>
                  </a:lnTo>
                  <a:lnTo>
                    <a:pt x="2136" y="533"/>
                  </a:lnTo>
                  <a:lnTo>
                    <a:pt x="2137" y="533"/>
                  </a:lnTo>
                </a:path>
              </a:pathLst>
            </a:custGeom>
            <a:noFill/>
            <a:ln w="12700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D6AFFD88-1416-6FC9-9D6E-E4039E018901}"/>
              </a:ext>
            </a:extLst>
          </p:cNvPr>
          <p:cNvSpPr txBox="1"/>
          <p:nvPr/>
        </p:nvSpPr>
        <p:spPr>
          <a:xfrm>
            <a:off x="6592230" y="385663"/>
            <a:ext cx="6590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67D17"/>
                </a:solidFill>
                <a:effectLst/>
                <a:latin typeface="JetBrains Mono"/>
              </a:rPr>
              <a:t>Bird12-Week3_2018_1_10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99610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C14FC0-1077-FFE9-7282-58AA94984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1329" y="3059305"/>
            <a:ext cx="5334000" cy="3867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276001-2632-BC1E-C77D-0BE5A35943CC}"/>
              </a:ext>
            </a:extLst>
          </p:cNvPr>
          <p:cNvSpPr txBox="1"/>
          <p:nvPr/>
        </p:nvSpPr>
        <p:spPr>
          <a:xfrm>
            <a:off x="155961" y="201619"/>
            <a:ext cx="6234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Flying Bird:         Black‐legged Kittiwake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E0943-248B-ABBA-0F44-47C3CADED0AB}"/>
              </a:ext>
            </a:extLst>
          </p:cNvPr>
          <p:cNvSpPr txBox="1"/>
          <p:nvPr/>
        </p:nvSpPr>
        <p:spPr>
          <a:xfrm>
            <a:off x="8956527" y="6324429"/>
            <a:ext cx="6234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BlackLeggedKittiwake.mat</a:t>
            </a:r>
            <a:r>
              <a:rPr lang="en-US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869CD5-1C1D-792E-8A2A-DDE1827C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684" y="717728"/>
            <a:ext cx="10487025" cy="11301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8C1EE2-DBD7-2F59-6B38-66946CD215C6}"/>
              </a:ext>
            </a:extLst>
          </p:cNvPr>
          <p:cNvSpPr txBox="1"/>
          <p:nvPr/>
        </p:nvSpPr>
        <p:spPr>
          <a:xfrm>
            <a:off x="5035794" y="4826675"/>
            <a:ext cx="660741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&gt;&gt; [</a:t>
            </a:r>
            <a:r>
              <a:rPr lang="en-US" sz="700" dirty="0" err="1"/>
              <a:t>momp_out</a:t>
            </a:r>
            <a:r>
              <a:rPr lang="en-US" sz="700" dirty="0"/>
              <a:t>, </a:t>
            </a:r>
            <a:r>
              <a:rPr lang="en-US" sz="700" dirty="0" err="1"/>
              <a:t>momp_loc</a:t>
            </a:r>
            <a:r>
              <a:rPr lang="en-US" sz="700" dirty="0"/>
              <a:t>] = momp_v3(  BLKIAccelerometerPart1(1:1:end,18) , 8192,  1, 0, 0);</a:t>
            </a:r>
          </a:p>
          <a:p>
            <a:r>
              <a:rPr lang="en-US" sz="700" dirty="0"/>
              <a:t>T is length 1288330, and m is set to 8192</a:t>
            </a:r>
          </a:p>
          <a:p>
            <a:r>
              <a:rPr lang="en-US" sz="700" dirty="0"/>
              <a:t>Starting </a:t>
            </a:r>
            <a:r>
              <a:rPr lang="en-US" sz="700" dirty="0" err="1"/>
              <a:t>downsampling</a:t>
            </a:r>
            <a:r>
              <a:rPr lang="en-US" sz="700" dirty="0"/>
              <a:t> rate: 128</a:t>
            </a:r>
          </a:p>
          <a:p>
            <a:r>
              <a:rPr lang="en-US" sz="700" dirty="0"/>
              <a:t>====== MOMP ======</a:t>
            </a:r>
          </a:p>
          <a:p>
            <a:r>
              <a:rPr lang="en-US" sz="700" dirty="0"/>
              <a:t>MOMP : Tpaa1in128 | BSF: 8.63 {45696, 742777} | </a:t>
            </a:r>
            <a:r>
              <a:rPr lang="en-US" sz="700" dirty="0" err="1"/>
              <a:t>localBSF</a:t>
            </a:r>
            <a:r>
              <a:rPr lang="en-US" sz="700" dirty="0"/>
              <a:t>: 8.69 {45697, 742785} | pruning: 0.0000 | Time: 4.55</a:t>
            </a:r>
          </a:p>
          <a:p>
            <a:r>
              <a:rPr lang="en-US" sz="700" dirty="0"/>
              <a:t>MOMP : Tpaa1in64 | BSF: 8.63 {45696, 742777} | </a:t>
            </a:r>
            <a:r>
              <a:rPr lang="en-US" sz="700" dirty="0" err="1"/>
              <a:t>localBSF</a:t>
            </a:r>
            <a:r>
              <a:rPr lang="en-US" sz="700" dirty="0"/>
              <a:t>: 8.69 {45697, 742785} | pruning: 0.0346 | Time: 26.72</a:t>
            </a:r>
          </a:p>
          <a:p>
            <a:r>
              <a:rPr lang="en-US" sz="700" dirty="0"/>
              <a:t>MOMP : Tpaa1in32 | BSF: 8.63 {45696, 742777} | </a:t>
            </a:r>
            <a:r>
              <a:rPr lang="en-US" sz="700" dirty="0" err="1"/>
              <a:t>localBSF</a:t>
            </a:r>
            <a:r>
              <a:rPr lang="en-US" sz="700" dirty="0"/>
              <a:t>: 8.69 {45697, 742785} | pruning: 0.3728 | Time: 104.77</a:t>
            </a:r>
          </a:p>
          <a:p>
            <a:r>
              <a:rPr lang="en-US" sz="700" dirty="0"/>
              <a:t>MOMP : Tpaa1in16 | BSF: 8.63 {45696, 742777} | </a:t>
            </a:r>
            <a:r>
              <a:rPr lang="en-US" sz="700" dirty="0" err="1"/>
              <a:t>localBSF</a:t>
            </a:r>
            <a:r>
              <a:rPr lang="en-US" sz="700" dirty="0"/>
              <a:t>: 8.69 {45681, 742769} | pruning: 0.7015 | Time: 198.49</a:t>
            </a:r>
          </a:p>
          <a:p>
            <a:r>
              <a:rPr lang="en-US" sz="700" dirty="0"/>
              <a:t>MOMP : Tpaa1in8 | BSF: 8.63 {45696, 742777} | </a:t>
            </a:r>
            <a:r>
              <a:rPr lang="en-US" sz="700" dirty="0" err="1"/>
              <a:t>localBSF</a:t>
            </a:r>
            <a:r>
              <a:rPr lang="en-US" sz="700" dirty="0"/>
              <a:t>: 8.63 {45697, 742777} | pruning: 0.8794 | Time: 282.43</a:t>
            </a:r>
          </a:p>
          <a:p>
            <a:r>
              <a:rPr lang="en-US" sz="700" dirty="0"/>
              <a:t>MOMP : Tpaa1in4 | BSF: 8.63 {45696, 742777} | </a:t>
            </a:r>
            <a:r>
              <a:rPr lang="en-US" sz="700" dirty="0" err="1"/>
              <a:t>localBSF</a:t>
            </a:r>
            <a:r>
              <a:rPr lang="en-US" sz="700" dirty="0"/>
              <a:t>: 8.63 {45697, 742777} | pruning: 0.9197 | Time: 343.25</a:t>
            </a:r>
          </a:p>
          <a:p>
            <a:r>
              <a:rPr lang="en-US" sz="700" dirty="0"/>
              <a:t>MOMP : Tpaa1in2 | BSF: 8.63 {45696, 742777} | </a:t>
            </a:r>
            <a:r>
              <a:rPr lang="en-US" sz="700" dirty="0" err="1"/>
              <a:t>localBSF</a:t>
            </a:r>
            <a:r>
              <a:rPr lang="en-US" sz="700" dirty="0"/>
              <a:t>: 8.63 {45695, 742777} | pruning: </a:t>
            </a:r>
            <a:r>
              <a:rPr lang="en-US" sz="1000" dirty="0"/>
              <a:t>0.9696</a:t>
            </a:r>
            <a:r>
              <a:rPr lang="en-US" sz="700" dirty="0"/>
              <a:t> | Time: 421.57</a:t>
            </a:r>
          </a:p>
          <a:p>
            <a:r>
              <a:rPr lang="en-US" sz="700" dirty="0"/>
              <a:t>MOMP : Tpaa1in1 | BSF: 8.63 {45696, 742777} | Tot Time: 431.02s </a:t>
            </a:r>
          </a:p>
          <a:p>
            <a:r>
              <a:rPr lang="en-US" sz="700" dirty="0"/>
              <a:t>====== Profiling Summary ======</a:t>
            </a:r>
          </a:p>
          <a:p>
            <a:r>
              <a:rPr lang="en-US" sz="700" dirty="0"/>
              <a:t>Tot KTIP time : 1.91s  (0.00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UAMP time : 60.76s  (0.14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LBMP time : 347.35s  (0.81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Refine time : 10.82s  (0.03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Prune time : 0.41s  (0.00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BF784F-16BD-F7C3-4774-A3EAD86E0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632" y="2049456"/>
            <a:ext cx="7084936" cy="24082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584FF6-90E5-C667-DE3E-68AEFE7BC3FF}"/>
              </a:ext>
            </a:extLst>
          </p:cNvPr>
          <p:cNvSpPr txBox="1"/>
          <p:nvPr/>
        </p:nvSpPr>
        <p:spPr>
          <a:xfrm>
            <a:off x="7660824" y="159138"/>
            <a:ext cx="660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14.32 hours at     25 Hz        meanPitch240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CB51D7-E0CE-3201-15CD-EE892B43CBE5}"/>
              </a:ext>
            </a:extLst>
          </p:cNvPr>
          <p:cNvSpPr txBox="1"/>
          <p:nvPr/>
        </p:nvSpPr>
        <p:spPr>
          <a:xfrm>
            <a:off x="4750440" y="114462"/>
            <a:ext cx="7727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BlackLeggedKittiwake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28843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24A255-A565-9D90-3A60-AAB053872E35}"/>
              </a:ext>
            </a:extLst>
          </p:cNvPr>
          <p:cNvSpPr txBox="1"/>
          <p:nvPr/>
        </p:nvSpPr>
        <p:spPr>
          <a:xfrm>
            <a:off x="129686" y="96688"/>
            <a:ext cx="768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ighlight>
                  <a:srgbClr val="00FF00"/>
                </a:highlight>
              </a:rPr>
              <a:t>WaterDemand</a:t>
            </a:r>
            <a:endParaRPr lang="en-US" dirty="0">
              <a:highlight>
                <a:srgbClr val="00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50D817-E21A-CA2A-4D41-58482A3D8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375" y="2714625"/>
            <a:ext cx="5334000" cy="4000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C8A77F-CE24-F7F0-6B7A-693D1EE49689}"/>
              </a:ext>
            </a:extLst>
          </p:cNvPr>
          <p:cNvSpPr txBox="1"/>
          <p:nvPr/>
        </p:nvSpPr>
        <p:spPr>
          <a:xfrm>
            <a:off x="6408057" y="4551578"/>
            <a:ext cx="6313714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&gt;&gt; [</a:t>
            </a:r>
            <a:r>
              <a:rPr lang="en-US" sz="700" dirty="0" err="1"/>
              <a:t>momp_out</a:t>
            </a:r>
            <a:r>
              <a:rPr lang="en-US" sz="700" dirty="0"/>
              <a:t>, </a:t>
            </a:r>
            <a:r>
              <a:rPr lang="en-US" sz="700" dirty="0" err="1"/>
              <a:t>momp_loc</a:t>
            </a:r>
            <a:r>
              <a:rPr lang="en-US" sz="700" dirty="0"/>
              <a:t>] = momp_v4( water, 8192,  1, 0, 0);</a:t>
            </a:r>
          </a:p>
          <a:p>
            <a:r>
              <a:rPr lang="en-US" sz="700" dirty="0"/>
              <a:t>T is length 2100777, and m is set to 8192</a:t>
            </a:r>
          </a:p>
          <a:p>
            <a:r>
              <a:rPr lang="en-US" sz="700" dirty="0"/>
              <a:t>Starting </a:t>
            </a:r>
            <a:r>
              <a:rPr lang="en-US" sz="700" dirty="0" err="1"/>
              <a:t>downsampling</a:t>
            </a:r>
            <a:r>
              <a:rPr lang="en-US" sz="700" dirty="0"/>
              <a:t> rate: 256</a:t>
            </a:r>
          </a:p>
          <a:p>
            <a:r>
              <a:rPr lang="en-US" sz="700" dirty="0"/>
              <a:t>====== MOMP ======</a:t>
            </a:r>
          </a:p>
          <a:p>
            <a:r>
              <a:rPr lang="en-US" sz="700" dirty="0"/>
              <a:t>MOMP : Tpaa1in256 | BSF: 23.01 {226651, 503171} | </a:t>
            </a:r>
            <a:r>
              <a:rPr lang="en-US" sz="700" dirty="0" err="1"/>
              <a:t>localBSF</a:t>
            </a:r>
            <a:r>
              <a:rPr lang="en-US" sz="700" dirty="0"/>
              <a:t>: 25.25 {226817, 503297} | pruning: 0.0000 | Time: 6.38</a:t>
            </a:r>
          </a:p>
          <a:p>
            <a:r>
              <a:rPr lang="en-US" sz="700" dirty="0"/>
              <a:t>MOMP : Tpaa1in128 | BSF: 17.21 {133980, 869849} | </a:t>
            </a:r>
            <a:r>
              <a:rPr lang="en-US" sz="700" dirty="0" err="1"/>
              <a:t>localBSF</a:t>
            </a:r>
            <a:r>
              <a:rPr lang="en-US" sz="700" dirty="0"/>
              <a:t>: 17.42 {134017, 869889} | pruning: 0.0000 | Time: 9.04</a:t>
            </a:r>
          </a:p>
          <a:p>
            <a:r>
              <a:rPr lang="en-US" sz="700" dirty="0"/>
              <a:t>MOMP : Tpaa1in64 | BSF: 16.61 {973390, 1255811} | </a:t>
            </a:r>
            <a:r>
              <a:rPr lang="en-US" sz="700" dirty="0" err="1"/>
              <a:t>localBSF</a:t>
            </a:r>
            <a:r>
              <a:rPr lang="en-US" sz="700" dirty="0"/>
              <a:t>: 17.12 {973377, 1255809} | pruning: 0.0000 | Time: 15.64</a:t>
            </a:r>
          </a:p>
          <a:p>
            <a:r>
              <a:rPr lang="en-US" sz="700" dirty="0"/>
              <a:t>MOMP : Tpaa1in32 | BSF: 16.61 {973390, 1255811} | </a:t>
            </a:r>
            <a:r>
              <a:rPr lang="en-US" sz="700" dirty="0" err="1"/>
              <a:t>localBSF</a:t>
            </a:r>
            <a:r>
              <a:rPr lang="en-US" sz="700" dirty="0"/>
              <a:t>: 16.81 {1014081, 1025569} | pruning: 0.0025 | Time: 39.24</a:t>
            </a:r>
          </a:p>
          <a:p>
            <a:r>
              <a:rPr lang="en-US" sz="700" dirty="0"/>
              <a:t>MOMP : Tpaa1in16 | BSF: 16.61 {973390, 1255811} | </a:t>
            </a:r>
            <a:r>
              <a:rPr lang="en-US" sz="700" dirty="0" err="1"/>
              <a:t>localBSF</a:t>
            </a:r>
            <a:r>
              <a:rPr lang="en-US" sz="700" dirty="0"/>
              <a:t>: 16.71 {973409, 1255825} | pruning: 0.3078 | Time: 148.63</a:t>
            </a:r>
          </a:p>
          <a:p>
            <a:r>
              <a:rPr lang="en-US" sz="700" dirty="0"/>
              <a:t>MOMP : Tpaa1in8 | BSF: 16.61 {973390, 1255811} | </a:t>
            </a:r>
            <a:r>
              <a:rPr lang="en-US" sz="700" dirty="0" err="1"/>
              <a:t>localBSF</a:t>
            </a:r>
            <a:r>
              <a:rPr lang="en-US" sz="700" dirty="0"/>
              <a:t>: 16.65 {973385, 1255809} | pruning: 0.8168 | Time: 358.23</a:t>
            </a:r>
          </a:p>
          <a:p>
            <a:r>
              <a:rPr lang="en-US" sz="700" dirty="0"/>
              <a:t>MOMP : Tpaa1in4 | BSF: 16.61 {973390, 1255811} | </a:t>
            </a:r>
            <a:r>
              <a:rPr lang="en-US" sz="700" dirty="0" err="1"/>
              <a:t>localBSF</a:t>
            </a:r>
            <a:r>
              <a:rPr lang="en-US" sz="700" dirty="0"/>
              <a:t>: 16.62 {973393, 1255813} | pruning: 0.9332 | Time: 412.19</a:t>
            </a:r>
          </a:p>
          <a:p>
            <a:r>
              <a:rPr lang="en-US" sz="700" dirty="0"/>
              <a:t>MOMP : Tpaa1in2 | BSF: 16.61 {973390, 1255811} | </a:t>
            </a:r>
            <a:r>
              <a:rPr lang="en-US" sz="700" dirty="0" err="1"/>
              <a:t>localBSF</a:t>
            </a:r>
            <a:r>
              <a:rPr lang="en-US" sz="700" dirty="0"/>
              <a:t>: 16.62 {973391, 1255811} | pruning: 0.9642 | Time: 441.23</a:t>
            </a:r>
          </a:p>
          <a:p>
            <a:r>
              <a:rPr lang="en-US" sz="700" dirty="0"/>
              <a:t>MOMP : Tpaa1in1 | BSF: 16.61 {973390, 1255811} | Tot Time: 475.08s </a:t>
            </a:r>
          </a:p>
          <a:p>
            <a:r>
              <a:rPr lang="en-US" sz="700" dirty="0"/>
              <a:t>====== Profiling Summary ======</a:t>
            </a:r>
          </a:p>
          <a:p>
            <a:r>
              <a:rPr lang="en-US" sz="700" dirty="0"/>
              <a:t>Tot KTIP time : 4.90s  (0.01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UAMP time : 322.95s  (0.68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LBMP time : 105.53s  (0.22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Refine time : 6.71s  (0.01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Prune time : 0.69s  (0.00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495A3A-492D-D8BF-4866-4C002085D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500062"/>
            <a:ext cx="9582150" cy="181927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F648201-852F-6E29-A8CE-9F7A6B7E27AD}"/>
              </a:ext>
            </a:extLst>
          </p:cNvPr>
          <p:cNvSpPr txBox="1"/>
          <p:nvPr/>
        </p:nvSpPr>
        <p:spPr>
          <a:xfrm>
            <a:off x="2333625" y="104774"/>
            <a:ext cx="6579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water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942907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E63975-0E2C-B0DF-2DFC-210824BED9C4}"/>
              </a:ext>
            </a:extLst>
          </p:cNvPr>
          <p:cNvSpPr txBox="1"/>
          <p:nvPr/>
        </p:nvSpPr>
        <p:spPr>
          <a:xfrm>
            <a:off x="135293" y="1661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Finger Flexion </a:t>
            </a:r>
            <a:r>
              <a:rPr lang="en-US" dirty="0" err="1">
                <a:highlight>
                  <a:srgbClr val="00FF00"/>
                </a:highlight>
              </a:rPr>
              <a:t>ECoG</a:t>
            </a:r>
            <a:endParaRPr lang="en-US" dirty="0">
              <a:highlight>
                <a:srgbClr val="00FF00"/>
              </a:highlight>
            </a:endParaRPr>
          </a:p>
          <a:p>
            <a:r>
              <a:rPr lang="en-US" dirty="0">
                <a:highlight>
                  <a:srgbClr val="00FF00"/>
                </a:highlight>
              </a:rPr>
              <a:t>electrocorticography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609B76-7D27-2129-C903-DDE55326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602" y="200025"/>
            <a:ext cx="2754649" cy="22197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168249-1BE8-AD93-5464-0DA043BA4E94}"/>
              </a:ext>
            </a:extLst>
          </p:cNvPr>
          <p:cNvSpPr txBox="1"/>
          <p:nvPr/>
        </p:nvSpPr>
        <p:spPr>
          <a:xfrm>
            <a:off x="8982075" y="2581960"/>
            <a:ext cx="3067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Prediction of Finger Flexion 4</a:t>
            </a:r>
            <a:r>
              <a:rPr lang="en-US" baseline="30000" dirty="0"/>
              <a:t>th</a:t>
            </a:r>
            <a:r>
              <a:rPr lang="en-US" dirty="0"/>
              <a:t>  Brain-Computer Interface Data Competition Kai J. Miller and </a:t>
            </a:r>
            <a:r>
              <a:rPr lang="en-US" dirty="0" err="1"/>
              <a:t>Gerwin</a:t>
            </a:r>
            <a:r>
              <a:rPr lang="en-US" dirty="0"/>
              <a:t> Schalk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7EAB12-9D82-D69E-25F3-47F75AA4BA1C}"/>
              </a:ext>
            </a:extLst>
          </p:cNvPr>
          <p:cNvSpPr txBox="1"/>
          <p:nvPr/>
        </p:nvSpPr>
        <p:spPr>
          <a:xfrm>
            <a:off x="6361543" y="4290836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&gt;&gt; [</a:t>
            </a:r>
            <a:r>
              <a:rPr lang="en-US" sz="700" dirty="0" err="1"/>
              <a:t>momp_out</a:t>
            </a:r>
            <a:r>
              <a:rPr lang="en-US" sz="700" dirty="0"/>
              <a:t>, </a:t>
            </a:r>
            <a:r>
              <a:rPr lang="en-US" sz="700" dirty="0" err="1"/>
              <a:t>momp_loc</a:t>
            </a:r>
            <a:r>
              <a:rPr lang="en-US" sz="700" dirty="0"/>
              <a:t>] = momp_v4(FingerFlexionECoG,16384,  1, 0, 0);</a:t>
            </a:r>
          </a:p>
          <a:p>
            <a:r>
              <a:rPr lang="en-US" sz="700" dirty="0"/>
              <a:t>T is length 23999997, and m is set to 16384</a:t>
            </a:r>
          </a:p>
          <a:p>
            <a:r>
              <a:rPr lang="en-US" sz="700" dirty="0"/>
              <a:t>Starting </a:t>
            </a:r>
            <a:r>
              <a:rPr lang="en-US" sz="700" dirty="0" err="1"/>
              <a:t>downsampling</a:t>
            </a:r>
            <a:r>
              <a:rPr lang="en-US" sz="700" dirty="0"/>
              <a:t> rate: 512</a:t>
            </a:r>
          </a:p>
          <a:p>
            <a:r>
              <a:rPr lang="en-US" sz="700" dirty="0"/>
              <a:t>====== MOMP ======</a:t>
            </a:r>
          </a:p>
          <a:p>
            <a:r>
              <a:rPr lang="en-US" sz="700" dirty="0"/>
              <a:t>MOMP : Tpaa1in512 | BSF: 14.08 {6700409, 23245693} | </a:t>
            </a:r>
            <a:r>
              <a:rPr lang="en-US" sz="700" dirty="0" err="1"/>
              <a:t>localBSF</a:t>
            </a:r>
            <a:r>
              <a:rPr lang="en-US" sz="700" dirty="0"/>
              <a:t>: 19.75 {6700545, 23245825} | pruning: 0.0000 | Time: 165.18</a:t>
            </a:r>
          </a:p>
          <a:p>
            <a:r>
              <a:rPr lang="en-US" sz="700" dirty="0"/>
              <a:t>MOMP : Tpaa1in256 | BSF: 5.82 {13933528, 23245527} | </a:t>
            </a:r>
            <a:r>
              <a:rPr lang="en-US" sz="700" dirty="0" err="1"/>
              <a:t>localBSF</a:t>
            </a:r>
            <a:r>
              <a:rPr lang="en-US" sz="700" dirty="0"/>
              <a:t>: 6.39 {13933313, 23245313} | pruning: 0.0000 | Time: 226.50</a:t>
            </a:r>
          </a:p>
          <a:p>
            <a:r>
              <a:rPr lang="en-US" sz="700" dirty="0"/>
              <a:t>MOMP : Tpaa1in128 | BSF: 2.73 {14395771, 19195771} | </a:t>
            </a:r>
            <a:r>
              <a:rPr lang="en-US" sz="700" dirty="0" err="1"/>
              <a:t>localBSF</a:t>
            </a:r>
            <a:r>
              <a:rPr lang="en-US" sz="700" dirty="0"/>
              <a:t>: 2.74 {14395777, 19195777} | pruning: 0.0809 | Time: 447.43</a:t>
            </a:r>
          </a:p>
          <a:p>
            <a:r>
              <a:rPr lang="en-US" sz="700" dirty="0"/>
              <a:t>MOMP : Tpaa1in64 | BSF: 2.73 {14395771, 19195771} | </a:t>
            </a:r>
            <a:r>
              <a:rPr lang="en-US" sz="700" dirty="0" err="1"/>
              <a:t>localBSF</a:t>
            </a:r>
            <a:r>
              <a:rPr lang="en-US" sz="700" dirty="0"/>
              <a:t>: 2.74 {14395777, 19195777} | pruning: 0.2610 | Time: 1171.26</a:t>
            </a:r>
          </a:p>
          <a:p>
            <a:r>
              <a:rPr lang="en-US" sz="700" dirty="0"/>
              <a:t>MOMP : Tpaa1in32 | BSF: 2.73 {14395771, 19195771} | </a:t>
            </a:r>
            <a:r>
              <a:rPr lang="en-US" sz="700" dirty="0" err="1"/>
              <a:t>localBSF</a:t>
            </a:r>
            <a:r>
              <a:rPr lang="en-US" sz="700" dirty="0"/>
              <a:t>: 2.74 {14395777, 19195777} | pruning: 0.5398 | Time: 3063.84</a:t>
            </a:r>
          </a:p>
          <a:p>
            <a:r>
              <a:rPr lang="en-US" sz="700" dirty="0"/>
              <a:t>MOMP : Tpaa1in16 | BSF: 2.73 {14395771, 19195771} | </a:t>
            </a:r>
            <a:r>
              <a:rPr lang="en-US" sz="700" dirty="0" err="1"/>
              <a:t>localBSF</a:t>
            </a:r>
            <a:r>
              <a:rPr lang="en-US" sz="700" dirty="0"/>
              <a:t>: 2.74 {14395777, 19195777} | pruning: 0.7871 | Time: 6090.66</a:t>
            </a:r>
          </a:p>
          <a:p>
            <a:r>
              <a:rPr lang="en-US" sz="700" dirty="0"/>
              <a:t>MOMP : Tpaa1in8 | BSF: 2.73 {14395771, 19195771} | </a:t>
            </a:r>
            <a:r>
              <a:rPr lang="en-US" sz="700" dirty="0" err="1"/>
              <a:t>localBSF</a:t>
            </a:r>
            <a:r>
              <a:rPr lang="en-US" sz="700" dirty="0"/>
              <a:t>: 2.73 {14395769, 19195769} | pruning: 0.9303 | Time: 8762.47</a:t>
            </a:r>
          </a:p>
          <a:p>
            <a:r>
              <a:rPr lang="en-US" sz="700" dirty="0"/>
              <a:t>MOMP : Tpaa1in4 | BSF: 2.73 {14395771, 19195771} | </a:t>
            </a:r>
            <a:r>
              <a:rPr lang="en-US" sz="700" dirty="0" err="1"/>
              <a:t>localBSF</a:t>
            </a:r>
            <a:r>
              <a:rPr lang="en-US" sz="700" dirty="0"/>
              <a:t>: 2.73 {14395773, 19195773} | pruning: 0.9752 | Time: 9890.15</a:t>
            </a:r>
          </a:p>
          <a:p>
            <a:r>
              <a:rPr lang="en-US" sz="700" dirty="0"/>
              <a:t>MOMP : Tpaa1in2 | BSF: 2.73 {14395771, 19195771} | </a:t>
            </a:r>
            <a:r>
              <a:rPr lang="en-US" sz="700" dirty="0" err="1"/>
              <a:t>localBSF</a:t>
            </a:r>
            <a:r>
              <a:rPr lang="en-US" sz="700" dirty="0"/>
              <a:t>: 2.73 {14395771, 19195771} | pruning: 0.9915 | Time: 10504.96</a:t>
            </a:r>
          </a:p>
          <a:p>
            <a:r>
              <a:rPr lang="en-US" sz="700" dirty="0"/>
              <a:t>MOMP : Tpaa1in1 | BSF: 2.73 {14395771, 19195771} | Tot Time: 10859.10s </a:t>
            </a:r>
          </a:p>
          <a:p>
            <a:r>
              <a:rPr lang="en-US" sz="700" dirty="0"/>
              <a:t>====== Profiling Summary ======</a:t>
            </a:r>
          </a:p>
          <a:p>
            <a:r>
              <a:rPr lang="en-US" sz="700" dirty="0"/>
              <a:t>Tot KTIP time : 127.76s  (0.01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UAMP time : 7289.28s  (0.67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LBMP time : 2977.53s  (0.27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Refine time : 100.26s  (0.01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Prune time : 5.63s  (0.00 of </a:t>
            </a:r>
            <a:r>
              <a:rPr lang="en-US" sz="700" dirty="0" err="1"/>
              <a:t>momp</a:t>
            </a:r>
            <a:r>
              <a:rPr lang="en-US" sz="700" dirty="0"/>
              <a:t> time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9BF683-1521-0D4C-328F-DB3077B12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325" y="390524"/>
            <a:ext cx="5334000" cy="218122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D4F01B3-E3FA-CC9A-8299-8D3646DC10E9}"/>
              </a:ext>
            </a:extLst>
          </p:cNvPr>
          <p:cNvGrpSpPr/>
          <p:nvPr/>
        </p:nvGrpSpPr>
        <p:grpSpPr>
          <a:xfrm>
            <a:off x="135293" y="3429001"/>
            <a:ext cx="5570181" cy="3262816"/>
            <a:chOff x="906819" y="4383592"/>
            <a:chExt cx="2792412" cy="2127249"/>
          </a:xfrm>
        </p:grpSpPr>
        <p:sp>
          <p:nvSpPr>
            <p:cNvPr id="19" name="Line 6">
              <a:extLst>
                <a:ext uri="{FF2B5EF4-FFF2-40B4-BE49-F238E27FC236}">
                  <a16:creationId xmlns:a16="http://schemas.microsoft.com/office/drawing/2014/main" id="{159BB474-9239-4D75-C314-B81507816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8744" y="6367967"/>
              <a:ext cx="2498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7">
              <a:extLst>
                <a:ext uri="{FF2B5EF4-FFF2-40B4-BE49-F238E27FC236}">
                  <a16:creationId xmlns:a16="http://schemas.microsoft.com/office/drawing/2014/main" id="{25541C65-01E7-ED99-6C3C-E40538F18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8744" y="6342567"/>
              <a:ext cx="0" cy="254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8">
              <a:extLst>
                <a:ext uri="{FF2B5EF4-FFF2-40B4-BE49-F238E27FC236}">
                  <a16:creationId xmlns:a16="http://schemas.microsoft.com/office/drawing/2014/main" id="{DB2D2E6C-12FF-1B29-16C7-AD3AE7727F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6556" y="6342567"/>
              <a:ext cx="0" cy="254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6875A147-A8DA-4D4B-C12D-A5F45D0DAF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24369" y="6342567"/>
              <a:ext cx="0" cy="254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0">
              <a:extLst>
                <a:ext uri="{FF2B5EF4-FFF2-40B4-BE49-F238E27FC236}">
                  <a16:creationId xmlns:a16="http://schemas.microsoft.com/office/drawing/2014/main" id="{9EADFE18-E664-97EC-240B-C615244857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2181" y="6342567"/>
              <a:ext cx="0" cy="254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1">
              <a:extLst>
                <a:ext uri="{FF2B5EF4-FFF2-40B4-BE49-F238E27FC236}">
                  <a16:creationId xmlns:a16="http://schemas.microsoft.com/office/drawing/2014/main" id="{CDF0A46A-6D30-048D-B28D-6474823739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994" y="6342567"/>
              <a:ext cx="0" cy="254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EEFD6018-6F08-65D4-2EE9-1596D1CA1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7806" y="6342567"/>
              <a:ext cx="0" cy="254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BA2CF264-E761-EC24-B84D-AC8EEE1F48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5619" y="6342567"/>
              <a:ext cx="0" cy="254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14">
              <a:extLst>
                <a:ext uri="{FF2B5EF4-FFF2-40B4-BE49-F238E27FC236}">
                  <a16:creationId xmlns:a16="http://schemas.microsoft.com/office/drawing/2014/main" id="{E55A9507-46A6-FA1B-77B5-0914EE5C6A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3431" y="6342567"/>
              <a:ext cx="0" cy="254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D8E033A7-16BC-A313-6B0D-B1A4453762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1244" y="6342567"/>
              <a:ext cx="0" cy="254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65B78092-8D16-2C20-DC7B-D2B1507226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7469" y="6342567"/>
              <a:ext cx="0" cy="254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17">
              <a:extLst>
                <a:ext uri="{FF2B5EF4-FFF2-40B4-BE49-F238E27FC236}">
                  <a16:creationId xmlns:a16="http://schemas.microsoft.com/office/drawing/2014/main" id="{91BF6AE6-FC54-5E6B-6F99-A2694DB0F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931" y="6407654"/>
              <a:ext cx="74613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18">
              <a:extLst>
                <a:ext uri="{FF2B5EF4-FFF2-40B4-BE49-F238E27FC236}">
                  <a16:creationId xmlns:a16="http://schemas.microsoft.com/office/drawing/2014/main" id="{8F383D06-EA8A-765A-F675-BA313C18D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244" y="6407654"/>
              <a:ext cx="201613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8" name="Rectangle 19">
              <a:extLst>
                <a:ext uri="{FF2B5EF4-FFF2-40B4-BE49-F238E27FC236}">
                  <a16:creationId xmlns:a16="http://schemas.microsoft.com/office/drawing/2014/main" id="{3B9F33F8-32E5-4184-6C96-C22A6E104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5469" y="6407654"/>
              <a:ext cx="201613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9" name="Rectangle 20">
              <a:extLst>
                <a:ext uri="{FF2B5EF4-FFF2-40B4-BE49-F238E27FC236}">
                  <a16:creationId xmlns:a16="http://schemas.microsoft.com/office/drawing/2014/main" id="{34890E1B-2B50-181F-A014-F0809DA80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456" y="6407654"/>
              <a:ext cx="201613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0" name="Rectangle 21">
              <a:extLst>
                <a:ext uri="{FF2B5EF4-FFF2-40B4-BE49-F238E27FC236}">
                  <a16:creationId xmlns:a16="http://schemas.microsoft.com/office/drawing/2014/main" id="{FE1BAC86-995C-40A9-DDAF-EFD90E97A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269" y="6407654"/>
              <a:ext cx="201613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8000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1" name="Rectangle 22">
              <a:extLst>
                <a:ext uri="{FF2B5EF4-FFF2-40B4-BE49-F238E27FC236}">
                  <a16:creationId xmlns:a16="http://schemas.microsoft.com/office/drawing/2014/main" id="{DF2E9721-D082-94F5-6A3F-18377C485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681" y="6407654"/>
              <a:ext cx="241300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2" name="Rectangle 23">
              <a:extLst>
                <a:ext uri="{FF2B5EF4-FFF2-40B4-BE49-F238E27FC236}">
                  <a16:creationId xmlns:a16="http://schemas.microsoft.com/office/drawing/2014/main" id="{CEFA648B-32C4-3329-1F9F-1B0CBE2AC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906" y="6407654"/>
              <a:ext cx="241300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12000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3" name="Rectangle 24">
              <a:extLst>
                <a:ext uri="{FF2B5EF4-FFF2-40B4-BE49-F238E27FC236}">
                  <a16:creationId xmlns:a16="http://schemas.microsoft.com/office/drawing/2014/main" id="{70F68AA9-7F1F-0D7C-B025-2BBBB8206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481" y="6407654"/>
              <a:ext cx="241300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7" name="Rectangle 25">
              <a:extLst>
                <a:ext uri="{FF2B5EF4-FFF2-40B4-BE49-F238E27FC236}">
                  <a16:creationId xmlns:a16="http://schemas.microsoft.com/office/drawing/2014/main" id="{C1ACB6CE-07A6-5325-CBB3-3FD27CB11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1706" y="6407654"/>
              <a:ext cx="241300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16000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8" name="Rectangle 26">
              <a:extLst>
                <a:ext uri="{FF2B5EF4-FFF2-40B4-BE49-F238E27FC236}">
                  <a16:creationId xmlns:a16="http://schemas.microsoft.com/office/drawing/2014/main" id="{1C8A7B12-2B9C-CAC6-D74A-C681BAD62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931" y="6407654"/>
              <a:ext cx="241300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18000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9" name="Line 27">
              <a:extLst>
                <a:ext uri="{FF2B5EF4-FFF2-40B4-BE49-F238E27FC236}">
                  <a16:creationId xmlns:a16="http://schemas.microsoft.com/office/drawing/2014/main" id="{F355CED3-C664-7C5B-7467-BE97B96676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8744" y="4424867"/>
              <a:ext cx="0" cy="194310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Line 28">
              <a:extLst>
                <a:ext uri="{FF2B5EF4-FFF2-40B4-BE49-F238E27FC236}">
                  <a16:creationId xmlns:a16="http://schemas.microsoft.com/office/drawing/2014/main" id="{9D050579-55CD-AFF0-4F71-DD5A417B4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8744" y="6367967"/>
              <a:ext cx="25400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Line 29">
              <a:extLst>
                <a:ext uri="{FF2B5EF4-FFF2-40B4-BE49-F238E27FC236}">
                  <a16:creationId xmlns:a16="http://schemas.microsoft.com/office/drawing/2014/main" id="{97ABADE2-427D-DBF1-31F9-CB9CFA257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8744" y="6044117"/>
              <a:ext cx="25400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Line 30">
              <a:extLst>
                <a:ext uri="{FF2B5EF4-FFF2-40B4-BE49-F238E27FC236}">
                  <a16:creationId xmlns:a16="http://schemas.microsoft.com/office/drawing/2014/main" id="{7840A6C5-B5ED-C8CD-2D1E-2E36FDA59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8744" y="5720267"/>
              <a:ext cx="25400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Line 31">
              <a:extLst>
                <a:ext uri="{FF2B5EF4-FFF2-40B4-BE49-F238E27FC236}">
                  <a16:creationId xmlns:a16="http://schemas.microsoft.com/office/drawing/2014/main" id="{748126D3-C91F-8DBA-FFD6-942194F03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8744" y="5396417"/>
              <a:ext cx="25400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Line 32">
              <a:extLst>
                <a:ext uri="{FF2B5EF4-FFF2-40B4-BE49-F238E27FC236}">
                  <a16:creationId xmlns:a16="http://schemas.microsoft.com/office/drawing/2014/main" id="{5211CBDB-4074-3E70-86C0-656DC5A35B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8744" y="5072567"/>
              <a:ext cx="25400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Line 33">
              <a:extLst>
                <a:ext uri="{FF2B5EF4-FFF2-40B4-BE49-F238E27FC236}">
                  <a16:creationId xmlns:a16="http://schemas.microsoft.com/office/drawing/2014/main" id="{45D361EC-7FC9-A610-D3AE-64475E12F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8744" y="4748717"/>
              <a:ext cx="25400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Rectangle 35">
              <a:extLst>
                <a:ext uri="{FF2B5EF4-FFF2-40B4-BE49-F238E27FC236}">
                  <a16:creationId xmlns:a16="http://schemas.microsoft.com/office/drawing/2014/main" id="{74C87409-1012-7A9B-1C2E-9AAA14AA7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319" y="6326692"/>
              <a:ext cx="103188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8" name="Rectangle 36">
              <a:extLst>
                <a:ext uri="{FF2B5EF4-FFF2-40B4-BE49-F238E27FC236}">
                  <a16:creationId xmlns:a16="http://schemas.microsoft.com/office/drawing/2014/main" id="{604D8B62-A1BD-1D53-A385-B1DA421C9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819" y="6002842"/>
              <a:ext cx="161925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9" name="Rectangle 37">
              <a:extLst>
                <a:ext uri="{FF2B5EF4-FFF2-40B4-BE49-F238E27FC236}">
                  <a16:creationId xmlns:a16="http://schemas.microsoft.com/office/drawing/2014/main" id="{46803477-14C8-E870-2A7C-74EE3899A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319" y="5680579"/>
              <a:ext cx="103188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0" name="Rectangle 38">
              <a:extLst>
                <a:ext uri="{FF2B5EF4-FFF2-40B4-BE49-F238E27FC236}">
                  <a16:creationId xmlns:a16="http://schemas.microsoft.com/office/drawing/2014/main" id="{56795736-4FCA-040C-DF3F-5D847F25E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819" y="5358317"/>
              <a:ext cx="161925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1" name="Rectangle 39">
              <a:extLst>
                <a:ext uri="{FF2B5EF4-FFF2-40B4-BE49-F238E27FC236}">
                  <a16:creationId xmlns:a16="http://schemas.microsoft.com/office/drawing/2014/main" id="{FFE8F8BE-E79D-008D-F2CE-60D1B8108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131" y="5029704"/>
              <a:ext cx="74613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2" name="Rectangle 40">
              <a:extLst>
                <a:ext uri="{FF2B5EF4-FFF2-40B4-BE49-F238E27FC236}">
                  <a16:creationId xmlns:a16="http://schemas.microsoft.com/office/drawing/2014/main" id="{AF8DB8A4-8848-3621-4844-C5ACCC2CE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631" y="4707442"/>
              <a:ext cx="138113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3" name="Rectangle 41">
              <a:extLst>
                <a:ext uri="{FF2B5EF4-FFF2-40B4-BE49-F238E27FC236}">
                  <a16:creationId xmlns:a16="http://schemas.microsoft.com/office/drawing/2014/main" id="{63DF6301-6A4E-E9F2-5DCD-F69A83EC2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131" y="4383592"/>
              <a:ext cx="74613" cy="10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80049356-DE21-45C2-6404-4C35B39ECB5C}"/>
                </a:ext>
              </a:extLst>
            </p:cNvPr>
            <p:cNvGrpSpPr/>
            <p:nvPr/>
          </p:nvGrpSpPr>
          <p:grpSpPr>
            <a:xfrm>
              <a:off x="1086128" y="4649200"/>
              <a:ext cx="2295247" cy="1589677"/>
              <a:chOff x="834668" y="2604051"/>
              <a:chExt cx="3257550" cy="1024871"/>
            </a:xfrm>
          </p:grpSpPr>
          <p:sp>
            <p:nvSpPr>
              <p:cNvPr id="134" name="Line 131">
                <a:extLst>
                  <a:ext uri="{FF2B5EF4-FFF2-40B4-BE49-F238E27FC236}">
                    <a16:creationId xmlns:a16="http://schemas.microsoft.com/office/drawing/2014/main" id="{946DD3DB-D64D-1A13-59AB-EB1D8B0CD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4668" y="2812947"/>
                <a:ext cx="0" cy="815975"/>
              </a:xfrm>
              <a:prstGeom prst="line">
                <a:avLst/>
              </a:prstGeom>
              <a:noFill/>
              <a:ln w="4763" cap="flat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132">
                <a:extLst>
                  <a:ext uri="{FF2B5EF4-FFF2-40B4-BE49-F238E27FC236}">
                    <a16:creationId xmlns:a16="http://schemas.microsoft.com/office/drawing/2014/main" id="{6972CDD3-388D-1E11-4307-749644888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668" y="2634531"/>
                <a:ext cx="3257550" cy="742950"/>
              </a:xfrm>
              <a:custGeom>
                <a:avLst/>
                <a:gdLst>
                  <a:gd name="T0" fmla="*/ 31 w 2052"/>
                  <a:gd name="T1" fmla="*/ 376 h 468"/>
                  <a:gd name="T2" fmla="*/ 64 w 2052"/>
                  <a:gd name="T3" fmla="*/ 229 h 468"/>
                  <a:gd name="T4" fmla="*/ 98 w 2052"/>
                  <a:gd name="T5" fmla="*/ 95 h 468"/>
                  <a:gd name="T6" fmla="*/ 132 w 2052"/>
                  <a:gd name="T7" fmla="*/ 0 h 468"/>
                  <a:gd name="T8" fmla="*/ 166 w 2052"/>
                  <a:gd name="T9" fmla="*/ 35 h 468"/>
                  <a:gd name="T10" fmla="*/ 200 w 2052"/>
                  <a:gd name="T11" fmla="*/ 125 h 468"/>
                  <a:gd name="T12" fmla="*/ 234 w 2052"/>
                  <a:gd name="T13" fmla="*/ 290 h 468"/>
                  <a:gd name="T14" fmla="*/ 268 w 2052"/>
                  <a:gd name="T15" fmla="*/ 349 h 468"/>
                  <a:gd name="T16" fmla="*/ 302 w 2052"/>
                  <a:gd name="T17" fmla="*/ 336 h 468"/>
                  <a:gd name="T18" fmla="*/ 336 w 2052"/>
                  <a:gd name="T19" fmla="*/ 272 h 468"/>
                  <a:gd name="T20" fmla="*/ 369 w 2052"/>
                  <a:gd name="T21" fmla="*/ 45 h 468"/>
                  <a:gd name="T22" fmla="*/ 403 w 2052"/>
                  <a:gd name="T23" fmla="*/ 13 h 468"/>
                  <a:gd name="T24" fmla="*/ 437 w 2052"/>
                  <a:gd name="T25" fmla="*/ 31 h 468"/>
                  <a:gd name="T26" fmla="*/ 471 w 2052"/>
                  <a:gd name="T27" fmla="*/ 204 h 468"/>
                  <a:gd name="T28" fmla="*/ 505 w 2052"/>
                  <a:gd name="T29" fmla="*/ 304 h 468"/>
                  <a:gd name="T30" fmla="*/ 539 w 2052"/>
                  <a:gd name="T31" fmla="*/ 347 h 468"/>
                  <a:gd name="T32" fmla="*/ 573 w 2052"/>
                  <a:gd name="T33" fmla="*/ 353 h 468"/>
                  <a:gd name="T34" fmla="*/ 606 w 2052"/>
                  <a:gd name="T35" fmla="*/ 265 h 468"/>
                  <a:gd name="T36" fmla="*/ 641 w 2052"/>
                  <a:gd name="T37" fmla="*/ 173 h 468"/>
                  <a:gd name="T38" fmla="*/ 674 w 2052"/>
                  <a:gd name="T39" fmla="*/ 67 h 468"/>
                  <a:gd name="T40" fmla="*/ 708 w 2052"/>
                  <a:gd name="T41" fmla="*/ 69 h 468"/>
                  <a:gd name="T42" fmla="*/ 742 w 2052"/>
                  <a:gd name="T43" fmla="*/ 115 h 468"/>
                  <a:gd name="T44" fmla="*/ 776 w 2052"/>
                  <a:gd name="T45" fmla="*/ 241 h 468"/>
                  <a:gd name="T46" fmla="*/ 810 w 2052"/>
                  <a:gd name="T47" fmla="*/ 325 h 468"/>
                  <a:gd name="T48" fmla="*/ 844 w 2052"/>
                  <a:gd name="T49" fmla="*/ 380 h 468"/>
                  <a:gd name="T50" fmla="*/ 878 w 2052"/>
                  <a:gd name="T51" fmla="*/ 399 h 468"/>
                  <a:gd name="T52" fmla="*/ 911 w 2052"/>
                  <a:gd name="T53" fmla="*/ 415 h 468"/>
                  <a:gd name="T54" fmla="*/ 945 w 2052"/>
                  <a:gd name="T55" fmla="*/ 433 h 468"/>
                  <a:gd name="T56" fmla="*/ 979 w 2052"/>
                  <a:gd name="T57" fmla="*/ 441 h 468"/>
                  <a:gd name="T58" fmla="*/ 1013 w 2052"/>
                  <a:gd name="T59" fmla="*/ 452 h 468"/>
                  <a:gd name="T60" fmla="*/ 1047 w 2052"/>
                  <a:gd name="T61" fmla="*/ 450 h 468"/>
                  <a:gd name="T62" fmla="*/ 1081 w 2052"/>
                  <a:gd name="T63" fmla="*/ 451 h 468"/>
                  <a:gd name="T64" fmla="*/ 1115 w 2052"/>
                  <a:gd name="T65" fmla="*/ 453 h 468"/>
                  <a:gd name="T66" fmla="*/ 1148 w 2052"/>
                  <a:gd name="T67" fmla="*/ 458 h 468"/>
                  <a:gd name="T68" fmla="*/ 1183 w 2052"/>
                  <a:gd name="T69" fmla="*/ 459 h 468"/>
                  <a:gd name="T70" fmla="*/ 1216 w 2052"/>
                  <a:gd name="T71" fmla="*/ 462 h 468"/>
                  <a:gd name="T72" fmla="*/ 1250 w 2052"/>
                  <a:gd name="T73" fmla="*/ 464 h 468"/>
                  <a:gd name="T74" fmla="*/ 1284 w 2052"/>
                  <a:gd name="T75" fmla="*/ 465 h 468"/>
                  <a:gd name="T76" fmla="*/ 1318 w 2052"/>
                  <a:gd name="T77" fmla="*/ 464 h 468"/>
                  <a:gd name="T78" fmla="*/ 1352 w 2052"/>
                  <a:gd name="T79" fmla="*/ 464 h 468"/>
                  <a:gd name="T80" fmla="*/ 1386 w 2052"/>
                  <a:gd name="T81" fmla="*/ 466 h 468"/>
                  <a:gd name="T82" fmla="*/ 1420 w 2052"/>
                  <a:gd name="T83" fmla="*/ 466 h 468"/>
                  <a:gd name="T84" fmla="*/ 1453 w 2052"/>
                  <a:gd name="T85" fmla="*/ 465 h 468"/>
                  <a:gd name="T86" fmla="*/ 1487 w 2052"/>
                  <a:gd name="T87" fmla="*/ 464 h 468"/>
                  <a:gd name="T88" fmla="*/ 1521 w 2052"/>
                  <a:gd name="T89" fmla="*/ 464 h 468"/>
                  <a:gd name="T90" fmla="*/ 1555 w 2052"/>
                  <a:gd name="T91" fmla="*/ 468 h 468"/>
                  <a:gd name="T92" fmla="*/ 1589 w 2052"/>
                  <a:gd name="T93" fmla="*/ 464 h 468"/>
                  <a:gd name="T94" fmla="*/ 1623 w 2052"/>
                  <a:gd name="T95" fmla="*/ 461 h 468"/>
                  <a:gd name="T96" fmla="*/ 1657 w 2052"/>
                  <a:gd name="T97" fmla="*/ 453 h 468"/>
                  <a:gd name="T98" fmla="*/ 1691 w 2052"/>
                  <a:gd name="T99" fmla="*/ 445 h 468"/>
                  <a:gd name="T100" fmla="*/ 1725 w 2052"/>
                  <a:gd name="T101" fmla="*/ 436 h 468"/>
                  <a:gd name="T102" fmla="*/ 1758 w 2052"/>
                  <a:gd name="T103" fmla="*/ 422 h 468"/>
                  <a:gd name="T104" fmla="*/ 1792 w 2052"/>
                  <a:gd name="T105" fmla="*/ 419 h 468"/>
                  <a:gd name="T106" fmla="*/ 1826 w 2052"/>
                  <a:gd name="T107" fmla="*/ 414 h 468"/>
                  <a:gd name="T108" fmla="*/ 1860 w 2052"/>
                  <a:gd name="T109" fmla="*/ 390 h 468"/>
                  <a:gd name="T110" fmla="*/ 1894 w 2052"/>
                  <a:gd name="T111" fmla="*/ 371 h 468"/>
                  <a:gd name="T112" fmla="*/ 1928 w 2052"/>
                  <a:gd name="T113" fmla="*/ 346 h 468"/>
                  <a:gd name="T114" fmla="*/ 1962 w 2052"/>
                  <a:gd name="T115" fmla="*/ 339 h 468"/>
                  <a:gd name="T116" fmla="*/ 1995 w 2052"/>
                  <a:gd name="T117" fmla="*/ 343 h 468"/>
                  <a:gd name="T118" fmla="*/ 2029 w 2052"/>
                  <a:gd name="T119" fmla="*/ 363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52" h="468">
                    <a:moveTo>
                      <a:pt x="0" y="358"/>
                    </a:moveTo>
                    <a:lnTo>
                      <a:pt x="4" y="375"/>
                    </a:lnTo>
                    <a:lnTo>
                      <a:pt x="8" y="375"/>
                    </a:lnTo>
                    <a:lnTo>
                      <a:pt x="12" y="375"/>
                    </a:lnTo>
                    <a:lnTo>
                      <a:pt x="16" y="375"/>
                    </a:lnTo>
                    <a:lnTo>
                      <a:pt x="19" y="375"/>
                    </a:lnTo>
                    <a:lnTo>
                      <a:pt x="23" y="376"/>
                    </a:lnTo>
                    <a:lnTo>
                      <a:pt x="27" y="376"/>
                    </a:lnTo>
                    <a:lnTo>
                      <a:pt x="31" y="376"/>
                    </a:lnTo>
                    <a:lnTo>
                      <a:pt x="34" y="376"/>
                    </a:lnTo>
                    <a:lnTo>
                      <a:pt x="38" y="376"/>
                    </a:lnTo>
                    <a:lnTo>
                      <a:pt x="42" y="281"/>
                    </a:lnTo>
                    <a:lnTo>
                      <a:pt x="46" y="281"/>
                    </a:lnTo>
                    <a:lnTo>
                      <a:pt x="49" y="281"/>
                    </a:lnTo>
                    <a:lnTo>
                      <a:pt x="53" y="281"/>
                    </a:lnTo>
                    <a:lnTo>
                      <a:pt x="57" y="281"/>
                    </a:lnTo>
                    <a:lnTo>
                      <a:pt x="61" y="247"/>
                    </a:lnTo>
                    <a:lnTo>
                      <a:pt x="64" y="229"/>
                    </a:lnTo>
                    <a:lnTo>
                      <a:pt x="68" y="229"/>
                    </a:lnTo>
                    <a:lnTo>
                      <a:pt x="72" y="229"/>
                    </a:lnTo>
                    <a:lnTo>
                      <a:pt x="76" y="229"/>
                    </a:lnTo>
                    <a:lnTo>
                      <a:pt x="79" y="221"/>
                    </a:lnTo>
                    <a:lnTo>
                      <a:pt x="83" y="95"/>
                    </a:lnTo>
                    <a:lnTo>
                      <a:pt x="87" y="95"/>
                    </a:lnTo>
                    <a:lnTo>
                      <a:pt x="91" y="95"/>
                    </a:lnTo>
                    <a:lnTo>
                      <a:pt x="95" y="95"/>
                    </a:lnTo>
                    <a:lnTo>
                      <a:pt x="98" y="95"/>
                    </a:lnTo>
                    <a:lnTo>
                      <a:pt x="102" y="16"/>
                    </a:lnTo>
                    <a:lnTo>
                      <a:pt x="106" y="16"/>
                    </a:lnTo>
                    <a:lnTo>
                      <a:pt x="110" y="16"/>
                    </a:lnTo>
                    <a:lnTo>
                      <a:pt x="114" y="16"/>
                    </a:lnTo>
                    <a:lnTo>
                      <a:pt x="117" y="16"/>
                    </a:lnTo>
                    <a:lnTo>
                      <a:pt x="121" y="6"/>
                    </a:lnTo>
                    <a:lnTo>
                      <a:pt x="125" y="0"/>
                    </a:lnTo>
                    <a:lnTo>
                      <a:pt x="129" y="0"/>
                    </a:lnTo>
                    <a:lnTo>
                      <a:pt x="132" y="0"/>
                    </a:lnTo>
                    <a:lnTo>
                      <a:pt x="136" y="0"/>
                    </a:lnTo>
                    <a:lnTo>
                      <a:pt x="140" y="1"/>
                    </a:lnTo>
                    <a:lnTo>
                      <a:pt x="144" y="4"/>
                    </a:lnTo>
                    <a:lnTo>
                      <a:pt x="147" y="4"/>
                    </a:lnTo>
                    <a:lnTo>
                      <a:pt x="151" y="4"/>
                    </a:lnTo>
                    <a:lnTo>
                      <a:pt x="155" y="4"/>
                    </a:lnTo>
                    <a:lnTo>
                      <a:pt x="159" y="4"/>
                    </a:lnTo>
                    <a:lnTo>
                      <a:pt x="162" y="35"/>
                    </a:lnTo>
                    <a:lnTo>
                      <a:pt x="166" y="35"/>
                    </a:lnTo>
                    <a:lnTo>
                      <a:pt x="170" y="35"/>
                    </a:lnTo>
                    <a:lnTo>
                      <a:pt x="174" y="35"/>
                    </a:lnTo>
                    <a:lnTo>
                      <a:pt x="177" y="35"/>
                    </a:lnTo>
                    <a:lnTo>
                      <a:pt x="181" y="89"/>
                    </a:lnTo>
                    <a:lnTo>
                      <a:pt x="185" y="119"/>
                    </a:lnTo>
                    <a:lnTo>
                      <a:pt x="189" y="119"/>
                    </a:lnTo>
                    <a:lnTo>
                      <a:pt x="192" y="119"/>
                    </a:lnTo>
                    <a:lnTo>
                      <a:pt x="196" y="119"/>
                    </a:lnTo>
                    <a:lnTo>
                      <a:pt x="200" y="125"/>
                    </a:lnTo>
                    <a:lnTo>
                      <a:pt x="204" y="222"/>
                    </a:lnTo>
                    <a:lnTo>
                      <a:pt x="207" y="222"/>
                    </a:lnTo>
                    <a:lnTo>
                      <a:pt x="211" y="222"/>
                    </a:lnTo>
                    <a:lnTo>
                      <a:pt x="215" y="222"/>
                    </a:lnTo>
                    <a:lnTo>
                      <a:pt x="219" y="222"/>
                    </a:lnTo>
                    <a:lnTo>
                      <a:pt x="222" y="290"/>
                    </a:lnTo>
                    <a:lnTo>
                      <a:pt x="226" y="290"/>
                    </a:lnTo>
                    <a:lnTo>
                      <a:pt x="230" y="290"/>
                    </a:lnTo>
                    <a:lnTo>
                      <a:pt x="234" y="290"/>
                    </a:lnTo>
                    <a:lnTo>
                      <a:pt x="238" y="290"/>
                    </a:lnTo>
                    <a:lnTo>
                      <a:pt x="241" y="305"/>
                    </a:lnTo>
                    <a:lnTo>
                      <a:pt x="245" y="313"/>
                    </a:lnTo>
                    <a:lnTo>
                      <a:pt x="249" y="313"/>
                    </a:lnTo>
                    <a:lnTo>
                      <a:pt x="253" y="313"/>
                    </a:lnTo>
                    <a:lnTo>
                      <a:pt x="256" y="313"/>
                    </a:lnTo>
                    <a:lnTo>
                      <a:pt x="260" y="315"/>
                    </a:lnTo>
                    <a:lnTo>
                      <a:pt x="264" y="349"/>
                    </a:lnTo>
                    <a:lnTo>
                      <a:pt x="268" y="349"/>
                    </a:lnTo>
                    <a:lnTo>
                      <a:pt x="271" y="349"/>
                    </a:lnTo>
                    <a:lnTo>
                      <a:pt x="275" y="349"/>
                    </a:lnTo>
                    <a:lnTo>
                      <a:pt x="279" y="349"/>
                    </a:lnTo>
                    <a:lnTo>
                      <a:pt x="283" y="352"/>
                    </a:lnTo>
                    <a:lnTo>
                      <a:pt x="287" y="352"/>
                    </a:lnTo>
                    <a:lnTo>
                      <a:pt x="290" y="352"/>
                    </a:lnTo>
                    <a:lnTo>
                      <a:pt x="294" y="352"/>
                    </a:lnTo>
                    <a:lnTo>
                      <a:pt x="298" y="352"/>
                    </a:lnTo>
                    <a:lnTo>
                      <a:pt x="302" y="336"/>
                    </a:lnTo>
                    <a:lnTo>
                      <a:pt x="305" y="327"/>
                    </a:lnTo>
                    <a:lnTo>
                      <a:pt x="309" y="327"/>
                    </a:lnTo>
                    <a:lnTo>
                      <a:pt x="313" y="327"/>
                    </a:lnTo>
                    <a:lnTo>
                      <a:pt x="317" y="327"/>
                    </a:lnTo>
                    <a:lnTo>
                      <a:pt x="321" y="324"/>
                    </a:lnTo>
                    <a:lnTo>
                      <a:pt x="324" y="272"/>
                    </a:lnTo>
                    <a:lnTo>
                      <a:pt x="328" y="272"/>
                    </a:lnTo>
                    <a:lnTo>
                      <a:pt x="332" y="272"/>
                    </a:lnTo>
                    <a:lnTo>
                      <a:pt x="336" y="272"/>
                    </a:lnTo>
                    <a:lnTo>
                      <a:pt x="339" y="272"/>
                    </a:lnTo>
                    <a:lnTo>
                      <a:pt x="343" y="143"/>
                    </a:lnTo>
                    <a:lnTo>
                      <a:pt x="347" y="143"/>
                    </a:lnTo>
                    <a:lnTo>
                      <a:pt x="351" y="143"/>
                    </a:lnTo>
                    <a:lnTo>
                      <a:pt x="354" y="143"/>
                    </a:lnTo>
                    <a:lnTo>
                      <a:pt x="358" y="143"/>
                    </a:lnTo>
                    <a:lnTo>
                      <a:pt x="362" y="79"/>
                    </a:lnTo>
                    <a:lnTo>
                      <a:pt x="366" y="45"/>
                    </a:lnTo>
                    <a:lnTo>
                      <a:pt x="369" y="45"/>
                    </a:lnTo>
                    <a:lnTo>
                      <a:pt x="373" y="45"/>
                    </a:lnTo>
                    <a:lnTo>
                      <a:pt x="377" y="45"/>
                    </a:lnTo>
                    <a:lnTo>
                      <a:pt x="381" y="43"/>
                    </a:lnTo>
                    <a:lnTo>
                      <a:pt x="384" y="11"/>
                    </a:lnTo>
                    <a:lnTo>
                      <a:pt x="388" y="11"/>
                    </a:lnTo>
                    <a:lnTo>
                      <a:pt x="392" y="11"/>
                    </a:lnTo>
                    <a:lnTo>
                      <a:pt x="396" y="11"/>
                    </a:lnTo>
                    <a:lnTo>
                      <a:pt x="399" y="11"/>
                    </a:lnTo>
                    <a:lnTo>
                      <a:pt x="403" y="13"/>
                    </a:lnTo>
                    <a:lnTo>
                      <a:pt x="407" y="13"/>
                    </a:lnTo>
                    <a:lnTo>
                      <a:pt x="411" y="13"/>
                    </a:lnTo>
                    <a:lnTo>
                      <a:pt x="414" y="13"/>
                    </a:lnTo>
                    <a:lnTo>
                      <a:pt x="418" y="13"/>
                    </a:lnTo>
                    <a:lnTo>
                      <a:pt x="422" y="24"/>
                    </a:lnTo>
                    <a:lnTo>
                      <a:pt x="426" y="31"/>
                    </a:lnTo>
                    <a:lnTo>
                      <a:pt x="429" y="31"/>
                    </a:lnTo>
                    <a:lnTo>
                      <a:pt x="433" y="31"/>
                    </a:lnTo>
                    <a:lnTo>
                      <a:pt x="437" y="31"/>
                    </a:lnTo>
                    <a:lnTo>
                      <a:pt x="441" y="33"/>
                    </a:lnTo>
                    <a:lnTo>
                      <a:pt x="445" y="75"/>
                    </a:lnTo>
                    <a:lnTo>
                      <a:pt x="448" y="75"/>
                    </a:lnTo>
                    <a:lnTo>
                      <a:pt x="452" y="75"/>
                    </a:lnTo>
                    <a:lnTo>
                      <a:pt x="456" y="75"/>
                    </a:lnTo>
                    <a:lnTo>
                      <a:pt x="460" y="75"/>
                    </a:lnTo>
                    <a:lnTo>
                      <a:pt x="464" y="204"/>
                    </a:lnTo>
                    <a:lnTo>
                      <a:pt x="467" y="204"/>
                    </a:lnTo>
                    <a:lnTo>
                      <a:pt x="471" y="204"/>
                    </a:lnTo>
                    <a:lnTo>
                      <a:pt x="475" y="204"/>
                    </a:lnTo>
                    <a:lnTo>
                      <a:pt x="479" y="204"/>
                    </a:lnTo>
                    <a:lnTo>
                      <a:pt x="482" y="239"/>
                    </a:lnTo>
                    <a:lnTo>
                      <a:pt x="486" y="258"/>
                    </a:lnTo>
                    <a:lnTo>
                      <a:pt x="490" y="258"/>
                    </a:lnTo>
                    <a:lnTo>
                      <a:pt x="494" y="258"/>
                    </a:lnTo>
                    <a:lnTo>
                      <a:pt x="497" y="258"/>
                    </a:lnTo>
                    <a:lnTo>
                      <a:pt x="501" y="261"/>
                    </a:lnTo>
                    <a:lnTo>
                      <a:pt x="505" y="304"/>
                    </a:lnTo>
                    <a:lnTo>
                      <a:pt x="509" y="304"/>
                    </a:lnTo>
                    <a:lnTo>
                      <a:pt x="512" y="304"/>
                    </a:lnTo>
                    <a:lnTo>
                      <a:pt x="516" y="304"/>
                    </a:lnTo>
                    <a:lnTo>
                      <a:pt x="520" y="304"/>
                    </a:lnTo>
                    <a:lnTo>
                      <a:pt x="524" y="347"/>
                    </a:lnTo>
                    <a:lnTo>
                      <a:pt x="527" y="347"/>
                    </a:lnTo>
                    <a:lnTo>
                      <a:pt x="531" y="347"/>
                    </a:lnTo>
                    <a:lnTo>
                      <a:pt x="535" y="347"/>
                    </a:lnTo>
                    <a:lnTo>
                      <a:pt x="539" y="347"/>
                    </a:lnTo>
                    <a:lnTo>
                      <a:pt x="543" y="356"/>
                    </a:lnTo>
                    <a:lnTo>
                      <a:pt x="546" y="361"/>
                    </a:lnTo>
                    <a:lnTo>
                      <a:pt x="550" y="361"/>
                    </a:lnTo>
                    <a:lnTo>
                      <a:pt x="554" y="361"/>
                    </a:lnTo>
                    <a:lnTo>
                      <a:pt x="558" y="361"/>
                    </a:lnTo>
                    <a:lnTo>
                      <a:pt x="561" y="360"/>
                    </a:lnTo>
                    <a:lnTo>
                      <a:pt x="565" y="353"/>
                    </a:lnTo>
                    <a:lnTo>
                      <a:pt x="569" y="353"/>
                    </a:lnTo>
                    <a:lnTo>
                      <a:pt x="573" y="353"/>
                    </a:lnTo>
                    <a:lnTo>
                      <a:pt x="576" y="353"/>
                    </a:lnTo>
                    <a:lnTo>
                      <a:pt x="580" y="353"/>
                    </a:lnTo>
                    <a:lnTo>
                      <a:pt x="584" y="320"/>
                    </a:lnTo>
                    <a:lnTo>
                      <a:pt x="588" y="320"/>
                    </a:lnTo>
                    <a:lnTo>
                      <a:pt x="591" y="320"/>
                    </a:lnTo>
                    <a:lnTo>
                      <a:pt x="595" y="320"/>
                    </a:lnTo>
                    <a:lnTo>
                      <a:pt x="599" y="320"/>
                    </a:lnTo>
                    <a:lnTo>
                      <a:pt x="603" y="285"/>
                    </a:lnTo>
                    <a:lnTo>
                      <a:pt x="606" y="265"/>
                    </a:lnTo>
                    <a:lnTo>
                      <a:pt x="610" y="265"/>
                    </a:lnTo>
                    <a:lnTo>
                      <a:pt x="614" y="265"/>
                    </a:lnTo>
                    <a:lnTo>
                      <a:pt x="618" y="265"/>
                    </a:lnTo>
                    <a:lnTo>
                      <a:pt x="622" y="259"/>
                    </a:lnTo>
                    <a:lnTo>
                      <a:pt x="625" y="173"/>
                    </a:lnTo>
                    <a:lnTo>
                      <a:pt x="629" y="173"/>
                    </a:lnTo>
                    <a:lnTo>
                      <a:pt x="633" y="173"/>
                    </a:lnTo>
                    <a:lnTo>
                      <a:pt x="637" y="173"/>
                    </a:lnTo>
                    <a:lnTo>
                      <a:pt x="641" y="173"/>
                    </a:lnTo>
                    <a:lnTo>
                      <a:pt x="644" y="102"/>
                    </a:lnTo>
                    <a:lnTo>
                      <a:pt x="648" y="102"/>
                    </a:lnTo>
                    <a:lnTo>
                      <a:pt x="652" y="102"/>
                    </a:lnTo>
                    <a:lnTo>
                      <a:pt x="656" y="102"/>
                    </a:lnTo>
                    <a:lnTo>
                      <a:pt x="659" y="102"/>
                    </a:lnTo>
                    <a:lnTo>
                      <a:pt x="663" y="79"/>
                    </a:lnTo>
                    <a:lnTo>
                      <a:pt x="667" y="67"/>
                    </a:lnTo>
                    <a:lnTo>
                      <a:pt x="671" y="67"/>
                    </a:lnTo>
                    <a:lnTo>
                      <a:pt x="674" y="67"/>
                    </a:lnTo>
                    <a:lnTo>
                      <a:pt x="678" y="67"/>
                    </a:lnTo>
                    <a:lnTo>
                      <a:pt x="682" y="67"/>
                    </a:lnTo>
                    <a:lnTo>
                      <a:pt x="686" y="65"/>
                    </a:lnTo>
                    <a:lnTo>
                      <a:pt x="689" y="65"/>
                    </a:lnTo>
                    <a:lnTo>
                      <a:pt x="693" y="65"/>
                    </a:lnTo>
                    <a:lnTo>
                      <a:pt x="697" y="65"/>
                    </a:lnTo>
                    <a:lnTo>
                      <a:pt x="701" y="65"/>
                    </a:lnTo>
                    <a:lnTo>
                      <a:pt x="704" y="69"/>
                    </a:lnTo>
                    <a:lnTo>
                      <a:pt x="708" y="69"/>
                    </a:lnTo>
                    <a:lnTo>
                      <a:pt x="712" y="69"/>
                    </a:lnTo>
                    <a:lnTo>
                      <a:pt x="716" y="69"/>
                    </a:lnTo>
                    <a:lnTo>
                      <a:pt x="719" y="69"/>
                    </a:lnTo>
                    <a:lnTo>
                      <a:pt x="723" y="96"/>
                    </a:lnTo>
                    <a:lnTo>
                      <a:pt x="727" y="111"/>
                    </a:lnTo>
                    <a:lnTo>
                      <a:pt x="731" y="111"/>
                    </a:lnTo>
                    <a:lnTo>
                      <a:pt x="734" y="111"/>
                    </a:lnTo>
                    <a:lnTo>
                      <a:pt x="738" y="111"/>
                    </a:lnTo>
                    <a:lnTo>
                      <a:pt x="742" y="115"/>
                    </a:lnTo>
                    <a:lnTo>
                      <a:pt x="746" y="179"/>
                    </a:lnTo>
                    <a:lnTo>
                      <a:pt x="750" y="179"/>
                    </a:lnTo>
                    <a:lnTo>
                      <a:pt x="753" y="179"/>
                    </a:lnTo>
                    <a:lnTo>
                      <a:pt x="757" y="179"/>
                    </a:lnTo>
                    <a:lnTo>
                      <a:pt x="761" y="179"/>
                    </a:lnTo>
                    <a:lnTo>
                      <a:pt x="765" y="241"/>
                    </a:lnTo>
                    <a:lnTo>
                      <a:pt x="768" y="241"/>
                    </a:lnTo>
                    <a:lnTo>
                      <a:pt x="772" y="241"/>
                    </a:lnTo>
                    <a:lnTo>
                      <a:pt x="776" y="241"/>
                    </a:lnTo>
                    <a:lnTo>
                      <a:pt x="780" y="241"/>
                    </a:lnTo>
                    <a:lnTo>
                      <a:pt x="783" y="265"/>
                    </a:lnTo>
                    <a:lnTo>
                      <a:pt x="787" y="278"/>
                    </a:lnTo>
                    <a:lnTo>
                      <a:pt x="791" y="278"/>
                    </a:lnTo>
                    <a:lnTo>
                      <a:pt x="795" y="278"/>
                    </a:lnTo>
                    <a:lnTo>
                      <a:pt x="798" y="278"/>
                    </a:lnTo>
                    <a:lnTo>
                      <a:pt x="802" y="280"/>
                    </a:lnTo>
                    <a:lnTo>
                      <a:pt x="806" y="325"/>
                    </a:lnTo>
                    <a:lnTo>
                      <a:pt x="810" y="325"/>
                    </a:lnTo>
                    <a:lnTo>
                      <a:pt x="814" y="325"/>
                    </a:lnTo>
                    <a:lnTo>
                      <a:pt x="817" y="325"/>
                    </a:lnTo>
                    <a:lnTo>
                      <a:pt x="821" y="325"/>
                    </a:lnTo>
                    <a:lnTo>
                      <a:pt x="825" y="359"/>
                    </a:lnTo>
                    <a:lnTo>
                      <a:pt x="829" y="359"/>
                    </a:lnTo>
                    <a:lnTo>
                      <a:pt x="832" y="359"/>
                    </a:lnTo>
                    <a:lnTo>
                      <a:pt x="836" y="359"/>
                    </a:lnTo>
                    <a:lnTo>
                      <a:pt x="840" y="359"/>
                    </a:lnTo>
                    <a:lnTo>
                      <a:pt x="844" y="380"/>
                    </a:lnTo>
                    <a:lnTo>
                      <a:pt x="848" y="391"/>
                    </a:lnTo>
                    <a:lnTo>
                      <a:pt x="851" y="391"/>
                    </a:lnTo>
                    <a:lnTo>
                      <a:pt x="855" y="391"/>
                    </a:lnTo>
                    <a:lnTo>
                      <a:pt x="859" y="391"/>
                    </a:lnTo>
                    <a:lnTo>
                      <a:pt x="863" y="392"/>
                    </a:lnTo>
                    <a:lnTo>
                      <a:pt x="866" y="399"/>
                    </a:lnTo>
                    <a:lnTo>
                      <a:pt x="870" y="399"/>
                    </a:lnTo>
                    <a:lnTo>
                      <a:pt x="874" y="399"/>
                    </a:lnTo>
                    <a:lnTo>
                      <a:pt x="878" y="399"/>
                    </a:lnTo>
                    <a:lnTo>
                      <a:pt x="881" y="399"/>
                    </a:lnTo>
                    <a:lnTo>
                      <a:pt x="885" y="412"/>
                    </a:lnTo>
                    <a:lnTo>
                      <a:pt x="889" y="412"/>
                    </a:lnTo>
                    <a:lnTo>
                      <a:pt x="893" y="412"/>
                    </a:lnTo>
                    <a:lnTo>
                      <a:pt x="896" y="412"/>
                    </a:lnTo>
                    <a:lnTo>
                      <a:pt x="900" y="412"/>
                    </a:lnTo>
                    <a:lnTo>
                      <a:pt x="904" y="414"/>
                    </a:lnTo>
                    <a:lnTo>
                      <a:pt x="908" y="415"/>
                    </a:lnTo>
                    <a:lnTo>
                      <a:pt x="911" y="415"/>
                    </a:lnTo>
                    <a:lnTo>
                      <a:pt x="915" y="415"/>
                    </a:lnTo>
                    <a:lnTo>
                      <a:pt x="919" y="415"/>
                    </a:lnTo>
                    <a:lnTo>
                      <a:pt x="923" y="415"/>
                    </a:lnTo>
                    <a:lnTo>
                      <a:pt x="926" y="423"/>
                    </a:lnTo>
                    <a:lnTo>
                      <a:pt x="930" y="423"/>
                    </a:lnTo>
                    <a:lnTo>
                      <a:pt x="934" y="423"/>
                    </a:lnTo>
                    <a:lnTo>
                      <a:pt x="938" y="423"/>
                    </a:lnTo>
                    <a:lnTo>
                      <a:pt x="941" y="423"/>
                    </a:lnTo>
                    <a:lnTo>
                      <a:pt x="945" y="433"/>
                    </a:lnTo>
                    <a:lnTo>
                      <a:pt x="949" y="433"/>
                    </a:lnTo>
                    <a:lnTo>
                      <a:pt x="953" y="433"/>
                    </a:lnTo>
                    <a:lnTo>
                      <a:pt x="956" y="433"/>
                    </a:lnTo>
                    <a:lnTo>
                      <a:pt x="960" y="433"/>
                    </a:lnTo>
                    <a:lnTo>
                      <a:pt x="964" y="438"/>
                    </a:lnTo>
                    <a:lnTo>
                      <a:pt x="968" y="441"/>
                    </a:lnTo>
                    <a:lnTo>
                      <a:pt x="972" y="441"/>
                    </a:lnTo>
                    <a:lnTo>
                      <a:pt x="975" y="441"/>
                    </a:lnTo>
                    <a:lnTo>
                      <a:pt x="979" y="441"/>
                    </a:lnTo>
                    <a:lnTo>
                      <a:pt x="983" y="441"/>
                    </a:lnTo>
                    <a:lnTo>
                      <a:pt x="987" y="450"/>
                    </a:lnTo>
                    <a:lnTo>
                      <a:pt x="991" y="450"/>
                    </a:lnTo>
                    <a:lnTo>
                      <a:pt x="994" y="450"/>
                    </a:lnTo>
                    <a:lnTo>
                      <a:pt x="998" y="450"/>
                    </a:lnTo>
                    <a:lnTo>
                      <a:pt x="1002" y="450"/>
                    </a:lnTo>
                    <a:lnTo>
                      <a:pt x="1006" y="452"/>
                    </a:lnTo>
                    <a:lnTo>
                      <a:pt x="1009" y="452"/>
                    </a:lnTo>
                    <a:lnTo>
                      <a:pt x="1013" y="452"/>
                    </a:lnTo>
                    <a:lnTo>
                      <a:pt x="1017" y="452"/>
                    </a:lnTo>
                    <a:lnTo>
                      <a:pt x="1021" y="452"/>
                    </a:lnTo>
                    <a:lnTo>
                      <a:pt x="1024" y="451"/>
                    </a:lnTo>
                    <a:lnTo>
                      <a:pt x="1028" y="451"/>
                    </a:lnTo>
                    <a:lnTo>
                      <a:pt x="1032" y="451"/>
                    </a:lnTo>
                    <a:lnTo>
                      <a:pt x="1036" y="451"/>
                    </a:lnTo>
                    <a:lnTo>
                      <a:pt x="1039" y="451"/>
                    </a:lnTo>
                    <a:lnTo>
                      <a:pt x="1043" y="451"/>
                    </a:lnTo>
                    <a:lnTo>
                      <a:pt x="1047" y="450"/>
                    </a:lnTo>
                    <a:lnTo>
                      <a:pt x="1051" y="450"/>
                    </a:lnTo>
                    <a:lnTo>
                      <a:pt x="1055" y="450"/>
                    </a:lnTo>
                    <a:lnTo>
                      <a:pt x="1058" y="450"/>
                    </a:lnTo>
                    <a:lnTo>
                      <a:pt x="1062" y="450"/>
                    </a:lnTo>
                    <a:lnTo>
                      <a:pt x="1066" y="451"/>
                    </a:lnTo>
                    <a:lnTo>
                      <a:pt x="1070" y="451"/>
                    </a:lnTo>
                    <a:lnTo>
                      <a:pt x="1073" y="451"/>
                    </a:lnTo>
                    <a:lnTo>
                      <a:pt x="1077" y="451"/>
                    </a:lnTo>
                    <a:lnTo>
                      <a:pt x="1081" y="451"/>
                    </a:lnTo>
                    <a:lnTo>
                      <a:pt x="1085" y="451"/>
                    </a:lnTo>
                    <a:lnTo>
                      <a:pt x="1088" y="451"/>
                    </a:lnTo>
                    <a:lnTo>
                      <a:pt x="1092" y="451"/>
                    </a:lnTo>
                    <a:lnTo>
                      <a:pt x="1096" y="451"/>
                    </a:lnTo>
                    <a:lnTo>
                      <a:pt x="1100" y="451"/>
                    </a:lnTo>
                    <a:lnTo>
                      <a:pt x="1103" y="451"/>
                    </a:lnTo>
                    <a:lnTo>
                      <a:pt x="1107" y="453"/>
                    </a:lnTo>
                    <a:lnTo>
                      <a:pt x="1111" y="453"/>
                    </a:lnTo>
                    <a:lnTo>
                      <a:pt x="1115" y="453"/>
                    </a:lnTo>
                    <a:lnTo>
                      <a:pt x="1118" y="453"/>
                    </a:lnTo>
                    <a:lnTo>
                      <a:pt x="1122" y="453"/>
                    </a:lnTo>
                    <a:lnTo>
                      <a:pt x="1126" y="456"/>
                    </a:lnTo>
                    <a:lnTo>
                      <a:pt x="1130" y="456"/>
                    </a:lnTo>
                    <a:lnTo>
                      <a:pt x="1133" y="456"/>
                    </a:lnTo>
                    <a:lnTo>
                      <a:pt x="1137" y="456"/>
                    </a:lnTo>
                    <a:lnTo>
                      <a:pt x="1141" y="456"/>
                    </a:lnTo>
                    <a:lnTo>
                      <a:pt x="1145" y="457"/>
                    </a:lnTo>
                    <a:lnTo>
                      <a:pt x="1148" y="458"/>
                    </a:lnTo>
                    <a:lnTo>
                      <a:pt x="1152" y="458"/>
                    </a:lnTo>
                    <a:lnTo>
                      <a:pt x="1156" y="458"/>
                    </a:lnTo>
                    <a:lnTo>
                      <a:pt x="1160" y="458"/>
                    </a:lnTo>
                    <a:lnTo>
                      <a:pt x="1164" y="458"/>
                    </a:lnTo>
                    <a:lnTo>
                      <a:pt x="1168" y="459"/>
                    </a:lnTo>
                    <a:lnTo>
                      <a:pt x="1171" y="459"/>
                    </a:lnTo>
                    <a:lnTo>
                      <a:pt x="1175" y="459"/>
                    </a:lnTo>
                    <a:lnTo>
                      <a:pt x="1179" y="459"/>
                    </a:lnTo>
                    <a:lnTo>
                      <a:pt x="1183" y="459"/>
                    </a:lnTo>
                    <a:lnTo>
                      <a:pt x="1186" y="461"/>
                    </a:lnTo>
                    <a:lnTo>
                      <a:pt x="1190" y="461"/>
                    </a:lnTo>
                    <a:lnTo>
                      <a:pt x="1194" y="461"/>
                    </a:lnTo>
                    <a:lnTo>
                      <a:pt x="1198" y="461"/>
                    </a:lnTo>
                    <a:lnTo>
                      <a:pt x="1201" y="461"/>
                    </a:lnTo>
                    <a:lnTo>
                      <a:pt x="1205" y="462"/>
                    </a:lnTo>
                    <a:lnTo>
                      <a:pt x="1209" y="462"/>
                    </a:lnTo>
                    <a:lnTo>
                      <a:pt x="1213" y="462"/>
                    </a:lnTo>
                    <a:lnTo>
                      <a:pt x="1216" y="462"/>
                    </a:lnTo>
                    <a:lnTo>
                      <a:pt x="1220" y="462"/>
                    </a:lnTo>
                    <a:lnTo>
                      <a:pt x="1224" y="462"/>
                    </a:lnTo>
                    <a:lnTo>
                      <a:pt x="1228" y="463"/>
                    </a:lnTo>
                    <a:lnTo>
                      <a:pt x="1231" y="463"/>
                    </a:lnTo>
                    <a:lnTo>
                      <a:pt x="1235" y="463"/>
                    </a:lnTo>
                    <a:lnTo>
                      <a:pt x="1239" y="463"/>
                    </a:lnTo>
                    <a:lnTo>
                      <a:pt x="1243" y="463"/>
                    </a:lnTo>
                    <a:lnTo>
                      <a:pt x="1246" y="464"/>
                    </a:lnTo>
                    <a:lnTo>
                      <a:pt x="1250" y="464"/>
                    </a:lnTo>
                    <a:lnTo>
                      <a:pt x="1254" y="464"/>
                    </a:lnTo>
                    <a:lnTo>
                      <a:pt x="1258" y="464"/>
                    </a:lnTo>
                    <a:lnTo>
                      <a:pt x="1261" y="464"/>
                    </a:lnTo>
                    <a:lnTo>
                      <a:pt x="1265" y="465"/>
                    </a:lnTo>
                    <a:lnTo>
                      <a:pt x="1269" y="465"/>
                    </a:lnTo>
                    <a:lnTo>
                      <a:pt x="1273" y="465"/>
                    </a:lnTo>
                    <a:lnTo>
                      <a:pt x="1277" y="465"/>
                    </a:lnTo>
                    <a:lnTo>
                      <a:pt x="1280" y="465"/>
                    </a:lnTo>
                    <a:lnTo>
                      <a:pt x="1284" y="465"/>
                    </a:lnTo>
                    <a:lnTo>
                      <a:pt x="1288" y="465"/>
                    </a:lnTo>
                    <a:lnTo>
                      <a:pt x="1292" y="465"/>
                    </a:lnTo>
                    <a:lnTo>
                      <a:pt x="1295" y="465"/>
                    </a:lnTo>
                    <a:lnTo>
                      <a:pt x="1299" y="465"/>
                    </a:lnTo>
                    <a:lnTo>
                      <a:pt x="1303" y="465"/>
                    </a:lnTo>
                    <a:lnTo>
                      <a:pt x="1307" y="464"/>
                    </a:lnTo>
                    <a:lnTo>
                      <a:pt x="1310" y="464"/>
                    </a:lnTo>
                    <a:lnTo>
                      <a:pt x="1314" y="464"/>
                    </a:lnTo>
                    <a:lnTo>
                      <a:pt x="1318" y="464"/>
                    </a:lnTo>
                    <a:lnTo>
                      <a:pt x="1322" y="464"/>
                    </a:lnTo>
                    <a:lnTo>
                      <a:pt x="1325" y="464"/>
                    </a:lnTo>
                    <a:lnTo>
                      <a:pt x="1329" y="464"/>
                    </a:lnTo>
                    <a:lnTo>
                      <a:pt x="1333" y="464"/>
                    </a:lnTo>
                    <a:lnTo>
                      <a:pt x="1337" y="464"/>
                    </a:lnTo>
                    <a:lnTo>
                      <a:pt x="1341" y="464"/>
                    </a:lnTo>
                    <a:lnTo>
                      <a:pt x="1344" y="464"/>
                    </a:lnTo>
                    <a:lnTo>
                      <a:pt x="1348" y="464"/>
                    </a:lnTo>
                    <a:lnTo>
                      <a:pt x="1352" y="464"/>
                    </a:lnTo>
                    <a:lnTo>
                      <a:pt x="1356" y="464"/>
                    </a:lnTo>
                    <a:lnTo>
                      <a:pt x="1360" y="464"/>
                    </a:lnTo>
                    <a:lnTo>
                      <a:pt x="1363" y="464"/>
                    </a:lnTo>
                    <a:lnTo>
                      <a:pt x="1367" y="465"/>
                    </a:lnTo>
                    <a:lnTo>
                      <a:pt x="1371" y="465"/>
                    </a:lnTo>
                    <a:lnTo>
                      <a:pt x="1375" y="465"/>
                    </a:lnTo>
                    <a:lnTo>
                      <a:pt x="1378" y="465"/>
                    </a:lnTo>
                    <a:lnTo>
                      <a:pt x="1382" y="465"/>
                    </a:lnTo>
                    <a:lnTo>
                      <a:pt x="1386" y="466"/>
                    </a:lnTo>
                    <a:lnTo>
                      <a:pt x="1390" y="466"/>
                    </a:lnTo>
                    <a:lnTo>
                      <a:pt x="1393" y="466"/>
                    </a:lnTo>
                    <a:lnTo>
                      <a:pt x="1397" y="466"/>
                    </a:lnTo>
                    <a:lnTo>
                      <a:pt x="1401" y="466"/>
                    </a:lnTo>
                    <a:lnTo>
                      <a:pt x="1405" y="466"/>
                    </a:lnTo>
                    <a:lnTo>
                      <a:pt x="1408" y="466"/>
                    </a:lnTo>
                    <a:lnTo>
                      <a:pt x="1412" y="466"/>
                    </a:lnTo>
                    <a:lnTo>
                      <a:pt x="1416" y="466"/>
                    </a:lnTo>
                    <a:lnTo>
                      <a:pt x="1420" y="466"/>
                    </a:lnTo>
                    <a:lnTo>
                      <a:pt x="1423" y="466"/>
                    </a:lnTo>
                    <a:lnTo>
                      <a:pt x="1427" y="466"/>
                    </a:lnTo>
                    <a:lnTo>
                      <a:pt x="1431" y="466"/>
                    </a:lnTo>
                    <a:lnTo>
                      <a:pt x="1435" y="466"/>
                    </a:lnTo>
                    <a:lnTo>
                      <a:pt x="1438" y="466"/>
                    </a:lnTo>
                    <a:lnTo>
                      <a:pt x="1442" y="466"/>
                    </a:lnTo>
                    <a:lnTo>
                      <a:pt x="1446" y="465"/>
                    </a:lnTo>
                    <a:lnTo>
                      <a:pt x="1450" y="465"/>
                    </a:lnTo>
                    <a:lnTo>
                      <a:pt x="1453" y="465"/>
                    </a:lnTo>
                    <a:lnTo>
                      <a:pt x="1457" y="465"/>
                    </a:lnTo>
                    <a:lnTo>
                      <a:pt x="1461" y="465"/>
                    </a:lnTo>
                    <a:lnTo>
                      <a:pt x="1465" y="465"/>
                    </a:lnTo>
                    <a:lnTo>
                      <a:pt x="1468" y="463"/>
                    </a:lnTo>
                    <a:lnTo>
                      <a:pt x="1472" y="463"/>
                    </a:lnTo>
                    <a:lnTo>
                      <a:pt x="1476" y="463"/>
                    </a:lnTo>
                    <a:lnTo>
                      <a:pt x="1480" y="463"/>
                    </a:lnTo>
                    <a:lnTo>
                      <a:pt x="1483" y="463"/>
                    </a:lnTo>
                    <a:lnTo>
                      <a:pt x="1487" y="464"/>
                    </a:lnTo>
                    <a:lnTo>
                      <a:pt x="1491" y="464"/>
                    </a:lnTo>
                    <a:lnTo>
                      <a:pt x="1495" y="464"/>
                    </a:lnTo>
                    <a:lnTo>
                      <a:pt x="1499" y="464"/>
                    </a:lnTo>
                    <a:lnTo>
                      <a:pt x="1502" y="464"/>
                    </a:lnTo>
                    <a:lnTo>
                      <a:pt x="1506" y="464"/>
                    </a:lnTo>
                    <a:lnTo>
                      <a:pt x="1510" y="464"/>
                    </a:lnTo>
                    <a:lnTo>
                      <a:pt x="1514" y="464"/>
                    </a:lnTo>
                    <a:lnTo>
                      <a:pt x="1518" y="464"/>
                    </a:lnTo>
                    <a:lnTo>
                      <a:pt x="1521" y="464"/>
                    </a:lnTo>
                    <a:lnTo>
                      <a:pt x="1525" y="464"/>
                    </a:lnTo>
                    <a:lnTo>
                      <a:pt x="1529" y="466"/>
                    </a:lnTo>
                    <a:lnTo>
                      <a:pt x="1533" y="466"/>
                    </a:lnTo>
                    <a:lnTo>
                      <a:pt x="1536" y="466"/>
                    </a:lnTo>
                    <a:lnTo>
                      <a:pt x="1540" y="466"/>
                    </a:lnTo>
                    <a:lnTo>
                      <a:pt x="1544" y="466"/>
                    </a:lnTo>
                    <a:lnTo>
                      <a:pt x="1548" y="468"/>
                    </a:lnTo>
                    <a:lnTo>
                      <a:pt x="1551" y="468"/>
                    </a:lnTo>
                    <a:lnTo>
                      <a:pt x="1555" y="468"/>
                    </a:lnTo>
                    <a:lnTo>
                      <a:pt x="1559" y="468"/>
                    </a:lnTo>
                    <a:lnTo>
                      <a:pt x="1563" y="468"/>
                    </a:lnTo>
                    <a:lnTo>
                      <a:pt x="1566" y="468"/>
                    </a:lnTo>
                    <a:lnTo>
                      <a:pt x="1570" y="468"/>
                    </a:lnTo>
                    <a:lnTo>
                      <a:pt x="1574" y="468"/>
                    </a:lnTo>
                    <a:lnTo>
                      <a:pt x="1578" y="468"/>
                    </a:lnTo>
                    <a:lnTo>
                      <a:pt x="1582" y="468"/>
                    </a:lnTo>
                    <a:lnTo>
                      <a:pt x="1585" y="468"/>
                    </a:lnTo>
                    <a:lnTo>
                      <a:pt x="1589" y="464"/>
                    </a:lnTo>
                    <a:lnTo>
                      <a:pt x="1593" y="464"/>
                    </a:lnTo>
                    <a:lnTo>
                      <a:pt x="1597" y="464"/>
                    </a:lnTo>
                    <a:lnTo>
                      <a:pt x="1600" y="464"/>
                    </a:lnTo>
                    <a:lnTo>
                      <a:pt x="1604" y="464"/>
                    </a:lnTo>
                    <a:lnTo>
                      <a:pt x="1608" y="461"/>
                    </a:lnTo>
                    <a:lnTo>
                      <a:pt x="1612" y="461"/>
                    </a:lnTo>
                    <a:lnTo>
                      <a:pt x="1615" y="461"/>
                    </a:lnTo>
                    <a:lnTo>
                      <a:pt x="1619" y="461"/>
                    </a:lnTo>
                    <a:lnTo>
                      <a:pt x="1623" y="461"/>
                    </a:lnTo>
                    <a:lnTo>
                      <a:pt x="1627" y="459"/>
                    </a:lnTo>
                    <a:lnTo>
                      <a:pt x="1630" y="458"/>
                    </a:lnTo>
                    <a:lnTo>
                      <a:pt x="1634" y="458"/>
                    </a:lnTo>
                    <a:lnTo>
                      <a:pt x="1638" y="458"/>
                    </a:lnTo>
                    <a:lnTo>
                      <a:pt x="1642" y="458"/>
                    </a:lnTo>
                    <a:lnTo>
                      <a:pt x="1645" y="457"/>
                    </a:lnTo>
                    <a:lnTo>
                      <a:pt x="1649" y="453"/>
                    </a:lnTo>
                    <a:lnTo>
                      <a:pt x="1653" y="453"/>
                    </a:lnTo>
                    <a:lnTo>
                      <a:pt x="1657" y="453"/>
                    </a:lnTo>
                    <a:lnTo>
                      <a:pt x="1660" y="453"/>
                    </a:lnTo>
                    <a:lnTo>
                      <a:pt x="1664" y="453"/>
                    </a:lnTo>
                    <a:lnTo>
                      <a:pt x="1668" y="447"/>
                    </a:lnTo>
                    <a:lnTo>
                      <a:pt x="1672" y="447"/>
                    </a:lnTo>
                    <a:lnTo>
                      <a:pt x="1675" y="447"/>
                    </a:lnTo>
                    <a:lnTo>
                      <a:pt x="1679" y="447"/>
                    </a:lnTo>
                    <a:lnTo>
                      <a:pt x="1683" y="447"/>
                    </a:lnTo>
                    <a:lnTo>
                      <a:pt x="1687" y="446"/>
                    </a:lnTo>
                    <a:lnTo>
                      <a:pt x="1691" y="445"/>
                    </a:lnTo>
                    <a:lnTo>
                      <a:pt x="1695" y="445"/>
                    </a:lnTo>
                    <a:lnTo>
                      <a:pt x="1698" y="445"/>
                    </a:lnTo>
                    <a:lnTo>
                      <a:pt x="1702" y="445"/>
                    </a:lnTo>
                    <a:lnTo>
                      <a:pt x="1706" y="445"/>
                    </a:lnTo>
                    <a:lnTo>
                      <a:pt x="1710" y="436"/>
                    </a:lnTo>
                    <a:lnTo>
                      <a:pt x="1713" y="436"/>
                    </a:lnTo>
                    <a:lnTo>
                      <a:pt x="1717" y="436"/>
                    </a:lnTo>
                    <a:lnTo>
                      <a:pt x="1721" y="436"/>
                    </a:lnTo>
                    <a:lnTo>
                      <a:pt x="1725" y="436"/>
                    </a:lnTo>
                    <a:lnTo>
                      <a:pt x="1728" y="430"/>
                    </a:lnTo>
                    <a:lnTo>
                      <a:pt x="1732" y="430"/>
                    </a:lnTo>
                    <a:lnTo>
                      <a:pt x="1736" y="430"/>
                    </a:lnTo>
                    <a:lnTo>
                      <a:pt x="1740" y="430"/>
                    </a:lnTo>
                    <a:lnTo>
                      <a:pt x="1743" y="430"/>
                    </a:lnTo>
                    <a:lnTo>
                      <a:pt x="1747" y="425"/>
                    </a:lnTo>
                    <a:lnTo>
                      <a:pt x="1751" y="422"/>
                    </a:lnTo>
                    <a:lnTo>
                      <a:pt x="1755" y="422"/>
                    </a:lnTo>
                    <a:lnTo>
                      <a:pt x="1758" y="422"/>
                    </a:lnTo>
                    <a:lnTo>
                      <a:pt x="1762" y="422"/>
                    </a:lnTo>
                    <a:lnTo>
                      <a:pt x="1766" y="422"/>
                    </a:lnTo>
                    <a:lnTo>
                      <a:pt x="1770" y="421"/>
                    </a:lnTo>
                    <a:lnTo>
                      <a:pt x="1773" y="421"/>
                    </a:lnTo>
                    <a:lnTo>
                      <a:pt x="1777" y="421"/>
                    </a:lnTo>
                    <a:lnTo>
                      <a:pt x="1781" y="421"/>
                    </a:lnTo>
                    <a:lnTo>
                      <a:pt x="1785" y="421"/>
                    </a:lnTo>
                    <a:lnTo>
                      <a:pt x="1788" y="419"/>
                    </a:lnTo>
                    <a:lnTo>
                      <a:pt x="1792" y="419"/>
                    </a:lnTo>
                    <a:lnTo>
                      <a:pt x="1796" y="419"/>
                    </a:lnTo>
                    <a:lnTo>
                      <a:pt x="1800" y="419"/>
                    </a:lnTo>
                    <a:lnTo>
                      <a:pt x="1804" y="419"/>
                    </a:lnTo>
                    <a:lnTo>
                      <a:pt x="1807" y="416"/>
                    </a:lnTo>
                    <a:lnTo>
                      <a:pt x="1811" y="415"/>
                    </a:lnTo>
                    <a:lnTo>
                      <a:pt x="1815" y="415"/>
                    </a:lnTo>
                    <a:lnTo>
                      <a:pt x="1819" y="415"/>
                    </a:lnTo>
                    <a:lnTo>
                      <a:pt x="1822" y="415"/>
                    </a:lnTo>
                    <a:lnTo>
                      <a:pt x="1826" y="414"/>
                    </a:lnTo>
                    <a:lnTo>
                      <a:pt x="1830" y="405"/>
                    </a:lnTo>
                    <a:lnTo>
                      <a:pt x="1834" y="405"/>
                    </a:lnTo>
                    <a:lnTo>
                      <a:pt x="1837" y="405"/>
                    </a:lnTo>
                    <a:lnTo>
                      <a:pt x="1841" y="405"/>
                    </a:lnTo>
                    <a:lnTo>
                      <a:pt x="1845" y="405"/>
                    </a:lnTo>
                    <a:lnTo>
                      <a:pt x="1849" y="390"/>
                    </a:lnTo>
                    <a:lnTo>
                      <a:pt x="1852" y="390"/>
                    </a:lnTo>
                    <a:lnTo>
                      <a:pt x="1856" y="390"/>
                    </a:lnTo>
                    <a:lnTo>
                      <a:pt x="1860" y="390"/>
                    </a:lnTo>
                    <a:lnTo>
                      <a:pt x="1864" y="390"/>
                    </a:lnTo>
                    <a:lnTo>
                      <a:pt x="1868" y="388"/>
                    </a:lnTo>
                    <a:lnTo>
                      <a:pt x="1871" y="387"/>
                    </a:lnTo>
                    <a:lnTo>
                      <a:pt x="1875" y="387"/>
                    </a:lnTo>
                    <a:lnTo>
                      <a:pt x="1879" y="387"/>
                    </a:lnTo>
                    <a:lnTo>
                      <a:pt x="1883" y="387"/>
                    </a:lnTo>
                    <a:lnTo>
                      <a:pt x="1887" y="386"/>
                    </a:lnTo>
                    <a:lnTo>
                      <a:pt x="1890" y="371"/>
                    </a:lnTo>
                    <a:lnTo>
                      <a:pt x="1894" y="371"/>
                    </a:lnTo>
                    <a:lnTo>
                      <a:pt x="1898" y="371"/>
                    </a:lnTo>
                    <a:lnTo>
                      <a:pt x="1902" y="371"/>
                    </a:lnTo>
                    <a:lnTo>
                      <a:pt x="1905" y="371"/>
                    </a:lnTo>
                    <a:lnTo>
                      <a:pt x="1909" y="353"/>
                    </a:lnTo>
                    <a:lnTo>
                      <a:pt x="1913" y="353"/>
                    </a:lnTo>
                    <a:lnTo>
                      <a:pt x="1917" y="353"/>
                    </a:lnTo>
                    <a:lnTo>
                      <a:pt x="1920" y="353"/>
                    </a:lnTo>
                    <a:lnTo>
                      <a:pt x="1924" y="353"/>
                    </a:lnTo>
                    <a:lnTo>
                      <a:pt x="1928" y="346"/>
                    </a:lnTo>
                    <a:lnTo>
                      <a:pt x="1932" y="343"/>
                    </a:lnTo>
                    <a:lnTo>
                      <a:pt x="1935" y="343"/>
                    </a:lnTo>
                    <a:lnTo>
                      <a:pt x="1939" y="343"/>
                    </a:lnTo>
                    <a:lnTo>
                      <a:pt x="1943" y="343"/>
                    </a:lnTo>
                    <a:lnTo>
                      <a:pt x="1947" y="343"/>
                    </a:lnTo>
                    <a:lnTo>
                      <a:pt x="1950" y="339"/>
                    </a:lnTo>
                    <a:lnTo>
                      <a:pt x="1954" y="339"/>
                    </a:lnTo>
                    <a:lnTo>
                      <a:pt x="1958" y="339"/>
                    </a:lnTo>
                    <a:lnTo>
                      <a:pt x="1962" y="339"/>
                    </a:lnTo>
                    <a:lnTo>
                      <a:pt x="1965" y="339"/>
                    </a:lnTo>
                    <a:lnTo>
                      <a:pt x="1969" y="341"/>
                    </a:lnTo>
                    <a:lnTo>
                      <a:pt x="1973" y="341"/>
                    </a:lnTo>
                    <a:lnTo>
                      <a:pt x="1977" y="341"/>
                    </a:lnTo>
                    <a:lnTo>
                      <a:pt x="1980" y="341"/>
                    </a:lnTo>
                    <a:lnTo>
                      <a:pt x="1984" y="341"/>
                    </a:lnTo>
                    <a:lnTo>
                      <a:pt x="1988" y="343"/>
                    </a:lnTo>
                    <a:lnTo>
                      <a:pt x="1992" y="343"/>
                    </a:lnTo>
                    <a:lnTo>
                      <a:pt x="1995" y="343"/>
                    </a:lnTo>
                    <a:lnTo>
                      <a:pt x="1999" y="343"/>
                    </a:lnTo>
                    <a:lnTo>
                      <a:pt x="2003" y="343"/>
                    </a:lnTo>
                    <a:lnTo>
                      <a:pt x="2007" y="344"/>
                    </a:lnTo>
                    <a:lnTo>
                      <a:pt x="2010" y="355"/>
                    </a:lnTo>
                    <a:lnTo>
                      <a:pt x="2014" y="355"/>
                    </a:lnTo>
                    <a:lnTo>
                      <a:pt x="2018" y="355"/>
                    </a:lnTo>
                    <a:lnTo>
                      <a:pt x="2022" y="355"/>
                    </a:lnTo>
                    <a:lnTo>
                      <a:pt x="2026" y="355"/>
                    </a:lnTo>
                    <a:lnTo>
                      <a:pt x="2029" y="363"/>
                    </a:lnTo>
                    <a:lnTo>
                      <a:pt x="2033" y="363"/>
                    </a:lnTo>
                    <a:lnTo>
                      <a:pt x="2037" y="363"/>
                    </a:lnTo>
                    <a:lnTo>
                      <a:pt x="2041" y="363"/>
                    </a:lnTo>
                    <a:lnTo>
                      <a:pt x="2045" y="363"/>
                    </a:lnTo>
                    <a:lnTo>
                      <a:pt x="2048" y="363"/>
                    </a:lnTo>
                    <a:lnTo>
                      <a:pt x="2052" y="363"/>
                    </a:lnTo>
                  </a:path>
                </a:pathLst>
              </a:custGeom>
              <a:noFill/>
              <a:ln w="9525" cap="flat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133">
                <a:extLst>
                  <a:ext uri="{FF2B5EF4-FFF2-40B4-BE49-F238E27FC236}">
                    <a16:creationId xmlns:a16="http://schemas.microsoft.com/office/drawing/2014/main" id="{696FEF0C-7B03-2261-A7AB-076EA1608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668" y="2604051"/>
                <a:ext cx="3257550" cy="742950"/>
              </a:xfrm>
              <a:custGeom>
                <a:avLst/>
                <a:gdLst>
                  <a:gd name="T0" fmla="*/ 31 w 2052"/>
                  <a:gd name="T1" fmla="*/ 422 h 468"/>
                  <a:gd name="T2" fmla="*/ 64 w 2052"/>
                  <a:gd name="T3" fmla="*/ 241 h 468"/>
                  <a:gd name="T4" fmla="*/ 98 w 2052"/>
                  <a:gd name="T5" fmla="*/ 92 h 468"/>
                  <a:gd name="T6" fmla="*/ 132 w 2052"/>
                  <a:gd name="T7" fmla="*/ 0 h 468"/>
                  <a:gd name="T8" fmla="*/ 166 w 2052"/>
                  <a:gd name="T9" fmla="*/ 37 h 468"/>
                  <a:gd name="T10" fmla="*/ 200 w 2052"/>
                  <a:gd name="T11" fmla="*/ 122 h 468"/>
                  <a:gd name="T12" fmla="*/ 234 w 2052"/>
                  <a:gd name="T13" fmla="*/ 301 h 468"/>
                  <a:gd name="T14" fmla="*/ 268 w 2052"/>
                  <a:gd name="T15" fmla="*/ 369 h 468"/>
                  <a:gd name="T16" fmla="*/ 302 w 2052"/>
                  <a:gd name="T17" fmla="*/ 374 h 468"/>
                  <a:gd name="T18" fmla="*/ 336 w 2052"/>
                  <a:gd name="T19" fmla="*/ 277 h 468"/>
                  <a:gd name="T20" fmla="*/ 369 w 2052"/>
                  <a:gd name="T21" fmla="*/ 46 h 468"/>
                  <a:gd name="T22" fmla="*/ 403 w 2052"/>
                  <a:gd name="T23" fmla="*/ 11 h 468"/>
                  <a:gd name="T24" fmla="*/ 437 w 2052"/>
                  <a:gd name="T25" fmla="*/ 36 h 468"/>
                  <a:gd name="T26" fmla="*/ 471 w 2052"/>
                  <a:gd name="T27" fmla="*/ 204 h 468"/>
                  <a:gd name="T28" fmla="*/ 505 w 2052"/>
                  <a:gd name="T29" fmla="*/ 303 h 468"/>
                  <a:gd name="T30" fmla="*/ 539 w 2052"/>
                  <a:gd name="T31" fmla="*/ 348 h 468"/>
                  <a:gd name="T32" fmla="*/ 573 w 2052"/>
                  <a:gd name="T33" fmla="*/ 367 h 468"/>
                  <a:gd name="T34" fmla="*/ 606 w 2052"/>
                  <a:gd name="T35" fmla="*/ 261 h 468"/>
                  <a:gd name="T36" fmla="*/ 641 w 2052"/>
                  <a:gd name="T37" fmla="*/ 153 h 468"/>
                  <a:gd name="T38" fmla="*/ 674 w 2052"/>
                  <a:gd name="T39" fmla="*/ 36 h 468"/>
                  <a:gd name="T40" fmla="*/ 708 w 2052"/>
                  <a:gd name="T41" fmla="*/ 36 h 468"/>
                  <a:gd name="T42" fmla="*/ 742 w 2052"/>
                  <a:gd name="T43" fmla="*/ 71 h 468"/>
                  <a:gd name="T44" fmla="*/ 776 w 2052"/>
                  <a:gd name="T45" fmla="*/ 229 h 468"/>
                  <a:gd name="T46" fmla="*/ 810 w 2052"/>
                  <a:gd name="T47" fmla="*/ 321 h 468"/>
                  <a:gd name="T48" fmla="*/ 844 w 2052"/>
                  <a:gd name="T49" fmla="*/ 369 h 468"/>
                  <a:gd name="T50" fmla="*/ 878 w 2052"/>
                  <a:gd name="T51" fmla="*/ 411 h 468"/>
                  <a:gd name="T52" fmla="*/ 911 w 2052"/>
                  <a:gd name="T53" fmla="*/ 427 h 468"/>
                  <a:gd name="T54" fmla="*/ 945 w 2052"/>
                  <a:gd name="T55" fmla="*/ 440 h 468"/>
                  <a:gd name="T56" fmla="*/ 979 w 2052"/>
                  <a:gd name="T57" fmla="*/ 449 h 468"/>
                  <a:gd name="T58" fmla="*/ 1013 w 2052"/>
                  <a:gd name="T59" fmla="*/ 456 h 468"/>
                  <a:gd name="T60" fmla="*/ 1047 w 2052"/>
                  <a:gd name="T61" fmla="*/ 459 h 468"/>
                  <a:gd name="T62" fmla="*/ 1081 w 2052"/>
                  <a:gd name="T63" fmla="*/ 459 h 468"/>
                  <a:gd name="T64" fmla="*/ 1115 w 2052"/>
                  <a:gd name="T65" fmla="*/ 461 h 468"/>
                  <a:gd name="T66" fmla="*/ 1148 w 2052"/>
                  <a:gd name="T67" fmla="*/ 461 h 468"/>
                  <a:gd name="T68" fmla="*/ 1183 w 2052"/>
                  <a:gd name="T69" fmla="*/ 461 h 468"/>
                  <a:gd name="T70" fmla="*/ 1216 w 2052"/>
                  <a:gd name="T71" fmla="*/ 461 h 468"/>
                  <a:gd name="T72" fmla="*/ 1250 w 2052"/>
                  <a:gd name="T73" fmla="*/ 463 h 468"/>
                  <a:gd name="T74" fmla="*/ 1284 w 2052"/>
                  <a:gd name="T75" fmla="*/ 463 h 468"/>
                  <a:gd name="T76" fmla="*/ 1318 w 2052"/>
                  <a:gd name="T77" fmla="*/ 463 h 468"/>
                  <a:gd name="T78" fmla="*/ 1352 w 2052"/>
                  <a:gd name="T79" fmla="*/ 463 h 468"/>
                  <a:gd name="T80" fmla="*/ 1386 w 2052"/>
                  <a:gd name="T81" fmla="*/ 465 h 468"/>
                  <a:gd name="T82" fmla="*/ 1420 w 2052"/>
                  <a:gd name="T83" fmla="*/ 465 h 468"/>
                  <a:gd name="T84" fmla="*/ 1453 w 2052"/>
                  <a:gd name="T85" fmla="*/ 465 h 468"/>
                  <a:gd name="T86" fmla="*/ 1487 w 2052"/>
                  <a:gd name="T87" fmla="*/ 465 h 468"/>
                  <a:gd name="T88" fmla="*/ 1521 w 2052"/>
                  <a:gd name="T89" fmla="*/ 465 h 468"/>
                  <a:gd name="T90" fmla="*/ 1555 w 2052"/>
                  <a:gd name="T91" fmla="*/ 466 h 468"/>
                  <a:gd name="T92" fmla="*/ 1589 w 2052"/>
                  <a:gd name="T93" fmla="*/ 461 h 468"/>
                  <a:gd name="T94" fmla="*/ 1623 w 2052"/>
                  <a:gd name="T95" fmla="*/ 459 h 468"/>
                  <a:gd name="T96" fmla="*/ 1657 w 2052"/>
                  <a:gd name="T97" fmla="*/ 456 h 468"/>
                  <a:gd name="T98" fmla="*/ 1691 w 2052"/>
                  <a:gd name="T99" fmla="*/ 456 h 468"/>
                  <a:gd name="T100" fmla="*/ 1725 w 2052"/>
                  <a:gd name="T101" fmla="*/ 450 h 468"/>
                  <a:gd name="T102" fmla="*/ 1758 w 2052"/>
                  <a:gd name="T103" fmla="*/ 443 h 468"/>
                  <a:gd name="T104" fmla="*/ 1792 w 2052"/>
                  <a:gd name="T105" fmla="*/ 440 h 468"/>
                  <a:gd name="T106" fmla="*/ 1826 w 2052"/>
                  <a:gd name="T107" fmla="*/ 431 h 468"/>
                  <a:gd name="T108" fmla="*/ 1860 w 2052"/>
                  <a:gd name="T109" fmla="*/ 410 h 468"/>
                  <a:gd name="T110" fmla="*/ 1894 w 2052"/>
                  <a:gd name="T111" fmla="*/ 388 h 468"/>
                  <a:gd name="T112" fmla="*/ 1928 w 2052"/>
                  <a:gd name="T113" fmla="*/ 385 h 468"/>
                  <a:gd name="T114" fmla="*/ 1962 w 2052"/>
                  <a:gd name="T115" fmla="*/ 387 h 468"/>
                  <a:gd name="T116" fmla="*/ 1995 w 2052"/>
                  <a:gd name="T117" fmla="*/ 392 h 468"/>
                  <a:gd name="T118" fmla="*/ 2029 w 2052"/>
                  <a:gd name="T119" fmla="*/ 407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52" h="468">
                    <a:moveTo>
                      <a:pt x="0" y="367"/>
                    </a:moveTo>
                    <a:lnTo>
                      <a:pt x="4" y="426"/>
                    </a:lnTo>
                    <a:lnTo>
                      <a:pt x="8" y="426"/>
                    </a:lnTo>
                    <a:lnTo>
                      <a:pt x="12" y="426"/>
                    </a:lnTo>
                    <a:lnTo>
                      <a:pt x="16" y="426"/>
                    </a:lnTo>
                    <a:lnTo>
                      <a:pt x="19" y="426"/>
                    </a:lnTo>
                    <a:lnTo>
                      <a:pt x="23" y="422"/>
                    </a:lnTo>
                    <a:lnTo>
                      <a:pt x="27" y="422"/>
                    </a:lnTo>
                    <a:lnTo>
                      <a:pt x="31" y="422"/>
                    </a:lnTo>
                    <a:lnTo>
                      <a:pt x="34" y="422"/>
                    </a:lnTo>
                    <a:lnTo>
                      <a:pt x="38" y="422"/>
                    </a:lnTo>
                    <a:lnTo>
                      <a:pt x="42" y="347"/>
                    </a:lnTo>
                    <a:lnTo>
                      <a:pt x="46" y="307"/>
                    </a:lnTo>
                    <a:lnTo>
                      <a:pt x="49" y="307"/>
                    </a:lnTo>
                    <a:lnTo>
                      <a:pt x="53" y="307"/>
                    </a:lnTo>
                    <a:lnTo>
                      <a:pt x="57" y="307"/>
                    </a:lnTo>
                    <a:lnTo>
                      <a:pt x="61" y="303"/>
                    </a:lnTo>
                    <a:lnTo>
                      <a:pt x="64" y="241"/>
                    </a:lnTo>
                    <a:lnTo>
                      <a:pt x="68" y="241"/>
                    </a:lnTo>
                    <a:lnTo>
                      <a:pt x="72" y="241"/>
                    </a:lnTo>
                    <a:lnTo>
                      <a:pt x="76" y="241"/>
                    </a:lnTo>
                    <a:lnTo>
                      <a:pt x="79" y="241"/>
                    </a:lnTo>
                    <a:lnTo>
                      <a:pt x="83" y="92"/>
                    </a:lnTo>
                    <a:lnTo>
                      <a:pt x="87" y="92"/>
                    </a:lnTo>
                    <a:lnTo>
                      <a:pt x="91" y="92"/>
                    </a:lnTo>
                    <a:lnTo>
                      <a:pt x="95" y="92"/>
                    </a:lnTo>
                    <a:lnTo>
                      <a:pt x="98" y="92"/>
                    </a:lnTo>
                    <a:lnTo>
                      <a:pt x="102" y="56"/>
                    </a:lnTo>
                    <a:lnTo>
                      <a:pt x="106" y="36"/>
                    </a:lnTo>
                    <a:lnTo>
                      <a:pt x="110" y="36"/>
                    </a:lnTo>
                    <a:lnTo>
                      <a:pt x="114" y="36"/>
                    </a:lnTo>
                    <a:lnTo>
                      <a:pt x="117" y="36"/>
                    </a:lnTo>
                    <a:lnTo>
                      <a:pt x="121" y="34"/>
                    </a:lnTo>
                    <a:lnTo>
                      <a:pt x="125" y="0"/>
                    </a:lnTo>
                    <a:lnTo>
                      <a:pt x="129" y="0"/>
                    </a:lnTo>
                    <a:lnTo>
                      <a:pt x="132" y="0"/>
                    </a:lnTo>
                    <a:lnTo>
                      <a:pt x="136" y="0"/>
                    </a:lnTo>
                    <a:lnTo>
                      <a:pt x="140" y="0"/>
                    </a:lnTo>
                    <a:lnTo>
                      <a:pt x="144" y="4"/>
                    </a:lnTo>
                    <a:lnTo>
                      <a:pt x="147" y="4"/>
                    </a:lnTo>
                    <a:lnTo>
                      <a:pt x="151" y="4"/>
                    </a:lnTo>
                    <a:lnTo>
                      <a:pt x="155" y="4"/>
                    </a:lnTo>
                    <a:lnTo>
                      <a:pt x="159" y="4"/>
                    </a:lnTo>
                    <a:lnTo>
                      <a:pt x="162" y="26"/>
                    </a:lnTo>
                    <a:lnTo>
                      <a:pt x="166" y="37"/>
                    </a:lnTo>
                    <a:lnTo>
                      <a:pt x="170" y="37"/>
                    </a:lnTo>
                    <a:lnTo>
                      <a:pt x="174" y="37"/>
                    </a:lnTo>
                    <a:lnTo>
                      <a:pt x="177" y="37"/>
                    </a:lnTo>
                    <a:lnTo>
                      <a:pt x="181" y="42"/>
                    </a:lnTo>
                    <a:lnTo>
                      <a:pt x="185" y="122"/>
                    </a:lnTo>
                    <a:lnTo>
                      <a:pt x="189" y="122"/>
                    </a:lnTo>
                    <a:lnTo>
                      <a:pt x="192" y="122"/>
                    </a:lnTo>
                    <a:lnTo>
                      <a:pt x="196" y="122"/>
                    </a:lnTo>
                    <a:lnTo>
                      <a:pt x="200" y="122"/>
                    </a:lnTo>
                    <a:lnTo>
                      <a:pt x="204" y="227"/>
                    </a:lnTo>
                    <a:lnTo>
                      <a:pt x="207" y="227"/>
                    </a:lnTo>
                    <a:lnTo>
                      <a:pt x="211" y="227"/>
                    </a:lnTo>
                    <a:lnTo>
                      <a:pt x="215" y="227"/>
                    </a:lnTo>
                    <a:lnTo>
                      <a:pt x="219" y="227"/>
                    </a:lnTo>
                    <a:lnTo>
                      <a:pt x="222" y="275"/>
                    </a:lnTo>
                    <a:lnTo>
                      <a:pt x="226" y="301"/>
                    </a:lnTo>
                    <a:lnTo>
                      <a:pt x="230" y="301"/>
                    </a:lnTo>
                    <a:lnTo>
                      <a:pt x="234" y="301"/>
                    </a:lnTo>
                    <a:lnTo>
                      <a:pt x="238" y="301"/>
                    </a:lnTo>
                    <a:lnTo>
                      <a:pt x="241" y="303"/>
                    </a:lnTo>
                    <a:lnTo>
                      <a:pt x="245" y="323"/>
                    </a:lnTo>
                    <a:lnTo>
                      <a:pt x="249" y="323"/>
                    </a:lnTo>
                    <a:lnTo>
                      <a:pt x="253" y="323"/>
                    </a:lnTo>
                    <a:lnTo>
                      <a:pt x="256" y="323"/>
                    </a:lnTo>
                    <a:lnTo>
                      <a:pt x="260" y="323"/>
                    </a:lnTo>
                    <a:lnTo>
                      <a:pt x="264" y="369"/>
                    </a:lnTo>
                    <a:lnTo>
                      <a:pt x="268" y="369"/>
                    </a:lnTo>
                    <a:lnTo>
                      <a:pt x="271" y="369"/>
                    </a:lnTo>
                    <a:lnTo>
                      <a:pt x="275" y="369"/>
                    </a:lnTo>
                    <a:lnTo>
                      <a:pt x="279" y="369"/>
                    </a:lnTo>
                    <a:lnTo>
                      <a:pt x="283" y="373"/>
                    </a:lnTo>
                    <a:lnTo>
                      <a:pt x="287" y="376"/>
                    </a:lnTo>
                    <a:lnTo>
                      <a:pt x="290" y="376"/>
                    </a:lnTo>
                    <a:lnTo>
                      <a:pt x="294" y="376"/>
                    </a:lnTo>
                    <a:lnTo>
                      <a:pt x="298" y="376"/>
                    </a:lnTo>
                    <a:lnTo>
                      <a:pt x="302" y="374"/>
                    </a:lnTo>
                    <a:lnTo>
                      <a:pt x="305" y="346"/>
                    </a:lnTo>
                    <a:lnTo>
                      <a:pt x="309" y="346"/>
                    </a:lnTo>
                    <a:lnTo>
                      <a:pt x="313" y="346"/>
                    </a:lnTo>
                    <a:lnTo>
                      <a:pt x="317" y="346"/>
                    </a:lnTo>
                    <a:lnTo>
                      <a:pt x="321" y="346"/>
                    </a:lnTo>
                    <a:lnTo>
                      <a:pt x="324" y="277"/>
                    </a:lnTo>
                    <a:lnTo>
                      <a:pt x="328" y="277"/>
                    </a:lnTo>
                    <a:lnTo>
                      <a:pt x="332" y="277"/>
                    </a:lnTo>
                    <a:lnTo>
                      <a:pt x="336" y="277"/>
                    </a:lnTo>
                    <a:lnTo>
                      <a:pt x="339" y="277"/>
                    </a:lnTo>
                    <a:lnTo>
                      <a:pt x="343" y="183"/>
                    </a:lnTo>
                    <a:lnTo>
                      <a:pt x="347" y="131"/>
                    </a:lnTo>
                    <a:lnTo>
                      <a:pt x="351" y="131"/>
                    </a:lnTo>
                    <a:lnTo>
                      <a:pt x="354" y="131"/>
                    </a:lnTo>
                    <a:lnTo>
                      <a:pt x="358" y="131"/>
                    </a:lnTo>
                    <a:lnTo>
                      <a:pt x="362" y="126"/>
                    </a:lnTo>
                    <a:lnTo>
                      <a:pt x="366" y="46"/>
                    </a:lnTo>
                    <a:lnTo>
                      <a:pt x="369" y="46"/>
                    </a:lnTo>
                    <a:lnTo>
                      <a:pt x="373" y="46"/>
                    </a:lnTo>
                    <a:lnTo>
                      <a:pt x="377" y="46"/>
                    </a:lnTo>
                    <a:lnTo>
                      <a:pt x="381" y="46"/>
                    </a:lnTo>
                    <a:lnTo>
                      <a:pt x="384" y="11"/>
                    </a:lnTo>
                    <a:lnTo>
                      <a:pt x="388" y="11"/>
                    </a:lnTo>
                    <a:lnTo>
                      <a:pt x="392" y="11"/>
                    </a:lnTo>
                    <a:lnTo>
                      <a:pt x="396" y="11"/>
                    </a:lnTo>
                    <a:lnTo>
                      <a:pt x="399" y="11"/>
                    </a:lnTo>
                    <a:lnTo>
                      <a:pt x="403" y="11"/>
                    </a:lnTo>
                    <a:lnTo>
                      <a:pt x="407" y="11"/>
                    </a:lnTo>
                    <a:lnTo>
                      <a:pt x="411" y="11"/>
                    </a:lnTo>
                    <a:lnTo>
                      <a:pt x="414" y="11"/>
                    </a:lnTo>
                    <a:lnTo>
                      <a:pt x="418" y="11"/>
                    </a:lnTo>
                    <a:lnTo>
                      <a:pt x="422" y="12"/>
                    </a:lnTo>
                    <a:lnTo>
                      <a:pt x="426" y="36"/>
                    </a:lnTo>
                    <a:lnTo>
                      <a:pt x="429" y="36"/>
                    </a:lnTo>
                    <a:lnTo>
                      <a:pt x="433" y="36"/>
                    </a:lnTo>
                    <a:lnTo>
                      <a:pt x="437" y="36"/>
                    </a:lnTo>
                    <a:lnTo>
                      <a:pt x="441" y="36"/>
                    </a:lnTo>
                    <a:lnTo>
                      <a:pt x="445" y="73"/>
                    </a:lnTo>
                    <a:lnTo>
                      <a:pt x="448" y="73"/>
                    </a:lnTo>
                    <a:lnTo>
                      <a:pt x="452" y="73"/>
                    </a:lnTo>
                    <a:lnTo>
                      <a:pt x="456" y="73"/>
                    </a:lnTo>
                    <a:lnTo>
                      <a:pt x="460" y="73"/>
                    </a:lnTo>
                    <a:lnTo>
                      <a:pt x="464" y="158"/>
                    </a:lnTo>
                    <a:lnTo>
                      <a:pt x="467" y="204"/>
                    </a:lnTo>
                    <a:lnTo>
                      <a:pt x="471" y="204"/>
                    </a:lnTo>
                    <a:lnTo>
                      <a:pt x="475" y="204"/>
                    </a:lnTo>
                    <a:lnTo>
                      <a:pt x="479" y="204"/>
                    </a:lnTo>
                    <a:lnTo>
                      <a:pt x="482" y="207"/>
                    </a:lnTo>
                    <a:lnTo>
                      <a:pt x="486" y="263"/>
                    </a:lnTo>
                    <a:lnTo>
                      <a:pt x="490" y="263"/>
                    </a:lnTo>
                    <a:lnTo>
                      <a:pt x="494" y="263"/>
                    </a:lnTo>
                    <a:lnTo>
                      <a:pt x="497" y="263"/>
                    </a:lnTo>
                    <a:lnTo>
                      <a:pt x="501" y="263"/>
                    </a:lnTo>
                    <a:lnTo>
                      <a:pt x="505" y="303"/>
                    </a:lnTo>
                    <a:lnTo>
                      <a:pt x="509" y="303"/>
                    </a:lnTo>
                    <a:lnTo>
                      <a:pt x="512" y="303"/>
                    </a:lnTo>
                    <a:lnTo>
                      <a:pt x="516" y="303"/>
                    </a:lnTo>
                    <a:lnTo>
                      <a:pt x="520" y="303"/>
                    </a:lnTo>
                    <a:lnTo>
                      <a:pt x="524" y="332"/>
                    </a:lnTo>
                    <a:lnTo>
                      <a:pt x="527" y="348"/>
                    </a:lnTo>
                    <a:lnTo>
                      <a:pt x="531" y="348"/>
                    </a:lnTo>
                    <a:lnTo>
                      <a:pt x="535" y="348"/>
                    </a:lnTo>
                    <a:lnTo>
                      <a:pt x="539" y="348"/>
                    </a:lnTo>
                    <a:lnTo>
                      <a:pt x="543" y="349"/>
                    </a:lnTo>
                    <a:lnTo>
                      <a:pt x="546" y="373"/>
                    </a:lnTo>
                    <a:lnTo>
                      <a:pt x="550" y="373"/>
                    </a:lnTo>
                    <a:lnTo>
                      <a:pt x="554" y="373"/>
                    </a:lnTo>
                    <a:lnTo>
                      <a:pt x="558" y="373"/>
                    </a:lnTo>
                    <a:lnTo>
                      <a:pt x="561" y="373"/>
                    </a:lnTo>
                    <a:lnTo>
                      <a:pt x="565" y="367"/>
                    </a:lnTo>
                    <a:lnTo>
                      <a:pt x="569" y="367"/>
                    </a:lnTo>
                    <a:lnTo>
                      <a:pt x="573" y="367"/>
                    </a:lnTo>
                    <a:lnTo>
                      <a:pt x="576" y="367"/>
                    </a:lnTo>
                    <a:lnTo>
                      <a:pt x="580" y="367"/>
                    </a:lnTo>
                    <a:lnTo>
                      <a:pt x="584" y="334"/>
                    </a:lnTo>
                    <a:lnTo>
                      <a:pt x="588" y="316"/>
                    </a:lnTo>
                    <a:lnTo>
                      <a:pt x="591" y="316"/>
                    </a:lnTo>
                    <a:lnTo>
                      <a:pt x="595" y="316"/>
                    </a:lnTo>
                    <a:lnTo>
                      <a:pt x="599" y="316"/>
                    </a:lnTo>
                    <a:lnTo>
                      <a:pt x="603" y="312"/>
                    </a:lnTo>
                    <a:lnTo>
                      <a:pt x="606" y="261"/>
                    </a:lnTo>
                    <a:lnTo>
                      <a:pt x="610" y="261"/>
                    </a:lnTo>
                    <a:lnTo>
                      <a:pt x="614" y="261"/>
                    </a:lnTo>
                    <a:lnTo>
                      <a:pt x="618" y="261"/>
                    </a:lnTo>
                    <a:lnTo>
                      <a:pt x="622" y="261"/>
                    </a:lnTo>
                    <a:lnTo>
                      <a:pt x="625" y="153"/>
                    </a:lnTo>
                    <a:lnTo>
                      <a:pt x="629" y="153"/>
                    </a:lnTo>
                    <a:lnTo>
                      <a:pt x="633" y="153"/>
                    </a:lnTo>
                    <a:lnTo>
                      <a:pt x="637" y="153"/>
                    </a:lnTo>
                    <a:lnTo>
                      <a:pt x="641" y="153"/>
                    </a:lnTo>
                    <a:lnTo>
                      <a:pt x="644" y="100"/>
                    </a:lnTo>
                    <a:lnTo>
                      <a:pt x="648" y="71"/>
                    </a:lnTo>
                    <a:lnTo>
                      <a:pt x="652" y="71"/>
                    </a:lnTo>
                    <a:lnTo>
                      <a:pt x="656" y="71"/>
                    </a:lnTo>
                    <a:lnTo>
                      <a:pt x="659" y="71"/>
                    </a:lnTo>
                    <a:lnTo>
                      <a:pt x="663" y="69"/>
                    </a:lnTo>
                    <a:lnTo>
                      <a:pt x="667" y="36"/>
                    </a:lnTo>
                    <a:lnTo>
                      <a:pt x="671" y="36"/>
                    </a:lnTo>
                    <a:lnTo>
                      <a:pt x="674" y="36"/>
                    </a:lnTo>
                    <a:lnTo>
                      <a:pt x="678" y="36"/>
                    </a:lnTo>
                    <a:lnTo>
                      <a:pt x="682" y="36"/>
                    </a:lnTo>
                    <a:lnTo>
                      <a:pt x="686" y="36"/>
                    </a:lnTo>
                    <a:lnTo>
                      <a:pt x="689" y="36"/>
                    </a:lnTo>
                    <a:lnTo>
                      <a:pt x="693" y="36"/>
                    </a:lnTo>
                    <a:lnTo>
                      <a:pt x="697" y="36"/>
                    </a:lnTo>
                    <a:lnTo>
                      <a:pt x="701" y="36"/>
                    </a:lnTo>
                    <a:lnTo>
                      <a:pt x="704" y="36"/>
                    </a:lnTo>
                    <a:lnTo>
                      <a:pt x="708" y="36"/>
                    </a:lnTo>
                    <a:lnTo>
                      <a:pt x="712" y="36"/>
                    </a:lnTo>
                    <a:lnTo>
                      <a:pt x="716" y="36"/>
                    </a:lnTo>
                    <a:lnTo>
                      <a:pt x="719" y="36"/>
                    </a:lnTo>
                    <a:lnTo>
                      <a:pt x="723" y="38"/>
                    </a:lnTo>
                    <a:lnTo>
                      <a:pt x="727" y="71"/>
                    </a:lnTo>
                    <a:lnTo>
                      <a:pt x="731" y="71"/>
                    </a:lnTo>
                    <a:lnTo>
                      <a:pt x="734" y="71"/>
                    </a:lnTo>
                    <a:lnTo>
                      <a:pt x="738" y="71"/>
                    </a:lnTo>
                    <a:lnTo>
                      <a:pt x="742" y="71"/>
                    </a:lnTo>
                    <a:lnTo>
                      <a:pt x="746" y="154"/>
                    </a:lnTo>
                    <a:lnTo>
                      <a:pt x="750" y="154"/>
                    </a:lnTo>
                    <a:lnTo>
                      <a:pt x="753" y="154"/>
                    </a:lnTo>
                    <a:lnTo>
                      <a:pt x="757" y="154"/>
                    </a:lnTo>
                    <a:lnTo>
                      <a:pt x="761" y="154"/>
                    </a:lnTo>
                    <a:lnTo>
                      <a:pt x="765" y="202"/>
                    </a:lnTo>
                    <a:lnTo>
                      <a:pt x="768" y="229"/>
                    </a:lnTo>
                    <a:lnTo>
                      <a:pt x="772" y="229"/>
                    </a:lnTo>
                    <a:lnTo>
                      <a:pt x="776" y="229"/>
                    </a:lnTo>
                    <a:lnTo>
                      <a:pt x="780" y="229"/>
                    </a:lnTo>
                    <a:lnTo>
                      <a:pt x="783" y="231"/>
                    </a:lnTo>
                    <a:lnTo>
                      <a:pt x="787" y="270"/>
                    </a:lnTo>
                    <a:lnTo>
                      <a:pt x="791" y="270"/>
                    </a:lnTo>
                    <a:lnTo>
                      <a:pt x="795" y="270"/>
                    </a:lnTo>
                    <a:lnTo>
                      <a:pt x="798" y="270"/>
                    </a:lnTo>
                    <a:lnTo>
                      <a:pt x="802" y="270"/>
                    </a:lnTo>
                    <a:lnTo>
                      <a:pt x="806" y="321"/>
                    </a:lnTo>
                    <a:lnTo>
                      <a:pt x="810" y="321"/>
                    </a:lnTo>
                    <a:lnTo>
                      <a:pt x="814" y="321"/>
                    </a:lnTo>
                    <a:lnTo>
                      <a:pt x="817" y="321"/>
                    </a:lnTo>
                    <a:lnTo>
                      <a:pt x="821" y="321"/>
                    </a:lnTo>
                    <a:lnTo>
                      <a:pt x="825" y="351"/>
                    </a:lnTo>
                    <a:lnTo>
                      <a:pt x="829" y="367"/>
                    </a:lnTo>
                    <a:lnTo>
                      <a:pt x="832" y="367"/>
                    </a:lnTo>
                    <a:lnTo>
                      <a:pt x="836" y="367"/>
                    </a:lnTo>
                    <a:lnTo>
                      <a:pt x="840" y="367"/>
                    </a:lnTo>
                    <a:lnTo>
                      <a:pt x="844" y="369"/>
                    </a:lnTo>
                    <a:lnTo>
                      <a:pt x="848" y="406"/>
                    </a:lnTo>
                    <a:lnTo>
                      <a:pt x="851" y="406"/>
                    </a:lnTo>
                    <a:lnTo>
                      <a:pt x="855" y="406"/>
                    </a:lnTo>
                    <a:lnTo>
                      <a:pt x="859" y="406"/>
                    </a:lnTo>
                    <a:lnTo>
                      <a:pt x="863" y="406"/>
                    </a:lnTo>
                    <a:lnTo>
                      <a:pt x="866" y="411"/>
                    </a:lnTo>
                    <a:lnTo>
                      <a:pt x="870" y="411"/>
                    </a:lnTo>
                    <a:lnTo>
                      <a:pt x="874" y="411"/>
                    </a:lnTo>
                    <a:lnTo>
                      <a:pt x="878" y="411"/>
                    </a:lnTo>
                    <a:lnTo>
                      <a:pt x="881" y="411"/>
                    </a:lnTo>
                    <a:lnTo>
                      <a:pt x="885" y="421"/>
                    </a:lnTo>
                    <a:lnTo>
                      <a:pt x="889" y="426"/>
                    </a:lnTo>
                    <a:lnTo>
                      <a:pt x="893" y="426"/>
                    </a:lnTo>
                    <a:lnTo>
                      <a:pt x="896" y="426"/>
                    </a:lnTo>
                    <a:lnTo>
                      <a:pt x="900" y="426"/>
                    </a:lnTo>
                    <a:lnTo>
                      <a:pt x="904" y="426"/>
                    </a:lnTo>
                    <a:lnTo>
                      <a:pt x="908" y="427"/>
                    </a:lnTo>
                    <a:lnTo>
                      <a:pt x="911" y="427"/>
                    </a:lnTo>
                    <a:lnTo>
                      <a:pt x="915" y="427"/>
                    </a:lnTo>
                    <a:lnTo>
                      <a:pt x="919" y="427"/>
                    </a:lnTo>
                    <a:lnTo>
                      <a:pt x="923" y="427"/>
                    </a:lnTo>
                    <a:lnTo>
                      <a:pt x="926" y="434"/>
                    </a:lnTo>
                    <a:lnTo>
                      <a:pt x="930" y="434"/>
                    </a:lnTo>
                    <a:lnTo>
                      <a:pt x="934" y="434"/>
                    </a:lnTo>
                    <a:lnTo>
                      <a:pt x="938" y="434"/>
                    </a:lnTo>
                    <a:lnTo>
                      <a:pt x="941" y="434"/>
                    </a:lnTo>
                    <a:lnTo>
                      <a:pt x="945" y="440"/>
                    </a:lnTo>
                    <a:lnTo>
                      <a:pt x="949" y="443"/>
                    </a:lnTo>
                    <a:lnTo>
                      <a:pt x="953" y="443"/>
                    </a:lnTo>
                    <a:lnTo>
                      <a:pt x="956" y="443"/>
                    </a:lnTo>
                    <a:lnTo>
                      <a:pt x="960" y="443"/>
                    </a:lnTo>
                    <a:lnTo>
                      <a:pt x="964" y="444"/>
                    </a:lnTo>
                    <a:lnTo>
                      <a:pt x="968" y="449"/>
                    </a:lnTo>
                    <a:lnTo>
                      <a:pt x="972" y="449"/>
                    </a:lnTo>
                    <a:lnTo>
                      <a:pt x="975" y="449"/>
                    </a:lnTo>
                    <a:lnTo>
                      <a:pt x="979" y="449"/>
                    </a:lnTo>
                    <a:lnTo>
                      <a:pt x="983" y="449"/>
                    </a:lnTo>
                    <a:lnTo>
                      <a:pt x="987" y="452"/>
                    </a:lnTo>
                    <a:lnTo>
                      <a:pt x="991" y="452"/>
                    </a:lnTo>
                    <a:lnTo>
                      <a:pt x="994" y="452"/>
                    </a:lnTo>
                    <a:lnTo>
                      <a:pt x="998" y="452"/>
                    </a:lnTo>
                    <a:lnTo>
                      <a:pt x="1002" y="452"/>
                    </a:lnTo>
                    <a:lnTo>
                      <a:pt x="1006" y="455"/>
                    </a:lnTo>
                    <a:lnTo>
                      <a:pt x="1009" y="456"/>
                    </a:lnTo>
                    <a:lnTo>
                      <a:pt x="1013" y="456"/>
                    </a:lnTo>
                    <a:lnTo>
                      <a:pt x="1017" y="456"/>
                    </a:lnTo>
                    <a:lnTo>
                      <a:pt x="1021" y="456"/>
                    </a:lnTo>
                    <a:lnTo>
                      <a:pt x="1024" y="456"/>
                    </a:lnTo>
                    <a:lnTo>
                      <a:pt x="1028" y="457"/>
                    </a:lnTo>
                    <a:lnTo>
                      <a:pt x="1032" y="457"/>
                    </a:lnTo>
                    <a:lnTo>
                      <a:pt x="1036" y="457"/>
                    </a:lnTo>
                    <a:lnTo>
                      <a:pt x="1039" y="457"/>
                    </a:lnTo>
                    <a:lnTo>
                      <a:pt x="1043" y="457"/>
                    </a:lnTo>
                    <a:lnTo>
                      <a:pt x="1047" y="459"/>
                    </a:lnTo>
                    <a:lnTo>
                      <a:pt x="1051" y="459"/>
                    </a:lnTo>
                    <a:lnTo>
                      <a:pt x="1055" y="459"/>
                    </a:lnTo>
                    <a:lnTo>
                      <a:pt x="1058" y="459"/>
                    </a:lnTo>
                    <a:lnTo>
                      <a:pt x="1062" y="459"/>
                    </a:lnTo>
                    <a:lnTo>
                      <a:pt x="1066" y="459"/>
                    </a:lnTo>
                    <a:lnTo>
                      <a:pt x="1070" y="459"/>
                    </a:lnTo>
                    <a:lnTo>
                      <a:pt x="1073" y="459"/>
                    </a:lnTo>
                    <a:lnTo>
                      <a:pt x="1077" y="459"/>
                    </a:lnTo>
                    <a:lnTo>
                      <a:pt x="1081" y="459"/>
                    </a:lnTo>
                    <a:lnTo>
                      <a:pt x="1085" y="460"/>
                    </a:lnTo>
                    <a:lnTo>
                      <a:pt x="1088" y="461"/>
                    </a:lnTo>
                    <a:lnTo>
                      <a:pt x="1092" y="461"/>
                    </a:lnTo>
                    <a:lnTo>
                      <a:pt x="1096" y="461"/>
                    </a:lnTo>
                    <a:lnTo>
                      <a:pt x="1100" y="461"/>
                    </a:lnTo>
                    <a:lnTo>
                      <a:pt x="1103" y="461"/>
                    </a:lnTo>
                    <a:lnTo>
                      <a:pt x="1107" y="461"/>
                    </a:lnTo>
                    <a:lnTo>
                      <a:pt x="1111" y="461"/>
                    </a:lnTo>
                    <a:lnTo>
                      <a:pt x="1115" y="461"/>
                    </a:lnTo>
                    <a:lnTo>
                      <a:pt x="1118" y="461"/>
                    </a:lnTo>
                    <a:lnTo>
                      <a:pt x="1122" y="461"/>
                    </a:lnTo>
                    <a:lnTo>
                      <a:pt x="1126" y="461"/>
                    </a:lnTo>
                    <a:lnTo>
                      <a:pt x="1130" y="461"/>
                    </a:lnTo>
                    <a:lnTo>
                      <a:pt x="1133" y="461"/>
                    </a:lnTo>
                    <a:lnTo>
                      <a:pt x="1137" y="461"/>
                    </a:lnTo>
                    <a:lnTo>
                      <a:pt x="1141" y="461"/>
                    </a:lnTo>
                    <a:lnTo>
                      <a:pt x="1145" y="461"/>
                    </a:lnTo>
                    <a:lnTo>
                      <a:pt x="1148" y="461"/>
                    </a:lnTo>
                    <a:lnTo>
                      <a:pt x="1152" y="461"/>
                    </a:lnTo>
                    <a:lnTo>
                      <a:pt x="1156" y="461"/>
                    </a:lnTo>
                    <a:lnTo>
                      <a:pt x="1160" y="461"/>
                    </a:lnTo>
                    <a:lnTo>
                      <a:pt x="1164" y="461"/>
                    </a:lnTo>
                    <a:lnTo>
                      <a:pt x="1168" y="461"/>
                    </a:lnTo>
                    <a:lnTo>
                      <a:pt x="1171" y="461"/>
                    </a:lnTo>
                    <a:lnTo>
                      <a:pt x="1175" y="461"/>
                    </a:lnTo>
                    <a:lnTo>
                      <a:pt x="1179" y="461"/>
                    </a:lnTo>
                    <a:lnTo>
                      <a:pt x="1183" y="461"/>
                    </a:lnTo>
                    <a:lnTo>
                      <a:pt x="1186" y="462"/>
                    </a:lnTo>
                    <a:lnTo>
                      <a:pt x="1190" y="463"/>
                    </a:lnTo>
                    <a:lnTo>
                      <a:pt x="1194" y="463"/>
                    </a:lnTo>
                    <a:lnTo>
                      <a:pt x="1198" y="463"/>
                    </a:lnTo>
                    <a:lnTo>
                      <a:pt x="1201" y="463"/>
                    </a:lnTo>
                    <a:lnTo>
                      <a:pt x="1205" y="463"/>
                    </a:lnTo>
                    <a:lnTo>
                      <a:pt x="1209" y="461"/>
                    </a:lnTo>
                    <a:lnTo>
                      <a:pt x="1213" y="461"/>
                    </a:lnTo>
                    <a:lnTo>
                      <a:pt x="1216" y="461"/>
                    </a:lnTo>
                    <a:lnTo>
                      <a:pt x="1220" y="461"/>
                    </a:lnTo>
                    <a:lnTo>
                      <a:pt x="1224" y="461"/>
                    </a:lnTo>
                    <a:lnTo>
                      <a:pt x="1228" y="463"/>
                    </a:lnTo>
                    <a:lnTo>
                      <a:pt x="1231" y="463"/>
                    </a:lnTo>
                    <a:lnTo>
                      <a:pt x="1235" y="463"/>
                    </a:lnTo>
                    <a:lnTo>
                      <a:pt x="1239" y="463"/>
                    </a:lnTo>
                    <a:lnTo>
                      <a:pt x="1243" y="463"/>
                    </a:lnTo>
                    <a:lnTo>
                      <a:pt x="1246" y="463"/>
                    </a:lnTo>
                    <a:lnTo>
                      <a:pt x="1250" y="463"/>
                    </a:lnTo>
                    <a:lnTo>
                      <a:pt x="1254" y="463"/>
                    </a:lnTo>
                    <a:lnTo>
                      <a:pt x="1258" y="463"/>
                    </a:lnTo>
                    <a:lnTo>
                      <a:pt x="1261" y="463"/>
                    </a:lnTo>
                    <a:lnTo>
                      <a:pt x="1265" y="463"/>
                    </a:lnTo>
                    <a:lnTo>
                      <a:pt x="1269" y="463"/>
                    </a:lnTo>
                    <a:lnTo>
                      <a:pt x="1273" y="463"/>
                    </a:lnTo>
                    <a:lnTo>
                      <a:pt x="1277" y="463"/>
                    </a:lnTo>
                    <a:lnTo>
                      <a:pt x="1280" y="463"/>
                    </a:lnTo>
                    <a:lnTo>
                      <a:pt x="1284" y="463"/>
                    </a:lnTo>
                    <a:lnTo>
                      <a:pt x="1288" y="463"/>
                    </a:lnTo>
                    <a:lnTo>
                      <a:pt x="1292" y="463"/>
                    </a:lnTo>
                    <a:lnTo>
                      <a:pt x="1295" y="463"/>
                    </a:lnTo>
                    <a:lnTo>
                      <a:pt x="1299" y="463"/>
                    </a:lnTo>
                    <a:lnTo>
                      <a:pt x="1303" y="463"/>
                    </a:lnTo>
                    <a:lnTo>
                      <a:pt x="1307" y="463"/>
                    </a:lnTo>
                    <a:lnTo>
                      <a:pt x="1310" y="463"/>
                    </a:lnTo>
                    <a:lnTo>
                      <a:pt x="1314" y="463"/>
                    </a:lnTo>
                    <a:lnTo>
                      <a:pt x="1318" y="463"/>
                    </a:lnTo>
                    <a:lnTo>
                      <a:pt x="1322" y="463"/>
                    </a:lnTo>
                    <a:lnTo>
                      <a:pt x="1325" y="463"/>
                    </a:lnTo>
                    <a:lnTo>
                      <a:pt x="1329" y="465"/>
                    </a:lnTo>
                    <a:lnTo>
                      <a:pt x="1333" y="465"/>
                    </a:lnTo>
                    <a:lnTo>
                      <a:pt x="1337" y="465"/>
                    </a:lnTo>
                    <a:lnTo>
                      <a:pt x="1341" y="465"/>
                    </a:lnTo>
                    <a:lnTo>
                      <a:pt x="1344" y="465"/>
                    </a:lnTo>
                    <a:lnTo>
                      <a:pt x="1348" y="463"/>
                    </a:lnTo>
                    <a:lnTo>
                      <a:pt x="1352" y="463"/>
                    </a:lnTo>
                    <a:lnTo>
                      <a:pt x="1356" y="463"/>
                    </a:lnTo>
                    <a:lnTo>
                      <a:pt x="1360" y="463"/>
                    </a:lnTo>
                    <a:lnTo>
                      <a:pt x="1363" y="463"/>
                    </a:lnTo>
                    <a:lnTo>
                      <a:pt x="1367" y="464"/>
                    </a:lnTo>
                    <a:lnTo>
                      <a:pt x="1371" y="465"/>
                    </a:lnTo>
                    <a:lnTo>
                      <a:pt x="1375" y="465"/>
                    </a:lnTo>
                    <a:lnTo>
                      <a:pt x="1378" y="465"/>
                    </a:lnTo>
                    <a:lnTo>
                      <a:pt x="1382" y="465"/>
                    </a:lnTo>
                    <a:lnTo>
                      <a:pt x="1386" y="465"/>
                    </a:lnTo>
                    <a:lnTo>
                      <a:pt x="1390" y="465"/>
                    </a:lnTo>
                    <a:lnTo>
                      <a:pt x="1393" y="465"/>
                    </a:lnTo>
                    <a:lnTo>
                      <a:pt x="1397" y="465"/>
                    </a:lnTo>
                    <a:lnTo>
                      <a:pt x="1401" y="465"/>
                    </a:lnTo>
                    <a:lnTo>
                      <a:pt x="1405" y="465"/>
                    </a:lnTo>
                    <a:lnTo>
                      <a:pt x="1408" y="465"/>
                    </a:lnTo>
                    <a:lnTo>
                      <a:pt x="1412" y="465"/>
                    </a:lnTo>
                    <a:lnTo>
                      <a:pt x="1416" y="465"/>
                    </a:lnTo>
                    <a:lnTo>
                      <a:pt x="1420" y="465"/>
                    </a:lnTo>
                    <a:lnTo>
                      <a:pt x="1423" y="465"/>
                    </a:lnTo>
                    <a:lnTo>
                      <a:pt x="1427" y="465"/>
                    </a:lnTo>
                    <a:lnTo>
                      <a:pt x="1431" y="465"/>
                    </a:lnTo>
                    <a:lnTo>
                      <a:pt x="1435" y="465"/>
                    </a:lnTo>
                    <a:lnTo>
                      <a:pt x="1438" y="465"/>
                    </a:lnTo>
                    <a:lnTo>
                      <a:pt x="1442" y="465"/>
                    </a:lnTo>
                    <a:lnTo>
                      <a:pt x="1446" y="465"/>
                    </a:lnTo>
                    <a:lnTo>
                      <a:pt x="1450" y="465"/>
                    </a:lnTo>
                    <a:lnTo>
                      <a:pt x="1453" y="465"/>
                    </a:lnTo>
                    <a:lnTo>
                      <a:pt x="1457" y="465"/>
                    </a:lnTo>
                    <a:lnTo>
                      <a:pt x="1461" y="465"/>
                    </a:lnTo>
                    <a:lnTo>
                      <a:pt x="1465" y="465"/>
                    </a:lnTo>
                    <a:lnTo>
                      <a:pt x="1468" y="465"/>
                    </a:lnTo>
                    <a:lnTo>
                      <a:pt x="1472" y="465"/>
                    </a:lnTo>
                    <a:lnTo>
                      <a:pt x="1476" y="465"/>
                    </a:lnTo>
                    <a:lnTo>
                      <a:pt x="1480" y="465"/>
                    </a:lnTo>
                    <a:lnTo>
                      <a:pt x="1483" y="465"/>
                    </a:lnTo>
                    <a:lnTo>
                      <a:pt x="1487" y="465"/>
                    </a:lnTo>
                    <a:lnTo>
                      <a:pt x="1491" y="465"/>
                    </a:lnTo>
                    <a:lnTo>
                      <a:pt x="1495" y="465"/>
                    </a:lnTo>
                    <a:lnTo>
                      <a:pt x="1499" y="465"/>
                    </a:lnTo>
                    <a:lnTo>
                      <a:pt x="1502" y="465"/>
                    </a:lnTo>
                    <a:lnTo>
                      <a:pt x="1506" y="465"/>
                    </a:lnTo>
                    <a:lnTo>
                      <a:pt x="1510" y="465"/>
                    </a:lnTo>
                    <a:lnTo>
                      <a:pt x="1514" y="465"/>
                    </a:lnTo>
                    <a:lnTo>
                      <a:pt x="1518" y="465"/>
                    </a:lnTo>
                    <a:lnTo>
                      <a:pt x="1521" y="465"/>
                    </a:lnTo>
                    <a:lnTo>
                      <a:pt x="1525" y="465"/>
                    </a:lnTo>
                    <a:lnTo>
                      <a:pt x="1529" y="466"/>
                    </a:lnTo>
                    <a:lnTo>
                      <a:pt x="1533" y="466"/>
                    </a:lnTo>
                    <a:lnTo>
                      <a:pt x="1536" y="466"/>
                    </a:lnTo>
                    <a:lnTo>
                      <a:pt x="1540" y="466"/>
                    </a:lnTo>
                    <a:lnTo>
                      <a:pt x="1544" y="466"/>
                    </a:lnTo>
                    <a:lnTo>
                      <a:pt x="1548" y="466"/>
                    </a:lnTo>
                    <a:lnTo>
                      <a:pt x="1551" y="466"/>
                    </a:lnTo>
                    <a:lnTo>
                      <a:pt x="1555" y="466"/>
                    </a:lnTo>
                    <a:lnTo>
                      <a:pt x="1559" y="466"/>
                    </a:lnTo>
                    <a:lnTo>
                      <a:pt x="1563" y="466"/>
                    </a:lnTo>
                    <a:lnTo>
                      <a:pt x="1566" y="467"/>
                    </a:lnTo>
                    <a:lnTo>
                      <a:pt x="1570" y="468"/>
                    </a:lnTo>
                    <a:lnTo>
                      <a:pt x="1574" y="468"/>
                    </a:lnTo>
                    <a:lnTo>
                      <a:pt x="1578" y="468"/>
                    </a:lnTo>
                    <a:lnTo>
                      <a:pt x="1582" y="468"/>
                    </a:lnTo>
                    <a:lnTo>
                      <a:pt x="1585" y="468"/>
                    </a:lnTo>
                    <a:lnTo>
                      <a:pt x="1589" y="461"/>
                    </a:lnTo>
                    <a:lnTo>
                      <a:pt x="1593" y="461"/>
                    </a:lnTo>
                    <a:lnTo>
                      <a:pt x="1597" y="461"/>
                    </a:lnTo>
                    <a:lnTo>
                      <a:pt x="1600" y="461"/>
                    </a:lnTo>
                    <a:lnTo>
                      <a:pt x="1604" y="461"/>
                    </a:lnTo>
                    <a:lnTo>
                      <a:pt x="1608" y="460"/>
                    </a:lnTo>
                    <a:lnTo>
                      <a:pt x="1612" y="459"/>
                    </a:lnTo>
                    <a:lnTo>
                      <a:pt x="1615" y="459"/>
                    </a:lnTo>
                    <a:lnTo>
                      <a:pt x="1619" y="459"/>
                    </a:lnTo>
                    <a:lnTo>
                      <a:pt x="1623" y="459"/>
                    </a:lnTo>
                    <a:lnTo>
                      <a:pt x="1627" y="459"/>
                    </a:lnTo>
                    <a:lnTo>
                      <a:pt x="1630" y="457"/>
                    </a:lnTo>
                    <a:lnTo>
                      <a:pt x="1634" y="457"/>
                    </a:lnTo>
                    <a:lnTo>
                      <a:pt x="1638" y="457"/>
                    </a:lnTo>
                    <a:lnTo>
                      <a:pt x="1642" y="457"/>
                    </a:lnTo>
                    <a:lnTo>
                      <a:pt x="1645" y="457"/>
                    </a:lnTo>
                    <a:lnTo>
                      <a:pt x="1649" y="456"/>
                    </a:lnTo>
                    <a:lnTo>
                      <a:pt x="1653" y="456"/>
                    </a:lnTo>
                    <a:lnTo>
                      <a:pt x="1657" y="456"/>
                    </a:lnTo>
                    <a:lnTo>
                      <a:pt x="1660" y="456"/>
                    </a:lnTo>
                    <a:lnTo>
                      <a:pt x="1664" y="456"/>
                    </a:lnTo>
                    <a:lnTo>
                      <a:pt x="1668" y="457"/>
                    </a:lnTo>
                    <a:lnTo>
                      <a:pt x="1672" y="457"/>
                    </a:lnTo>
                    <a:lnTo>
                      <a:pt x="1675" y="457"/>
                    </a:lnTo>
                    <a:lnTo>
                      <a:pt x="1679" y="457"/>
                    </a:lnTo>
                    <a:lnTo>
                      <a:pt x="1683" y="457"/>
                    </a:lnTo>
                    <a:lnTo>
                      <a:pt x="1687" y="457"/>
                    </a:lnTo>
                    <a:lnTo>
                      <a:pt x="1691" y="456"/>
                    </a:lnTo>
                    <a:lnTo>
                      <a:pt x="1695" y="456"/>
                    </a:lnTo>
                    <a:lnTo>
                      <a:pt x="1698" y="456"/>
                    </a:lnTo>
                    <a:lnTo>
                      <a:pt x="1702" y="456"/>
                    </a:lnTo>
                    <a:lnTo>
                      <a:pt x="1706" y="456"/>
                    </a:lnTo>
                    <a:lnTo>
                      <a:pt x="1710" y="450"/>
                    </a:lnTo>
                    <a:lnTo>
                      <a:pt x="1713" y="450"/>
                    </a:lnTo>
                    <a:lnTo>
                      <a:pt x="1717" y="450"/>
                    </a:lnTo>
                    <a:lnTo>
                      <a:pt x="1721" y="450"/>
                    </a:lnTo>
                    <a:lnTo>
                      <a:pt x="1725" y="450"/>
                    </a:lnTo>
                    <a:lnTo>
                      <a:pt x="1728" y="448"/>
                    </a:lnTo>
                    <a:lnTo>
                      <a:pt x="1732" y="447"/>
                    </a:lnTo>
                    <a:lnTo>
                      <a:pt x="1736" y="447"/>
                    </a:lnTo>
                    <a:lnTo>
                      <a:pt x="1740" y="447"/>
                    </a:lnTo>
                    <a:lnTo>
                      <a:pt x="1743" y="447"/>
                    </a:lnTo>
                    <a:lnTo>
                      <a:pt x="1747" y="447"/>
                    </a:lnTo>
                    <a:lnTo>
                      <a:pt x="1751" y="443"/>
                    </a:lnTo>
                    <a:lnTo>
                      <a:pt x="1755" y="443"/>
                    </a:lnTo>
                    <a:lnTo>
                      <a:pt x="1758" y="443"/>
                    </a:lnTo>
                    <a:lnTo>
                      <a:pt x="1762" y="443"/>
                    </a:lnTo>
                    <a:lnTo>
                      <a:pt x="1766" y="443"/>
                    </a:lnTo>
                    <a:lnTo>
                      <a:pt x="1770" y="442"/>
                    </a:lnTo>
                    <a:lnTo>
                      <a:pt x="1773" y="442"/>
                    </a:lnTo>
                    <a:lnTo>
                      <a:pt x="1777" y="442"/>
                    </a:lnTo>
                    <a:lnTo>
                      <a:pt x="1781" y="442"/>
                    </a:lnTo>
                    <a:lnTo>
                      <a:pt x="1785" y="442"/>
                    </a:lnTo>
                    <a:lnTo>
                      <a:pt x="1788" y="441"/>
                    </a:lnTo>
                    <a:lnTo>
                      <a:pt x="1792" y="440"/>
                    </a:lnTo>
                    <a:lnTo>
                      <a:pt x="1796" y="440"/>
                    </a:lnTo>
                    <a:lnTo>
                      <a:pt x="1800" y="440"/>
                    </a:lnTo>
                    <a:lnTo>
                      <a:pt x="1804" y="440"/>
                    </a:lnTo>
                    <a:lnTo>
                      <a:pt x="1807" y="439"/>
                    </a:lnTo>
                    <a:lnTo>
                      <a:pt x="1811" y="431"/>
                    </a:lnTo>
                    <a:lnTo>
                      <a:pt x="1815" y="431"/>
                    </a:lnTo>
                    <a:lnTo>
                      <a:pt x="1819" y="431"/>
                    </a:lnTo>
                    <a:lnTo>
                      <a:pt x="1822" y="431"/>
                    </a:lnTo>
                    <a:lnTo>
                      <a:pt x="1826" y="431"/>
                    </a:lnTo>
                    <a:lnTo>
                      <a:pt x="1830" y="422"/>
                    </a:lnTo>
                    <a:lnTo>
                      <a:pt x="1834" y="422"/>
                    </a:lnTo>
                    <a:lnTo>
                      <a:pt x="1837" y="422"/>
                    </a:lnTo>
                    <a:lnTo>
                      <a:pt x="1841" y="422"/>
                    </a:lnTo>
                    <a:lnTo>
                      <a:pt x="1845" y="422"/>
                    </a:lnTo>
                    <a:lnTo>
                      <a:pt x="1849" y="414"/>
                    </a:lnTo>
                    <a:lnTo>
                      <a:pt x="1852" y="410"/>
                    </a:lnTo>
                    <a:lnTo>
                      <a:pt x="1856" y="410"/>
                    </a:lnTo>
                    <a:lnTo>
                      <a:pt x="1860" y="410"/>
                    </a:lnTo>
                    <a:lnTo>
                      <a:pt x="1864" y="410"/>
                    </a:lnTo>
                    <a:lnTo>
                      <a:pt x="1868" y="409"/>
                    </a:lnTo>
                    <a:lnTo>
                      <a:pt x="1871" y="404"/>
                    </a:lnTo>
                    <a:lnTo>
                      <a:pt x="1875" y="404"/>
                    </a:lnTo>
                    <a:lnTo>
                      <a:pt x="1879" y="404"/>
                    </a:lnTo>
                    <a:lnTo>
                      <a:pt x="1883" y="404"/>
                    </a:lnTo>
                    <a:lnTo>
                      <a:pt x="1887" y="404"/>
                    </a:lnTo>
                    <a:lnTo>
                      <a:pt x="1890" y="388"/>
                    </a:lnTo>
                    <a:lnTo>
                      <a:pt x="1894" y="388"/>
                    </a:lnTo>
                    <a:lnTo>
                      <a:pt x="1898" y="388"/>
                    </a:lnTo>
                    <a:lnTo>
                      <a:pt x="1902" y="388"/>
                    </a:lnTo>
                    <a:lnTo>
                      <a:pt x="1905" y="388"/>
                    </a:lnTo>
                    <a:lnTo>
                      <a:pt x="1909" y="386"/>
                    </a:lnTo>
                    <a:lnTo>
                      <a:pt x="1913" y="385"/>
                    </a:lnTo>
                    <a:lnTo>
                      <a:pt x="1917" y="385"/>
                    </a:lnTo>
                    <a:lnTo>
                      <a:pt x="1920" y="385"/>
                    </a:lnTo>
                    <a:lnTo>
                      <a:pt x="1924" y="385"/>
                    </a:lnTo>
                    <a:lnTo>
                      <a:pt x="1928" y="385"/>
                    </a:lnTo>
                    <a:lnTo>
                      <a:pt x="1932" y="388"/>
                    </a:lnTo>
                    <a:lnTo>
                      <a:pt x="1935" y="388"/>
                    </a:lnTo>
                    <a:lnTo>
                      <a:pt x="1939" y="388"/>
                    </a:lnTo>
                    <a:lnTo>
                      <a:pt x="1943" y="388"/>
                    </a:lnTo>
                    <a:lnTo>
                      <a:pt x="1947" y="388"/>
                    </a:lnTo>
                    <a:lnTo>
                      <a:pt x="1950" y="387"/>
                    </a:lnTo>
                    <a:lnTo>
                      <a:pt x="1954" y="387"/>
                    </a:lnTo>
                    <a:lnTo>
                      <a:pt x="1958" y="387"/>
                    </a:lnTo>
                    <a:lnTo>
                      <a:pt x="1962" y="387"/>
                    </a:lnTo>
                    <a:lnTo>
                      <a:pt x="1965" y="387"/>
                    </a:lnTo>
                    <a:lnTo>
                      <a:pt x="1969" y="387"/>
                    </a:lnTo>
                    <a:lnTo>
                      <a:pt x="1973" y="387"/>
                    </a:lnTo>
                    <a:lnTo>
                      <a:pt x="1977" y="387"/>
                    </a:lnTo>
                    <a:lnTo>
                      <a:pt x="1980" y="387"/>
                    </a:lnTo>
                    <a:lnTo>
                      <a:pt x="1984" y="387"/>
                    </a:lnTo>
                    <a:lnTo>
                      <a:pt x="1988" y="387"/>
                    </a:lnTo>
                    <a:lnTo>
                      <a:pt x="1992" y="392"/>
                    </a:lnTo>
                    <a:lnTo>
                      <a:pt x="1995" y="392"/>
                    </a:lnTo>
                    <a:lnTo>
                      <a:pt x="1999" y="392"/>
                    </a:lnTo>
                    <a:lnTo>
                      <a:pt x="2003" y="392"/>
                    </a:lnTo>
                    <a:lnTo>
                      <a:pt x="2007" y="392"/>
                    </a:lnTo>
                    <a:lnTo>
                      <a:pt x="2010" y="397"/>
                    </a:lnTo>
                    <a:lnTo>
                      <a:pt x="2014" y="397"/>
                    </a:lnTo>
                    <a:lnTo>
                      <a:pt x="2018" y="397"/>
                    </a:lnTo>
                    <a:lnTo>
                      <a:pt x="2022" y="397"/>
                    </a:lnTo>
                    <a:lnTo>
                      <a:pt x="2026" y="397"/>
                    </a:lnTo>
                    <a:lnTo>
                      <a:pt x="2029" y="407"/>
                    </a:lnTo>
                    <a:lnTo>
                      <a:pt x="2033" y="411"/>
                    </a:lnTo>
                    <a:lnTo>
                      <a:pt x="2037" y="411"/>
                    </a:lnTo>
                    <a:lnTo>
                      <a:pt x="2041" y="411"/>
                    </a:lnTo>
                    <a:lnTo>
                      <a:pt x="2045" y="411"/>
                    </a:lnTo>
                    <a:lnTo>
                      <a:pt x="2048" y="411"/>
                    </a:lnTo>
                    <a:lnTo>
                      <a:pt x="2052" y="413"/>
                    </a:lnTo>
                  </a:path>
                </a:pathLst>
              </a:custGeom>
              <a:noFill/>
              <a:ln w="19050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3B6A94ED-E846-6BD6-D77B-A457F9284AAF}"/>
              </a:ext>
            </a:extLst>
          </p:cNvPr>
          <p:cNvSpPr txBox="1"/>
          <p:nvPr/>
        </p:nvSpPr>
        <p:spPr>
          <a:xfrm>
            <a:off x="2674967" y="105310"/>
            <a:ext cx="6233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FingerFlexionECoG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644633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DE074692-7137-E3B5-8C91-F6691E62E83F}"/>
              </a:ext>
            </a:extLst>
          </p:cNvPr>
          <p:cNvSpPr txBox="1"/>
          <p:nvPr/>
        </p:nvSpPr>
        <p:spPr>
          <a:xfrm>
            <a:off x="171450" y="6488668"/>
            <a:ext cx="12096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https://www.kaggle.com/datasets/nicholasjhana/energy-consumption-generation-prices-and-weather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7280BE8-A033-6E76-3FCB-668561B0B869}"/>
              </a:ext>
            </a:extLst>
          </p:cNvPr>
          <p:cNvSpPr txBox="1"/>
          <p:nvPr/>
        </p:nvSpPr>
        <p:spPr>
          <a:xfrm>
            <a:off x="0" y="915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SpainishEnergyDataset5sec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19206324-F7AC-D277-6EBF-A87AABCFA298}"/>
              </a:ext>
            </a:extLst>
          </p:cNvPr>
          <p:cNvSpPr txBox="1"/>
          <p:nvPr/>
        </p:nvSpPr>
        <p:spPr>
          <a:xfrm>
            <a:off x="6257925" y="5143500"/>
            <a:ext cx="5557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removed nans and resample to once per 5 seconds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EE98D88F-4CCA-A46F-FFC9-C75FB30227CD}"/>
              </a:ext>
            </a:extLst>
          </p:cNvPr>
          <p:cNvSpPr txBox="1"/>
          <p:nvPr/>
        </p:nvSpPr>
        <p:spPr>
          <a:xfrm>
            <a:off x="6288881" y="5515660"/>
            <a:ext cx="44648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&gt;&gt; X=energydataset(:,16);</a:t>
            </a:r>
            <a:br>
              <a:rPr lang="fi-FI" sz="1200" dirty="0"/>
            </a:br>
            <a:r>
              <a:rPr lang="fi-FI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&gt;&gt; X(isnan(X)) = [];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9E8F83-792F-A77E-94A6-82DFFF002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5873" y="2304514"/>
            <a:ext cx="5334000" cy="4000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72B9CB-06F7-F3BF-D3DA-F7BD2D31E509}"/>
              </a:ext>
            </a:extLst>
          </p:cNvPr>
          <p:cNvSpPr txBox="1"/>
          <p:nvPr/>
        </p:nvSpPr>
        <p:spPr>
          <a:xfrm>
            <a:off x="6326746" y="2404577"/>
            <a:ext cx="60843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&gt;&gt; [</a:t>
            </a:r>
            <a:r>
              <a:rPr lang="en-US" sz="700" dirty="0" err="1"/>
              <a:t>momp_out</a:t>
            </a:r>
            <a:r>
              <a:rPr lang="en-US" sz="700" dirty="0"/>
              <a:t>, </a:t>
            </a:r>
            <a:r>
              <a:rPr lang="en-US" sz="700" dirty="0" err="1"/>
              <a:t>momp_loc</a:t>
            </a:r>
            <a:r>
              <a:rPr lang="en-US" sz="700" dirty="0"/>
              <a:t>] = momp_v5( SpainishEnergyDataset5sec ,524288 ,  1, 0, 0);</a:t>
            </a:r>
          </a:p>
          <a:p>
            <a:r>
              <a:rPr lang="en-US" sz="700" dirty="0"/>
              <a:t>T is length 25232401, and m is set to 524288</a:t>
            </a:r>
          </a:p>
          <a:p>
            <a:r>
              <a:rPr lang="en-US" sz="700" dirty="0"/>
              <a:t>Starting </a:t>
            </a:r>
            <a:r>
              <a:rPr lang="en-US" sz="700" dirty="0" err="1"/>
              <a:t>downsampling</a:t>
            </a:r>
            <a:r>
              <a:rPr lang="en-US" sz="700" dirty="0"/>
              <a:t> rate: 8192</a:t>
            </a:r>
          </a:p>
          <a:p>
            <a:r>
              <a:rPr lang="en-US" sz="700" dirty="0"/>
              <a:t>====== MOMP ======</a:t>
            </a:r>
          </a:p>
          <a:p>
            <a:r>
              <a:rPr lang="en-US" sz="700" dirty="0"/>
              <a:t>MOMP : Tpaa1in8192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155.40 {12877825, 13361153} | pruning: 0.0000 | Time: 4497.82</a:t>
            </a:r>
          </a:p>
          <a:p>
            <a:r>
              <a:rPr lang="en-US" sz="700" dirty="0"/>
              <a:t>MOMP : Tpaa1in4096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134.35 {12881921, 13365249} | pruning: 0.0000 | Time: 7140.12</a:t>
            </a:r>
          </a:p>
          <a:p>
            <a:r>
              <a:rPr lang="en-US" sz="700" dirty="0"/>
              <a:t>MOMP : Tpaa1in2048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134.35 {12883969, 13367297} | pruning: 0.0268 | Time: 9716.99</a:t>
            </a:r>
          </a:p>
          <a:p>
            <a:r>
              <a:rPr lang="en-US" sz="700" dirty="0"/>
              <a:t>MOMP : Tpaa1in1024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134.35 {12884993, 13368321} | pruning: 0.2301 | Time: 12285.60</a:t>
            </a:r>
          </a:p>
          <a:p>
            <a:r>
              <a:rPr lang="en-US" sz="700" dirty="0"/>
              <a:t>MOMP : Tpaa1in512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77.80 {12884481, 13368321} | pruning: 0.4259 | Time: 14862.88</a:t>
            </a:r>
          </a:p>
          <a:p>
            <a:r>
              <a:rPr lang="en-US" sz="700" dirty="0"/>
              <a:t>MOMP : Tpaa1in256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77.80 {12883969, 13367809} | pruning: 0.5517 | Time: 17433.85</a:t>
            </a:r>
          </a:p>
          <a:p>
            <a:r>
              <a:rPr lang="en-US" sz="700" dirty="0"/>
              <a:t>MOMP : Tpaa1in128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77.80 {12884609, 13368449} | pruning: 0.7623 | Time: 20041.22</a:t>
            </a:r>
          </a:p>
          <a:p>
            <a:r>
              <a:rPr lang="en-US" sz="700" dirty="0"/>
              <a:t>MOMP : Tpaa1in64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77.80 {12884225, 13368065} | pruning: 0.8712 | Time: 22641.88</a:t>
            </a:r>
          </a:p>
          <a:p>
            <a:r>
              <a:rPr lang="en-US" sz="700" dirty="0"/>
              <a:t>MOMP : Tpaa1in32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77.80 {12884545, 13368385} | pruning: 0.8824 | Time: 25288.64</a:t>
            </a:r>
          </a:p>
          <a:p>
            <a:r>
              <a:rPr lang="en-US" sz="700" dirty="0"/>
              <a:t>MOMP : Tpaa1in16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77.85 {12884065, 13367889} | pruning: 0.9488 | Time: 28233.66</a:t>
            </a:r>
          </a:p>
          <a:p>
            <a:r>
              <a:rPr lang="en-US" sz="700" dirty="0"/>
              <a:t>MOMP : Tpaa1in8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77.75 {12884553, 13368385} | pruning: 0.9490 | Time: 31074.48</a:t>
            </a:r>
          </a:p>
          <a:p>
            <a:r>
              <a:rPr lang="en-US" sz="700" dirty="0"/>
              <a:t>MOMP : Tpaa1in4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77.75 {12884549, 13368381} | pruning: 0.9491 | Time: 34097.20</a:t>
            </a:r>
          </a:p>
          <a:p>
            <a:r>
              <a:rPr lang="en-US" sz="700" dirty="0"/>
              <a:t>MOMP : Tpaa1in2 | BSF: 77.72 {12884610, 13368439} | </a:t>
            </a:r>
            <a:r>
              <a:rPr lang="en-US" sz="700" dirty="0" err="1"/>
              <a:t>localBSF</a:t>
            </a:r>
            <a:r>
              <a:rPr lang="en-US" sz="700" dirty="0"/>
              <a:t>: 77.72 {12884611, 13368439} | pruning: 0.9492 | Time: 38389.97</a:t>
            </a:r>
          </a:p>
          <a:p>
            <a:r>
              <a:rPr lang="en-US" sz="700" dirty="0"/>
              <a:t>MOMP : Tpaa1in1 | BSF: 77.71 {12884629, 13368457} | Tot Time: 44034.65s </a:t>
            </a:r>
          </a:p>
          <a:p>
            <a:r>
              <a:rPr lang="en-US" sz="700" dirty="0"/>
              <a:t>====== Profiling Summary ======</a:t>
            </a:r>
          </a:p>
          <a:p>
            <a:r>
              <a:rPr lang="en-US" sz="700" dirty="0"/>
              <a:t>Tot KTIP time : 1836.72s  (0.04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UAMP time : 2696.37s  (0.06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LBMP time : 388.71s  (0.01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Refine time : 33449.86s  (0.76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Prune time : 12.95s  (0.00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B82E26C-3740-72D1-76D6-6FE0DFCF5D15}"/>
              </a:ext>
            </a:extLst>
          </p:cNvPr>
          <p:cNvSpPr txBox="1"/>
          <p:nvPr/>
        </p:nvSpPr>
        <p:spPr>
          <a:xfrm>
            <a:off x="3339790" y="183654"/>
            <a:ext cx="6367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67D17"/>
                </a:solidFill>
                <a:effectLst/>
                <a:latin typeface="JetBrains Mono"/>
              </a:rPr>
              <a:t>SpainishEnergyDataset5sec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456480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F4101F-15C7-780E-6FE9-D43F3D95A332}"/>
              </a:ext>
            </a:extLst>
          </p:cNvPr>
          <p:cNvSpPr txBox="1"/>
          <p:nvPr/>
        </p:nvSpPr>
        <p:spPr>
          <a:xfrm>
            <a:off x="268761" y="204573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 Lorentz attractors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14A439-1D8E-AACF-32B9-CCDAF70D8D43}"/>
              </a:ext>
            </a:extLst>
          </p:cNvPr>
          <p:cNvSpPr txBox="1"/>
          <p:nvPr/>
        </p:nvSpPr>
        <p:spPr>
          <a:xfrm>
            <a:off x="6854911" y="6130665"/>
            <a:ext cx="51682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Model-Free Unsupervised Anomaly detection framework in multivariate time-series of industrial dynamical systems Mazen </a:t>
            </a:r>
            <a:r>
              <a:rPr lang="en-US" sz="1100" dirty="0" err="1"/>
              <a:t>Alamira</a:t>
            </a:r>
            <a:r>
              <a:rPr lang="en-US" sz="1100" dirty="0"/>
              <a:t> , Raphaël Diona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35B9F5-6EC8-FF06-CB0F-96FFD5E2D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8300" y="2857500"/>
            <a:ext cx="5334000" cy="4000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D3A1B0-50E0-AED5-D48D-80783C3E6148}"/>
              </a:ext>
            </a:extLst>
          </p:cNvPr>
          <p:cNvSpPr txBox="1"/>
          <p:nvPr/>
        </p:nvSpPr>
        <p:spPr>
          <a:xfrm>
            <a:off x="5133975" y="1284556"/>
            <a:ext cx="628015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900" dirty="0"/>
          </a:p>
          <a:p>
            <a:r>
              <a:rPr lang="en-US" sz="900" dirty="0"/>
              <a:t>&gt;&gt; [</a:t>
            </a:r>
            <a:r>
              <a:rPr lang="en-US" sz="900" dirty="0" err="1"/>
              <a:t>momp_out</a:t>
            </a:r>
            <a:r>
              <a:rPr lang="en-US" sz="900" dirty="0"/>
              <a:t>, </a:t>
            </a:r>
            <a:r>
              <a:rPr lang="en-US" sz="900" dirty="0" err="1"/>
              <a:t>momp_loc</a:t>
            </a:r>
            <a:r>
              <a:rPr lang="en-US" sz="900" dirty="0"/>
              <a:t>] = momp_v5(</a:t>
            </a:r>
            <a:r>
              <a:rPr lang="en-US" sz="900" dirty="0" err="1"/>
              <a:t>lorenzAttractorsLONG</a:t>
            </a:r>
            <a:r>
              <a:rPr lang="en-US" sz="900" dirty="0"/>
              <a:t>, 524288, 1, 0, 0); </a:t>
            </a:r>
          </a:p>
          <a:p>
            <a:r>
              <a:rPr lang="en-US" sz="900" dirty="0"/>
              <a:t>T is length 30721281, and m is set to 524288</a:t>
            </a:r>
          </a:p>
          <a:p>
            <a:r>
              <a:rPr lang="en-US" sz="900" dirty="0"/>
              <a:t>Starting </a:t>
            </a:r>
            <a:r>
              <a:rPr lang="en-US" sz="900" dirty="0" err="1"/>
              <a:t>downsampling</a:t>
            </a:r>
            <a:r>
              <a:rPr lang="en-US" sz="900" dirty="0"/>
              <a:t> rate: 8192</a:t>
            </a:r>
          </a:p>
          <a:p>
            <a:r>
              <a:rPr lang="en-US" sz="900" dirty="0"/>
              <a:t>====== MOMP ======</a:t>
            </a:r>
          </a:p>
          <a:p>
            <a:r>
              <a:rPr lang="en-US" sz="900" dirty="0"/>
              <a:t>MOMP : Tpaa1in8192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327.53 {1, 15360001} | pruning: 0.0000 | Time: 5306.63</a:t>
            </a:r>
          </a:p>
          <a:p>
            <a:r>
              <a:rPr lang="en-US" sz="900" dirty="0"/>
              <a:t>MOMP : Tpaa1in4096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327.53 {1, 15360001} | pruning: 0.0000 | Time: 8048.08</a:t>
            </a:r>
          </a:p>
          <a:p>
            <a:r>
              <a:rPr lang="en-US" sz="900" dirty="0"/>
              <a:t>MOMP : Tpaa1in2048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218.26 {1, 15362049} | pruning: 0.0000 | Time: 10763.44</a:t>
            </a:r>
          </a:p>
          <a:p>
            <a:r>
              <a:rPr lang="en-US" sz="900" dirty="0"/>
              <a:t>MOMP : Tpaa1in1024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218.26 {1, 15362049} | pruning: 0.8952 | Time: 13472.53</a:t>
            </a:r>
          </a:p>
          <a:p>
            <a:r>
              <a:rPr lang="en-US" sz="900" dirty="0"/>
              <a:t>MOMP : Tpaa1in512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218.26 {1, 15362049} | pruning: 0.9506 | Time: 16136.28</a:t>
            </a:r>
          </a:p>
          <a:p>
            <a:r>
              <a:rPr lang="en-US" sz="900" dirty="0"/>
              <a:t>MOMP : Tpaa1in256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217.88 {1, 15361793} | pruning: 0.9518 | Time: 18802.76</a:t>
            </a:r>
          </a:p>
          <a:p>
            <a:r>
              <a:rPr lang="en-US" sz="900" dirty="0"/>
              <a:t>MOMP : Tpaa1in128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217.88 {1, 15361793} | pruning: 0.9522 | Time: 21451.75</a:t>
            </a:r>
          </a:p>
          <a:p>
            <a:r>
              <a:rPr lang="en-US" sz="900" dirty="0"/>
              <a:t>MOMP : Tpaa1in64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217.94 {1, 15361857} | pruning: 0.9528 | Time: 24102.31</a:t>
            </a:r>
          </a:p>
          <a:p>
            <a:r>
              <a:rPr lang="en-US" sz="900" dirty="0"/>
              <a:t>MOMP : Tpaa1in32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217.91 {1, 15361825} | pruning: 0.9529 | Time: 26856.75</a:t>
            </a:r>
          </a:p>
          <a:p>
            <a:r>
              <a:rPr lang="en-US" sz="900" dirty="0"/>
              <a:t>MOMP : Tpaa1in16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217.89 {1, 15361809} | pruning: 0.9530 | Time: 29636.23</a:t>
            </a:r>
          </a:p>
          <a:p>
            <a:r>
              <a:rPr lang="en-US" sz="900" dirty="0"/>
              <a:t>MOMP : Tpaa1in8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217.88 {1, 15361801} | pruning: 0.9530 | Time: 32582.86</a:t>
            </a:r>
          </a:p>
          <a:p>
            <a:r>
              <a:rPr lang="en-US" sz="900" dirty="0"/>
              <a:t>MOMP : Tpaa1in4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217.88 {1, 15361793} | pruning: 0.9530 | Time: 35966.96</a:t>
            </a:r>
          </a:p>
          <a:p>
            <a:r>
              <a:rPr lang="en-US" sz="900" dirty="0"/>
              <a:t>MOMP : Tpaa1in2 | BSF: 217.88 {1, 15361793} | </a:t>
            </a:r>
            <a:r>
              <a:rPr lang="en-US" sz="900" dirty="0" err="1"/>
              <a:t>localBSF</a:t>
            </a:r>
            <a:r>
              <a:rPr lang="en-US" sz="900" dirty="0"/>
              <a:t>: 217.88 {1, 15361793} | pruning: 0.9530 | Time: 41106.68</a:t>
            </a:r>
          </a:p>
          <a:p>
            <a:r>
              <a:rPr lang="en-US" sz="900" dirty="0"/>
              <a:t>MOMP : Tpaa1in1 | BSF: 217.88 {1, 15361793} | Tot Time: 48210.02s </a:t>
            </a:r>
          </a:p>
          <a:p>
            <a:r>
              <a:rPr lang="en-US" sz="900" dirty="0"/>
              <a:t>====== Profiling Summary ======</a:t>
            </a:r>
          </a:p>
          <a:p>
            <a:r>
              <a:rPr lang="en-US" sz="900" dirty="0"/>
              <a:t>Tot KTIP time : 2482.60s  (0.05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UAMP time : 2676.03s  (0.06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LBMP time : 484.21s  (0.01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Refine time : 35454.64s  (0.74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Prune time : 4.88s  (0.00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762C94-0215-1B7F-A89C-2A420F38BE91}"/>
              </a:ext>
            </a:extLst>
          </p:cNvPr>
          <p:cNvSpPr txBox="1"/>
          <p:nvPr/>
        </p:nvSpPr>
        <p:spPr>
          <a:xfrm>
            <a:off x="282575" y="1431925"/>
            <a:ext cx="347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used in paper (as a </a:t>
            </a:r>
            <a:r>
              <a:rPr lang="en-US" i="1" dirty="0"/>
              <a:t>synthetic</a:t>
            </a:r>
            <a:r>
              <a:rPr lang="en-US" dirty="0"/>
              <a:t> dataset, people may find it less interesting) 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0E814D-ED42-E4BB-9755-DC436A8C24B6}"/>
              </a:ext>
            </a:extLst>
          </p:cNvPr>
          <p:cNvSpPr txBox="1"/>
          <p:nvPr/>
        </p:nvSpPr>
        <p:spPr>
          <a:xfrm>
            <a:off x="2720898" y="269579"/>
            <a:ext cx="6289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lorenzAttractorsLONG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549829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4BFCCD-B127-3583-F239-085B69F19A0B}"/>
              </a:ext>
            </a:extLst>
          </p:cNvPr>
          <p:cNvSpPr txBox="1"/>
          <p:nvPr/>
        </p:nvSpPr>
        <p:spPr>
          <a:xfrm>
            <a:off x="482600" y="2090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ighlight>
                  <a:srgbClr val="00FF00"/>
                </a:highlight>
              </a:rPr>
              <a:t>stator_winding</a:t>
            </a:r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C27B5-D71B-E3F6-3792-C795FCB443E6}"/>
              </a:ext>
            </a:extLst>
          </p:cNvPr>
          <p:cNvSpPr txBox="1"/>
          <p:nvPr/>
        </p:nvSpPr>
        <p:spPr>
          <a:xfrm>
            <a:off x="4629150" y="107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zeitung"/>
              </a:rPr>
              <a:t>Electric Motor Temperature</a:t>
            </a:r>
            <a:endParaRPr lang="en-US" b="1" i="0" dirty="0">
              <a:solidFill>
                <a:srgbClr val="202124"/>
              </a:solidFill>
              <a:effectLst/>
              <a:highlight>
                <a:srgbClr val="FFFFFF"/>
              </a:highlight>
              <a:latin typeface="zeitung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C6964-9930-5EF9-5523-83BDDFAA7CED}"/>
              </a:ext>
            </a:extLst>
          </p:cNvPr>
          <p:cNvSpPr txBox="1"/>
          <p:nvPr/>
        </p:nvSpPr>
        <p:spPr>
          <a:xfrm>
            <a:off x="4203700" y="6488668"/>
            <a:ext cx="798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https://www.kaggle.com/datasets/wkirgsn/electric-motor-temperature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C1C864-57B3-07C8-8380-E266F8381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" y="2470150"/>
            <a:ext cx="5334000" cy="4000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B02FC2-894A-0F73-162E-5BED0FA4549A}"/>
              </a:ext>
            </a:extLst>
          </p:cNvPr>
          <p:cNvSpPr txBox="1"/>
          <p:nvPr/>
        </p:nvSpPr>
        <p:spPr>
          <a:xfrm>
            <a:off x="5886450" y="3521651"/>
            <a:ext cx="63055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&gt;&gt; [</a:t>
            </a:r>
            <a:r>
              <a:rPr lang="en-US" sz="800" dirty="0" err="1"/>
              <a:t>momp_out</a:t>
            </a:r>
            <a:r>
              <a:rPr lang="en-US" sz="800" dirty="0"/>
              <a:t>, </a:t>
            </a:r>
            <a:r>
              <a:rPr lang="en-US" sz="800" dirty="0" err="1"/>
              <a:t>momp_loc</a:t>
            </a:r>
            <a:r>
              <a:rPr lang="en-US" sz="800" dirty="0"/>
              <a:t>] = momp_v5(   measuresv2(1:1:end, 3)  , 32768, 1, 0, 0);</a:t>
            </a:r>
          </a:p>
          <a:p>
            <a:r>
              <a:rPr lang="en-US" sz="800" dirty="0"/>
              <a:t>T is length 1330816, and m is set to 32768</a:t>
            </a:r>
          </a:p>
          <a:p>
            <a:r>
              <a:rPr lang="en-US" sz="800" dirty="0"/>
              <a:t>Starting </a:t>
            </a:r>
            <a:r>
              <a:rPr lang="en-US" sz="800" dirty="0" err="1"/>
              <a:t>downsampling</a:t>
            </a:r>
            <a:r>
              <a:rPr lang="en-US" sz="800" dirty="0"/>
              <a:t> rate: 512</a:t>
            </a:r>
          </a:p>
          <a:p>
            <a:r>
              <a:rPr lang="en-US" sz="800" dirty="0"/>
              <a:t>====== MOMP ======</a:t>
            </a:r>
          </a:p>
          <a:p>
            <a:r>
              <a:rPr lang="en-US" sz="800" dirty="0"/>
              <a:t>MOMP : Tpaa1in512 | BSF: 24.48 {336089, 392549} | </a:t>
            </a:r>
            <a:r>
              <a:rPr lang="en-US" sz="800" dirty="0" err="1"/>
              <a:t>localBSF</a:t>
            </a:r>
            <a:r>
              <a:rPr lang="en-US" sz="800" dirty="0"/>
              <a:t>: 30.22 {336385, 392705} | pruning: 0.0000 | Time: 14.95</a:t>
            </a:r>
          </a:p>
          <a:p>
            <a:r>
              <a:rPr lang="en-US" sz="800" dirty="0"/>
              <a:t>MOMP : Tpaa1in256 | BSF: 24.48 {336089, 392549} | </a:t>
            </a:r>
            <a:r>
              <a:rPr lang="en-US" sz="800" dirty="0" err="1"/>
              <a:t>localBSF</a:t>
            </a:r>
            <a:r>
              <a:rPr lang="en-US" sz="800" dirty="0"/>
              <a:t>: 26.42 {336129, 392449} | pruning: 0.2840 | Time: 23.77</a:t>
            </a:r>
          </a:p>
          <a:p>
            <a:r>
              <a:rPr lang="en-US" sz="800" dirty="0"/>
              <a:t>MOMP : Tpaa1in128 | BSF: 24.48 {336089, 392549} | </a:t>
            </a:r>
            <a:r>
              <a:rPr lang="en-US" sz="800" dirty="0" err="1"/>
              <a:t>localBSF</a:t>
            </a:r>
            <a:r>
              <a:rPr lang="en-US" sz="800" dirty="0"/>
              <a:t>: 24.61 {336129, 392577} | pruning: 0.8501 | Time: 31.82</a:t>
            </a:r>
          </a:p>
          <a:p>
            <a:r>
              <a:rPr lang="en-US" sz="800" dirty="0"/>
              <a:t>MOMP : Tpaa1in64 | BSF: 24.48 {336089, 392549} | </a:t>
            </a:r>
            <a:r>
              <a:rPr lang="en-US" sz="800" dirty="0" err="1"/>
              <a:t>localBSF</a:t>
            </a:r>
            <a:r>
              <a:rPr lang="en-US" sz="800" dirty="0"/>
              <a:t>: 24.61 {336129, 392577} | pruning: 0.9250 | Time: 38.91</a:t>
            </a:r>
          </a:p>
          <a:p>
            <a:r>
              <a:rPr lang="en-US" sz="800" dirty="0"/>
              <a:t>MOMP : Tpaa1in32 | BSF: 24.48 {336089, 392549} | </a:t>
            </a:r>
            <a:r>
              <a:rPr lang="en-US" sz="800" dirty="0" err="1"/>
              <a:t>localBSF</a:t>
            </a:r>
            <a:r>
              <a:rPr lang="en-US" sz="800" dirty="0"/>
              <a:t>: 24.49 {336097, 392545} | pruning: 0.9254 | Time: 46.56</a:t>
            </a:r>
          </a:p>
          <a:p>
            <a:r>
              <a:rPr lang="en-US" sz="800" dirty="0"/>
              <a:t>MOMP : Tpaa1in16 | BSF: 24.34 {336066, 368837} | </a:t>
            </a:r>
            <a:r>
              <a:rPr lang="en-US" sz="800" dirty="0" err="1"/>
              <a:t>localBSF</a:t>
            </a:r>
            <a:r>
              <a:rPr lang="en-US" sz="800" dirty="0"/>
              <a:t>: 24.49 {336081, 392545} | pruning: 0.9256 | Time: 53.71</a:t>
            </a:r>
          </a:p>
          <a:p>
            <a:r>
              <a:rPr lang="en-US" sz="800" dirty="0"/>
              <a:t>MOMP : Tpaa1in8 | BSF: 24.34 {336066, 368837} | </a:t>
            </a:r>
            <a:r>
              <a:rPr lang="en-US" sz="800" dirty="0" err="1"/>
              <a:t>localBSF</a:t>
            </a:r>
            <a:r>
              <a:rPr lang="en-US" sz="800" dirty="0"/>
              <a:t>: 24.48 {336089, 392545} | pruning: 0.9258 | Time: 61.12</a:t>
            </a:r>
          </a:p>
          <a:p>
            <a:r>
              <a:rPr lang="en-US" sz="800" dirty="0"/>
              <a:t>MOMP : Tpaa1in4 | BSF: 24.34 {336086, 368837} | </a:t>
            </a:r>
            <a:r>
              <a:rPr lang="en-US" sz="800" dirty="0" err="1"/>
              <a:t>localBSF</a:t>
            </a:r>
            <a:r>
              <a:rPr lang="en-US" sz="800" dirty="0"/>
              <a:t>: 24.48 {336089, 392549} | pruning: 0.9259 | Time: 72.50</a:t>
            </a:r>
          </a:p>
          <a:p>
            <a:r>
              <a:rPr lang="en-US" sz="800" dirty="0"/>
              <a:t>MOMP : Tpaa1in2 | BSF: 24.33 {336088, 368834} | </a:t>
            </a:r>
            <a:r>
              <a:rPr lang="en-US" sz="800" dirty="0" err="1"/>
              <a:t>localBSF</a:t>
            </a:r>
            <a:r>
              <a:rPr lang="en-US" sz="800" dirty="0"/>
              <a:t>: 24.48 {336089, 392549} | pruning: 0.9260 | Time: 88.51</a:t>
            </a:r>
          </a:p>
          <a:p>
            <a:r>
              <a:rPr lang="en-US" sz="800" dirty="0"/>
              <a:t>MOMP : Tpaa1in1 | BSF: 24.48 {336089, 392549} | Tot Time: 119.93s </a:t>
            </a:r>
          </a:p>
          <a:p>
            <a:r>
              <a:rPr lang="en-US" sz="800" dirty="0"/>
              <a:t>====== Profiling Summary ======</a:t>
            </a:r>
          </a:p>
          <a:p>
            <a:r>
              <a:rPr lang="en-US" sz="800" dirty="0"/>
              <a:t>Tot KTIP time : 6.45s  (0.05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UAMP time : 11.48s  (0.10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LBMP time : 2.09s  (0.02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Refine time : 67.98s  (0.57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Prune time : 0.33s  (0.00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8F5616-DE84-F647-3F13-46D0C2DB375F}"/>
              </a:ext>
            </a:extLst>
          </p:cNvPr>
          <p:cNvSpPr txBox="1"/>
          <p:nvPr/>
        </p:nvSpPr>
        <p:spPr>
          <a:xfrm>
            <a:off x="676275" y="6355834"/>
            <a:ext cx="6305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stator_winding.mat</a:t>
            </a:r>
            <a:r>
              <a:rPr lang="en-US" dirty="0"/>
              <a:t>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91C8785-AAAA-5C3F-8CE9-F6885CBAC41A}"/>
              </a:ext>
            </a:extLst>
          </p:cNvPr>
          <p:cNvSpPr txBox="1"/>
          <p:nvPr/>
        </p:nvSpPr>
        <p:spPr>
          <a:xfrm>
            <a:off x="2552700" y="340575"/>
            <a:ext cx="6155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stator_winding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784695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4BFCCD-B127-3583-F239-085B69F19A0B}"/>
              </a:ext>
            </a:extLst>
          </p:cNvPr>
          <p:cNvSpPr txBox="1"/>
          <p:nvPr/>
        </p:nvSpPr>
        <p:spPr>
          <a:xfrm>
            <a:off x="482600" y="2090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C4043"/>
                </a:solidFill>
                <a:effectLst/>
                <a:highlight>
                  <a:srgbClr val="00FF00"/>
                </a:highlight>
                <a:latin typeface="Inter"/>
              </a:rPr>
              <a:t>solar wind </a:t>
            </a:r>
            <a:endParaRPr lang="en-US" dirty="0">
              <a:highlight>
                <a:srgbClr val="00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0940B7-C0A5-4D9D-E11C-4EDEDA092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8300" y="2857500"/>
            <a:ext cx="5334000" cy="4000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59343-BF59-C475-FC1A-9724AACB8ABE}"/>
              </a:ext>
            </a:extLst>
          </p:cNvPr>
          <p:cNvSpPr txBox="1"/>
          <p:nvPr/>
        </p:nvSpPr>
        <p:spPr>
          <a:xfrm>
            <a:off x="5506192" y="763856"/>
            <a:ext cx="62801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&gt;&gt; [</a:t>
            </a:r>
            <a:r>
              <a:rPr lang="en-US" sz="900" dirty="0" err="1"/>
              <a:t>momp_out</a:t>
            </a:r>
            <a:r>
              <a:rPr lang="en-US" sz="900" dirty="0"/>
              <a:t>, </a:t>
            </a:r>
            <a:r>
              <a:rPr lang="en-US" sz="900" dirty="0" err="1"/>
              <a:t>momp_loc</a:t>
            </a:r>
            <a:r>
              <a:rPr lang="en-US" sz="900" dirty="0"/>
              <a:t>] = momp_v5(    x(1:1:end), 32768, 1, 0, 0);</a:t>
            </a:r>
          </a:p>
          <a:p>
            <a:r>
              <a:rPr lang="en-US" sz="900" dirty="0"/>
              <a:t>T is length 8066432, and m is set to 32768</a:t>
            </a:r>
          </a:p>
          <a:p>
            <a:r>
              <a:rPr lang="en-US" sz="900" dirty="0"/>
              <a:t>Starting </a:t>
            </a:r>
            <a:r>
              <a:rPr lang="en-US" sz="900" dirty="0" err="1"/>
              <a:t>downsampling</a:t>
            </a:r>
            <a:r>
              <a:rPr lang="en-US" sz="900" dirty="0"/>
              <a:t> rate: 512</a:t>
            </a:r>
          </a:p>
          <a:p>
            <a:r>
              <a:rPr lang="en-US" sz="900" dirty="0"/>
              <a:t>====== MOMP ======</a:t>
            </a:r>
          </a:p>
          <a:p>
            <a:r>
              <a:rPr lang="en-US" sz="900" dirty="0"/>
              <a:t>MOMP : Tpaa1in512 | BSF: 110.85 {4267927, 7759742} | </a:t>
            </a:r>
            <a:r>
              <a:rPr lang="en-US" sz="900" dirty="0" err="1"/>
              <a:t>localBSF</a:t>
            </a:r>
            <a:r>
              <a:rPr lang="en-US" sz="900" dirty="0"/>
              <a:t>: 111.23 {4268033, 7759873} | pruning: 0.0000 | Time: 64.26</a:t>
            </a:r>
          </a:p>
          <a:p>
            <a:r>
              <a:rPr lang="en-US" sz="900" dirty="0"/>
              <a:t>MOMP : Tpaa1in256 | BSF: 109.25 {2221814, 5071908} | </a:t>
            </a:r>
            <a:r>
              <a:rPr lang="en-US" sz="900" dirty="0" err="1"/>
              <a:t>localBSF</a:t>
            </a:r>
            <a:r>
              <a:rPr lang="en-US" sz="900" dirty="0"/>
              <a:t>: 109.61 {2221825, 5071873} | pruning: 0.0000 | Time: 78.36</a:t>
            </a:r>
          </a:p>
          <a:p>
            <a:r>
              <a:rPr lang="en-US" sz="900" dirty="0"/>
              <a:t>MOMP : Tpaa1in128 | BSF: 109.25 {2221814, 5071908} | </a:t>
            </a:r>
            <a:r>
              <a:rPr lang="en-US" sz="900" dirty="0" err="1"/>
              <a:t>localBSF</a:t>
            </a:r>
            <a:r>
              <a:rPr lang="en-US" sz="900" dirty="0"/>
              <a:t>: 109.61 {2221825, 5071873} | pruning: 0.0000 | Time: 109.03</a:t>
            </a:r>
          </a:p>
          <a:p>
            <a:r>
              <a:rPr lang="en-US" sz="900" dirty="0"/>
              <a:t>MOMP : Tpaa1in64 | BSF: 109.25 {2221814, 5071908} | </a:t>
            </a:r>
            <a:r>
              <a:rPr lang="en-US" sz="900" dirty="0" err="1"/>
              <a:t>localBSF</a:t>
            </a:r>
            <a:r>
              <a:rPr lang="en-US" sz="900" dirty="0"/>
              <a:t>: 109.32 {2221825, 5071937} | pruning: 0.0000 | Time: 216.20</a:t>
            </a:r>
          </a:p>
          <a:p>
            <a:r>
              <a:rPr lang="en-US" sz="900" dirty="0"/>
              <a:t>MOMP : Tpaa1in32 | BSF: 109.25 {2221814, 5071908} | </a:t>
            </a:r>
            <a:r>
              <a:rPr lang="en-US" sz="900" dirty="0" err="1"/>
              <a:t>localBSF</a:t>
            </a:r>
            <a:r>
              <a:rPr lang="en-US" sz="900" dirty="0"/>
              <a:t>: 109.28 {2221825, 5071905} | pruning: 0.6572 | Time: 654.14</a:t>
            </a:r>
          </a:p>
          <a:p>
            <a:r>
              <a:rPr lang="en-US" sz="900" dirty="0"/>
              <a:t>MOMP : Tpaa1in16 | BSF: 109.25 {2221814, 5071908} | </a:t>
            </a:r>
            <a:r>
              <a:rPr lang="en-US" sz="900" dirty="0" err="1"/>
              <a:t>localBSF</a:t>
            </a:r>
            <a:r>
              <a:rPr lang="en-US" sz="900" dirty="0"/>
              <a:t>: 109.25 {2221809, 5071905} | pruning: 0.9161 | Time: 847.41</a:t>
            </a:r>
          </a:p>
          <a:p>
            <a:r>
              <a:rPr lang="en-US" sz="900" dirty="0"/>
              <a:t>MOMP : Tpaa1in8 | BSF: 109.25 {2221814, 5071908} | </a:t>
            </a:r>
            <a:r>
              <a:rPr lang="en-US" sz="900" dirty="0" err="1"/>
              <a:t>localBSF</a:t>
            </a:r>
            <a:r>
              <a:rPr lang="en-US" sz="900" dirty="0"/>
              <a:t>: 109.25 {2221809, 5071905} | pruning: 0.9537 | Time: 891.36</a:t>
            </a:r>
          </a:p>
          <a:p>
            <a:r>
              <a:rPr lang="en-US" sz="900" dirty="0"/>
              <a:t>MOMP : Tpaa1in4 | BSF: 109.25 {2221814, 5071908} | </a:t>
            </a:r>
            <a:r>
              <a:rPr lang="en-US" sz="900" dirty="0" err="1"/>
              <a:t>localBSF</a:t>
            </a:r>
            <a:r>
              <a:rPr lang="en-US" sz="900" dirty="0"/>
              <a:t>: 109.25 {2221817, 5071909} | pruning: 0.9717 | Time: 949.04</a:t>
            </a:r>
          </a:p>
          <a:p>
            <a:r>
              <a:rPr lang="en-US" sz="900" dirty="0"/>
              <a:t>MOMP : Tpaa1in2 | BSF: 109.25 {2221814, 5071908} | </a:t>
            </a:r>
            <a:r>
              <a:rPr lang="en-US" sz="900" dirty="0" err="1"/>
              <a:t>localBSF</a:t>
            </a:r>
            <a:r>
              <a:rPr lang="en-US" sz="900" dirty="0"/>
              <a:t>: 109.25 {2221815, 5071909} | pruning: 0.9877 | Time: 1023.21</a:t>
            </a:r>
          </a:p>
          <a:p>
            <a:r>
              <a:rPr lang="en-US" sz="900" dirty="0"/>
              <a:t>MOMP : Tpaa1in1 | BSF: 109.25 {2221814, 5071908} | Tot Time: 1049.56s </a:t>
            </a:r>
          </a:p>
          <a:p>
            <a:r>
              <a:rPr lang="en-US" sz="900" dirty="0"/>
              <a:t>====== Profiling Summary ======</a:t>
            </a:r>
          </a:p>
          <a:p>
            <a:r>
              <a:rPr lang="en-US" sz="900" dirty="0"/>
              <a:t>Tot KTIP time : 52.21s  (0.05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UAMP time : 697.00s  (0.66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LBMP time : 203.73s  (0.19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Refine time : 60.02s  (0.06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Prune time : 8.82s  (0.01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AB157-C7C6-B4C1-4569-8D3C2EDBA627}"/>
              </a:ext>
            </a:extLst>
          </p:cNvPr>
          <p:cNvSpPr txBox="1"/>
          <p:nvPr/>
        </p:nvSpPr>
        <p:spPr>
          <a:xfrm>
            <a:off x="5753589" y="4847438"/>
            <a:ext cx="6280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x=</a:t>
            </a:r>
            <a:r>
              <a:rPr lang="en-US" dirty="0" err="1"/>
              <a:t>solarwind</a:t>
            </a:r>
            <a:r>
              <a:rPr lang="en-US" dirty="0"/>
              <a:t>(:, 10); , x(</a:t>
            </a:r>
            <a:r>
              <a:rPr lang="en-US" dirty="0" err="1"/>
              <a:t>isnan</a:t>
            </a:r>
            <a:r>
              <a:rPr lang="en-US" dirty="0"/>
              <a:t>(x)) = [];, x=smooth(x,256);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872304-778E-93A2-626E-9B883CDF9E6A}"/>
              </a:ext>
            </a:extLst>
          </p:cNvPr>
          <p:cNvSpPr txBox="1"/>
          <p:nvPr/>
        </p:nvSpPr>
        <p:spPr>
          <a:xfrm>
            <a:off x="5883275" y="6190734"/>
            <a:ext cx="6534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https://www.kaggle.com/datasets/</a:t>
            </a:r>
            <a:r>
              <a:rPr lang="en-US" dirty="0" err="1"/>
              <a:t>kingabzpro</a:t>
            </a:r>
            <a:r>
              <a:rPr lang="en-US" dirty="0"/>
              <a:t>/magnet-nasa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0A14F32-A07F-3101-B5B0-6B580A568A93}"/>
              </a:ext>
            </a:extLst>
          </p:cNvPr>
          <p:cNvSpPr txBox="1"/>
          <p:nvPr/>
        </p:nvSpPr>
        <p:spPr>
          <a:xfrm>
            <a:off x="2492864" y="83088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solarwind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648321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5FE729-B056-EC1F-DAB4-6E960CE16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012" y="476577"/>
            <a:ext cx="3390327" cy="253918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scene3d>
            <a:camera prst="perspectiveContrastingLeftFacing"/>
            <a:lightRig rig="threePt" dir="t"/>
          </a:scene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963457-054C-7DAE-C7DF-E9FD27640D31}"/>
              </a:ext>
            </a:extLst>
          </p:cNvPr>
          <p:cNvSpPr txBox="1"/>
          <p:nvPr/>
        </p:nvSpPr>
        <p:spPr>
          <a:xfrm>
            <a:off x="386862" y="6581001"/>
            <a:ext cx="115072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https://www.kaggle.com/datasets/pythonafroz/wind-turbine-structural-health-monitoring-data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D0D03-12FA-EA7A-1241-F7A08DB91740}"/>
              </a:ext>
            </a:extLst>
          </p:cNvPr>
          <p:cNvSpPr txBox="1"/>
          <p:nvPr/>
        </p:nvSpPr>
        <p:spPr>
          <a:xfrm>
            <a:off x="146293" y="0"/>
            <a:ext cx="7699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C4043"/>
                </a:solidFill>
                <a:effectLst/>
                <a:highlight>
                  <a:srgbClr val="00FF00"/>
                </a:highlight>
                <a:latin typeface="Inter"/>
              </a:rPr>
              <a:t>Wind turbine  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          R24VMON  Rotating system 24V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MONitor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100 Hz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32CA8C-E5A0-5358-B644-9502878C5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220" y="3664647"/>
            <a:ext cx="3978190" cy="29836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C9580F-5083-AB46-D223-BE7BB400D501}"/>
              </a:ext>
            </a:extLst>
          </p:cNvPr>
          <p:cNvSpPr txBox="1"/>
          <p:nvPr/>
        </p:nvSpPr>
        <p:spPr>
          <a:xfrm>
            <a:off x="6929881" y="4611231"/>
            <a:ext cx="53324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&gt;&gt; [</a:t>
            </a:r>
            <a:r>
              <a:rPr lang="en-US" sz="700" dirty="0" err="1"/>
              <a:t>momp_out</a:t>
            </a:r>
            <a:r>
              <a:rPr lang="en-US" sz="700" dirty="0"/>
              <a:t>, </a:t>
            </a:r>
            <a:r>
              <a:rPr lang="en-US" sz="700" dirty="0" err="1"/>
              <a:t>momp_loc</a:t>
            </a:r>
            <a:r>
              <a:rPr lang="en-US" sz="700" dirty="0"/>
              <a:t>] = momp_v5( smooth(data(1:1:end),16)  , 32768, 1, 0, 0);, </a:t>
            </a:r>
          </a:p>
          <a:p>
            <a:r>
              <a:rPr lang="en-US" sz="700" dirty="0"/>
              <a:t>T is length 5231008, and m is set to 32768</a:t>
            </a:r>
          </a:p>
          <a:p>
            <a:r>
              <a:rPr lang="en-US" sz="700" dirty="0"/>
              <a:t>Starting </a:t>
            </a:r>
            <a:r>
              <a:rPr lang="en-US" sz="700" dirty="0" err="1"/>
              <a:t>downsampling</a:t>
            </a:r>
            <a:r>
              <a:rPr lang="en-US" sz="700" dirty="0"/>
              <a:t> rate: 512</a:t>
            </a:r>
          </a:p>
          <a:p>
            <a:r>
              <a:rPr lang="en-US" sz="700" dirty="0"/>
              <a:t>====== MOMP ======</a:t>
            </a:r>
          </a:p>
          <a:p>
            <a:r>
              <a:rPr lang="en-US" sz="700" dirty="0"/>
              <a:t>MOMP : Tpaa1in512 | BSF: 6.94 {2650101, 5197818} | </a:t>
            </a:r>
            <a:r>
              <a:rPr lang="en-US" sz="700" dirty="0" err="1"/>
              <a:t>localBSF</a:t>
            </a:r>
            <a:r>
              <a:rPr lang="en-US" sz="700" dirty="0"/>
              <a:t>: 7.51 {2649601, 5197313} | pruning: 0.0000 | Time: 51.11</a:t>
            </a:r>
          </a:p>
          <a:p>
            <a:r>
              <a:rPr lang="en-US" sz="700" dirty="0"/>
              <a:t>MOMP : Tpaa1in256 | BSF: 6.94 {2650101, 5197818} | </a:t>
            </a:r>
            <a:r>
              <a:rPr lang="en-US" sz="700" dirty="0" err="1"/>
              <a:t>localBSF</a:t>
            </a:r>
            <a:r>
              <a:rPr lang="en-US" sz="700" dirty="0"/>
              <a:t>: 7.44 {2650113, 5197825} | pruning: 0.0104 | Time: 66.67</a:t>
            </a:r>
          </a:p>
          <a:p>
            <a:r>
              <a:rPr lang="en-US" sz="700" dirty="0"/>
              <a:t>MOMP : Tpaa1in128 | BSF: 6.94 {2650101, 5197818} | </a:t>
            </a:r>
            <a:r>
              <a:rPr lang="en-US" sz="700" dirty="0" err="1"/>
              <a:t>localBSF</a:t>
            </a:r>
            <a:r>
              <a:rPr lang="en-US" sz="700" dirty="0"/>
              <a:t>: 7.44 {2650113, 5197825} | pruning: 0.0473 | Time: 88.24</a:t>
            </a:r>
          </a:p>
          <a:p>
            <a:r>
              <a:rPr lang="en-US" sz="700" dirty="0"/>
              <a:t>MOMP : Tpaa1in64 | BSF: 5.43 {929205, 1226751} | </a:t>
            </a:r>
            <a:r>
              <a:rPr lang="en-US" sz="700" dirty="0" err="1"/>
              <a:t>localBSF</a:t>
            </a:r>
            <a:r>
              <a:rPr lang="en-US" sz="700" dirty="0"/>
              <a:t>: 7.17 {929217, 1226753} | pruning: 0.0753 | Time: 136.46</a:t>
            </a:r>
          </a:p>
          <a:p>
            <a:r>
              <a:rPr lang="en-US" sz="700" dirty="0"/>
              <a:t>MOMP : Tpaa1in32 | BSF: 5.43 {929205, 1226751} | </a:t>
            </a:r>
            <a:r>
              <a:rPr lang="en-US" sz="700" dirty="0" err="1"/>
              <a:t>localBSF</a:t>
            </a:r>
            <a:r>
              <a:rPr lang="en-US" sz="700" dirty="0"/>
              <a:t>: 7.17 {929185, 1226721} | pruning: 0.1217 | Time: 304.74</a:t>
            </a:r>
          </a:p>
          <a:p>
            <a:r>
              <a:rPr lang="en-US" sz="700" dirty="0"/>
              <a:t>MOMP : Tpaa1in16 | BSF: 5.43 {929205, 1226751} | </a:t>
            </a:r>
            <a:r>
              <a:rPr lang="en-US" sz="700" dirty="0" err="1"/>
              <a:t>localBSF</a:t>
            </a:r>
            <a:r>
              <a:rPr lang="en-US" sz="700" dirty="0"/>
              <a:t>: 6.22 {929185, 1226737} | pruning: 0.2933 | Time: 838.00</a:t>
            </a:r>
          </a:p>
          <a:p>
            <a:r>
              <a:rPr lang="en-US" sz="700" dirty="0"/>
              <a:t>MOMP : Tpaa1in8 | BSF: 5.43 {929205, 1226751} | </a:t>
            </a:r>
            <a:r>
              <a:rPr lang="en-US" sz="700" dirty="0" err="1"/>
              <a:t>localBSF</a:t>
            </a:r>
            <a:r>
              <a:rPr lang="en-US" sz="700" dirty="0"/>
              <a:t>: 5.57 {930865, 1228409} | pruning: 0.6981 | Time: 2326.98</a:t>
            </a:r>
          </a:p>
          <a:p>
            <a:r>
              <a:rPr lang="en-US" sz="700" dirty="0"/>
              <a:t>MOMP : Tpaa1in4 | BSF: 5.43 {929205, 1226751} | </a:t>
            </a:r>
            <a:r>
              <a:rPr lang="en-US" sz="700" dirty="0" err="1"/>
              <a:t>localBSF</a:t>
            </a:r>
            <a:r>
              <a:rPr lang="en-US" sz="700" dirty="0"/>
              <a:t>: 5.51 {929205, 1226749} | pruning: 0.8427 | Time: 3620.14</a:t>
            </a:r>
          </a:p>
          <a:p>
            <a:r>
              <a:rPr lang="en-US" sz="700" dirty="0"/>
              <a:t>MOMP : Tpaa1in2 | BSF: 5.43 {929205, 1226751} | </a:t>
            </a:r>
            <a:r>
              <a:rPr lang="en-US" sz="700" dirty="0" err="1"/>
              <a:t>localBSF</a:t>
            </a:r>
            <a:r>
              <a:rPr lang="en-US" sz="700" dirty="0"/>
              <a:t>: 5.43 {929205, 1226751} | pruning: 0.9173 | Time: 4916.29</a:t>
            </a:r>
          </a:p>
          <a:p>
            <a:r>
              <a:rPr lang="en-US" sz="700" dirty="0"/>
              <a:t>MOMP : Tpaa1in1 | BSF: 5.43 {929205, 1226751} | Tot Time: 5906.36s </a:t>
            </a:r>
          </a:p>
          <a:p>
            <a:r>
              <a:rPr lang="en-US" sz="700" dirty="0"/>
              <a:t>====== Profiling Summary ======</a:t>
            </a:r>
          </a:p>
          <a:p>
            <a:r>
              <a:rPr lang="en-US" sz="700" dirty="0"/>
              <a:t>Tot KTIP time : 34.96s  (0.01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UAMP time : 3362.45s  (0.57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LBMP time : 1397.87s  (0.24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Refine time : 112.75s  (0.02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  <a:p>
            <a:r>
              <a:rPr lang="en-US" sz="700" dirty="0"/>
              <a:t>Tot Prune time : 6.87s  (0.00 of </a:t>
            </a:r>
            <a:r>
              <a:rPr lang="en-US" sz="700" dirty="0" err="1"/>
              <a:t>momp</a:t>
            </a:r>
            <a:r>
              <a:rPr lang="en-US" sz="700" dirty="0"/>
              <a:t> time)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FD83F7E-DE2C-FEE7-1926-4C2EACF6D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045" y="843917"/>
            <a:ext cx="3972479" cy="2057687"/>
          </a:xfrm>
          <a:prstGeom prst="rect">
            <a:avLst/>
          </a:prstGeom>
        </p:spPr>
      </p:pic>
      <p:sp>
        <p:nvSpPr>
          <p:cNvPr id="84" name="Oval 83">
            <a:extLst>
              <a:ext uri="{FF2B5EF4-FFF2-40B4-BE49-F238E27FC236}">
                <a16:creationId xmlns:a16="http://schemas.microsoft.com/office/drawing/2014/main" id="{4B5DC9D9-75A2-7F14-142E-CEB60A2D3FBE}"/>
              </a:ext>
            </a:extLst>
          </p:cNvPr>
          <p:cNvSpPr/>
          <p:nvPr/>
        </p:nvSpPr>
        <p:spPr>
          <a:xfrm>
            <a:off x="4062046" y="720969"/>
            <a:ext cx="3815862" cy="2479431"/>
          </a:xfrm>
          <a:prstGeom prst="ellipse">
            <a:avLst/>
          </a:prstGeom>
          <a:noFill/>
          <a:ln w="5715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67F8762-F063-97EA-B7B4-0E64EDDEAB1C}"/>
              </a:ext>
            </a:extLst>
          </p:cNvPr>
          <p:cNvSpPr/>
          <p:nvPr/>
        </p:nvSpPr>
        <p:spPr>
          <a:xfrm>
            <a:off x="1119554" y="5498121"/>
            <a:ext cx="357554" cy="753209"/>
          </a:xfrm>
          <a:prstGeom prst="ellipse">
            <a:avLst/>
          </a:prstGeom>
          <a:noFill/>
          <a:ln w="1905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2DEA76-9B13-6246-67DD-77D02996B7BC}"/>
              </a:ext>
            </a:extLst>
          </p:cNvPr>
          <p:cNvSpPr txBox="1"/>
          <p:nvPr/>
        </p:nvSpPr>
        <p:spPr>
          <a:xfrm>
            <a:off x="131639" y="1119554"/>
            <a:ext cx="34116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The motif here is more interesting when you zoom-in.</a:t>
            </a:r>
          </a:p>
          <a:p>
            <a:r>
              <a:rPr lang="en-US" dirty="0">
                <a:solidFill>
                  <a:srgbClr val="3C4043"/>
                </a:solidFill>
                <a:highlight>
                  <a:srgbClr val="FFFFFF"/>
                </a:highlight>
                <a:latin typeface="Inter"/>
              </a:rPr>
              <a:t>Note that before the “step down”, there is a precursor dropout in both occurrences. 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D9BAFAA-BA10-0385-5D05-050EBECD4A80}"/>
              </a:ext>
            </a:extLst>
          </p:cNvPr>
          <p:cNvSpPr txBox="1"/>
          <p:nvPr/>
        </p:nvSpPr>
        <p:spPr>
          <a:xfrm>
            <a:off x="6383215" y="1481476"/>
            <a:ext cx="1037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zoom-in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801F6BB-8D5C-181E-6599-109DA8F98CA5}"/>
              </a:ext>
            </a:extLst>
          </p:cNvPr>
          <p:cNvSpPr txBox="1"/>
          <p:nvPr/>
        </p:nvSpPr>
        <p:spPr>
          <a:xfrm>
            <a:off x="3581399" y="5440945"/>
            <a:ext cx="1948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See zoom-in above</a:t>
            </a:r>
            <a:endParaRPr lang="en-US" dirty="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F10D5A4-8EA8-FB82-FF49-522E24BD599F}"/>
              </a:ext>
            </a:extLst>
          </p:cNvPr>
          <p:cNvCxnSpPr>
            <a:stCxn id="89" idx="1"/>
          </p:cNvCxnSpPr>
          <p:nvPr/>
        </p:nvCxnSpPr>
        <p:spPr>
          <a:xfrm flipH="1">
            <a:off x="1529862" y="5625611"/>
            <a:ext cx="2051537" cy="256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1916E6C6-10CE-AD1D-DFF7-62158983C5A2}"/>
              </a:ext>
            </a:extLst>
          </p:cNvPr>
          <p:cNvSpPr txBox="1"/>
          <p:nvPr/>
        </p:nvSpPr>
        <p:spPr>
          <a:xfrm>
            <a:off x="7420708" y="-6885"/>
            <a:ext cx="6177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WindTurbine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274225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4E5CB4-4A16-C8D7-54F3-C9DDBE9D6D08}"/>
              </a:ext>
            </a:extLst>
          </p:cNvPr>
          <p:cNvSpPr txBox="1"/>
          <p:nvPr/>
        </p:nvSpPr>
        <p:spPr>
          <a:xfrm>
            <a:off x="407773" y="420815"/>
            <a:ext cx="6153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 err="1">
                <a:solidFill>
                  <a:srgbClr val="3C4043"/>
                </a:solidFill>
                <a:effectLst/>
                <a:highlight>
                  <a:srgbClr val="00FF00"/>
                </a:highlight>
                <a:latin typeface="Inter"/>
              </a:rPr>
              <a:t>Synchrophasor</a:t>
            </a:r>
            <a:r>
              <a:rPr lang="en-US" sz="2000" b="0" i="0" dirty="0">
                <a:solidFill>
                  <a:srgbClr val="3C4043"/>
                </a:solidFill>
                <a:effectLst/>
                <a:highlight>
                  <a:srgbClr val="00FF00"/>
                </a:highlight>
                <a:latin typeface="Inter"/>
              </a:rPr>
              <a:t> Events Large </a:t>
            </a:r>
            <a:endParaRPr lang="en-US" sz="2000" dirty="0">
              <a:highlight>
                <a:srgbClr val="00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20516-D1FD-BAC4-D794-E50C27552FE3}"/>
              </a:ext>
            </a:extLst>
          </p:cNvPr>
          <p:cNvSpPr txBox="1"/>
          <p:nvPr/>
        </p:nvSpPr>
        <p:spPr>
          <a:xfrm>
            <a:off x="7072957" y="348185"/>
            <a:ext cx="47761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&gt;&gt; [</a:t>
            </a:r>
            <a:r>
              <a:rPr lang="en-US" sz="600" dirty="0" err="1"/>
              <a:t>momp_out</a:t>
            </a:r>
            <a:r>
              <a:rPr lang="en-US" sz="600" dirty="0"/>
              <a:t>, </a:t>
            </a:r>
            <a:r>
              <a:rPr lang="en-US" sz="600" dirty="0" err="1"/>
              <a:t>momp_loc</a:t>
            </a:r>
            <a:r>
              <a:rPr lang="en-US" sz="600" dirty="0"/>
              <a:t>] = momp_v5( data(1:1:end)  , 256*2*128, 1, 0, 0);,</a:t>
            </a:r>
          </a:p>
          <a:p>
            <a:r>
              <a:rPr lang="en-US" sz="600" dirty="0"/>
              <a:t>T is length 62208000, and m is set to 65536</a:t>
            </a:r>
          </a:p>
          <a:p>
            <a:r>
              <a:rPr lang="en-US" sz="600" dirty="0"/>
              <a:t>Starting </a:t>
            </a:r>
            <a:r>
              <a:rPr lang="en-US" sz="600" dirty="0" err="1"/>
              <a:t>downsampling</a:t>
            </a:r>
            <a:r>
              <a:rPr lang="en-US" sz="600" dirty="0"/>
              <a:t> rate: 1024</a:t>
            </a:r>
          </a:p>
          <a:p>
            <a:r>
              <a:rPr lang="en-US" sz="600" dirty="0"/>
              <a:t>====== MOMP ======</a:t>
            </a:r>
          </a:p>
          <a:p>
            <a:r>
              <a:rPr lang="en-US" sz="600" dirty="0"/>
              <a:t>MOMP : Tpaa1in1024 | BSF: 2.29 {30610002, 61714007} | </a:t>
            </a:r>
            <a:r>
              <a:rPr lang="en-US" sz="600" dirty="0" err="1"/>
              <a:t>localBSF</a:t>
            </a:r>
            <a:r>
              <a:rPr lang="en-US" sz="600" dirty="0"/>
              <a:t>: 2.56 {30610433, 61714433} | pruning: 0.0000 | Time: 846.39</a:t>
            </a:r>
          </a:p>
          <a:p>
            <a:r>
              <a:rPr lang="en-US" sz="600" dirty="0"/>
              <a:t>MOMP : Tpaa1in512 | BSF: 2.29 {30610002, 61714007} | </a:t>
            </a:r>
            <a:r>
              <a:rPr lang="en-US" sz="600" dirty="0" err="1"/>
              <a:t>localBSF</a:t>
            </a:r>
            <a:r>
              <a:rPr lang="en-US" sz="600" dirty="0"/>
              <a:t>: 2.56 {30610433, 61714433} | pruning: 0.0000 | Time: 1183.62</a:t>
            </a:r>
          </a:p>
          <a:p>
            <a:r>
              <a:rPr lang="en-US" sz="600" dirty="0"/>
              <a:t>MOMP : Tpaa1in256 | BSF: 2.29 {30610002, 61714007} | </a:t>
            </a:r>
            <a:r>
              <a:rPr lang="en-US" sz="600" dirty="0" err="1"/>
              <a:t>localBSF</a:t>
            </a:r>
            <a:r>
              <a:rPr lang="en-US" sz="600" dirty="0"/>
              <a:t>: 2.42 {30610177, 61714177} | pruning: 0.0502 | Time: 1760.00</a:t>
            </a:r>
          </a:p>
          <a:p>
            <a:r>
              <a:rPr lang="en-US" sz="600" dirty="0"/>
              <a:t>MOMP : Tpaa1in128 | BSF: 2.29 {30610002, 61714007} | </a:t>
            </a:r>
            <a:r>
              <a:rPr lang="en-US" sz="600" dirty="0" err="1"/>
              <a:t>localBSF</a:t>
            </a:r>
            <a:r>
              <a:rPr lang="en-US" sz="600" dirty="0"/>
              <a:t>: 2.35 {30610049, 61714049} | pruning: 0.2116 | Time: 3320.31</a:t>
            </a:r>
          </a:p>
          <a:p>
            <a:r>
              <a:rPr lang="en-US" sz="600" dirty="0"/>
              <a:t>MOMP : Tpaa1in64 | BSF: 2.29 {30610002, 61714007} | </a:t>
            </a:r>
            <a:r>
              <a:rPr lang="en-US" sz="600" dirty="0" err="1"/>
              <a:t>localBSF</a:t>
            </a:r>
            <a:r>
              <a:rPr lang="en-US" sz="600" dirty="0"/>
              <a:t>: 2.35 {30610049, 61714049} | pruning: 0.5295 | Time: 7442.61</a:t>
            </a:r>
          </a:p>
          <a:p>
            <a:r>
              <a:rPr lang="en-US" sz="600" dirty="0"/>
              <a:t>MOMP : Tpaa1in32 | BSF: 2.29 {30610002, 61714007} | </a:t>
            </a:r>
            <a:r>
              <a:rPr lang="en-US" sz="600" dirty="0" err="1"/>
              <a:t>localBSF</a:t>
            </a:r>
            <a:r>
              <a:rPr lang="en-US" sz="600" dirty="0"/>
              <a:t>: 2.32 {30610017, 61714017} | pruning: 0.8499 | Time: 13622.63</a:t>
            </a:r>
          </a:p>
          <a:p>
            <a:r>
              <a:rPr lang="en-US" sz="600" dirty="0"/>
              <a:t>MOMP : Tpaa1in16 | BSF: 2.29 {30610002, 61714007} | </a:t>
            </a:r>
            <a:r>
              <a:rPr lang="en-US" sz="600" dirty="0" err="1"/>
              <a:t>localBSF</a:t>
            </a:r>
            <a:r>
              <a:rPr lang="en-US" sz="600" dirty="0"/>
              <a:t>: 2.32 {30610017, 61714017} | pruning: 0.9715 | Time: 16063.57</a:t>
            </a:r>
          </a:p>
          <a:p>
            <a:r>
              <a:rPr lang="en-US" sz="600" dirty="0"/>
              <a:t>MOMP : Tpaa1in8 | BSF: 2.29 {30610002, 61714007} | </a:t>
            </a:r>
            <a:r>
              <a:rPr lang="en-US" sz="600" dirty="0" err="1"/>
              <a:t>localBSF</a:t>
            </a:r>
            <a:r>
              <a:rPr lang="en-US" sz="600" dirty="0"/>
              <a:t>: 2.30 {30610001, 61714009} | pruning: 0.9950 | Time: 16516.70</a:t>
            </a:r>
          </a:p>
          <a:p>
            <a:r>
              <a:rPr lang="en-US" sz="600" dirty="0"/>
              <a:t>MOMP : Tpaa1in4 | BSF: 2.29 {30610002, 61714007} | </a:t>
            </a:r>
            <a:r>
              <a:rPr lang="en-US" sz="600" dirty="0" err="1"/>
              <a:t>localBSF</a:t>
            </a:r>
            <a:r>
              <a:rPr lang="en-US" sz="600" dirty="0"/>
              <a:t>: 2.29 {30610005, 61714009} | pruning: 0.9966 | Time: 16654.32</a:t>
            </a:r>
          </a:p>
          <a:p>
            <a:r>
              <a:rPr lang="en-US" sz="600" dirty="0"/>
              <a:t>MOMP : Tpaa1in2 | BSF: 2.29 {30610002, 61714007} | </a:t>
            </a:r>
            <a:r>
              <a:rPr lang="en-US" sz="600" dirty="0" err="1"/>
              <a:t>localBSF</a:t>
            </a:r>
            <a:r>
              <a:rPr lang="en-US" sz="600" dirty="0"/>
              <a:t>: 2.29 {30610003, 61714007} | pruning: 0.9966 | Time: 16809.89</a:t>
            </a:r>
          </a:p>
          <a:p>
            <a:r>
              <a:rPr lang="en-US" sz="600" dirty="0"/>
              <a:t>MOMP : Tpaa1in1 | BSF: 2.29 {30610002, 61714007} | Tot Time: 17159.20s </a:t>
            </a:r>
          </a:p>
          <a:p>
            <a:r>
              <a:rPr lang="en-US" sz="600" dirty="0"/>
              <a:t>====== Profiling Summary ======</a:t>
            </a:r>
          </a:p>
          <a:p>
            <a:r>
              <a:rPr lang="en-US" sz="600" dirty="0"/>
              <a:t>Tot KTIP time : 657.60s  (0.04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UAMP time : 10839.00s  (0.63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LBMP time : 3989.93s  (0.23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Refine time : 1106.32s  (0.06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Prune time : 203.37s  (0.01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00E663-8994-4C3B-4E9A-655376E30CE6}"/>
              </a:ext>
            </a:extLst>
          </p:cNvPr>
          <p:cNvSpPr txBox="1"/>
          <p:nvPr/>
        </p:nvSpPr>
        <p:spPr>
          <a:xfrm>
            <a:off x="143905" y="6596390"/>
            <a:ext cx="112477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&gt;&gt; data=[ table2array(temp(:,6)) ; table2array(temp(:,7)) ; table2array(temp(:,8)) ; table2array(temp(:,12)) ; table2array(temp(:,13)) ; table2array(temp(:,14))  ];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2B981C-5DB6-02AC-5973-5CB77B8CF60E}"/>
              </a:ext>
            </a:extLst>
          </p:cNvPr>
          <p:cNvSpPr txBox="1"/>
          <p:nvPr/>
        </p:nvSpPr>
        <p:spPr>
          <a:xfrm>
            <a:off x="5703159" y="6331207"/>
            <a:ext cx="6153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https://www.kaggle.com/datasets/jacklewis0221/micro-pmu-october-1-dataset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221DA4-2D95-751E-022F-C8C70139E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295401"/>
            <a:ext cx="4141788" cy="11731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2E167D21-F931-A236-9902-10CE117899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238" y="2468563"/>
            <a:ext cx="4141788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433ED38E-C2C1-7805-53CD-B38AF2D2A0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238" y="2427288"/>
            <a:ext cx="0" cy="412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F07B4BD6-DFB4-FA46-26B4-B46E86D133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0788" y="2427288"/>
            <a:ext cx="0" cy="412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D76434DB-BC0A-CC6B-3A2F-42EE17A5F2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2925" y="2427288"/>
            <a:ext cx="0" cy="412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37EDC286-6011-27BE-E679-8586C920C4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5063" y="2427288"/>
            <a:ext cx="0" cy="412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C89477BC-462C-5644-719B-D90CE53E00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2427288"/>
            <a:ext cx="0" cy="412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9393FB78-2E17-109D-0193-2DE38E5B4E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7750" y="2427288"/>
            <a:ext cx="0" cy="412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88AB886E-356B-DAE0-93B1-834E658373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9888" y="2427288"/>
            <a:ext cx="0" cy="412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22F222ED-0D1D-4D79-3195-AF894CFA33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72025" y="2427288"/>
            <a:ext cx="0" cy="41275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7432607E-B73A-18B4-C2C5-AD56798FB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3" y="2527301"/>
            <a:ext cx="1143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7BD9D320-1F04-0195-9F53-50EC9BB37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213" y="2527301"/>
            <a:ext cx="1143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B993B630-A2D6-8924-A16E-AA4D4AC42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2527301"/>
            <a:ext cx="1143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55977369-8090-7E05-8D8E-9688FC9C8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527301"/>
            <a:ext cx="1143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22CE252D-2EAF-A791-479C-CC6071C25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527301"/>
            <a:ext cx="1143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131E1709-551F-01EC-37B6-77EA8DE80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9175" y="2527301"/>
            <a:ext cx="1143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1">
            <a:extLst>
              <a:ext uri="{FF2B5EF4-FFF2-40B4-BE49-F238E27FC236}">
                <a16:creationId xmlns:a16="http://schemas.microsoft.com/office/drawing/2014/main" id="{29597DF9-66EB-F4DC-9D04-7E84D7426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2527301"/>
            <a:ext cx="1143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6F9CC667-75F8-BD60-6F58-D7DB980B9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863" y="2527301"/>
            <a:ext cx="1143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7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54BA076D-D79B-4C61-00E5-9AC6D5641C09}"/>
              </a:ext>
            </a:extLst>
          </p:cNvPr>
          <p:cNvSpPr>
            <a:spLocks/>
          </p:cNvSpPr>
          <p:nvPr/>
        </p:nvSpPr>
        <p:spPr bwMode="auto">
          <a:xfrm>
            <a:off x="4502150" y="2757488"/>
            <a:ext cx="55563" cy="55563"/>
          </a:xfrm>
          <a:custGeom>
            <a:avLst/>
            <a:gdLst>
              <a:gd name="T0" fmla="*/ 0 w 92"/>
              <a:gd name="T1" fmla="*/ 89 h 93"/>
              <a:gd name="T2" fmla="*/ 1 w 92"/>
              <a:gd name="T3" fmla="*/ 86 h 93"/>
              <a:gd name="T4" fmla="*/ 41 w 92"/>
              <a:gd name="T5" fmla="*/ 46 h 93"/>
              <a:gd name="T6" fmla="*/ 1 w 92"/>
              <a:gd name="T7" fmla="*/ 7 h 93"/>
              <a:gd name="T8" fmla="*/ 0 w 92"/>
              <a:gd name="T9" fmla="*/ 4 h 93"/>
              <a:gd name="T10" fmla="*/ 1 w 92"/>
              <a:gd name="T11" fmla="*/ 1 h 93"/>
              <a:gd name="T12" fmla="*/ 4 w 92"/>
              <a:gd name="T13" fmla="*/ 0 h 93"/>
              <a:gd name="T14" fmla="*/ 7 w 92"/>
              <a:gd name="T15" fmla="*/ 1 h 93"/>
              <a:gd name="T16" fmla="*/ 46 w 92"/>
              <a:gd name="T17" fmla="*/ 41 h 93"/>
              <a:gd name="T18" fmla="*/ 86 w 92"/>
              <a:gd name="T19" fmla="*/ 1 h 93"/>
              <a:gd name="T20" fmla="*/ 89 w 92"/>
              <a:gd name="T21" fmla="*/ 0 h 93"/>
              <a:gd name="T22" fmla="*/ 91 w 92"/>
              <a:gd name="T23" fmla="*/ 1 h 93"/>
              <a:gd name="T24" fmla="*/ 92 w 92"/>
              <a:gd name="T25" fmla="*/ 4 h 93"/>
              <a:gd name="T26" fmla="*/ 91 w 92"/>
              <a:gd name="T27" fmla="*/ 7 h 93"/>
              <a:gd name="T28" fmla="*/ 52 w 92"/>
              <a:gd name="T29" fmla="*/ 46 h 93"/>
              <a:gd name="T30" fmla="*/ 91 w 92"/>
              <a:gd name="T31" fmla="*/ 86 h 93"/>
              <a:gd name="T32" fmla="*/ 92 w 92"/>
              <a:gd name="T33" fmla="*/ 89 h 93"/>
              <a:gd name="T34" fmla="*/ 91 w 92"/>
              <a:gd name="T35" fmla="*/ 92 h 93"/>
              <a:gd name="T36" fmla="*/ 89 w 92"/>
              <a:gd name="T37" fmla="*/ 93 h 93"/>
              <a:gd name="T38" fmla="*/ 86 w 92"/>
              <a:gd name="T39" fmla="*/ 91 h 93"/>
              <a:gd name="T40" fmla="*/ 46 w 92"/>
              <a:gd name="T41" fmla="*/ 52 h 93"/>
              <a:gd name="T42" fmla="*/ 7 w 92"/>
              <a:gd name="T43" fmla="*/ 91 h 93"/>
              <a:gd name="T44" fmla="*/ 4 w 92"/>
              <a:gd name="T45" fmla="*/ 93 h 93"/>
              <a:gd name="T46" fmla="*/ 1 w 92"/>
              <a:gd name="T47" fmla="*/ 92 h 93"/>
              <a:gd name="T48" fmla="*/ 0 w 92"/>
              <a:gd name="T49" fmla="*/ 89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2" h="93">
                <a:moveTo>
                  <a:pt x="0" y="89"/>
                </a:moveTo>
                <a:cubicBezTo>
                  <a:pt x="0" y="88"/>
                  <a:pt x="0" y="87"/>
                  <a:pt x="1" y="86"/>
                </a:cubicBezTo>
                <a:lnTo>
                  <a:pt x="41" y="46"/>
                </a:lnTo>
                <a:lnTo>
                  <a:pt x="1" y="7"/>
                </a:lnTo>
                <a:cubicBezTo>
                  <a:pt x="0" y="6"/>
                  <a:pt x="0" y="5"/>
                  <a:pt x="0" y="4"/>
                </a:cubicBezTo>
                <a:cubicBezTo>
                  <a:pt x="0" y="3"/>
                  <a:pt x="0" y="2"/>
                  <a:pt x="1" y="1"/>
                </a:cubicBezTo>
                <a:cubicBezTo>
                  <a:pt x="2" y="1"/>
                  <a:pt x="3" y="0"/>
                  <a:pt x="4" y="0"/>
                </a:cubicBezTo>
                <a:cubicBezTo>
                  <a:pt x="4" y="0"/>
                  <a:pt x="5" y="1"/>
                  <a:pt x="7" y="1"/>
                </a:cubicBezTo>
                <a:lnTo>
                  <a:pt x="46" y="41"/>
                </a:lnTo>
                <a:lnTo>
                  <a:pt x="86" y="1"/>
                </a:lnTo>
                <a:cubicBezTo>
                  <a:pt x="87" y="1"/>
                  <a:pt x="88" y="0"/>
                  <a:pt x="89" y="0"/>
                </a:cubicBezTo>
                <a:cubicBezTo>
                  <a:pt x="90" y="0"/>
                  <a:pt x="91" y="1"/>
                  <a:pt x="91" y="1"/>
                </a:cubicBezTo>
                <a:cubicBezTo>
                  <a:pt x="92" y="2"/>
                  <a:pt x="92" y="3"/>
                  <a:pt x="92" y="4"/>
                </a:cubicBezTo>
                <a:cubicBezTo>
                  <a:pt x="92" y="5"/>
                  <a:pt x="92" y="6"/>
                  <a:pt x="91" y="7"/>
                </a:cubicBezTo>
                <a:lnTo>
                  <a:pt x="52" y="46"/>
                </a:lnTo>
                <a:lnTo>
                  <a:pt x="91" y="86"/>
                </a:lnTo>
                <a:cubicBezTo>
                  <a:pt x="92" y="87"/>
                  <a:pt x="92" y="88"/>
                  <a:pt x="92" y="89"/>
                </a:cubicBezTo>
                <a:cubicBezTo>
                  <a:pt x="92" y="90"/>
                  <a:pt x="92" y="91"/>
                  <a:pt x="91" y="92"/>
                </a:cubicBezTo>
                <a:cubicBezTo>
                  <a:pt x="91" y="92"/>
                  <a:pt x="90" y="93"/>
                  <a:pt x="89" y="93"/>
                </a:cubicBezTo>
                <a:cubicBezTo>
                  <a:pt x="88" y="93"/>
                  <a:pt x="87" y="92"/>
                  <a:pt x="86" y="91"/>
                </a:cubicBezTo>
                <a:lnTo>
                  <a:pt x="46" y="52"/>
                </a:lnTo>
                <a:lnTo>
                  <a:pt x="7" y="91"/>
                </a:lnTo>
                <a:cubicBezTo>
                  <a:pt x="6" y="92"/>
                  <a:pt x="5" y="93"/>
                  <a:pt x="4" y="93"/>
                </a:cubicBezTo>
                <a:cubicBezTo>
                  <a:pt x="3" y="93"/>
                  <a:pt x="2" y="92"/>
                  <a:pt x="1" y="92"/>
                </a:cubicBezTo>
                <a:cubicBezTo>
                  <a:pt x="0" y="91"/>
                  <a:pt x="0" y="90"/>
                  <a:pt x="0" y="89"/>
                </a:cubicBezTo>
                <a:close/>
              </a:path>
            </a:pathLst>
          </a:custGeom>
          <a:solidFill>
            <a:srgbClr val="2626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ectangle 24">
            <a:extLst>
              <a:ext uri="{FF2B5EF4-FFF2-40B4-BE49-F238E27FC236}">
                <a16:creationId xmlns:a16="http://schemas.microsoft.com/office/drawing/2014/main" id="{5D85715A-5DDF-0CA6-EB4F-6C48625E0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938" y="2708276"/>
            <a:ext cx="17145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84D16CA9-3DD0-6CBF-0D4E-6C68D57B8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2670176"/>
            <a:ext cx="104775" cy="13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7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Line 26">
            <a:extLst>
              <a:ext uri="{FF2B5EF4-FFF2-40B4-BE49-F238E27FC236}">
                <a16:creationId xmlns:a16="http://schemas.microsoft.com/office/drawing/2014/main" id="{7F3CA2A4-03BC-C89D-E3C2-26E0CB312E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238" y="1295401"/>
            <a:ext cx="0" cy="1173163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Line 27">
            <a:extLst>
              <a:ext uri="{FF2B5EF4-FFF2-40B4-BE49-F238E27FC236}">
                <a16:creationId xmlns:a16="http://schemas.microsoft.com/office/drawing/2014/main" id="{76FE1305-D6F8-2C38-68E0-3D0175994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238" y="2463801"/>
            <a:ext cx="4127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Line 28">
            <a:extLst>
              <a:ext uri="{FF2B5EF4-FFF2-40B4-BE49-F238E27FC236}">
                <a16:creationId xmlns:a16="http://schemas.microsoft.com/office/drawing/2014/main" id="{947AE7A2-3F58-07DF-DBF0-F1DF6C785A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238" y="2170113"/>
            <a:ext cx="4127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29">
            <a:extLst>
              <a:ext uri="{FF2B5EF4-FFF2-40B4-BE49-F238E27FC236}">
                <a16:creationId xmlns:a16="http://schemas.microsoft.com/office/drawing/2014/main" id="{B2AB09EF-557A-B7CC-4362-7CC0F9B9C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238" y="1879601"/>
            <a:ext cx="4127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Line 30">
            <a:extLst>
              <a:ext uri="{FF2B5EF4-FFF2-40B4-BE49-F238E27FC236}">
                <a16:creationId xmlns:a16="http://schemas.microsoft.com/office/drawing/2014/main" id="{BA68014F-9B5E-13DB-158B-00F0768A30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238" y="1587501"/>
            <a:ext cx="4127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31">
            <a:extLst>
              <a:ext uri="{FF2B5EF4-FFF2-40B4-BE49-F238E27FC236}">
                <a16:creationId xmlns:a16="http://schemas.microsoft.com/office/drawing/2014/main" id="{D7036555-8184-1174-CC12-5E1196AA12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238" y="1295401"/>
            <a:ext cx="41275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B01AD9F7-007F-0923-6F80-A9BCBE832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2401888"/>
            <a:ext cx="1143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33">
            <a:extLst>
              <a:ext uri="{FF2B5EF4-FFF2-40B4-BE49-F238E27FC236}">
                <a16:creationId xmlns:a16="http://schemas.microsoft.com/office/drawing/2014/main" id="{543FF64D-0543-E0CE-3D90-1E7261355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2116138"/>
            <a:ext cx="238125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DBD5B38D-5A97-0B17-6229-352284912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820863"/>
            <a:ext cx="238125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73935828-46A9-3F46-0458-DB6603525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533526"/>
            <a:ext cx="238125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57FACF4A-7F34-E5EE-1835-0F76AD7F0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238251"/>
            <a:ext cx="238125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46AD8B73-64EB-DF79-EC37-6F177F77F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1047751"/>
            <a:ext cx="16795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Input Time Series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Freeform 38">
            <a:extLst>
              <a:ext uri="{FF2B5EF4-FFF2-40B4-BE49-F238E27FC236}">
                <a16:creationId xmlns:a16="http://schemas.microsoft.com/office/drawing/2014/main" id="{5E67A8E4-4FC5-6735-13A2-6A7D9141777F}"/>
              </a:ext>
            </a:extLst>
          </p:cNvPr>
          <p:cNvSpPr>
            <a:spLocks/>
          </p:cNvSpPr>
          <p:nvPr/>
        </p:nvSpPr>
        <p:spPr bwMode="auto">
          <a:xfrm>
            <a:off x="630238" y="1398588"/>
            <a:ext cx="3681413" cy="1069975"/>
          </a:xfrm>
          <a:custGeom>
            <a:avLst/>
            <a:gdLst>
              <a:gd name="T0" fmla="*/ 36 w 2319"/>
              <a:gd name="T1" fmla="*/ 671 h 674"/>
              <a:gd name="T2" fmla="*/ 74 w 2319"/>
              <a:gd name="T3" fmla="*/ 8 h 674"/>
              <a:gd name="T4" fmla="*/ 110 w 2319"/>
              <a:gd name="T5" fmla="*/ 10 h 674"/>
              <a:gd name="T6" fmla="*/ 146 w 2319"/>
              <a:gd name="T7" fmla="*/ 246 h 674"/>
              <a:gd name="T8" fmla="*/ 182 w 2319"/>
              <a:gd name="T9" fmla="*/ 8 h 674"/>
              <a:gd name="T10" fmla="*/ 220 w 2319"/>
              <a:gd name="T11" fmla="*/ 671 h 674"/>
              <a:gd name="T12" fmla="*/ 256 w 2319"/>
              <a:gd name="T13" fmla="*/ 469 h 674"/>
              <a:gd name="T14" fmla="*/ 292 w 2319"/>
              <a:gd name="T15" fmla="*/ 598 h 674"/>
              <a:gd name="T16" fmla="*/ 330 w 2319"/>
              <a:gd name="T17" fmla="*/ 8 h 674"/>
              <a:gd name="T18" fmla="*/ 366 w 2319"/>
              <a:gd name="T19" fmla="*/ 9 h 674"/>
              <a:gd name="T20" fmla="*/ 403 w 2319"/>
              <a:gd name="T21" fmla="*/ 263 h 674"/>
              <a:gd name="T22" fmla="*/ 439 w 2319"/>
              <a:gd name="T23" fmla="*/ 335 h 674"/>
              <a:gd name="T24" fmla="*/ 475 w 2319"/>
              <a:gd name="T25" fmla="*/ 670 h 674"/>
              <a:gd name="T26" fmla="*/ 512 w 2319"/>
              <a:gd name="T27" fmla="*/ 670 h 674"/>
              <a:gd name="T28" fmla="*/ 549 w 2319"/>
              <a:gd name="T29" fmla="*/ 90 h 674"/>
              <a:gd name="T30" fmla="*/ 585 w 2319"/>
              <a:gd name="T31" fmla="*/ 78 h 674"/>
              <a:gd name="T32" fmla="*/ 622 w 2319"/>
              <a:gd name="T33" fmla="*/ 670 h 674"/>
              <a:gd name="T34" fmla="*/ 658 w 2319"/>
              <a:gd name="T35" fmla="*/ 671 h 674"/>
              <a:gd name="T36" fmla="*/ 695 w 2319"/>
              <a:gd name="T37" fmla="*/ 635 h 674"/>
              <a:gd name="T38" fmla="*/ 731 w 2319"/>
              <a:gd name="T39" fmla="*/ 640 h 674"/>
              <a:gd name="T40" fmla="*/ 767 w 2319"/>
              <a:gd name="T41" fmla="*/ 671 h 674"/>
              <a:gd name="T42" fmla="*/ 805 w 2319"/>
              <a:gd name="T43" fmla="*/ 8 h 674"/>
              <a:gd name="T44" fmla="*/ 841 w 2319"/>
              <a:gd name="T45" fmla="*/ 552 h 674"/>
              <a:gd name="T46" fmla="*/ 877 w 2319"/>
              <a:gd name="T47" fmla="*/ 382 h 674"/>
              <a:gd name="T48" fmla="*/ 914 w 2319"/>
              <a:gd name="T49" fmla="*/ 8 h 674"/>
              <a:gd name="T50" fmla="*/ 951 w 2319"/>
              <a:gd name="T51" fmla="*/ 8 h 674"/>
              <a:gd name="T52" fmla="*/ 988 w 2319"/>
              <a:gd name="T53" fmla="*/ 432 h 674"/>
              <a:gd name="T54" fmla="*/ 1024 w 2319"/>
              <a:gd name="T55" fmla="*/ 45 h 674"/>
              <a:gd name="T56" fmla="*/ 1060 w 2319"/>
              <a:gd name="T57" fmla="*/ 671 h 674"/>
              <a:gd name="T58" fmla="*/ 1097 w 2319"/>
              <a:gd name="T59" fmla="*/ 8 h 674"/>
              <a:gd name="T60" fmla="*/ 1134 w 2319"/>
              <a:gd name="T61" fmla="*/ 38 h 674"/>
              <a:gd name="T62" fmla="*/ 1170 w 2319"/>
              <a:gd name="T63" fmla="*/ 401 h 674"/>
              <a:gd name="T64" fmla="*/ 1207 w 2319"/>
              <a:gd name="T65" fmla="*/ 673 h 674"/>
              <a:gd name="T66" fmla="*/ 1244 w 2319"/>
              <a:gd name="T67" fmla="*/ 6 h 674"/>
              <a:gd name="T68" fmla="*/ 1280 w 2319"/>
              <a:gd name="T69" fmla="*/ 588 h 674"/>
              <a:gd name="T70" fmla="*/ 1316 w 2319"/>
              <a:gd name="T71" fmla="*/ 562 h 674"/>
              <a:gd name="T72" fmla="*/ 1353 w 2319"/>
              <a:gd name="T73" fmla="*/ 7 h 674"/>
              <a:gd name="T74" fmla="*/ 1389 w 2319"/>
              <a:gd name="T75" fmla="*/ 672 h 674"/>
              <a:gd name="T76" fmla="*/ 1427 w 2319"/>
              <a:gd name="T77" fmla="*/ 61 h 674"/>
              <a:gd name="T78" fmla="*/ 1463 w 2319"/>
              <a:gd name="T79" fmla="*/ 91 h 674"/>
              <a:gd name="T80" fmla="*/ 1499 w 2319"/>
              <a:gd name="T81" fmla="*/ 671 h 674"/>
              <a:gd name="T82" fmla="*/ 1536 w 2319"/>
              <a:gd name="T83" fmla="*/ 8 h 674"/>
              <a:gd name="T84" fmla="*/ 1573 w 2319"/>
              <a:gd name="T85" fmla="*/ 101 h 674"/>
              <a:gd name="T86" fmla="*/ 1609 w 2319"/>
              <a:gd name="T87" fmla="*/ 411 h 674"/>
              <a:gd name="T88" fmla="*/ 1646 w 2319"/>
              <a:gd name="T89" fmla="*/ 672 h 674"/>
              <a:gd name="T90" fmla="*/ 1682 w 2319"/>
              <a:gd name="T91" fmla="*/ 671 h 674"/>
              <a:gd name="T92" fmla="*/ 1719 w 2319"/>
              <a:gd name="T93" fmla="*/ 517 h 674"/>
              <a:gd name="T94" fmla="*/ 1755 w 2319"/>
              <a:gd name="T95" fmla="*/ 352 h 674"/>
              <a:gd name="T96" fmla="*/ 1791 w 2319"/>
              <a:gd name="T97" fmla="*/ 671 h 674"/>
              <a:gd name="T98" fmla="*/ 1829 w 2319"/>
              <a:gd name="T99" fmla="*/ 8 h 674"/>
              <a:gd name="T100" fmla="*/ 1865 w 2319"/>
              <a:gd name="T101" fmla="*/ 34 h 674"/>
              <a:gd name="T102" fmla="*/ 1901 w 2319"/>
              <a:gd name="T103" fmla="*/ 212 h 674"/>
              <a:gd name="T104" fmla="*/ 1938 w 2319"/>
              <a:gd name="T105" fmla="*/ 8 h 674"/>
              <a:gd name="T106" fmla="*/ 1974 w 2319"/>
              <a:gd name="T107" fmla="*/ 672 h 674"/>
              <a:gd name="T108" fmla="*/ 2012 w 2319"/>
              <a:gd name="T109" fmla="*/ 220 h 674"/>
              <a:gd name="T110" fmla="*/ 2048 w 2319"/>
              <a:gd name="T111" fmla="*/ 401 h 674"/>
              <a:gd name="T112" fmla="*/ 2085 w 2319"/>
              <a:gd name="T113" fmla="*/ 8 h 674"/>
              <a:gd name="T114" fmla="*/ 2121 w 2319"/>
              <a:gd name="T115" fmla="*/ 671 h 674"/>
              <a:gd name="T116" fmla="*/ 2158 w 2319"/>
              <a:gd name="T117" fmla="*/ 600 h 674"/>
              <a:gd name="T118" fmla="*/ 2194 w 2319"/>
              <a:gd name="T119" fmla="*/ 44 h 674"/>
              <a:gd name="T120" fmla="*/ 2231 w 2319"/>
              <a:gd name="T121" fmla="*/ 8 h 674"/>
              <a:gd name="T122" fmla="*/ 2267 w 2319"/>
              <a:gd name="T123" fmla="*/ 8 h 674"/>
              <a:gd name="T124" fmla="*/ 2304 w 2319"/>
              <a:gd name="T125" fmla="*/ 586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19" h="674">
                <a:moveTo>
                  <a:pt x="0" y="12"/>
                </a:moveTo>
                <a:lnTo>
                  <a:pt x="1" y="8"/>
                </a:lnTo>
                <a:lnTo>
                  <a:pt x="2" y="671"/>
                </a:lnTo>
                <a:lnTo>
                  <a:pt x="2" y="185"/>
                </a:lnTo>
                <a:lnTo>
                  <a:pt x="2" y="185"/>
                </a:lnTo>
                <a:lnTo>
                  <a:pt x="3" y="8"/>
                </a:lnTo>
                <a:lnTo>
                  <a:pt x="3" y="671"/>
                </a:lnTo>
                <a:lnTo>
                  <a:pt x="4" y="392"/>
                </a:lnTo>
                <a:lnTo>
                  <a:pt x="4" y="392"/>
                </a:lnTo>
                <a:lnTo>
                  <a:pt x="5" y="671"/>
                </a:lnTo>
                <a:lnTo>
                  <a:pt x="5" y="8"/>
                </a:lnTo>
                <a:lnTo>
                  <a:pt x="6" y="250"/>
                </a:lnTo>
                <a:lnTo>
                  <a:pt x="6" y="250"/>
                </a:lnTo>
                <a:lnTo>
                  <a:pt x="7" y="638"/>
                </a:lnTo>
                <a:lnTo>
                  <a:pt x="8" y="143"/>
                </a:lnTo>
                <a:lnTo>
                  <a:pt x="8" y="143"/>
                </a:lnTo>
                <a:lnTo>
                  <a:pt x="8" y="671"/>
                </a:lnTo>
                <a:lnTo>
                  <a:pt x="10" y="8"/>
                </a:lnTo>
                <a:lnTo>
                  <a:pt x="10" y="15"/>
                </a:lnTo>
                <a:lnTo>
                  <a:pt x="10" y="15"/>
                </a:lnTo>
                <a:lnTo>
                  <a:pt x="11" y="671"/>
                </a:lnTo>
                <a:lnTo>
                  <a:pt x="11" y="8"/>
                </a:lnTo>
                <a:lnTo>
                  <a:pt x="12" y="395"/>
                </a:lnTo>
                <a:lnTo>
                  <a:pt x="12" y="395"/>
                </a:lnTo>
                <a:lnTo>
                  <a:pt x="13" y="8"/>
                </a:lnTo>
                <a:lnTo>
                  <a:pt x="13" y="671"/>
                </a:lnTo>
                <a:lnTo>
                  <a:pt x="14" y="625"/>
                </a:lnTo>
                <a:lnTo>
                  <a:pt x="14" y="625"/>
                </a:lnTo>
                <a:lnTo>
                  <a:pt x="15" y="670"/>
                </a:lnTo>
                <a:lnTo>
                  <a:pt x="16" y="8"/>
                </a:lnTo>
                <a:lnTo>
                  <a:pt x="16" y="411"/>
                </a:lnTo>
                <a:lnTo>
                  <a:pt x="16" y="411"/>
                </a:lnTo>
                <a:lnTo>
                  <a:pt x="17" y="8"/>
                </a:lnTo>
                <a:lnTo>
                  <a:pt x="18" y="670"/>
                </a:lnTo>
                <a:lnTo>
                  <a:pt x="18" y="609"/>
                </a:lnTo>
                <a:lnTo>
                  <a:pt x="18" y="609"/>
                </a:lnTo>
                <a:lnTo>
                  <a:pt x="19" y="8"/>
                </a:lnTo>
                <a:lnTo>
                  <a:pt x="19" y="670"/>
                </a:lnTo>
                <a:lnTo>
                  <a:pt x="20" y="574"/>
                </a:lnTo>
                <a:lnTo>
                  <a:pt x="20" y="574"/>
                </a:lnTo>
                <a:lnTo>
                  <a:pt x="20" y="8"/>
                </a:lnTo>
                <a:lnTo>
                  <a:pt x="20" y="671"/>
                </a:lnTo>
                <a:lnTo>
                  <a:pt x="22" y="173"/>
                </a:lnTo>
                <a:lnTo>
                  <a:pt x="22" y="173"/>
                </a:lnTo>
                <a:lnTo>
                  <a:pt x="22" y="8"/>
                </a:lnTo>
                <a:lnTo>
                  <a:pt x="23" y="671"/>
                </a:lnTo>
                <a:lnTo>
                  <a:pt x="24" y="666"/>
                </a:lnTo>
                <a:lnTo>
                  <a:pt x="24" y="666"/>
                </a:lnTo>
                <a:lnTo>
                  <a:pt x="24" y="8"/>
                </a:lnTo>
                <a:lnTo>
                  <a:pt x="26" y="671"/>
                </a:lnTo>
                <a:lnTo>
                  <a:pt x="26" y="403"/>
                </a:lnTo>
                <a:lnTo>
                  <a:pt x="26" y="403"/>
                </a:lnTo>
                <a:lnTo>
                  <a:pt x="26" y="671"/>
                </a:lnTo>
                <a:lnTo>
                  <a:pt x="28" y="8"/>
                </a:lnTo>
                <a:lnTo>
                  <a:pt x="28" y="188"/>
                </a:lnTo>
                <a:lnTo>
                  <a:pt x="28" y="188"/>
                </a:lnTo>
                <a:lnTo>
                  <a:pt x="29" y="8"/>
                </a:lnTo>
                <a:lnTo>
                  <a:pt x="29" y="671"/>
                </a:lnTo>
                <a:lnTo>
                  <a:pt x="30" y="433"/>
                </a:lnTo>
                <a:lnTo>
                  <a:pt x="30" y="433"/>
                </a:lnTo>
                <a:lnTo>
                  <a:pt x="31" y="671"/>
                </a:lnTo>
                <a:lnTo>
                  <a:pt x="31" y="8"/>
                </a:lnTo>
                <a:lnTo>
                  <a:pt x="32" y="270"/>
                </a:lnTo>
                <a:lnTo>
                  <a:pt x="32" y="270"/>
                </a:lnTo>
                <a:lnTo>
                  <a:pt x="32" y="671"/>
                </a:lnTo>
                <a:lnTo>
                  <a:pt x="34" y="8"/>
                </a:lnTo>
                <a:lnTo>
                  <a:pt x="34" y="535"/>
                </a:lnTo>
                <a:lnTo>
                  <a:pt x="34" y="535"/>
                </a:lnTo>
                <a:lnTo>
                  <a:pt x="34" y="671"/>
                </a:lnTo>
                <a:lnTo>
                  <a:pt x="34" y="8"/>
                </a:lnTo>
                <a:lnTo>
                  <a:pt x="36" y="483"/>
                </a:lnTo>
                <a:lnTo>
                  <a:pt x="36" y="483"/>
                </a:lnTo>
                <a:lnTo>
                  <a:pt x="36" y="671"/>
                </a:lnTo>
                <a:lnTo>
                  <a:pt x="38" y="8"/>
                </a:lnTo>
                <a:lnTo>
                  <a:pt x="38" y="430"/>
                </a:lnTo>
                <a:lnTo>
                  <a:pt x="38" y="430"/>
                </a:lnTo>
                <a:lnTo>
                  <a:pt x="39" y="8"/>
                </a:lnTo>
                <a:lnTo>
                  <a:pt x="40" y="670"/>
                </a:lnTo>
                <a:lnTo>
                  <a:pt x="40" y="150"/>
                </a:lnTo>
                <a:lnTo>
                  <a:pt x="40" y="150"/>
                </a:lnTo>
                <a:lnTo>
                  <a:pt x="40" y="671"/>
                </a:lnTo>
                <a:lnTo>
                  <a:pt x="42" y="8"/>
                </a:lnTo>
                <a:lnTo>
                  <a:pt x="42" y="572"/>
                </a:lnTo>
                <a:lnTo>
                  <a:pt x="42" y="572"/>
                </a:lnTo>
                <a:lnTo>
                  <a:pt x="43" y="670"/>
                </a:lnTo>
                <a:lnTo>
                  <a:pt x="44" y="8"/>
                </a:lnTo>
                <a:lnTo>
                  <a:pt x="44" y="17"/>
                </a:lnTo>
                <a:lnTo>
                  <a:pt x="44" y="17"/>
                </a:lnTo>
                <a:lnTo>
                  <a:pt x="45" y="671"/>
                </a:lnTo>
                <a:lnTo>
                  <a:pt x="46" y="8"/>
                </a:lnTo>
                <a:lnTo>
                  <a:pt x="46" y="474"/>
                </a:lnTo>
                <a:lnTo>
                  <a:pt x="46" y="474"/>
                </a:lnTo>
                <a:lnTo>
                  <a:pt x="46" y="8"/>
                </a:lnTo>
                <a:lnTo>
                  <a:pt x="48" y="671"/>
                </a:lnTo>
                <a:lnTo>
                  <a:pt x="48" y="352"/>
                </a:lnTo>
                <a:lnTo>
                  <a:pt x="48" y="352"/>
                </a:lnTo>
                <a:lnTo>
                  <a:pt x="50" y="671"/>
                </a:lnTo>
                <a:lnTo>
                  <a:pt x="50" y="8"/>
                </a:lnTo>
                <a:lnTo>
                  <a:pt x="50" y="78"/>
                </a:lnTo>
                <a:lnTo>
                  <a:pt x="50" y="78"/>
                </a:lnTo>
                <a:lnTo>
                  <a:pt x="51" y="671"/>
                </a:lnTo>
                <a:lnTo>
                  <a:pt x="52" y="8"/>
                </a:lnTo>
                <a:lnTo>
                  <a:pt x="52" y="599"/>
                </a:lnTo>
                <a:lnTo>
                  <a:pt x="52" y="599"/>
                </a:lnTo>
                <a:lnTo>
                  <a:pt x="52" y="8"/>
                </a:lnTo>
                <a:lnTo>
                  <a:pt x="54" y="671"/>
                </a:lnTo>
                <a:lnTo>
                  <a:pt x="54" y="572"/>
                </a:lnTo>
                <a:lnTo>
                  <a:pt x="54" y="572"/>
                </a:lnTo>
                <a:lnTo>
                  <a:pt x="54" y="8"/>
                </a:lnTo>
                <a:lnTo>
                  <a:pt x="55" y="671"/>
                </a:lnTo>
                <a:lnTo>
                  <a:pt x="56" y="553"/>
                </a:lnTo>
                <a:lnTo>
                  <a:pt x="56" y="553"/>
                </a:lnTo>
                <a:lnTo>
                  <a:pt x="56" y="671"/>
                </a:lnTo>
                <a:lnTo>
                  <a:pt x="58" y="8"/>
                </a:lnTo>
                <a:lnTo>
                  <a:pt x="58" y="552"/>
                </a:lnTo>
                <a:lnTo>
                  <a:pt x="58" y="552"/>
                </a:lnTo>
                <a:lnTo>
                  <a:pt x="59" y="8"/>
                </a:lnTo>
                <a:lnTo>
                  <a:pt x="60" y="671"/>
                </a:lnTo>
                <a:lnTo>
                  <a:pt x="60" y="533"/>
                </a:lnTo>
                <a:lnTo>
                  <a:pt x="60" y="533"/>
                </a:lnTo>
                <a:lnTo>
                  <a:pt x="61" y="671"/>
                </a:lnTo>
                <a:lnTo>
                  <a:pt x="62" y="8"/>
                </a:lnTo>
                <a:lnTo>
                  <a:pt x="62" y="224"/>
                </a:lnTo>
                <a:lnTo>
                  <a:pt x="62" y="224"/>
                </a:lnTo>
                <a:lnTo>
                  <a:pt x="63" y="671"/>
                </a:lnTo>
                <a:lnTo>
                  <a:pt x="63" y="8"/>
                </a:lnTo>
                <a:lnTo>
                  <a:pt x="64" y="630"/>
                </a:lnTo>
                <a:lnTo>
                  <a:pt x="64" y="630"/>
                </a:lnTo>
                <a:lnTo>
                  <a:pt x="64" y="8"/>
                </a:lnTo>
                <a:lnTo>
                  <a:pt x="66" y="671"/>
                </a:lnTo>
                <a:lnTo>
                  <a:pt x="66" y="55"/>
                </a:lnTo>
                <a:lnTo>
                  <a:pt x="66" y="55"/>
                </a:lnTo>
                <a:lnTo>
                  <a:pt x="66" y="8"/>
                </a:lnTo>
                <a:lnTo>
                  <a:pt x="67" y="671"/>
                </a:lnTo>
                <a:lnTo>
                  <a:pt x="68" y="367"/>
                </a:lnTo>
                <a:lnTo>
                  <a:pt x="68" y="367"/>
                </a:lnTo>
                <a:lnTo>
                  <a:pt x="69" y="8"/>
                </a:lnTo>
                <a:lnTo>
                  <a:pt x="69" y="671"/>
                </a:lnTo>
                <a:lnTo>
                  <a:pt x="70" y="353"/>
                </a:lnTo>
                <a:lnTo>
                  <a:pt x="70" y="353"/>
                </a:lnTo>
                <a:lnTo>
                  <a:pt x="71" y="671"/>
                </a:lnTo>
                <a:lnTo>
                  <a:pt x="72" y="8"/>
                </a:lnTo>
                <a:lnTo>
                  <a:pt x="72" y="44"/>
                </a:lnTo>
                <a:lnTo>
                  <a:pt x="72" y="44"/>
                </a:lnTo>
                <a:lnTo>
                  <a:pt x="72" y="670"/>
                </a:lnTo>
                <a:lnTo>
                  <a:pt x="74" y="8"/>
                </a:lnTo>
                <a:lnTo>
                  <a:pt x="74" y="207"/>
                </a:lnTo>
                <a:lnTo>
                  <a:pt x="74" y="207"/>
                </a:lnTo>
                <a:lnTo>
                  <a:pt x="74" y="8"/>
                </a:lnTo>
                <a:lnTo>
                  <a:pt x="74" y="670"/>
                </a:lnTo>
                <a:lnTo>
                  <a:pt x="76" y="224"/>
                </a:lnTo>
                <a:lnTo>
                  <a:pt x="76" y="224"/>
                </a:lnTo>
                <a:lnTo>
                  <a:pt x="77" y="670"/>
                </a:lnTo>
                <a:lnTo>
                  <a:pt x="78" y="8"/>
                </a:lnTo>
                <a:lnTo>
                  <a:pt x="78" y="481"/>
                </a:lnTo>
                <a:lnTo>
                  <a:pt x="78" y="481"/>
                </a:lnTo>
                <a:lnTo>
                  <a:pt x="79" y="671"/>
                </a:lnTo>
                <a:lnTo>
                  <a:pt x="79" y="8"/>
                </a:lnTo>
                <a:lnTo>
                  <a:pt x="80" y="510"/>
                </a:lnTo>
                <a:lnTo>
                  <a:pt x="80" y="510"/>
                </a:lnTo>
                <a:lnTo>
                  <a:pt x="81" y="671"/>
                </a:lnTo>
                <a:lnTo>
                  <a:pt x="81" y="8"/>
                </a:lnTo>
                <a:lnTo>
                  <a:pt x="82" y="591"/>
                </a:lnTo>
                <a:lnTo>
                  <a:pt x="82" y="591"/>
                </a:lnTo>
                <a:lnTo>
                  <a:pt x="83" y="671"/>
                </a:lnTo>
                <a:lnTo>
                  <a:pt x="83" y="8"/>
                </a:lnTo>
                <a:lnTo>
                  <a:pt x="84" y="235"/>
                </a:lnTo>
                <a:lnTo>
                  <a:pt x="84" y="235"/>
                </a:lnTo>
                <a:lnTo>
                  <a:pt x="84" y="8"/>
                </a:lnTo>
                <a:lnTo>
                  <a:pt x="86" y="670"/>
                </a:lnTo>
                <a:lnTo>
                  <a:pt x="86" y="76"/>
                </a:lnTo>
                <a:lnTo>
                  <a:pt x="86" y="76"/>
                </a:lnTo>
                <a:lnTo>
                  <a:pt x="87" y="671"/>
                </a:lnTo>
                <a:lnTo>
                  <a:pt x="88" y="8"/>
                </a:lnTo>
                <a:lnTo>
                  <a:pt x="88" y="661"/>
                </a:lnTo>
                <a:lnTo>
                  <a:pt x="88" y="661"/>
                </a:lnTo>
                <a:lnTo>
                  <a:pt x="89" y="670"/>
                </a:lnTo>
                <a:lnTo>
                  <a:pt x="90" y="8"/>
                </a:lnTo>
                <a:lnTo>
                  <a:pt x="90" y="473"/>
                </a:lnTo>
                <a:lnTo>
                  <a:pt x="90" y="473"/>
                </a:lnTo>
                <a:lnTo>
                  <a:pt x="90" y="8"/>
                </a:lnTo>
                <a:lnTo>
                  <a:pt x="92" y="670"/>
                </a:lnTo>
                <a:lnTo>
                  <a:pt x="92" y="87"/>
                </a:lnTo>
                <a:lnTo>
                  <a:pt x="92" y="87"/>
                </a:lnTo>
                <a:lnTo>
                  <a:pt x="92" y="8"/>
                </a:lnTo>
                <a:lnTo>
                  <a:pt x="93" y="670"/>
                </a:lnTo>
                <a:lnTo>
                  <a:pt x="94" y="25"/>
                </a:lnTo>
                <a:lnTo>
                  <a:pt x="94" y="25"/>
                </a:lnTo>
                <a:lnTo>
                  <a:pt x="96" y="670"/>
                </a:lnTo>
                <a:lnTo>
                  <a:pt x="96" y="8"/>
                </a:lnTo>
                <a:lnTo>
                  <a:pt x="96" y="223"/>
                </a:lnTo>
                <a:lnTo>
                  <a:pt x="96" y="223"/>
                </a:lnTo>
                <a:lnTo>
                  <a:pt x="96" y="8"/>
                </a:lnTo>
                <a:lnTo>
                  <a:pt x="96" y="670"/>
                </a:lnTo>
                <a:lnTo>
                  <a:pt x="98" y="261"/>
                </a:lnTo>
                <a:lnTo>
                  <a:pt x="98" y="261"/>
                </a:lnTo>
                <a:lnTo>
                  <a:pt x="98" y="671"/>
                </a:lnTo>
                <a:lnTo>
                  <a:pt x="99" y="8"/>
                </a:lnTo>
                <a:lnTo>
                  <a:pt x="100" y="356"/>
                </a:lnTo>
                <a:lnTo>
                  <a:pt x="100" y="355"/>
                </a:lnTo>
                <a:lnTo>
                  <a:pt x="101" y="8"/>
                </a:lnTo>
                <a:lnTo>
                  <a:pt x="102" y="670"/>
                </a:lnTo>
                <a:lnTo>
                  <a:pt x="102" y="549"/>
                </a:lnTo>
                <a:lnTo>
                  <a:pt x="102" y="549"/>
                </a:lnTo>
                <a:lnTo>
                  <a:pt x="102" y="670"/>
                </a:lnTo>
                <a:lnTo>
                  <a:pt x="103" y="8"/>
                </a:lnTo>
                <a:lnTo>
                  <a:pt x="104" y="196"/>
                </a:lnTo>
                <a:lnTo>
                  <a:pt x="104" y="195"/>
                </a:lnTo>
                <a:lnTo>
                  <a:pt x="105" y="8"/>
                </a:lnTo>
                <a:lnTo>
                  <a:pt x="106" y="670"/>
                </a:lnTo>
                <a:lnTo>
                  <a:pt x="106" y="401"/>
                </a:lnTo>
                <a:lnTo>
                  <a:pt x="106" y="401"/>
                </a:lnTo>
                <a:lnTo>
                  <a:pt x="107" y="8"/>
                </a:lnTo>
                <a:lnTo>
                  <a:pt x="107" y="670"/>
                </a:lnTo>
                <a:lnTo>
                  <a:pt x="108" y="444"/>
                </a:lnTo>
                <a:lnTo>
                  <a:pt x="108" y="444"/>
                </a:lnTo>
                <a:lnTo>
                  <a:pt x="109" y="8"/>
                </a:lnTo>
                <a:lnTo>
                  <a:pt x="109" y="670"/>
                </a:lnTo>
                <a:lnTo>
                  <a:pt x="110" y="10"/>
                </a:lnTo>
                <a:lnTo>
                  <a:pt x="110" y="10"/>
                </a:lnTo>
                <a:lnTo>
                  <a:pt x="110" y="8"/>
                </a:lnTo>
                <a:lnTo>
                  <a:pt x="112" y="671"/>
                </a:lnTo>
                <a:lnTo>
                  <a:pt x="112" y="218"/>
                </a:lnTo>
                <a:lnTo>
                  <a:pt x="112" y="218"/>
                </a:lnTo>
                <a:lnTo>
                  <a:pt x="113" y="671"/>
                </a:lnTo>
                <a:lnTo>
                  <a:pt x="114" y="9"/>
                </a:lnTo>
                <a:lnTo>
                  <a:pt x="114" y="286"/>
                </a:lnTo>
                <a:lnTo>
                  <a:pt x="114" y="286"/>
                </a:lnTo>
                <a:lnTo>
                  <a:pt x="115" y="671"/>
                </a:lnTo>
                <a:lnTo>
                  <a:pt x="116" y="8"/>
                </a:lnTo>
                <a:lnTo>
                  <a:pt x="116" y="25"/>
                </a:lnTo>
                <a:lnTo>
                  <a:pt x="116" y="25"/>
                </a:lnTo>
                <a:lnTo>
                  <a:pt x="116" y="671"/>
                </a:lnTo>
                <a:lnTo>
                  <a:pt x="116" y="8"/>
                </a:lnTo>
                <a:lnTo>
                  <a:pt x="118" y="140"/>
                </a:lnTo>
                <a:lnTo>
                  <a:pt x="118" y="140"/>
                </a:lnTo>
                <a:lnTo>
                  <a:pt x="119" y="671"/>
                </a:lnTo>
                <a:lnTo>
                  <a:pt x="120" y="8"/>
                </a:lnTo>
                <a:lnTo>
                  <a:pt x="120" y="355"/>
                </a:lnTo>
                <a:lnTo>
                  <a:pt x="120" y="355"/>
                </a:lnTo>
                <a:lnTo>
                  <a:pt x="121" y="670"/>
                </a:lnTo>
                <a:lnTo>
                  <a:pt x="122" y="8"/>
                </a:lnTo>
                <a:lnTo>
                  <a:pt x="122" y="84"/>
                </a:lnTo>
                <a:lnTo>
                  <a:pt x="122" y="84"/>
                </a:lnTo>
                <a:lnTo>
                  <a:pt x="122" y="671"/>
                </a:lnTo>
                <a:lnTo>
                  <a:pt x="122" y="8"/>
                </a:lnTo>
                <a:lnTo>
                  <a:pt x="124" y="122"/>
                </a:lnTo>
                <a:lnTo>
                  <a:pt x="124" y="122"/>
                </a:lnTo>
                <a:lnTo>
                  <a:pt x="124" y="671"/>
                </a:lnTo>
                <a:lnTo>
                  <a:pt x="126" y="8"/>
                </a:lnTo>
                <a:lnTo>
                  <a:pt x="126" y="491"/>
                </a:lnTo>
                <a:lnTo>
                  <a:pt x="126" y="491"/>
                </a:lnTo>
                <a:lnTo>
                  <a:pt x="126" y="8"/>
                </a:lnTo>
                <a:lnTo>
                  <a:pt x="127" y="671"/>
                </a:lnTo>
                <a:lnTo>
                  <a:pt x="128" y="425"/>
                </a:lnTo>
                <a:lnTo>
                  <a:pt x="128" y="425"/>
                </a:lnTo>
                <a:lnTo>
                  <a:pt x="130" y="8"/>
                </a:lnTo>
                <a:lnTo>
                  <a:pt x="130" y="671"/>
                </a:lnTo>
                <a:lnTo>
                  <a:pt x="130" y="238"/>
                </a:lnTo>
                <a:lnTo>
                  <a:pt x="130" y="238"/>
                </a:lnTo>
                <a:lnTo>
                  <a:pt x="131" y="9"/>
                </a:lnTo>
                <a:lnTo>
                  <a:pt x="131" y="671"/>
                </a:lnTo>
                <a:lnTo>
                  <a:pt x="132" y="601"/>
                </a:lnTo>
                <a:lnTo>
                  <a:pt x="132" y="601"/>
                </a:lnTo>
                <a:lnTo>
                  <a:pt x="133" y="8"/>
                </a:lnTo>
                <a:lnTo>
                  <a:pt x="133" y="671"/>
                </a:lnTo>
                <a:lnTo>
                  <a:pt x="134" y="375"/>
                </a:lnTo>
                <a:lnTo>
                  <a:pt x="134" y="375"/>
                </a:lnTo>
                <a:lnTo>
                  <a:pt x="135" y="8"/>
                </a:lnTo>
                <a:lnTo>
                  <a:pt x="136" y="670"/>
                </a:lnTo>
                <a:lnTo>
                  <a:pt x="136" y="141"/>
                </a:lnTo>
                <a:lnTo>
                  <a:pt x="136" y="141"/>
                </a:lnTo>
                <a:lnTo>
                  <a:pt x="137" y="8"/>
                </a:lnTo>
                <a:lnTo>
                  <a:pt x="137" y="671"/>
                </a:lnTo>
                <a:lnTo>
                  <a:pt x="138" y="20"/>
                </a:lnTo>
                <a:lnTo>
                  <a:pt x="138" y="20"/>
                </a:lnTo>
                <a:lnTo>
                  <a:pt x="139" y="670"/>
                </a:lnTo>
                <a:lnTo>
                  <a:pt x="140" y="8"/>
                </a:lnTo>
                <a:lnTo>
                  <a:pt x="140" y="147"/>
                </a:lnTo>
                <a:lnTo>
                  <a:pt x="140" y="147"/>
                </a:lnTo>
                <a:lnTo>
                  <a:pt x="141" y="671"/>
                </a:lnTo>
                <a:lnTo>
                  <a:pt x="141" y="8"/>
                </a:lnTo>
                <a:lnTo>
                  <a:pt x="142" y="662"/>
                </a:lnTo>
                <a:lnTo>
                  <a:pt x="142" y="662"/>
                </a:lnTo>
                <a:lnTo>
                  <a:pt x="143" y="671"/>
                </a:lnTo>
                <a:lnTo>
                  <a:pt x="144" y="8"/>
                </a:lnTo>
                <a:lnTo>
                  <a:pt x="144" y="250"/>
                </a:lnTo>
                <a:lnTo>
                  <a:pt x="144" y="250"/>
                </a:lnTo>
                <a:lnTo>
                  <a:pt x="145" y="8"/>
                </a:lnTo>
                <a:lnTo>
                  <a:pt x="146" y="671"/>
                </a:lnTo>
                <a:lnTo>
                  <a:pt x="146" y="246"/>
                </a:lnTo>
                <a:lnTo>
                  <a:pt x="146" y="246"/>
                </a:lnTo>
                <a:lnTo>
                  <a:pt x="147" y="8"/>
                </a:lnTo>
                <a:lnTo>
                  <a:pt x="148" y="671"/>
                </a:lnTo>
                <a:lnTo>
                  <a:pt x="148" y="263"/>
                </a:lnTo>
                <a:lnTo>
                  <a:pt x="148" y="264"/>
                </a:lnTo>
                <a:lnTo>
                  <a:pt x="148" y="671"/>
                </a:lnTo>
                <a:lnTo>
                  <a:pt x="149" y="8"/>
                </a:lnTo>
                <a:lnTo>
                  <a:pt x="150" y="283"/>
                </a:lnTo>
                <a:lnTo>
                  <a:pt x="150" y="283"/>
                </a:lnTo>
                <a:lnTo>
                  <a:pt x="150" y="671"/>
                </a:lnTo>
                <a:lnTo>
                  <a:pt x="151" y="8"/>
                </a:lnTo>
                <a:lnTo>
                  <a:pt x="152" y="568"/>
                </a:lnTo>
                <a:lnTo>
                  <a:pt x="152" y="568"/>
                </a:lnTo>
                <a:lnTo>
                  <a:pt x="154" y="8"/>
                </a:lnTo>
                <a:lnTo>
                  <a:pt x="154" y="670"/>
                </a:lnTo>
                <a:lnTo>
                  <a:pt x="154" y="356"/>
                </a:lnTo>
                <a:lnTo>
                  <a:pt x="154" y="356"/>
                </a:lnTo>
                <a:lnTo>
                  <a:pt x="155" y="8"/>
                </a:lnTo>
                <a:lnTo>
                  <a:pt x="155" y="671"/>
                </a:lnTo>
                <a:lnTo>
                  <a:pt x="156" y="619"/>
                </a:lnTo>
                <a:lnTo>
                  <a:pt x="156" y="619"/>
                </a:lnTo>
                <a:lnTo>
                  <a:pt x="157" y="671"/>
                </a:lnTo>
                <a:lnTo>
                  <a:pt x="158" y="8"/>
                </a:lnTo>
                <a:lnTo>
                  <a:pt x="158" y="86"/>
                </a:lnTo>
                <a:lnTo>
                  <a:pt x="158" y="86"/>
                </a:lnTo>
                <a:lnTo>
                  <a:pt x="159" y="671"/>
                </a:lnTo>
                <a:lnTo>
                  <a:pt x="160" y="8"/>
                </a:lnTo>
                <a:lnTo>
                  <a:pt x="160" y="146"/>
                </a:lnTo>
                <a:lnTo>
                  <a:pt x="160" y="146"/>
                </a:lnTo>
                <a:lnTo>
                  <a:pt x="160" y="8"/>
                </a:lnTo>
                <a:lnTo>
                  <a:pt x="162" y="671"/>
                </a:lnTo>
                <a:lnTo>
                  <a:pt x="162" y="242"/>
                </a:lnTo>
                <a:lnTo>
                  <a:pt x="162" y="242"/>
                </a:lnTo>
                <a:lnTo>
                  <a:pt x="162" y="8"/>
                </a:lnTo>
                <a:lnTo>
                  <a:pt x="162" y="671"/>
                </a:lnTo>
                <a:lnTo>
                  <a:pt x="164" y="243"/>
                </a:lnTo>
                <a:lnTo>
                  <a:pt x="164" y="243"/>
                </a:lnTo>
                <a:lnTo>
                  <a:pt x="165" y="670"/>
                </a:lnTo>
                <a:lnTo>
                  <a:pt x="165" y="8"/>
                </a:lnTo>
                <a:lnTo>
                  <a:pt x="166" y="312"/>
                </a:lnTo>
                <a:lnTo>
                  <a:pt x="166" y="312"/>
                </a:lnTo>
                <a:lnTo>
                  <a:pt x="167" y="8"/>
                </a:lnTo>
                <a:lnTo>
                  <a:pt x="168" y="671"/>
                </a:lnTo>
                <a:lnTo>
                  <a:pt x="168" y="637"/>
                </a:lnTo>
                <a:lnTo>
                  <a:pt x="168" y="638"/>
                </a:lnTo>
                <a:lnTo>
                  <a:pt x="168" y="671"/>
                </a:lnTo>
                <a:lnTo>
                  <a:pt x="170" y="8"/>
                </a:lnTo>
                <a:lnTo>
                  <a:pt x="170" y="123"/>
                </a:lnTo>
                <a:lnTo>
                  <a:pt x="170" y="123"/>
                </a:lnTo>
                <a:lnTo>
                  <a:pt x="171" y="8"/>
                </a:lnTo>
                <a:lnTo>
                  <a:pt x="172" y="671"/>
                </a:lnTo>
                <a:lnTo>
                  <a:pt x="172" y="318"/>
                </a:lnTo>
                <a:lnTo>
                  <a:pt x="172" y="318"/>
                </a:lnTo>
                <a:lnTo>
                  <a:pt x="173" y="9"/>
                </a:lnTo>
                <a:lnTo>
                  <a:pt x="174" y="671"/>
                </a:lnTo>
                <a:lnTo>
                  <a:pt x="174" y="51"/>
                </a:lnTo>
                <a:lnTo>
                  <a:pt x="174" y="52"/>
                </a:lnTo>
                <a:lnTo>
                  <a:pt x="175" y="8"/>
                </a:lnTo>
                <a:lnTo>
                  <a:pt x="175" y="671"/>
                </a:lnTo>
                <a:lnTo>
                  <a:pt x="176" y="145"/>
                </a:lnTo>
                <a:lnTo>
                  <a:pt x="176" y="145"/>
                </a:lnTo>
                <a:lnTo>
                  <a:pt x="177" y="9"/>
                </a:lnTo>
                <a:lnTo>
                  <a:pt x="178" y="671"/>
                </a:lnTo>
                <a:lnTo>
                  <a:pt x="178" y="578"/>
                </a:lnTo>
                <a:lnTo>
                  <a:pt x="178" y="578"/>
                </a:lnTo>
                <a:lnTo>
                  <a:pt x="178" y="671"/>
                </a:lnTo>
                <a:lnTo>
                  <a:pt x="179" y="8"/>
                </a:lnTo>
                <a:lnTo>
                  <a:pt x="180" y="220"/>
                </a:lnTo>
                <a:lnTo>
                  <a:pt x="180" y="220"/>
                </a:lnTo>
                <a:lnTo>
                  <a:pt x="180" y="671"/>
                </a:lnTo>
                <a:lnTo>
                  <a:pt x="181" y="8"/>
                </a:lnTo>
                <a:lnTo>
                  <a:pt x="182" y="303"/>
                </a:lnTo>
                <a:lnTo>
                  <a:pt x="182" y="303"/>
                </a:lnTo>
                <a:lnTo>
                  <a:pt x="182" y="8"/>
                </a:lnTo>
                <a:lnTo>
                  <a:pt x="184" y="671"/>
                </a:lnTo>
                <a:lnTo>
                  <a:pt x="184" y="586"/>
                </a:lnTo>
                <a:lnTo>
                  <a:pt x="184" y="586"/>
                </a:lnTo>
                <a:lnTo>
                  <a:pt x="185" y="8"/>
                </a:lnTo>
                <a:lnTo>
                  <a:pt x="185" y="671"/>
                </a:lnTo>
                <a:lnTo>
                  <a:pt x="186" y="164"/>
                </a:lnTo>
                <a:lnTo>
                  <a:pt x="186" y="164"/>
                </a:lnTo>
                <a:lnTo>
                  <a:pt x="187" y="8"/>
                </a:lnTo>
                <a:lnTo>
                  <a:pt x="187" y="671"/>
                </a:lnTo>
                <a:lnTo>
                  <a:pt x="188" y="151"/>
                </a:lnTo>
                <a:lnTo>
                  <a:pt x="188" y="151"/>
                </a:lnTo>
                <a:lnTo>
                  <a:pt x="189" y="9"/>
                </a:lnTo>
                <a:lnTo>
                  <a:pt x="190" y="671"/>
                </a:lnTo>
                <a:lnTo>
                  <a:pt x="190" y="298"/>
                </a:lnTo>
                <a:lnTo>
                  <a:pt x="190" y="299"/>
                </a:lnTo>
                <a:lnTo>
                  <a:pt x="190" y="671"/>
                </a:lnTo>
                <a:lnTo>
                  <a:pt x="191" y="8"/>
                </a:lnTo>
                <a:lnTo>
                  <a:pt x="192" y="287"/>
                </a:lnTo>
                <a:lnTo>
                  <a:pt x="192" y="287"/>
                </a:lnTo>
                <a:lnTo>
                  <a:pt x="193" y="9"/>
                </a:lnTo>
                <a:lnTo>
                  <a:pt x="194" y="671"/>
                </a:lnTo>
                <a:lnTo>
                  <a:pt x="194" y="291"/>
                </a:lnTo>
                <a:lnTo>
                  <a:pt x="194" y="291"/>
                </a:lnTo>
                <a:lnTo>
                  <a:pt x="195" y="671"/>
                </a:lnTo>
                <a:lnTo>
                  <a:pt x="196" y="9"/>
                </a:lnTo>
                <a:lnTo>
                  <a:pt x="196" y="124"/>
                </a:lnTo>
                <a:lnTo>
                  <a:pt x="196" y="124"/>
                </a:lnTo>
                <a:lnTo>
                  <a:pt x="197" y="8"/>
                </a:lnTo>
                <a:lnTo>
                  <a:pt x="198" y="671"/>
                </a:lnTo>
                <a:lnTo>
                  <a:pt x="198" y="466"/>
                </a:lnTo>
                <a:lnTo>
                  <a:pt x="198" y="466"/>
                </a:lnTo>
                <a:lnTo>
                  <a:pt x="199" y="8"/>
                </a:lnTo>
                <a:lnTo>
                  <a:pt x="200" y="671"/>
                </a:lnTo>
                <a:lnTo>
                  <a:pt x="200" y="456"/>
                </a:lnTo>
                <a:lnTo>
                  <a:pt x="200" y="456"/>
                </a:lnTo>
                <a:lnTo>
                  <a:pt x="201" y="8"/>
                </a:lnTo>
                <a:lnTo>
                  <a:pt x="202" y="671"/>
                </a:lnTo>
                <a:lnTo>
                  <a:pt x="202" y="481"/>
                </a:lnTo>
                <a:lnTo>
                  <a:pt x="202" y="481"/>
                </a:lnTo>
                <a:lnTo>
                  <a:pt x="203" y="671"/>
                </a:lnTo>
                <a:lnTo>
                  <a:pt x="203" y="9"/>
                </a:lnTo>
                <a:lnTo>
                  <a:pt x="204" y="96"/>
                </a:lnTo>
                <a:lnTo>
                  <a:pt x="204" y="96"/>
                </a:lnTo>
                <a:lnTo>
                  <a:pt x="205" y="9"/>
                </a:lnTo>
                <a:lnTo>
                  <a:pt x="206" y="671"/>
                </a:lnTo>
                <a:lnTo>
                  <a:pt x="206" y="414"/>
                </a:lnTo>
                <a:lnTo>
                  <a:pt x="206" y="414"/>
                </a:lnTo>
                <a:lnTo>
                  <a:pt x="206" y="671"/>
                </a:lnTo>
                <a:lnTo>
                  <a:pt x="208" y="8"/>
                </a:lnTo>
                <a:lnTo>
                  <a:pt x="208" y="552"/>
                </a:lnTo>
                <a:lnTo>
                  <a:pt x="208" y="551"/>
                </a:lnTo>
                <a:lnTo>
                  <a:pt x="209" y="8"/>
                </a:lnTo>
                <a:lnTo>
                  <a:pt x="210" y="670"/>
                </a:lnTo>
                <a:lnTo>
                  <a:pt x="210" y="273"/>
                </a:lnTo>
                <a:lnTo>
                  <a:pt x="210" y="273"/>
                </a:lnTo>
                <a:lnTo>
                  <a:pt x="212" y="671"/>
                </a:lnTo>
                <a:lnTo>
                  <a:pt x="212" y="8"/>
                </a:lnTo>
                <a:lnTo>
                  <a:pt x="212" y="320"/>
                </a:lnTo>
                <a:lnTo>
                  <a:pt x="212" y="320"/>
                </a:lnTo>
                <a:lnTo>
                  <a:pt x="214" y="8"/>
                </a:lnTo>
                <a:lnTo>
                  <a:pt x="214" y="671"/>
                </a:lnTo>
                <a:lnTo>
                  <a:pt x="214" y="52"/>
                </a:lnTo>
                <a:lnTo>
                  <a:pt x="214" y="52"/>
                </a:lnTo>
                <a:lnTo>
                  <a:pt x="215" y="8"/>
                </a:lnTo>
                <a:lnTo>
                  <a:pt x="215" y="671"/>
                </a:lnTo>
                <a:lnTo>
                  <a:pt x="216" y="648"/>
                </a:lnTo>
                <a:lnTo>
                  <a:pt x="216" y="648"/>
                </a:lnTo>
                <a:lnTo>
                  <a:pt x="217" y="671"/>
                </a:lnTo>
                <a:lnTo>
                  <a:pt x="218" y="8"/>
                </a:lnTo>
                <a:lnTo>
                  <a:pt x="218" y="276"/>
                </a:lnTo>
                <a:lnTo>
                  <a:pt x="218" y="276"/>
                </a:lnTo>
                <a:lnTo>
                  <a:pt x="219" y="8"/>
                </a:lnTo>
                <a:lnTo>
                  <a:pt x="220" y="671"/>
                </a:lnTo>
                <a:lnTo>
                  <a:pt x="220" y="9"/>
                </a:lnTo>
                <a:lnTo>
                  <a:pt x="220" y="9"/>
                </a:lnTo>
                <a:lnTo>
                  <a:pt x="221" y="671"/>
                </a:lnTo>
                <a:lnTo>
                  <a:pt x="221" y="8"/>
                </a:lnTo>
                <a:lnTo>
                  <a:pt x="222" y="389"/>
                </a:lnTo>
                <a:lnTo>
                  <a:pt x="222" y="389"/>
                </a:lnTo>
                <a:lnTo>
                  <a:pt x="223" y="671"/>
                </a:lnTo>
                <a:lnTo>
                  <a:pt x="224" y="8"/>
                </a:lnTo>
                <a:lnTo>
                  <a:pt x="224" y="423"/>
                </a:lnTo>
                <a:lnTo>
                  <a:pt x="224" y="423"/>
                </a:lnTo>
                <a:lnTo>
                  <a:pt x="226" y="671"/>
                </a:lnTo>
                <a:lnTo>
                  <a:pt x="226" y="8"/>
                </a:lnTo>
                <a:lnTo>
                  <a:pt x="226" y="520"/>
                </a:lnTo>
                <a:lnTo>
                  <a:pt x="226" y="520"/>
                </a:lnTo>
                <a:lnTo>
                  <a:pt x="227" y="670"/>
                </a:lnTo>
                <a:lnTo>
                  <a:pt x="228" y="8"/>
                </a:lnTo>
                <a:lnTo>
                  <a:pt x="228" y="479"/>
                </a:lnTo>
                <a:lnTo>
                  <a:pt x="228" y="479"/>
                </a:lnTo>
                <a:lnTo>
                  <a:pt x="229" y="8"/>
                </a:lnTo>
                <a:lnTo>
                  <a:pt x="230" y="671"/>
                </a:lnTo>
                <a:lnTo>
                  <a:pt x="230" y="626"/>
                </a:lnTo>
                <a:lnTo>
                  <a:pt x="230" y="626"/>
                </a:lnTo>
                <a:lnTo>
                  <a:pt x="232" y="8"/>
                </a:lnTo>
                <a:lnTo>
                  <a:pt x="232" y="671"/>
                </a:lnTo>
                <a:lnTo>
                  <a:pt x="232" y="220"/>
                </a:lnTo>
                <a:lnTo>
                  <a:pt x="232" y="220"/>
                </a:lnTo>
                <a:lnTo>
                  <a:pt x="233" y="671"/>
                </a:lnTo>
                <a:lnTo>
                  <a:pt x="234" y="8"/>
                </a:lnTo>
                <a:lnTo>
                  <a:pt x="234" y="628"/>
                </a:lnTo>
                <a:lnTo>
                  <a:pt x="234" y="628"/>
                </a:lnTo>
                <a:lnTo>
                  <a:pt x="236" y="8"/>
                </a:lnTo>
                <a:lnTo>
                  <a:pt x="236" y="670"/>
                </a:lnTo>
                <a:lnTo>
                  <a:pt x="236" y="574"/>
                </a:lnTo>
                <a:lnTo>
                  <a:pt x="236" y="574"/>
                </a:lnTo>
                <a:lnTo>
                  <a:pt x="237" y="8"/>
                </a:lnTo>
                <a:lnTo>
                  <a:pt x="238" y="671"/>
                </a:lnTo>
                <a:lnTo>
                  <a:pt x="238" y="386"/>
                </a:lnTo>
                <a:lnTo>
                  <a:pt x="238" y="386"/>
                </a:lnTo>
                <a:lnTo>
                  <a:pt x="239" y="671"/>
                </a:lnTo>
                <a:lnTo>
                  <a:pt x="239" y="8"/>
                </a:lnTo>
                <a:lnTo>
                  <a:pt x="240" y="130"/>
                </a:lnTo>
                <a:lnTo>
                  <a:pt x="240" y="130"/>
                </a:lnTo>
                <a:lnTo>
                  <a:pt x="241" y="8"/>
                </a:lnTo>
                <a:lnTo>
                  <a:pt x="242" y="671"/>
                </a:lnTo>
                <a:lnTo>
                  <a:pt x="242" y="321"/>
                </a:lnTo>
                <a:lnTo>
                  <a:pt x="242" y="321"/>
                </a:lnTo>
                <a:lnTo>
                  <a:pt x="243" y="9"/>
                </a:lnTo>
                <a:lnTo>
                  <a:pt x="244" y="671"/>
                </a:lnTo>
                <a:lnTo>
                  <a:pt x="244" y="511"/>
                </a:lnTo>
                <a:lnTo>
                  <a:pt x="244" y="511"/>
                </a:lnTo>
                <a:lnTo>
                  <a:pt x="244" y="8"/>
                </a:lnTo>
                <a:lnTo>
                  <a:pt x="245" y="671"/>
                </a:lnTo>
                <a:lnTo>
                  <a:pt x="246" y="239"/>
                </a:lnTo>
                <a:lnTo>
                  <a:pt x="246" y="239"/>
                </a:lnTo>
                <a:lnTo>
                  <a:pt x="247" y="671"/>
                </a:lnTo>
                <a:lnTo>
                  <a:pt x="248" y="8"/>
                </a:lnTo>
                <a:lnTo>
                  <a:pt x="248" y="259"/>
                </a:lnTo>
                <a:lnTo>
                  <a:pt x="248" y="259"/>
                </a:lnTo>
                <a:lnTo>
                  <a:pt x="249" y="8"/>
                </a:lnTo>
                <a:lnTo>
                  <a:pt x="250" y="671"/>
                </a:lnTo>
                <a:lnTo>
                  <a:pt x="250" y="459"/>
                </a:lnTo>
                <a:lnTo>
                  <a:pt x="250" y="459"/>
                </a:lnTo>
                <a:lnTo>
                  <a:pt x="251" y="8"/>
                </a:lnTo>
                <a:lnTo>
                  <a:pt x="252" y="671"/>
                </a:lnTo>
                <a:lnTo>
                  <a:pt x="252" y="425"/>
                </a:lnTo>
                <a:lnTo>
                  <a:pt x="252" y="425"/>
                </a:lnTo>
                <a:lnTo>
                  <a:pt x="253" y="671"/>
                </a:lnTo>
                <a:lnTo>
                  <a:pt x="255" y="8"/>
                </a:lnTo>
                <a:lnTo>
                  <a:pt x="255" y="499"/>
                </a:lnTo>
                <a:lnTo>
                  <a:pt x="255" y="498"/>
                </a:lnTo>
                <a:lnTo>
                  <a:pt x="255" y="8"/>
                </a:lnTo>
                <a:lnTo>
                  <a:pt x="255" y="670"/>
                </a:lnTo>
                <a:lnTo>
                  <a:pt x="256" y="469"/>
                </a:lnTo>
                <a:lnTo>
                  <a:pt x="256" y="469"/>
                </a:lnTo>
                <a:lnTo>
                  <a:pt x="257" y="8"/>
                </a:lnTo>
                <a:lnTo>
                  <a:pt x="258" y="671"/>
                </a:lnTo>
                <a:lnTo>
                  <a:pt x="258" y="22"/>
                </a:lnTo>
                <a:lnTo>
                  <a:pt x="258" y="22"/>
                </a:lnTo>
                <a:lnTo>
                  <a:pt x="259" y="8"/>
                </a:lnTo>
                <a:lnTo>
                  <a:pt x="260" y="670"/>
                </a:lnTo>
                <a:lnTo>
                  <a:pt x="261" y="282"/>
                </a:lnTo>
                <a:lnTo>
                  <a:pt x="261" y="282"/>
                </a:lnTo>
                <a:lnTo>
                  <a:pt x="261" y="8"/>
                </a:lnTo>
                <a:lnTo>
                  <a:pt x="262" y="670"/>
                </a:lnTo>
                <a:lnTo>
                  <a:pt x="262" y="98"/>
                </a:lnTo>
                <a:lnTo>
                  <a:pt x="262" y="98"/>
                </a:lnTo>
                <a:lnTo>
                  <a:pt x="263" y="8"/>
                </a:lnTo>
                <a:lnTo>
                  <a:pt x="264" y="671"/>
                </a:lnTo>
                <a:lnTo>
                  <a:pt x="264" y="522"/>
                </a:lnTo>
                <a:lnTo>
                  <a:pt x="264" y="522"/>
                </a:lnTo>
                <a:lnTo>
                  <a:pt x="265" y="8"/>
                </a:lnTo>
                <a:lnTo>
                  <a:pt x="266" y="671"/>
                </a:lnTo>
                <a:lnTo>
                  <a:pt x="267" y="89"/>
                </a:lnTo>
                <a:lnTo>
                  <a:pt x="267" y="89"/>
                </a:lnTo>
                <a:lnTo>
                  <a:pt x="267" y="671"/>
                </a:lnTo>
                <a:lnTo>
                  <a:pt x="268" y="9"/>
                </a:lnTo>
                <a:lnTo>
                  <a:pt x="268" y="639"/>
                </a:lnTo>
                <a:lnTo>
                  <a:pt x="268" y="639"/>
                </a:lnTo>
                <a:lnTo>
                  <a:pt x="270" y="8"/>
                </a:lnTo>
                <a:lnTo>
                  <a:pt x="270" y="671"/>
                </a:lnTo>
                <a:lnTo>
                  <a:pt x="270" y="191"/>
                </a:lnTo>
                <a:lnTo>
                  <a:pt x="270" y="192"/>
                </a:lnTo>
                <a:lnTo>
                  <a:pt x="272" y="9"/>
                </a:lnTo>
                <a:lnTo>
                  <a:pt x="272" y="671"/>
                </a:lnTo>
                <a:lnTo>
                  <a:pt x="273" y="130"/>
                </a:lnTo>
                <a:lnTo>
                  <a:pt x="273" y="130"/>
                </a:lnTo>
                <a:lnTo>
                  <a:pt x="273" y="671"/>
                </a:lnTo>
                <a:lnTo>
                  <a:pt x="274" y="9"/>
                </a:lnTo>
                <a:lnTo>
                  <a:pt x="274" y="346"/>
                </a:lnTo>
                <a:lnTo>
                  <a:pt x="274" y="346"/>
                </a:lnTo>
                <a:lnTo>
                  <a:pt x="275" y="8"/>
                </a:lnTo>
                <a:lnTo>
                  <a:pt x="276" y="671"/>
                </a:lnTo>
                <a:lnTo>
                  <a:pt x="276" y="100"/>
                </a:lnTo>
                <a:lnTo>
                  <a:pt x="276" y="100"/>
                </a:lnTo>
                <a:lnTo>
                  <a:pt x="277" y="671"/>
                </a:lnTo>
                <a:lnTo>
                  <a:pt x="277" y="8"/>
                </a:lnTo>
                <a:lnTo>
                  <a:pt x="279" y="92"/>
                </a:lnTo>
                <a:lnTo>
                  <a:pt x="279" y="92"/>
                </a:lnTo>
                <a:lnTo>
                  <a:pt x="279" y="671"/>
                </a:lnTo>
                <a:lnTo>
                  <a:pt x="280" y="8"/>
                </a:lnTo>
                <a:lnTo>
                  <a:pt x="280" y="618"/>
                </a:lnTo>
                <a:lnTo>
                  <a:pt x="280" y="618"/>
                </a:lnTo>
                <a:lnTo>
                  <a:pt x="282" y="8"/>
                </a:lnTo>
                <a:lnTo>
                  <a:pt x="282" y="671"/>
                </a:lnTo>
                <a:lnTo>
                  <a:pt x="282" y="542"/>
                </a:lnTo>
                <a:lnTo>
                  <a:pt x="282" y="542"/>
                </a:lnTo>
                <a:lnTo>
                  <a:pt x="283" y="671"/>
                </a:lnTo>
                <a:lnTo>
                  <a:pt x="284" y="8"/>
                </a:lnTo>
                <a:lnTo>
                  <a:pt x="285" y="442"/>
                </a:lnTo>
                <a:lnTo>
                  <a:pt x="285" y="441"/>
                </a:lnTo>
                <a:lnTo>
                  <a:pt x="285" y="8"/>
                </a:lnTo>
                <a:lnTo>
                  <a:pt x="286" y="671"/>
                </a:lnTo>
                <a:lnTo>
                  <a:pt x="286" y="468"/>
                </a:lnTo>
                <a:lnTo>
                  <a:pt x="286" y="468"/>
                </a:lnTo>
                <a:lnTo>
                  <a:pt x="287" y="671"/>
                </a:lnTo>
                <a:lnTo>
                  <a:pt x="288" y="8"/>
                </a:lnTo>
                <a:lnTo>
                  <a:pt x="288" y="40"/>
                </a:lnTo>
                <a:lnTo>
                  <a:pt x="288" y="40"/>
                </a:lnTo>
                <a:lnTo>
                  <a:pt x="289" y="8"/>
                </a:lnTo>
                <a:lnTo>
                  <a:pt x="290" y="671"/>
                </a:lnTo>
                <a:lnTo>
                  <a:pt x="291" y="416"/>
                </a:lnTo>
                <a:lnTo>
                  <a:pt x="291" y="416"/>
                </a:lnTo>
                <a:lnTo>
                  <a:pt x="291" y="8"/>
                </a:lnTo>
                <a:lnTo>
                  <a:pt x="292" y="671"/>
                </a:lnTo>
                <a:lnTo>
                  <a:pt x="292" y="598"/>
                </a:lnTo>
                <a:lnTo>
                  <a:pt x="292" y="598"/>
                </a:lnTo>
                <a:lnTo>
                  <a:pt x="293" y="671"/>
                </a:lnTo>
                <a:lnTo>
                  <a:pt x="294" y="8"/>
                </a:lnTo>
                <a:lnTo>
                  <a:pt x="294" y="337"/>
                </a:lnTo>
                <a:lnTo>
                  <a:pt x="294" y="337"/>
                </a:lnTo>
                <a:lnTo>
                  <a:pt x="295" y="8"/>
                </a:lnTo>
                <a:lnTo>
                  <a:pt x="295" y="671"/>
                </a:lnTo>
                <a:lnTo>
                  <a:pt x="297" y="413"/>
                </a:lnTo>
                <a:lnTo>
                  <a:pt x="297" y="413"/>
                </a:lnTo>
                <a:lnTo>
                  <a:pt x="298" y="8"/>
                </a:lnTo>
                <a:lnTo>
                  <a:pt x="298" y="671"/>
                </a:lnTo>
                <a:lnTo>
                  <a:pt x="298" y="252"/>
                </a:lnTo>
                <a:lnTo>
                  <a:pt x="298" y="252"/>
                </a:lnTo>
                <a:lnTo>
                  <a:pt x="299" y="671"/>
                </a:lnTo>
                <a:lnTo>
                  <a:pt x="300" y="9"/>
                </a:lnTo>
                <a:lnTo>
                  <a:pt x="300" y="151"/>
                </a:lnTo>
                <a:lnTo>
                  <a:pt x="300" y="151"/>
                </a:lnTo>
                <a:lnTo>
                  <a:pt x="301" y="9"/>
                </a:lnTo>
                <a:lnTo>
                  <a:pt x="302" y="671"/>
                </a:lnTo>
                <a:lnTo>
                  <a:pt x="303" y="549"/>
                </a:lnTo>
                <a:lnTo>
                  <a:pt x="303" y="549"/>
                </a:lnTo>
                <a:lnTo>
                  <a:pt x="303" y="9"/>
                </a:lnTo>
                <a:lnTo>
                  <a:pt x="303" y="671"/>
                </a:lnTo>
                <a:lnTo>
                  <a:pt x="304" y="569"/>
                </a:lnTo>
                <a:lnTo>
                  <a:pt x="304" y="569"/>
                </a:lnTo>
                <a:lnTo>
                  <a:pt x="305" y="8"/>
                </a:lnTo>
                <a:lnTo>
                  <a:pt x="306" y="671"/>
                </a:lnTo>
                <a:lnTo>
                  <a:pt x="306" y="55"/>
                </a:lnTo>
                <a:lnTo>
                  <a:pt x="306" y="55"/>
                </a:lnTo>
                <a:lnTo>
                  <a:pt x="307" y="671"/>
                </a:lnTo>
                <a:lnTo>
                  <a:pt x="308" y="8"/>
                </a:lnTo>
                <a:lnTo>
                  <a:pt x="309" y="280"/>
                </a:lnTo>
                <a:lnTo>
                  <a:pt x="309" y="280"/>
                </a:lnTo>
                <a:lnTo>
                  <a:pt x="309" y="8"/>
                </a:lnTo>
                <a:lnTo>
                  <a:pt x="310" y="670"/>
                </a:lnTo>
                <a:lnTo>
                  <a:pt x="310" y="440"/>
                </a:lnTo>
                <a:lnTo>
                  <a:pt x="310" y="439"/>
                </a:lnTo>
                <a:lnTo>
                  <a:pt x="310" y="8"/>
                </a:lnTo>
                <a:lnTo>
                  <a:pt x="311" y="671"/>
                </a:lnTo>
                <a:lnTo>
                  <a:pt x="312" y="543"/>
                </a:lnTo>
                <a:lnTo>
                  <a:pt x="312" y="543"/>
                </a:lnTo>
                <a:lnTo>
                  <a:pt x="313" y="8"/>
                </a:lnTo>
                <a:lnTo>
                  <a:pt x="313" y="671"/>
                </a:lnTo>
                <a:lnTo>
                  <a:pt x="315" y="185"/>
                </a:lnTo>
                <a:lnTo>
                  <a:pt x="315" y="185"/>
                </a:lnTo>
                <a:lnTo>
                  <a:pt x="316" y="671"/>
                </a:lnTo>
                <a:lnTo>
                  <a:pt x="316" y="8"/>
                </a:lnTo>
                <a:lnTo>
                  <a:pt x="316" y="586"/>
                </a:lnTo>
                <a:lnTo>
                  <a:pt x="316" y="586"/>
                </a:lnTo>
                <a:lnTo>
                  <a:pt x="317" y="671"/>
                </a:lnTo>
                <a:lnTo>
                  <a:pt x="318" y="8"/>
                </a:lnTo>
                <a:lnTo>
                  <a:pt x="318" y="526"/>
                </a:lnTo>
                <a:lnTo>
                  <a:pt x="318" y="526"/>
                </a:lnTo>
                <a:lnTo>
                  <a:pt x="319" y="671"/>
                </a:lnTo>
                <a:lnTo>
                  <a:pt x="320" y="8"/>
                </a:lnTo>
                <a:lnTo>
                  <a:pt x="321" y="440"/>
                </a:lnTo>
                <a:lnTo>
                  <a:pt x="321" y="440"/>
                </a:lnTo>
                <a:lnTo>
                  <a:pt x="323" y="8"/>
                </a:lnTo>
                <a:lnTo>
                  <a:pt x="323" y="671"/>
                </a:lnTo>
                <a:lnTo>
                  <a:pt x="323" y="607"/>
                </a:lnTo>
                <a:lnTo>
                  <a:pt x="323" y="607"/>
                </a:lnTo>
                <a:lnTo>
                  <a:pt x="324" y="671"/>
                </a:lnTo>
                <a:lnTo>
                  <a:pt x="324" y="8"/>
                </a:lnTo>
                <a:lnTo>
                  <a:pt x="324" y="57"/>
                </a:lnTo>
                <a:lnTo>
                  <a:pt x="324" y="57"/>
                </a:lnTo>
                <a:lnTo>
                  <a:pt x="325" y="8"/>
                </a:lnTo>
                <a:lnTo>
                  <a:pt x="326" y="671"/>
                </a:lnTo>
                <a:lnTo>
                  <a:pt x="327" y="291"/>
                </a:lnTo>
                <a:lnTo>
                  <a:pt x="327" y="291"/>
                </a:lnTo>
                <a:lnTo>
                  <a:pt x="328" y="8"/>
                </a:lnTo>
                <a:lnTo>
                  <a:pt x="328" y="670"/>
                </a:lnTo>
                <a:lnTo>
                  <a:pt x="329" y="109"/>
                </a:lnTo>
                <a:lnTo>
                  <a:pt x="329" y="109"/>
                </a:lnTo>
                <a:lnTo>
                  <a:pt x="330" y="8"/>
                </a:lnTo>
                <a:lnTo>
                  <a:pt x="330" y="671"/>
                </a:lnTo>
                <a:lnTo>
                  <a:pt x="330" y="116"/>
                </a:lnTo>
                <a:lnTo>
                  <a:pt x="330" y="116"/>
                </a:lnTo>
                <a:lnTo>
                  <a:pt x="331" y="8"/>
                </a:lnTo>
                <a:lnTo>
                  <a:pt x="332" y="671"/>
                </a:lnTo>
                <a:lnTo>
                  <a:pt x="333" y="386"/>
                </a:lnTo>
                <a:lnTo>
                  <a:pt x="333" y="386"/>
                </a:lnTo>
                <a:lnTo>
                  <a:pt x="333" y="671"/>
                </a:lnTo>
                <a:lnTo>
                  <a:pt x="334" y="8"/>
                </a:lnTo>
                <a:lnTo>
                  <a:pt x="335" y="282"/>
                </a:lnTo>
                <a:lnTo>
                  <a:pt x="335" y="282"/>
                </a:lnTo>
                <a:lnTo>
                  <a:pt x="336" y="671"/>
                </a:lnTo>
                <a:lnTo>
                  <a:pt x="336" y="8"/>
                </a:lnTo>
                <a:lnTo>
                  <a:pt x="336" y="349"/>
                </a:lnTo>
                <a:lnTo>
                  <a:pt x="336" y="349"/>
                </a:lnTo>
                <a:lnTo>
                  <a:pt x="338" y="8"/>
                </a:lnTo>
                <a:lnTo>
                  <a:pt x="338" y="671"/>
                </a:lnTo>
                <a:lnTo>
                  <a:pt x="339" y="607"/>
                </a:lnTo>
                <a:lnTo>
                  <a:pt x="339" y="607"/>
                </a:lnTo>
                <a:lnTo>
                  <a:pt x="339" y="671"/>
                </a:lnTo>
                <a:lnTo>
                  <a:pt x="341" y="8"/>
                </a:lnTo>
                <a:lnTo>
                  <a:pt x="341" y="190"/>
                </a:lnTo>
                <a:lnTo>
                  <a:pt x="341" y="190"/>
                </a:lnTo>
                <a:lnTo>
                  <a:pt x="341" y="8"/>
                </a:lnTo>
                <a:lnTo>
                  <a:pt x="342" y="671"/>
                </a:lnTo>
                <a:lnTo>
                  <a:pt x="342" y="62"/>
                </a:lnTo>
                <a:lnTo>
                  <a:pt x="342" y="62"/>
                </a:lnTo>
                <a:lnTo>
                  <a:pt x="343" y="8"/>
                </a:lnTo>
                <a:lnTo>
                  <a:pt x="344" y="670"/>
                </a:lnTo>
                <a:lnTo>
                  <a:pt x="345" y="240"/>
                </a:lnTo>
                <a:lnTo>
                  <a:pt x="345" y="240"/>
                </a:lnTo>
                <a:lnTo>
                  <a:pt x="345" y="671"/>
                </a:lnTo>
                <a:lnTo>
                  <a:pt x="347" y="8"/>
                </a:lnTo>
                <a:lnTo>
                  <a:pt x="347" y="567"/>
                </a:lnTo>
                <a:lnTo>
                  <a:pt x="347" y="567"/>
                </a:lnTo>
                <a:lnTo>
                  <a:pt x="347" y="8"/>
                </a:lnTo>
                <a:lnTo>
                  <a:pt x="348" y="671"/>
                </a:lnTo>
                <a:lnTo>
                  <a:pt x="348" y="75"/>
                </a:lnTo>
                <a:lnTo>
                  <a:pt x="348" y="75"/>
                </a:lnTo>
                <a:lnTo>
                  <a:pt x="350" y="671"/>
                </a:lnTo>
                <a:lnTo>
                  <a:pt x="350" y="8"/>
                </a:lnTo>
                <a:lnTo>
                  <a:pt x="351" y="482"/>
                </a:lnTo>
                <a:lnTo>
                  <a:pt x="351" y="482"/>
                </a:lnTo>
                <a:lnTo>
                  <a:pt x="352" y="8"/>
                </a:lnTo>
                <a:lnTo>
                  <a:pt x="353" y="671"/>
                </a:lnTo>
                <a:lnTo>
                  <a:pt x="353" y="190"/>
                </a:lnTo>
                <a:lnTo>
                  <a:pt x="353" y="190"/>
                </a:lnTo>
                <a:lnTo>
                  <a:pt x="353" y="8"/>
                </a:lnTo>
                <a:lnTo>
                  <a:pt x="354" y="671"/>
                </a:lnTo>
                <a:lnTo>
                  <a:pt x="354" y="446"/>
                </a:lnTo>
                <a:lnTo>
                  <a:pt x="354" y="447"/>
                </a:lnTo>
                <a:lnTo>
                  <a:pt x="355" y="8"/>
                </a:lnTo>
                <a:lnTo>
                  <a:pt x="356" y="671"/>
                </a:lnTo>
                <a:lnTo>
                  <a:pt x="357" y="535"/>
                </a:lnTo>
                <a:lnTo>
                  <a:pt x="357" y="535"/>
                </a:lnTo>
                <a:lnTo>
                  <a:pt x="358" y="8"/>
                </a:lnTo>
                <a:lnTo>
                  <a:pt x="359" y="671"/>
                </a:lnTo>
                <a:lnTo>
                  <a:pt x="359" y="85"/>
                </a:lnTo>
                <a:lnTo>
                  <a:pt x="359" y="85"/>
                </a:lnTo>
                <a:lnTo>
                  <a:pt x="359" y="671"/>
                </a:lnTo>
                <a:lnTo>
                  <a:pt x="360" y="9"/>
                </a:lnTo>
                <a:lnTo>
                  <a:pt x="360" y="540"/>
                </a:lnTo>
                <a:lnTo>
                  <a:pt x="360" y="540"/>
                </a:lnTo>
                <a:lnTo>
                  <a:pt x="361" y="8"/>
                </a:lnTo>
                <a:lnTo>
                  <a:pt x="362" y="671"/>
                </a:lnTo>
                <a:lnTo>
                  <a:pt x="363" y="288"/>
                </a:lnTo>
                <a:lnTo>
                  <a:pt x="363" y="288"/>
                </a:lnTo>
                <a:lnTo>
                  <a:pt x="363" y="8"/>
                </a:lnTo>
                <a:lnTo>
                  <a:pt x="364" y="671"/>
                </a:lnTo>
                <a:lnTo>
                  <a:pt x="365" y="535"/>
                </a:lnTo>
                <a:lnTo>
                  <a:pt x="365" y="535"/>
                </a:lnTo>
                <a:lnTo>
                  <a:pt x="365" y="671"/>
                </a:lnTo>
                <a:lnTo>
                  <a:pt x="366" y="9"/>
                </a:lnTo>
                <a:lnTo>
                  <a:pt x="366" y="669"/>
                </a:lnTo>
                <a:lnTo>
                  <a:pt x="366" y="669"/>
                </a:lnTo>
                <a:lnTo>
                  <a:pt x="366" y="671"/>
                </a:lnTo>
                <a:lnTo>
                  <a:pt x="368" y="8"/>
                </a:lnTo>
                <a:lnTo>
                  <a:pt x="369" y="332"/>
                </a:lnTo>
                <a:lnTo>
                  <a:pt x="369" y="332"/>
                </a:lnTo>
                <a:lnTo>
                  <a:pt x="369" y="671"/>
                </a:lnTo>
                <a:lnTo>
                  <a:pt x="370" y="8"/>
                </a:lnTo>
                <a:lnTo>
                  <a:pt x="371" y="448"/>
                </a:lnTo>
                <a:lnTo>
                  <a:pt x="371" y="448"/>
                </a:lnTo>
                <a:lnTo>
                  <a:pt x="372" y="8"/>
                </a:lnTo>
                <a:lnTo>
                  <a:pt x="372" y="671"/>
                </a:lnTo>
                <a:lnTo>
                  <a:pt x="372" y="220"/>
                </a:lnTo>
                <a:lnTo>
                  <a:pt x="372" y="220"/>
                </a:lnTo>
                <a:lnTo>
                  <a:pt x="373" y="671"/>
                </a:lnTo>
                <a:lnTo>
                  <a:pt x="374" y="8"/>
                </a:lnTo>
                <a:lnTo>
                  <a:pt x="375" y="633"/>
                </a:lnTo>
                <a:lnTo>
                  <a:pt x="375" y="633"/>
                </a:lnTo>
                <a:lnTo>
                  <a:pt x="375" y="8"/>
                </a:lnTo>
                <a:lnTo>
                  <a:pt x="376" y="671"/>
                </a:lnTo>
                <a:lnTo>
                  <a:pt x="377" y="233"/>
                </a:lnTo>
                <a:lnTo>
                  <a:pt x="377" y="233"/>
                </a:lnTo>
                <a:lnTo>
                  <a:pt x="377" y="8"/>
                </a:lnTo>
                <a:lnTo>
                  <a:pt x="378" y="671"/>
                </a:lnTo>
                <a:lnTo>
                  <a:pt x="378" y="127"/>
                </a:lnTo>
                <a:lnTo>
                  <a:pt x="378" y="127"/>
                </a:lnTo>
                <a:lnTo>
                  <a:pt x="379" y="8"/>
                </a:lnTo>
                <a:lnTo>
                  <a:pt x="381" y="671"/>
                </a:lnTo>
                <a:lnTo>
                  <a:pt x="381" y="104"/>
                </a:lnTo>
                <a:lnTo>
                  <a:pt x="381" y="104"/>
                </a:lnTo>
                <a:lnTo>
                  <a:pt x="381" y="9"/>
                </a:lnTo>
                <a:lnTo>
                  <a:pt x="382" y="671"/>
                </a:lnTo>
                <a:lnTo>
                  <a:pt x="383" y="371"/>
                </a:lnTo>
                <a:lnTo>
                  <a:pt x="383" y="371"/>
                </a:lnTo>
                <a:lnTo>
                  <a:pt x="383" y="9"/>
                </a:lnTo>
                <a:lnTo>
                  <a:pt x="384" y="671"/>
                </a:lnTo>
                <a:lnTo>
                  <a:pt x="384" y="150"/>
                </a:lnTo>
                <a:lnTo>
                  <a:pt x="384" y="149"/>
                </a:lnTo>
                <a:lnTo>
                  <a:pt x="385" y="670"/>
                </a:lnTo>
                <a:lnTo>
                  <a:pt x="386" y="8"/>
                </a:lnTo>
                <a:lnTo>
                  <a:pt x="387" y="641"/>
                </a:lnTo>
                <a:lnTo>
                  <a:pt x="387" y="641"/>
                </a:lnTo>
                <a:lnTo>
                  <a:pt x="387" y="8"/>
                </a:lnTo>
                <a:lnTo>
                  <a:pt x="389" y="671"/>
                </a:lnTo>
                <a:lnTo>
                  <a:pt x="389" y="321"/>
                </a:lnTo>
                <a:lnTo>
                  <a:pt x="389" y="321"/>
                </a:lnTo>
                <a:lnTo>
                  <a:pt x="389" y="671"/>
                </a:lnTo>
                <a:lnTo>
                  <a:pt x="390" y="8"/>
                </a:lnTo>
                <a:lnTo>
                  <a:pt x="391" y="620"/>
                </a:lnTo>
                <a:lnTo>
                  <a:pt x="391" y="620"/>
                </a:lnTo>
                <a:lnTo>
                  <a:pt x="391" y="8"/>
                </a:lnTo>
                <a:lnTo>
                  <a:pt x="391" y="671"/>
                </a:lnTo>
                <a:lnTo>
                  <a:pt x="393" y="593"/>
                </a:lnTo>
                <a:lnTo>
                  <a:pt x="393" y="593"/>
                </a:lnTo>
                <a:lnTo>
                  <a:pt x="394" y="671"/>
                </a:lnTo>
                <a:lnTo>
                  <a:pt x="394" y="8"/>
                </a:lnTo>
                <a:lnTo>
                  <a:pt x="395" y="167"/>
                </a:lnTo>
                <a:lnTo>
                  <a:pt x="395" y="167"/>
                </a:lnTo>
                <a:lnTo>
                  <a:pt x="395" y="8"/>
                </a:lnTo>
                <a:lnTo>
                  <a:pt x="395" y="670"/>
                </a:lnTo>
                <a:lnTo>
                  <a:pt x="397" y="388"/>
                </a:lnTo>
                <a:lnTo>
                  <a:pt x="397" y="388"/>
                </a:lnTo>
                <a:lnTo>
                  <a:pt x="398" y="8"/>
                </a:lnTo>
                <a:lnTo>
                  <a:pt x="398" y="671"/>
                </a:lnTo>
                <a:lnTo>
                  <a:pt x="399" y="332"/>
                </a:lnTo>
                <a:lnTo>
                  <a:pt x="399" y="332"/>
                </a:lnTo>
                <a:lnTo>
                  <a:pt x="400" y="671"/>
                </a:lnTo>
                <a:lnTo>
                  <a:pt x="401" y="8"/>
                </a:lnTo>
                <a:lnTo>
                  <a:pt x="401" y="535"/>
                </a:lnTo>
                <a:lnTo>
                  <a:pt x="401" y="535"/>
                </a:lnTo>
                <a:lnTo>
                  <a:pt x="401" y="670"/>
                </a:lnTo>
                <a:lnTo>
                  <a:pt x="401" y="8"/>
                </a:lnTo>
                <a:lnTo>
                  <a:pt x="403" y="263"/>
                </a:lnTo>
                <a:lnTo>
                  <a:pt x="403" y="262"/>
                </a:lnTo>
                <a:lnTo>
                  <a:pt x="403" y="8"/>
                </a:lnTo>
                <a:lnTo>
                  <a:pt x="404" y="671"/>
                </a:lnTo>
                <a:lnTo>
                  <a:pt x="405" y="333"/>
                </a:lnTo>
                <a:lnTo>
                  <a:pt x="405" y="333"/>
                </a:lnTo>
                <a:lnTo>
                  <a:pt x="406" y="671"/>
                </a:lnTo>
                <a:lnTo>
                  <a:pt x="406" y="8"/>
                </a:lnTo>
                <a:lnTo>
                  <a:pt x="407" y="604"/>
                </a:lnTo>
                <a:lnTo>
                  <a:pt x="407" y="604"/>
                </a:lnTo>
                <a:lnTo>
                  <a:pt x="408" y="8"/>
                </a:lnTo>
                <a:lnTo>
                  <a:pt x="409" y="671"/>
                </a:lnTo>
                <a:lnTo>
                  <a:pt x="409" y="87"/>
                </a:lnTo>
                <a:lnTo>
                  <a:pt x="409" y="87"/>
                </a:lnTo>
                <a:lnTo>
                  <a:pt x="409" y="8"/>
                </a:lnTo>
                <a:lnTo>
                  <a:pt x="410" y="671"/>
                </a:lnTo>
                <a:lnTo>
                  <a:pt x="411" y="525"/>
                </a:lnTo>
                <a:lnTo>
                  <a:pt x="411" y="525"/>
                </a:lnTo>
                <a:lnTo>
                  <a:pt x="412" y="8"/>
                </a:lnTo>
                <a:lnTo>
                  <a:pt x="413" y="671"/>
                </a:lnTo>
                <a:lnTo>
                  <a:pt x="413" y="152"/>
                </a:lnTo>
                <a:lnTo>
                  <a:pt x="413" y="152"/>
                </a:lnTo>
                <a:lnTo>
                  <a:pt x="413" y="671"/>
                </a:lnTo>
                <a:lnTo>
                  <a:pt x="415" y="8"/>
                </a:lnTo>
                <a:lnTo>
                  <a:pt x="415" y="36"/>
                </a:lnTo>
                <a:lnTo>
                  <a:pt x="415" y="36"/>
                </a:lnTo>
                <a:lnTo>
                  <a:pt x="416" y="671"/>
                </a:lnTo>
                <a:lnTo>
                  <a:pt x="416" y="8"/>
                </a:lnTo>
                <a:lnTo>
                  <a:pt x="417" y="601"/>
                </a:lnTo>
                <a:lnTo>
                  <a:pt x="417" y="601"/>
                </a:lnTo>
                <a:lnTo>
                  <a:pt x="417" y="8"/>
                </a:lnTo>
                <a:lnTo>
                  <a:pt x="418" y="671"/>
                </a:lnTo>
                <a:lnTo>
                  <a:pt x="419" y="335"/>
                </a:lnTo>
                <a:lnTo>
                  <a:pt x="419" y="335"/>
                </a:lnTo>
                <a:lnTo>
                  <a:pt x="419" y="671"/>
                </a:lnTo>
                <a:lnTo>
                  <a:pt x="420" y="8"/>
                </a:lnTo>
                <a:lnTo>
                  <a:pt x="421" y="73"/>
                </a:lnTo>
                <a:lnTo>
                  <a:pt x="421" y="73"/>
                </a:lnTo>
                <a:lnTo>
                  <a:pt x="421" y="8"/>
                </a:lnTo>
                <a:lnTo>
                  <a:pt x="422" y="671"/>
                </a:lnTo>
                <a:lnTo>
                  <a:pt x="423" y="64"/>
                </a:lnTo>
                <a:lnTo>
                  <a:pt x="423" y="64"/>
                </a:lnTo>
                <a:lnTo>
                  <a:pt x="423" y="671"/>
                </a:lnTo>
                <a:lnTo>
                  <a:pt x="424" y="8"/>
                </a:lnTo>
                <a:lnTo>
                  <a:pt x="425" y="182"/>
                </a:lnTo>
                <a:lnTo>
                  <a:pt x="425" y="182"/>
                </a:lnTo>
                <a:lnTo>
                  <a:pt x="425" y="8"/>
                </a:lnTo>
                <a:lnTo>
                  <a:pt x="426" y="671"/>
                </a:lnTo>
                <a:lnTo>
                  <a:pt x="427" y="507"/>
                </a:lnTo>
                <a:lnTo>
                  <a:pt x="427" y="507"/>
                </a:lnTo>
                <a:lnTo>
                  <a:pt x="427" y="671"/>
                </a:lnTo>
                <a:lnTo>
                  <a:pt x="428" y="8"/>
                </a:lnTo>
                <a:lnTo>
                  <a:pt x="429" y="550"/>
                </a:lnTo>
                <a:lnTo>
                  <a:pt x="429" y="550"/>
                </a:lnTo>
                <a:lnTo>
                  <a:pt x="430" y="671"/>
                </a:lnTo>
                <a:lnTo>
                  <a:pt x="430" y="8"/>
                </a:lnTo>
                <a:lnTo>
                  <a:pt x="431" y="618"/>
                </a:lnTo>
                <a:lnTo>
                  <a:pt x="431" y="617"/>
                </a:lnTo>
                <a:lnTo>
                  <a:pt x="433" y="8"/>
                </a:lnTo>
                <a:lnTo>
                  <a:pt x="433" y="670"/>
                </a:lnTo>
                <a:lnTo>
                  <a:pt x="433" y="314"/>
                </a:lnTo>
                <a:lnTo>
                  <a:pt x="433" y="314"/>
                </a:lnTo>
                <a:lnTo>
                  <a:pt x="433" y="8"/>
                </a:lnTo>
                <a:lnTo>
                  <a:pt x="434" y="671"/>
                </a:lnTo>
                <a:lnTo>
                  <a:pt x="435" y="615"/>
                </a:lnTo>
                <a:lnTo>
                  <a:pt x="435" y="615"/>
                </a:lnTo>
                <a:lnTo>
                  <a:pt x="435" y="9"/>
                </a:lnTo>
                <a:lnTo>
                  <a:pt x="435" y="671"/>
                </a:lnTo>
                <a:lnTo>
                  <a:pt x="437" y="472"/>
                </a:lnTo>
                <a:lnTo>
                  <a:pt x="437" y="472"/>
                </a:lnTo>
                <a:lnTo>
                  <a:pt x="438" y="8"/>
                </a:lnTo>
                <a:lnTo>
                  <a:pt x="438" y="671"/>
                </a:lnTo>
                <a:lnTo>
                  <a:pt x="439" y="335"/>
                </a:lnTo>
                <a:lnTo>
                  <a:pt x="439" y="335"/>
                </a:lnTo>
                <a:lnTo>
                  <a:pt x="439" y="8"/>
                </a:lnTo>
                <a:lnTo>
                  <a:pt x="440" y="671"/>
                </a:lnTo>
                <a:lnTo>
                  <a:pt x="441" y="328"/>
                </a:lnTo>
                <a:lnTo>
                  <a:pt x="441" y="329"/>
                </a:lnTo>
                <a:lnTo>
                  <a:pt x="441" y="671"/>
                </a:lnTo>
                <a:lnTo>
                  <a:pt x="442" y="8"/>
                </a:lnTo>
                <a:lnTo>
                  <a:pt x="443" y="381"/>
                </a:lnTo>
                <a:lnTo>
                  <a:pt x="443" y="381"/>
                </a:lnTo>
                <a:lnTo>
                  <a:pt x="444" y="670"/>
                </a:lnTo>
                <a:lnTo>
                  <a:pt x="445" y="8"/>
                </a:lnTo>
                <a:lnTo>
                  <a:pt x="445" y="483"/>
                </a:lnTo>
                <a:lnTo>
                  <a:pt x="445" y="483"/>
                </a:lnTo>
                <a:lnTo>
                  <a:pt x="445" y="8"/>
                </a:lnTo>
                <a:lnTo>
                  <a:pt x="446" y="671"/>
                </a:lnTo>
                <a:lnTo>
                  <a:pt x="447" y="472"/>
                </a:lnTo>
                <a:lnTo>
                  <a:pt x="447" y="472"/>
                </a:lnTo>
                <a:lnTo>
                  <a:pt x="447" y="8"/>
                </a:lnTo>
                <a:lnTo>
                  <a:pt x="448" y="671"/>
                </a:lnTo>
                <a:lnTo>
                  <a:pt x="449" y="211"/>
                </a:lnTo>
                <a:lnTo>
                  <a:pt x="449" y="211"/>
                </a:lnTo>
                <a:lnTo>
                  <a:pt x="449" y="8"/>
                </a:lnTo>
                <a:lnTo>
                  <a:pt x="449" y="670"/>
                </a:lnTo>
                <a:lnTo>
                  <a:pt x="451" y="254"/>
                </a:lnTo>
                <a:lnTo>
                  <a:pt x="451" y="254"/>
                </a:lnTo>
                <a:lnTo>
                  <a:pt x="451" y="671"/>
                </a:lnTo>
                <a:lnTo>
                  <a:pt x="452" y="8"/>
                </a:lnTo>
                <a:lnTo>
                  <a:pt x="453" y="396"/>
                </a:lnTo>
                <a:lnTo>
                  <a:pt x="453" y="396"/>
                </a:lnTo>
                <a:lnTo>
                  <a:pt x="453" y="671"/>
                </a:lnTo>
                <a:lnTo>
                  <a:pt x="453" y="8"/>
                </a:lnTo>
                <a:lnTo>
                  <a:pt x="455" y="89"/>
                </a:lnTo>
                <a:lnTo>
                  <a:pt x="455" y="89"/>
                </a:lnTo>
                <a:lnTo>
                  <a:pt x="455" y="8"/>
                </a:lnTo>
                <a:lnTo>
                  <a:pt x="455" y="670"/>
                </a:lnTo>
                <a:lnTo>
                  <a:pt x="457" y="144"/>
                </a:lnTo>
                <a:lnTo>
                  <a:pt x="457" y="144"/>
                </a:lnTo>
                <a:lnTo>
                  <a:pt x="457" y="670"/>
                </a:lnTo>
                <a:lnTo>
                  <a:pt x="459" y="8"/>
                </a:lnTo>
                <a:lnTo>
                  <a:pt x="459" y="363"/>
                </a:lnTo>
                <a:lnTo>
                  <a:pt x="459" y="363"/>
                </a:lnTo>
                <a:lnTo>
                  <a:pt x="459" y="8"/>
                </a:lnTo>
                <a:lnTo>
                  <a:pt x="460" y="670"/>
                </a:lnTo>
                <a:lnTo>
                  <a:pt x="461" y="220"/>
                </a:lnTo>
                <a:lnTo>
                  <a:pt x="461" y="220"/>
                </a:lnTo>
                <a:lnTo>
                  <a:pt x="461" y="8"/>
                </a:lnTo>
                <a:lnTo>
                  <a:pt x="463" y="670"/>
                </a:lnTo>
                <a:lnTo>
                  <a:pt x="463" y="82"/>
                </a:lnTo>
                <a:lnTo>
                  <a:pt x="463" y="82"/>
                </a:lnTo>
                <a:lnTo>
                  <a:pt x="464" y="8"/>
                </a:lnTo>
                <a:lnTo>
                  <a:pt x="465" y="671"/>
                </a:lnTo>
                <a:lnTo>
                  <a:pt x="465" y="662"/>
                </a:lnTo>
                <a:lnTo>
                  <a:pt x="465" y="662"/>
                </a:lnTo>
                <a:lnTo>
                  <a:pt x="465" y="671"/>
                </a:lnTo>
                <a:lnTo>
                  <a:pt x="467" y="8"/>
                </a:lnTo>
                <a:lnTo>
                  <a:pt x="467" y="21"/>
                </a:lnTo>
                <a:lnTo>
                  <a:pt x="467" y="21"/>
                </a:lnTo>
                <a:lnTo>
                  <a:pt x="468" y="8"/>
                </a:lnTo>
                <a:lnTo>
                  <a:pt x="468" y="671"/>
                </a:lnTo>
                <a:lnTo>
                  <a:pt x="469" y="259"/>
                </a:lnTo>
                <a:lnTo>
                  <a:pt x="469" y="259"/>
                </a:lnTo>
                <a:lnTo>
                  <a:pt x="469" y="671"/>
                </a:lnTo>
                <a:lnTo>
                  <a:pt x="471" y="8"/>
                </a:lnTo>
                <a:lnTo>
                  <a:pt x="471" y="383"/>
                </a:lnTo>
                <a:lnTo>
                  <a:pt x="471" y="383"/>
                </a:lnTo>
                <a:lnTo>
                  <a:pt x="471" y="8"/>
                </a:lnTo>
                <a:lnTo>
                  <a:pt x="472" y="671"/>
                </a:lnTo>
                <a:lnTo>
                  <a:pt x="473" y="545"/>
                </a:lnTo>
                <a:lnTo>
                  <a:pt x="473" y="545"/>
                </a:lnTo>
                <a:lnTo>
                  <a:pt x="473" y="671"/>
                </a:lnTo>
                <a:lnTo>
                  <a:pt x="474" y="8"/>
                </a:lnTo>
                <a:lnTo>
                  <a:pt x="475" y="123"/>
                </a:lnTo>
                <a:lnTo>
                  <a:pt x="475" y="122"/>
                </a:lnTo>
                <a:lnTo>
                  <a:pt x="475" y="670"/>
                </a:lnTo>
                <a:lnTo>
                  <a:pt x="476" y="8"/>
                </a:lnTo>
                <a:lnTo>
                  <a:pt x="477" y="525"/>
                </a:lnTo>
                <a:lnTo>
                  <a:pt x="477" y="525"/>
                </a:lnTo>
                <a:lnTo>
                  <a:pt x="478" y="670"/>
                </a:lnTo>
                <a:lnTo>
                  <a:pt x="478" y="8"/>
                </a:lnTo>
                <a:lnTo>
                  <a:pt x="479" y="280"/>
                </a:lnTo>
                <a:lnTo>
                  <a:pt x="479" y="279"/>
                </a:lnTo>
                <a:lnTo>
                  <a:pt x="479" y="670"/>
                </a:lnTo>
                <a:lnTo>
                  <a:pt x="480" y="8"/>
                </a:lnTo>
                <a:lnTo>
                  <a:pt x="481" y="51"/>
                </a:lnTo>
                <a:lnTo>
                  <a:pt x="481" y="51"/>
                </a:lnTo>
                <a:lnTo>
                  <a:pt x="481" y="8"/>
                </a:lnTo>
                <a:lnTo>
                  <a:pt x="483" y="670"/>
                </a:lnTo>
                <a:lnTo>
                  <a:pt x="483" y="211"/>
                </a:lnTo>
                <a:lnTo>
                  <a:pt x="483" y="211"/>
                </a:lnTo>
                <a:lnTo>
                  <a:pt x="483" y="8"/>
                </a:lnTo>
                <a:lnTo>
                  <a:pt x="485" y="671"/>
                </a:lnTo>
                <a:lnTo>
                  <a:pt x="485" y="326"/>
                </a:lnTo>
                <a:lnTo>
                  <a:pt x="485" y="326"/>
                </a:lnTo>
                <a:lnTo>
                  <a:pt x="486" y="671"/>
                </a:lnTo>
                <a:lnTo>
                  <a:pt x="487" y="8"/>
                </a:lnTo>
                <a:lnTo>
                  <a:pt x="487" y="332"/>
                </a:lnTo>
                <a:lnTo>
                  <a:pt x="487" y="332"/>
                </a:lnTo>
                <a:lnTo>
                  <a:pt x="487" y="670"/>
                </a:lnTo>
                <a:lnTo>
                  <a:pt x="489" y="8"/>
                </a:lnTo>
                <a:lnTo>
                  <a:pt x="489" y="127"/>
                </a:lnTo>
                <a:lnTo>
                  <a:pt x="489" y="126"/>
                </a:lnTo>
                <a:lnTo>
                  <a:pt x="489" y="670"/>
                </a:lnTo>
                <a:lnTo>
                  <a:pt x="490" y="8"/>
                </a:lnTo>
                <a:lnTo>
                  <a:pt x="491" y="554"/>
                </a:lnTo>
                <a:lnTo>
                  <a:pt x="491" y="554"/>
                </a:lnTo>
                <a:lnTo>
                  <a:pt x="491" y="670"/>
                </a:lnTo>
                <a:lnTo>
                  <a:pt x="493" y="8"/>
                </a:lnTo>
                <a:lnTo>
                  <a:pt x="493" y="12"/>
                </a:lnTo>
                <a:lnTo>
                  <a:pt x="493" y="11"/>
                </a:lnTo>
                <a:lnTo>
                  <a:pt x="494" y="8"/>
                </a:lnTo>
                <a:lnTo>
                  <a:pt x="494" y="670"/>
                </a:lnTo>
                <a:lnTo>
                  <a:pt x="495" y="522"/>
                </a:lnTo>
                <a:lnTo>
                  <a:pt x="495" y="522"/>
                </a:lnTo>
                <a:lnTo>
                  <a:pt x="495" y="8"/>
                </a:lnTo>
                <a:lnTo>
                  <a:pt x="497" y="671"/>
                </a:lnTo>
                <a:lnTo>
                  <a:pt x="497" y="137"/>
                </a:lnTo>
                <a:lnTo>
                  <a:pt x="497" y="137"/>
                </a:lnTo>
                <a:lnTo>
                  <a:pt x="497" y="8"/>
                </a:lnTo>
                <a:lnTo>
                  <a:pt x="498" y="671"/>
                </a:lnTo>
                <a:lnTo>
                  <a:pt x="499" y="151"/>
                </a:lnTo>
                <a:lnTo>
                  <a:pt x="499" y="151"/>
                </a:lnTo>
                <a:lnTo>
                  <a:pt x="499" y="671"/>
                </a:lnTo>
                <a:lnTo>
                  <a:pt x="499" y="8"/>
                </a:lnTo>
                <a:lnTo>
                  <a:pt x="501" y="101"/>
                </a:lnTo>
                <a:lnTo>
                  <a:pt x="501" y="101"/>
                </a:lnTo>
                <a:lnTo>
                  <a:pt x="501" y="671"/>
                </a:lnTo>
                <a:lnTo>
                  <a:pt x="503" y="8"/>
                </a:lnTo>
                <a:lnTo>
                  <a:pt x="503" y="592"/>
                </a:lnTo>
                <a:lnTo>
                  <a:pt x="503" y="591"/>
                </a:lnTo>
                <a:lnTo>
                  <a:pt x="504" y="671"/>
                </a:lnTo>
                <a:lnTo>
                  <a:pt x="505" y="8"/>
                </a:lnTo>
                <a:lnTo>
                  <a:pt x="505" y="382"/>
                </a:lnTo>
                <a:lnTo>
                  <a:pt x="505" y="382"/>
                </a:lnTo>
                <a:lnTo>
                  <a:pt x="506" y="671"/>
                </a:lnTo>
                <a:lnTo>
                  <a:pt x="507" y="8"/>
                </a:lnTo>
                <a:lnTo>
                  <a:pt x="507" y="405"/>
                </a:lnTo>
                <a:lnTo>
                  <a:pt x="507" y="405"/>
                </a:lnTo>
                <a:lnTo>
                  <a:pt x="508" y="671"/>
                </a:lnTo>
                <a:lnTo>
                  <a:pt x="508" y="8"/>
                </a:lnTo>
                <a:lnTo>
                  <a:pt x="509" y="610"/>
                </a:lnTo>
                <a:lnTo>
                  <a:pt x="509" y="610"/>
                </a:lnTo>
                <a:lnTo>
                  <a:pt x="510" y="671"/>
                </a:lnTo>
                <a:lnTo>
                  <a:pt x="510" y="8"/>
                </a:lnTo>
                <a:lnTo>
                  <a:pt x="511" y="47"/>
                </a:lnTo>
                <a:lnTo>
                  <a:pt x="511" y="47"/>
                </a:lnTo>
                <a:lnTo>
                  <a:pt x="511" y="8"/>
                </a:lnTo>
                <a:lnTo>
                  <a:pt x="512" y="670"/>
                </a:lnTo>
                <a:lnTo>
                  <a:pt x="513" y="476"/>
                </a:lnTo>
                <a:lnTo>
                  <a:pt x="513" y="476"/>
                </a:lnTo>
                <a:lnTo>
                  <a:pt x="514" y="8"/>
                </a:lnTo>
                <a:lnTo>
                  <a:pt x="515" y="671"/>
                </a:lnTo>
                <a:lnTo>
                  <a:pt x="515" y="656"/>
                </a:lnTo>
                <a:lnTo>
                  <a:pt x="515" y="656"/>
                </a:lnTo>
                <a:lnTo>
                  <a:pt x="516" y="671"/>
                </a:lnTo>
                <a:lnTo>
                  <a:pt x="516" y="8"/>
                </a:lnTo>
                <a:lnTo>
                  <a:pt x="517" y="134"/>
                </a:lnTo>
                <a:lnTo>
                  <a:pt x="517" y="134"/>
                </a:lnTo>
                <a:lnTo>
                  <a:pt x="517" y="9"/>
                </a:lnTo>
                <a:lnTo>
                  <a:pt x="517" y="671"/>
                </a:lnTo>
                <a:lnTo>
                  <a:pt x="519" y="358"/>
                </a:lnTo>
                <a:lnTo>
                  <a:pt x="519" y="358"/>
                </a:lnTo>
                <a:lnTo>
                  <a:pt x="519" y="671"/>
                </a:lnTo>
                <a:lnTo>
                  <a:pt x="520" y="8"/>
                </a:lnTo>
                <a:lnTo>
                  <a:pt x="521" y="414"/>
                </a:lnTo>
                <a:lnTo>
                  <a:pt x="521" y="414"/>
                </a:lnTo>
                <a:lnTo>
                  <a:pt x="521" y="671"/>
                </a:lnTo>
                <a:lnTo>
                  <a:pt x="522" y="8"/>
                </a:lnTo>
                <a:lnTo>
                  <a:pt x="523" y="155"/>
                </a:lnTo>
                <a:lnTo>
                  <a:pt x="523" y="155"/>
                </a:lnTo>
                <a:lnTo>
                  <a:pt x="523" y="670"/>
                </a:lnTo>
                <a:lnTo>
                  <a:pt x="524" y="8"/>
                </a:lnTo>
                <a:lnTo>
                  <a:pt x="525" y="193"/>
                </a:lnTo>
                <a:lnTo>
                  <a:pt x="525" y="193"/>
                </a:lnTo>
                <a:lnTo>
                  <a:pt x="525" y="670"/>
                </a:lnTo>
                <a:lnTo>
                  <a:pt x="527" y="8"/>
                </a:lnTo>
                <a:lnTo>
                  <a:pt x="527" y="452"/>
                </a:lnTo>
                <a:lnTo>
                  <a:pt x="527" y="452"/>
                </a:lnTo>
                <a:lnTo>
                  <a:pt x="528" y="8"/>
                </a:lnTo>
                <a:lnTo>
                  <a:pt x="529" y="671"/>
                </a:lnTo>
                <a:lnTo>
                  <a:pt x="529" y="463"/>
                </a:lnTo>
                <a:lnTo>
                  <a:pt x="529" y="463"/>
                </a:lnTo>
                <a:lnTo>
                  <a:pt x="529" y="671"/>
                </a:lnTo>
                <a:lnTo>
                  <a:pt x="529" y="8"/>
                </a:lnTo>
                <a:lnTo>
                  <a:pt x="531" y="363"/>
                </a:lnTo>
                <a:lnTo>
                  <a:pt x="531" y="363"/>
                </a:lnTo>
                <a:lnTo>
                  <a:pt x="533" y="671"/>
                </a:lnTo>
                <a:lnTo>
                  <a:pt x="533" y="8"/>
                </a:lnTo>
                <a:lnTo>
                  <a:pt x="533" y="83"/>
                </a:lnTo>
                <a:lnTo>
                  <a:pt x="533" y="83"/>
                </a:lnTo>
                <a:lnTo>
                  <a:pt x="533" y="8"/>
                </a:lnTo>
                <a:lnTo>
                  <a:pt x="535" y="671"/>
                </a:lnTo>
                <a:lnTo>
                  <a:pt x="535" y="170"/>
                </a:lnTo>
                <a:lnTo>
                  <a:pt x="535" y="170"/>
                </a:lnTo>
                <a:lnTo>
                  <a:pt x="536" y="671"/>
                </a:lnTo>
                <a:lnTo>
                  <a:pt x="537" y="8"/>
                </a:lnTo>
                <a:lnTo>
                  <a:pt x="537" y="184"/>
                </a:lnTo>
                <a:lnTo>
                  <a:pt x="537" y="184"/>
                </a:lnTo>
                <a:lnTo>
                  <a:pt x="537" y="671"/>
                </a:lnTo>
                <a:lnTo>
                  <a:pt x="538" y="8"/>
                </a:lnTo>
                <a:lnTo>
                  <a:pt x="539" y="362"/>
                </a:lnTo>
                <a:lnTo>
                  <a:pt x="539" y="361"/>
                </a:lnTo>
                <a:lnTo>
                  <a:pt x="540" y="8"/>
                </a:lnTo>
                <a:lnTo>
                  <a:pt x="540" y="671"/>
                </a:lnTo>
                <a:lnTo>
                  <a:pt x="541" y="606"/>
                </a:lnTo>
                <a:lnTo>
                  <a:pt x="541" y="606"/>
                </a:lnTo>
                <a:lnTo>
                  <a:pt x="542" y="671"/>
                </a:lnTo>
                <a:lnTo>
                  <a:pt x="542" y="8"/>
                </a:lnTo>
                <a:lnTo>
                  <a:pt x="543" y="285"/>
                </a:lnTo>
                <a:lnTo>
                  <a:pt x="543" y="285"/>
                </a:lnTo>
                <a:lnTo>
                  <a:pt x="544" y="8"/>
                </a:lnTo>
                <a:lnTo>
                  <a:pt x="545" y="671"/>
                </a:lnTo>
                <a:lnTo>
                  <a:pt x="545" y="411"/>
                </a:lnTo>
                <a:lnTo>
                  <a:pt x="545" y="411"/>
                </a:lnTo>
                <a:lnTo>
                  <a:pt x="546" y="670"/>
                </a:lnTo>
                <a:lnTo>
                  <a:pt x="547" y="8"/>
                </a:lnTo>
                <a:lnTo>
                  <a:pt x="547" y="109"/>
                </a:lnTo>
                <a:lnTo>
                  <a:pt x="547" y="109"/>
                </a:lnTo>
                <a:lnTo>
                  <a:pt x="547" y="671"/>
                </a:lnTo>
                <a:lnTo>
                  <a:pt x="548" y="8"/>
                </a:lnTo>
                <a:lnTo>
                  <a:pt x="549" y="90"/>
                </a:lnTo>
                <a:lnTo>
                  <a:pt x="549" y="90"/>
                </a:lnTo>
                <a:lnTo>
                  <a:pt x="550" y="671"/>
                </a:lnTo>
                <a:lnTo>
                  <a:pt x="551" y="8"/>
                </a:lnTo>
                <a:lnTo>
                  <a:pt x="551" y="333"/>
                </a:lnTo>
                <a:lnTo>
                  <a:pt x="551" y="333"/>
                </a:lnTo>
                <a:lnTo>
                  <a:pt x="551" y="670"/>
                </a:lnTo>
                <a:lnTo>
                  <a:pt x="552" y="8"/>
                </a:lnTo>
                <a:lnTo>
                  <a:pt x="553" y="586"/>
                </a:lnTo>
                <a:lnTo>
                  <a:pt x="553" y="586"/>
                </a:lnTo>
                <a:lnTo>
                  <a:pt x="554" y="8"/>
                </a:lnTo>
                <a:lnTo>
                  <a:pt x="555" y="671"/>
                </a:lnTo>
                <a:lnTo>
                  <a:pt x="555" y="362"/>
                </a:lnTo>
                <a:lnTo>
                  <a:pt x="555" y="362"/>
                </a:lnTo>
                <a:lnTo>
                  <a:pt x="555" y="671"/>
                </a:lnTo>
                <a:lnTo>
                  <a:pt x="555" y="8"/>
                </a:lnTo>
                <a:lnTo>
                  <a:pt x="557" y="536"/>
                </a:lnTo>
                <a:lnTo>
                  <a:pt x="557" y="536"/>
                </a:lnTo>
                <a:lnTo>
                  <a:pt x="558" y="671"/>
                </a:lnTo>
                <a:lnTo>
                  <a:pt x="558" y="8"/>
                </a:lnTo>
                <a:lnTo>
                  <a:pt x="559" y="184"/>
                </a:lnTo>
                <a:lnTo>
                  <a:pt x="559" y="184"/>
                </a:lnTo>
                <a:lnTo>
                  <a:pt x="560" y="671"/>
                </a:lnTo>
                <a:lnTo>
                  <a:pt x="561" y="8"/>
                </a:lnTo>
                <a:lnTo>
                  <a:pt x="561" y="297"/>
                </a:lnTo>
                <a:lnTo>
                  <a:pt x="561" y="297"/>
                </a:lnTo>
                <a:lnTo>
                  <a:pt x="561" y="8"/>
                </a:lnTo>
                <a:lnTo>
                  <a:pt x="563" y="671"/>
                </a:lnTo>
                <a:lnTo>
                  <a:pt x="563" y="307"/>
                </a:lnTo>
                <a:lnTo>
                  <a:pt x="563" y="307"/>
                </a:lnTo>
                <a:lnTo>
                  <a:pt x="563" y="8"/>
                </a:lnTo>
                <a:lnTo>
                  <a:pt x="564" y="671"/>
                </a:lnTo>
                <a:lnTo>
                  <a:pt x="565" y="553"/>
                </a:lnTo>
                <a:lnTo>
                  <a:pt x="565" y="552"/>
                </a:lnTo>
                <a:lnTo>
                  <a:pt x="566" y="671"/>
                </a:lnTo>
                <a:lnTo>
                  <a:pt x="567" y="8"/>
                </a:lnTo>
                <a:lnTo>
                  <a:pt x="567" y="607"/>
                </a:lnTo>
                <a:lnTo>
                  <a:pt x="567" y="607"/>
                </a:lnTo>
                <a:lnTo>
                  <a:pt x="568" y="8"/>
                </a:lnTo>
                <a:lnTo>
                  <a:pt x="569" y="671"/>
                </a:lnTo>
                <a:lnTo>
                  <a:pt x="569" y="419"/>
                </a:lnTo>
                <a:lnTo>
                  <a:pt x="569" y="419"/>
                </a:lnTo>
                <a:lnTo>
                  <a:pt x="569" y="8"/>
                </a:lnTo>
                <a:lnTo>
                  <a:pt x="570" y="671"/>
                </a:lnTo>
                <a:lnTo>
                  <a:pt x="571" y="169"/>
                </a:lnTo>
                <a:lnTo>
                  <a:pt x="571" y="169"/>
                </a:lnTo>
                <a:lnTo>
                  <a:pt x="572" y="8"/>
                </a:lnTo>
                <a:lnTo>
                  <a:pt x="572" y="671"/>
                </a:lnTo>
                <a:lnTo>
                  <a:pt x="573" y="557"/>
                </a:lnTo>
                <a:lnTo>
                  <a:pt x="573" y="557"/>
                </a:lnTo>
                <a:lnTo>
                  <a:pt x="573" y="9"/>
                </a:lnTo>
                <a:lnTo>
                  <a:pt x="574" y="671"/>
                </a:lnTo>
                <a:lnTo>
                  <a:pt x="575" y="133"/>
                </a:lnTo>
                <a:lnTo>
                  <a:pt x="575" y="133"/>
                </a:lnTo>
                <a:lnTo>
                  <a:pt x="575" y="8"/>
                </a:lnTo>
                <a:lnTo>
                  <a:pt x="576" y="671"/>
                </a:lnTo>
                <a:lnTo>
                  <a:pt x="577" y="492"/>
                </a:lnTo>
                <a:lnTo>
                  <a:pt x="577" y="492"/>
                </a:lnTo>
                <a:lnTo>
                  <a:pt x="578" y="671"/>
                </a:lnTo>
                <a:lnTo>
                  <a:pt x="579" y="8"/>
                </a:lnTo>
                <a:lnTo>
                  <a:pt x="579" y="197"/>
                </a:lnTo>
                <a:lnTo>
                  <a:pt x="579" y="197"/>
                </a:lnTo>
                <a:lnTo>
                  <a:pt x="579" y="8"/>
                </a:lnTo>
                <a:lnTo>
                  <a:pt x="581" y="671"/>
                </a:lnTo>
                <a:lnTo>
                  <a:pt x="581" y="69"/>
                </a:lnTo>
                <a:lnTo>
                  <a:pt x="581" y="69"/>
                </a:lnTo>
                <a:lnTo>
                  <a:pt x="581" y="8"/>
                </a:lnTo>
                <a:lnTo>
                  <a:pt x="582" y="671"/>
                </a:lnTo>
                <a:lnTo>
                  <a:pt x="583" y="318"/>
                </a:lnTo>
                <a:lnTo>
                  <a:pt x="583" y="318"/>
                </a:lnTo>
                <a:lnTo>
                  <a:pt x="584" y="671"/>
                </a:lnTo>
                <a:lnTo>
                  <a:pt x="585" y="8"/>
                </a:lnTo>
                <a:lnTo>
                  <a:pt x="585" y="78"/>
                </a:lnTo>
                <a:lnTo>
                  <a:pt x="585" y="78"/>
                </a:lnTo>
                <a:lnTo>
                  <a:pt x="585" y="8"/>
                </a:lnTo>
                <a:lnTo>
                  <a:pt x="587" y="671"/>
                </a:lnTo>
                <a:lnTo>
                  <a:pt x="587" y="296"/>
                </a:lnTo>
                <a:lnTo>
                  <a:pt x="587" y="296"/>
                </a:lnTo>
                <a:lnTo>
                  <a:pt x="587" y="9"/>
                </a:lnTo>
                <a:lnTo>
                  <a:pt x="589" y="671"/>
                </a:lnTo>
                <a:lnTo>
                  <a:pt x="589" y="288"/>
                </a:lnTo>
                <a:lnTo>
                  <a:pt x="589" y="288"/>
                </a:lnTo>
                <a:lnTo>
                  <a:pt x="590" y="671"/>
                </a:lnTo>
                <a:lnTo>
                  <a:pt x="590" y="9"/>
                </a:lnTo>
                <a:lnTo>
                  <a:pt x="591" y="607"/>
                </a:lnTo>
                <a:lnTo>
                  <a:pt x="591" y="607"/>
                </a:lnTo>
                <a:lnTo>
                  <a:pt x="592" y="671"/>
                </a:lnTo>
                <a:lnTo>
                  <a:pt x="593" y="9"/>
                </a:lnTo>
                <a:lnTo>
                  <a:pt x="593" y="417"/>
                </a:lnTo>
                <a:lnTo>
                  <a:pt x="593" y="417"/>
                </a:lnTo>
                <a:lnTo>
                  <a:pt x="593" y="671"/>
                </a:lnTo>
                <a:lnTo>
                  <a:pt x="595" y="8"/>
                </a:lnTo>
                <a:lnTo>
                  <a:pt x="595" y="465"/>
                </a:lnTo>
                <a:lnTo>
                  <a:pt x="595" y="465"/>
                </a:lnTo>
                <a:lnTo>
                  <a:pt x="595" y="8"/>
                </a:lnTo>
                <a:lnTo>
                  <a:pt x="596" y="670"/>
                </a:lnTo>
                <a:lnTo>
                  <a:pt x="597" y="263"/>
                </a:lnTo>
                <a:lnTo>
                  <a:pt x="597" y="263"/>
                </a:lnTo>
                <a:lnTo>
                  <a:pt x="598" y="671"/>
                </a:lnTo>
                <a:lnTo>
                  <a:pt x="599" y="8"/>
                </a:lnTo>
                <a:lnTo>
                  <a:pt x="599" y="589"/>
                </a:lnTo>
                <a:lnTo>
                  <a:pt x="599" y="589"/>
                </a:lnTo>
                <a:lnTo>
                  <a:pt x="601" y="9"/>
                </a:lnTo>
                <a:lnTo>
                  <a:pt x="601" y="671"/>
                </a:lnTo>
                <a:lnTo>
                  <a:pt x="601" y="664"/>
                </a:lnTo>
                <a:lnTo>
                  <a:pt x="601" y="664"/>
                </a:lnTo>
                <a:lnTo>
                  <a:pt x="601" y="671"/>
                </a:lnTo>
                <a:lnTo>
                  <a:pt x="603" y="9"/>
                </a:lnTo>
                <a:lnTo>
                  <a:pt x="603" y="444"/>
                </a:lnTo>
                <a:lnTo>
                  <a:pt x="603" y="444"/>
                </a:lnTo>
                <a:lnTo>
                  <a:pt x="604" y="671"/>
                </a:lnTo>
                <a:lnTo>
                  <a:pt x="604" y="8"/>
                </a:lnTo>
                <a:lnTo>
                  <a:pt x="605" y="427"/>
                </a:lnTo>
                <a:lnTo>
                  <a:pt x="605" y="427"/>
                </a:lnTo>
                <a:lnTo>
                  <a:pt x="605" y="8"/>
                </a:lnTo>
                <a:lnTo>
                  <a:pt x="607" y="671"/>
                </a:lnTo>
                <a:lnTo>
                  <a:pt x="607" y="297"/>
                </a:lnTo>
                <a:lnTo>
                  <a:pt x="607" y="297"/>
                </a:lnTo>
                <a:lnTo>
                  <a:pt x="607" y="671"/>
                </a:lnTo>
                <a:lnTo>
                  <a:pt x="608" y="8"/>
                </a:lnTo>
                <a:lnTo>
                  <a:pt x="609" y="256"/>
                </a:lnTo>
                <a:lnTo>
                  <a:pt x="609" y="256"/>
                </a:lnTo>
                <a:lnTo>
                  <a:pt x="610" y="671"/>
                </a:lnTo>
                <a:lnTo>
                  <a:pt x="610" y="8"/>
                </a:lnTo>
                <a:lnTo>
                  <a:pt x="611" y="123"/>
                </a:lnTo>
                <a:lnTo>
                  <a:pt x="611" y="123"/>
                </a:lnTo>
                <a:lnTo>
                  <a:pt x="613" y="671"/>
                </a:lnTo>
                <a:lnTo>
                  <a:pt x="613" y="8"/>
                </a:lnTo>
                <a:lnTo>
                  <a:pt x="613" y="527"/>
                </a:lnTo>
                <a:lnTo>
                  <a:pt x="613" y="527"/>
                </a:lnTo>
                <a:lnTo>
                  <a:pt x="613" y="670"/>
                </a:lnTo>
                <a:lnTo>
                  <a:pt x="615" y="8"/>
                </a:lnTo>
                <a:lnTo>
                  <a:pt x="615" y="438"/>
                </a:lnTo>
                <a:lnTo>
                  <a:pt x="615" y="438"/>
                </a:lnTo>
                <a:lnTo>
                  <a:pt x="616" y="8"/>
                </a:lnTo>
                <a:lnTo>
                  <a:pt x="616" y="670"/>
                </a:lnTo>
                <a:lnTo>
                  <a:pt x="617" y="67"/>
                </a:lnTo>
                <a:lnTo>
                  <a:pt x="617" y="67"/>
                </a:lnTo>
                <a:lnTo>
                  <a:pt x="618" y="671"/>
                </a:lnTo>
                <a:lnTo>
                  <a:pt x="619" y="8"/>
                </a:lnTo>
                <a:lnTo>
                  <a:pt x="619" y="652"/>
                </a:lnTo>
                <a:lnTo>
                  <a:pt x="619" y="651"/>
                </a:lnTo>
                <a:lnTo>
                  <a:pt x="621" y="8"/>
                </a:lnTo>
                <a:lnTo>
                  <a:pt x="621" y="670"/>
                </a:lnTo>
                <a:lnTo>
                  <a:pt x="621" y="288"/>
                </a:lnTo>
                <a:lnTo>
                  <a:pt x="621" y="288"/>
                </a:lnTo>
                <a:lnTo>
                  <a:pt x="622" y="670"/>
                </a:lnTo>
                <a:lnTo>
                  <a:pt x="623" y="8"/>
                </a:lnTo>
                <a:lnTo>
                  <a:pt x="623" y="12"/>
                </a:lnTo>
                <a:lnTo>
                  <a:pt x="623" y="12"/>
                </a:lnTo>
                <a:lnTo>
                  <a:pt x="623" y="8"/>
                </a:lnTo>
                <a:lnTo>
                  <a:pt x="625" y="671"/>
                </a:lnTo>
                <a:lnTo>
                  <a:pt x="625" y="203"/>
                </a:lnTo>
                <a:lnTo>
                  <a:pt x="625" y="203"/>
                </a:lnTo>
                <a:lnTo>
                  <a:pt x="626" y="671"/>
                </a:lnTo>
                <a:lnTo>
                  <a:pt x="627" y="8"/>
                </a:lnTo>
                <a:lnTo>
                  <a:pt x="627" y="241"/>
                </a:lnTo>
                <a:lnTo>
                  <a:pt x="627" y="241"/>
                </a:lnTo>
                <a:lnTo>
                  <a:pt x="628" y="8"/>
                </a:lnTo>
                <a:lnTo>
                  <a:pt x="629" y="671"/>
                </a:lnTo>
                <a:lnTo>
                  <a:pt x="629" y="646"/>
                </a:lnTo>
                <a:lnTo>
                  <a:pt x="629" y="646"/>
                </a:lnTo>
                <a:lnTo>
                  <a:pt x="629" y="671"/>
                </a:lnTo>
                <a:lnTo>
                  <a:pt x="630" y="8"/>
                </a:lnTo>
                <a:lnTo>
                  <a:pt x="631" y="356"/>
                </a:lnTo>
                <a:lnTo>
                  <a:pt x="631" y="356"/>
                </a:lnTo>
                <a:lnTo>
                  <a:pt x="631" y="671"/>
                </a:lnTo>
                <a:lnTo>
                  <a:pt x="632" y="8"/>
                </a:lnTo>
                <a:lnTo>
                  <a:pt x="633" y="484"/>
                </a:lnTo>
                <a:lnTo>
                  <a:pt x="633" y="484"/>
                </a:lnTo>
                <a:lnTo>
                  <a:pt x="634" y="671"/>
                </a:lnTo>
                <a:lnTo>
                  <a:pt x="635" y="8"/>
                </a:lnTo>
                <a:lnTo>
                  <a:pt x="635" y="44"/>
                </a:lnTo>
                <a:lnTo>
                  <a:pt x="635" y="44"/>
                </a:lnTo>
                <a:lnTo>
                  <a:pt x="636" y="8"/>
                </a:lnTo>
                <a:lnTo>
                  <a:pt x="637" y="671"/>
                </a:lnTo>
                <a:lnTo>
                  <a:pt x="637" y="402"/>
                </a:lnTo>
                <a:lnTo>
                  <a:pt x="637" y="402"/>
                </a:lnTo>
                <a:lnTo>
                  <a:pt x="638" y="671"/>
                </a:lnTo>
                <a:lnTo>
                  <a:pt x="639" y="8"/>
                </a:lnTo>
                <a:lnTo>
                  <a:pt x="639" y="66"/>
                </a:lnTo>
                <a:lnTo>
                  <a:pt x="639" y="66"/>
                </a:lnTo>
                <a:lnTo>
                  <a:pt x="640" y="671"/>
                </a:lnTo>
                <a:lnTo>
                  <a:pt x="641" y="8"/>
                </a:lnTo>
                <a:lnTo>
                  <a:pt x="641" y="471"/>
                </a:lnTo>
                <a:lnTo>
                  <a:pt x="641" y="471"/>
                </a:lnTo>
                <a:lnTo>
                  <a:pt x="643" y="8"/>
                </a:lnTo>
                <a:lnTo>
                  <a:pt x="643" y="671"/>
                </a:lnTo>
                <a:lnTo>
                  <a:pt x="643" y="384"/>
                </a:lnTo>
                <a:lnTo>
                  <a:pt x="643" y="384"/>
                </a:lnTo>
                <a:lnTo>
                  <a:pt x="644" y="670"/>
                </a:lnTo>
                <a:lnTo>
                  <a:pt x="645" y="8"/>
                </a:lnTo>
                <a:lnTo>
                  <a:pt x="645" y="96"/>
                </a:lnTo>
                <a:lnTo>
                  <a:pt x="645" y="96"/>
                </a:lnTo>
                <a:lnTo>
                  <a:pt x="645" y="670"/>
                </a:lnTo>
                <a:lnTo>
                  <a:pt x="646" y="8"/>
                </a:lnTo>
                <a:lnTo>
                  <a:pt x="647" y="584"/>
                </a:lnTo>
                <a:lnTo>
                  <a:pt x="647" y="584"/>
                </a:lnTo>
                <a:lnTo>
                  <a:pt x="648" y="8"/>
                </a:lnTo>
                <a:lnTo>
                  <a:pt x="649" y="671"/>
                </a:lnTo>
                <a:lnTo>
                  <a:pt x="649" y="370"/>
                </a:lnTo>
                <a:lnTo>
                  <a:pt x="649" y="370"/>
                </a:lnTo>
                <a:lnTo>
                  <a:pt x="650" y="671"/>
                </a:lnTo>
                <a:lnTo>
                  <a:pt x="650" y="8"/>
                </a:lnTo>
                <a:lnTo>
                  <a:pt x="651" y="167"/>
                </a:lnTo>
                <a:lnTo>
                  <a:pt x="651" y="167"/>
                </a:lnTo>
                <a:lnTo>
                  <a:pt x="651" y="8"/>
                </a:lnTo>
                <a:lnTo>
                  <a:pt x="653" y="671"/>
                </a:lnTo>
                <a:lnTo>
                  <a:pt x="653" y="633"/>
                </a:lnTo>
                <a:lnTo>
                  <a:pt x="653" y="633"/>
                </a:lnTo>
                <a:lnTo>
                  <a:pt x="653" y="671"/>
                </a:lnTo>
                <a:lnTo>
                  <a:pt x="655" y="8"/>
                </a:lnTo>
                <a:lnTo>
                  <a:pt x="655" y="606"/>
                </a:lnTo>
                <a:lnTo>
                  <a:pt x="655" y="606"/>
                </a:lnTo>
                <a:lnTo>
                  <a:pt x="656" y="9"/>
                </a:lnTo>
                <a:lnTo>
                  <a:pt x="656" y="671"/>
                </a:lnTo>
                <a:lnTo>
                  <a:pt x="657" y="547"/>
                </a:lnTo>
                <a:lnTo>
                  <a:pt x="657" y="548"/>
                </a:lnTo>
                <a:lnTo>
                  <a:pt x="658" y="8"/>
                </a:lnTo>
                <a:lnTo>
                  <a:pt x="658" y="671"/>
                </a:lnTo>
                <a:lnTo>
                  <a:pt x="659" y="564"/>
                </a:lnTo>
                <a:lnTo>
                  <a:pt x="659" y="565"/>
                </a:lnTo>
                <a:lnTo>
                  <a:pt x="659" y="671"/>
                </a:lnTo>
                <a:lnTo>
                  <a:pt x="659" y="8"/>
                </a:lnTo>
                <a:lnTo>
                  <a:pt x="661" y="456"/>
                </a:lnTo>
                <a:lnTo>
                  <a:pt x="661" y="456"/>
                </a:lnTo>
                <a:lnTo>
                  <a:pt x="662" y="671"/>
                </a:lnTo>
                <a:lnTo>
                  <a:pt x="662" y="8"/>
                </a:lnTo>
                <a:lnTo>
                  <a:pt x="663" y="89"/>
                </a:lnTo>
                <a:lnTo>
                  <a:pt x="663" y="89"/>
                </a:lnTo>
                <a:lnTo>
                  <a:pt x="665" y="8"/>
                </a:lnTo>
                <a:lnTo>
                  <a:pt x="665" y="671"/>
                </a:lnTo>
                <a:lnTo>
                  <a:pt x="665" y="383"/>
                </a:lnTo>
                <a:lnTo>
                  <a:pt x="665" y="383"/>
                </a:lnTo>
                <a:lnTo>
                  <a:pt x="666" y="671"/>
                </a:lnTo>
                <a:lnTo>
                  <a:pt x="666" y="8"/>
                </a:lnTo>
                <a:lnTo>
                  <a:pt x="667" y="624"/>
                </a:lnTo>
                <a:lnTo>
                  <a:pt x="667" y="624"/>
                </a:lnTo>
                <a:lnTo>
                  <a:pt x="668" y="671"/>
                </a:lnTo>
                <a:lnTo>
                  <a:pt x="669" y="9"/>
                </a:lnTo>
                <a:lnTo>
                  <a:pt x="669" y="412"/>
                </a:lnTo>
                <a:lnTo>
                  <a:pt x="669" y="412"/>
                </a:lnTo>
                <a:lnTo>
                  <a:pt x="670" y="670"/>
                </a:lnTo>
                <a:lnTo>
                  <a:pt x="670" y="8"/>
                </a:lnTo>
                <a:lnTo>
                  <a:pt x="671" y="198"/>
                </a:lnTo>
                <a:lnTo>
                  <a:pt x="671" y="198"/>
                </a:lnTo>
                <a:lnTo>
                  <a:pt x="672" y="8"/>
                </a:lnTo>
                <a:lnTo>
                  <a:pt x="673" y="671"/>
                </a:lnTo>
                <a:lnTo>
                  <a:pt x="673" y="547"/>
                </a:lnTo>
                <a:lnTo>
                  <a:pt x="673" y="547"/>
                </a:lnTo>
                <a:lnTo>
                  <a:pt x="674" y="670"/>
                </a:lnTo>
                <a:lnTo>
                  <a:pt x="675" y="8"/>
                </a:lnTo>
                <a:lnTo>
                  <a:pt x="675" y="433"/>
                </a:lnTo>
                <a:lnTo>
                  <a:pt x="675" y="433"/>
                </a:lnTo>
                <a:lnTo>
                  <a:pt x="675" y="8"/>
                </a:lnTo>
                <a:lnTo>
                  <a:pt x="677" y="670"/>
                </a:lnTo>
                <a:lnTo>
                  <a:pt x="677" y="222"/>
                </a:lnTo>
                <a:lnTo>
                  <a:pt x="677" y="221"/>
                </a:lnTo>
                <a:lnTo>
                  <a:pt x="678" y="8"/>
                </a:lnTo>
                <a:lnTo>
                  <a:pt x="679" y="671"/>
                </a:lnTo>
                <a:lnTo>
                  <a:pt x="679" y="627"/>
                </a:lnTo>
                <a:lnTo>
                  <a:pt x="679" y="627"/>
                </a:lnTo>
                <a:lnTo>
                  <a:pt x="679" y="671"/>
                </a:lnTo>
                <a:lnTo>
                  <a:pt x="681" y="8"/>
                </a:lnTo>
                <a:lnTo>
                  <a:pt x="681" y="357"/>
                </a:lnTo>
                <a:lnTo>
                  <a:pt x="681" y="357"/>
                </a:lnTo>
                <a:lnTo>
                  <a:pt x="681" y="671"/>
                </a:lnTo>
                <a:lnTo>
                  <a:pt x="683" y="8"/>
                </a:lnTo>
                <a:lnTo>
                  <a:pt x="683" y="450"/>
                </a:lnTo>
                <a:lnTo>
                  <a:pt x="683" y="450"/>
                </a:lnTo>
                <a:lnTo>
                  <a:pt x="684" y="8"/>
                </a:lnTo>
                <a:lnTo>
                  <a:pt x="685" y="671"/>
                </a:lnTo>
                <a:lnTo>
                  <a:pt x="685" y="35"/>
                </a:lnTo>
                <a:lnTo>
                  <a:pt x="685" y="36"/>
                </a:lnTo>
                <a:lnTo>
                  <a:pt x="685" y="9"/>
                </a:lnTo>
                <a:lnTo>
                  <a:pt x="686" y="671"/>
                </a:lnTo>
                <a:lnTo>
                  <a:pt x="687" y="383"/>
                </a:lnTo>
                <a:lnTo>
                  <a:pt x="687" y="383"/>
                </a:lnTo>
                <a:lnTo>
                  <a:pt x="688" y="9"/>
                </a:lnTo>
                <a:lnTo>
                  <a:pt x="689" y="671"/>
                </a:lnTo>
                <a:lnTo>
                  <a:pt x="689" y="435"/>
                </a:lnTo>
                <a:lnTo>
                  <a:pt x="689" y="435"/>
                </a:lnTo>
                <a:lnTo>
                  <a:pt x="690" y="671"/>
                </a:lnTo>
                <a:lnTo>
                  <a:pt x="690" y="8"/>
                </a:lnTo>
                <a:lnTo>
                  <a:pt x="691" y="453"/>
                </a:lnTo>
                <a:lnTo>
                  <a:pt x="691" y="453"/>
                </a:lnTo>
                <a:lnTo>
                  <a:pt x="691" y="8"/>
                </a:lnTo>
                <a:lnTo>
                  <a:pt x="692" y="671"/>
                </a:lnTo>
                <a:lnTo>
                  <a:pt x="693" y="339"/>
                </a:lnTo>
                <a:lnTo>
                  <a:pt x="693" y="339"/>
                </a:lnTo>
                <a:lnTo>
                  <a:pt x="694" y="671"/>
                </a:lnTo>
                <a:lnTo>
                  <a:pt x="695" y="8"/>
                </a:lnTo>
                <a:lnTo>
                  <a:pt x="695" y="635"/>
                </a:lnTo>
                <a:lnTo>
                  <a:pt x="695" y="635"/>
                </a:lnTo>
                <a:lnTo>
                  <a:pt x="696" y="8"/>
                </a:lnTo>
                <a:lnTo>
                  <a:pt x="696" y="670"/>
                </a:lnTo>
                <a:lnTo>
                  <a:pt x="697" y="293"/>
                </a:lnTo>
                <a:lnTo>
                  <a:pt x="697" y="293"/>
                </a:lnTo>
                <a:lnTo>
                  <a:pt x="698" y="8"/>
                </a:lnTo>
                <a:lnTo>
                  <a:pt x="699" y="671"/>
                </a:lnTo>
                <a:lnTo>
                  <a:pt x="699" y="184"/>
                </a:lnTo>
                <a:lnTo>
                  <a:pt x="699" y="184"/>
                </a:lnTo>
                <a:lnTo>
                  <a:pt x="700" y="671"/>
                </a:lnTo>
                <a:lnTo>
                  <a:pt x="700" y="9"/>
                </a:lnTo>
                <a:lnTo>
                  <a:pt x="701" y="556"/>
                </a:lnTo>
                <a:lnTo>
                  <a:pt x="701" y="556"/>
                </a:lnTo>
                <a:lnTo>
                  <a:pt x="702" y="8"/>
                </a:lnTo>
                <a:lnTo>
                  <a:pt x="702" y="671"/>
                </a:lnTo>
                <a:lnTo>
                  <a:pt x="703" y="583"/>
                </a:lnTo>
                <a:lnTo>
                  <a:pt x="703" y="583"/>
                </a:lnTo>
                <a:lnTo>
                  <a:pt x="703" y="9"/>
                </a:lnTo>
                <a:lnTo>
                  <a:pt x="704" y="671"/>
                </a:lnTo>
                <a:lnTo>
                  <a:pt x="705" y="222"/>
                </a:lnTo>
                <a:lnTo>
                  <a:pt x="705" y="222"/>
                </a:lnTo>
                <a:lnTo>
                  <a:pt x="705" y="671"/>
                </a:lnTo>
                <a:lnTo>
                  <a:pt x="706" y="8"/>
                </a:lnTo>
                <a:lnTo>
                  <a:pt x="707" y="558"/>
                </a:lnTo>
                <a:lnTo>
                  <a:pt x="707" y="558"/>
                </a:lnTo>
                <a:lnTo>
                  <a:pt x="708" y="670"/>
                </a:lnTo>
                <a:lnTo>
                  <a:pt x="709" y="8"/>
                </a:lnTo>
                <a:lnTo>
                  <a:pt x="709" y="623"/>
                </a:lnTo>
                <a:lnTo>
                  <a:pt x="709" y="623"/>
                </a:lnTo>
                <a:lnTo>
                  <a:pt x="710" y="8"/>
                </a:lnTo>
                <a:lnTo>
                  <a:pt x="710" y="671"/>
                </a:lnTo>
                <a:lnTo>
                  <a:pt x="711" y="64"/>
                </a:lnTo>
                <a:lnTo>
                  <a:pt x="711" y="64"/>
                </a:lnTo>
                <a:lnTo>
                  <a:pt x="711" y="8"/>
                </a:lnTo>
                <a:lnTo>
                  <a:pt x="711" y="671"/>
                </a:lnTo>
                <a:lnTo>
                  <a:pt x="713" y="453"/>
                </a:lnTo>
                <a:lnTo>
                  <a:pt x="713" y="453"/>
                </a:lnTo>
                <a:lnTo>
                  <a:pt x="713" y="671"/>
                </a:lnTo>
                <a:lnTo>
                  <a:pt x="715" y="8"/>
                </a:lnTo>
                <a:lnTo>
                  <a:pt x="715" y="95"/>
                </a:lnTo>
                <a:lnTo>
                  <a:pt x="715" y="95"/>
                </a:lnTo>
                <a:lnTo>
                  <a:pt x="715" y="671"/>
                </a:lnTo>
                <a:lnTo>
                  <a:pt x="717" y="8"/>
                </a:lnTo>
                <a:lnTo>
                  <a:pt x="717" y="208"/>
                </a:lnTo>
                <a:lnTo>
                  <a:pt x="717" y="208"/>
                </a:lnTo>
                <a:lnTo>
                  <a:pt x="717" y="8"/>
                </a:lnTo>
                <a:lnTo>
                  <a:pt x="719" y="671"/>
                </a:lnTo>
                <a:lnTo>
                  <a:pt x="719" y="429"/>
                </a:lnTo>
                <a:lnTo>
                  <a:pt x="719" y="429"/>
                </a:lnTo>
                <a:lnTo>
                  <a:pt x="720" y="671"/>
                </a:lnTo>
                <a:lnTo>
                  <a:pt x="720" y="8"/>
                </a:lnTo>
                <a:lnTo>
                  <a:pt x="721" y="82"/>
                </a:lnTo>
                <a:lnTo>
                  <a:pt x="721" y="82"/>
                </a:lnTo>
                <a:lnTo>
                  <a:pt x="721" y="8"/>
                </a:lnTo>
                <a:lnTo>
                  <a:pt x="721" y="670"/>
                </a:lnTo>
                <a:lnTo>
                  <a:pt x="723" y="379"/>
                </a:lnTo>
                <a:lnTo>
                  <a:pt x="723" y="379"/>
                </a:lnTo>
                <a:lnTo>
                  <a:pt x="724" y="670"/>
                </a:lnTo>
                <a:lnTo>
                  <a:pt x="725" y="8"/>
                </a:lnTo>
                <a:lnTo>
                  <a:pt x="725" y="206"/>
                </a:lnTo>
                <a:lnTo>
                  <a:pt x="725" y="206"/>
                </a:lnTo>
                <a:lnTo>
                  <a:pt x="726" y="671"/>
                </a:lnTo>
                <a:lnTo>
                  <a:pt x="727" y="8"/>
                </a:lnTo>
                <a:lnTo>
                  <a:pt x="727" y="65"/>
                </a:lnTo>
                <a:lnTo>
                  <a:pt x="727" y="65"/>
                </a:lnTo>
                <a:lnTo>
                  <a:pt x="727" y="671"/>
                </a:lnTo>
                <a:lnTo>
                  <a:pt x="729" y="8"/>
                </a:lnTo>
                <a:lnTo>
                  <a:pt x="729" y="111"/>
                </a:lnTo>
                <a:lnTo>
                  <a:pt x="729" y="111"/>
                </a:lnTo>
                <a:lnTo>
                  <a:pt x="729" y="8"/>
                </a:lnTo>
                <a:lnTo>
                  <a:pt x="731" y="671"/>
                </a:lnTo>
                <a:lnTo>
                  <a:pt x="731" y="640"/>
                </a:lnTo>
                <a:lnTo>
                  <a:pt x="731" y="640"/>
                </a:lnTo>
                <a:lnTo>
                  <a:pt x="732" y="8"/>
                </a:lnTo>
                <a:lnTo>
                  <a:pt x="732" y="670"/>
                </a:lnTo>
                <a:lnTo>
                  <a:pt x="733" y="505"/>
                </a:lnTo>
                <a:lnTo>
                  <a:pt x="733" y="505"/>
                </a:lnTo>
                <a:lnTo>
                  <a:pt x="734" y="8"/>
                </a:lnTo>
                <a:lnTo>
                  <a:pt x="735" y="671"/>
                </a:lnTo>
                <a:lnTo>
                  <a:pt x="735" y="639"/>
                </a:lnTo>
                <a:lnTo>
                  <a:pt x="735" y="639"/>
                </a:lnTo>
                <a:lnTo>
                  <a:pt x="735" y="671"/>
                </a:lnTo>
                <a:lnTo>
                  <a:pt x="736" y="8"/>
                </a:lnTo>
                <a:lnTo>
                  <a:pt x="737" y="82"/>
                </a:lnTo>
                <a:lnTo>
                  <a:pt x="737" y="82"/>
                </a:lnTo>
                <a:lnTo>
                  <a:pt x="738" y="8"/>
                </a:lnTo>
                <a:lnTo>
                  <a:pt x="738" y="671"/>
                </a:lnTo>
                <a:lnTo>
                  <a:pt x="739" y="229"/>
                </a:lnTo>
                <a:lnTo>
                  <a:pt x="739" y="229"/>
                </a:lnTo>
                <a:lnTo>
                  <a:pt x="740" y="8"/>
                </a:lnTo>
                <a:lnTo>
                  <a:pt x="741" y="671"/>
                </a:lnTo>
                <a:lnTo>
                  <a:pt x="741" y="345"/>
                </a:lnTo>
                <a:lnTo>
                  <a:pt x="741" y="345"/>
                </a:lnTo>
                <a:lnTo>
                  <a:pt x="742" y="671"/>
                </a:lnTo>
                <a:lnTo>
                  <a:pt x="742" y="8"/>
                </a:lnTo>
                <a:lnTo>
                  <a:pt x="743" y="38"/>
                </a:lnTo>
                <a:lnTo>
                  <a:pt x="743" y="38"/>
                </a:lnTo>
                <a:lnTo>
                  <a:pt x="744" y="8"/>
                </a:lnTo>
                <a:lnTo>
                  <a:pt x="745" y="671"/>
                </a:lnTo>
                <a:lnTo>
                  <a:pt x="745" y="543"/>
                </a:lnTo>
                <a:lnTo>
                  <a:pt x="745" y="543"/>
                </a:lnTo>
                <a:lnTo>
                  <a:pt x="746" y="671"/>
                </a:lnTo>
                <a:lnTo>
                  <a:pt x="747" y="8"/>
                </a:lnTo>
                <a:lnTo>
                  <a:pt x="747" y="196"/>
                </a:lnTo>
                <a:lnTo>
                  <a:pt x="747" y="196"/>
                </a:lnTo>
                <a:lnTo>
                  <a:pt x="748" y="8"/>
                </a:lnTo>
                <a:lnTo>
                  <a:pt x="749" y="671"/>
                </a:lnTo>
                <a:lnTo>
                  <a:pt x="749" y="643"/>
                </a:lnTo>
                <a:lnTo>
                  <a:pt x="749" y="643"/>
                </a:lnTo>
                <a:lnTo>
                  <a:pt x="750" y="8"/>
                </a:lnTo>
                <a:lnTo>
                  <a:pt x="751" y="671"/>
                </a:lnTo>
                <a:lnTo>
                  <a:pt x="751" y="357"/>
                </a:lnTo>
                <a:lnTo>
                  <a:pt x="751" y="357"/>
                </a:lnTo>
                <a:lnTo>
                  <a:pt x="752" y="671"/>
                </a:lnTo>
                <a:lnTo>
                  <a:pt x="752" y="8"/>
                </a:lnTo>
                <a:lnTo>
                  <a:pt x="753" y="471"/>
                </a:lnTo>
                <a:lnTo>
                  <a:pt x="753" y="471"/>
                </a:lnTo>
                <a:lnTo>
                  <a:pt x="753" y="671"/>
                </a:lnTo>
                <a:lnTo>
                  <a:pt x="755" y="8"/>
                </a:lnTo>
                <a:lnTo>
                  <a:pt x="755" y="632"/>
                </a:lnTo>
                <a:lnTo>
                  <a:pt x="755" y="632"/>
                </a:lnTo>
                <a:lnTo>
                  <a:pt x="757" y="8"/>
                </a:lnTo>
                <a:lnTo>
                  <a:pt x="757" y="671"/>
                </a:lnTo>
                <a:lnTo>
                  <a:pt x="757" y="388"/>
                </a:lnTo>
                <a:lnTo>
                  <a:pt x="757" y="388"/>
                </a:lnTo>
                <a:lnTo>
                  <a:pt x="759" y="8"/>
                </a:lnTo>
                <a:lnTo>
                  <a:pt x="759" y="671"/>
                </a:lnTo>
                <a:lnTo>
                  <a:pt x="759" y="559"/>
                </a:lnTo>
                <a:lnTo>
                  <a:pt x="759" y="559"/>
                </a:lnTo>
                <a:lnTo>
                  <a:pt x="759" y="9"/>
                </a:lnTo>
                <a:lnTo>
                  <a:pt x="761" y="671"/>
                </a:lnTo>
                <a:lnTo>
                  <a:pt x="761" y="452"/>
                </a:lnTo>
                <a:lnTo>
                  <a:pt x="761" y="452"/>
                </a:lnTo>
                <a:lnTo>
                  <a:pt x="763" y="8"/>
                </a:lnTo>
                <a:lnTo>
                  <a:pt x="763" y="671"/>
                </a:lnTo>
                <a:lnTo>
                  <a:pt x="763" y="614"/>
                </a:lnTo>
                <a:lnTo>
                  <a:pt x="763" y="614"/>
                </a:lnTo>
                <a:lnTo>
                  <a:pt x="764" y="671"/>
                </a:lnTo>
                <a:lnTo>
                  <a:pt x="765" y="8"/>
                </a:lnTo>
                <a:lnTo>
                  <a:pt x="765" y="625"/>
                </a:lnTo>
                <a:lnTo>
                  <a:pt x="765" y="625"/>
                </a:lnTo>
                <a:lnTo>
                  <a:pt x="767" y="8"/>
                </a:lnTo>
                <a:lnTo>
                  <a:pt x="767" y="671"/>
                </a:lnTo>
                <a:lnTo>
                  <a:pt x="767" y="53"/>
                </a:lnTo>
                <a:lnTo>
                  <a:pt x="767" y="53"/>
                </a:lnTo>
                <a:lnTo>
                  <a:pt x="767" y="671"/>
                </a:lnTo>
                <a:lnTo>
                  <a:pt x="769" y="8"/>
                </a:lnTo>
                <a:lnTo>
                  <a:pt x="769" y="613"/>
                </a:lnTo>
                <a:lnTo>
                  <a:pt x="769" y="613"/>
                </a:lnTo>
                <a:lnTo>
                  <a:pt x="771" y="671"/>
                </a:lnTo>
                <a:lnTo>
                  <a:pt x="771" y="8"/>
                </a:lnTo>
                <a:lnTo>
                  <a:pt x="771" y="532"/>
                </a:lnTo>
                <a:lnTo>
                  <a:pt x="771" y="532"/>
                </a:lnTo>
                <a:lnTo>
                  <a:pt x="773" y="8"/>
                </a:lnTo>
                <a:lnTo>
                  <a:pt x="773" y="670"/>
                </a:lnTo>
                <a:lnTo>
                  <a:pt x="773" y="570"/>
                </a:lnTo>
                <a:lnTo>
                  <a:pt x="773" y="570"/>
                </a:lnTo>
                <a:lnTo>
                  <a:pt x="774" y="8"/>
                </a:lnTo>
                <a:lnTo>
                  <a:pt x="775" y="671"/>
                </a:lnTo>
                <a:lnTo>
                  <a:pt x="775" y="479"/>
                </a:lnTo>
                <a:lnTo>
                  <a:pt x="775" y="479"/>
                </a:lnTo>
                <a:lnTo>
                  <a:pt x="776" y="671"/>
                </a:lnTo>
                <a:lnTo>
                  <a:pt x="776" y="8"/>
                </a:lnTo>
                <a:lnTo>
                  <a:pt x="777" y="89"/>
                </a:lnTo>
                <a:lnTo>
                  <a:pt x="777" y="89"/>
                </a:lnTo>
                <a:lnTo>
                  <a:pt x="778" y="671"/>
                </a:lnTo>
                <a:lnTo>
                  <a:pt x="779" y="8"/>
                </a:lnTo>
                <a:lnTo>
                  <a:pt x="779" y="53"/>
                </a:lnTo>
                <a:lnTo>
                  <a:pt x="779" y="53"/>
                </a:lnTo>
                <a:lnTo>
                  <a:pt x="781" y="8"/>
                </a:lnTo>
                <a:lnTo>
                  <a:pt x="781" y="670"/>
                </a:lnTo>
                <a:lnTo>
                  <a:pt x="781" y="174"/>
                </a:lnTo>
                <a:lnTo>
                  <a:pt x="781" y="174"/>
                </a:lnTo>
                <a:lnTo>
                  <a:pt x="782" y="8"/>
                </a:lnTo>
                <a:lnTo>
                  <a:pt x="782" y="671"/>
                </a:lnTo>
                <a:lnTo>
                  <a:pt x="783" y="238"/>
                </a:lnTo>
                <a:lnTo>
                  <a:pt x="783" y="238"/>
                </a:lnTo>
                <a:lnTo>
                  <a:pt x="784" y="8"/>
                </a:lnTo>
                <a:lnTo>
                  <a:pt x="785" y="671"/>
                </a:lnTo>
                <a:lnTo>
                  <a:pt x="785" y="398"/>
                </a:lnTo>
                <a:lnTo>
                  <a:pt x="785" y="398"/>
                </a:lnTo>
                <a:lnTo>
                  <a:pt x="786" y="671"/>
                </a:lnTo>
                <a:lnTo>
                  <a:pt x="787" y="8"/>
                </a:lnTo>
                <a:lnTo>
                  <a:pt x="787" y="367"/>
                </a:lnTo>
                <a:lnTo>
                  <a:pt x="787" y="367"/>
                </a:lnTo>
                <a:lnTo>
                  <a:pt x="788" y="671"/>
                </a:lnTo>
                <a:lnTo>
                  <a:pt x="789" y="8"/>
                </a:lnTo>
                <a:lnTo>
                  <a:pt x="789" y="481"/>
                </a:lnTo>
                <a:lnTo>
                  <a:pt x="789" y="481"/>
                </a:lnTo>
                <a:lnTo>
                  <a:pt x="790" y="8"/>
                </a:lnTo>
                <a:lnTo>
                  <a:pt x="791" y="671"/>
                </a:lnTo>
                <a:lnTo>
                  <a:pt x="791" y="485"/>
                </a:lnTo>
                <a:lnTo>
                  <a:pt x="791" y="485"/>
                </a:lnTo>
                <a:lnTo>
                  <a:pt x="792" y="8"/>
                </a:lnTo>
                <a:lnTo>
                  <a:pt x="793" y="671"/>
                </a:lnTo>
                <a:lnTo>
                  <a:pt x="793" y="418"/>
                </a:lnTo>
                <a:lnTo>
                  <a:pt x="793" y="418"/>
                </a:lnTo>
                <a:lnTo>
                  <a:pt x="794" y="8"/>
                </a:lnTo>
                <a:lnTo>
                  <a:pt x="795" y="671"/>
                </a:lnTo>
                <a:lnTo>
                  <a:pt x="795" y="600"/>
                </a:lnTo>
                <a:lnTo>
                  <a:pt x="795" y="600"/>
                </a:lnTo>
                <a:lnTo>
                  <a:pt x="797" y="8"/>
                </a:lnTo>
                <a:lnTo>
                  <a:pt x="797" y="671"/>
                </a:lnTo>
                <a:lnTo>
                  <a:pt x="797" y="604"/>
                </a:lnTo>
                <a:lnTo>
                  <a:pt x="797" y="604"/>
                </a:lnTo>
                <a:lnTo>
                  <a:pt x="797" y="9"/>
                </a:lnTo>
                <a:lnTo>
                  <a:pt x="799" y="671"/>
                </a:lnTo>
                <a:lnTo>
                  <a:pt x="799" y="299"/>
                </a:lnTo>
                <a:lnTo>
                  <a:pt x="799" y="299"/>
                </a:lnTo>
                <a:lnTo>
                  <a:pt x="800" y="671"/>
                </a:lnTo>
                <a:lnTo>
                  <a:pt x="801" y="8"/>
                </a:lnTo>
                <a:lnTo>
                  <a:pt x="802" y="644"/>
                </a:lnTo>
                <a:lnTo>
                  <a:pt x="802" y="644"/>
                </a:lnTo>
                <a:lnTo>
                  <a:pt x="803" y="8"/>
                </a:lnTo>
                <a:lnTo>
                  <a:pt x="803" y="671"/>
                </a:lnTo>
                <a:lnTo>
                  <a:pt x="803" y="448"/>
                </a:lnTo>
                <a:lnTo>
                  <a:pt x="803" y="448"/>
                </a:lnTo>
                <a:lnTo>
                  <a:pt x="805" y="671"/>
                </a:lnTo>
                <a:lnTo>
                  <a:pt x="805" y="8"/>
                </a:lnTo>
                <a:lnTo>
                  <a:pt x="805" y="594"/>
                </a:lnTo>
                <a:lnTo>
                  <a:pt x="805" y="594"/>
                </a:lnTo>
                <a:lnTo>
                  <a:pt x="806" y="671"/>
                </a:lnTo>
                <a:lnTo>
                  <a:pt x="806" y="8"/>
                </a:lnTo>
                <a:lnTo>
                  <a:pt x="808" y="256"/>
                </a:lnTo>
                <a:lnTo>
                  <a:pt x="808" y="256"/>
                </a:lnTo>
                <a:lnTo>
                  <a:pt x="808" y="8"/>
                </a:lnTo>
                <a:lnTo>
                  <a:pt x="809" y="671"/>
                </a:lnTo>
                <a:lnTo>
                  <a:pt x="809" y="191"/>
                </a:lnTo>
                <a:lnTo>
                  <a:pt x="809" y="191"/>
                </a:lnTo>
                <a:lnTo>
                  <a:pt x="810" y="671"/>
                </a:lnTo>
                <a:lnTo>
                  <a:pt x="811" y="8"/>
                </a:lnTo>
                <a:lnTo>
                  <a:pt x="811" y="651"/>
                </a:lnTo>
                <a:lnTo>
                  <a:pt x="811" y="651"/>
                </a:lnTo>
                <a:lnTo>
                  <a:pt x="812" y="8"/>
                </a:lnTo>
                <a:lnTo>
                  <a:pt x="813" y="671"/>
                </a:lnTo>
                <a:lnTo>
                  <a:pt x="814" y="331"/>
                </a:lnTo>
                <a:lnTo>
                  <a:pt x="814" y="331"/>
                </a:lnTo>
                <a:lnTo>
                  <a:pt x="814" y="671"/>
                </a:lnTo>
                <a:lnTo>
                  <a:pt x="815" y="8"/>
                </a:lnTo>
                <a:lnTo>
                  <a:pt x="815" y="326"/>
                </a:lnTo>
                <a:lnTo>
                  <a:pt x="815" y="326"/>
                </a:lnTo>
                <a:lnTo>
                  <a:pt x="816" y="8"/>
                </a:lnTo>
                <a:lnTo>
                  <a:pt x="817" y="671"/>
                </a:lnTo>
                <a:lnTo>
                  <a:pt x="817" y="499"/>
                </a:lnTo>
                <a:lnTo>
                  <a:pt x="817" y="499"/>
                </a:lnTo>
                <a:lnTo>
                  <a:pt x="818" y="8"/>
                </a:lnTo>
                <a:lnTo>
                  <a:pt x="818" y="670"/>
                </a:lnTo>
                <a:lnTo>
                  <a:pt x="820" y="422"/>
                </a:lnTo>
                <a:lnTo>
                  <a:pt x="820" y="422"/>
                </a:lnTo>
                <a:lnTo>
                  <a:pt x="820" y="8"/>
                </a:lnTo>
                <a:lnTo>
                  <a:pt x="821" y="671"/>
                </a:lnTo>
                <a:lnTo>
                  <a:pt x="821" y="270"/>
                </a:lnTo>
                <a:lnTo>
                  <a:pt x="821" y="271"/>
                </a:lnTo>
                <a:lnTo>
                  <a:pt x="822" y="671"/>
                </a:lnTo>
                <a:lnTo>
                  <a:pt x="823" y="8"/>
                </a:lnTo>
                <a:lnTo>
                  <a:pt x="823" y="113"/>
                </a:lnTo>
                <a:lnTo>
                  <a:pt x="823" y="113"/>
                </a:lnTo>
                <a:lnTo>
                  <a:pt x="824" y="8"/>
                </a:lnTo>
                <a:lnTo>
                  <a:pt x="825" y="671"/>
                </a:lnTo>
                <a:lnTo>
                  <a:pt x="826" y="230"/>
                </a:lnTo>
                <a:lnTo>
                  <a:pt x="826" y="230"/>
                </a:lnTo>
                <a:lnTo>
                  <a:pt x="826" y="8"/>
                </a:lnTo>
                <a:lnTo>
                  <a:pt x="827" y="671"/>
                </a:lnTo>
                <a:lnTo>
                  <a:pt x="827" y="556"/>
                </a:lnTo>
                <a:lnTo>
                  <a:pt x="827" y="556"/>
                </a:lnTo>
                <a:lnTo>
                  <a:pt x="828" y="671"/>
                </a:lnTo>
                <a:lnTo>
                  <a:pt x="829" y="8"/>
                </a:lnTo>
                <a:lnTo>
                  <a:pt x="829" y="66"/>
                </a:lnTo>
                <a:lnTo>
                  <a:pt x="829" y="66"/>
                </a:lnTo>
                <a:lnTo>
                  <a:pt x="831" y="671"/>
                </a:lnTo>
                <a:lnTo>
                  <a:pt x="832" y="8"/>
                </a:lnTo>
                <a:lnTo>
                  <a:pt x="832" y="341"/>
                </a:lnTo>
                <a:lnTo>
                  <a:pt x="832" y="341"/>
                </a:lnTo>
                <a:lnTo>
                  <a:pt x="832" y="8"/>
                </a:lnTo>
                <a:lnTo>
                  <a:pt x="833" y="671"/>
                </a:lnTo>
                <a:lnTo>
                  <a:pt x="833" y="366"/>
                </a:lnTo>
                <a:lnTo>
                  <a:pt x="833" y="366"/>
                </a:lnTo>
                <a:lnTo>
                  <a:pt x="834" y="8"/>
                </a:lnTo>
                <a:lnTo>
                  <a:pt x="835" y="671"/>
                </a:lnTo>
                <a:lnTo>
                  <a:pt x="835" y="517"/>
                </a:lnTo>
                <a:lnTo>
                  <a:pt x="835" y="517"/>
                </a:lnTo>
                <a:lnTo>
                  <a:pt x="836" y="8"/>
                </a:lnTo>
                <a:lnTo>
                  <a:pt x="837" y="671"/>
                </a:lnTo>
                <a:lnTo>
                  <a:pt x="838" y="593"/>
                </a:lnTo>
                <a:lnTo>
                  <a:pt x="838" y="593"/>
                </a:lnTo>
                <a:lnTo>
                  <a:pt x="838" y="671"/>
                </a:lnTo>
                <a:lnTo>
                  <a:pt x="839" y="8"/>
                </a:lnTo>
                <a:lnTo>
                  <a:pt x="839" y="372"/>
                </a:lnTo>
                <a:lnTo>
                  <a:pt x="839" y="372"/>
                </a:lnTo>
                <a:lnTo>
                  <a:pt x="841" y="671"/>
                </a:lnTo>
                <a:lnTo>
                  <a:pt x="841" y="8"/>
                </a:lnTo>
                <a:lnTo>
                  <a:pt x="841" y="552"/>
                </a:lnTo>
                <a:lnTo>
                  <a:pt x="841" y="552"/>
                </a:lnTo>
                <a:lnTo>
                  <a:pt x="842" y="8"/>
                </a:lnTo>
                <a:lnTo>
                  <a:pt x="842" y="671"/>
                </a:lnTo>
                <a:lnTo>
                  <a:pt x="844" y="297"/>
                </a:lnTo>
                <a:lnTo>
                  <a:pt x="844" y="297"/>
                </a:lnTo>
                <a:lnTo>
                  <a:pt x="844" y="670"/>
                </a:lnTo>
                <a:lnTo>
                  <a:pt x="845" y="8"/>
                </a:lnTo>
                <a:lnTo>
                  <a:pt x="845" y="151"/>
                </a:lnTo>
                <a:lnTo>
                  <a:pt x="845" y="151"/>
                </a:lnTo>
                <a:lnTo>
                  <a:pt x="845" y="8"/>
                </a:lnTo>
                <a:lnTo>
                  <a:pt x="847" y="670"/>
                </a:lnTo>
                <a:lnTo>
                  <a:pt x="847" y="182"/>
                </a:lnTo>
                <a:lnTo>
                  <a:pt x="847" y="182"/>
                </a:lnTo>
                <a:lnTo>
                  <a:pt x="848" y="8"/>
                </a:lnTo>
                <a:lnTo>
                  <a:pt x="849" y="671"/>
                </a:lnTo>
                <a:lnTo>
                  <a:pt x="850" y="118"/>
                </a:lnTo>
                <a:lnTo>
                  <a:pt x="850" y="118"/>
                </a:lnTo>
                <a:lnTo>
                  <a:pt x="850" y="8"/>
                </a:lnTo>
                <a:lnTo>
                  <a:pt x="851" y="671"/>
                </a:lnTo>
                <a:lnTo>
                  <a:pt x="851" y="446"/>
                </a:lnTo>
                <a:lnTo>
                  <a:pt x="851" y="446"/>
                </a:lnTo>
                <a:lnTo>
                  <a:pt x="852" y="671"/>
                </a:lnTo>
                <a:lnTo>
                  <a:pt x="853" y="8"/>
                </a:lnTo>
                <a:lnTo>
                  <a:pt x="853" y="528"/>
                </a:lnTo>
                <a:lnTo>
                  <a:pt x="853" y="528"/>
                </a:lnTo>
                <a:lnTo>
                  <a:pt x="854" y="671"/>
                </a:lnTo>
                <a:lnTo>
                  <a:pt x="854" y="9"/>
                </a:lnTo>
                <a:lnTo>
                  <a:pt x="856" y="463"/>
                </a:lnTo>
                <a:lnTo>
                  <a:pt x="856" y="463"/>
                </a:lnTo>
                <a:lnTo>
                  <a:pt x="856" y="671"/>
                </a:lnTo>
                <a:lnTo>
                  <a:pt x="857" y="8"/>
                </a:lnTo>
                <a:lnTo>
                  <a:pt x="857" y="24"/>
                </a:lnTo>
                <a:lnTo>
                  <a:pt x="857" y="24"/>
                </a:lnTo>
                <a:lnTo>
                  <a:pt x="858" y="670"/>
                </a:lnTo>
                <a:lnTo>
                  <a:pt x="859" y="8"/>
                </a:lnTo>
                <a:lnTo>
                  <a:pt x="859" y="458"/>
                </a:lnTo>
                <a:lnTo>
                  <a:pt x="859" y="458"/>
                </a:lnTo>
                <a:lnTo>
                  <a:pt x="860" y="671"/>
                </a:lnTo>
                <a:lnTo>
                  <a:pt x="862" y="8"/>
                </a:lnTo>
                <a:lnTo>
                  <a:pt x="862" y="432"/>
                </a:lnTo>
                <a:lnTo>
                  <a:pt x="862" y="432"/>
                </a:lnTo>
                <a:lnTo>
                  <a:pt x="863" y="8"/>
                </a:lnTo>
                <a:lnTo>
                  <a:pt x="863" y="670"/>
                </a:lnTo>
                <a:lnTo>
                  <a:pt x="863" y="407"/>
                </a:lnTo>
                <a:lnTo>
                  <a:pt x="863" y="406"/>
                </a:lnTo>
                <a:lnTo>
                  <a:pt x="865" y="670"/>
                </a:lnTo>
                <a:lnTo>
                  <a:pt x="865" y="8"/>
                </a:lnTo>
                <a:lnTo>
                  <a:pt x="865" y="367"/>
                </a:lnTo>
                <a:lnTo>
                  <a:pt x="865" y="366"/>
                </a:lnTo>
                <a:lnTo>
                  <a:pt x="866" y="8"/>
                </a:lnTo>
                <a:lnTo>
                  <a:pt x="866" y="670"/>
                </a:lnTo>
                <a:lnTo>
                  <a:pt x="868" y="170"/>
                </a:lnTo>
                <a:lnTo>
                  <a:pt x="868" y="170"/>
                </a:lnTo>
                <a:lnTo>
                  <a:pt x="868" y="8"/>
                </a:lnTo>
                <a:lnTo>
                  <a:pt x="869" y="670"/>
                </a:lnTo>
                <a:lnTo>
                  <a:pt x="870" y="9"/>
                </a:lnTo>
                <a:lnTo>
                  <a:pt x="870" y="9"/>
                </a:lnTo>
                <a:lnTo>
                  <a:pt x="870" y="8"/>
                </a:lnTo>
                <a:lnTo>
                  <a:pt x="871" y="671"/>
                </a:lnTo>
                <a:lnTo>
                  <a:pt x="871" y="563"/>
                </a:lnTo>
                <a:lnTo>
                  <a:pt x="871" y="563"/>
                </a:lnTo>
                <a:lnTo>
                  <a:pt x="873" y="670"/>
                </a:lnTo>
                <a:lnTo>
                  <a:pt x="873" y="8"/>
                </a:lnTo>
                <a:lnTo>
                  <a:pt x="874" y="42"/>
                </a:lnTo>
                <a:lnTo>
                  <a:pt x="874" y="42"/>
                </a:lnTo>
                <a:lnTo>
                  <a:pt x="875" y="670"/>
                </a:lnTo>
                <a:lnTo>
                  <a:pt x="875" y="8"/>
                </a:lnTo>
                <a:lnTo>
                  <a:pt x="876" y="279"/>
                </a:lnTo>
                <a:lnTo>
                  <a:pt x="876" y="279"/>
                </a:lnTo>
                <a:lnTo>
                  <a:pt x="876" y="670"/>
                </a:lnTo>
                <a:lnTo>
                  <a:pt x="877" y="8"/>
                </a:lnTo>
                <a:lnTo>
                  <a:pt x="877" y="382"/>
                </a:lnTo>
                <a:lnTo>
                  <a:pt x="877" y="382"/>
                </a:lnTo>
                <a:lnTo>
                  <a:pt x="879" y="670"/>
                </a:lnTo>
                <a:lnTo>
                  <a:pt x="879" y="8"/>
                </a:lnTo>
                <a:lnTo>
                  <a:pt x="880" y="473"/>
                </a:lnTo>
                <a:lnTo>
                  <a:pt x="880" y="473"/>
                </a:lnTo>
                <a:lnTo>
                  <a:pt x="881" y="670"/>
                </a:lnTo>
                <a:lnTo>
                  <a:pt x="882" y="8"/>
                </a:lnTo>
                <a:lnTo>
                  <a:pt x="882" y="455"/>
                </a:lnTo>
                <a:lnTo>
                  <a:pt x="882" y="455"/>
                </a:lnTo>
                <a:lnTo>
                  <a:pt x="883" y="8"/>
                </a:lnTo>
                <a:lnTo>
                  <a:pt x="883" y="670"/>
                </a:lnTo>
                <a:lnTo>
                  <a:pt x="883" y="535"/>
                </a:lnTo>
                <a:lnTo>
                  <a:pt x="883" y="535"/>
                </a:lnTo>
                <a:lnTo>
                  <a:pt x="884" y="9"/>
                </a:lnTo>
                <a:lnTo>
                  <a:pt x="885" y="671"/>
                </a:lnTo>
                <a:lnTo>
                  <a:pt x="886" y="295"/>
                </a:lnTo>
                <a:lnTo>
                  <a:pt x="886" y="295"/>
                </a:lnTo>
                <a:lnTo>
                  <a:pt x="886" y="671"/>
                </a:lnTo>
                <a:lnTo>
                  <a:pt x="887" y="8"/>
                </a:lnTo>
                <a:lnTo>
                  <a:pt x="888" y="609"/>
                </a:lnTo>
                <a:lnTo>
                  <a:pt x="888" y="609"/>
                </a:lnTo>
                <a:lnTo>
                  <a:pt x="888" y="671"/>
                </a:lnTo>
                <a:lnTo>
                  <a:pt x="889" y="8"/>
                </a:lnTo>
                <a:lnTo>
                  <a:pt x="889" y="538"/>
                </a:lnTo>
                <a:lnTo>
                  <a:pt x="889" y="538"/>
                </a:lnTo>
                <a:lnTo>
                  <a:pt x="890" y="8"/>
                </a:lnTo>
                <a:lnTo>
                  <a:pt x="891" y="671"/>
                </a:lnTo>
                <a:lnTo>
                  <a:pt x="892" y="203"/>
                </a:lnTo>
                <a:lnTo>
                  <a:pt x="892" y="203"/>
                </a:lnTo>
                <a:lnTo>
                  <a:pt x="892" y="8"/>
                </a:lnTo>
                <a:lnTo>
                  <a:pt x="892" y="671"/>
                </a:lnTo>
                <a:lnTo>
                  <a:pt x="894" y="542"/>
                </a:lnTo>
                <a:lnTo>
                  <a:pt x="894" y="542"/>
                </a:lnTo>
                <a:lnTo>
                  <a:pt x="894" y="670"/>
                </a:lnTo>
                <a:lnTo>
                  <a:pt x="895" y="8"/>
                </a:lnTo>
                <a:lnTo>
                  <a:pt x="895" y="64"/>
                </a:lnTo>
                <a:lnTo>
                  <a:pt x="895" y="64"/>
                </a:lnTo>
                <a:lnTo>
                  <a:pt x="896" y="8"/>
                </a:lnTo>
                <a:lnTo>
                  <a:pt x="897" y="671"/>
                </a:lnTo>
                <a:lnTo>
                  <a:pt x="898" y="127"/>
                </a:lnTo>
                <a:lnTo>
                  <a:pt x="898" y="127"/>
                </a:lnTo>
                <a:lnTo>
                  <a:pt x="898" y="8"/>
                </a:lnTo>
                <a:lnTo>
                  <a:pt x="898" y="671"/>
                </a:lnTo>
                <a:lnTo>
                  <a:pt x="900" y="135"/>
                </a:lnTo>
                <a:lnTo>
                  <a:pt x="900" y="135"/>
                </a:lnTo>
                <a:lnTo>
                  <a:pt x="900" y="671"/>
                </a:lnTo>
                <a:lnTo>
                  <a:pt x="901" y="8"/>
                </a:lnTo>
                <a:lnTo>
                  <a:pt x="901" y="118"/>
                </a:lnTo>
                <a:lnTo>
                  <a:pt x="901" y="118"/>
                </a:lnTo>
                <a:lnTo>
                  <a:pt x="902" y="8"/>
                </a:lnTo>
                <a:lnTo>
                  <a:pt x="903" y="671"/>
                </a:lnTo>
                <a:lnTo>
                  <a:pt x="904" y="31"/>
                </a:lnTo>
                <a:lnTo>
                  <a:pt x="904" y="31"/>
                </a:lnTo>
                <a:lnTo>
                  <a:pt x="904" y="671"/>
                </a:lnTo>
                <a:lnTo>
                  <a:pt x="905" y="8"/>
                </a:lnTo>
                <a:lnTo>
                  <a:pt x="906" y="486"/>
                </a:lnTo>
                <a:lnTo>
                  <a:pt x="906" y="486"/>
                </a:lnTo>
                <a:lnTo>
                  <a:pt x="906" y="671"/>
                </a:lnTo>
                <a:lnTo>
                  <a:pt x="907" y="8"/>
                </a:lnTo>
                <a:lnTo>
                  <a:pt x="907" y="240"/>
                </a:lnTo>
                <a:lnTo>
                  <a:pt x="907" y="240"/>
                </a:lnTo>
                <a:lnTo>
                  <a:pt x="908" y="671"/>
                </a:lnTo>
                <a:lnTo>
                  <a:pt x="909" y="8"/>
                </a:lnTo>
                <a:lnTo>
                  <a:pt x="910" y="88"/>
                </a:lnTo>
                <a:lnTo>
                  <a:pt x="910" y="88"/>
                </a:lnTo>
                <a:lnTo>
                  <a:pt x="910" y="671"/>
                </a:lnTo>
                <a:lnTo>
                  <a:pt x="912" y="8"/>
                </a:lnTo>
                <a:lnTo>
                  <a:pt x="912" y="642"/>
                </a:lnTo>
                <a:lnTo>
                  <a:pt x="912" y="642"/>
                </a:lnTo>
                <a:lnTo>
                  <a:pt x="912" y="671"/>
                </a:lnTo>
                <a:lnTo>
                  <a:pt x="913" y="8"/>
                </a:lnTo>
                <a:lnTo>
                  <a:pt x="913" y="531"/>
                </a:lnTo>
                <a:lnTo>
                  <a:pt x="913" y="531"/>
                </a:lnTo>
                <a:lnTo>
                  <a:pt x="914" y="8"/>
                </a:lnTo>
                <a:lnTo>
                  <a:pt x="915" y="671"/>
                </a:lnTo>
                <a:lnTo>
                  <a:pt x="916" y="309"/>
                </a:lnTo>
                <a:lnTo>
                  <a:pt x="916" y="309"/>
                </a:lnTo>
                <a:lnTo>
                  <a:pt x="917" y="671"/>
                </a:lnTo>
                <a:lnTo>
                  <a:pt x="917" y="8"/>
                </a:lnTo>
                <a:lnTo>
                  <a:pt x="918" y="348"/>
                </a:lnTo>
                <a:lnTo>
                  <a:pt x="918" y="348"/>
                </a:lnTo>
                <a:lnTo>
                  <a:pt x="918" y="8"/>
                </a:lnTo>
                <a:lnTo>
                  <a:pt x="919" y="671"/>
                </a:lnTo>
                <a:lnTo>
                  <a:pt x="919" y="69"/>
                </a:lnTo>
                <a:lnTo>
                  <a:pt x="919" y="69"/>
                </a:lnTo>
                <a:lnTo>
                  <a:pt x="920" y="671"/>
                </a:lnTo>
                <a:lnTo>
                  <a:pt x="921" y="8"/>
                </a:lnTo>
                <a:lnTo>
                  <a:pt x="922" y="221"/>
                </a:lnTo>
                <a:lnTo>
                  <a:pt x="922" y="221"/>
                </a:lnTo>
                <a:lnTo>
                  <a:pt x="922" y="8"/>
                </a:lnTo>
                <a:lnTo>
                  <a:pt x="924" y="671"/>
                </a:lnTo>
                <a:lnTo>
                  <a:pt x="924" y="452"/>
                </a:lnTo>
                <a:lnTo>
                  <a:pt x="924" y="452"/>
                </a:lnTo>
                <a:lnTo>
                  <a:pt x="925" y="670"/>
                </a:lnTo>
                <a:lnTo>
                  <a:pt x="925" y="8"/>
                </a:lnTo>
                <a:lnTo>
                  <a:pt x="925" y="342"/>
                </a:lnTo>
                <a:lnTo>
                  <a:pt x="925" y="342"/>
                </a:lnTo>
                <a:lnTo>
                  <a:pt x="926" y="671"/>
                </a:lnTo>
                <a:lnTo>
                  <a:pt x="926" y="8"/>
                </a:lnTo>
                <a:lnTo>
                  <a:pt x="928" y="609"/>
                </a:lnTo>
                <a:lnTo>
                  <a:pt x="928" y="609"/>
                </a:lnTo>
                <a:lnTo>
                  <a:pt x="928" y="671"/>
                </a:lnTo>
                <a:lnTo>
                  <a:pt x="928" y="9"/>
                </a:lnTo>
                <a:lnTo>
                  <a:pt x="930" y="520"/>
                </a:lnTo>
                <a:lnTo>
                  <a:pt x="930" y="520"/>
                </a:lnTo>
                <a:lnTo>
                  <a:pt x="931" y="8"/>
                </a:lnTo>
                <a:lnTo>
                  <a:pt x="931" y="670"/>
                </a:lnTo>
                <a:lnTo>
                  <a:pt x="931" y="83"/>
                </a:lnTo>
                <a:lnTo>
                  <a:pt x="931" y="83"/>
                </a:lnTo>
                <a:lnTo>
                  <a:pt x="932" y="671"/>
                </a:lnTo>
                <a:lnTo>
                  <a:pt x="933" y="8"/>
                </a:lnTo>
                <a:lnTo>
                  <a:pt x="934" y="246"/>
                </a:lnTo>
                <a:lnTo>
                  <a:pt x="934" y="246"/>
                </a:lnTo>
                <a:lnTo>
                  <a:pt x="935" y="8"/>
                </a:lnTo>
                <a:lnTo>
                  <a:pt x="935" y="671"/>
                </a:lnTo>
                <a:lnTo>
                  <a:pt x="936" y="207"/>
                </a:lnTo>
                <a:lnTo>
                  <a:pt x="936" y="207"/>
                </a:lnTo>
                <a:lnTo>
                  <a:pt x="937" y="671"/>
                </a:lnTo>
                <a:lnTo>
                  <a:pt x="937" y="8"/>
                </a:lnTo>
                <a:lnTo>
                  <a:pt x="937" y="640"/>
                </a:lnTo>
                <a:lnTo>
                  <a:pt x="937" y="640"/>
                </a:lnTo>
                <a:lnTo>
                  <a:pt x="938" y="8"/>
                </a:lnTo>
                <a:lnTo>
                  <a:pt x="939" y="671"/>
                </a:lnTo>
                <a:lnTo>
                  <a:pt x="940" y="89"/>
                </a:lnTo>
                <a:lnTo>
                  <a:pt x="940" y="89"/>
                </a:lnTo>
                <a:lnTo>
                  <a:pt x="941" y="671"/>
                </a:lnTo>
                <a:lnTo>
                  <a:pt x="941" y="8"/>
                </a:lnTo>
                <a:lnTo>
                  <a:pt x="942" y="65"/>
                </a:lnTo>
                <a:lnTo>
                  <a:pt x="942" y="65"/>
                </a:lnTo>
                <a:lnTo>
                  <a:pt x="943" y="671"/>
                </a:lnTo>
                <a:lnTo>
                  <a:pt x="943" y="8"/>
                </a:lnTo>
                <a:lnTo>
                  <a:pt x="944" y="529"/>
                </a:lnTo>
                <a:lnTo>
                  <a:pt x="944" y="529"/>
                </a:lnTo>
                <a:lnTo>
                  <a:pt x="944" y="8"/>
                </a:lnTo>
                <a:lnTo>
                  <a:pt x="945" y="671"/>
                </a:lnTo>
                <a:lnTo>
                  <a:pt x="946" y="334"/>
                </a:lnTo>
                <a:lnTo>
                  <a:pt x="946" y="335"/>
                </a:lnTo>
                <a:lnTo>
                  <a:pt x="946" y="8"/>
                </a:lnTo>
                <a:lnTo>
                  <a:pt x="947" y="671"/>
                </a:lnTo>
                <a:lnTo>
                  <a:pt x="948" y="398"/>
                </a:lnTo>
                <a:lnTo>
                  <a:pt x="948" y="397"/>
                </a:lnTo>
                <a:lnTo>
                  <a:pt x="948" y="671"/>
                </a:lnTo>
                <a:lnTo>
                  <a:pt x="950" y="8"/>
                </a:lnTo>
                <a:lnTo>
                  <a:pt x="950" y="303"/>
                </a:lnTo>
                <a:lnTo>
                  <a:pt x="950" y="303"/>
                </a:lnTo>
                <a:lnTo>
                  <a:pt x="950" y="671"/>
                </a:lnTo>
                <a:lnTo>
                  <a:pt x="951" y="8"/>
                </a:lnTo>
                <a:lnTo>
                  <a:pt x="952" y="103"/>
                </a:lnTo>
                <a:lnTo>
                  <a:pt x="952" y="103"/>
                </a:lnTo>
                <a:lnTo>
                  <a:pt x="953" y="671"/>
                </a:lnTo>
                <a:lnTo>
                  <a:pt x="953" y="8"/>
                </a:lnTo>
                <a:lnTo>
                  <a:pt x="954" y="394"/>
                </a:lnTo>
                <a:lnTo>
                  <a:pt x="954" y="394"/>
                </a:lnTo>
                <a:lnTo>
                  <a:pt x="954" y="671"/>
                </a:lnTo>
                <a:lnTo>
                  <a:pt x="955" y="8"/>
                </a:lnTo>
                <a:lnTo>
                  <a:pt x="956" y="217"/>
                </a:lnTo>
                <a:lnTo>
                  <a:pt x="956" y="217"/>
                </a:lnTo>
                <a:lnTo>
                  <a:pt x="956" y="8"/>
                </a:lnTo>
                <a:lnTo>
                  <a:pt x="957" y="671"/>
                </a:lnTo>
                <a:lnTo>
                  <a:pt x="958" y="548"/>
                </a:lnTo>
                <a:lnTo>
                  <a:pt x="958" y="548"/>
                </a:lnTo>
                <a:lnTo>
                  <a:pt x="958" y="671"/>
                </a:lnTo>
                <a:lnTo>
                  <a:pt x="959" y="8"/>
                </a:lnTo>
                <a:lnTo>
                  <a:pt x="960" y="21"/>
                </a:lnTo>
                <a:lnTo>
                  <a:pt x="960" y="21"/>
                </a:lnTo>
                <a:lnTo>
                  <a:pt x="960" y="671"/>
                </a:lnTo>
                <a:lnTo>
                  <a:pt x="961" y="9"/>
                </a:lnTo>
                <a:lnTo>
                  <a:pt x="962" y="535"/>
                </a:lnTo>
                <a:lnTo>
                  <a:pt x="962" y="535"/>
                </a:lnTo>
                <a:lnTo>
                  <a:pt x="962" y="8"/>
                </a:lnTo>
                <a:lnTo>
                  <a:pt x="962" y="671"/>
                </a:lnTo>
                <a:lnTo>
                  <a:pt x="964" y="220"/>
                </a:lnTo>
                <a:lnTo>
                  <a:pt x="964" y="220"/>
                </a:lnTo>
                <a:lnTo>
                  <a:pt x="964" y="671"/>
                </a:lnTo>
                <a:lnTo>
                  <a:pt x="965" y="8"/>
                </a:lnTo>
                <a:lnTo>
                  <a:pt x="966" y="336"/>
                </a:lnTo>
                <a:lnTo>
                  <a:pt x="966" y="336"/>
                </a:lnTo>
                <a:lnTo>
                  <a:pt x="966" y="8"/>
                </a:lnTo>
                <a:lnTo>
                  <a:pt x="967" y="671"/>
                </a:lnTo>
                <a:lnTo>
                  <a:pt x="968" y="392"/>
                </a:lnTo>
                <a:lnTo>
                  <a:pt x="968" y="392"/>
                </a:lnTo>
                <a:lnTo>
                  <a:pt x="968" y="671"/>
                </a:lnTo>
                <a:lnTo>
                  <a:pt x="969" y="8"/>
                </a:lnTo>
                <a:lnTo>
                  <a:pt x="970" y="62"/>
                </a:lnTo>
                <a:lnTo>
                  <a:pt x="970" y="62"/>
                </a:lnTo>
                <a:lnTo>
                  <a:pt x="971" y="671"/>
                </a:lnTo>
                <a:lnTo>
                  <a:pt x="971" y="8"/>
                </a:lnTo>
                <a:lnTo>
                  <a:pt x="972" y="223"/>
                </a:lnTo>
                <a:lnTo>
                  <a:pt x="972" y="223"/>
                </a:lnTo>
                <a:lnTo>
                  <a:pt x="972" y="671"/>
                </a:lnTo>
                <a:lnTo>
                  <a:pt x="973" y="9"/>
                </a:lnTo>
                <a:lnTo>
                  <a:pt x="974" y="647"/>
                </a:lnTo>
                <a:lnTo>
                  <a:pt x="974" y="647"/>
                </a:lnTo>
                <a:lnTo>
                  <a:pt x="974" y="8"/>
                </a:lnTo>
                <a:lnTo>
                  <a:pt x="975" y="671"/>
                </a:lnTo>
                <a:lnTo>
                  <a:pt x="976" y="156"/>
                </a:lnTo>
                <a:lnTo>
                  <a:pt x="976" y="156"/>
                </a:lnTo>
                <a:lnTo>
                  <a:pt x="976" y="671"/>
                </a:lnTo>
                <a:lnTo>
                  <a:pt x="977" y="9"/>
                </a:lnTo>
                <a:lnTo>
                  <a:pt x="978" y="89"/>
                </a:lnTo>
                <a:lnTo>
                  <a:pt x="978" y="89"/>
                </a:lnTo>
                <a:lnTo>
                  <a:pt x="978" y="8"/>
                </a:lnTo>
                <a:lnTo>
                  <a:pt x="979" y="671"/>
                </a:lnTo>
                <a:lnTo>
                  <a:pt x="980" y="270"/>
                </a:lnTo>
                <a:lnTo>
                  <a:pt x="980" y="270"/>
                </a:lnTo>
                <a:lnTo>
                  <a:pt x="980" y="671"/>
                </a:lnTo>
                <a:lnTo>
                  <a:pt x="981" y="8"/>
                </a:lnTo>
                <a:lnTo>
                  <a:pt x="982" y="145"/>
                </a:lnTo>
                <a:lnTo>
                  <a:pt x="982" y="145"/>
                </a:lnTo>
                <a:lnTo>
                  <a:pt x="982" y="8"/>
                </a:lnTo>
                <a:lnTo>
                  <a:pt x="983" y="671"/>
                </a:lnTo>
                <a:lnTo>
                  <a:pt x="984" y="258"/>
                </a:lnTo>
                <a:lnTo>
                  <a:pt x="984" y="258"/>
                </a:lnTo>
                <a:lnTo>
                  <a:pt x="985" y="8"/>
                </a:lnTo>
                <a:lnTo>
                  <a:pt x="985" y="671"/>
                </a:lnTo>
                <a:lnTo>
                  <a:pt x="986" y="65"/>
                </a:lnTo>
                <a:lnTo>
                  <a:pt x="986" y="65"/>
                </a:lnTo>
                <a:lnTo>
                  <a:pt x="986" y="8"/>
                </a:lnTo>
                <a:lnTo>
                  <a:pt x="986" y="671"/>
                </a:lnTo>
                <a:lnTo>
                  <a:pt x="988" y="432"/>
                </a:lnTo>
                <a:lnTo>
                  <a:pt x="988" y="432"/>
                </a:lnTo>
                <a:lnTo>
                  <a:pt x="989" y="671"/>
                </a:lnTo>
                <a:lnTo>
                  <a:pt x="989" y="8"/>
                </a:lnTo>
                <a:lnTo>
                  <a:pt x="990" y="577"/>
                </a:lnTo>
                <a:lnTo>
                  <a:pt x="990" y="577"/>
                </a:lnTo>
                <a:lnTo>
                  <a:pt x="990" y="671"/>
                </a:lnTo>
                <a:lnTo>
                  <a:pt x="992" y="8"/>
                </a:lnTo>
                <a:lnTo>
                  <a:pt x="992" y="516"/>
                </a:lnTo>
                <a:lnTo>
                  <a:pt x="992" y="516"/>
                </a:lnTo>
                <a:lnTo>
                  <a:pt x="992" y="8"/>
                </a:lnTo>
                <a:lnTo>
                  <a:pt x="993" y="671"/>
                </a:lnTo>
                <a:lnTo>
                  <a:pt x="994" y="144"/>
                </a:lnTo>
                <a:lnTo>
                  <a:pt x="994" y="144"/>
                </a:lnTo>
                <a:lnTo>
                  <a:pt x="995" y="671"/>
                </a:lnTo>
                <a:lnTo>
                  <a:pt x="995" y="8"/>
                </a:lnTo>
                <a:lnTo>
                  <a:pt x="996" y="481"/>
                </a:lnTo>
                <a:lnTo>
                  <a:pt x="996" y="481"/>
                </a:lnTo>
                <a:lnTo>
                  <a:pt x="996" y="670"/>
                </a:lnTo>
                <a:lnTo>
                  <a:pt x="998" y="8"/>
                </a:lnTo>
                <a:lnTo>
                  <a:pt x="998" y="643"/>
                </a:lnTo>
                <a:lnTo>
                  <a:pt x="998" y="642"/>
                </a:lnTo>
                <a:lnTo>
                  <a:pt x="999" y="670"/>
                </a:lnTo>
                <a:lnTo>
                  <a:pt x="999" y="8"/>
                </a:lnTo>
                <a:lnTo>
                  <a:pt x="1000" y="236"/>
                </a:lnTo>
                <a:lnTo>
                  <a:pt x="1000" y="236"/>
                </a:lnTo>
                <a:lnTo>
                  <a:pt x="1000" y="670"/>
                </a:lnTo>
                <a:lnTo>
                  <a:pt x="1001" y="8"/>
                </a:lnTo>
                <a:lnTo>
                  <a:pt x="1002" y="177"/>
                </a:lnTo>
                <a:lnTo>
                  <a:pt x="1002" y="177"/>
                </a:lnTo>
                <a:lnTo>
                  <a:pt x="1002" y="8"/>
                </a:lnTo>
                <a:lnTo>
                  <a:pt x="1003" y="670"/>
                </a:lnTo>
                <a:lnTo>
                  <a:pt x="1004" y="622"/>
                </a:lnTo>
                <a:lnTo>
                  <a:pt x="1004" y="622"/>
                </a:lnTo>
                <a:lnTo>
                  <a:pt x="1004" y="671"/>
                </a:lnTo>
                <a:lnTo>
                  <a:pt x="1005" y="8"/>
                </a:lnTo>
                <a:lnTo>
                  <a:pt x="1006" y="544"/>
                </a:lnTo>
                <a:lnTo>
                  <a:pt x="1006" y="544"/>
                </a:lnTo>
                <a:lnTo>
                  <a:pt x="1006" y="670"/>
                </a:lnTo>
                <a:lnTo>
                  <a:pt x="1008" y="8"/>
                </a:lnTo>
                <a:lnTo>
                  <a:pt x="1008" y="110"/>
                </a:lnTo>
                <a:lnTo>
                  <a:pt x="1008" y="110"/>
                </a:lnTo>
                <a:lnTo>
                  <a:pt x="1008" y="8"/>
                </a:lnTo>
                <a:lnTo>
                  <a:pt x="1009" y="670"/>
                </a:lnTo>
                <a:lnTo>
                  <a:pt x="1010" y="187"/>
                </a:lnTo>
                <a:lnTo>
                  <a:pt x="1010" y="187"/>
                </a:lnTo>
                <a:lnTo>
                  <a:pt x="1011" y="670"/>
                </a:lnTo>
                <a:lnTo>
                  <a:pt x="1012" y="8"/>
                </a:lnTo>
                <a:lnTo>
                  <a:pt x="1012" y="255"/>
                </a:lnTo>
                <a:lnTo>
                  <a:pt x="1012" y="254"/>
                </a:lnTo>
                <a:lnTo>
                  <a:pt x="1012" y="671"/>
                </a:lnTo>
                <a:lnTo>
                  <a:pt x="1014" y="8"/>
                </a:lnTo>
                <a:lnTo>
                  <a:pt x="1014" y="242"/>
                </a:lnTo>
                <a:lnTo>
                  <a:pt x="1014" y="242"/>
                </a:lnTo>
                <a:lnTo>
                  <a:pt x="1014" y="8"/>
                </a:lnTo>
                <a:lnTo>
                  <a:pt x="1015" y="671"/>
                </a:lnTo>
                <a:lnTo>
                  <a:pt x="1016" y="606"/>
                </a:lnTo>
                <a:lnTo>
                  <a:pt x="1016" y="606"/>
                </a:lnTo>
                <a:lnTo>
                  <a:pt x="1016" y="8"/>
                </a:lnTo>
                <a:lnTo>
                  <a:pt x="1018" y="671"/>
                </a:lnTo>
                <a:lnTo>
                  <a:pt x="1018" y="483"/>
                </a:lnTo>
                <a:lnTo>
                  <a:pt x="1018" y="483"/>
                </a:lnTo>
                <a:lnTo>
                  <a:pt x="1019" y="8"/>
                </a:lnTo>
                <a:lnTo>
                  <a:pt x="1020" y="671"/>
                </a:lnTo>
                <a:lnTo>
                  <a:pt x="1020" y="100"/>
                </a:lnTo>
                <a:lnTo>
                  <a:pt x="1020" y="100"/>
                </a:lnTo>
                <a:lnTo>
                  <a:pt x="1020" y="8"/>
                </a:lnTo>
                <a:lnTo>
                  <a:pt x="1021" y="671"/>
                </a:lnTo>
                <a:lnTo>
                  <a:pt x="1022" y="505"/>
                </a:lnTo>
                <a:lnTo>
                  <a:pt x="1022" y="505"/>
                </a:lnTo>
                <a:lnTo>
                  <a:pt x="1022" y="8"/>
                </a:lnTo>
                <a:lnTo>
                  <a:pt x="1023" y="671"/>
                </a:lnTo>
                <a:lnTo>
                  <a:pt x="1024" y="45"/>
                </a:lnTo>
                <a:lnTo>
                  <a:pt x="1024" y="45"/>
                </a:lnTo>
                <a:lnTo>
                  <a:pt x="1024" y="671"/>
                </a:lnTo>
                <a:lnTo>
                  <a:pt x="1025" y="8"/>
                </a:lnTo>
                <a:lnTo>
                  <a:pt x="1026" y="274"/>
                </a:lnTo>
                <a:lnTo>
                  <a:pt x="1026" y="274"/>
                </a:lnTo>
                <a:lnTo>
                  <a:pt x="1027" y="671"/>
                </a:lnTo>
                <a:lnTo>
                  <a:pt x="1028" y="8"/>
                </a:lnTo>
                <a:lnTo>
                  <a:pt x="1028" y="170"/>
                </a:lnTo>
                <a:lnTo>
                  <a:pt x="1028" y="170"/>
                </a:lnTo>
                <a:lnTo>
                  <a:pt x="1029" y="671"/>
                </a:lnTo>
                <a:lnTo>
                  <a:pt x="1030" y="8"/>
                </a:lnTo>
                <a:lnTo>
                  <a:pt x="1030" y="363"/>
                </a:lnTo>
                <a:lnTo>
                  <a:pt x="1030" y="363"/>
                </a:lnTo>
                <a:lnTo>
                  <a:pt x="1030" y="670"/>
                </a:lnTo>
                <a:lnTo>
                  <a:pt x="1031" y="8"/>
                </a:lnTo>
                <a:lnTo>
                  <a:pt x="1032" y="129"/>
                </a:lnTo>
                <a:lnTo>
                  <a:pt x="1032" y="129"/>
                </a:lnTo>
                <a:lnTo>
                  <a:pt x="1032" y="8"/>
                </a:lnTo>
                <a:lnTo>
                  <a:pt x="1034" y="670"/>
                </a:lnTo>
                <a:lnTo>
                  <a:pt x="1034" y="119"/>
                </a:lnTo>
                <a:lnTo>
                  <a:pt x="1034" y="119"/>
                </a:lnTo>
                <a:lnTo>
                  <a:pt x="1034" y="8"/>
                </a:lnTo>
                <a:lnTo>
                  <a:pt x="1035" y="671"/>
                </a:lnTo>
                <a:lnTo>
                  <a:pt x="1036" y="524"/>
                </a:lnTo>
                <a:lnTo>
                  <a:pt x="1036" y="524"/>
                </a:lnTo>
                <a:lnTo>
                  <a:pt x="1037" y="670"/>
                </a:lnTo>
                <a:lnTo>
                  <a:pt x="1037" y="8"/>
                </a:lnTo>
                <a:lnTo>
                  <a:pt x="1038" y="493"/>
                </a:lnTo>
                <a:lnTo>
                  <a:pt x="1038" y="493"/>
                </a:lnTo>
                <a:lnTo>
                  <a:pt x="1039" y="9"/>
                </a:lnTo>
                <a:lnTo>
                  <a:pt x="1039" y="671"/>
                </a:lnTo>
                <a:lnTo>
                  <a:pt x="1040" y="152"/>
                </a:lnTo>
                <a:lnTo>
                  <a:pt x="1040" y="152"/>
                </a:lnTo>
                <a:lnTo>
                  <a:pt x="1040" y="671"/>
                </a:lnTo>
                <a:lnTo>
                  <a:pt x="1042" y="8"/>
                </a:lnTo>
                <a:lnTo>
                  <a:pt x="1042" y="363"/>
                </a:lnTo>
                <a:lnTo>
                  <a:pt x="1042" y="363"/>
                </a:lnTo>
                <a:lnTo>
                  <a:pt x="1043" y="671"/>
                </a:lnTo>
                <a:lnTo>
                  <a:pt x="1044" y="9"/>
                </a:lnTo>
                <a:lnTo>
                  <a:pt x="1044" y="66"/>
                </a:lnTo>
                <a:lnTo>
                  <a:pt x="1044" y="66"/>
                </a:lnTo>
                <a:lnTo>
                  <a:pt x="1045" y="671"/>
                </a:lnTo>
                <a:lnTo>
                  <a:pt x="1046" y="9"/>
                </a:lnTo>
                <a:lnTo>
                  <a:pt x="1046" y="140"/>
                </a:lnTo>
                <a:lnTo>
                  <a:pt x="1046" y="140"/>
                </a:lnTo>
                <a:lnTo>
                  <a:pt x="1047" y="671"/>
                </a:lnTo>
                <a:lnTo>
                  <a:pt x="1048" y="8"/>
                </a:lnTo>
                <a:lnTo>
                  <a:pt x="1048" y="515"/>
                </a:lnTo>
                <a:lnTo>
                  <a:pt x="1048" y="515"/>
                </a:lnTo>
                <a:lnTo>
                  <a:pt x="1049" y="671"/>
                </a:lnTo>
                <a:lnTo>
                  <a:pt x="1049" y="8"/>
                </a:lnTo>
                <a:lnTo>
                  <a:pt x="1050" y="418"/>
                </a:lnTo>
                <a:lnTo>
                  <a:pt x="1050" y="418"/>
                </a:lnTo>
                <a:lnTo>
                  <a:pt x="1051" y="8"/>
                </a:lnTo>
                <a:lnTo>
                  <a:pt x="1051" y="671"/>
                </a:lnTo>
                <a:lnTo>
                  <a:pt x="1052" y="637"/>
                </a:lnTo>
                <a:lnTo>
                  <a:pt x="1052" y="637"/>
                </a:lnTo>
                <a:lnTo>
                  <a:pt x="1052" y="671"/>
                </a:lnTo>
                <a:lnTo>
                  <a:pt x="1053" y="8"/>
                </a:lnTo>
                <a:lnTo>
                  <a:pt x="1054" y="99"/>
                </a:lnTo>
                <a:lnTo>
                  <a:pt x="1054" y="99"/>
                </a:lnTo>
                <a:lnTo>
                  <a:pt x="1054" y="8"/>
                </a:lnTo>
                <a:lnTo>
                  <a:pt x="1054" y="671"/>
                </a:lnTo>
                <a:lnTo>
                  <a:pt x="1056" y="485"/>
                </a:lnTo>
                <a:lnTo>
                  <a:pt x="1056" y="485"/>
                </a:lnTo>
                <a:lnTo>
                  <a:pt x="1056" y="670"/>
                </a:lnTo>
                <a:lnTo>
                  <a:pt x="1057" y="8"/>
                </a:lnTo>
                <a:lnTo>
                  <a:pt x="1058" y="372"/>
                </a:lnTo>
                <a:lnTo>
                  <a:pt x="1058" y="372"/>
                </a:lnTo>
                <a:lnTo>
                  <a:pt x="1058" y="671"/>
                </a:lnTo>
                <a:lnTo>
                  <a:pt x="1060" y="8"/>
                </a:lnTo>
                <a:lnTo>
                  <a:pt x="1060" y="493"/>
                </a:lnTo>
                <a:lnTo>
                  <a:pt x="1060" y="492"/>
                </a:lnTo>
                <a:lnTo>
                  <a:pt x="1060" y="671"/>
                </a:lnTo>
                <a:lnTo>
                  <a:pt x="1061" y="8"/>
                </a:lnTo>
                <a:lnTo>
                  <a:pt x="1062" y="557"/>
                </a:lnTo>
                <a:lnTo>
                  <a:pt x="1062" y="556"/>
                </a:lnTo>
                <a:lnTo>
                  <a:pt x="1062" y="8"/>
                </a:lnTo>
                <a:lnTo>
                  <a:pt x="1063" y="671"/>
                </a:lnTo>
                <a:lnTo>
                  <a:pt x="1064" y="573"/>
                </a:lnTo>
                <a:lnTo>
                  <a:pt x="1064" y="573"/>
                </a:lnTo>
                <a:lnTo>
                  <a:pt x="1064" y="8"/>
                </a:lnTo>
                <a:lnTo>
                  <a:pt x="1065" y="671"/>
                </a:lnTo>
                <a:lnTo>
                  <a:pt x="1066" y="168"/>
                </a:lnTo>
                <a:lnTo>
                  <a:pt x="1066" y="168"/>
                </a:lnTo>
                <a:lnTo>
                  <a:pt x="1066" y="8"/>
                </a:lnTo>
                <a:lnTo>
                  <a:pt x="1067" y="671"/>
                </a:lnTo>
                <a:lnTo>
                  <a:pt x="1068" y="480"/>
                </a:lnTo>
                <a:lnTo>
                  <a:pt x="1068" y="480"/>
                </a:lnTo>
                <a:lnTo>
                  <a:pt x="1068" y="671"/>
                </a:lnTo>
                <a:lnTo>
                  <a:pt x="1070" y="8"/>
                </a:lnTo>
                <a:lnTo>
                  <a:pt x="1070" y="558"/>
                </a:lnTo>
                <a:lnTo>
                  <a:pt x="1070" y="558"/>
                </a:lnTo>
                <a:lnTo>
                  <a:pt x="1070" y="8"/>
                </a:lnTo>
                <a:lnTo>
                  <a:pt x="1071" y="671"/>
                </a:lnTo>
                <a:lnTo>
                  <a:pt x="1072" y="304"/>
                </a:lnTo>
                <a:lnTo>
                  <a:pt x="1072" y="304"/>
                </a:lnTo>
                <a:lnTo>
                  <a:pt x="1072" y="671"/>
                </a:lnTo>
                <a:lnTo>
                  <a:pt x="1074" y="8"/>
                </a:lnTo>
                <a:lnTo>
                  <a:pt x="1074" y="235"/>
                </a:lnTo>
                <a:lnTo>
                  <a:pt x="1074" y="236"/>
                </a:lnTo>
                <a:lnTo>
                  <a:pt x="1075" y="9"/>
                </a:lnTo>
                <a:lnTo>
                  <a:pt x="1075" y="671"/>
                </a:lnTo>
                <a:lnTo>
                  <a:pt x="1076" y="430"/>
                </a:lnTo>
                <a:lnTo>
                  <a:pt x="1076" y="431"/>
                </a:lnTo>
                <a:lnTo>
                  <a:pt x="1076" y="9"/>
                </a:lnTo>
                <a:lnTo>
                  <a:pt x="1076" y="671"/>
                </a:lnTo>
                <a:lnTo>
                  <a:pt x="1078" y="371"/>
                </a:lnTo>
                <a:lnTo>
                  <a:pt x="1078" y="371"/>
                </a:lnTo>
                <a:lnTo>
                  <a:pt x="1079" y="671"/>
                </a:lnTo>
                <a:lnTo>
                  <a:pt x="1079" y="8"/>
                </a:lnTo>
                <a:lnTo>
                  <a:pt x="1080" y="372"/>
                </a:lnTo>
                <a:lnTo>
                  <a:pt x="1080" y="372"/>
                </a:lnTo>
                <a:lnTo>
                  <a:pt x="1080" y="670"/>
                </a:lnTo>
                <a:lnTo>
                  <a:pt x="1081" y="8"/>
                </a:lnTo>
                <a:lnTo>
                  <a:pt x="1082" y="451"/>
                </a:lnTo>
                <a:lnTo>
                  <a:pt x="1082" y="451"/>
                </a:lnTo>
                <a:lnTo>
                  <a:pt x="1083" y="671"/>
                </a:lnTo>
                <a:lnTo>
                  <a:pt x="1083" y="8"/>
                </a:lnTo>
                <a:lnTo>
                  <a:pt x="1084" y="449"/>
                </a:lnTo>
                <a:lnTo>
                  <a:pt x="1084" y="449"/>
                </a:lnTo>
                <a:lnTo>
                  <a:pt x="1084" y="8"/>
                </a:lnTo>
                <a:lnTo>
                  <a:pt x="1084" y="671"/>
                </a:lnTo>
                <a:lnTo>
                  <a:pt x="1086" y="434"/>
                </a:lnTo>
                <a:lnTo>
                  <a:pt x="1086" y="434"/>
                </a:lnTo>
                <a:lnTo>
                  <a:pt x="1087" y="671"/>
                </a:lnTo>
                <a:lnTo>
                  <a:pt x="1087" y="8"/>
                </a:lnTo>
                <a:lnTo>
                  <a:pt x="1088" y="202"/>
                </a:lnTo>
                <a:lnTo>
                  <a:pt x="1088" y="202"/>
                </a:lnTo>
                <a:lnTo>
                  <a:pt x="1090" y="671"/>
                </a:lnTo>
                <a:lnTo>
                  <a:pt x="1090" y="8"/>
                </a:lnTo>
                <a:lnTo>
                  <a:pt x="1090" y="371"/>
                </a:lnTo>
                <a:lnTo>
                  <a:pt x="1090" y="371"/>
                </a:lnTo>
                <a:lnTo>
                  <a:pt x="1091" y="8"/>
                </a:lnTo>
                <a:lnTo>
                  <a:pt x="1092" y="671"/>
                </a:lnTo>
                <a:lnTo>
                  <a:pt x="1092" y="383"/>
                </a:lnTo>
                <a:lnTo>
                  <a:pt x="1092" y="383"/>
                </a:lnTo>
                <a:lnTo>
                  <a:pt x="1093" y="8"/>
                </a:lnTo>
                <a:lnTo>
                  <a:pt x="1094" y="671"/>
                </a:lnTo>
                <a:lnTo>
                  <a:pt x="1094" y="76"/>
                </a:lnTo>
                <a:lnTo>
                  <a:pt x="1094" y="76"/>
                </a:lnTo>
                <a:lnTo>
                  <a:pt x="1094" y="8"/>
                </a:lnTo>
                <a:lnTo>
                  <a:pt x="1095" y="671"/>
                </a:lnTo>
                <a:lnTo>
                  <a:pt x="1096" y="312"/>
                </a:lnTo>
                <a:lnTo>
                  <a:pt x="1096" y="312"/>
                </a:lnTo>
                <a:lnTo>
                  <a:pt x="1097" y="671"/>
                </a:lnTo>
                <a:lnTo>
                  <a:pt x="1097" y="8"/>
                </a:lnTo>
                <a:lnTo>
                  <a:pt x="1098" y="321"/>
                </a:lnTo>
                <a:lnTo>
                  <a:pt x="1098" y="321"/>
                </a:lnTo>
                <a:lnTo>
                  <a:pt x="1099" y="671"/>
                </a:lnTo>
                <a:lnTo>
                  <a:pt x="1099" y="8"/>
                </a:lnTo>
                <a:lnTo>
                  <a:pt x="1100" y="336"/>
                </a:lnTo>
                <a:lnTo>
                  <a:pt x="1100" y="336"/>
                </a:lnTo>
                <a:lnTo>
                  <a:pt x="1101" y="670"/>
                </a:lnTo>
                <a:lnTo>
                  <a:pt x="1101" y="8"/>
                </a:lnTo>
                <a:lnTo>
                  <a:pt x="1102" y="258"/>
                </a:lnTo>
                <a:lnTo>
                  <a:pt x="1102" y="258"/>
                </a:lnTo>
                <a:lnTo>
                  <a:pt x="1102" y="670"/>
                </a:lnTo>
                <a:lnTo>
                  <a:pt x="1103" y="8"/>
                </a:lnTo>
                <a:lnTo>
                  <a:pt x="1104" y="90"/>
                </a:lnTo>
                <a:lnTo>
                  <a:pt x="1104" y="90"/>
                </a:lnTo>
                <a:lnTo>
                  <a:pt x="1104" y="8"/>
                </a:lnTo>
                <a:lnTo>
                  <a:pt x="1106" y="671"/>
                </a:lnTo>
                <a:lnTo>
                  <a:pt x="1106" y="241"/>
                </a:lnTo>
                <a:lnTo>
                  <a:pt x="1106" y="241"/>
                </a:lnTo>
                <a:lnTo>
                  <a:pt x="1107" y="671"/>
                </a:lnTo>
                <a:lnTo>
                  <a:pt x="1108" y="8"/>
                </a:lnTo>
                <a:lnTo>
                  <a:pt x="1108" y="233"/>
                </a:lnTo>
                <a:lnTo>
                  <a:pt x="1108" y="233"/>
                </a:lnTo>
                <a:lnTo>
                  <a:pt x="1108" y="8"/>
                </a:lnTo>
                <a:lnTo>
                  <a:pt x="1110" y="671"/>
                </a:lnTo>
                <a:lnTo>
                  <a:pt x="1110" y="85"/>
                </a:lnTo>
                <a:lnTo>
                  <a:pt x="1110" y="85"/>
                </a:lnTo>
                <a:lnTo>
                  <a:pt x="1110" y="8"/>
                </a:lnTo>
                <a:lnTo>
                  <a:pt x="1111" y="671"/>
                </a:lnTo>
                <a:lnTo>
                  <a:pt x="1112" y="275"/>
                </a:lnTo>
                <a:lnTo>
                  <a:pt x="1112" y="275"/>
                </a:lnTo>
                <a:lnTo>
                  <a:pt x="1113" y="671"/>
                </a:lnTo>
                <a:lnTo>
                  <a:pt x="1113" y="8"/>
                </a:lnTo>
                <a:lnTo>
                  <a:pt x="1114" y="379"/>
                </a:lnTo>
                <a:lnTo>
                  <a:pt x="1114" y="379"/>
                </a:lnTo>
                <a:lnTo>
                  <a:pt x="1115" y="671"/>
                </a:lnTo>
                <a:lnTo>
                  <a:pt x="1116" y="8"/>
                </a:lnTo>
                <a:lnTo>
                  <a:pt x="1116" y="73"/>
                </a:lnTo>
                <a:lnTo>
                  <a:pt x="1116" y="73"/>
                </a:lnTo>
                <a:lnTo>
                  <a:pt x="1116" y="670"/>
                </a:lnTo>
                <a:lnTo>
                  <a:pt x="1118" y="8"/>
                </a:lnTo>
                <a:lnTo>
                  <a:pt x="1118" y="613"/>
                </a:lnTo>
                <a:lnTo>
                  <a:pt x="1118" y="613"/>
                </a:lnTo>
                <a:lnTo>
                  <a:pt x="1119" y="671"/>
                </a:lnTo>
                <a:lnTo>
                  <a:pt x="1119" y="8"/>
                </a:lnTo>
                <a:lnTo>
                  <a:pt x="1120" y="137"/>
                </a:lnTo>
                <a:lnTo>
                  <a:pt x="1120" y="137"/>
                </a:lnTo>
                <a:lnTo>
                  <a:pt x="1120" y="8"/>
                </a:lnTo>
                <a:lnTo>
                  <a:pt x="1122" y="671"/>
                </a:lnTo>
                <a:lnTo>
                  <a:pt x="1122" y="418"/>
                </a:lnTo>
                <a:lnTo>
                  <a:pt x="1122" y="418"/>
                </a:lnTo>
                <a:lnTo>
                  <a:pt x="1123" y="8"/>
                </a:lnTo>
                <a:lnTo>
                  <a:pt x="1124" y="671"/>
                </a:lnTo>
                <a:lnTo>
                  <a:pt x="1124" y="243"/>
                </a:lnTo>
                <a:lnTo>
                  <a:pt x="1124" y="243"/>
                </a:lnTo>
                <a:lnTo>
                  <a:pt x="1125" y="671"/>
                </a:lnTo>
                <a:lnTo>
                  <a:pt x="1125" y="8"/>
                </a:lnTo>
                <a:lnTo>
                  <a:pt x="1126" y="101"/>
                </a:lnTo>
                <a:lnTo>
                  <a:pt x="1126" y="100"/>
                </a:lnTo>
                <a:lnTo>
                  <a:pt x="1127" y="671"/>
                </a:lnTo>
                <a:lnTo>
                  <a:pt x="1128" y="8"/>
                </a:lnTo>
                <a:lnTo>
                  <a:pt x="1128" y="538"/>
                </a:lnTo>
                <a:lnTo>
                  <a:pt x="1128" y="537"/>
                </a:lnTo>
                <a:lnTo>
                  <a:pt x="1128" y="8"/>
                </a:lnTo>
                <a:lnTo>
                  <a:pt x="1129" y="670"/>
                </a:lnTo>
                <a:lnTo>
                  <a:pt x="1130" y="273"/>
                </a:lnTo>
                <a:lnTo>
                  <a:pt x="1130" y="273"/>
                </a:lnTo>
                <a:lnTo>
                  <a:pt x="1131" y="8"/>
                </a:lnTo>
                <a:lnTo>
                  <a:pt x="1132" y="671"/>
                </a:lnTo>
                <a:lnTo>
                  <a:pt x="1132" y="62"/>
                </a:lnTo>
                <a:lnTo>
                  <a:pt x="1132" y="62"/>
                </a:lnTo>
                <a:lnTo>
                  <a:pt x="1132" y="8"/>
                </a:lnTo>
                <a:lnTo>
                  <a:pt x="1134" y="671"/>
                </a:lnTo>
                <a:lnTo>
                  <a:pt x="1134" y="38"/>
                </a:lnTo>
                <a:lnTo>
                  <a:pt x="1134" y="38"/>
                </a:lnTo>
                <a:lnTo>
                  <a:pt x="1134" y="671"/>
                </a:lnTo>
                <a:lnTo>
                  <a:pt x="1135" y="8"/>
                </a:lnTo>
                <a:lnTo>
                  <a:pt x="1136" y="573"/>
                </a:lnTo>
                <a:lnTo>
                  <a:pt x="1136" y="573"/>
                </a:lnTo>
                <a:lnTo>
                  <a:pt x="1137" y="8"/>
                </a:lnTo>
                <a:lnTo>
                  <a:pt x="1137" y="671"/>
                </a:lnTo>
                <a:lnTo>
                  <a:pt x="1138" y="182"/>
                </a:lnTo>
                <a:lnTo>
                  <a:pt x="1138" y="182"/>
                </a:lnTo>
                <a:lnTo>
                  <a:pt x="1139" y="671"/>
                </a:lnTo>
                <a:lnTo>
                  <a:pt x="1140" y="8"/>
                </a:lnTo>
                <a:lnTo>
                  <a:pt x="1140" y="289"/>
                </a:lnTo>
                <a:lnTo>
                  <a:pt x="1140" y="289"/>
                </a:lnTo>
                <a:lnTo>
                  <a:pt x="1140" y="671"/>
                </a:lnTo>
                <a:lnTo>
                  <a:pt x="1141" y="8"/>
                </a:lnTo>
                <a:lnTo>
                  <a:pt x="1142" y="494"/>
                </a:lnTo>
                <a:lnTo>
                  <a:pt x="1142" y="494"/>
                </a:lnTo>
                <a:lnTo>
                  <a:pt x="1143" y="153"/>
                </a:lnTo>
                <a:lnTo>
                  <a:pt x="1144" y="609"/>
                </a:lnTo>
                <a:lnTo>
                  <a:pt x="1144" y="522"/>
                </a:lnTo>
                <a:lnTo>
                  <a:pt x="1144" y="522"/>
                </a:lnTo>
                <a:lnTo>
                  <a:pt x="1145" y="671"/>
                </a:lnTo>
                <a:lnTo>
                  <a:pt x="1146" y="8"/>
                </a:lnTo>
                <a:lnTo>
                  <a:pt x="1146" y="120"/>
                </a:lnTo>
                <a:lnTo>
                  <a:pt x="1146" y="120"/>
                </a:lnTo>
                <a:lnTo>
                  <a:pt x="1148" y="671"/>
                </a:lnTo>
                <a:lnTo>
                  <a:pt x="1148" y="8"/>
                </a:lnTo>
                <a:lnTo>
                  <a:pt x="1148" y="392"/>
                </a:lnTo>
                <a:lnTo>
                  <a:pt x="1148" y="392"/>
                </a:lnTo>
                <a:lnTo>
                  <a:pt x="1149" y="671"/>
                </a:lnTo>
                <a:lnTo>
                  <a:pt x="1149" y="8"/>
                </a:lnTo>
                <a:lnTo>
                  <a:pt x="1150" y="656"/>
                </a:lnTo>
                <a:lnTo>
                  <a:pt x="1150" y="657"/>
                </a:lnTo>
                <a:lnTo>
                  <a:pt x="1150" y="671"/>
                </a:lnTo>
                <a:lnTo>
                  <a:pt x="1152" y="8"/>
                </a:lnTo>
                <a:lnTo>
                  <a:pt x="1152" y="611"/>
                </a:lnTo>
                <a:lnTo>
                  <a:pt x="1152" y="611"/>
                </a:lnTo>
                <a:lnTo>
                  <a:pt x="1153" y="8"/>
                </a:lnTo>
                <a:lnTo>
                  <a:pt x="1154" y="671"/>
                </a:lnTo>
                <a:lnTo>
                  <a:pt x="1154" y="303"/>
                </a:lnTo>
                <a:lnTo>
                  <a:pt x="1154" y="303"/>
                </a:lnTo>
                <a:lnTo>
                  <a:pt x="1154" y="671"/>
                </a:lnTo>
                <a:lnTo>
                  <a:pt x="1156" y="8"/>
                </a:lnTo>
                <a:lnTo>
                  <a:pt x="1156" y="533"/>
                </a:lnTo>
                <a:lnTo>
                  <a:pt x="1156" y="533"/>
                </a:lnTo>
                <a:lnTo>
                  <a:pt x="1157" y="671"/>
                </a:lnTo>
                <a:lnTo>
                  <a:pt x="1158" y="8"/>
                </a:lnTo>
                <a:lnTo>
                  <a:pt x="1158" y="524"/>
                </a:lnTo>
                <a:lnTo>
                  <a:pt x="1158" y="524"/>
                </a:lnTo>
                <a:lnTo>
                  <a:pt x="1159" y="671"/>
                </a:lnTo>
                <a:lnTo>
                  <a:pt x="1159" y="8"/>
                </a:lnTo>
                <a:lnTo>
                  <a:pt x="1160" y="193"/>
                </a:lnTo>
                <a:lnTo>
                  <a:pt x="1160" y="193"/>
                </a:lnTo>
                <a:lnTo>
                  <a:pt x="1161" y="7"/>
                </a:lnTo>
                <a:lnTo>
                  <a:pt x="1161" y="673"/>
                </a:lnTo>
                <a:lnTo>
                  <a:pt x="1162" y="261"/>
                </a:lnTo>
                <a:lnTo>
                  <a:pt x="1162" y="261"/>
                </a:lnTo>
                <a:lnTo>
                  <a:pt x="1162" y="261"/>
                </a:lnTo>
                <a:lnTo>
                  <a:pt x="1163" y="653"/>
                </a:lnTo>
                <a:lnTo>
                  <a:pt x="1164" y="591"/>
                </a:lnTo>
                <a:lnTo>
                  <a:pt x="1164" y="591"/>
                </a:lnTo>
                <a:lnTo>
                  <a:pt x="1164" y="672"/>
                </a:lnTo>
                <a:lnTo>
                  <a:pt x="1164" y="7"/>
                </a:lnTo>
                <a:lnTo>
                  <a:pt x="1166" y="435"/>
                </a:lnTo>
                <a:lnTo>
                  <a:pt x="1166" y="435"/>
                </a:lnTo>
                <a:lnTo>
                  <a:pt x="1166" y="672"/>
                </a:lnTo>
                <a:lnTo>
                  <a:pt x="1167" y="8"/>
                </a:lnTo>
                <a:lnTo>
                  <a:pt x="1168" y="372"/>
                </a:lnTo>
                <a:lnTo>
                  <a:pt x="1168" y="372"/>
                </a:lnTo>
                <a:lnTo>
                  <a:pt x="1169" y="671"/>
                </a:lnTo>
                <a:lnTo>
                  <a:pt x="1170" y="7"/>
                </a:lnTo>
                <a:lnTo>
                  <a:pt x="1170" y="401"/>
                </a:lnTo>
                <a:lnTo>
                  <a:pt x="1170" y="401"/>
                </a:lnTo>
                <a:lnTo>
                  <a:pt x="1172" y="6"/>
                </a:lnTo>
                <a:lnTo>
                  <a:pt x="1172" y="673"/>
                </a:lnTo>
                <a:lnTo>
                  <a:pt x="1172" y="38"/>
                </a:lnTo>
                <a:lnTo>
                  <a:pt x="1172" y="38"/>
                </a:lnTo>
                <a:lnTo>
                  <a:pt x="1172" y="8"/>
                </a:lnTo>
                <a:lnTo>
                  <a:pt x="1173" y="672"/>
                </a:lnTo>
                <a:lnTo>
                  <a:pt x="1174" y="306"/>
                </a:lnTo>
                <a:lnTo>
                  <a:pt x="1174" y="306"/>
                </a:lnTo>
                <a:lnTo>
                  <a:pt x="1175" y="671"/>
                </a:lnTo>
                <a:lnTo>
                  <a:pt x="1176" y="7"/>
                </a:lnTo>
                <a:lnTo>
                  <a:pt x="1176" y="502"/>
                </a:lnTo>
                <a:lnTo>
                  <a:pt x="1176" y="502"/>
                </a:lnTo>
                <a:lnTo>
                  <a:pt x="1176" y="7"/>
                </a:lnTo>
                <a:lnTo>
                  <a:pt x="1178" y="672"/>
                </a:lnTo>
                <a:lnTo>
                  <a:pt x="1178" y="119"/>
                </a:lnTo>
                <a:lnTo>
                  <a:pt x="1178" y="118"/>
                </a:lnTo>
                <a:lnTo>
                  <a:pt x="1178" y="671"/>
                </a:lnTo>
                <a:lnTo>
                  <a:pt x="1179" y="7"/>
                </a:lnTo>
                <a:lnTo>
                  <a:pt x="1180" y="605"/>
                </a:lnTo>
                <a:lnTo>
                  <a:pt x="1180" y="605"/>
                </a:lnTo>
                <a:lnTo>
                  <a:pt x="1181" y="672"/>
                </a:lnTo>
                <a:lnTo>
                  <a:pt x="1182" y="6"/>
                </a:lnTo>
                <a:lnTo>
                  <a:pt x="1182" y="633"/>
                </a:lnTo>
                <a:lnTo>
                  <a:pt x="1182" y="633"/>
                </a:lnTo>
                <a:lnTo>
                  <a:pt x="1182" y="6"/>
                </a:lnTo>
                <a:lnTo>
                  <a:pt x="1183" y="674"/>
                </a:lnTo>
                <a:lnTo>
                  <a:pt x="1184" y="250"/>
                </a:lnTo>
                <a:lnTo>
                  <a:pt x="1184" y="250"/>
                </a:lnTo>
                <a:lnTo>
                  <a:pt x="1185" y="7"/>
                </a:lnTo>
                <a:lnTo>
                  <a:pt x="1186" y="672"/>
                </a:lnTo>
                <a:lnTo>
                  <a:pt x="1186" y="184"/>
                </a:lnTo>
                <a:lnTo>
                  <a:pt x="1186" y="185"/>
                </a:lnTo>
                <a:lnTo>
                  <a:pt x="1187" y="672"/>
                </a:lnTo>
                <a:lnTo>
                  <a:pt x="1187" y="7"/>
                </a:lnTo>
                <a:lnTo>
                  <a:pt x="1188" y="542"/>
                </a:lnTo>
                <a:lnTo>
                  <a:pt x="1188" y="543"/>
                </a:lnTo>
                <a:lnTo>
                  <a:pt x="1189" y="6"/>
                </a:lnTo>
                <a:lnTo>
                  <a:pt x="1189" y="673"/>
                </a:lnTo>
                <a:lnTo>
                  <a:pt x="1190" y="96"/>
                </a:lnTo>
                <a:lnTo>
                  <a:pt x="1190" y="96"/>
                </a:lnTo>
                <a:lnTo>
                  <a:pt x="1191" y="672"/>
                </a:lnTo>
                <a:lnTo>
                  <a:pt x="1191" y="6"/>
                </a:lnTo>
                <a:lnTo>
                  <a:pt x="1192" y="499"/>
                </a:lnTo>
                <a:lnTo>
                  <a:pt x="1192" y="499"/>
                </a:lnTo>
                <a:lnTo>
                  <a:pt x="1192" y="6"/>
                </a:lnTo>
                <a:lnTo>
                  <a:pt x="1194" y="672"/>
                </a:lnTo>
                <a:lnTo>
                  <a:pt x="1194" y="635"/>
                </a:lnTo>
                <a:lnTo>
                  <a:pt x="1194" y="635"/>
                </a:lnTo>
                <a:lnTo>
                  <a:pt x="1195" y="7"/>
                </a:lnTo>
                <a:lnTo>
                  <a:pt x="1196" y="672"/>
                </a:lnTo>
                <a:lnTo>
                  <a:pt x="1196" y="197"/>
                </a:lnTo>
                <a:lnTo>
                  <a:pt x="1196" y="197"/>
                </a:lnTo>
                <a:lnTo>
                  <a:pt x="1198" y="671"/>
                </a:lnTo>
                <a:lnTo>
                  <a:pt x="1198" y="7"/>
                </a:lnTo>
                <a:lnTo>
                  <a:pt x="1198" y="639"/>
                </a:lnTo>
                <a:lnTo>
                  <a:pt x="1198" y="639"/>
                </a:lnTo>
                <a:lnTo>
                  <a:pt x="1198" y="671"/>
                </a:lnTo>
                <a:lnTo>
                  <a:pt x="1198" y="7"/>
                </a:lnTo>
                <a:lnTo>
                  <a:pt x="1200" y="290"/>
                </a:lnTo>
                <a:lnTo>
                  <a:pt x="1200" y="290"/>
                </a:lnTo>
                <a:lnTo>
                  <a:pt x="1200" y="672"/>
                </a:lnTo>
                <a:lnTo>
                  <a:pt x="1202" y="5"/>
                </a:lnTo>
                <a:lnTo>
                  <a:pt x="1202" y="636"/>
                </a:lnTo>
                <a:lnTo>
                  <a:pt x="1202" y="636"/>
                </a:lnTo>
                <a:lnTo>
                  <a:pt x="1203" y="672"/>
                </a:lnTo>
                <a:lnTo>
                  <a:pt x="1203" y="6"/>
                </a:lnTo>
                <a:lnTo>
                  <a:pt x="1204" y="564"/>
                </a:lnTo>
                <a:lnTo>
                  <a:pt x="1204" y="564"/>
                </a:lnTo>
                <a:lnTo>
                  <a:pt x="1205" y="671"/>
                </a:lnTo>
                <a:lnTo>
                  <a:pt x="1205" y="7"/>
                </a:lnTo>
                <a:lnTo>
                  <a:pt x="1206" y="81"/>
                </a:lnTo>
                <a:lnTo>
                  <a:pt x="1206" y="82"/>
                </a:lnTo>
                <a:lnTo>
                  <a:pt x="1207" y="673"/>
                </a:lnTo>
                <a:lnTo>
                  <a:pt x="1208" y="5"/>
                </a:lnTo>
                <a:lnTo>
                  <a:pt x="1208" y="575"/>
                </a:lnTo>
                <a:lnTo>
                  <a:pt x="1208" y="576"/>
                </a:lnTo>
                <a:lnTo>
                  <a:pt x="1208" y="3"/>
                </a:lnTo>
                <a:lnTo>
                  <a:pt x="1210" y="672"/>
                </a:lnTo>
                <a:lnTo>
                  <a:pt x="1210" y="144"/>
                </a:lnTo>
                <a:lnTo>
                  <a:pt x="1210" y="145"/>
                </a:lnTo>
                <a:lnTo>
                  <a:pt x="1210" y="672"/>
                </a:lnTo>
                <a:lnTo>
                  <a:pt x="1212" y="6"/>
                </a:lnTo>
                <a:lnTo>
                  <a:pt x="1212" y="21"/>
                </a:lnTo>
                <a:lnTo>
                  <a:pt x="1212" y="21"/>
                </a:lnTo>
                <a:lnTo>
                  <a:pt x="1212" y="7"/>
                </a:lnTo>
                <a:lnTo>
                  <a:pt x="1214" y="673"/>
                </a:lnTo>
                <a:lnTo>
                  <a:pt x="1214" y="651"/>
                </a:lnTo>
                <a:lnTo>
                  <a:pt x="1214" y="651"/>
                </a:lnTo>
                <a:lnTo>
                  <a:pt x="1214" y="6"/>
                </a:lnTo>
                <a:lnTo>
                  <a:pt x="1215" y="672"/>
                </a:lnTo>
                <a:lnTo>
                  <a:pt x="1216" y="330"/>
                </a:lnTo>
                <a:lnTo>
                  <a:pt x="1216" y="330"/>
                </a:lnTo>
                <a:lnTo>
                  <a:pt x="1217" y="673"/>
                </a:lnTo>
                <a:lnTo>
                  <a:pt x="1217" y="5"/>
                </a:lnTo>
                <a:lnTo>
                  <a:pt x="1218" y="155"/>
                </a:lnTo>
                <a:lnTo>
                  <a:pt x="1218" y="155"/>
                </a:lnTo>
                <a:lnTo>
                  <a:pt x="1219" y="671"/>
                </a:lnTo>
                <a:lnTo>
                  <a:pt x="1220" y="6"/>
                </a:lnTo>
                <a:lnTo>
                  <a:pt x="1220" y="332"/>
                </a:lnTo>
                <a:lnTo>
                  <a:pt x="1220" y="333"/>
                </a:lnTo>
                <a:lnTo>
                  <a:pt x="1222" y="672"/>
                </a:lnTo>
                <a:lnTo>
                  <a:pt x="1222" y="6"/>
                </a:lnTo>
                <a:lnTo>
                  <a:pt x="1222" y="570"/>
                </a:lnTo>
                <a:lnTo>
                  <a:pt x="1222" y="569"/>
                </a:lnTo>
                <a:lnTo>
                  <a:pt x="1223" y="7"/>
                </a:lnTo>
                <a:lnTo>
                  <a:pt x="1223" y="672"/>
                </a:lnTo>
                <a:lnTo>
                  <a:pt x="1224" y="217"/>
                </a:lnTo>
                <a:lnTo>
                  <a:pt x="1224" y="217"/>
                </a:lnTo>
                <a:lnTo>
                  <a:pt x="1225" y="7"/>
                </a:lnTo>
                <a:lnTo>
                  <a:pt x="1225" y="672"/>
                </a:lnTo>
                <a:lnTo>
                  <a:pt x="1226" y="446"/>
                </a:lnTo>
                <a:lnTo>
                  <a:pt x="1226" y="446"/>
                </a:lnTo>
                <a:lnTo>
                  <a:pt x="1228" y="672"/>
                </a:lnTo>
                <a:lnTo>
                  <a:pt x="1228" y="7"/>
                </a:lnTo>
                <a:lnTo>
                  <a:pt x="1228" y="522"/>
                </a:lnTo>
                <a:lnTo>
                  <a:pt x="1228" y="523"/>
                </a:lnTo>
                <a:lnTo>
                  <a:pt x="1229" y="672"/>
                </a:lnTo>
                <a:lnTo>
                  <a:pt x="1230" y="7"/>
                </a:lnTo>
                <a:lnTo>
                  <a:pt x="1230" y="535"/>
                </a:lnTo>
                <a:lnTo>
                  <a:pt x="1230" y="534"/>
                </a:lnTo>
                <a:lnTo>
                  <a:pt x="1232" y="672"/>
                </a:lnTo>
                <a:lnTo>
                  <a:pt x="1232" y="6"/>
                </a:lnTo>
                <a:lnTo>
                  <a:pt x="1232" y="464"/>
                </a:lnTo>
                <a:lnTo>
                  <a:pt x="1232" y="464"/>
                </a:lnTo>
                <a:lnTo>
                  <a:pt x="1232" y="672"/>
                </a:lnTo>
                <a:lnTo>
                  <a:pt x="1234" y="7"/>
                </a:lnTo>
                <a:lnTo>
                  <a:pt x="1234" y="632"/>
                </a:lnTo>
                <a:lnTo>
                  <a:pt x="1234" y="632"/>
                </a:lnTo>
                <a:lnTo>
                  <a:pt x="1236" y="6"/>
                </a:lnTo>
                <a:lnTo>
                  <a:pt x="1236" y="672"/>
                </a:lnTo>
                <a:lnTo>
                  <a:pt x="1236" y="371"/>
                </a:lnTo>
                <a:lnTo>
                  <a:pt x="1236" y="371"/>
                </a:lnTo>
                <a:lnTo>
                  <a:pt x="1237" y="7"/>
                </a:lnTo>
                <a:lnTo>
                  <a:pt x="1238" y="673"/>
                </a:lnTo>
                <a:lnTo>
                  <a:pt x="1238" y="554"/>
                </a:lnTo>
                <a:lnTo>
                  <a:pt x="1238" y="554"/>
                </a:lnTo>
                <a:lnTo>
                  <a:pt x="1239" y="672"/>
                </a:lnTo>
                <a:lnTo>
                  <a:pt x="1239" y="7"/>
                </a:lnTo>
                <a:lnTo>
                  <a:pt x="1240" y="637"/>
                </a:lnTo>
                <a:lnTo>
                  <a:pt x="1240" y="637"/>
                </a:lnTo>
                <a:lnTo>
                  <a:pt x="1241" y="674"/>
                </a:lnTo>
                <a:lnTo>
                  <a:pt x="1242" y="6"/>
                </a:lnTo>
                <a:lnTo>
                  <a:pt x="1242" y="545"/>
                </a:lnTo>
                <a:lnTo>
                  <a:pt x="1242" y="545"/>
                </a:lnTo>
                <a:lnTo>
                  <a:pt x="1243" y="674"/>
                </a:lnTo>
                <a:lnTo>
                  <a:pt x="1244" y="6"/>
                </a:lnTo>
                <a:lnTo>
                  <a:pt x="1244" y="582"/>
                </a:lnTo>
                <a:lnTo>
                  <a:pt x="1244" y="582"/>
                </a:lnTo>
                <a:lnTo>
                  <a:pt x="1246" y="672"/>
                </a:lnTo>
                <a:lnTo>
                  <a:pt x="1246" y="7"/>
                </a:lnTo>
                <a:lnTo>
                  <a:pt x="1246" y="470"/>
                </a:lnTo>
                <a:lnTo>
                  <a:pt x="1246" y="471"/>
                </a:lnTo>
                <a:lnTo>
                  <a:pt x="1247" y="7"/>
                </a:lnTo>
                <a:lnTo>
                  <a:pt x="1247" y="672"/>
                </a:lnTo>
                <a:lnTo>
                  <a:pt x="1248" y="259"/>
                </a:lnTo>
                <a:lnTo>
                  <a:pt x="1248" y="260"/>
                </a:lnTo>
                <a:lnTo>
                  <a:pt x="1250" y="7"/>
                </a:lnTo>
                <a:lnTo>
                  <a:pt x="1250" y="672"/>
                </a:lnTo>
                <a:lnTo>
                  <a:pt x="1250" y="633"/>
                </a:lnTo>
                <a:lnTo>
                  <a:pt x="1250" y="631"/>
                </a:lnTo>
                <a:lnTo>
                  <a:pt x="1250" y="672"/>
                </a:lnTo>
                <a:lnTo>
                  <a:pt x="1252" y="7"/>
                </a:lnTo>
                <a:lnTo>
                  <a:pt x="1252" y="596"/>
                </a:lnTo>
                <a:lnTo>
                  <a:pt x="1252" y="596"/>
                </a:lnTo>
                <a:lnTo>
                  <a:pt x="1253" y="7"/>
                </a:lnTo>
                <a:lnTo>
                  <a:pt x="1253" y="672"/>
                </a:lnTo>
                <a:lnTo>
                  <a:pt x="1254" y="581"/>
                </a:lnTo>
                <a:lnTo>
                  <a:pt x="1254" y="581"/>
                </a:lnTo>
                <a:lnTo>
                  <a:pt x="1255" y="7"/>
                </a:lnTo>
                <a:lnTo>
                  <a:pt x="1256" y="672"/>
                </a:lnTo>
                <a:lnTo>
                  <a:pt x="1256" y="74"/>
                </a:lnTo>
                <a:lnTo>
                  <a:pt x="1256" y="74"/>
                </a:lnTo>
                <a:lnTo>
                  <a:pt x="1256" y="6"/>
                </a:lnTo>
                <a:lnTo>
                  <a:pt x="1258" y="673"/>
                </a:lnTo>
                <a:lnTo>
                  <a:pt x="1258" y="501"/>
                </a:lnTo>
                <a:lnTo>
                  <a:pt x="1258" y="501"/>
                </a:lnTo>
                <a:lnTo>
                  <a:pt x="1259" y="7"/>
                </a:lnTo>
                <a:lnTo>
                  <a:pt x="1259" y="673"/>
                </a:lnTo>
                <a:lnTo>
                  <a:pt x="1260" y="373"/>
                </a:lnTo>
                <a:lnTo>
                  <a:pt x="1260" y="373"/>
                </a:lnTo>
                <a:lnTo>
                  <a:pt x="1261" y="6"/>
                </a:lnTo>
                <a:lnTo>
                  <a:pt x="1261" y="672"/>
                </a:lnTo>
                <a:lnTo>
                  <a:pt x="1262" y="363"/>
                </a:lnTo>
                <a:lnTo>
                  <a:pt x="1262" y="361"/>
                </a:lnTo>
                <a:lnTo>
                  <a:pt x="1263" y="6"/>
                </a:lnTo>
                <a:lnTo>
                  <a:pt x="1263" y="671"/>
                </a:lnTo>
                <a:lnTo>
                  <a:pt x="1264" y="640"/>
                </a:lnTo>
                <a:lnTo>
                  <a:pt x="1264" y="640"/>
                </a:lnTo>
                <a:lnTo>
                  <a:pt x="1265" y="672"/>
                </a:lnTo>
                <a:lnTo>
                  <a:pt x="1265" y="7"/>
                </a:lnTo>
                <a:lnTo>
                  <a:pt x="1266" y="164"/>
                </a:lnTo>
                <a:lnTo>
                  <a:pt x="1266" y="164"/>
                </a:lnTo>
                <a:lnTo>
                  <a:pt x="1268" y="672"/>
                </a:lnTo>
                <a:lnTo>
                  <a:pt x="1268" y="6"/>
                </a:lnTo>
                <a:lnTo>
                  <a:pt x="1268" y="533"/>
                </a:lnTo>
                <a:lnTo>
                  <a:pt x="1268" y="533"/>
                </a:lnTo>
                <a:lnTo>
                  <a:pt x="1268" y="6"/>
                </a:lnTo>
                <a:lnTo>
                  <a:pt x="1270" y="673"/>
                </a:lnTo>
                <a:lnTo>
                  <a:pt x="1270" y="283"/>
                </a:lnTo>
                <a:lnTo>
                  <a:pt x="1270" y="283"/>
                </a:lnTo>
                <a:lnTo>
                  <a:pt x="1271" y="7"/>
                </a:lnTo>
                <a:lnTo>
                  <a:pt x="1271" y="673"/>
                </a:lnTo>
                <a:lnTo>
                  <a:pt x="1272" y="115"/>
                </a:lnTo>
                <a:lnTo>
                  <a:pt x="1272" y="116"/>
                </a:lnTo>
                <a:lnTo>
                  <a:pt x="1273" y="7"/>
                </a:lnTo>
                <a:lnTo>
                  <a:pt x="1273" y="672"/>
                </a:lnTo>
                <a:lnTo>
                  <a:pt x="1274" y="104"/>
                </a:lnTo>
                <a:lnTo>
                  <a:pt x="1274" y="105"/>
                </a:lnTo>
                <a:lnTo>
                  <a:pt x="1274" y="672"/>
                </a:lnTo>
                <a:lnTo>
                  <a:pt x="1274" y="6"/>
                </a:lnTo>
                <a:lnTo>
                  <a:pt x="1276" y="519"/>
                </a:lnTo>
                <a:lnTo>
                  <a:pt x="1276" y="519"/>
                </a:lnTo>
                <a:lnTo>
                  <a:pt x="1277" y="7"/>
                </a:lnTo>
                <a:lnTo>
                  <a:pt x="1278" y="673"/>
                </a:lnTo>
                <a:lnTo>
                  <a:pt x="1278" y="609"/>
                </a:lnTo>
                <a:lnTo>
                  <a:pt x="1278" y="608"/>
                </a:lnTo>
                <a:lnTo>
                  <a:pt x="1279" y="673"/>
                </a:lnTo>
                <a:lnTo>
                  <a:pt x="1280" y="7"/>
                </a:lnTo>
                <a:lnTo>
                  <a:pt x="1280" y="588"/>
                </a:lnTo>
                <a:lnTo>
                  <a:pt x="1280" y="588"/>
                </a:lnTo>
                <a:lnTo>
                  <a:pt x="1282" y="673"/>
                </a:lnTo>
                <a:lnTo>
                  <a:pt x="1282" y="7"/>
                </a:lnTo>
                <a:lnTo>
                  <a:pt x="1282" y="185"/>
                </a:lnTo>
                <a:lnTo>
                  <a:pt x="1282" y="185"/>
                </a:lnTo>
                <a:lnTo>
                  <a:pt x="1284" y="673"/>
                </a:lnTo>
                <a:lnTo>
                  <a:pt x="1284" y="7"/>
                </a:lnTo>
                <a:lnTo>
                  <a:pt x="1284" y="561"/>
                </a:lnTo>
                <a:lnTo>
                  <a:pt x="1284" y="561"/>
                </a:lnTo>
                <a:lnTo>
                  <a:pt x="1285" y="6"/>
                </a:lnTo>
                <a:lnTo>
                  <a:pt x="1285" y="672"/>
                </a:lnTo>
                <a:lnTo>
                  <a:pt x="1286" y="233"/>
                </a:lnTo>
                <a:lnTo>
                  <a:pt x="1286" y="233"/>
                </a:lnTo>
                <a:lnTo>
                  <a:pt x="1287" y="6"/>
                </a:lnTo>
                <a:lnTo>
                  <a:pt x="1287" y="671"/>
                </a:lnTo>
                <a:lnTo>
                  <a:pt x="1288" y="294"/>
                </a:lnTo>
                <a:lnTo>
                  <a:pt x="1288" y="294"/>
                </a:lnTo>
                <a:lnTo>
                  <a:pt x="1288" y="672"/>
                </a:lnTo>
                <a:lnTo>
                  <a:pt x="1290" y="6"/>
                </a:lnTo>
                <a:lnTo>
                  <a:pt x="1290" y="160"/>
                </a:lnTo>
                <a:lnTo>
                  <a:pt x="1290" y="161"/>
                </a:lnTo>
                <a:lnTo>
                  <a:pt x="1291" y="7"/>
                </a:lnTo>
                <a:lnTo>
                  <a:pt x="1291" y="673"/>
                </a:lnTo>
                <a:lnTo>
                  <a:pt x="1292" y="670"/>
                </a:lnTo>
                <a:lnTo>
                  <a:pt x="1292" y="670"/>
                </a:lnTo>
                <a:lnTo>
                  <a:pt x="1292" y="8"/>
                </a:lnTo>
                <a:lnTo>
                  <a:pt x="1292" y="673"/>
                </a:lnTo>
                <a:lnTo>
                  <a:pt x="1294" y="459"/>
                </a:lnTo>
                <a:lnTo>
                  <a:pt x="1294" y="460"/>
                </a:lnTo>
                <a:lnTo>
                  <a:pt x="1295" y="672"/>
                </a:lnTo>
                <a:lnTo>
                  <a:pt x="1296" y="7"/>
                </a:lnTo>
                <a:lnTo>
                  <a:pt x="1296" y="263"/>
                </a:lnTo>
                <a:lnTo>
                  <a:pt x="1296" y="262"/>
                </a:lnTo>
                <a:lnTo>
                  <a:pt x="1296" y="7"/>
                </a:lnTo>
                <a:lnTo>
                  <a:pt x="1297" y="672"/>
                </a:lnTo>
                <a:lnTo>
                  <a:pt x="1298" y="229"/>
                </a:lnTo>
                <a:lnTo>
                  <a:pt x="1298" y="230"/>
                </a:lnTo>
                <a:lnTo>
                  <a:pt x="1299" y="672"/>
                </a:lnTo>
                <a:lnTo>
                  <a:pt x="1299" y="6"/>
                </a:lnTo>
                <a:lnTo>
                  <a:pt x="1300" y="205"/>
                </a:lnTo>
                <a:lnTo>
                  <a:pt x="1300" y="204"/>
                </a:lnTo>
                <a:lnTo>
                  <a:pt x="1301" y="673"/>
                </a:lnTo>
                <a:lnTo>
                  <a:pt x="1302" y="6"/>
                </a:lnTo>
                <a:lnTo>
                  <a:pt x="1302" y="623"/>
                </a:lnTo>
                <a:lnTo>
                  <a:pt x="1302" y="623"/>
                </a:lnTo>
                <a:lnTo>
                  <a:pt x="1302" y="672"/>
                </a:lnTo>
                <a:lnTo>
                  <a:pt x="1304" y="6"/>
                </a:lnTo>
                <a:lnTo>
                  <a:pt x="1304" y="323"/>
                </a:lnTo>
                <a:lnTo>
                  <a:pt x="1304" y="323"/>
                </a:lnTo>
                <a:lnTo>
                  <a:pt x="1306" y="6"/>
                </a:lnTo>
                <a:lnTo>
                  <a:pt x="1306" y="672"/>
                </a:lnTo>
                <a:lnTo>
                  <a:pt x="1306" y="233"/>
                </a:lnTo>
                <a:lnTo>
                  <a:pt x="1306" y="232"/>
                </a:lnTo>
                <a:lnTo>
                  <a:pt x="1307" y="673"/>
                </a:lnTo>
                <a:lnTo>
                  <a:pt x="1308" y="7"/>
                </a:lnTo>
                <a:lnTo>
                  <a:pt x="1308" y="57"/>
                </a:lnTo>
                <a:lnTo>
                  <a:pt x="1308" y="58"/>
                </a:lnTo>
                <a:lnTo>
                  <a:pt x="1309" y="7"/>
                </a:lnTo>
                <a:lnTo>
                  <a:pt x="1310" y="673"/>
                </a:lnTo>
                <a:lnTo>
                  <a:pt x="1310" y="294"/>
                </a:lnTo>
                <a:lnTo>
                  <a:pt x="1310" y="294"/>
                </a:lnTo>
                <a:lnTo>
                  <a:pt x="1311" y="672"/>
                </a:lnTo>
                <a:lnTo>
                  <a:pt x="1312" y="7"/>
                </a:lnTo>
                <a:lnTo>
                  <a:pt x="1312" y="467"/>
                </a:lnTo>
                <a:lnTo>
                  <a:pt x="1312" y="467"/>
                </a:lnTo>
                <a:lnTo>
                  <a:pt x="1314" y="673"/>
                </a:lnTo>
                <a:lnTo>
                  <a:pt x="1314" y="6"/>
                </a:lnTo>
                <a:lnTo>
                  <a:pt x="1314" y="441"/>
                </a:lnTo>
                <a:lnTo>
                  <a:pt x="1314" y="442"/>
                </a:lnTo>
                <a:lnTo>
                  <a:pt x="1315" y="673"/>
                </a:lnTo>
                <a:lnTo>
                  <a:pt x="1315" y="7"/>
                </a:lnTo>
                <a:lnTo>
                  <a:pt x="1316" y="561"/>
                </a:lnTo>
                <a:lnTo>
                  <a:pt x="1316" y="562"/>
                </a:lnTo>
                <a:lnTo>
                  <a:pt x="1317" y="673"/>
                </a:lnTo>
                <a:lnTo>
                  <a:pt x="1317" y="6"/>
                </a:lnTo>
                <a:lnTo>
                  <a:pt x="1318" y="232"/>
                </a:lnTo>
                <a:lnTo>
                  <a:pt x="1318" y="232"/>
                </a:lnTo>
                <a:lnTo>
                  <a:pt x="1319" y="672"/>
                </a:lnTo>
                <a:lnTo>
                  <a:pt x="1320" y="7"/>
                </a:lnTo>
                <a:lnTo>
                  <a:pt x="1320" y="499"/>
                </a:lnTo>
                <a:lnTo>
                  <a:pt x="1320" y="500"/>
                </a:lnTo>
                <a:lnTo>
                  <a:pt x="1321" y="7"/>
                </a:lnTo>
                <a:lnTo>
                  <a:pt x="1321" y="673"/>
                </a:lnTo>
                <a:lnTo>
                  <a:pt x="1322" y="518"/>
                </a:lnTo>
                <a:lnTo>
                  <a:pt x="1322" y="517"/>
                </a:lnTo>
                <a:lnTo>
                  <a:pt x="1324" y="7"/>
                </a:lnTo>
                <a:lnTo>
                  <a:pt x="1324" y="673"/>
                </a:lnTo>
                <a:lnTo>
                  <a:pt x="1324" y="464"/>
                </a:lnTo>
                <a:lnTo>
                  <a:pt x="1324" y="464"/>
                </a:lnTo>
                <a:lnTo>
                  <a:pt x="1324" y="673"/>
                </a:lnTo>
                <a:lnTo>
                  <a:pt x="1325" y="7"/>
                </a:lnTo>
                <a:lnTo>
                  <a:pt x="1326" y="486"/>
                </a:lnTo>
                <a:lnTo>
                  <a:pt x="1326" y="486"/>
                </a:lnTo>
                <a:lnTo>
                  <a:pt x="1327" y="3"/>
                </a:lnTo>
                <a:lnTo>
                  <a:pt x="1328" y="672"/>
                </a:lnTo>
                <a:lnTo>
                  <a:pt x="1328" y="15"/>
                </a:lnTo>
                <a:lnTo>
                  <a:pt x="1328" y="15"/>
                </a:lnTo>
                <a:lnTo>
                  <a:pt x="1329" y="6"/>
                </a:lnTo>
                <a:lnTo>
                  <a:pt x="1329" y="672"/>
                </a:lnTo>
                <a:lnTo>
                  <a:pt x="1330" y="20"/>
                </a:lnTo>
                <a:lnTo>
                  <a:pt x="1330" y="21"/>
                </a:lnTo>
                <a:lnTo>
                  <a:pt x="1330" y="7"/>
                </a:lnTo>
                <a:lnTo>
                  <a:pt x="1331" y="673"/>
                </a:lnTo>
                <a:lnTo>
                  <a:pt x="1332" y="423"/>
                </a:lnTo>
                <a:lnTo>
                  <a:pt x="1332" y="424"/>
                </a:lnTo>
                <a:lnTo>
                  <a:pt x="1333" y="672"/>
                </a:lnTo>
                <a:lnTo>
                  <a:pt x="1334" y="7"/>
                </a:lnTo>
                <a:lnTo>
                  <a:pt x="1334" y="533"/>
                </a:lnTo>
                <a:lnTo>
                  <a:pt x="1334" y="533"/>
                </a:lnTo>
                <a:lnTo>
                  <a:pt x="1335" y="7"/>
                </a:lnTo>
                <a:lnTo>
                  <a:pt x="1335" y="672"/>
                </a:lnTo>
                <a:lnTo>
                  <a:pt x="1336" y="479"/>
                </a:lnTo>
                <a:lnTo>
                  <a:pt x="1336" y="479"/>
                </a:lnTo>
                <a:lnTo>
                  <a:pt x="1337" y="0"/>
                </a:lnTo>
                <a:lnTo>
                  <a:pt x="1337" y="673"/>
                </a:lnTo>
                <a:lnTo>
                  <a:pt x="1338" y="658"/>
                </a:lnTo>
                <a:lnTo>
                  <a:pt x="1338" y="657"/>
                </a:lnTo>
                <a:lnTo>
                  <a:pt x="1339" y="671"/>
                </a:lnTo>
                <a:lnTo>
                  <a:pt x="1340" y="2"/>
                </a:lnTo>
                <a:lnTo>
                  <a:pt x="1340" y="125"/>
                </a:lnTo>
                <a:lnTo>
                  <a:pt x="1340" y="125"/>
                </a:lnTo>
                <a:lnTo>
                  <a:pt x="1341" y="6"/>
                </a:lnTo>
                <a:lnTo>
                  <a:pt x="1342" y="672"/>
                </a:lnTo>
                <a:lnTo>
                  <a:pt x="1342" y="230"/>
                </a:lnTo>
                <a:lnTo>
                  <a:pt x="1342" y="230"/>
                </a:lnTo>
                <a:lnTo>
                  <a:pt x="1344" y="673"/>
                </a:lnTo>
                <a:lnTo>
                  <a:pt x="1344" y="7"/>
                </a:lnTo>
                <a:lnTo>
                  <a:pt x="1344" y="59"/>
                </a:lnTo>
                <a:lnTo>
                  <a:pt x="1344" y="60"/>
                </a:lnTo>
                <a:lnTo>
                  <a:pt x="1345" y="7"/>
                </a:lnTo>
                <a:lnTo>
                  <a:pt x="1346" y="673"/>
                </a:lnTo>
                <a:lnTo>
                  <a:pt x="1346" y="110"/>
                </a:lnTo>
                <a:lnTo>
                  <a:pt x="1346" y="110"/>
                </a:lnTo>
                <a:lnTo>
                  <a:pt x="1347" y="673"/>
                </a:lnTo>
                <a:lnTo>
                  <a:pt x="1347" y="7"/>
                </a:lnTo>
                <a:lnTo>
                  <a:pt x="1348" y="262"/>
                </a:lnTo>
                <a:lnTo>
                  <a:pt x="1348" y="263"/>
                </a:lnTo>
                <a:lnTo>
                  <a:pt x="1349" y="7"/>
                </a:lnTo>
                <a:lnTo>
                  <a:pt x="1349" y="672"/>
                </a:lnTo>
                <a:lnTo>
                  <a:pt x="1350" y="668"/>
                </a:lnTo>
                <a:lnTo>
                  <a:pt x="1350" y="668"/>
                </a:lnTo>
                <a:lnTo>
                  <a:pt x="1352" y="7"/>
                </a:lnTo>
                <a:lnTo>
                  <a:pt x="1352" y="672"/>
                </a:lnTo>
                <a:lnTo>
                  <a:pt x="1352" y="156"/>
                </a:lnTo>
                <a:lnTo>
                  <a:pt x="1352" y="156"/>
                </a:lnTo>
                <a:lnTo>
                  <a:pt x="1353" y="7"/>
                </a:lnTo>
                <a:lnTo>
                  <a:pt x="1354" y="673"/>
                </a:lnTo>
                <a:lnTo>
                  <a:pt x="1355" y="75"/>
                </a:lnTo>
                <a:lnTo>
                  <a:pt x="1355" y="76"/>
                </a:lnTo>
                <a:lnTo>
                  <a:pt x="1355" y="671"/>
                </a:lnTo>
                <a:lnTo>
                  <a:pt x="1355" y="8"/>
                </a:lnTo>
                <a:lnTo>
                  <a:pt x="1356" y="455"/>
                </a:lnTo>
                <a:lnTo>
                  <a:pt x="1356" y="455"/>
                </a:lnTo>
                <a:lnTo>
                  <a:pt x="1357" y="8"/>
                </a:lnTo>
                <a:lnTo>
                  <a:pt x="1358" y="672"/>
                </a:lnTo>
                <a:lnTo>
                  <a:pt x="1358" y="493"/>
                </a:lnTo>
                <a:lnTo>
                  <a:pt x="1358" y="493"/>
                </a:lnTo>
                <a:lnTo>
                  <a:pt x="1359" y="672"/>
                </a:lnTo>
                <a:lnTo>
                  <a:pt x="1360" y="7"/>
                </a:lnTo>
                <a:lnTo>
                  <a:pt x="1361" y="650"/>
                </a:lnTo>
                <a:lnTo>
                  <a:pt x="1361" y="650"/>
                </a:lnTo>
                <a:lnTo>
                  <a:pt x="1361" y="7"/>
                </a:lnTo>
                <a:lnTo>
                  <a:pt x="1361" y="673"/>
                </a:lnTo>
                <a:lnTo>
                  <a:pt x="1362" y="182"/>
                </a:lnTo>
                <a:lnTo>
                  <a:pt x="1362" y="183"/>
                </a:lnTo>
                <a:lnTo>
                  <a:pt x="1363" y="7"/>
                </a:lnTo>
                <a:lnTo>
                  <a:pt x="1364" y="673"/>
                </a:lnTo>
                <a:lnTo>
                  <a:pt x="1364" y="534"/>
                </a:lnTo>
                <a:lnTo>
                  <a:pt x="1364" y="534"/>
                </a:lnTo>
                <a:lnTo>
                  <a:pt x="1365" y="7"/>
                </a:lnTo>
                <a:lnTo>
                  <a:pt x="1366" y="672"/>
                </a:lnTo>
                <a:lnTo>
                  <a:pt x="1367" y="343"/>
                </a:lnTo>
                <a:lnTo>
                  <a:pt x="1367" y="343"/>
                </a:lnTo>
                <a:lnTo>
                  <a:pt x="1367" y="7"/>
                </a:lnTo>
                <a:lnTo>
                  <a:pt x="1368" y="671"/>
                </a:lnTo>
                <a:lnTo>
                  <a:pt x="1368" y="78"/>
                </a:lnTo>
                <a:lnTo>
                  <a:pt x="1368" y="77"/>
                </a:lnTo>
                <a:lnTo>
                  <a:pt x="1368" y="7"/>
                </a:lnTo>
                <a:lnTo>
                  <a:pt x="1369" y="672"/>
                </a:lnTo>
                <a:lnTo>
                  <a:pt x="1370" y="271"/>
                </a:lnTo>
                <a:lnTo>
                  <a:pt x="1370" y="271"/>
                </a:lnTo>
                <a:lnTo>
                  <a:pt x="1371" y="671"/>
                </a:lnTo>
                <a:lnTo>
                  <a:pt x="1371" y="8"/>
                </a:lnTo>
                <a:lnTo>
                  <a:pt x="1373" y="112"/>
                </a:lnTo>
                <a:lnTo>
                  <a:pt x="1373" y="112"/>
                </a:lnTo>
                <a:lnTo>
                  <a:pt x="1374" y="673"/>
                </a:lnTo>
                <a:lnTo>
                  <a:pt x="1374" y="7"/>
                </a:lnTo>
                <a:lnTo>
                  <a:pt x="1374" y="174"/>
                </a:lnTo>
                <a:lnTo>
                  <a:pt x="1374" y="174"/>
                </a:lnTo>
                <a:lnTo>
                  <a:pt x="1376" y="7"/>
                </a:lnTo>
                <a:lnTo>
                  <a:pt x="1376" y="672"/>
                </a:lnTo>
                <a:lnTo>
                  <a:pt x="1376" y="441"/>
                </a:lnTo>
                <a:lnTo>
                  <a:pt x="1376" y="442"/>
                </a:lnTo>
                <a:lnTo>
                  <a:pt x="1377" y="673"/>
                </a:lnTo>
                <a:lnTo>
                  <a:pt x="1377" y="6"/>
                </a:lnTo>
                <a:lnTo>
                  <a:pt x="1379" y="149"/>
                </a:lnTo>
                <a:lnTo>
                  <a:pt x="1379" y="148"/>
                </a:lnTo>
                <a:lnTo>
                  <a:pt x="1380" y="671"/>
                </a:lnTo>
                <a:lnTo>
                  <a:pt x="1380" y="7"/>
                </a:lnTo>
                <a:lnTo>
                  <a:pt x="1380" y="412"/>
                </a:lnTo>
                <a:lnTo>
                  <a:pt x="1380" y="412"/>
                </a:lnTo>
                <a:lnTo>
                  <a:pt x="1382" y="672"/>
                </a:lnTo>
                <a:lnTo>
                  <a:pt x="1382" y="7"/>
                </a:lnTo>
                <a:lnTo>
                  <a:pt x="1382" y="630"/>
                </a:lnTo>
                <a:lnTo>
                  <a:pt x="1382" y="630"/>
                </a:lnTo>
                <a:lnTo>
                  <a:pt x="1383" y="7"/>
                </a:lnTo>
                <a:lnTo>
                  <a:pt x="1384" y="671"/>
                </a:lnTo>
                <a:lnTo>
                  <a:pt x="1385" y="173"/>
                </a:lnTo>
                <a:lnTo>
                  <a:pt x="1385" y="173"/>
                </a:lnTo>
                <a:lnTo>
                  <a:pt x="1385" y="671"/>
                </a:lnTo>
                <a:lnTo>
                  <a:pt x="1386" y="7"/>
                </a:lnTo>
                <a:lnTo>
                  <a:pt x="1386" y="567"/>
                </a:lnTo>
                <a:lnTo>
                  <a:pt x="1386" y="567"/>
                </a:lnTo>
                <a:lnTo>
                  <a:pt x="1386" y="671"/>
                </a:lnTo>
                <a:lnTo>
                  <a:pt x="1388" y="7"/>
                </a:lnTo>
                <a:lnTo>
                  <a:pt x="1388" y="592"/>
                </a:lnTo>
                <a:lnTo>
                  <a:pt x="1388" y="592"/>
                </a:lnTo>
                <a:lnTo>
                  <a:pt x="1389" y="7"/>
                </a:lnTo>
                <a:lnTo>
                  <a:pt x="1389" y="672"/>
                </a:lnTo>
                <a:lnTo>
                  <a:pt x="1391" y="267"/>
                </a:lnTo>
                <a:lnTo>
                  <a:pt x="1391" y="267"/>
                </a:lnTo>
                <a:lnTo>
                  <a:pt x="1391" y="672"/>
                </a:lnTo>
                <a:lnTo>
                  <a:pt x="1391" y="6"/>
                </a:lnTo>
                <a:lnTo>
                  <a:pt x="1392" y="397"/>
                </a:lnTo>
                <a:lnTo>
                  <a:pt x="1392" y="397"/>
                </a:lnTo>
                <a:lnTo>
                  <a:pt x="1392" y="672"/>
                </a:lnTo>
                <a:lnTo>
                  <a:pt x="1393" y="7"/>
                </a:lnTo>
                <a:lnTo>
                  <a:pt x="1394" y="408"/>
                </a:lnTo>
                <a:lnTo>
                  <a:pt x="1394" y="408"/>
                </a:lnTo>
                <a:lnTo>
                  <a:pt x="1396" y="671"/>
                </a:lnTo>
                <a:lnTo>
                  <a:pt x="1396" y="7"/>
                </a:lnTo>
                <a:lnTo>
                  <a:pt x="1397" y="628"/>
                </a:lnTo>
                <a:lnTo>
                  <a:pt x="1397" y="628"/>
                </a:lnTo>
                <a:lnTo>
                  <a:pt x="1397" y="671"/>
                </a:lnTo>
                <a:lnTo>
                  <a:pt x="1397" y="7"/>
                </a:lnTo>
                <a:lnTo>
                  <a:pt x="1398" y="574"/>
                </a:lnTo>
                <a:lnTo>
                  <a:pt x="1398" y="573"/>
                </a:lnTo>
                <a:lnTo>
                  <a:pt x="1400" y="672"/>
                </a:lnTo>
                <a:lnTo>
                  <a:pt x="1400" y="7"/>
                </a:lnTo>
                <a:lnTo>
                  <a:pt x="1400" y="482"/>
                </a:lnTo>
                <a:lnTo>
                  <a:pt x="1400" y="482"/>
                </a:lnTo>
                <a:lnTo>
                  <a:pt x="1401" y="671"/>
                </a:lnTo>
                <a:lnTo>
                  <a:pt x="1401" y="7"/>
                </a:lnTo>
                <a:lnTo>
                  <a:pt x="1403" y="455"/>
                </a:lnTo>
                <a:lnTo>
                  <a:pt x="1403" y="455"/>
                </a:lnTo>
                <a:lnTo>
                  <a:pt x="1403" y="672"/>
                </a:lnTo>
                <a:lnTo>
                  <a:pt x="1404" y="7"/>
                </a:lnTo>
                <a:lnTo>
                  <a:pt x="1404" y="161"/>
                </a:lnTo>
                <a:lnTo>
                  <a:pt x="1404" y="162"/>
                </a:lnTo>
                <a:lnTo>
                  <a:pt x="1405" y="674"/>
                </a:lnTo>
                <a:lnTo>
                  <a:pt x="1406" y="8"/>
                </a:lnTo>
                <a:lnTo>
                  <a:pt x="1406" y="333"/>
                </a:lnTo>
                <a:lnTo>
                  <a:pt x="1406" y="333"/>
                </a:lnTo>
                <a:lnTo>
                  <a:pt x="1407" y="7"/>
                </a:lnTo>
                <a:lnTo>
                  <a:pt x="1407" y="671"/>
                </a:lnTo>
                <a:lnTo>
                  <a:pt x="1409" y="632"/>
                </a:lnTo>
                <a:lnTo>
                  <a:pt x="1409" y="632"/>
                </a:lnTo>
                <a:lnTo>
                  <a:pt x="1409" y="7"/>
                </a:lnTo>
                <a:lnTo>
                  <a:pt x="1410" y="671"/>
                </a:lnTo>
                <a:lnTo>
                  <a:pt x="1410" y="371"/>
                </a:lnTo>
                <a:lnTo>
                  <a:pt x="1410" y="372"/>
                </a:lnTo>
                <a:lnTo>
                  <a:pt x="1412" y="7"/>
                </a:lnTo>
                <a:lnTo>
                  <a:pt x="1412" y="672"/>
                </a:lnTo>
                <a:lnTo>
                  <a:pt x="1412" y="122"/>
                </a:lnTo>
                <a:lnTo>
                  <a:pt x="1412" y="122"/>
                </a:lnTo>
                <a:lnTo>
                  <a:pt x="1414" y="671"/>
                </a:lnTo>
                <a:lnTo>
                  <a:pt x="1414" y="7"/>
                </a:lnTo>
                <a:lnTo>
                  <a:pt x="1415" y="298"/>
                </a:lnTo>
                <a:lnTo>
                  <a:pt x="1415" y="298"/>
                </a:lnTo>
                <a:lnTo>
                  <a:pt x="1416" y="672"/>
                </a:lnTo>
                <a:lnTo>
                  <a:pt x="1416" y="8"/>
                </a:lnTo>
                <a:lnTo>
                  <a:pt x="1416" y="467"/>
                </a:lnTo>
                <a:lnTo>
                  <a:pt x="1416" y="467"/>
                </a:lnTo>
                <a:lnTo>
                  <a:pt x="1418" y="671"/>
                </a:lnTo>
                <a:lnTo>
                  <a:pt x="1418" y="7"/>
                </a:lnTo>
                <a:lnTo>
                  <a:pt x="1418" y="553"/>
                </a:lnTo>
                <a:lnTo>
                  <a:pt x="1418" y="551"/>
                </a:lnTo>
                <a:lnTo>
                  <a:pt x="1419" y="672"/>
                </a:lnTo>
                <a:lnTo>
                  <a:pt x="1419" y="7"/>
                </a:lnTo>
                <a:lnTo>
                  <a:pt x="1421" y="37"/>
                </a:lnTo>
                <a:lnTo>
                  <a:pt x="1421" y="37"/>
                </a:lnTo>
                <a:lnTo>
                  <a:pt x="1421" y="671"/>
                </a:lnTo>
                <a:lnTo>
                  <a:pt x="1421" y="8"/>
                </a:lnTo>
                <a:lnTo>
                  <a:pt x="1423" y="28"/>
                </a:lnTo>
                <a:lnTo>
                  <a:pt x="1423" y="28"/>
                </a:lnTo>
                <a:lnTo>
                  <a:pt x="1423" y="671"/>
                </a:lnTo>
                <a:lnTo>
                  <a:pt x="1423" y="8"/>
                </a:lnTo>
                <a:lnTo>
                  <a:pt x="1424" y="637"/>
                </a:lnTo>
                <a:lnTo>
                  <a:pt x="1424" y="637"/>
                </a:lnTo>
                <a:lnTo>
                  <a:pt x="1426" y="7"/>
                </a:lnTo>
                <a:lnTo>
                  <a:pt x="1426" y="672"/>
                </a:lnTo>
                <a:lnTo>
                  <a:pt x="1427" y="61"/>
                </a:lnTo>
                <a:lnTo>
                  <a:pt x="1427" y="60"/>
                </a:lnTo>
                <a:lnTo>
                  <a:pt x="1429" y="8"/>
                </a:lnTo>
                <a:lnTo>
                  <a:pt x="1429" y="672"/>
                </a:lnTo>
                <a:lnTo>
                  <a:pt x="1429" y="49"/>
                </a:lnTo>
                <a:lnTo>
                  <a:pt x="1429" y="49"/>
                </a:lnTo>
                <a:lnTo>
                  <a:pt x="1430" y="672"/>
                </a:lnTo>
                <a:lnTo>
                  <a:pt x="1430" y="8"/>
                </a:lnTo>
                <a:lnTo>
                  <a:pt x="1430" y="485"/>
                </a:lnTo>
                <a:lnTo>
                  <a:pt x="1430" y="485"/>
                </a:lnTo>
                <a:lnTo>
                  <a:pt x="1431" y="8"/>
                </a:lnTo>
                <a:lnTo>
                  <a:pt x="1432" y="672"/>
                </a:lnTo>
                <a:lnTo>
                  <a:pt x="1433" y="260"/>
                </a:lnTo>
                <a:lnTo>
                  <a:pt x="1433" y="261"/>
                </a:lnTo>
                <a:lnTo>
                  <a:pt x="1433" y="672"/>
                </a:lnTo>
                <a:lnTo>
                  <a:pt x="1433" y="8"/>
                </a:lnTo>
                <a:lnTo>
                  <a:pt x="1435" y="216"/>
                </a:lnTo>
                <a:lnTo>
                  <a:pt x="1435" y="216"/>
                </a:lnTo>
                <a:lnTo>
                  <a:pt x="1436" y="7"/>
                </a:lnTo>
                <a:lnTo>
                  <a:pt x="1436" y="672"/>
                </a:lnTo>
                <a:lnTo>
                  <a:pt x="1436" y="185"/>
                </a:lnTo>
                <a:lnTo>
                  <a:pt x="1436" y="185"/>
                </a:lnTo>
                <a:lnTo>
                  <a:pt x="1437" y="672"/>
                </a:lnTo>
                <a:lnTo>
                  <a:pt x="1437" y="7"/>
                </a:lnTo>
                <a:lnTo>
                  <a:pt x="1439" y="341"/>
                </a:lnTo>
                <a:lnTo>
                  <a:pt x="1439" y="341"/>
                </a:lnTo>
                <a:lnTo>
                  <a:pt x="1440" y="8"/>
                </a:lnTo>
                <a:lnTo>
                  <a:pt x="1440" y="672"/>
                </a:lnTo>
                <a:lnTo>
                  <a:pt x="1441" y="245"/>
                </a:lnTo>
                <a:lnTo>
                  <a:pt x="1441" y="245"/>
                </a:lnTo>
                <a:lnTo>
                  <a:pt x="1442" y="7"/>
                </a:lnTo>
                <a:lnTo>
                  <a:pt x="1442" y="672"/>
                </a:lnTo>
                <a:lnTo>
                  <a:pt x="1442" y="542"/>
                </a:lnTo>
                <a:lnTo>
                  <a:pt x="1442" y="541"/>
                </a:lnTo>
                <a:lnTo>
                  <a:pt x="1443" y="672"/>
                </a:lnTo>
                <a:lnTo>
                  <a:pt x="1443" y="7"/>
                </a:lnTo>
                <a:lnTo>
                  <a:pt x="1445" y="320"/>
                </a:lnTo>
                <a:lnTo>
                  <a:pt x="1445" y="320"/>
                </a:lnTo>
                <a:lnTo>
                  <a:pt x="1445" y="7"/>
                </a:lnTo>
                <a:lnTo>
                  <a:pt x="1447" y="674"/>
                </a:lnTo>
                <a:lnTo>
                  <a:pt x="1447" y="530"/>
                </a:lnTo>
                <a:lnTo>
                  <a:pt x="1447" y="529"/>
                </a:lnTo>
                <a:lnTo>
                  <a:pt x="1447" y="6"/>
                </a:lnTo>
                <a:lnTo>
                  <a:pt x="1447" y="671"/>
                </a:lnTo>
                <a:lnTo>
                  <a:pt x="1448" y="346"/>
                </a:lnTo>
                <a:lnTo>
                  <a:pt x="1448" y="345"/>
                </a:lnTo>
                <a:lnTo>
                  <a:pt x="1449" y="672"/>
                </a:lnTo>
                <a:lnTo>
                  <a:pt x="1450" y="7"/>
                </a:lnTo>
                <a:lnTo>
                  <a:pt x="1451" y="400"/>
                </a:lnTo>
                <a:lnTo>
                  <a:pt x="1451" y="400"/>
                </a:lnTo>
                <a:lnTo>
                  <a:pt x="1453" y="7"/>
                </a:lnTo>
                <a:lnTo>
                  <a:pt x="1453" y="671"/>
                </a:lnTo>
                <a:lnTo>
                  <a:pt x="1453" y="17"/>
                </a:lnTo>
                <a:lnTo>
                  <a:pt x="1453" y="17"/>
                </a:lnTo>
                <a:lnTo>
                  <a:pt x="1453" y="671"/>
                </a:lnTo>
                <a:lnTo>
                  <a:pt x="1454" y="8"/>
                </a:lnTo>
                <a:lnTo>
                  <a:pt x="1454" y="431"/>
                </a:lnTo>
                <a:lnTo>
                  <a:pt x="1454" y="431"/>
                </a:lnTo>
                <a:lnTo>
                  <a:pt x="1455" y="8"/>
                </a:lnTo>
                <a:lnTo>
                  <a:pt x="1456" y="672"/>
                </a:lnTo>
                <a:lnTo>
                  <a:pt x="1457" y="371"/>
                </a:lnTo>
                <a:lnTo>
                  <a:pt x="1457" y="371"/>
                </a:lnTo>
                <a:lnTo>
                  <a:pt x="1457" y="7"/>
                </a:lnTo>
                <a:lnTo>
                  <a:pt x="1457" y="672"/>
                </a:lnTo>
                <a:lnTo>
                  <a:pt x="1459" y="588"/>
                </a:lnTo>
                <a:lnTo>
                  <a:pt x="1459" y="588"/>
                </a:lnTo>
                <a:lnTo>
                  <a:pt x="1460" y="8"/>
                </a:lnTo>
                <a:lnTo>
                  <a:pt x="1460" y="672"/>
                </a:lnTo>
                <a:lnTo>
                  <a:pt x="1460" y="667"/>
                </a:lnTo>
                <a:lnTo>
                  <a:pt x="1460" y="667"/>
                </a:lnTo>
                <a:lnTo>
                  <a:pt x="1462" y="7"/>
                </a:lnTo>
                <a:lnTo>
                  <a:pt x="1462" y="672"/>
                </a:lnTo>
                <a:lnTo>
                  <a:pt x="1463" y="91"/>
                </a:lnTo>
                <a:lnTo>
                  <a:pt x="1463" y="91"/>
                </a:lnTo>
                <a:lnTo>
                  <a:pt x="1463" y="7"/>
                </a:lnTo>
                <a:lnTo>
                  <a:pt x="1464" y="672"/>
                </a:lnTo>
                <a:lnTo>
                  <a:pt x="1465" y="125"/>
                </a:lnTo>
                <a:lnTo>
                  <a:pt x="1465" y="125"/>
                </a:lnTo>
                <a:lnTo>
                  <a:pt x="1465" y="8"/>
                </a:lnTo>
                <a:lnTo>
                  <a:pt x="1466" y="671"/>
                </a:lnTo>
                <a:lnTo>
                  <a:pt x="1466" y="624"/>
                </a:lnTo>
                <a:lnTo>
                  <a:pt x="1466" y="625"/>
                </a:lnTo>
                <a:lnTo>
                  <a:pt x="1467" y="672"/>
                </a:lnTo>
                <a:lnTo>
                  <a:pt x="1467" y="7"/>
                </a:lnTo>
                <a:lnTo>
                  <a:pt x="1469" y="385"/>
                </a:lnTo>
                <a:lnTo>
                  <a:pt x="1469" y="383"/>
                </a:lnTo>
                <a:lnTo>
                  <a:pt x="1469" y="672"/>
                </a:lnTo>
                <a:lnTo>
                  <a:pt x="1469" y="7"/>
                </a:lnTo>
                <a:lnTo>
                  <a:pt x="1471" y="323"/>
                </a:lnTo>
                <a:lnTo>
                  <a:pt x="1471" y="323"/>
                </a:lnTo>
                <a:lnTo>
                  <a:pt x="1471" y="7"/>
                </a:lnTo>
                <a:lnTo>
                  <a:pt x="1471" y="672"/>
                </a:lnTo>
                <a:lnTo>
                  <a:pt x="1472" y="33"/>
                </a:lnTo>
                <a:lnTo>
                  <a:pt x="1472" y="33"/>
                </a:lnTo>
                <a:lnTo>
                  <a:pt x="1474" y="7"/>
                </a:lnTo>
                <a:lnTo>
                  <a:pt x="1474" y="671"/>
                </a:lnTo>
                <a:lnTo>
                  <a:pt x="1475" y="553"/>
                </a:lnTo>
                <a:lnTo>
                  <a:pt x="1475" y="553"/>
                </a:lnTo>
                <a:lnTo>
                  <a:pt x="1475" y="671"/>
                </a:lnTo>
                <a:lnTo>
                  <a:pt x="1476" y="8"/>
                </a:lnTo>
                <a:lnTo>
                  <a:pt x="1477" y="326"/>
                </a:lnTo>
                <a:lnTo>
                  <a:pt x="1477" y="327"/>
                </a:lnTo>
                <a:lnTo>
                  <a:pt x="1478" y="672"/>
                </a:lnTo>
                <a:lnTo>
                  <a:pt x="1478" y="7"/>
                </a:lnTo>
                <a:lnTo>
                  <a:pt x="1478" y="29"/>
                </a:lnTo>
                <a:lnTo>
                  <a:pt x="1478" y="29"/>
                </a:lnTo>
                <a:lnTo>
                  <a:pt x="1479" y="7"/>
                </a:lnTo>
                <a:lnTo>
                  <a:pt x="1480" y="671"/>
                </a:lnTo>
                <a:lnTo>
                  <a:pt x="1481" y="188"/>
                </a:lnTo>
                <a:lnTo>
                  <a:pt x="1481" y="187"/>
                </a:lnTo>
                <a:lnTo>
                  <a:pt x="1481" y="671"/>
                </a:lnTo>
                <a:lnTo>
                  <a:pt x="1482" y="7"/>
                </a:lnTo>
                <a:lnTo>
                  <a:pt x="1483" y="398"/>
                </a:lnTo>
                <a:lnTo>
                  <a:pt x="1483" y="398"/>
                </a:lnTo>
                <a:lnTo>
                  <a:pt x="1483" y="672"/>
                </a:lnTo>
                <a:lnTo>
                  <a:pt x="1484" y="8"/>
                </a:lnTo>
                <a:lnTo>
                  <a:pt x="1484" y="64"/>
                </a:lnTo>
                <a:lnTo>
                  <a:pt x="1484" y="64"/>
                </a:lnTo>
                <a:lnTo>
                  <a:pt x="1485" y="8"/>
                </a:lnTo>
                <a:lnTo>
                  <a:pt x="1485" y="672"/>
                </a:lnTo>
                <a:lnTo>
                  <a:pt x="1487" y="210"/>
                </a:lnTo>
                <a:lnTo>
                  <a:pt x="1487" y="210"/>
                </a:lnTo>
                <a:lnTo>
                  <a:pt x="1487" y="671"/>
                </a:lnTo>
                <a:lnTo>
                  <a:pt x="1488" y="7"/>
                </a:lnTo>
                <a:lnTo>
                  <a:pt x="1489" y="185"/>
                </a:lnTo>
                <a:lnTo>
                  <a:pt x="1489" y="185"/>
                </a:lnTo>
                <a:lnTo>
                  <a:pt x="1490" y="671"/>
                </a:lnTo>
                <a:lnTo>
                  <a:pt x="1490" y="8"/>
                </a:lnTo>
                <a:lnTo>
                  <a:pt x="1491" y="187"/>
                </a:lnTo>
                <a:lnTo>
                  <a:pt x="1491" y="187"/>
                </a:lnTo>
                <a:lnTo>
                  <a:pt x="1491" y="671"/>
                </a:lnTo>
                <a:lnTo>
                  <a:pt x="1492" y="8"/>
                </a:lnTo>
                <a:lnTo>
                  <a:pt x="1493" y="77"/>
                </a:lnTo>
                <a:lnTo>
                  <a:pt x="1493" y="77"/>
                </a:lnTo>
                <a:lnTo>
                  <a:pt x="1494" y="671"/>
                </a:lnTo>
                <a:lnTo>
                  <a:pt x="1494" y="8"/>
                </a:lnTo>
                <a:lnTo>
                  <a:pt x="1495" y="86"/>
                </a:lnTo>
                <a:lnTo>
                  <a:pt x="1495" y="86"/>
                </a:lnTo>
                <a:lnTo>
                  <a:pt x="1497" y="672"/>
                </a:lnTo>
                <a:lnTo>
                  <a:pt x="1497" y="8"/>
                </a:lnTo>
                <a:lnTo>
                  <a:pt x="1497" y="667"/>
                </a:lnTo>
                <a:lnTo>
                  <a:pt x="1497" y="667"/>
                </a:lnTo>
                <a:lnTo>
                  <a:pt x="1498" y="672"/>
                </a:lnTo>
                <a:lnTo>
                  <a:pt x="1498" y="7"/>
                </a:lnTo>
                <a:lnTo>
                  <a:pt x="1499" y="306"/>
                </a:lnTo>
                <a:lnTo>
                  <a:pt x="1499" y="306"/>
                </a:lnTo>
                <a:lnTo>
                  <a:pt x="1499" y="671"/>
                </a:lnTo>
                <a:lnTo>
                  <a:pt x="1500" y="7"/>
                </a:lnTo>
                <a:lnTo>
                  <a:pt x="1501" y="617"/>
                </a:lnTo>
                <a:lnTo>
                  <a:pt x="1501" y="618"/>
                </a:lnTo>
                <a:lnTo>
                  <a:pt x="1502" y="671"/>
                </a:lnTo>
                <a:lnTo>
                  <a:pt x="1502" y="8"/>
                </a:lnTo>
                <a:lnTo>
                  <a:pt x="1503" y="431"/>
                </a:lnTo>
                <a:lnTo>
                  <a:pt x="1503" y="431"/>
                </a:lnTo>
                <a:lnTo>
                  <a:pt x="1503" y="671"/>
                </a:lnTo>
                <a:lnTo>
                  <a:pt x="1503" y="8"/>
                </a:lnTo>
                <a:lnTo>
                  <a:pt x="1505" y="241"/>
                </a:lnTo>
                <a:lnTo>
                  <a:pt x="1505" y="241"/>
                </a:lnTo>
                <a:lnTo>
                  <a:pt x="1506" y="8"/>
                </a:lnTo>
                <a:lnTo>
                  <a:pt x="1506" y="671"/>
                </a:lnTo>
                <a:lnTo>
                  <a:pt x="1507" y="118"/>
                </a:lnTo>
                <a:lnTo>
                  <a:pt x="1507" y="118"/>
                </a:lnTo>
                <a:lnTo>
                  <a:pt x="1509" y="671"/>
                </a:lnTo>
                <a:lnTo>
                  <a:pt x="1509" y="8"/>
                </a:lnTo>
                <a:lnTo>
                  <a:pt x="1509" y="101"/>
                </a:lnTo>
                <a:lnTo>
                  <a:pt x="1509" y="101"/>
                </a:lnTo>
                <a:lnTo>
                  <a:pt x="1509" y="8"/>
                </a:lnTo>
                <a:lnTo>
                  <a:pt x="1509" y="672"/>
                </a:lnTo>
                <a:lnTo>
                  <a:pt x="1511" y="348"/>
                </a:lnTo>
                <a:lnTo>
                  <a:pt x="1511" y="348"/>
                </a:lnTo>
                <a:lnTo>
                  <a:pt x="1511" y="671"/>
                </a:lnTo>
                <a:lnTo>
                  <a:pt x="1512" y="8"/>
                </a:lnTo>
                <a:lnTo>
                  <a:pt x="1513" y="237"/>
                </a:lnTo>
                <a:lnTo>
                  <a:pt x="1513" y="236"/>
                </a:lnTo>
                <a:lnTo>
                  <a:pt x="1513" y="8"/>
                </a:lnTo>
                <a:lnTo>
                  <a:pt x="1513" y="671"/>
                </a:lnTo>
                <a:lnTo>
                  <a:pt x="1515" y="484"/>
                </a:lnTo>
                <a:lnTo>
                  <a:pt x="1515" y="484"/>
                </a:lnTo>
                <a:lnTo>
                  <a:pt x="1516" y="5"/>
                </a:lnTo>
                <a:lnTo>
                  <a:pt x="1516" y="672"/>
                </a:lnTo>
                <a:lnTo>
                  <a:pt x="1517" y="35"/>
                </a:lnTo>
                <a:lnTo>
                  <a:pt x="1517" y="35"/>
                </a:lnTo>
                <a:lnTo>
                  <a:pt x="1517" y="671"/>
                </a:lnTo>
                <a:lnTo>
                  <a:pt x="1518" y="8"/>
                </a:lnTo>
                <a:lnTo>
                  <a:pt x="1519" y="260"/>
                </a:lnTo>
                <a:lnTo>
                  <a:pt x="1519" y="260"/>
                </a:lnTo>
                <a:lnTo>
                  <a:pt x="1520" y="8"/>
                </a:lnTo>
                <a:lnTo>
                  <a:pt x="1521" y="673"/>
                </a:lnTo>
                <a:lnTo>
                  <a:pt x="1521" y="131"/>
                </a:lnTo>
                <a:lnTo>
                  <a:pt x="1521" y="131"/>
                </a:lnTo>
                <a:lnTo>
                  <a:pt x="1521" y="672"/>
                </a:lnTo>
                <a:lnTo>
                  <a:pt x="1523" y="8"/>
                </a:lnTo>
                <a:lnTo>
                  <a:pt x="1523" y="235"/>
                </a:lnTo>
                <a:lnTo>
                  <a:pt x="1523" y="235"/>
                </a:lnTo>
                <a:lnTo>
                  <a:pt x="1524" y="8"/>
                </a:lnTo>
                <a:lnTo>
                  <a:pt x="1524" y="672"/>
                </a:lnTo>
                <a:lnTo>
                  <a:pt x="1525" y="273"/>
                </a:lnTo>
                <a:lnTo>
                  <a:pt x="1525" y="273"/>
                </a:lnTo>
                <a:lnTo>
                  <a:pt x="1525" y="671"/>
                </a:lnTo>
                <a:lnTo>
                  <a:pt x="1527" y="8"/>
                </a:lnTo>
                <a:lnTo>
                  <a:pt x="1527" y="173"/>
                </a:lnTo>
                <a:lnTo>
                  <a:pt x="1527" y="173"/>
                </a:lnTo>
                <a:lnTo>
                  <a:pt x="1527" y="8"/>
                </a:lnTo>
                <a:lnTo>
                  <a:pt x="1529" y="672"/>
                </a:lnTo>
                <a:lnTo>
                  <a:pt x="1529" y="136"/>
                </a:lnTo>
                <a:lnTo>
                  <a:pt x="1529" y="136"/>
                </a:lnTo>
                <a:lnTo>
                  <a:pt x="1529" y="671"/>
                </a:lnTo>
                <a:lnTo>
                  <a:pt x="1530" y="8"/>
                </a:lnTo>
                <a:lnTo>
                  <a:pt x="1531" y="459"/>
                </a:lnTo>
                <a:lnTo>
                  <a:pt x="1531" y="459"/>
                </a:lnTo>
                <a:lnTo>
                  <a:pt x="1532" y="8"/>
                </a:lnTo>
                <a:lnTo>
                  <a:pt x="1532" y="671"/>
                </a:lnTo>
                <a:lnTo>
                  <a:pt x="1533" y="214"/>
                </a:lnTo>
                <a:lnTo>
                  <a:pt x="1533" y="214"/>
                </a:lnTo>
                <a:lnTo>
                  <a:pt x="1534" y="673"/>
                </a:lnTo>
                <a:lnTo>
                  <a:pt x="1534" y="8"/>
                </a:lnTo>
                <a:lnTo>
                  <a:pt x="1535" y="574"/>
                </a:lnTo>
                <a:lnTo>
                  <a:pt x="1535" y="574"/>
                </a:lnTo>
                <a:lnTo>
                  <a:pt x="1535" y="671"/>
                </a:lnTo>
                <a:lnTo>
                  <a:pt x="1536" y="8"/>
                </a:lnTo>
                <a:lnTo>
                  <a:pt x="1537" y="420"/>
                </a:lnTo>
                <a:lnTo>
                  <a:pt x="1537" y="420"/>
                </a:lnTo>
                <a:lnTo>
                  <a:pt x="1537" y="7"/>
                </a:lnTo>
                <a:lnTo>
                  <a:pt x="1538" y="672"/>
                </a:lnTo>
                <a:lnTo>
                  <a:pt x="1539" y="179"/>
                </a:lnTo>
                <a:lnTo>
                  <a:pt x="1539" y="179"/>
                </a:lnTo>
                <a:lnTo>
                  <a:pt x="1540" y="7"/>
                </a:lnTo>
                <a:lnTo>
                  <a:pt x="1540" y="672"/>
                </a:lnTo>
                <a:lnTo>
                  <a:pt x="1541" y="607"/>
                </a:lnTo>
                <a:lnTo>
                  <a:pt x="1541" y="607"/>
                </a:lnTo>
                <a:lnTo>
                  <a:pt x="1541" y="8"/>
                </a:lnTo>
                <a:lnTo>
                  <a:pt x="1541" y="673"/>
                </a:lnTo>
                <a:lnTo>
                  <a:pt x="1543" y="204"/>
                </a:lnTo>
                <a:lnTo>
                  <a:pt x="1543" y="205"/>
                </a:lnTo>
                <a:lnTo>
                  <a:pt x="1543" y="8"/>
                </a:lnTo>
                <a:lnTo>
                  <a:pt x="1543" y="672"/>
                </a:lnTo>
                <a:lnTo>
                  <a:pt x="1545" y="379"/>
                </a:lnTo>
                <a:lnTo>
                  <a:pt x="1545" y="379"/>
                </a:lnTo>
                <a:lnTo>
                  <a:pt x="1546" y="8"/>
                </a:lnTo>
                <a:lnTo>
                  <a:pt x="1547" y="673"/>
                </a:lnTo>
                <a:lnTo>
                  <a:pt x="1547" y="666"/>
                </a:lnTo>
                <a:lnTo>
                  <a:pt x="1547" y="666"/>
                </a:lnTo>
                <a:lnTo>
                  <a:pt x="1548" y="671"/>
                </a:lnTo>
                <a:lnTo>
                  <a:pt x="1549" y="7"/>
                </a:lnTo>
                <a:lnTo>
                  <a:pt x="1549" y="658"/>
                </a:lnTo>
                <a:lnTo>
                  <a:pt x="1549" y="658"/>
                </a:lnTo>
                <a:lnTo>
                  <a:pt x="1549" y="7"/>
                </a:lnTo>
                <a:lnTo>
                  <a:pt x="1550" y="672"/>
                </a:lnTo>
                <a:lnTo>
                  <a:pt x="1551" y="497"/>
                </a:lnTo>
                <a:lnTo>
                  <a:pt x="1551" y="497"/>
                </a:lnTo>
                <a:lnTo>
                  <a:pt x="1551" y="671"/>
                </a:lnTo>
                <a:lnTo>
                  <a:pt x="1552" y="7"/>
                </a:lnTo>
                <a:lnTo>
                  <a:pt x="1553" y="200"/>
                </a:lnTo>
                <a:lnTo>
                  <a:pt x="1553" y="200"/>
                </a:lnTo>
                <a:lnTo>
                  <a:pt x="1554" y="671"/>
                </a:lnTo>
                <a:lnTo>
                  <a:pt x="1554" y="8"/>
                </a:lnTo>
                <a:lnTo>
                  <a:pt x="1555" y="574"/>
                </a:lnTo>
                <a:lnTo>
                  <a:pt x="1555" y="574"/>
                </a:lnTo>
                <a:lnTo>
                  <a:pt x="1556" y="671"/>
                </a:lnTo>
                <a:lnTo>
                  <a:pt x="1557" y="7"/>
                </a:lnTo>
                <a:lnTo>
                  <a:pt x="1557" y="444"/>
                </a:lnTo>
                <a:lnTo>
                  <a:pt x="1557" y="444"/>
                </a:lnTo>
                <a:lnTo>
                  <a:pt x="1557" y="8"/>
                </a:lnTo>
                <a:lnTo>
                  <a:pt x="1557" y="671"/>
                </a:lnTo>
                <a:lnTo>
                  <a:pt x="1559" y="339"/>
                </a:lnTo>
                <a:lnTo>
                  <a:pt x="1559" y="339"/>
                </a:lnTo>
                <a:lnTo>
                  <a:pt x="1559" y="7"/>
                </a:lnTo>
                <a:lnTo>
                  <a:pt x="1559" y="671"/>
                </a:lnTo>
                <a:lnTo>
                  <a:pt x="1561" y="529"/>
                </a:lnTo>
                <a:lnTo>
                  <a:pt x="1561" y="528"/>
                </a:lnTo>
                <a:lnTo>
                  <a:pt x="1562" y="671"/>
                </a:lnTo>
                <a:lnTo>
                  <a:pt x="1562" y="8"/>
                </a:lnTo>
                <a:lnTo>
                  <a:pt x="1563" y="637"/>
                </a:lnTo>
                <a:lnTo>
                  <a:pt x="1563" y="637"/>
                </a:lnTo>
                <a:lnTo>
                  <a:pt x="1563" y="8"/>
                </a:lnTo>
                <a:lnTo>
                  <a:pt x="1564" y="671"/>
                </a:lnTo>
                <a:lnTo>
                  <a:pt x="1565" y="44"/>
                </a:lnTo>
                <a:lnTo>
                  <a:pt x="1565" y="44"/>
                </a:lnTo>
                <a:lnTo>
                  <a:pt x="1565" y="671"/>
                </a:lnTo>
                <a:lnTo>
                  <a:pt x="1566" y="8"/>
                </a:lnTo>
                <a:lnTo>
                  <a:pt x="1567" y="509"/>
                </a:lnTo>
                <a:lnTo>
                  <a:pt x="1567" y="509"/>
                </a:lnTo>
                <a:lnTo>
                  <a:pt x="1567" y="671"/>
                </a:lnTo>
                <a:lnTo>
                  <a:pt x="1568" y="6"/>
                </a:lnTo>
                <a:lnTo>
                  <a:pt x="1569" y="164"/>
                </a:lnTo>
                <a:lnTo>
                  <a:pt x="1569" y="164"/>
                </a:lnTo>
                <a:lnTo>
                  <a:pt x="1569" y="8"/>
                </a:lnTo>
                <a:lnTo>
                  <a:pt x="1571" y="671"/>
                </a:lnTo>
                <a:lnTo>
                  <a:pt x="1571" y="121"/>
                </a:lnTo>
                <a:lnTo>
                  <a:pt x="1571" y="121"/>
                </a:lnTo>
                <a:lnTo>
                  <a:pt x="1571" y="672"/>
                </a:lnTo>
                <a:lnTo>
                  <a:pt x="1571" y="8"/>
                </a:lnTo>
                <a:lnTo>
                  <a:pt x="1573" y="101"/>
                </a:lnTo>
                <a:lnTo>
                  <a:pt x="1573" y="101"/>
                </a:lnTo>
                <a:lnTo>
                  <a:pt x="1573" y="8"/>
                </a:lnTo>
                <a:lnTo>
                  <a:pt x="1574" y="671"/>
                </a:lnTo>
                <a:lnTo>
                  <a:pt x="1575" y="553"/>
                </a:lnTo>
                <a:lnTo>
                  <a:pt x="1575" y="552"/>
                </a:lnTo>
                <a:lnTo>
                  <a:pt x="1575" y="672"/>
                </a:lnTo>
                <a:lnTo>
                  <a:pt x="1577" y="8"/>
                </a:lnTo>
                <a:lnTo>
                  <a:pt x="1577" y="420"/>
                </a:lnTo>
                <a:lnTo>
                  <a:pt x="1577" y="420"/>
                </a:lnTo>
                <a:lnTo>
                  <a:pt x="1577" y="8"/>
                </a:lnTo>
                <a:lnTo>
                  <a:pt x="1579" y="671"/>
                </a:lnTo>
                <a:lnTo>
                  <a:pt x="1579" y="347"/>
                </a:lnTo>
                <a:lnTo>
                  <a:pt x="1579" y="347"/>
                </a:lnTo>
                <a:lnTo>
                  <a:pt x="1579" y="672"/>
                </a:lnTo>
                <a:lnTo>
                  <a:pt x="1580" y="8"/>
                </a:lnTo>
                <a:lnTo>
                  <a:pt x="1581" y="168"/>
                </a:lnTo>
                <a:lnTo>
                  <a:pt x="1581" y="168"/>
                </a:lnTo>
                <a:lnTo>
                  <a:pt x="1581" y="8"/>
                </a:lnTo>
                <a:lnTo>
                  <a:pt x="1582" y="671"/>
                </a:lnTo>
                <a:lnTo>
                  <a:pt x="1583" y="639"/>
                </a:lnTo>
                <a:lnTo>
                  <a:pt x="1583" y="639"/>
                </a:lnTo>
                <a:lnTo>
                  <a:pt x="1584" y="671"/>
                </a:lnTo>
                <a:lnTo>
                  <a:pt x="1584" y="7"/>
                </a:lnTo>
                <a:lnTo>
                  <a:pt x="1585" y="82"/>
                </a:lnTo>
                <a:lnTo>
                  <a:pt x="1585" y="83"/>
                </a:lnTo>
                <a:lnTo>
                  <a:pt x="1585" y="8"/>
                </a:lnTo>
                <a:lnTo>
                  <a:pt x="1586" y="671"/>
                </a:lnTo>
                <a:lnTo>
                  <a:pt x="1587" y="639"/>
                </a:lnTo>
                <a:lnTo>
                  <a:pt x="1587" y="638"/>
                </a:lnTo>
                <a:lnTo>
                  <a:pt x="1588" y="671"/>
                </a:lnTo>
                <a:lnTo>
                  <a:pt x="1588" y="8"/>
                </a:lnTo>
                <a:lnTo>
                  <a:pt x="1589" y="34"/>
                </a:lnTo>
                <a:lnTo>
                  <a:pt x="1589" y="34"/>
                </a:lnTo>
                <a:lnTo>
                  <a:pt x="1590" y="671"/>
                </a:lnTo>
                <a:lnTo>
                  <a:pt x="1590" y="7"/>
                </a:lnTo>
                <a:lnTo>
                  <a:pt x="1591" y="76"/>
                </a:lnTo>
                <a:lnTo>
                  <a:pt x="1591" y="76"/>
                </a:lnTo>
                <a:lnTo>
                  <a:pt x="1592" y="672"/>
                </a:lnTo>
                <a:lnTo>
                  <a:pt x="1592" y="7"/>
                </a:lnTo>
                <a:lnTo>
                  <a:pt x="1593" y="565"/>
                </a:lnTo>
                <a:lnTo>
                  <a:pt x="1593" y="565"/>
                </a:lnTo>
                <a:lnTo>
                  <a:pt x="1594" y="7"/>
                </a:lnTo>
                <a:lnTo>
                  <a:pt x="1594" y="671"/>
                </a:lnTo>
                <a:lnTo>
                  <a:pt x="1595" y="555"/>
                </a:lnTo>
                <a:lnTo>
                  <a:pt x="1595" y="556"/>
                </a:lnTo>
                <a:lnTo>
                  <a:pt x="1596" y="8"/>
                </a:lnTo>
                <a:lnTo>
                  <a:pt x="1596" y="672"/>
                </a:lnTo>
                <a:lnTo>
                  <a:pt x="1597" y="338"/>
                </a:lnTo>
                <a:lnTo>
                  <a:pt x="1597" y="338"/>
                </a:lnTo>
                <a:lnTo>
                  <a:pt x="1598" y="8"/>
                </a:lnTo>
                <a:lnTo>
                  <a:pt x="1598" y="672"/>
                </a:lnTo>
                <a:lnTo>
                  <a:pt x="1599" y="349"/>
                </a:lnTo>
                <a:lnTo>
                  <a:pt x="1599" y="349"/>
                </a:lnTo>
                <a:lnTo>
                  <a:pt x="1599" y="672"/>
                </a:lnTo>
                <a:lnTo>
                  <a:pt x="1599" y="8"/>
                </a:lnTo>
                <a:lnTo>
                  <a:pt x="1601" y="552"/>
                </a:lnTo>
                <a:lnTo>
                  <a:pt x="1601" y="552"/>
                </a:lnTo>
                <a:lnTo>
                  <a:pt x="1602" y="672"/>
                </a:lnTo>
                <a:lnTo>
                  <a:pt x="1602" y="7"/>
                </a:lnTo>
                <a:lnTo>
                  <a:pt x="1603" y="603"/>
                </a:lnTo>
                <a:lnTo>
                  <a:pt x="1603" y="603"/>
                </a:lnTo>
                <a:lnTo>
                  <a:pt x="1603" y="8"/>
                </a:lnTo>
                <a:lnTo>
                  <a:pt x="1604" y="671"/>
                </a:lnTo>
                <a:lnTo>
                  <a:pt x="1605" y="58"/>
                </a:lnTo>
                <a:lnTo>
                  <a:pt x="1605" y="58"/>
                </a:lnTo>
                <a:lnTo>
                  <a:pt x="1605" y="672"/>
                </a:lnTo>
                <a:lnTo>
                  <a:pt x="1606" y="7"/>
                </a:lnTo>
                <a:lnTo>
                  <a:pt x="1607" y="55"/>
                </a:lnTo>
                <a:lnTo>
                  <a:pt x="1607" y="54"/>
                </a:lnTo>
                <a:lnTo>
                  <a:pt x="1607" y="8"/>
                </a:lnTo>
                <a:lnTo>
                  <a:pt x="1608" y="671"/>
                </a:lnTo>
                <a:lnTo>
                  <a:pt x="1609" y="411"/>
                </a:lnTo>
                <a:lnTo>
                  <a:pt x="1609" y="411"/>
                </a:lnTo>
                <a:lnTo>
                  <a:pt x="1610" y="8"/>
                </a:lnTo>
                <a:lnTo>
                  <a:pt x="1610" y="672"/>
                </a:lnTo>
                <a:lnTo>
                  <a:pt x="1611" y="664"/>
                </a:lnTo>
                <a:lnTo>
                  <a:pt x="1611" y="664"/>
                </a:lnTo>
                <a:lnTo>
                  <a:pt x="1611" y="672"/>
                </a:lnTo>
                <a:lnTo>
                  <a:pt x="1613" y="8"/>
                </a:lnTo>
                <a:lnTo>
                  <a:pt x="1613" y="69"/>
                </a:lnTo>
                <a:lnTo>
                  <a:pt x="1613" y="68"/>
                </a:lnTo>
                <a:lnTo>
                  <a:pt x="1614" y="672"/>
                </a:lnTo>
                <a:lnTo>
                  <a:pt x="1614" y="7"/>
                </a:lnTo>
                <a:lnTo>
                  <a:pt x="1615" y="308"/>
                </a:lnTo>
                <a:lnTo>
                  <a:pt x="1615" y="308"/>
                </a:lnTo>
                <a:lnTo>
                  <a:pt x="1616" y="8"/>
                </a:lnTo>
                <a:lnTo>
                  <a:pt x="1617" y="672"/>
                </a:lnTo>
                <a:lnTo>
                  <a:pt x="1617" y="662"/>
                </a:lnTo>
                <a:lnTo>
                  <a:pt x="1617" y="662"/>
                </a:lnTo>
                <a:lnTo>
                  <a:pt x="1617" y="673"/>
                </a:lnTo>
                <a:lnTo>
                  <a:pt x="1619" y="7"/>
                </a:lnTo>
                <a:lnTo>
                  <a:pt x="1619" y="385"/>
                </a:lnTo>
                <a:lnTo>
                  <a:pt x="1619" y="386"/>
                </a:lnTo>
                <a:lnTo>
                  <a:pt x="1619" y="671"/>
                </a:lnTo>
                <a:lnTo>
                  <a:pt x="1619" y="7"/>
                </a:lnTo>
                <a:lnTo>
                  <a:pt x="1621" y="426"/>
                </a:lnTo>
                <a:lnTo>
                  <a:pt x="1621" y="426"/>
                </a:lnTo>
                <a:lnTo>
                  <a:pt x="1622" y="671"/>
                </a:lnTo>
                <a:lnTo>
                  <a:pt x="1623" y="7"/>
                </a:lnTo>
                <a:lnTo>
                  <a:pt x="1623" y="101"/>
                </a:lnTo>
                <a:lnTo>
                  <a:pt x="1623" y="101"/>
                </a:lnTo>
                <a:lnTo>
                  <a:pt x="1623" y="7"/>
                </a:lnTo>
                <a:lnTo>
                  <a:pt x="1625" y="672"/>
                </a:lnTo>
                <a:lnTo>
                  <a:pt x="1625" y="618"/>
                </a:lnTo>
                <a:lnTo>
                  <a:pt x="1625" y="617"/>
                </a:lnTo>
                <a:lnTo>
                  <a:pt x="1625" y="7"/>
                </a:lnTo>
                <a:lnTo>
                  <a:pt x="1625" y="671"/>
                </a:lnTo>
                <a:lnTo>
                  <a:pt x="1627" y="239"/>
                </a:lnTo>
                <a:lnTo>
                  <a:pt x="1627" y="239"/>
                </a:lnTo>
                <a:lnTo>
                  <a:pt x="1629" y="8"/>
                </a:lnTo>
                <a:lnTo>
                  <a:pt x="1629" y="670"/>
                </a:lnTo>
                <a:lnTo>
                  <a:pt x="1629" y="280"/>
                </a:lnTo>
                <a:lnTo>
                  <a:pt x="1629" y="280"/>
                </a:lnTo>
                <a:lnTo>
                  <a:pt x="1630" y="671"/>
                </a:lnTo>
                <a:lnTo>
                  <a:pt x="1630" y="7"/>
                </a:lnTo>
                <a:lnTo>
                  <a:pt x="1631" y="570"/>
                </a:lnTo>
                <a:lnTo>
                  <a:pt x="1631" y="569"/>
                </a:lnTo>
                <a:lnTo>
                  <a:pt x="1632" y="7"/>
                </a:lnTo>
                <a:lnTo>
                  <a:pt x="1633" y="672"/>
                </a:lnTo>
                <a:lnTo>
                  <a:pt x="1633" y="127"/>
                </a:lnTo>
                <a:lnTo>
                  <a:pt x="1633" y="127"/>
                </a:lnTo>
                <a:lnTo>
                  <a:pt x="1635" y="672"/>
                </a:lnTo>
                <a:lnTo>
                  <a:pt x="1635" y="7"/>
                </a:lnTo>
                <a:lnTo>
                  <a:pt x="1635" y="68"/>
                </a:lnTo>
                <a:lnTo>
                  <a:pt x="1635" y="68"/>
                </a:lnTo>
                <a:lnTo>
                  <a:pt x="1635" y="672"/>
                </a:lnTo>
                <a:lnTo>
                  <a:pt x="1637" y="7"/>
                </a:lnTo>
                <a:lnTo>
                  <a:pt x="1637" y="532"/>
                </a:lnTo>
                <a:lnTo>
                  <a:pt x="1637" y="531"/>
                </a:lnTo>
                <a:lnTo>
                  <a:pt x="1637" y="7"/>
                </a:lnTo>
                <a:lnTo>
                  <a:pt x="1638" y="671"/>
                </a:lnTo>
                <a:lnTo>
                  <a:pt x="1639" y="280"/>
                </a:lnTo>
                <a:lnTo>
                  <a:pt x="1639" y="280"/>
                </a:lnTo>
                <a:lnTo>
                  <a:pt x="1640" y="671"/>
                </a:lnTo>
                <a:lnTo>
                  <a:pt x="1640" y="7"/>
                </a:lnTo>
                <a:lnTo>
                  <a:pt x="1641" y="474"/>
                </a:lnTo>
                <a:lnTo>
                  <a:pt x="1641" y="473"/>
                </a:lnTo>
                <a:lnTo>
                  <a:pt x="1643" y="671"/>
                </a:lnTo>
                <a:lnTo>
                  <a:pt x="1643" y="7"/>
                </a:lnTo>
                <a:lnTo>
                  <a:pt x="1643" y="440"/>
                </a:lnTo>
                <a:lnTo>
                  <a:pt x="1643" y="440"/>
                </a:lnTo>
                <a:lnTo>
                  <a:pt x="1645" y="671"/>
                </a:lnTo>
                <a:lnTo>
                  <a:pt x="1645" y="7"/>
                </a:lnTo>
                <a:lnTo>
                  <a:pt x="1645" y="247"/>
                </a:lnTo>
                <a:lnTo>
                  <a:pt x="1645" y="246"/>
                </a:lnTo>
                <a:lnTo>
                  <a:pt x="1646" y="672"/>
                </a:lnTo>
                <a:lnTo>
                  <a:pt x="1646" y="7"/>
                </a:lnTo>
                <a:lnTo>
                  <a:pt x="1647" y="624"/>
                </a:lnTo>
                <a:lnTo>
                  <a:pt x="1647" y="624"/>
                </a:lnTo>
                <a:lnTo>
                  <a:pt x="1649" y="672"/>
                </a:lnTo>
                <a:lnTo>
                  <a:pt x="1649" y="8"/>
                </a:lnTo>
                <a:lnTo>
                  <a:pt x="1649" y="175"/>
                </a:lnTo>
                <a:lnTo>
                  <a:pt x="1649" y="174"/>
                </a:lnTo>
                <a:lnTo>
                  <a:pt x="1651" y="671"/>
                </a:lnTo>
                <a:lnTo>
                  <a:pt x="1651" y="7"/>
                </a:lnTo>
                <a:lnTo>
                  <a:pt x="1651" y="308"/>
                </a:lnTo>
                <a:lnTo>
                  <a:pt x="1651" y="308"/>
                </a:lnTo>
                <a:lnTo>
                  <a:pt x="1651" y="7"/>
                </a:lnTo>
                <a:lnTo>
                  <a:pt x="1652" y="672"/>
                </a:lnTo>
                <a:lnTo>
                  <a:pt x="1653" y="46"/>
                </a:lnTo>
                <a:lnTo>
                  <a:pt x="1653" y="46"/>
                </a:lnTo>
                <a:lnTo>
                  <a:pt x="1653" y="6"/>
                </a:lnTo>
                <a:lnTo>
                  <a:pt x="1655" y="672"/>
                </a:lnTo>
                <a:lnTo>
                  <a:pt x="1655" y="240"/>
                </a:lnTo>
                <a:lnTo>
                  <a:pt x="1655" y="240"/>
                </a:lnTo>
                <a:lnTo>
                  <a:pt x="1655" y="6"/>
                </a:lnTo>
                <a:lnTo>
                  <a:pt x="1656" y="671"/>
                </a:lnTo>
                <a:lnTo>
                  <a:pt x="1657" y="361"/>
                </a:lnTo>
                <a:lnTo>
                  <a:pt x="1657" y="361"/>
                </a:lnTo>
                <a:lnTo>
                  <a:pt x="1657" y="672"/>
                </a:lnTo>
                <a:lnTo>
                  <a:pt x="1658" y="7"/>
                </a:lnTo>
                <a:lnTo>
                  <a:pt x="1659" y="426"/>
                </a:lnTo>
                <a:lnTo>
                  <a:pt x="1659" y="426"/>
                </a:lnTo>
                <a:lnTo>
                  <a:pt x="1659" y="672"/>
                </a:lnTo>
                <a:lnTo>
                  <a:pt x="1660" y="8"/>
                </a:lnTo>
                <a:lnTo>
                  <a:pt x="1661" y="221"/>
                </a:lnTo>
                <a:lnTo>
                  <a:pt x="1661" y="221"/>
                </a:lnTo>
                <a:lnTo>
                  <a:pt x="1662" y="671"/>
                </a:lnTo>
                <a:lnTo>
                  <a:pt x="1662" y="7"/>
                </a:lnTo>
                <a:lnTo>
                  <a:pt x="1663" y="329"/>
                </a:lnTo>
                <a:lnTo>
                  <a:pt x="1663" y="328"/>
                </a:lnTo>
                <a:lnTo>
                  <a:pt x="1664" y="7"/>
                </a:lnTo>
                <a:lnTo>
                  <a:pt x="1664" y="671"/>
                </a:lnTo>
                <a:lnTo>
                  <a:pt x="1665" y="412"/>
                </a:lnTo>
                <a:lnTo>
                  <a:pt x="1665" y="412"/>
                </a:lnTo>
                <a:lnTo>
                  <a:pt x="1665" y="6"/>
                </a:lnTo>
                <a:lnTo>
                  <a:pt x="1667" y="671"/>
                </a:lnTo>
                <a:lnTo>
                  <a:pt x="1667" y="118"/>
                </a:lnTo>
                <a:lnTo>
                  <a:pt x="1667" y="118"/>
                </a:lnTo>
                <a:lnTo>
                  <a:pt x="1668" y="672"/>
                </a:lnTo>
                <a:lnTo>
                  <a:pt x="1669" y="7"/>
                </a:lnTo>
                <a:lnTo>
                  <a:pt x="1669" y="636"/>
                </a:lnTo>
                <a:lnTo>
                  <a:pt x="1669" y="636"/>
                </a:lnTo>
                <a:lnTo>
                  <a:pt x="1669" y="672"/>
                </a:lnTo>
                <a:lnTo>
                  <a:pt x="1670" y="8"/>
                </a:lnTo>
                <a:lnTo>
                  <a:pt x="1671" y="299"/>
                </a:lnTo>
                <a:lnTo>
                  <a:pt x="1671" y="299"/>
                </a:lnTo>
                <a:lnTo>
                  <a:pt x="1671" y="671"/>
                </a:lnTo>
                <a:lnTo>
                  <a:pt x="1672" y="8"/>
                </a:lnTo>
                <a:lnTo>
                  <a:pt x="1673" y="128"/>
                </a:lnTo>
                <a:lnTo>
                  <a:pt x="1673" y="128"/>
                </a:lnTo>
                <a:lnTo>
                  <a:pt x="1673" y="8"/>
                </a:lnTo>
                <a:lnTo>
                  <a:pt x="1675" y="672"/>
                </a:lnTo>
                <a:lnTo>
                  <a:pt x="1675" y="589"/>
                </a:lnTo>
                <a:lnTo>
                  <a:pt x="1675" y="590"/>
                </a:lnTo>
                <a:lnTo>
                  <a:pt x="1675" y="8"/>
                </a:lnTo>
                <a:lnTo>
                  <a:pt x="1675" y="671"/>
                </a:lnTo>
                <a:lnTo>
                  <a:pt x="1677" y="93"/>
                </a:lnTo>
                <a:lnTo>
                  <a:pt x="1677" y="94"/>
                </a:lnTo>
                <a:lnTo>
                  <a:pt x="1677" y="8"/>
                </a:lnTo>
                <a:lnTo>
                  <a:pt x="1678" y="671"/>
                </a:lnTo>
                <a:lnTo>
                  <a:pt x="1679" y="497"/>
                </a:lnTo>
                <a:lnTo>
                  <a:pt x="1679" y="498"/>
                </a:lnTo>
                <a:lnTo>
                  <a:pt x="1681" y="8"/>
                </a:lnTo>
                <a:lnTo>
                  <a:pt x="1681" y="671"/>
                </a:lnTo>
                <a:lnTo>
                  <a:pt x="1681" y="254"/>
                </a:lnTo>
                <a:lnTo>
                  <a:pt x="1681" y="254"/>
                </a:lnTo>
                <a:lnTo>
                  <a:pt x="1682" y="8"/>
                </a:lnTo>
                <a:lnTo>
                  <a:pt x="1682" y="671"/>
                </a:lnTo>
                <a:lnTo>
                  <a:pt x="1683" y="645"/>
                </a:lnTo>
                <a:lnTo>
                  <a:pt x="1683" y="645"/>
                </a:lnTo>
                <a:lnTo>
                  <a:pt x="1684" y="671"/>
                </a:lnTo>
                <a:lnTo>
                  <a:pt x="1685" y="8"/>
                </a:lnTo>
                <a:lnTo>
                  <a:pt x="1685" y="450"/>
                </a:lnTo>
                <a:lnTo>
                  <a:pt x="1685" y="449"/>
                </a:lnTo>
                <a:lnTo>
                  <a:pt x="1685" y="7"/>
                </a:lnTo>
                <a:lnTo>
                  <a:pt x="1686" y="671"/>
                </a:lnTo>
                <a:lnTo>
                  <a:pt x="1687" y="57"/>
                </a:lnTo>
                <a:lnTo>
                  <a:pt x="1687" y="58"/>
                </a:lnTo>
                <a:lnTo>
                  <a:pt x="1688" y="7"/>
                </a:lnTo>
                <a:lnTo>
                  <a:pt x="1688" y="672"/>
                </a:lnTo>
                <a:lnTo>
                  <a:pt x="1689" y="299"/>
                </a:lnTo>
                <a:lnTo>
                  <a:pt x="1689" y="298"/>
                </a:lnTo>
                <a:lnTo>
                  <a:pt x="1691" y="8"/>
                </a:lnTo>
                <a:lnTo>
                  <a:pt x="1691" y="671"/>
                </a:lnTo>
                <a:lnTo>
                  <a:pt x="1691" y="97"/>
                </a:lnTo>
                <a:lnTo>
                  <a:pt x="1691" y="97"/>
                </a:lnTo>
                <a:lnTo>
                  <a:pt x="1693" y="674"/>
                </a:lnTo>
                <a:lnTo>
                  <a:pt x="1693" y="7"/>
                </a:lnTo>
                <a:lnTo>
                  <a:pt x="1693" y="211"/>
                </a:lnTo>
                <a:lnTo>
                  <a:pt x="1693" y="211"/>
                </a:lnTo>
                <a:lnTo>
                  <a:pt x="1693" y="8"/>
                </a:lnTo>
                <a:lnTo>
                  <a:pt x="1694" y="671"/>
                </a:lnTo>
                <a:lnTo>
                  <a:pt x="1695" y="250"/>
                </a:lnTo>
                <a:lnTo>
                  <a:pt x="1695" y="249"/>
                </a:lnTo>
                <a:lnTo>
                  <a:pt x="1696" y="8"/>
                </a:lnTo>
                <a:lnTo>
                  <a:pt x="1697" y="671"/>
                </a:lnTo>
                <a:lnTo>
                  <a:pt x="1697" y="177"/>
                </a:lnTo>
                <a:lnTo>
                  <a:pt x="1697" y="177"/>
                </a:lnTo>
                <a:lnTo>
                  <a:pt x="1698" y="8"/>
                </a:lnTo>
                <a:lnTo>
                  <a:pt x="1699" y="671"/>
                </a:lnTo>
                <a:lnTo>
                  <a:pt x="1699" y="142"/>
                </a:lnTo>
                <a:lnTo>
                  <a:pt x="1699" y="142"/>
                </a:lnTo>
                <a:lnTo>
                  <a:pt x="1700" y="672"/>
                </a:lnTo>
                <a:lnTo>
                  <a:pt x="1701" y="8"/>
                </a:lnTo>
                <a:lnTo>
                  <a:pt x="1701" y="105"/>
                </a:lnTo>
                <a:lnTo>
                  <a:pt x="1701" y="104"/>
                </a:lnTo>
                <a:lnTo>
                  <a:pt x="1701" y="672"/>
                </a:lnTo>
                <a:lnTo>
                  <a:pt x="1701" y="8"/>
                </a:lnTo>
                <a:lnTo>
                  <a:pt x="1703" y="232"/>
                </a:lnTo>
                <a:lnTo>
                  <a:pt x="1703" y="232"/>
                </a:lnTo>
                <a:lnTo>
                  <a:pt x="1704" y="671"/>
                </a:lnTo>
                <a:lnTo>
                  <a:pt x="1704" y="8"/>
                </a:lnTo>
                <a:lnTo>
                  <a:pt x="1705" y="150"/>
                </a:lnTo>
                <a:lnTo>
                  <a:pt x="1705" y="150"/>
                </a:lnTo>
                <a:lnTo>
                  <a:pt x="1707" y="671"/>
                </a:lnTo>
                <a:lnTo>
                  <a:pt x="1707" y="7"/>
                </a:lnTo>
                <a:lnTo>
                  <a:pt x="1707" y="238"/>
                </a:lnTo>
                <a:lnTo>
                  <a:pt x="1707" y="238"/>
                </a:lnTo>
                <a:lnTo>
                  <a:pt x="1708" y="672"/>
                </a:lnTo>
                <a:lnTo>
                  <a:pt x="1708" y="8"/>
                </a:lnTo>
                <a:lnTo>
                  <a:pt x="1709" y="637"/>
                </a:lnTo>
                <a:lnTo>
                  <a:pt x="1709" y="637"/>
                </a:lnTo>
                <a:lnTo>
                  <a:pt x="1710" y="8"/>
                </a:lnTo>
                <a:lnTo>
                  <a:pt x="1711" y="671"/>
                </a:lnTo>
                <a:lnTo>
                  <a:pt x="1711" y="152"/>
                </a:lnTo>
                <a:lnTo>
                  <a:pt x="1711" y="152"/>
                </a:lnTo>
                <a:lnTo>
                  <a:pt x="1712" y="5"/>
                </a:lnTo>
                <a:lnTo>
                  <a:pt x="1712" y="672"/>
                </a:lnTo>
                <a:lnTo>
                  <a:pt x="1713" y="409"/>
                </a:lnTo>
                <a:lnTo>
                  <a:pt x="1713" y="409"/>
                </a:lnTo>
                <a:lnTo>
                  <a:pt x="1714" y="8"/>
                </a:lnTo>
                <a:lnTo>
                  <a:pt x="1714" y="671"/>
                </a:lnTo>
                <a:lnTo>
                  <a:pt x="1715" y="154"/>
                </a:lnTo>
                <a:lnTo>
                  <a:pt x="1715" y="154"/>
                </a:lnTo>
                <a:lnTo>
                  <a:pt x="1716" y="672"/>
                </a:lnTo>
                <a:lnTo>
                  <a:pt x="1717" y="7"/>
                </a:lnTo>
                <a:lnTo>
                  <a:pt x="1717" y="598"/>
                </a:lnTo>
                <a:lnTo>
                  <a:pt x="1717" y="598"/>
                </a:lnTo>
                <a:lnTo>
                  <a:pt x="1717" y="672"/>
                </a:lnTo>
                <a:lnTo>
                  <a:pt x="1717" y="7"/>
                </a:lnTo>
                <a:lnTo>
                  <a:pt x="1719" y="517"/>
                </a:lnTo>
                <a:lnTo>
                  <a:pt x="1719" y="517"/>
                </a:lnTo>
                <a:lnTo>
                  <a:pt x="1719" y="8"/>
                </a:lnTo>
                <a:lnTo>
                  <a:pt x="1719" y="672"/>
                </a:lnTo>
                <a:lnTo>
                  <a:pt x="1721" y="236"/>
                </a:lnTo>
                <a:lnTo>
                  <a:pt x="1721" y="236"/>
                </a:lnTo>
                <a:lnTo>
                  <a:pt x="1722" y="672"/>
                </a:lnTo>
                <a:lnTo>
                  <a:pt x="1723" y="8"/>
                </a:lnTo>
                <a:lnTo>
                  <a:pt x="1723" y="204"/>
                </a:lnTo>
                <a:lnTo>
                  <a:pt x="1723" y="203"/>
                </a:lnTo>
                <a:lnTo>
                  <a:pt x="1723" y="8"/>
                </a:lnTo>
                <a:lnTo>
                  <a:pt x="1723" y="671"/>
                </a:lnTo>
                <a:lnTo>
                  <a:pt x="1725" y="50"/>
                </a:lnTo>
                <a:lnTo>
                  <a:pt x="1725" y="50"/>
                </a:lnTo>
                <a:lnTo>
                  <a:pt x="1726" y="671"/>
                </a:lnTo>
                <a:lnTo>
                  <a:pt x="1726" y="7"/>
                </a:lnTo>
                <a:lnTo>
                  <a:pt x="1727" y="663"/>
                </a:lnTo>
                <a:lnTo>
                  <a:pt x="1727" y="663"/>
                </a:lnTo>
                <a:lnTo>
                  <a:pt x="1728" y="671"/>
                </a:lnTo>
                <a:lnTo>
                  <a:pt x="1729" y="8"/>
                </a:lnTo>
                <a:lnTo>
                  <a:pt x="1729" y="86"/>
                </a:lnTo>
                <a:lnTo>
                  <a:pt x="1729" y="86"/>
                </a:lnTo>
                <a:lnTo>
                  <a:pt x="1731" y="8"/>
                </a:lnTo>
                <a:lnTo>
                  <a:pt x="1731" y="671"/>
                </a:lnTo>
                <a:lnTo>
                  <a:pt x="1731" y="68"/>
                </a:lnTo>
                <a:lnTo>
                  <a:pt x="1731" y="68"/>
                </a:lnTo>
                <a:lnTo>
                  <a:pt x="1732" y="8"/>
                </a:lnTo>
                <a:lnTo>
                  <a:pt x="1733" y="672"/>
                </a:lnTo>
                <a:lnTo>
                  <a:pt x="1733" y="122"/>
                </a:lnTo>
                <a:lnTo>
                  <a:pt x="1733" y="121"/>
                </a:lnTo>
                <a:lnTo>
                  <a:pt x="1735" y="8"/>
                </a:lnTo>
                <a:lnTo>
                  <a:pt x="1735" y="671"/>
                </a:lnTo>
                <a:lnTo>
                  <a:pt x="1735" y="474"/>
                </a:lnTo>
                <a:lnTo>
                  <a:pt x="1735" y="474"/>
                </a:lnTo>
                <a:lnTo>
                  <a:pt x="1735" y="671"/>
                </a:lnTo>
                <a:lnTo>
                  <a:pt x="1737" y="8"/>
                </a:lnTo>
                <a:lnTo>
                  <a:pt x="1737" y="282"/>
                </a:lnTo>
                <a:lnTo>
                  <a:pt x="1737" y="282"/>
                </a:lnTo>
                <a:lnTo>
                  <a:pt x="1738" y="8"/>
                </a:lnTo>
                <a:lnTo>
                  <a:pt x="1738" y="671"/>
                </a:lnTo>
                <a:lnTo>
                  <a:pt x="1739" y="603"/>
                </a:lnTo>
                <a:lnTo>
                  <a:pt x="1739" y="602"/>
                </a:lnTo>
                <a:lnTo>
                  <a:pt x="1740" y="7"/>
                </a:lnTo>
                <a:lnTo>
                  <a:pt x="1740" y="673"/>
                </a:lnTo>
                <a:lnTo>
                  <a:pt x="1741" y="375"/>
                </a:lnTo>
                <a:lnTo>
                  <a:pt x="1741" y="375"/>
                </a:lnTo>
                <a:lnTo>
                  <a:pt x="1743" y="672"/>
                </a:lnTo>
                <a:lnTo>
                  <a:pt x="1743" y="6"/>
                </a:lnTo>
                <a:lnTo>
                  <a:pt x="1743" y="541"/>
                </a:lnTo>
                <a:lnTo>
                  <a:pt x="1743" y="541"/>
                </a:lnTo>
                <a:lnTo>
                  <a:pt x="1744" y="8"/>
                </a:lnTo>
                <a:lnTo>
                  <a:pt x="1745" y="672"/>
                </a:lnTo>
                <a:lnTo>
                  <a:pt x="1745" y="47"/>
                </a:lnTo>
                <a:lnTo>
                  <a:pt x="1745" y="48"/>
                </a:lnTo>
                <a:lnTo>
                  <a:pt x="1746" y="8"/>
                </a:lnTo>
                <a:lnTo>
                  <a:pt x="1746" y="672"/>
                </a:lnTo>
                <a:lnTo>
                  <a:pt x="1747" y="657"/>
                </a:lnTo>
                <a:lnTo>
                  <a:pt x="1747" y="657"/>
                </a:lnTo>
                <a:lnTo>
                  <a:pt x="1748" y="8"/>
                </a:lnTo>
                <a:lnTo>
                  <a:pt x="1748" y="672"/>
                </a:lnTo>
                <a:lnTo>
                  <a:pt x="1749" y="470"/>
                </a:lnTo>
                <a:lnTo>
                  <a:pt x="1749" y="469"/>
                </a:lnTo>
                <a:lnTo>
                  <a:pt x="1750" y="672"/>
                </a:lnTo>
                <a:lnTo>
                  <a:pt x="1751" y="8"/>
                </a:lnTo>
                <a:lnTo>
                  <a:pt x="1751" y="463"/>
                </a:lnTo>
                <a:lnTo>
                  <a:pt x="1751" y="463"/>
                </a:lnTo>
                <a:lnTo>
                  <a:pt x="1751" y="671"/>
                </a:lnTo>
                <a:lnTo>
                  <a:pt x="1753" y="4"/>
                </a:lnTo>
                <a:lnTo>
                  <a:pt x="1753" y="349"/>
                </a:lnTo>
                <a:lnTo>
                  <a:pt x="1753" y="349"/>
                </a:lnTo>
                <a:lnTo>
                  <a:pt x="1753" y="671"/>
                </a:lnTo>
                <a:lnTo>
                  <a:pt x="1755" y="7"/>
                </a:lnTo>
                <a:lnTo>
                  <a:pt x="1755" y="351"/>
                </a:lnTo>
                <a:lnTo>
                  <a:pt x="1755" y="352"/>
                </a:lnTo>
                <a:lnTo>
                  <a:pt x="1756" y="671"/>
                </a:lnTo>
                <a:lnTo>
                  <a:pt x="1756" y="7"/>
                </a:lnTo>
                <a:lnTo>
                  <a:pt x="1757" y="320"/>
                </a:lnTo>
                <a:lnTo>
                  <a:pt x="1757" y="321"/>
                </a:lnTo>
                <a:lnTo>
                  <a:pt x="1758" y="8"/>
                </a:lnTo>
                <a:lnTo>
                  <a:pt x="1758" y="671"/>
                </a:lnTo>
                <a:lnTo>
                  <a:pt x="1759" y="590"/>
                </a:lnTo>
                <a:lnTo>
                  <a:pt x="1759" y="590"/>
                </a:lnTo>
                <a:lnTo>
                  <a:pt x="1759" y="8"/>
                </a:lnTo>
                <a:lnTo>
                  <a:pt x="1759" y="672"/>
                </a:lnTo>
                <a:lnTo>
                  <a:pt x="1761" y="600"/>
                </a:lnTo>
                <a:lnTo>
                  <a:pt x="1761" y="600"/>
                </a:lnTo>
                <a:lnTo>
                  <a:pt x="1762" y="671"/>
                </a:lnTo>
                <a:lnTo>
                  <a:pt x="1763" y="8"/>
                </a:lnTo>
                <a:lnTo>
                  <a:pt x="1763" y="264"/>
                </a:lnTo>
                <a:lnTo>
                  <a:pt x="1763" y="265"/>
                </a:lnTo>
                <a:lnTo>
                  <a:pt x="1763" y="671"/>
                </a:lnTo>
                <a:lnTo>
                  <a:pt x="1764" y="7"/>
                </a:lnTo>
                <a:lnTo>
                  <a:pt x="1765" y="565"/>
                </a:lnTo>
                <a:lnTo>
                  <a:pt x="1765" y="565"/>
                </a:lnTo>
                <a:lnTo>
                  <a:pt x="1766" y="673"/>
                </a:lnTo>
                <a:lnTo>
                  <a:pt x="1766" y="7"/>
                </a:lnTo>
                <a:lnTo>
                  <a:pt x="1767" y="91"/>
                </a:lnTo>
                <a:lnTo>
                  <a:pt x="1767" y="91"/>
                </a:lnTo>
                <a:lnTo>
                  <a:pt x="1769" y="672"/>
                </a:lnTo>
                <a:lnTo>
                  <a:pt x="1769" y="7"/>
                </a:lnTo>
                <a:lnTo>
                  <a:pt x="1769" y="358"/>
                </a:lnTo>
                <a:lnTo>
                  <a:pt x="1769" y="358"/>
                </a:lnTo>
                <a:lnTo>
                  <a:pt x="1769" y="674"/>
                </a:lnTo>
                <a:lnTo>
                  <a:pt x="1770" y="7"/>
                </a:lnTo>
                <a:lnTo>
                  <a:pt x="1771" y="16"/>
                </a:lnTo>
                <a:lnTo>
                  <a:pt x="1771" y="16"/>
                </a:lnTo>
                <a:lnTo>
                  <a:pt x="1772" y="8"/>
                </a:lnTo>
                <a:lnTo>
                  <a:pt x="1773" y="672"/>
                </a:lnTo>
                <a:lnTo>
                  <a:pt x="1773" y="33"/>
                </a:lnTo>
                <a:lnTo>
                  <a:pt x="1773" y="33"/>
                </a:lnTo>
                <a:lnTo>
                  <a:pt x="1773" y="671"/>
                </a:lnTo>
                <a:lnTo>
                  <a:pt x="1774" y="8"/>
                </a:lnTo>
                <a:lnTo>
                  <a:pt x="1775" y="149"/>
                </a:lnTo>
                <a:lnTo>
                  <a:pt x="1775" y="149"/>
                </a:lnTo>
                <a:lnTo>
                  <a:pt x="1775" y="671"/>
                </a:lnTo>
                <a:lnTo>
                  <a:pt x="1776" y="8"/>
                </a:lnTo>
                <a:lnTo>
                  <a:pt x="1777" y="482"/>
                </a:lnTo>
                <a:lnTo>
                  <a:pt x="1777" y="482"/>
                </a:lnTo>
                <a:lnTo>
                  <a:pt x="1777" y="671"/>
                </a:lnTo>
                <a:lnTo>
                  <a:pt x="1779" y="7"/>
                </a:lnTo>
                <a:lnTo>
                  <a:pt x="1779" y="249"/>
                </a:lnTo>
                <a:lnTo>
                  <a:pt x="1779" y="249"/>
                </a:lnTo>
                <a:lnTo>
                  <a:pt x="1779" y="671"/>
                </a:lnTo>
                <a:lnTo>
                  <a:pt x="1780" y="7"/>
                </a:lnTo>
                <a:lnTo>
                  <a:pt x="1781" y="464"/>
                </a:lnTo>
                <a:lnTo>
                  <a:pt x="1781" y="464"/>
                </a:lnTo>
                <a:lnTo>
                  <a:pt x="1782" y="7"/>
                </a:lnTo>
                <a:lnTo>
                  <a:pt x="1783" y="672"/>
                </a:lnTo>
                <a:lnTo>
                  <a:pt x="1783" y="512"/>
                </a:lnTo>
                <a:lnTo>
                  <a:pt x="1783" y="512"/>
                </a:lnTo>
                <a:lnTo>
                  <a:pt x="1784" y="8"/>
                </a:lnTo>
                <a:lnTo>
                  <a:pt x="1784" y="671"/>
                </a:lnTo>
                <a:lnTo>
                  <a:pt x="1785" y="573"/>
                </a:lnTo>
                <a:lnTo>
                  <a:pt x="1785" y="573"/>
                </a:lnTo>
                <a:lnTo>
                  <a:pt x="1787" y="8"/>
                </a:lnTo>
                <a:lnTo>
                  <a:pt x="1787" y="672"/>
                </a:lnTo>
                <a:lnTo>
                  <a:pt x="1787" y="642"/>
                </a:lnTo>
                <a:lnTo>
                  <a:pt x="1787" y="642"/>
                </a:lnTo>
                <a:lnTo>
                  <a:pt x="1789" y="8"/>
                </a:lnTo>
                <a:lnTo>
                  <a:pt x="1789" y="672"/>
                </a:lnTo>
                <a:lnTo>
                  <a:pt x="1789" y="42"/>
                </a:lnTo>
                <a:lnTo>
                  <a:pt x="1789" y="42"/>
                </a:lnTo>
                <a:lnTo>
                  <a:pt x="1790" y="671"/>
                </a:lnTo>
                <a:lnTo>
                  <a:pt x="1791" y="8"/>
                </a:lnTo>
                <a:lnTo>
                  <a:pt x="1791" y="649"/>
                </a:lnTo>
                <a:lnTo>
                  <a:pt x="1791" y="649"/>
                </a:lnTo>
                <a:lnTo>
                  <a:pt x="1791" y="671"/>
                </a:lnTo>
                <a:lnTo>
                  <a:pt x="1792" y="8"/>
                </a:lnTo>
                <a:lnTo>
                  <a:pt x="1793" y="281"/>
                </a:lnTo>
                <a:lnTo>
                  <a:pt x="1793" y="281"/>
                </a:lnTo>
                <a:lnTo>
                  <a:pt x="1794" y="672"/>
                </a:lnTo>
                <a:lnTo>
                  <a:pt x="1794" y="8"/>
                </a:lnTo>
                <a:lnTo>
                  <a:pt x="1795" y="561"/>
                </a:lnTo>
                <a:lnTo>
                  <a:pt x="1795" y="562"/>
                </a:lnTo>
                <a:lnTo>
                  <a:pt x="1796" y="671"/>
                </a:lnTo>
                <a:lnTo>
                  <a:pt x="1797" y="8"/>
                </a:lnTo>
                <a:lnTo>
                  <a:pt x="1797" y="318"/>
                </a:lnTo>
                <a:lnTo>
                  <a:pt x="1797" y="318"/>
                </a:lnTo>
                <a:lnTo>
                  <a:pt x="1798" y="8"/>
                </a:lnTo>
                <a:lnTo>
                  <a:pt x="1798" y="671"/>
                </a:lnTo>
                <a:lnTo>
                  <a:pt x="1799" y="500"/>
                </a:lnTo>
                <a:lnTo>
                  <a:pt x="1799" y="500"/>
                </a:lnTo>
                <a:lnTo>
                  <a:pt x="1800" y="671"/>
                </a:lnTo>
                <a:lnTo>
                  <a:pt x="1800" y="7"/>
                </a:lnTo>
                <a:lnTo>
                  <a:pt x="1801" y="574"/>
                </a:lnTo>
                <a:lnTo>
                  <a:pt x="1801" y="574"/>
                </a:lnTo>
                <a:lnTo>
                  <a:pt x="1802" y="672"/>
                </a:lnTo>
                <a:lnTo>
                  <a:pt x="1803" y="8"/>
                </a:lnTo>
                <a:lnTo>
                  <a:pt x="1803" y="629"/>
                </a:lnTo>
                <a:lnTo>
                  <a:pt x="1803" y="629"/>
                </a:lnTo>
                <a:lnTo>
                  <a:pt x="1804" y="671"/>
                </a:lnTo>
                <a:lnTo>
                  <a:pt x="1804" y="8"/>
                </a:lnTo>
                <a:lnTo>
                  <a:pt x="1805" y="278"/>
                </a:lnTo>
                <a:lnTo>
                  <a:pt x="1805" y="277"/>
                </a:lnTo>
                <a:lnTo>
                  <a:pt x="1806" y="671"/>
                </a:lnTo>
                <a:lnTo>
                  <a:pt x="1806" y="8"/>
                </a:lnTo>
                <a:lnTo>
                  <a:pt x="1807" y="622"/>
                </a:lnTo>
                <a:lnTo>
                  <a:pt x="1807" y="622"/>
                </a:lnTo>
                <a:lnTo>
                  <a:pt x="1808" y="671"/>
                </a:lnTo>
                <a:lnTo>
                  <a:pt x="1808" y="8"/>
                </a:lnTo>
                <a:lnTo>
                  <a:pt x="1809" y="46"/>
                </a:lnTo>
                <a:lnTo>
                  <a:pt x="1809" y="46"/>
                </a:lnTo>
                <a:lnTo>
                  <a:pt x="1809" y="8"/>
                </a:lnTo>
                <a:lnTo>
                  <a:pt x="1811" y="671"/>
                </a:lnTo>
                <a:lnTo>
                  <a:pt x="1811" y="378"/>
                </a:lnTo>
                <a:lnTo>
                  <a:pt x="1811" y="378"/>
                </a:lnTo>
                <a:lnTo>
                  <a:pt x="1812" y="8"/>
                </a:lnTo>
                <a:lnTo>
                  <a:pt x="1812" y="671"/>
                </a:lnTo>
                <a:lnTo>
                  <a:pt x="1813" y="243"/>
                </a:lnTo>
                <a:lnTo>
                  <a:pt x="1813" y="244"/>
                </a:lnTo>
                <a:lnTo>
                  <a:pt x="1814" y="8"/>
                </a:lnTo>
                <a:lnTo>
                  <a:pt x="1815" y="671"/>
                </a:lnTo>
                <a:lnTo>
                  <a:pt x="1815" y="85"/>
                </a:lnTo>
                <a:lnTo>
                  <a:pt x="1815" y="85"/>
                </a:lnTo>
                <a:lnTo>
                  <a:pt x="1816" y="8"/>
                </a:lnTo>
                <a:lnTo>
                  <a:pt x="1816" y="671"/>
                </a:lnTo>
                <a:lnTo>
                  <a:pt x="1817" y="370"/>
                </a:lnTo>
                <a:lnTo>
                  <a:pt x="1817" y="370"/>
                </a:lnTo>
                <a:lnTo>
                  <a:pt x="1818" y="8"/>
                </a:lnTo>
                <a:lnTo>
                  <a:pt x="1819" y="671"/>
                </a:lnTo>
                <a:lnTo>
                  <a:pt x="1819" y="305"/>
                </a:lnTo>
                <a:lnTo>
                  <a:pt x="1819" y="305"/>
                </a:lnTo>
                <a:lnTo>
                  <a:pt x="1819" y="671"/>
                </a:lnTo>
                <a:lnTo>
                  <a:pt x="1820" y="8"/>
                </a:lnTo>
                <a:lnTo>
                  <a:pt x="1821" y="307"/>
                </a:lnTo>
                <a:lnTo>
                  <a:pt x="1821" y="307"/>
                </a:lnTo>
                <a:lnTo>
                  <a:pt x="1821" y="8"/>
                </a:lnTo>
                <a:lnTo>
                  <a:pt x="1821" y="671"/>
                </a:lnTo>
                <a:lnTo>
                  <a:pt x="1823" y="218"/>
                </a:lnTo>
                <a:lnTo>
                  <a:pt x="1823" y="218"/>
                </a:lnTo>
                <a:lnTo>
                  <a:pt x="1824" y="8"/>
                </a:lnTo>
                <a:lnTo>
                  <a:pt x="1824" y="671"/>
                </a:lnTo>
                <a:lnTo>
                  <a:pt x="1825" y="156"/>
                </a:lnTo>
                <a:lnTo>
                  <a:pt x="1825" y="155"/>
                </a:lnTo>
                <a:lnTo>
                  <a:pt x="1826" y="672"/>
                </a:lnTo>
                <a:lnTo>
                  <a:pt x="1826" y="8"/>
                </a:lnTo>
                <a:lnTo>
                  <a:pt x="1827" y="378"/>
                </a:lnTo>
                <a:lnTo>
                  <a:pt x="1827" y="378"/>
                </a:lnTo>
                <a:lnTo>
                  <a:pt x="1828" y="671"/>
                </a:lnTo>
                <a:lnTo>
                  <a:pt x="1829" y="8"/>
                </a:lnTo>
                <a:lnTo>
                  <a:pt x="1829" y="322"/>
                </a:lnTo>
                <a:lnTo>
                  <a:pt x="1829" y="323"/>
                </a:lnTo>
                <a:lnTo>
                  <a:pt x="1830" y="8"/>
                </a:lnTo>
                <a:lnTo>
                  <a:pt x="1831" y="671"/>
                </a:lnTo>
                <a:lnTo>
                  <a:pt x="1831" y="151"/>
                </a:lnTo>
                <a:lnTo>
                  <a:pt x="1831" y="151"/>
                </a:lnTo>
                <a:lnTo>
                  <a:pt x="1832" y="671"/>
                </a:lnTo>
                <a:lnTo>
                  <a:pt x="1832" y="8"/>
                </a:lnTo>
                <a:lnTo>
                  <a:pt x="1833" y="347"/>
                </a:lnTo>
                <a:lnTo>
                  <a:pt x="1833" y="347"/>
                </a:lnTo>
                <a:lnTo>
                  <a:pt x="1834" y="671"/>
                </a:lnTo>
                <a:lnTo>
                  <a:pt x="1834" y="7"/>
                </a:lnTo>
                <a:lnTo>
                  <a:pt x="1835" y="277"/>
                </a:lnTo>
                <a:lnTo>
                  <a:pt x="1835" y="277"/>
                </a:lnTo>
                <a:lnTo>
                  <a:pt x="1836" y="7"/>
                </a:lnTo>
                <a:lnTo>
                  <a:pt x="1837" y="671"/>
                </a:lnTo>
                <a:lnTo>
                  <a:pt x="1837" y="459"/>
                </a:lnTo>
                <a:lnTo>
                  <a:pt x="1837" y="459"/>
                </a:lnTo>
                <a:lnTo>
                  <a:pt x="1838" y="671"/>
                </a:lnTo>
                <a:lnTo>
                  <a:pt x="1839" y="8"/>
                </a:lnTo>
                <a:lnTo>
                  <a:pt x="1839" y="532"/>
                </a:lnTo>
                <a:lnTo>
                  <a:pt x="1839" y="531"/>
                </a:lnTo>
                <a:lnTo>
                  <a:pt x="1840" y="7"/>
                </a:lnTo>
                <a:lnTo>
                  <a:pt x="1841" y="671"/>
                </a:lnTo>
                <a:lnTo>
                  <a:pt x="1841" y="185"/>
                </a:lnTo>
                <a:lnTo>
                  <a:pt x="1841" y="185"/>
                </a:lnTo>
                <a:lnTo>
                  <a:pt x="1842" y="7"/>
                </a:lnTo>
                <a:lnTo>
                  <a:pt x="1842" y="671"/>
                </a:lnTo>
                <a:lnTo>
                  <a:pt x="1843" y="489"/>
                </a:lnTo>
                <a:lnTo>
                  <a:pt x="1843" y="489"/>
                </a:lnTo>
                <a:lnTo>
                  <a:pt x="1844" y="671"/>
                </a:lnTo>
                <a:lnTo>
                  <a:pt x="1844" y="8"/>
                </a:lnTo>
                <a:lnTo>
                  <a:pt x="1845" y="183"/>
                </a:lnTo>
                <a:lnTo>
                  <a:pt x="1845" y="184"/>
                </a:lnTo>
                <a:lnTo>
                  <a:pt x="1846" y="672"/>
                </a:lnTo>
                <a:lnTo>
                  <a:pt x="1846" y="8"/>
                </a:lnTo>
                <a:lnTo>
                  <a:pt x="1847" y="137"/>
                </a:lnTo>
                <a:lnTo>
                  <a:pt x="1847" y="137"/>
                </a:lnTo>
                <a:lnTo>
                  <a:pt x="1848" y="8"/>
                </a:lnTo>
                <a:lnTo>
                  <a:pt x="1849" y="671"/>
                </a:lnTo>
                <a:lnTo>
                  <a:pt x="1849" y="587"/>
                </a:lnTo>
                <a:lnTo>
                  <a:pt x="1849" y="587"/>
                </a:lnTo>
                <a:lnTo>
                  <a:pt x="1850" y="671"/>
                </a:lnTo>
                <a:lnTo>
                  <a:pt x="1850" y="8"/>
                </a:lnTo>
                <a:lnTo>
                  <a:pt x="1851" y="383"/>
                </a:lnTo>
                <a:lnTo>
                  <a:pt x="1851" y="383"/>
                </a:lnTo>
                <a:lnTo>
                  <a:pt x="1853" y="671"/>
                </a:lnTo>
                <a:lnTo>
                  <a:pt x="1853" y="8"/>
                </a:lnTo>
                <a:lnTo>
                  <a:pt x="1853" y="402"/>
                </a:lnTo>
                <a:lnTo>
                  <a:pt x="1853" y="402"/>
                </a:lnTo>
                <a:lnTo>
                  <a:pt x="1855" y="8"/>
                </a:lnTo>
                <a:lnTo>
                  <a:pt x="1855" y="672"/>
                </a:lnTo>
                <a:lnTo>
                  <a:pt x="1855" y="501"/>
                </a:lnTo>
                <a:lnTo>
                  <a:pt x="1855" y="501"/>
                </a:lnTo>
                <a:lnTo>
                  <a:pt x="1856" y="671"/>
                </a:lnTo>
                <a:lnTo>
                  <a:pt x="1856" y="7"/>
                </a:lnTo>
                <a:lnTo>
                  <a:pt x="1857" y="589"/>
                </a:lnTo>
                <a:lnTo>
                  <a:pt x="1857" y="589"/>
                </a:lnTo>
                <a:lnTo>
                  <a:pt x="1858" y="8"/>
                </a:lnTo>
                <a:lnTo>
                  <a:pt x="1858" y="671"/>
                </a:lnTo>
                <a:lnTo>
                  <a:pt x="1859" y="317"/>
                </a:lnTo>
                <a:lnTo>
                  <a:pt x="1859" y="317"/>
                </a:lnTo>
                <a:lnTo>
                  <a:pt x="1860" y="8"/>
                </a:lnTo>
                <a:lnTo>
                  <a:pt x="1861" y="671"/>
                </a:lnTo>
                <a:lnTo>
                  <a:pt x="1861" y="358"/>
                </a:lnTo>
                <a:lnTo>
                  <a:pt x="1861" y="358"/>
                </a:lnTo>
                <a:lnTo>
                  <a:pt x="1862" y="8"/>
                </a:lnTo>
                <a:lnTo>
                  <a:pt x="1863" y="672"/>
                </a:lnTo>
                <a:lnTo>
                  <a:pt x="1863" y="371"/>
                </a:lnTo>
                <a:lnTo>
                  <a:pt x="1863" y="371"/>
                </a:lnTo>
                <a:lnTo>
                  <a:pt x="1865" y="671"/>
                </a:lnTo>
                <a:lnTo>
                  <a:pt x="1865" y="8"/>
                </a:lnTo>
                <a:lnTo>
                  <a:pt x="1865" y="34"/>
                </a:lnTo>
                <a:lnTo>
                  <a:pt x="1865" y="34"/>
                </a:lnTo>
                <a:lnTo>
                  <a:pt x="1866" y="7"/>
                </a:lnTo>
                <a:lnTo>
                  <a:pt x="1867" y="671"/>
                </a:lnTo>
                <a:lnTo>
                  <a:pt x="1867" y="12"/>
                </a:lnTo>
                <a:lnTo>
                  <a:pt x="1867" y="12"/>
                </a:lnTo>
                <a:lnTo>
                  <a:pt x="1868" y="8"/>
                </a:lnTo>
                <a:lnTo>
                  <a:pt x="1868" y="671"/>
                </a:lnTo>
                <a:lnTo>
                  <a:pt x="1869" y="62"/>
                </a:lnTo>
                <a:lnTo>
                  <a:pt x="1869" y="62"/>
                </a:lnTo>
                <a:lnTo>
                  <a:pt x="1871" y="671"/>
                </a:lnTo>
                <a:lnTo>
                  <a:pt x="1871" y="8"/>
                </a:lnTo>
                <a:lnTo>
                  <a:pt x="1871" y="480"/>
                </a:lnTo>
                <a:lnTo>
                  <a:pt x="1871" y="480"/>
                </a:lnTo>
                <a:lnTo>
                  <a:pt x="1871" y="671"/>
                </a:lnTo>
                <a:lnTo>
                  <a:pt x="1873" y="8"/>
                </a:lnTo>
                <a:lnTo>
                  <a:pt x="1873" y="150"/>
                </a:lnTo>
                <a:lnTo>
                  <a:pt x="1873" y="150"/>
                </a:lnTo>
                <a:lnTo>
                  <a:pt x="1874" y="671"/>
                </a:lnTo>
                <a:lnTo>
                  <a:pt x="1874" y="8"/>
                </a:lnTo>
                <a:lnTo>
                  <a:pt x="1875" y="155"/>
                </a:lnTo>
                <a:lnTo>
                  <a:pt x="1875" y="155"/>
                </a:lnTo>
                <a:lnTo>
                  <a:pt x="1876" y="8"/>
                </a:lnTo>
                <a:lnTo>
                  <a:pt x="1877" y="671"/>
                </a:lnTo>
                <a:lnTo>
                  <a:pt x="1877" y="93"/>
                </a:lnTo>
                <a:lnTo>
                  <a:pt x="1877" y="93"/>
                </a:lnTo>
                <a:lnTo>
                  <a:pt x="1878" y="8"/>
                </a:lnTo>
                <a:lnTo>
                  <a:pt x="1879" y="671"/>
                </a:lnTo>
                <a:lnTo>
                  <a:pt x="1879" y="39"/>
                </a:lnTo>
                <a:lnTo>
                  <a:pt x="1879" y="39"/>
                </a:lnTo>
                <a:lnTo>
                  <a:pt x="1879" y="8"/>
                </a:lnTo>
                <a:lnTo>
                  <a:pt x="1881" y="671"/>
                </a:lnTo>
                <a:lnTo>
                  <a:pt x="1881" y="380"/>
                </a:lnTo>
                <a:lnTo>
                  <a:pt x="1881" y="380"/>
                </a:lnTo>
                <a:lnTo>
                  <a:pt x="1882" y="7"/>
                </a:lnTo>
                <a:lnTo>
                  <a:pt x="1883" y="671"/>
                </a:lnTo>
                <a:lnTo>
                  <a:pt x="1883" y="294"/>
                </a:lnTo>
                <a:lnTo>
                  <a:pt x="1883" y="294"/>
                </a:lnTo>
                <a:lnTo>
                  <a:pt x="1885" y="8"/>
                </a:lnTo>
                <a:lnTo>
                  <a:pt x="1885" y="671"/>
                </a:lnTo>
                <a:lnTo>
                  <a:pt x="1885" y="345"/>
                </a:lnTo>
                <a:lnTo>
                  <a:pt x="1885" y="345"/>
                </a:lnTo>
                <a:lnTo>
                  <a:pt x="1886" y="671"/>
                </a:lnTo>
                <a:lnTo>
                  <a:pt x="1886" y="8"/>
                </a:lnTo>
                <a:lnTo>
                  <a:pt x="1887" y="362"/>
                </a:lnTo>
                <a:lnTo>
                  <a:pt x="1887" y="362"/>
                </a:lnTo>
                <a:lnTo>
                  <a:pt x="1889" y="8"/>
                </a:lnTo>
                <a:lnTo>
                  <a:pt x="1889" y="671"/>
                </a:lnTo>
                <a:lnTo>
                  <a:pt x="1889" y="94"/>
                </a:lnTo>
                <a:lnTo>
                  <a:pt x="1889" y="95"/>
                </a:lnTo>
                <a:lnTo>
                  <a:pt x="1889" y="7"/>
                </a:lnTo>
                <a:lnTo>
                  <a:pt x="1891" y="671"/>
                </a:lnTo>
                <a:lnTo>
                  <a:pt x="1891" y="562"/>
                </a:lnTo>
                <a:lnTo>
                  <a:pt x="1891" y="562"/>
                </a:lnTo>
                <a:lnTo>
                  <a:pt x="1892" y="671"/>
                </a:lnTo>
                <a:lnTo>
                  <a:pt x="1893" y="8"/>
                </a:lnTo>
                <a:lnTo>
                  <a:pt x="1893" y="485"/>
                </a:lnTo>
                <a:lnTo>
                  <a:pt x="1893" y="484"/>
                </a:lnTo>
                <a:lnTo>
                  <a:pt x="1894" y="671"/>
                </a:lnTo>
                <a:lnTo>
                  <a:pt x="1894" y="8"/>
                </a:lnTo>
                <a:lnTo>
                  <a:pt x="1895" y="106"/>
                </a:lnTo>
                <a:lnTo>
                  <a:pt x="1895" y="106"/>
                </a:lnTo>
                <a:lnTo>
                  <a:pt x="1896" y="673"/>
                </a:lnTo>
                <a:lnTo>
                  <a:pt x="1897" y="8"/>
                </a:lnTo>
                <a:lnTo>
                  <a:pt x="1897" y="563"/>
                </a:lnTo>
                <a:lnTo>
                  <a:pt x="1897" y="564"/>
                </a:lnTo>
                <a:lnTo>
                  <a:pt x="1898" y="8"/>
                </a:lnTo>
                <a:lnTo>
                  <a:pt x="1898" y="672"/>
                </a:lnTo>
                <a:lnTo>
                  <a:pt x="1899" y="182"/>
                </a:lnTo>
                <a:lnTo>
                  <a:pt x="1899" y="182"/>
                </a:lnTo>
                <a:lnTo>
                  <a:pt x="1900" y="8"/>
                </a:lnTo>
                <a:lnTo>
                  <a:pt x="1900" y="671"/>
                </a:lnTo>
                <a:lnTo>
                  <a:pt x="1901" y="212"/>
                </a:lnTo>
                <a:lnTo>
                  <a:pt x="1901" y="212"/>
                </a:lnTo>
                <a:lnTo>
                  <a:pt x="1903" y="8"/>
                </a:lnTo>
                <a:lnTo>
                  <a:pt x="1903" y="671"/>
                </a:lnTo>
                <a:lnTo>
                  <a:pt x="1903" y="551"/>
                </a:lnTo>
                <a:lnTo>
                  <a:pt x="1903" y="551"/>
                </a:lnTo>
                <a:lnTo>
                  <a:pt x="1904" y="8"/>
                </a:lnTo>
                <a:lnTo>
                  <a:pt x="1905" y="671"/>
                </a:lnTo>
                <a:lnTo>
                  <a:pt x="1905" y="521"/>
                </a:lnTo>
                <a:lnTo>
                  <a:pt x="1905" y="521"/>
                </a:lnTo>
                <a:lnTo>
                  <a:pt x="1907" y="8"/>
                </a:lnTo>
                <a:lnTo>
                  <a:pt x="1907" y="671"/>
                </a:lnTo>
                <a:lnTo>
                  <a:pt x="1908" y="276"/>
                </a:lnTo>
                <a:lnTo>
                  <a:pt x="1908" y="276"/>
                </a:lnTo>
                <a:lnTo>
                  <a:pt x="1909" y="8"/>
                </a:lnTo>
                <a:lnTo>
                  <a:pt x="1909" y="671"/>
                </a:lnTo>
                <a:lnTo>
                  <a:pt x="1909" y="618"/>
                </a:lnTo>
                <a:lnTo>
                  <a:pt x="1909" y="617"/>
                </a:lnTo>
                <a:lnTo>
                  <a:pt x="1911" y="8"/>
                </a:lnTo>
                <a:lnTo>
                  <a:pt x="1911" y="671"/>
                </a:lnTo>
                <a:lnTo>
                  <a:pt x="1911" y="606"/>
                </a:lnTo>
                <a:lnTo>
                  <a:pt x="1911" y="605"/>
                </a:lnTo>
                <a:lnTo>
                  <a:pt x="1912" y="671"/>
                </a:lnTo>
                <a:lnTo>
                  <a:pt x="1913" y="8"/>
                </a:lnTo>
                <a:lnTo>
                  <a:pt x="1914" y="463"/>
                </a:lnTo>
                <a:lnTo>
                  <a:pt x="1914" y="463"/>
                </a:lnTo>
                <a:lnTo>
                  <a:pt x="1914" y="8"/>
                </a:lnTo>
                <a:lnTo>
                  <a:pt x="1914" y="671"/>
                </a:lnTo>
                <a:lnTo>
                  <a:pt x="1915" y="116"/>
                </a:lnTo>
                <a:lnTo>
                  <a:pt x="1915" y="116"/>
                </a:lnTo>
                <a:lnTo>
                  <a:pt x="1916" y="7"/>
                </a:lnTo>
                <a:lnTo>
                  <a:pt x="1917" y="671"/>
                </a:lnTo>
                <a:lnTo>
                  <a:pt x="1917" y="656"/>
                </a:lnTo>
                <a:lnTo>
                  <a:pt x="1917" y="657"/>
                </a:lnTo>
                <a:lnTo>
                  <a:pt x="1919" y="8"/>
                </a:lnTo>
                <a:lnTo>
                  <a:pt x="1920" y="671"/>
                </a:lnTo>
                <a:lnTo>
                  <a:pt x="1920" y="282"/>
                </a:lnTo>
                <a:lnTo>
                  <a:pt x="1920" y="282"/>
                </a:lnTo>
                <a:lnTo>
                  <a:pt x="1920" y="8"/>
                </a:lnTo>
                <a:lnTo>
                  <a:pt x="1920" y="671"/>
                </a:lnTo>
                <a:lnTo>
                  <a:pt x="1921" y="556"/>
                </a:lnTo>
                <a:lnTo>
                  <a:pt x="1921" y="556"/>
                </a:lnTo>
                <a:lnTo>
                  <a:pt x="1922" y="671"/>
                </a:lnTo>
                <a:lnTo>
                  <a:pt x="1923" y="8"/>
                </a:lnTo>
                <a:lnTo>
                  <a:pt x="1923" y="126"/>
                </a:lnTo>
                <a:lnTo>
                  <a:pt x="1923" y="126"/>
                </a:lnTo>
                <a:lnTo>
                  <a:pt x="1924" y="671"/>
                </a:lnTo>
                <a:lnTo>
                  <a:pt x="1925" y="5"/>
                </a:lnTo>
                <a:lnTo>
                  <a:pt x="1926" y="370"/>
                </a:lnTo>
                <a:lnTo>
                  <a:pt x="1926" y="370"/>
                </a:lnTo>
                <a:lnTo>
                  <a:pt x="1926" y="8"/>
                </a:lnTo>
                <a:lnTo>
                  <a:pt x="1927" y="671"/>
                </a:lnTo>
                <a:lnTo>
                  <a:pt x="1927" y="187"/>
                </a:lnTo>
                <a:lnTo>
                  <a:pt x="1927" y="188"/>
                </a:lnTo>
                <a:lnTo>
                  <a:pt x="1929" y="8"/>
                </a:lnTo>
                <a:lnTo>
                  <a:pt x="1929" y="672"/>
                </a:lnTo>
                <a:lnTo>
                  <a:pt x="1929" y="404"/>
                </a:lnTo>
                <a:lnTo>
                  <a:pt x="1929" y="405"/>
                </a:lnTo>
                <a:lnTo>
                  <a:pt x="1930" y="8"/>
                </a:lnTo>
                <a:lnTo>
                  <a:pt x="1931" y="671"/>
                </a:lnTo>
                <a:lnTo>
                  <a:pt x="1932" y="447"/>
                </a:lnTo>
                <a:lnTo>
                  <a:pt x="1932" y="446"/>
                </a:lnTo>
                <a:lnTo>
                  <a:pt x="1933" y="672"/>
                </a:lnTo>
                <a:lnTo>
                  <a:pt x="1933" y="7"/>
                </a:lnTo>
                <a:lnTo>
                  <a:pt x="1933" y="420"/>
                </a:lnTo>
                <a:lnTo>
                  <a:pt x="1933" y="420"/>
                </a:lnTo>
                <a:lnTo>
                  <a:pt x="1935" y="8"/>
                </a:lnTo>
                <a:lnTo>
                  <a:pt x="1935" y="671"/>
                </a:lnTo>
                <a:lnTo>
                  <a:pt x="1935" y="439"/>
                </a:lnTo>
                <a:lnTo>
                  <a:pt x="1935" y="439"/>
                </a:lnTo>
                <a:lnTo>
                  <a:pt x="1937" y="8"/>
                </a:lnTo>
                <a:lnTo>
                  <a:pt x="1937" y="671"/>
                </a:lnTo>
                <a:lnTo>
                  <a:pt x="1938" y="660"/>
                </a:lnTo>
                <a:lnTo>
                  <a:pt x="1938" y="660"/>
                </a:lnTo>
                <a:lnTo>
                  <a:pt x="1938" y="8"/>
                </a:lnTo>
                <a:lnTo>
                  <a:pt x="1938" y="671"/>
                </a:lnTo>
                <a:lnTo>
                  <a:pt x="1939" y="397"/>
                </a:lnTo>
                <a:lnTo>
                  <a:pt x="1939" y="397"/>
                </a:lnTo>
                <a:lnTo>
                  <a:pt x="1940" y="671"/>
                </a:lnTo>
                <a:lnTo>
                  <a:pt x="1941" y="8"/>
                </a:lnTo>
                <a:lnTo>
                  <a:pt x="1941" y="517"/>
                </a:lnTo>
                <a:lnTo>
                  <a:pt x="1941" y="517"/>
                </a:lnTo>
                <a:lnTo>
                  <a:pt x="1942" y="671"/>
                </a:lnTo>
                <a:lnTo>
                  <a:pt x="1942" y="7"/>
                </a:lnTo>
                <a:lnTo>
                  <a:pt x="1944" y="575"/>
                </a:lnTo>
                <a:lnTo>
                  <a:pt x="1944" y="575"/>
                </a:lnTo>
                <a:lnTo>
                  <a:pt x="1944" y="7"/>
                </a:lnTo>
                <a:lnTo>
                  <a:pt x="1945" y="672"/>
                </a:lnTo>
                <a:lnTo>
                  <a:pt x="1945" y="297"/>
                </a:lnTo>
                <a:lnTo>
                  <a:pt x="1945" y="297"/>
                </a:lnTo>
                <a:lnTo>
                  <a:pt x="1947" y="671"/>
                </a:lnTo>
                <a:lnTo>
                  <a:pt x="1947" y="8"/>
                </a:lnTo>
                <a:lnTo>
                  <a:pt x="1947" y="251"/>
                </a:lnTo>
                <a:lnTo>
                  <a:pt x="1947" y="251"/>
                </a:lnTo>
                <a:lnTo>
                  <a:pt x="1949" y="671"/>
                </a:lnTo>
                <a:lnTo>
                  <a:pt x="1949" y="7"/>
                </a:lnTo>
                <a:lnTo>
                  <a:pt x="1950" y="423"/>
                </a:lnTo>
                <a:lnTo>
                  <a:pt x="1950" y="422"/>
                </a:lnTo>
                <a:lnTo>
                  <a:pt x="1951" y="672"/>
                </a:lnTo>
                <a:lnTo>
                  <a:pt x="1951" y="7"/>
                </a:lnTo>
                <a:lnTo>
                  <a:pt x="1951" y="406"/>
                </a:lnTo>
                <a:lnTo>
                  <a:pt x="1951" y="406"/>
                </a:lnTo>
                <a:lnTo>
                  <a:pt x="1953" y="8"/>
                </a:lnTo>
                <a:lnTo>
                  <a:pt x="1953" y="672"/>
                </a:lnTo>
                <a:lnTo>
                  <a:pt x="1953" y="37"/>
                </a:lnTo>
                <a:lnTo>
                  <a:pt x="1953" y="37"/>
                </a:lnTo>
                <a:lnTo>
                  <a:pt x="1953" y="7"/>
                </a:lnTo>
                <a:lnTo>
                  <a:pt x="1954" y="671"/>
                </a:lnTo>
                <a:lnTo>
                  <a:pt x="1956" y="572"/>
                </a:lnTo>
                <a:lnTo>
                  <a:pt x="1956" y="573"/>
                </a:lnTo>
                <a:lnTo>
                  <a:pt x="1956" y="672"/>
                </a:lnTo>
                <a:lnTo>
                  <a:pt x="1956" y="8"/>
                </a:lnTo>
                <a:lnTo>
                  <a:pt x="1957" y="426"/>
                </a:lnTo>
                <a:lnTo>
                  <a:pt x="1957" y="426"/>
                </a:lnTo>
                <a:lnTo>
                  <a:pt x="1958" y="672"/>
                </a:lnTo>
                <a:lnTo>
                  <a:pt x="1959" y="8"/>
                </a:lnTo>
                <a:lnTo>
                  <a:pt x="1959" y="511"/>
                </a:lnTo>
                <a:lnTo>
                  <a:pt x="1959" y="511"/>
                </a:lnTo>
                <a:lnTo>
                  <a:pt x="1960" y="7"/>
                </a:lnTo>
                <a:lnTo>
                  <a:pt x="1961" y="672"/>
                </a:lnTo>
                <a:lnTo>
                  <a:pt x="1962" y="430"/>
                </a:lnTo>
                <a:lnTo>
                  <a:pt x="1962" y="430"/>
                </a:lnTo>
                <a:lnTo>
                  <a:pt x="1962" y="8"/>
                </a:lnTo>
                <a:lnTo>
                  <a:pt x="1962" y="672"/>
                </a:lnTo>
                <a:lnTo>
                  <a:pt x="1963" y="81"/>
                </a:lnTo>
                <a:lnTo>
                  <a:pt x="1963" y="81"/>
                </a:lnTo>
                <a:lnTo>
                  <a:pt x="1964" y="8"/>
                </a:lnTo>
                <a:lnTo>
                  <a:pt x="1965" y="672"/>
                </a:lnTo>
                <a:lnTo>
                  <a:pt x="1965" y="654"/>
                </a:lnTo>
                <a:lnTo>
                  <a:pt x="1965" y="654"/>
                </a:lnTo>
                <a:lnTo>
                  <a:pt x="1966" y="7"/>
                </a:lnTo>
                <a:lnTo>
                  <a:pt x="1966" y="671"/>
                </a:lnTo>
                <a:lnTo>
                  <a:pt x="1968" y="324"/>
                </a:lnTo>
                <a:lnTo>
                  <a:pt x="1968" y="324"/>
                </a:lnTo>
                <a:lnTo>
                  <a:pt x="1969" y="7"/>
                </a:lnTo>
                <a:lnTo>
                  <a:pt x="1969" y="671"/>
                </a:lnTo>
                <a:lnTo>
                  <a:pt x="1969" y="324"/>
                </a:lnTo>
                <a:lnTo>
                  <a:pt x="1969" y="324"/>
                </a:lnTo>
                <a:lnTo>
                  <a:pt x="1971" y="672"/>
                </a:lnTo>
                <a:lnTo>
                  <a:pt x="1971" y="7"/>
                </a:lnTo>
                <a:lnTo>
                  <a:pt x="1971" y="443"/>
                </a:lnTo>
                <a:lnTo>
                  <a:pt x="1971" y="443"/>
                </a:lnTo>
                <a:lnTo>
                  <a:pt x="1972" y="671"/>
                </a:lnTo>
                <a:lnTo>
                  <a:pt x="1972" y="7"/>
                </a:lnTo>
                <a:lnTo>
                  <a:pt x="1974" y="296"/>
                </a:lnTo>
                <a:lnTo>
                  <a:pt x="1974" y="296"/>
                </a:lnTo>
                <a:lnTo>
                  <a:pt x="1974" y="7"/>
                </a:lnTo>
                <a:lnTo>
                  <a:pt x="1974" y="672"/>
                </a:lnTo>
                <a:lnTo>
                  <a:pt x="1976" y="178"/>
                </a:lnTo>
                <a:lnTo>
                  <a:pt x="1976" y="179"/>
                </a:lnTo>
                <a:lnTo>
                  <a:pt x="1976" y="7"/>
                </a:lnTo>
                <a:lnTo>
                  <a:pt x="1977" y="671"/>
                </a:lnTo>
                <a:lnTo>
                  <a:pt x="1977" y="638"/>
                </a:lnTo>
                <a:lnTo>
                  <a:pt x="1977" y="638"/>
                </a:lnTo>
                <a:lnTo>
                  <a:pt x="1978" y="671"/>
                </a:lnTo>
                <a:lnTo>
                  <a:pt x="1979" y="8"/>
                </a:lnTo>
                <a:lnTo>
                  <a:pt x="1980" y="449"/>
                </a:lnTo>
                <a:lnTo>
                  <a:pt x="1980" y="449"/>
                </a:lnTo>
                <a:lnTo>
                  <a:pt x="1981" y="671"/>
                </a:lnTo>
                <a:lnTo>
                  <a:pt x="1981" y="8"/>
                </a:lnTo>
                <a:lnTo>
                  <a:pt x="1982" y="137"/>
                </a:lnTo>
                <a:lnTo>
                  <a:pt x="1982" y="137"/>
                </a:lnTo>
                <a:lnTo>
                  <a:pt x="1982" y="672"/>
                </a:lnTo>
                <a:lnTo>
                  <a:pt x="1982" y="7"/>
                </a:lnTo>
                <a:lnTo>
                  <a:pt x="1983" y="237"/>
                </a:lnTo>
                <a:lnTo>
                  <a:pt x="1983" y="237"/>
                </a:lnTo>
                <a:lnTo>
                  <a:pt x="1986" y="8"/>
                </a:lnTo>
                <a:lnTo>
                  <a:pt x="1986" y="671"/>
                </a:lnTo>
                <a:lnTo>
                  <a:pt x="1986" y="346"/>
                </a:lnTo>
                <a:lnTo>
                  <a:pt x="1986" y="346"/>
                </a:lnTo>
                <a:lnTo>
                  <a:pt x="1987" y="8"/>
                </a:lnTo>
                <a:lnTo>
                  <a:pt x="1987" y="671"/>
                </a:lnTo>
                <a:lnTo>
                  <a:pt x="1988" y="380"/>
                </a:lnTo>
                <a:lnTo>
                  <a:pt x="1988" y="381"/>
                </a:lnTo>
                <a:lnTo>
                  <a:pt x="1988" y="7"/>
                </a:lnTo>
                <a:lnTo>
                  <a:pt x="1989" y="671"/>
                </a:lnTo>
                <a:lnTo>
                  <a:pt x="1989" y="447"/>
                </a:lnTo>
                <a:lnTo>
                  <a:pt x="1989" y="447"/>
                </a:lnTo>
                <a:lnTo>
                  <a:pt x="1991" y="671"/>
                </a:lnTo>
                <a:lnTo>
                  <a:pt x="1991" y="7"/>
                </a:lnTo>
                <a:lnTo>
                  <a:pt x="1992" y="586"/>
                </a:lnTo>
                <a:lnTo>
                  <a:pt x="1992" y="586"/>
                </a:lnTo>
                <a:lnTo>
                  <a:pt x="1992" y="671"/>
                </a:lnTo>
                <a:lnTo>
                  <a:pt x="1993" y="7"/>
                </a:lnTo>
                <a:lnTo>
                  <a:pt x="1994" y="451"/>
                </a:lnTo>
                <a:lnTo>
                  <a:pt x="1994" y="450"/>
                </a:lnTo>
                <a:lnTo>
                  <a:pt x="1995" y="7"/>
                </a:lnTo>
                <a:lnTo>
                  <a:pt x="1995" y="671"/>
                </a:lnTo>
                <a:lnTo>
                  <a:pt x="1995" y="516"/>
                </a:lnTo>
                <a:lnTo>
                  <a:pt x="1995" y="516"/>
                </a:lnTo>
                <a:lnTo>
                  <a:pt x="1997" y="7"/>
                </a:lnTo>
                <a:lnTo>
                  <a:pt x="1997" y="671"/>
                </a:lnTo>
                <a:lnTo>
                  <a:pt x="1998" y="657"/>
                </a:lnTo>
                <a:lnTo>
                  <a:pt x="1998" y="656"/>
                </a:lnTo>
                <a:lnTo>
                  <a:pt x="2000" y="7"/>
                </a:lnTo>
                <a:lnTo>
                  <a:pt x="2000" y="671"/>
                </a:lnTo>
                <a:lnTo>
                  <a:pt x="2000" y="9"/>
                </a:lnTo>
                <a:lnTo>
                  <a:pt x="2000" y="9"/>
                </a:lnTo>
                <a:lnTo>
                  <a:pt x="2001" y="672"/>
                </a:lnTo>
                <a:lnTo>
                  <a:pt x="2001" y="7"/>
                </a:lnTo>
                <a:lnTo>
                  <a:pt x="2001" y="671"/>
                </a:lnTo>
                <a:lnTo>
                  <a:pt x="2001" y="8"/>
                </a:lnTo>
                <a:lnTo>
                  <a:pt x="2001" y="672"/>
                </a:lnTo>
                <a:lnTo>
                  <a:pt x="2003" y="7"/>
                </a:lnTo>
                <a:lnTo>
                  <a:pt x="2004" y="564"/>
                </a:lnTo>
                <a:lnTo>
                  <a:pt x="2004" y="564"/>
                </a:lnTo>
                <a:lnTo>
                  <a:pt x="2004" y="671"/>
                </a:lnTo>
                <a:lnTo>
                  <a:pt x="2005" y="7"/>
                </a:lnTo>
                <a:lnTo>
                  <a:pt x="2006" y="308"/>
                </a:lnTo>
                <a:lnTo>
                  <a:pt x="2006" y="308"/>
                </a:lnTo>
                <a:lnTo>
                  <a:pt x="2006" y="671"/>
                </a:lnTo>
                <a:lnTo>
                  <a:pt x="2006" y="7"/>
                </a:lnTo>
                <a:lnTo>
                  <a:pt x="2007" y="265"/>
                </a:lnTo>
                <a:lnTo>
                  <a:pt x="2007" y="265"/>
                </a:lnTo>
                <a:lnTo>
                  <a:pt x="2009" y="671"/>
                </a:lnTo>
                <a:lnTo>
                  <a:pt x="2009" y="8"/>
                </a:lnTo>
                <a:lnTo>
                  <a:pt x="2010" y="350"/>
                </a:lnTo>
                <a:lnTo>
                  <a:pt x="2010" y="350"/>
                </a:lnTo>
                <a:lnTo>
                  <a:pt x="2010" y="8"/>
                </a:lnTo>
                <a:lnTo>
                  <a:pt x="2010" y="672"/>
                </a:lnTo>
                <a:lnTo>
                  <a:pt x="2012" y="220"/>
                </a:lnTo>
                <a:lnTo>
                  <a:pt x="2012" y="220"/>
                </a:lnTo>
                <a:lnTo>
                  <a:pt x="2012" y="7"/>
                </a:lnTo>
                <a:lnTo>
                  <a:pt x="2013" y="671"/>
                </a:lnTo>
                <a:lnTo>
                  <a:pt x="2013" y="386"/>
                </a:lnTo>
                <a:lnTo>
                  <a:pt x="2013" y="387"/>
                </a:lnTo>
                <a:lnTo>
                  <a:pt x="2015" y="671"/>
                </a:lnTo>
                <a:lnTo>
                  <a:pt x="2015" y="8"/>
                </a:lnTo>
                <a:lnTo>
                  <a:pt x="2016" y="30"/>
                </a:lnTo>
                <a:lnTo>
                  <a:pt x="2016" y="30"/>
                </a:lnTo>
                <a:lnTo>
                  <a:pt x="2016" y="671"/>
                </a:lnTo>
                <a:lnTo>
                  <a:pt x="2017" y="6"/>
                </a:lnTo>
                <a:lnTo>
                  <a:pt x="2018" y="569"/>
                </a:lnTo>
                <a:lnTo>
                  <a:pt x="2018" y="569"/>
                </a:lnTo>
                <a:lnTo>
                  <a:pt x="2018" y="8"/>
                </a:lnTo>
                <a:lnTo>
                  <a:pt x="2018" y="671"/>
                </a:lnTo>
                <a:lnTo>
                  <a:pt x="2019" y="187"/>
                </a:lnTo>
                <a:lnTo>
                  <a:pt x="2019" y="187"/>
                </a:lnTo>
                <a:lnTo>
                  <a:pt x="2021" y="671"/>
                </a:lnTo>
                <a:lnTo>
                  <a:pt x="2021" y="7"/>
                </a:lnTo>
                <a:lnTo>
                  <a:pt x="2022" y="149"/>
                </a:lnTo>
                <a:lnTo>
                  <a:pt x="2022" y="149"/>
                </a:lnTo>
                <a:lnTo>
                  <a:pt x="2023" y="7"/>
                </a:lnTo>
                <a:lnTo>
                  <a:pt x="2024" y="671"/>
                </a:lnTo>
                <a:lnTo>
                  <a:pt x="2024" y="325"/>
                </a:lnTo>
                <a:lnTo>
                  <a:pt x="2024" y="326"/>
                </a:lnTo>
                <a:lnTo>
                  <a:pt x="2024" y="671"/>
                </a:lnTo>
                <a:lnTo>
                  <a:pt x="2025" y="7"/>
                </a:lnTo>
                <a:lnTo>
                  <a:pt x="2025" y="664"/>
                </a:lnTo>
                <a:lnTo>
                  <a:pt x="2025" y="664"/>
                </a:lnTo>
                <a:lnTo>
                  <a:pt x="2026" y="671"/>
                </a:lnTo>
                <a:lnTo>
                  <a:pt x="2026" y="7"/>
                </a:lnTo>
                <a:lnTo>
                  <a:pt x="2028" y="500"/>
                </a:lnTo>
                <a:lnTo>
                  <a:pt x="2028" y="499"/>
                </a:lnTo>
                <a:lnTo>
                  <a:pt x="2028" y="673"/>
                </a:lnTo>
                <a:lnTo>
                  <a:pt x="2028" y="7"/>
                </a:lnTo>
                <a:lnTo>
                  <a:pt x="2030" y="70"/>
                </a:lnTo>
                <a:lnTo>
                  <a:pt x="2030" y="70"/>
                </a:lnTo>
                <a:lnTo>
                  <a:pt x="2030" y="7"/>
                </a:lnTo>
                <a:lnTo>
                  <a:pt x="2030" y="671"/>
                </a:lnTo>
                <a:lnTo>
                  <a:pt x="2031" y="581"/>
                </a:lnTo>
                <a:lnTo>
                  <a:pt x="2031" y="581"/>
                </a:lnTo>
                <a:lnTo>
                  <a:pt x="2032" y="7"/>
                </a:lnTo>
                <a:lnTo>
                  <a:pt x="2033" y="671"/>
                </a:lnTo>
                <a:lnTo>
                  <a:pt x="2034" y="381"/>
                </a:lnTo>
                <a:lnTo>
                  <a:pt x="2034" y="381"/>
                </a:lnTo>
                <a:lnTo>
                  <a:pt x="2034" y="671"/>
                </a:lnTo>
                <a:lnTo>
                  <a:pt x="2035" y="7"/>
                </a:lnTo>
                <a:lnTo>
                  <a:pt x="2036" y="521"/>
                </a:lnTo>
                <a:lnTo>
                  <a:pt x="2036" y="521"/>
                </a:lnTo>
                <a:lnTo>
                  <a:pt x="2037" y="671"/>
                </a:lnTo>
                <a:lnTo>
                  <a:pt x="2037" y="7"/>
                </a:lnTo>
                <a:lnTo>
                  <a:pt x="2037" y="178"/>
                </a:lnTo>
                <a:lnTo>
                  <a:pt x="2037" y="177"/>
                </a:lnTo>
                <a:lnTo>
                  <a:pt x="2038" y="6"/>
                </a:lnTo>
                <a:lnTo>
                  <a:pt x="2039" y="671"/>
                </a:lnTo>
                <a:lnTo>
                  <a:pt x="2040" y="475"/>
                </a:lnTo>
                <a:lnTo>
                  <a:pt x="2040" y="475"/>
                </a:lnTo>
                <a:lnTo>
                  <a:pt x="2040" y="7"/>
                </a:lnTo>
                <a:lnTo>
                  <a:pt x="2041" y="671"/>
                </a:lnTo>
                <a:lnTo>
                  <a:pt x="2042" y="467"/>
                </a:lnTo>
                <a:lnTo>
                  <a:pt x="2042" y="467"/>
                </a:lnTo>
                <a:lnTo>
                  <a:pt x="2043" y="7"/>
                </a:lnTo>
                <a:lnTo>
                  <a:pt x="2043" y="673"/>
                </a:lnTo>
                <a:lnTo>
                  <a:pt x="2044" y="498"/>
                </a:lnTo>
                <a:lnTo>
                  <a:pt x="2044" y="498"/>
                </a:lnTo>
                <a:lnTo>
                  <a:pt x="2044" y="671"/>
                </a:lnTo>
                <a:lnTo>
                  <a:pt x="2045" y="7"/>
                </a:lnTo>
                <a:lnTo>
                  <a:pt x="2046" y="517"/>
                </a:lnTo>
                <a:lnTo>
                  <a:pt x="2046" y="518"/>
                </a:lnTo>
                <a:lnTo>
                  <a:pt x="2046" y="671"/>
                </a:lnTo>
                <a:lnTo>
                  <a:pt x="2046" y="8"/>
                </a:lnTo>
                <a:lnTo>
                  <a:pt x="2048" y="402"/>
                </a:lnTo>
                <a:lnTo>
                  <a:pt x="2048" y="401"/>
                </a:lnTo>
                <a:lnTo>
                  <a:pt x="2049" y="672"/>
                </a:lnTo>
                <a:lnTo>
                  <a:pt x="2049" y="7"/>
                </a:lnTo>
                <a:lnTo>
                  <a:pt x="2050" y="265"/>
                </a:lnTo>
                <a:lnTo>
                  <a:pt x="2050" y="265"/>
                </a:lnTo>
                <a:lnTo>
                  <a:pt x="2051" y="6"/>
                </a:lnTo>
                <a:lnTo>
                  <a:pt x="2051" y="671"/>
                </a:lnTo>
                <a:lnTo>
                  <a:pt x="2052" y="224"/>
                </a:lnTo>
                <a:lnTo>
                  <a:pt x="2052" y="223"/>
                </a:lnTo>
                <a:lnTo>
                  <a:pt x="2052" y="671"/>
                </a:lnTo>
                <a:lnTo>
                  <a:pt x="2052" y="7"/>
                </a:lnTo>
                <a:lnTo>
                  <a:pt x="2054" y="290"/>
                </a:lnTo>
                <a:lnTo>
                  <a:pt x="2054" y="290"/>
                </a:lnTo>
                <a:lnTo>
                  <a:pt x="2054" y="671"/>
                </a:lnTo>
                <a:lnTo>
                  <a:pt x="2054" y="7"/>
                </a:lnTo>
                <a:lnTo>
                  <a:pt x="2056" y="165"/>
                </a:lnTo>
                <a:lnTo>
                  <a:pt x="2056" y="165"/>
                </a:lnTo>
                <a:lnTo>
                  <a:pt x="2057" y="7"/>
                </a:lnTo>
                <a:lnTo>
                  <a:pt x="2057" y="671"/>
                </a:lnTo>
                <a:lnTo>
                  <a:pt x="2058" y="620"/>
                </a:lnTo>
                <a:lnTo>
                  <a:pt x="2058" y="620"/>
                </a:lnTo>
                <a:lnTo>
                  <a:pt x="2059" y="6"/>
                </a:lnTo>
                <a:lnTo>
                  <a:pt x="2059" y="672"/>
                </a:lnTo>
                <a:lnTo>
                  <a:pt x="2060" y="181"/>
                </a:lnTo>
                <a:lnTo>
                  <a:pt x="2060" y="180"/>
                </a:lnTo>
                <a:lnTo>
                  <a:pt x="2061" y="7"/>
                </a:lnTo>
                <a:lnTo>
                  <a:pt x="2062" y="671"/>
                </a:lnTo>
                <a:lnTo>
                  <a:pt x="2062" y="100"/>
                </a:lnTo>
                <a:lnTo>
                  <a:pt x="2062" y="100"/>
                </a:lnTo>
                <a:lnTo>
                  <a:pt x="2062" y="7"/>
                </a:lnTo>
                <a:lnTo>
                  <a:pt x="2063" y="672"/>
                </a:lnTo>
                <a:lnTo>
                  <a:pt x="2064" y="449"/>
                </a:lnTo>
                <a:lnTo>
                  <a:pt x="2064" y="450"/>
                </a:lnTo>
                <a:lnTo>
                  <a:pt x="2065" y="3"/>
                </a:lnTo>
                <a:lnTo>
                  <a:pt x="2065" y="672"/>
                </a:lnTo>
                <a:lnTo>
                  <a:pt x="2066" y="334"/>
                </a:lnTo>
                <a:lnTo>
                  <a:pt x="2066" y="334"/>
                </a:lnTo>
                <a:lnTo>
                  <a:pt x="2066" y="7"/>
                </a:lnTo>
                <a:lnTo>
                  <a:pt x="2066" y="672"/>
                </a:lnTo>
                <a:lnTo>
                  <a:pt x="2068" y="666"/>
                </a:lnTo>
                <a:lnTo>
                  <a:pt x="2068" y="666"/>
                </a:lnTo>
                <a:lnTo>
                  <a:pt x="2068" y="7"/>
                </a:lnTo>
                <a:lnTo>
                  <a:pt x="2069" y="671"/>
                </a:lnTo>
                <a:lnTo>
                  <a:pt x="2070" y="305"/>
                </a:lnTo>
                <a:lnTo>
                  <a:pt x="2070" y="305"/>
                </a:lnTo>
                <a:lnTo>
                  <a:pt x="2071" y="8"/>
                </a:lnTo>
                <a:lnTo>
                  <a:pt x="2071" y="672"/>
                </a:lnTo>
                <a:lnTo>
                  <a:pt x="2072" y="237"/>
                </a:lnTo>
                <a:lnTo>
                  <a:pt x="2072" y="237"/>
                </a:lnTo>
                <a:lnTo>
                  <a:pt x="2072" y="7"/>
                </a:lnTo>
                <a:lnTo>
                  <a:pt x="2072" y="672"/>
                </a:lnTo>
                <a:lnTo>
                  <a:pt x="2074" y="449"/>
                </a:lnTo>
                <a:lnTo>
                  <a:pt x="2074" y="449"/>
                </a:lnTo>
                <a:lnTo>
                  <a:pt x="2074" y="672"/>
                </a:lnTo>
                <a:lnTo>
                  <a:pt x="2074" y="6"/>
                </a:lnTo>
                <a:lnTo>
                  <a:pt x="2076" y="505"/>
                </a:lnTo>
                <a:lnTo>
                  <a:pt x="2076" y="505"/>
                </a:lnTo>
                <a:lnTo>
                  <a:pt x="2077" y="7"/>
                </a:lnTo>
                <a:lnTo>
                  <a:pt x="2077" y="672"/>
                </a:lnTo>
                <a:lnTo>
                  <a:pt x="2078" y="452"/>
                </a:lnTo>
                <a:lnTo>
                  <a:pt x="2078" y="452"/>
                </a:lnTo>
                <a:lnTo>
                  <a:pt x="2078" y="673"/>
                </a:lnTo>
                <a:lnTo>
                  <a:pt x="2079" y="7"/>
                </a:lnTo>
                <a:lnTo>
                  <a:pt x="2080" y="349"/>
                </a:lnTo>
                <a:lnTo>
                  <a:pt x="2080" y="349"/>
                </a:lnTo>
                <a:lnTo>
                  <a:pt x="2081" y="672"/>
                </a:lnTo>
                <a:lnTo>
                  <a:pt x="2081" y="7"/>
                </a:lnTo>
                <a:lnTo>
                  <a:pt x="2082" y="61"/>
                </a:lnTo>
                <a:lnTo>
                  <a:pt x="2082" y="60"/>
                </a:lnTo>
                <a:lnTo>
                  <a:pt x="2082" y="8"/>
                </a:lnTo>
                <a:lnTo>
                  <a:pt x="2083" y="672"/>
                </a:lnTo>
                <a:lnTo>
                  <a:pt x="2084" y="433"/>
                </a:lnTo>
                <a:lnTo>
                  <a:pt x="2084" y="433"/>
                </a:lnTo>
                <a:lnTo>
                  <a:pt x="2085" y="8"/>
                </a:lnTo>
                <a:lnTo>
                  <a:pt x="2086" y="672"/>
                </a:lnTo>
                <a:lnTo>
                  <a:pt x="2086" y="116"/>
                </a:lnTo>
                <a:lnTo>
                  <a:pt x="2086" y="117"/>
                </a:lnTo>
                <a:lnTo>
                  <a:pt x="2086" y="671"/>
                </a:lnTo>
                <a:lnTo>
                  <a:pt x="2087" y="8"/>
                </a:lnTo>
                <a:lnTo>
                  <a:pt x="2088" y="242"/>
                </a:lnTo>
                <a:lnTo>
                  <a:pt x="2088" y="242"/>
                </a:lnTo>
                <a:lnTo>
                  <a:pt x="2089" y="8"/>
                </a:lnTo>
                <a:lnTo>
                  <a:pt x="2089" y="670"/>
                </a:lnTo>
                <a:lnTo>
                  <a:pt x="2090" y="237"/>
                </a:lnTo>
                <a:lnTo>
                  <a:pt x="2090" y="237"/>
                </a:lnTo>
                <a:lnTo>
                  <a:pt x="2091" y="8"/>
                </a:lnTo>
                <a:lnTo>
                  <a:pt x="2091" y="671"/>
                </a:lnTo>
                <a:lnTo>
                  <a:pt x="2092" y="102"/>
                </a:lnTo>
                <a:lnTo>
                  <a:pt x="2092" y="101"/>
                </a:lnTo>
                <a:lnTo>
                  <a:pt x="2092" y="671"/>
                </a:lnTo>
                <a:lnTo>
                  <a:pt x="2092" y="8"/>
                </a:lnTo>
                <a:lnTo>
                  <a:pt x="2094" y="342"/>
                </a:lnTo>
                <a:lnTo>
                  <a:pt x="2094" y="342"/>
                </a:lnTo>
                <a:lnTo>
                  <a:pt x="2094" y="671"/>
                </a:lnTo>
                <a:lnTo>
                  <a:pt x="2094" y="8"/>
                </a:lnTo>
                <a:lnTo>
                  <a:pt x="2096" y="267"/>
                </a:lnTo>
                <a:lnTo>
                  <a:pt x="2096" y="267"/>
                </a:lnTo>
                <a:lnTo>
                  <a:pt x="2096" y="672"/>
                </a:lnTo>
                <a:lnTo>
                  <a:pt x="2097" y="7"/>
                </a:lnTo>
                <a:lnTo>
                  <a:pt x="2098" y="447"/>
                </a:lnTo>
                <a:lnTo>
                  <a:pt x="2098" y="447"/>
                </a:lnTo>
                <a:lnTo>
                  <a:pt x="2098" y="672"/>
                </a:lnTo>
                <a:lnTo>
                  <a:pt x="2098" y="8"/>
                </a:lnTo>
                <a:lnTo>
                  <a:pt x="2100" y="600"/>
                </a:lnTo>
                <a:lnTo>
                  <a:pt x="2100" y="600"/>
                </a:lnTo>
                <a:lnTo>
                  <a:pt x="2100" y="7"/>
                </a:lnTo>
                <a:lnTo>
                  <a:pt x="2101" y="672"/>
                </a:lnTo>
                <a:lnTo>
                  <a:pt x="2102" y="424"/>
                </a:lnTo>
                <a:lnTo>
                  <a:pt x="2102" y="424"/>
                </a:lnTo>
                <a:lnTo>
                  <a:pt x="2103" y="7"/>
                </a:lnTo>
                <a:lnTo>
                  <a:pt x="2103" y="672"/>
                </a:lnTo>
                <a:lnTo>
                  <a:pt x="2104" y="268"/>
                </a:lnTo>
                <a:lnTo>
                  <a:pt x="2104" y="268"/>
                </a:lnTo>
                <a:lnTo>
                  <a:pt x="2104" y="672"/>
                </a:lnTo>
                <a:lnTo>
                  <a:pt x="2105" y="8"/>
                </a:lnTo>
                <a:lnTo>
                  <a:pt x="2106" y="367"/>
                </a:lnTo>
                <a:lnTo>
                  <a:pt x="2106" y="368"/>
                </a:lnTo>
                <a:lnTo>
                  <a:pt x="2106" y="671"/>
                </a:lnTo>
                <a:lnTo>
                  <a:pt x="2108" y="8"/>
                </a:lnTo>
                <a:lnTo>
                  <a:pt x="2108" y="182"/>
                </a:lnTo>
                <a:lnTo>
                  <a:pt x="2108" y="182"/>
                </a:lnTo>
                <a:lnTo>
                  <a:pt x="2108" y="8"/>
                </a:lnTo>
                <a:lnTo>
                  <a:pt x="2108" y="672"/>
                </a:lnTo>
                <a:lnTo>
                  <a:pt x="2110" y="268"/>
                </a:lnTo>
                <a:lnTo>
                  <a:pt x="2110" y="268"/>
                </a:lnTo>
                <a:lnTo>
                  <a:pt x="2110" y="7"/>
                </a:lnTo>
                <a:lnTo>
                  <a:pt x="2110" y="671"/>
                </a:lnTo>
                <a:lnTo>
                  <a:pt x="2112" y="64"/>
                </a:lnTo>
                <a:lnTo>
                  <a:pt x="2112" y="64"/>
                </a:lnTo>
                <a:lnTo>
                  <a:pt x="2112" y="671"/>
                </a:lnTo>
                <a:lnTo>
                  <a:pt x="2113" y="8"/>
                </a:lnTo>
                <a:lnTo>
                  <a:pt x="2114" y="308"/>
                </a:lnTo>
                <a:lnTo>
                  <a:pt x="2114" y="308"/>
                </a:lnTo>
                <a:lnTo>
                  <a:pt x="2115" y="7"/>
                </a:lnTo>
                <a:lnTo>
                  <a:pt x="2115" y="672"/>
                </a:lnTo>
                <a:lnTo>
                  <a:pt x="2116" y="639"/>
                </a:lnTo>
                <a:lnTo>
                  <a:pt x="2116" y="639"/>
                </a:lnTo>
                <a:lnTo>
                  <a:pt x="2117" y="8"/>
                </a:lnTo>
                <a:lnTo>
                  <a:pt x="2118" y="671"/>
                </a:lnTo>
                <a:lnTo>
                  <a:pt x="2118" y="575"/>
                </a:lnTo>
                <a:lnTo>
                  <a:pt x="2118" y="575"/>
                </a:lnTo>
                <a:lnTo>
                  <a:pt x="2119" y="671"/>
                </a:lnTo>
                <a:lnTo>
                  <a:pt x="2119" y="8"/>
                </a:lnTo>
                <a:lnTo>
                  <a:pt x="2120" y="42"/>
                </a:lnTo>
                <a:lnTo>
                  <a:pt x="2120" y="43"/>
                </a:lnTo>
                <a:lnTo>
                  <a:pt x="2121" y="7"/>
                </a:lnTo>
                <a:lnTo>
                  <a:pt x="2121" y="671"/>
                </a:lnTo>
                <a:lnTo>
                  <a:pt x="2122" y="119"/>
                </a:lnTo>
                <a:lnTo>
                  <a:pt x="2122" y="119"/>
                </a:lnTo>
                <a:lnTo>
                  <a:pt x="2123" y="672"/>
                </a:lnTo>
                <a:lnTo>
                  <a:pt x="2124" y="7"/>
                </a:lnTo>
                <a:lnTo>
                  <a:pt x="2124" y="649"/>
                </a:lnTo>
                <a:lnTo>
                  <a:pt x="2124" y="649"/>
                </a:lnTo>
                <a:lnTo>
                  <a:pt x="2125" y="7"/>
                </a:lnTo>
                <a:lnTo>
                  <a:pt x="2125" y="672"/>
                </a:lnTo>
                <a:lnTo>
                  <a:pt x="2126" y="323"/>
                </a:lnTo>
                <a:lnTo>
                  <a:pt x="2126" y="323"/>
                </a:lnTo>
                <a:lnTo>
                  <a:pt x="2126" y="8"/>
                </a:lnTo>
                <a:lnTo>
                  <a:pt x="2126" y="671"/>
                </a:lnTo>
                <a:lnTo>
                  <a:pt x="2128" y="244"/>
                </a:lnTo>
                <a:lnTo>
                  <a:pt x="2128" y="244"/>
                </a:lnTo>
                <a:lnTo>
                  <a:pt x="2128" y="671"/>
                </a:lnTo>
                <a:lnTo>
                  <a:pt x="2130" y="8"/>
                </a:lnTo>
                <a:lnTo>
                  <a:pt x="2130" y="24"/>
                </a:lnTo>
                <a:lnTo>
                  <a:pt x="2130" y="24"/>
                </a:lnTo>
                <a:lnTo>
                  <a:pt x="2130" y="7"/>
                </a:lnTo>
                <a:lnTo>
                  <a:pt x="2132" y="671"/>
                </a:lnTo>
                <a:lnTo>
                  <a:pt x="2132" y="382"/>
                </a:lnTo>
                <a:lnTo>
                  <a:pt x="2132" y="382"/>
                </a:lnTo>
                <a:lnTo>
                  <a:pt x="2133" y="8"/>
                </a:lnTo>
                <a:lnTo>
                  <a:pt x="2133" y="671"/>
                </a:lnTo>
                <a:lnTo>
                  <a:pt x="2134" y="327"/>
                </a:lnTo>
                <a:lnTo>
                  <a:pt x="2134" y="327"/>
                </a:lnTo>
                <a:lnTo>
                  <a:pt x="2135" y="672"/>
                </a:lnTo>
                <a:lnTo>
                  <a:pt x="2136" y="5"/>
                </a:lnTo>
                <a:lnTo>
                  <a:pt x="2136" y="649"/>
                </a:lnTo>
                <a:lnTo>
                  <a:pt x="2136" y="649"/>
                </a:lnTo>
                <a:lnTo>
                  <a:pt x="2136" y="8"/>
                </a:lnTo>
                <a:lnTo>
                  <a:pt x="2136" y="671"/>
                </a:lnTo>
                <a:lnTo>
                  <a:pt x="2138" y="117"/>
                </a:lnTo>
                <a:lnTo>
                  <a:pt x="2138" y="117"/>
                </a:lnTo>
                <a:lnTo>
                  <a:pt x="2138" y="6"/>
                </a:lnTo>
                <a:lnTo>
                  <a:pt x="2138" y="671"/>
                </a:lnTo>
                <a:lnTo>
                  <a:pt x="2140" y="208"/>
                </a:lnTo>
                <a:lnTo>
                  <a:pt x="2140" y="208"/>
                </a:lnTo>
                <a:lnTo>
                  <a:pt x="2141" y="672"/>
                </a:lnTo>
                <a:lnTo>
                  <a:pt x="2141" y="7"/>
                </a:lnTo>
                <a:lnTo>
                  <a:pt x="2142" y="586"/>
                </a:lnTo>
                <a:lnTo>
                  <a:pt x="2142" y="586"/>
                </a:lnTo>
                <a:lnTo>
                  <a:pt x="2142" y="672"/>
                </a:lnTo>
                <a:lnTo>
                  <a:pt x="2143" y="8"/>
                </a:lnTo>
                <a:lnTo>
                  <a:pt x="2144" y="334"/>
                </a:lnTo>
                <a:lnTo>
                  <a:pt x="2144" y="334"/>
                </a:lnTo>
                <a:lnTo>
                  <a:pt x="2144" y="671"/>
                </a:lnTo>
                <a:lnTo>
                  <a:pt x="2145" y="8"/>
                </a:lnTo>
                <a:lnTo>
                  <a:pt x="2146" y="211"/>
                </a:lnTo>
                <a:lnTo>
                  <a:pt x="2146" y="211"/>
                </a:lnTo>
                <a:lnTo>
                  <a:pt x="2146" y="671"/>
                </a:lnTo>
                <a:lnTo>
                  <a:pt x="2146" y="8"/>
                </a:lnTo>
                <a:lnTo>
                  <a:pt x="2148" y="64"/>
                </a:lnTo>
                <a:lnTo>
                  <a:pt x="2148" y="64"/>
                </a:lnTo>
                <a:lnTo>
                  <a:pt x="2149" y="8"/>
                </a:lnTo>
                <a:lnTo>
                  <a:pt x="2149" y="671"/>
                </a:lnTo>
                <a:lnTo>
                  <a:pt x="2150" y="516"/>
                </a:lnTo>
                <a:lnTo>
                  <a:pt x="2150" y="516"/>
                </a:lnTo>
                <a:lnTo>
                  <a:pt x="2150" y="671"/>
                </a:lnTo>
                <a:lnTo>
                  <a:pt x="2150" y="7"/>
                </a:lnTo>
                <a:lnTo>
                  <a:pt x="2152" y="264"/>
                </a:lnTo>
                <a:lnTo>
                  <a:pt x="2152" y="264"/>
                </a:lnTo>
                <a:lnTo>
                  <a:pt x="2153" y="8"/>
                </a:lnTo>
                <a:lnTo>
                  <a:pt x="2154" y="671"/>
                </a:lnTo>
                <a:lnTo>
                  <a:pt x="2154" y="89"/>
                </a:lnTo>
                <a:lnTo>
                  <a:pt x="2154" y="89"/>
                </a:lnTo>
                <a:lnTo>
                  <a:pt x="2155" y="7"/>
                </a:lnTo>
                <a:lnTo>
                  <a:pt x="2155" y="671"/>
                </a:lnTo>
                <a:lnTo>
                  <a:pt x="2156" y="338"/>
                </a:lnTo>
                <a:lnTo>
                  <a:pt x="2156" y="338"/>
                </a:lnTo>
                <a:lnTo>
                  <a:pt x="2156" y="8"/>
                </a:lnTo>
                <a:lnTo>
                  <a:pt x="2157" y="671"/>
                </a:lnTo>
                <a:lnTo>
                  <a:pt x="2158" y="600"/>
                </a:lnTo>
                <a:lnTo>
                  <a:pt x="2158" y="601"/>
                </a:lnTo>
                <a:lnTo>
                  <a:pt x="2158" y="8"/>
                </a:lnTo>
                <a:lnTo>
                  <a:pt x="2160" y="671"/>
                </a:lnTo>
                <a:lnTo>
                  <a:pt x="2160" y="246"/>
                </a:lnTo>
                <a:lnTo>
                  <a:pt x="2160" y="246"/>
                </a:lnTo>
                <a:lnTo>
                  <a:pt x="2161" y="7"/>
                </a:lnTo>
                <a:lnTo>
                  <a:pt x="2161" y="671"/>
                </a:lnTo>
                <a:lnTo>
                  <a:pt x="2162" y="298"/>
                </a:lnTo>
                <a:lnTo>
                  <a:pt x="2162" y="298"/>
                </a:lnTo>
                <a:lnTo>
                  <a:pt x="2163" y="671"/>
                </a:lnTo>
                <a:lnTo>
                  <a:pt x="2164" y="8"/>
                </a:lnTo>
                <a:lnTo>
                  <a:pt x="2164" y="489"/>
                </a:lnTo>
                <a:lnTo>
                  <a:pt x="2164" y="489"/>
                </a:lnTo>
                <a:lnTo>
                  <a:pt x="2165" y="672"/>
                </a:lnTo>
                <a:lnTo>
                  <a:pt x="2165" y="8"/>
                </a:lnTo>
                <a:lnTo>
                  <a:pt x="2166" y="35"/>
                </a:lnTo>
                <a:lnTo>
                  <a:pt x="2166" y="35"/>
                </a:lnTo>
                <a:lnTo>
                  <a:pt x="2167" y="7"/>
                </a:lnTo>
                <a:lnTo>
                  <a:pt x="2167" y="672"/>
                </a:lnTo>
                <a:lnTo>
                  <a:pt x="2168" y="55"/>
                </a:lnTo>
                <a:lnTo>
                  <a:pt x="2168" y="54"/>
                </a:lnTo>
                <a:lnTo>
                  <a:pt x="2169" y="8"/>
                </a:lnTo>
                <a:lnTo>
                  <a:pt x="2169" y="671"/>
                </a:lnTo>
                <a:lnTo>
                  <a:pt x="2170" y="592"/>
                </a:lnTo>
                <a:lnTo>
                  <a:pt x="2170" y="592"/>
                </a:lnTo>
                <a:lnTo>
                  <a:pt x="2171" y="672"/>
                </a:lnTo>
                <a:lnTo>
                  <a:pt x="2171" y="8"/>
                </a:lnTo>
                <a:lnTo>
                  <a:pt x="2172" y="348"/>
                </a:lnTo>
                <a:lnTo>
                  <a:pt x="2172" y="348"/>
                </a:lnTo>
                <a:lnTo>
                  <a:pt x="2172" y="7"/>
                </a:lnTo>
                <a:lnTo>
                  <a:pt x="2173" y="671"/>
                </a:lnTo>
                <a:lnTo>
                  <a:pt x="2174" y="392"/>
                </a:lnTo>
                <a:lnTo>
                  <a:pt x="2174" y="393"/>
                </a:lnTo>
                <a:lnTo>
                  <a:pt x="2174" y="7"/>
                </a:lnTo>
                <a:lnTo>
                  <a:pt x="2174" y="672"/>
                </a:lnTo>
                <a:lnTo>
                  <a:pt x="2176" y="349"/>
                </a:lnTo>
                <a:lnTo>
                  <a:pt x="2176" y="349"/>
                </a:lnTo>
                <a:lnTo>
                  <a:pt x="2178" y="8"/>
                </a:lnTo>
                <a:lnTo>
                  <a:pt x="2178" y="672"/>
                </a:lnTo>
                <a:lnTo>
                  <a:pt x="2178" y="547"/>
                </a:lnTo>
                <a:lnTo>
                  <a:pt x="2178" y="547"/>
                </a:lnTo>
                <a:lnTo>
                  <a:pt x="2178" y="671"/>
                </a:lnTo>
                <a:lnTo>
                  <a:pt x="2179" y="8"/>
                </a:lnTo>
                <a:lnTo>
                  <a:pt x="2180" y="371"/>
                </a:lnTo>
                <a:lnTo>
                  <a:pt x="2180" y="370"/>
                </a:lnTo>
                <a:lnTo>
                  <a:pt x="2180" y="8"/>
                </a:lnTo>
                <a:lnTo>
                  <a:pt x="2181" y="672"/>
                </a:lnTo>
                <a:lnTo>
                  <a:pt x="2182" y="264"/>
                </a:lnTo>
                <a:lnTo>
                  <a:pt x="2182" y="263"/>
                </a:lnTo>
                <a:lnTo>
                  <a:pt x="2182" y="8"/>
                </a:lnTo>
                <a:lnTo>
                  <a:pt x="2183" y="672"/>
                </a:lnTo>
                <a:lnTo>
                  <a:pt x="2184" y="347"/>
                </a:lnTo>
                <a:lnTo>
                  <a:pt x="2184" y="347"/>
                </a:lnTo>
                <a:lnTo>
                  <a:pt x="2184" y="8"/>
                </a:lnTo>
                <a:lnTo>
                  <a:pt x="2184" y="671"/>
                </a:lnTo>
                <a:lnTo>
                  <a:pt x="2186" y="365"/>
                </a:lnTo>
                <a:lnTo>
                  <a:pt x="2186" y="364"/>
                </a:lnTo>
                <a:lnTo>
                  <a:pt x="2186" y="671"/>
                </a:lnTo>
                <a:lnTo>
                  <a:pt x="2187" y="7"/>
                </a:lnTo>
                <a:lnTo>
                  <a:pt x="2188" y="461"/>
                </a:lnTo>
                <a:lnTo>
                  <a:pt x="2188" y="461"/>
                </a:lnTo>
                <a:lnTo>
                  <a:pt x="2188" y="671"/>
                </a:lnTo>
                <a:lnTo>
                  <a:pt x="2189" y="8"/>
                </a:lnTo>
                <a:lnTo>
                  <a:pt x="2190" y="80"/>
                </a:lnTo>
                <a:lnTo>
                  <a:pt x="2190" y="80"/>
                </a:lnTo>
                <a:lnTo>
                  <a:pt x="2190" y="671"/>
                </a:lnTo>
                <a:lnTo>
                  <a:pt x="2192" y="7"/>
                </a:lnTo>
                <a:lnTo>
                  <a:pt x="2192" y="599"/>
                </a:lnTo>
                <a:lnTo>
                  <a:pt x="2192" y="599"/>
                </a:lnTo>
                <a:lnTo>
                  <a:pt x="2193" y="7"/>
                </a:lnTo>
                <a:lnTo>
                  <a:pt x="2194" y="672"/>
                </a:lnTo>
                <a:lnTo>
                  <a:pt x="2194" y="44"/>
                </a:lnTo>
                <a:lnTo>
                  <a:pt x="2194" y="44"/>
                </a:lnTo>
                <a:lnTo>
                  <a:pt x="2195" y="671"/>
                </a:lnTo>
                <a:lnTo>
                  <a:pt x="2195" y="7"/>
                </a:lnTo>
                <a:lnTo>
                  <a:pt x="2196" y="430"/>
                </a:lnTo>
                <a:lnTo>
                  <a:pt x="2196" y="430"/>
                </a:lnTo>
                <a:lnTo>
                  <a:pt x="2196" y="8"/>
                </a:lnTo>
                <a:lnTo>
                  <a:pt x="2198" y="671"/>
                </a:lnTo>
                <a:lnTo>
                  <a:pt x="2198" y="449"/>
                </a:lnTo>
                <a:lnTo>
                  <a:pt x="2198" y="449"/>
                </a:lnTo>
                <a:lnTo>
                  <a:pt x="2198" y="672"/>
                </a:lnTo>
                <a:lnTo>
                  <a:pt x="2198" y="8"/>
                </a:lnTo>
                <a:lnTo>
                  <a:pt x="2200" y="531"/>
                </a:lnTo>
                <a:lnTo>
                  <a:pt x="2200" y="531"/>
                </a:lnTo>
                <a:lnTo>
                  <a:pt x="2201" y="8"/>
                </a:lnTo>
                <a:lnTo>
                  <a:pt x="2202" y="671"/>
                </a:lnTo>
                <a:lnTo>
                  <a:pt x="2202" y="628"/>
                </a:lnTo>
                <a:lnTo>
                  <a:pt x="2202" y="629"/>
                </a:lnTo>
                <a:lnTo>
                  <a:pt x="2203" y="8"/>
                </a:lnTo>
                <a:lnTo>
                  <a:pt x="2203" y="671"/>
                </a:lnTo>
                <a:lnTo>
                  <a:pt x="2204" y="47"/>
                </a:lnTo>
                <a:lnTo>
                  <a:pt x="2204" y="47"/>
                </a:lnTo>
                <a:lnTo>
                  <a:pt x="2205" y="672"/>
                </a:lnTo>
                <a:lnTo>
                  <a:pt x="2206" y="8"/>
                </a:lnTo>
                <a:lnTo>
                  <a:pt x="2206" y="195"/>
                </a:lnTo>
                <a:lnTo>
                  <a:pt x="2206" y="195"/>
                </a:lnTo>
                <a:lnTo>
                  <a:pt x="2207" y="7"/>
                </a:lnTo>
                <a:lnTo>
                  <a:pt x="2207" y="671"/>
                </a:lnTo>
                <a:lnTo>
                  <a:pt x="2208" y="476"/>
                </a:lnTo>
                <a:lnTo>
                  <a:pt x="2208" y="476"/>
                </a:lnTo>
                <a:lnTo>
                  <a:pt x="2208" y="672"/>
                </a:lnTo>
                <a:lnTo>
                  <a:pt x="2210" y="8"/>
                </a:lnTo>
                <a:lnTo>
                  <a:pt x="2210" y="594"/>
                </a:lnTo>
                <a:lnTo>
                  <a:pt x="2210" y="594"/>
                </a:lnTo>
                <a:lnTo>
                  <a:pt x="2211" y="8"/>
                </a:lnTo>
                <a:lnTo>
                  <a:pt x="2211" y="671"/>
                </a:lnTo>
                <a:lnTo>
                  <a:pt x="2212" y="310"/>
                </a:lnTo>
                <a:lnTo>
                  <a:pt x="2212" y="310"/>
                </a:lnTo>
                <a:lnTo>
                  <a:pt x="2212" y="8"/>
                </a:lnTo>
                <a:lnTo>
                  <a:pt x="2214" y="673"/>
                </a:lnTo>
                <a:lnTo>
                  <a:pt x="2214" y="77"/>
                </a:lnTo>
                <a:lnTo>
                  <a:pt x="2214" y="77"/>
                </a:lnTo>
                <a:lnTo>
                  <a:pt x="2215" y="672"/>
                </a:lnTo>
                <a:lnTo>
                  <a:pt x="2216" y="7"/>
                </a:lnTo>
                <a:lnTo>
                  <a:pt x="2216" y="649"/>
                </a:lnTo>
                <a:lnTo>
                  <a:pt x="2216" y="649"/>
                </a:lnTo>
                <a:lnTo>
                  <a:pt x="2216" y="671"/>
                </a:lnTo>
                <a:lnTo>
                  <a:pt x="2217" y="8"/>
                </a:lnTo>
                <a:lnTo>
                  <a:pt x="2218" y="435"/>
                </a:lnTo>
                <a:lnTo>
                  <a:pt x="2218" y="434"/>
                </a:lnTo>
                <a:lnTo>
                  <a:pt x="2219" y="671"/>
                </a:lnTo>
                <a:lnTo>
                  <a:pt x="2220" y="7"/>
                </a:lnTo>
                <a:lnTo>
                  <a:pt x="2220" y="238"/>
                </a:lnTo>
                <a:lnTo>
                  <a:pt x="2220" y="238"/>
                </a:lnTo>
                <a:lnTo>
                  <a:pt x="2220" y="672"/>
                </a:lnTo>
                <a:lnTo>
                  <a:pt x="2221" y="7"/>
                </a:lnTo>
                <a:lnTo>
                  <a:pt x="2222" y="345"/>
                </a:lnTo>
                <a:lnTo>
                  <a:pt x="2222" y="344"/>
                </a:lnTo>
                <a:lnTo>
                  <a:pt x="2223" y="672"/>
                </a:lnTo>
                <a:lnTo>
                  <a:pt x="2223" y="8"/>
                </a:lnTo>
                <a:lnTo>
                  <a:pt x="2224" y="405"/>
                </a:lnTo>
                <a:lnTo>
                  <a:pt x="2224" y="405"/>
                </a:lnTo>
                <a:lnTo>
                  <a:pt x="2226" y="8"/>
                </a:lnTo>
                <a:lnTo>
                  <a:pt x="2226" y="672"/>
                </a:lnTo>
                <a:lnTo>
                  <a:pt x="2226" y="214"/>
                </a:lnTo>
                <a:lnTo>
                  <a:pt x="2226" y="214"/>
                </a:lnTo>
                <a:lnTo>
                  <a:pt x="2227" y="8"/>
                </a:lnTo>
                <a:lnTo>
                  <a:pt x="2228" y="671"/>
                </a:lnTo>
                <a:lnTo>
                  <a:pt x="2228" y="120"/>
                </a:lnTo>
                <a:lnTo>
                  <a:pt x="2228" y="120"/>
                </a:lnTo>
                <a:lnTo>
                  <a:pt x="2229" y="7"/>
                </a:lnTo>
                <a:lnTo>
                  <a:pt x="2229" y="672"/>
                </a:lnTo>
                <a:lnTo>
                  <a:pt x="2230" y="476"/>
                </a:lnTo>
                <a:lnTo>
                  <a:pt x="2230" y="477"/>
                </a:lnTo>
                <a:lnTo>
                  <a:pt x="2231" y="8"/>
                </a:lnTo>
                <a:lnTo>
                  <a:pt x="2231" y="671"/>
                </a:lnTo>
                <a:lnTo>
                  <a:pt x="2232" y="473"/>
                </a:lnTo>
                <a:lnTo>
                  <a:pt x="2232" y="473"/>
                </a:lnTo>
                <a:lnTo>
                  <a:pt x="2232" y="671"/>
                </a:lnTo>
                <a:lnTo>
                  <a:pt x="2232" y="8"/>
                </a:lnTo>
                <a:lnTo>
                  <a:pt x="2234" y="55"/>
                </a:lnTo>
                <a:lnTo>
                  <a:pt x="2234" y="55"/>
                </a:lnTo>
                <a:lnTo>
                  <a:pt x="2235" y="8"/>
                </a:lnTo>
                <a:lnTo>
                  <a:pt x="2235" y="672"/>
                </a:lnTo>
                <a:lnTo>
                  <a:pt x="2236" y="592"/>
                </a:lnTo>
                <a:lnTo>
                  <a:pt x="2236" y="592"/>
                </a:lnTo>
                <a:lnTo>
                  <a:pt x="2238" y="8"/>
                </a:lnTo>
                <a:lnTo>
                  <a:pt x="2238" y="672"/>
                </a:lnTo>
                <a:lnTo>
                  <a:pt x="2238" y="524"/>
                </a:lnTo>
                <a:lnTo>
                  <a:pt x="2238" y="524"/>
                </a:lnTo>
                <a:lnTo>
                  <a:pt x="2238" y="671"/>
                </a:lnTo>
                <a:lnTo>
                  <a:pt x="2240" y="8"/>
                </a:lnTo>
                <a:lnTo>
                  <a:pt x="2240" y="303"/>
                </a:lnTo>
                <a:lnTo>
                  <a:pt x="2240" y="303"/>
                </a:lnTo>
                <a:lnTo>
                  <a:pt x="2241" y="671"/>
                </a:lnTo>
                <a:lnTo>
                  <a:pt x="2241" y="8"/>
                </a:lnTo>
                <a:lnTo>
                  <a:pt x="2242" y="437"/>
                </a:lnTo>
                <a:lnTo>
                  <a:pt x="2242" y="437"/>
                </a:lnTo>
                <a:lnTo>
                  <a:pt x="2242" y="8"/>
                </a:lnTo>
                <a:lnTo>
                  <a:pt x="2243" y="671"/>
                </a:lnTo>
                <a:lnTo>
                  <a:pt x="2244" y="325"/>
                </a:lnTo>
                <a:lnTo>
                  <a:pt x="2244" y="325"/>
                </a:lnTo>
                <a:lnTo>
                  <a:pt x="2246" y="671"/>
                </a:lnTo>
                <a:lnTo>
                  <a:pt x="2246" y="8"/>
                </a:lnTo>
                <a:lnTo>
                  <a:pt x="2246" y="227"/>
                </a:lnTo>
                <a:lnTo>
                  <a:pt x="2246" y="227"/>
                </a:lnTo>
                <a:lnTo>
                  <a:pt x="2246" y="8"/>
                </a:lnTo>
                <a:lnTo>
                  <a:pt x="2246" y="671"/>
                </a:lnTo>
                <a:lnTo>
                  <a:pt x="2248" y="406"/>
                </a:lnTo>
                <a:lnTo>
                  <a:pt x="2248" y="406"/>
                </a:lnTo>
                <a:lnTo>
                  <a:pt x="2249" y="8"/>
                </a:lnTo>
                <a:lnTo>
                  <a:pt x="2250" y="671"/>
                </a:lnTo>
                <a:lnTo>
                  <a:pt x="2250" y="76"/>
                </a:lnTo>
                <a:lnTo>
                  <a:pt x="2250" y="76"/>
                </a:lnTo>
                <a:lnTo>
                  <a:pt x="2251" y="671"/>
                </a:lnTo>
                <a:lnTo>
                  <a:pt x="2252" y="8"/>
                </a:lnTo>
                <a:lnTo>
                  <a:pt x="2252" y="636"/>
                </a:lnTo>
                <a:lnTo>
                  <a:pt x="2252" y="635"/>
                </a:lnTo>
                <a:lnTo>
                  <a:pt x="2253" y="8"/>
                </a:lnTo>
                <a:lnTo>
                  <a:pt x="2254" y="672"/>
                </a:lnTo>
                <a:lnTo>
                  <a:pt x="2254" y="635"/>
                </a:lnTo>
                <a:lnTo>
                  <a:pt x="2254" y="635"/>
                </a:lnTo>
                <a:lnTo>
                  <a:pt x="2256" y="671"/>
                </a:lnTo>
                <a:lnTo>
                  <a:pt x="2256" y="8"/>
                </a:lnTo>
                <a:lnTo>
                  <a:pt x="2256" y="423"/>
                </a:lnTo>
                <a:lnTo>
                  <a:pt x="2256" y="423"/>
                </a:lnTo>
                <a:lnTo>
                  <a:pt x="2256" y="7"/>
                </a:lnTo>
                <a:lnTo>
                  <a:pt x="2256" y="671"/>
                </a:lnTo>
                <a:lnTo>
                  <a:pt x="2258" y="361"/>
                </a:lnTo>
                <a:lnTo>
                  <a:pt x="2258" y="361"/>
                </a:lnTo>
                <a:lnTo>
                  <a:pt x="2260" y="7"/>
                </a:lnTo>
                <a:lnTo>
                  <a:pt x="2260" y="671"/>
                </a:lnTo>
                <a:lnTo>
                  <a:pt x="2260" y="604"/>
                </a:lnTo>
                <a:lnTo>
                  <a:pt x="2260" y="604"/>
                </a:lnTo>
                <a:lnTo>
                  <a:pt x="2260" y="671"/>
                </a:lnTo>
                <a:lnTo>
                  <a:pt x="2260" y="8"/>
                </a:lnTo>
                <a:lnTo>
                  <a:pt x="2262" y="523"/>
                </a:lnTo>
                <a:lnTo>
                  <a:pt x="2262" y="523"/>
                </a:lnTo>
                <a:lnTo>
                  <a:pt x="2262" y="671"/>
                </a:lnTo>
                <a:lnTo>
                  <a:pt x="2263" y="8"/>
                </a:lnTo>
                <a:lnTo>
                  <a:pt x="2264" y="256"/>
                </a:lnTo>
                <a:lnTo>
                  <a:pt x="2264" y="256"/>
                </a:lnTo>
                <a:lnTo>
                  <a:pt x="2264" y="8"/>
                </a:lnTo>
                <a:lnTo>
                  <a:pt x="2265" y="671"/>
                </a:lnTo>
                <a:lnTo>
                  <a:pt x="2266" y="319"/>
                </a:lnTo>
                <a:lnTo>
                  <a:pt x="2266" y="319"/>
                </a:lnTo>
                <a:lnTo>
                  <a:pt x="2267" y="671"/>
                </a:lnTo>
                <a:lnTo>
                  <a:pt x="2267" y="8"/>
                </a:lnTo>
                <a:lnTo>
                  <a:pt x="2268" y="508"/>
                </a:lnTo>
                <a:lnTo>
                  <a:pt x="2268" y="508"/>
                </a:lnTo>
                <a:lnTo>
                  <a:pt x="2269" y="8"/>
                </a:lnTo>
                <a:lnTo>
                  <a:pt x="2270" y="671"/>
                </a:lnTo>
                <a:lnTo>
                  <a:pt x="2270" y="261"/>
                </a:lnTo>
                <a:lnTo>
                  <a:pt x="2270" y="261"/>
                </a:lnTo>
                <a:lnTo>
                  <a:pt x="2270" y="671"/>
                </a:lnTo>
                <a:lnTo>
                  <a:pt x="2271" y="8"/>
                </a:lnTo>
                <a:lnTo>
                  <a:pt x="2272" y="379"/>
                </a:lnTo>
                <a:lnTo>
                  <a:pt x="2272" y="379"/>
                </a:lnTo>
                <a:lnTo>
                  <a:pt x="2273" y="671"/>
                </a:lnTo>
                <a:lnTo>
                  <a:pt x="2273" y="8"/>
                </a:lnTo>
                <a:lnTo>
                  <a:pt x="2274" y="56"/>
                </a:lnTo>
                <a:lnTo>
                  <a:pt x="2274" y="57"/>
                </a:lnTo>
                <a:lnTo>
                  <a:pt x="2276" y="8"/>
                </a:lnTo>
                <a:lnTo>
                  <a:pt x="2276" y="671"/>
                </a:lnTo>
                <a:lnTo>
                  <a:pt x="2276" y="589"/>
                </a:lnTo>
                <a:lnTo>
                  <a:pt x="2276" y="589"/>
                </a:lnTo>
                <a:lnTo>
                  <a:pt x="2276" y="671"/>
                </a:lnTo>
                <a:lnTo>
                  <a:pt x="2278" y="8"/>
                </a:lnTo>
                <a:lnTo>
                  <a:pt x="2278" y="210"/>
                </a:lnTo>
                <a:lnTo>
                  <a:pt x="2278" y="210"/>
                </a:lnTo>
                <a:lnTo>
                  <a:pt x="2278" y="7"/>
                </a:lnTo>
                <a:lnTo>
                  <a:pt x="2280" y="671"/>
                </a:lnTo>
                <a:lnTo>
                  <a:pt x="2280" y="247"/>
                </a:lnTo>
                <a:lnTo>
                  <a:pt x="2280" y="247"/>
                </a:lnTo>
                <a:lnTo>
                  <a:pt x="2281" y="8"/>
                </a:lnTo>
                <a:lnTo>
                  <a:pt x="2281" y="671"/>
                </a:lnTo>
                <a:lnTo>
                  <a:pt x="2282" y="476"/>
                </a:lnTo>
                <a:lnTo>
                  <a:pt x="2282" y="476"/>
                </a:lnTo>
                <a:lnTo>
                  <a:pt x="2282" y="8"/>
                </a:lnTo>
                <a:lnTo>
                  <a:pt x="2283" y="672"/>
                </a:lnTo>
                <a:lnTo>
                  <a:pt x="2284" y="657"/>
                </a:lnTo>
                <a:lnTo>
                  <a:pt x="2284" y="657"/>
                </a:lnTo>
                <a:lnTo>
                  <a:pt x="2285" y="8"/>
                </a:lnTo>
                <a:lnTo>
                  <a:pt x="2286" y="671"/>
                </a:lnTo>
                <a:lnTo>
                  <a:pt x="2286" y="69"/>
                </a:lnTo>
                <a:lnTo>
                  <a:pt x="2286" y="69"/>
                </a:lnTo>
                <a:lnTo>
                  <a:pt x="2287" y="671"/>
                </a:lnTo>
                <a:lnTo>
                  <a:pt x="2287" y="8"/>
                </a:lnTo>
                <a:lnTo>
                  <a:pt x="2288" y="218"/>
                </a:lnTo>
                <a:lnTo>
                  <a:pt x="2288" y="218"/>
                </a:lnTo>
                <a:lnTo>
                  <a:pt x="2288" y="671"/>
                </a:lnTo>
                <a:lnTo>
                  <a:pt x="2288" y="8"/>
                </a:lnTo>
                <a:lnTo>
                  <a:pt x="2290" y="313"/>
                </a:lnTo>
                <a:lnTo>
                  <a:pt x="2290" y="313"/>
                </a:lnTo>
                <a:lnTo>
                  <a:pt x="2291" y="671"/>
                </a:lnTo>
                <a:lnTo>
                  <a:pt x="2292" y="8"/>
                </a:lnTo>
                <a:lnTo>
                  <a:pt x="2292" y="24"/>
                </a:lnTo>
                <a:lnTo>
                  <a:pt x="2292" y="24"/>
                </a:lnTo>
                <a:lnTo>
                  <a:pt x="2292" y="8"/>
                </a:lnTo>
                <a:lnTo>
                  <a:pt x="2293" y="671"/>
                </a:lnTo>
                <a:lnTo>
                  <a:pt x="2294" y="118"/>
                </a:lnTo>
                <a:lnTo>
                  <a:pt x="2294" y="119"/>
                </a:lnTo>
                <a:lnTo>
                  <a:pt x="2294" y="671"/>
                </a:lnTo>
                <a:lnTo>
                  <a:pt x="2296" y="8"/>
                </a:lnTo>
                <a:lnTo>
                  <a:pt x="2296" y="256"/>
                </a:lnTo>
                <a:lnTo>
                  <a:pt x="2296" y="256"/>
                </a:lnTo>
                <a:lnTo>
                  <a:pt x="2297" y="8"/>
                </a:lnTo>
                <a:lnTo>
                  <a:pt x="2297" y="672"/>
                </a:lnTo>
                <a:lnTo>
                  <a:pt x="2298" y="566"/>
                </a:lnTo>
                <a:lnTo>
                  <a:pt x="2298" y="567"/>
                </a:lnTo>
                <a:lnTo>
                  <a:pt x="2298" y="672"/>
                </a:lnTo>
                <a:lnTo>
                  <a:pt x="2299" y="8"/>
                </a:lnTo>
                <a:lnTo>
                  <a:pt x="2300" y="400"/>
                </a:lnTo>
                <a:lnTo>
                  <a:pt x="2300" y="401"/>
                </a:lnTo>
                <a:lnTo>
                  <a:pt x="2300" y="143"/>
                </a:lnTo>
                <a:lnTo>
                  <a:pt x="2302" y="618"/>
                </a:lnTo>
                <a:lnTo>
                  <a:pt x="2302" y="385"/>
                </a:lnTo>
                <a:lnTo>
                  <a:pt x="2302" y="385"/>
                </a:lnTo>
                <a:lnTo>
                  <a:pt x="2303" y="671"/>
                </a:lnTo>
                <a:lnTo>
                  <a:pt x="2303" y="8"/>
                </a:lnTo>
                <a:lnTo>
                  <a:pt x="2304" y="586"/>
                </a:lnTo>
                <a:lnTo>
                  <a:pt x="2304" y="586"/>
                </a:lnTo>
                <a:lnTo>
                  <a:pt x="2305" y="8"/>
                </a:lnTo>
                <a:lnTo>
                  <a:pt x="2306" y="671"/>
                </a:lnTo>
                <a:lnTo>
                  <a:pt x="2306" y="623"/>
                </a:lnTo>
                <a:lnTo>
                  <a:pt x="2306" y="623"/>
                </a:lnTo>
                <a:lnTo>
                  <a:pt x="2307" y="8"/>
                </a:lnTo>
                <a:lnTo>
                  <a:pt x="2307" y="671"/>
                </a:lnTo>
                <a:lnTo>
                  <a:pt x="2308" y="42"/>
                </a:lnTo>
                <a:lnTo>
                  <a:pt x="2308" y="42"/>
                </a:lnTo>
                <a:lnTo>
                  <a:pt x="2309" y="672"/>
                </a:lnTo>
                <a:lnTo>
                  <a:pt x="2309" y="7"/>
                </a:lnTo>
                <a:lnTo>
                  <a:pt x="2310" y="452"/>
                </a:lnTo>
                <a:lnTo>
                  <a:pt x="2310" y="452"/>
                </a:lnTo>
                <a:lnTo>
                  <a:pt x="2312" y="672"/>
                </a:lnTo>
                <a:lnTo>
                  <a:pt x="2312" y="8"/>
                </a:lnTo>
                <a:lnTo>
                  <a:pt x="2312" y="137"/>
                </a:lnTo>
                <a:lnTo>
                  <a:pt x="2312" y="137"/>
                </a:lnTo>
                <a:lnTo>
                  <a:pt x="2312" y="672"/>
                </a:lnTo>
                <a:lnTo>
                  <a:pt x="2313" y="8"/>
                </a:lnTo>
                <a:lnTo>
                  <a:pt x="2314" y="366"/>
                </a:lnTo>
                <a:lnTo>
                  <a:pt x="2314" y="366"/>
                </a:lnTo>
                <a:lnTo>
                  <a:pt x="2315" y="8"/>
                </a:lnTo>
                <a:lnTo>
                  <a:pt x="2316" y="671"/>
                </a:lnTo>
                <a:lnTo>
                  <a:pt x="2316" y="418"/>
                </a:lnTo>
                <a:lnTo>
                  <a:pt x="2316" y="417"/>
                </a:lnTo>
                <a:lnTo>
                  <a:pt x="2317" y="671"/>
                </a:lnTo>
                <a:lnTo>
                  <a:pt x="2318" y="8"/>
                </a:lnTo>
                <a:lnTo>
                  <a:pt x="2318" y="261"/>
                </a:lnTo>
                <a:lnTo>
                  <a:pt x="2318" y="260"/>
                </a:lnTo>
                <a:lnTo>
                  <a:pt x="2318" y="671"/>
                </a:lnTo>
                <a:lnTo>
                  <a:pt x="2318" y="8"/>
                </a:lnTo>
                <a:lnTo>
                  <a:pt x="2319" y="58"/>
                </a:lnTo>
              </a:path>
            </a:pathLst>
          </a:custGeom>
          <a:noFill/>
          <a:ln w="12700" cap="flat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39">
            <a:extLst>
              <a:ext uri="{FF2B5EF4-FFF2-40B4-BE49-F238E27FC236}">
                <a16:creationId xmlns:a16="http://schemas.microsoft.com/office/drawing/2014/main" id="{FE94D1C6-C6EA-6548-A3AE-95BECDE37119}"/>
              </a:ext>
            </a:extLst>
          </p:cNvPr>
          <p:cNvSpPr>
            <a:spLocks/>
          </p:cNvSpPr>
          <p:nvPr/>
        </p:nvSpPr>
        <p:spPr bwMode="auto">
          <a:xfrm>
            <a:off x="2441575" y="1527176"/>
            <a:ext cx="3175" cy="835025"/>
          </a:xfrm>
          <a:custGeom>
            <a:avLst/>
            <a:gdLst>
              <a:gd name="T0" fmla="*/ 0 w 2"/>
              <a:gd name="T1" fmla="*/ 526 h 526"/>
              <a:gd name="T2" fmla="*/ 0 w 2"/>
              <a:gd name="T3" fmla="*/ 0 h 526"/>
              <a:gd name="T4" fmla="*/ 1 w 2"/>
              <a:gd name="T5" fmla="*/ 413 h 526"/>
              <a:gd name="T6" fmla="*/ 1 w 2"/>
              <a:gd name="T7" fmla="*/ 413 h 526"/>
              <a:gd name="T8" fmla="*/ 1 w 2"/>
              <a:gd name="T9" fmla="*/ 472 h 526"/>
              <a:gd name="T10" fmla="*/ 2 w 2"/>
              <a:gd name="T11" fmla="*/ 72 h 526"/>
              <a:gd name="T12" fmla="*/ 2 w 2"/>
              <a:gd name="T13" fmla="*/ 124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" h="526">
                <a:moveTo>
                  <a:pt x="0" y="526"/>
                </a:moveTo>
                <a:lnTo>
                  <a:pt x="0" y="0"/>
                </a:lnTo>
                <a:lnTo>
                  <a:pt x="1" y="413"/>
                </a:lnTo>
                <a:lnTo>
                  <a:pt x="1" y="413"/>
                </a:lnTo>
                <a:lnTo>
                  <a:pt x="1" y="472"/>
                </a:lnTo>
                <a:lnTo>
                  <a:pt x="2" y="72"/>
                </a:lnTo>
                <a:lnTo>
                  <a:pt x="2" y="124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40">
            <a:extLst>
              <a:ext uri="{FF2B5EF4-FFF2-40B4-BE49-F238E27FC236}">
                <a16:creationId xmlns:a16="http://schemas.microsoft.com/office/drawing/2014/main" id="{18DE810D-A138-1CDD-ED77-1C4E61D81B5B}"/>
              </a:ext>
            </a:extLst>
          </p:cNvPr>
          <p:cNvSpPr>
            <a:spLocks/>
          </p:cNvSpPr>
          <p:nvPr/>
        </p:nvSpPr>
        <p:spPr bwMode="auto">
          <a:xfrm>
            <a:off x="4281488" y="1625601"/>
            <a:ext cx="3175" cy="836613"/>
          </a:xfrm>
          <a:custGeom>
            <a:avLst/>
            <a:gdLst>
              <a:gd name="T0" fmla="*/ 0 w 2"/>
              <a:gd name="T1" fmla="*/ 527 h 527"/>
              <a:gd name="T2" fmla="*/ 0 w 2"/>
              <a:gd name="T3" fmla="*/ 257 h 527"/>
              <a:gd name="T4" fmla="*/ 0 w 2"/>
              <a:gd name="T5" fmla="*/ 257 h 527"/>
              <a:gd name="T6" fmla="*/ 0 w 2"/>
              <a:gd name="T7" fmla="*/ 258 h 527"/>
              <a:gd name="T8" fmla="*/ 0 w 2"/>
              <a:gd name="T9" fmla="*/ 0 h 527"/>
              <a:gd name="T10" fmla="*/ 2 w 2"/>
              <a:gd name="T11" fmla="*/ 475 h 527"/>
              <a:gd name="T12" fmla="*/ 2 w 2"/>
              <a:gd name="T13" fmla="*/ 242 h 527"/>
              <a:gd name="T14" fmla="*/ 2 w 2"/>
              <a:gd name="T15" fmla="*/ 242 h 527"/>
              <a:gd name="T16" fmla="*/ 2 w 2"/>
              <a:gd name="T17" fmla="*/ 242 h 527"/>
              <a:gd name="T18" fmla="*/ 2 w 2"/>
              <a:gd name="T19" fmla="*/ 69 h 527"/>
              <a:gd name="T20" fmla="*/ 2 w 2"/>
              <a:gd name="T21" fmla="*/ 119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" h="527">
                <a:moveTo>
                  <a:pt x="0" y="527"/>
                </a:moveTo>
                <a:lnTo>
                  <a:pt x="0" y="257"/>
                </a:lnTo>
                <a:lnTo>
                  <a:pt x="0" y="257"/>
                </a:lnTo>
                <a:lnTo>
                  <a:pt x="0" y="258"/>
                </a:lnTo>
                <a:lnTo>
                  <a:pt x="0" y="0"/>
                </a:lnTo>
                <a:lnTo>
                  <a:pt x="2" y="475"/>
                </a:lnTo>
                <a:lnTo>
                  <a:pt x="2" y="242"/>
                </a:lnTo>
                <a:lnTo>
                  <a:pt x="2" y="242"/>
                </a:lnTo>
                <a:lnTo>
                  <a:pt x="2" y="242"/>
                </a:lnTo>
                <a:lnTo>
                  <a:pt x="2" y="69"/>
                </a:lnTo>
                <a:lnTo>
                  <a:pt x="2" y="119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42">
            <a:extLst>
              <a:ext uri="{FF2B5EF4-FFF2-40B4-BE49-F238E27FC236}">
                <a16:creationId xmlns:a16="http://schemas.microsoft.com/office/drawing/2014/main" id="{B645133B-7F9E-9137-2C5B-717E7EF47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31" y="5475812"/>
            <a:ext cx="9985742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Line 43">
            <a:extLst>
              <a:ext uri="{FF2B5EF4-FFF2-40B4-BE49-F238E27FC236}">
                <a16:creationId xmlns:a16="http://schemas.microsoft.com/office/drawing/2014/main" id="{8947A68A-0AC5-7384-A302-A346085041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831" y="5415241"/>
            <a:ext cx="0" cy="60572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Line 44">
            <a:extLst>
              <a:ext uri="{FF2B5EF4-FFF2-40B4-BE49-F238E27FC236}">
                <a16:creationId xmlns:a16="http://schemas.microsoft.com/office/drawing/2014/main" id="{A6AAEEDA-F831-569B-2CAE-F765C3B134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55631" y="5415241"/>
            <a:ext cx="0" cy="60572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Line 45">
            <a:extLst>
              <a:ext uri="{FF2B5EF4-FFF2-40B4-BE49-F238E27FC236}">
                <a16:creationId xmlns:a16="http://schemas.microsoft.com/office/drawing/2014/main" id="{99A3F528-C8CA-8174-CF6F-88CBD6FA12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3258" y="5415241"/>
            <a:ext cx="0" cy="60572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46">
            <a:extLst>
              <a:ext uri="{FF2B5EF4-FFF2-40B4-BE49-F238E27FC236}">
                <a16:creationId xmlns:a16="http://schemas.microsoft.com/office/drawing/2014/main" id="{A4E44087-BA7B-0B14-1445-19D22C0021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0887" y="5415241"/>
            <a:ext cx="0" cy="60572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Line 47">
            <a:extLst>
              <a:ext uri="{FF2B5EF4-FFF2-40B4-BE49-F238E27FC236}">
                <a16:creationId xmlns:a16="http://schemas.microsoft.com/office/drawing/2014/main" id="{66F3B0BF-DB4D-8CE4-C4D6-9F084C5992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8514" y="5415241"/>
            <a:ext cx="0" cy="60572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Line 48">
            <a:extLst>
              <a:ext uri="{FF2B5EF4-FFF2-40B4-BE49-F238E27FC236}">
                <a16:creationId xmlns:a16="http://schemas.microsoft.com/office/drawing/2014/main" id="{6F52CFCD-B503-7743-D230-5DD0F791D4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2315" y="5415241"/>
            <a:ext cx="0" cy="60572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49">
            <a:extLst>
              <a:ext uri="{FF2B5EF4-FFF2-40B4-BE49-F238E27FC236}">
                <a16:creationId xmlns:a16="http://schemas.microsoft.com/office/drawing/2014/main" id="{29242D8D-0A94-50C6-8D2E-2AE492322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89944" y="5415241"/>
            <a:ext cx="0" cy="60572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50">
            <a:extLst>
              <a:ext uri="{FF2B5EF4-FFF2-40B4-BE49-F238E27FC236}">
                <a16:creationId xmlns:a16="http://schemas.microsoft.com/office/drawing/2014/main" id="{795616D3-3CCB-E48C-2578-85866DD55B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817570" y="5415241"/>
            <a:ext cx="0" cy="60572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Rectangle 51">
            <a:extLst>
              <a:ext uri="{FF2B5EF4-FFF2-40B4-BE49-F238E27FC236}">
                <a16:creationId xmlns:a16="http://schemas.microsoft.com/office/drawing/2014/main" id="{93615AAF-6C4A-E8DB-73C5-9D2F5A450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37" y="5559681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52">
            <a:extLst>
              <a:ext uri="{FF2B5EF4-FFF2-40B4-BE49-F238E27FC236}">
                <a16:creationId xmlns:a16="http://schemas.microsoft.com/office/drawing/2014/main" id="{EF3DCB9E-2539-A18C-AA6D-D108DC300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6738" y="5559681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53">
            <a:extLst>
              <a:ext uri="{FF2B5EF4-FFF2-40B4-BE49-F238E27FC236}">
                <a16:creationId xmlns:a16="http://schemas.microsoft.com/office/drawing/2014/main" id="{E764A244-F977-822A-2124-6684D6DF1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365" y="5559681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54">
            <a:extLst>
              <a:ext uri="{FF2B5EF4-FFF2-40B4-BE49-F238E27FC236}">
                <a16:creationId xmlns:a16="http://schemas.microsoft.com/office/drawing/2014/main" id="{6EB4C1F4-6B58-52E2-9417-E49AD6BC7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94" y="5559681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55">
            <a:extLst>
              <a:ext uri="{FF2B5EF4-FFF2-40B4-BE49-F238E27FC236}">
                <a16:creationId xmlns:a16="http://schemas.microsoft.com/office/drawing/2014/main" id="{BE041868-169F-5D04-FE6C-A02411688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794" y="5559681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56">
            <a:extLst>
              <a:ext uri="{FF2B5EF4-FFF2-40B4-BE49-F238E27FC236}">
                <a16:creationId xmlns:a16="http://schemas.microsoft.com/office/drawing/2014/main" id="{46D35B77-40C6-09D0-ABD1-D5CA2A36B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3421" y="5559681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tangle 57">
            <a:extLst>
              <a:ext uri="{FF2B5EF4-FFF2-40B4-BE49-F238E27FC236}">
                <a16:creationId xmlns:a16="http://schemas.microsoft.com/office/drawing/2014/main" id="{7C2DC18F-39CD-3B70-D003-79E145C40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050" y="5559681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58">
            <a:extLst>
              <a:ext uri="{FF2B5EF4-FFF2-40B4-BE49-F238E27FC236}">
                <a16:creationId xmlns:a16="http://schemas.microsoft.com/office/drawing/2014/main" id="{BAD9A53F-9840-7F42-5B0F-46760CB7A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4851" y="5559681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7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Freeform 59">
            <a:extLst>
              <a:ext uri="{FF2B5EF4-FFF2-40B4-BE49-F238E27FC236}">
                <a16:creationId xmlns:a16="http://schemas.microsoft.com/office/drawing/2014/main" id="{940A0BA2-C5A4-A71F-B7B3-59DCDD627028}"/>
              </a:ext>
            </a:extLst>
          </p:cNvPr>
          <p:cNvSpPr>
            <a:spLocks/>
          </p:cNvSpPr>
          <p:nvPr/>
        </p:nvSpPr>
        <p:spPr bwMode="auto">
          <a:xfrm>
            <a:off x="10166909" y="5897483"/>
            <a:ext cx="133961" cy="81539"/>
          </a:xfrm>
          <a:custGeom>
            <a:avLst/>
            <a:gdLst>
              <a:gd name="T0" fmla="*/ 0 w 92"/>
              <a:gd name="T1" fmla="*/ 89 h 93"/>
              <a:gd name="T2" fmla="*/ 1 w 92"/>
              <a:gd name="T3" fmla="*/ 86 h 93"/>
              <a:gd name="T4" fmla="*/ 41 w 92"/>
              <a:gd name="T5" fmla="*/ 46 h 93"/>
              <a:gd name="T6" fmla="*/ 1 w 92"/>
              <a:gd name="T7" fmla="*/ 7 h 93"/>
              <a:gd name="T8" fmla="*/ 0 w 92"/>
              <a:gd name="T9" fmla="*/ 4 h 93"/>
              <a:gd name="T10" fmla="*/ 1 w 92"/>
              <a:gd name="T11" fmla="*/ 1 h 93"/>
              <a:gd name="T12" fmla="*/ 4 w 92"/>
              <a:gd name="T13" fmla="*/ 0 h 93"/>
              <a:gd name="T14" fmla="*/ 7 w 92"/>
              <a:gd name="T15" fmla="*/ 1 h 93"/>
              <a:gd name="T16" fmla="*/ 46 w 92"/>
              <a:gd name="T17" fmla="*/ 41 h 93"/>
              <a:gd name="T18" fmla="*/ 86 w 92"/>
              <a:gd name="T19" fmla="*/ 1 h 93"/>
              <a:gd name="T20" fmla="*/ 89 w 92"/>
              <a:gd name="T21" fmla="*/ 0 h 93"/>
              <a:gd name="T22" fmla="*/ 91 w 92"/>
              <a:gd name="T23" fmla="*/ 1 h 93"/>
              <a:gd name="T24" fmla="*/ 92 w 92"/>
              <a:gd name="T25" fmla="*/ 4 h 93"/>
              <a:gd name="T26" fmla="*/ 91 w 92"/>
              <a:gd name="T27" fmla="*/ 7 h 93"/>
              <a:gd name="T28" fmla="*/ 52 w 92"/>
              <a:gd name="T29" fmla="*/ 46 h 93"/>
              <a:gd name="T30" fmla="*/ 91 w 92"/>
              <a:gd name="T31" fmla="*/ 86 h 93"/>
              <a:gd name="T32" fmla="*/ 92 w 92"/>
              <a:gd name="T33" fmla="*/ 89 h 93"/>
              <a:gd name="T34" fmla="*/ 91 w 92"/>
              <a:gd name="T35" fmla="*/ 92 h 93"/>
              <a:gd name="T36" fmla="*/ 89 w 92"/>
              <a:gd name="T37" fmla="*/ 93 h 93"/>
              <a:gd name="T38" fmla="*/ 86 w 92"/>
              <a:gd name="T39" fmla="*/ 91 h 93"/>
              <a:gd name="T40" fmla="*/ 46 w 92"/>
              <a:gd name="T41" fmla="*/ 52 h 93"/>
              <a:gd name="T42" fmla="*/ 7 w 92"/>
              <a:gd name="T43" fmla="*/ 91 h 93"/>
              <a:gd name="T44" fmla="*/ 4 w 92"/>
              <a:gd name="T45" fmla="*/ 93 h 93"/>
              <a:gd name="T46" fmla="*/ 1 w 92"/>
              <a:gd name="T47" fmla="*/ 92 h 93"/>
              <a:gd name="T48" fmla="*/ 0 w 92"/>
              <a:gd name="T49" fmla="*/ 89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2" h="93">
                <a:moveTo>
                  <a:pt x="0" y="89"/>
                </a:moveTo>
                <a:cubicBezTo>
                  <a:pt x="0" y="88"/>
                  <a:pt x="0" y="87"/>
                  <a:pt x="1" y="86"/>
                </a:cubicBezTo>
                <a:lnTo>
                  <a:pt x="41" y="46"/>
                </a:lnTo>
                <a:lnTo>
                  <a:pt x="1" y="7"/>
                </a:lnTo>
                <a:cubicBezTo>
                  <a:pt x="0" y="6"/>
                  <a:pt x="0" y="5"/>
                  <a:pt x="0" y="4"/>
                </a:cubicBezTo>
                <a:cubicBezTo>
                  <a:pt x="0" y="3"/>
                  <a:pt x="0" y="2"/>
                  <a:pt x="1" y="1"/>
                </a:cubicBezTo>
                <a:cubicBezTo>
                  <a:pt x="2" y="1"/>
                  <a:pt x="3" y="0"/>
                  <a:pt x="4" y="0"/>
                </a:cubicBezTo>
                <a:cubicBezTo>
                  <a:pt x="4" y="0"/>
                  <a:pt x="5" y="1"/>
                  <a:pt x="7" y="1"/>
                </a:cubicBezTo>
                <a:lnTo>
                  <a:pt x="46" y="41"/>
                </a:lnTo>
                <a:lnTo>
                  <a:pt x="86" y="1"/>
                </a:lnTo>
                <a:cubicBezTo>
                  <a:pt x="87" y="1"/>
                  <a:pt x="88" y="0"/>
                  <a:pt x="89" y="0"/>
                </a:cubicBezTo>
                <a:cubicBezTo>
                  <a:pt x="90" y="0"/>
                  <a:pt x="91" y="1"/>
                  <a:pt x="91" y="1"/>
                </a:cubicBezTo>
                <a:cubicBezTo>
                  <a:pt x="92" y="2"/>
                  <a:pt x="92" y="3"/>
                  <a:pt x="92" y="4"/>
                </a:cubicBezTo>
                <a:cubicBezTo>
                  <a:pt x="92" y="5"/>
                  <a:pt x="92" y="6"/>
                  <a:pt x="91" y="7"/>
                </a:cubicBezTo>
                <a:lnTo>
                  <a:pt x="52" y="46"/>
                </a:lnTo>
                <a:lnTo>
                  <a:pt x="91" y="86"/>
                </a:lnTo>
                <a:cubicBezTo>
                  <a:pt x="92" y="87"/>
                  <a:pt x="92" y="88"/>
                  <a:pt x="92" y="89"/>
                </a:cubicBezTo>
                <a:cubicBezTo>
                  <a:pt x="92" y="90"/>
                  <a:pt x="92" y="91"/>
                  <a:pt x="91" y="92"/>
                </a:cubicBezTo>
                <a:cubicBezTo>
                  <a:pt x="91" y="92"/>
                  <a:pt x="90" y="93"/>
                  <a:pt x="89" y="93"/>
                </a:cubicBezTo>
                <a:cubicBezTo>
                  <a:pt x="88" y="93"/>
                  <a:pt x="87" y="92"/>
                  <a:pt x="86" y="91"/>
                </a:cubicBezTo>
                <a:lnTo>
                  <a:pt x="46" y="52"/>
                </a:lnTo>
                <a:lnTo>
                  <a:pt x="7" y="91"/>
                </a:lnTo>
                <a:cubicBezTo>
                  <a:pt x="6" y="92"/>
                  <a:pt x="5" y="93"/>
                  <a:pt x="4" y="93"/>
                </a:cubicBezTo>
                <a:cubicBezTo>
                  <a:pt x="3" y="93"/>
                  <a:pt x="2" y="92"/>
                  <a:pt x="1" y="92"/>
                </a:cubicBezTo>
                <a:cubicBezTo>
                  <a:pt x="0" y="91"/>
                  <a:pt x="0" y="90"/>
                  <a:pt x="0" y="89"/>
                </a:cubicBezTo>
                <a:close/>
              </a:path>
            </a:pathLst>
          </a:custGeom>
          <a:solidFill>
            <a:srgbClr val="262626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Rectangle 60">
            <a:extLst>
              <a:ext uri="{FF2B5EF4-FFF2-40B4-BE49-F238E27FC236}">
                <a16:creationId xmlns:a16="http://schemas.microsoft.com/office/drawing/2014/main" id="{47AB14E3-5ABD-A92E-1E08-327AD76CE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4454" y="5827592"/>
            <a:ext cx="413361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F5DEFBC5-4888-1D3B-774B-A749699DB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5957" y="5771680"/>
            <a:ext cx="252610" cy="195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Line 62">
            <a:extLst>
              <a:ext uri="{FF2B5EF4-FFF2-40B4-BE49-F238E27FC236}">
                <a16:creationId xmlns:a16="http://schemas.microsoft.com/office/drawing/2014/main" id="{DC2D6B5F-7E8B-21CE-B61D-C3E65B8D0C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831" y="3751854"/>
            <a:ext cx="0" cy="1723959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Line 63">
            <a:extLst>
              <a:ext uri="{FF2B5EF4-FFF2-40B4-BE49-F238E27FC236}">
                <a16:creationId xmlns:a16="http://schemas.microsoft.com/office/drawing/2014/main" id="{31FB4C5B-074A-7CA2-B6B1-1CE57F13A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31" y="5384954"/>
            <a:ext cx="9951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Line 64">
            <a:extLst>
              <a:ext uri="{FF2B5EF4-FFF2-40B4-BE49-F238E27FC236}">
                <a16:creationId xmlns:a16="http://schemas.microsoft.com/office/drawing/2014/main" id="{CBA80B52-60A1-F069-D1B5-0C63F1AF7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31" y="4977262"/>
            <a:ext cx="9951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Line 65">
            <a:extLst>
              <a:ext uri="{FF2B5EF4-FFF2-40B4-BE49-F238E27FC236}">
                <a16:creationId xmlns:a16="http://schemas.microsoft.com/office/drawing/2014/main" id="{02D4EF05-4C30-120F-0B74-750BDC275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31" y="4569568"/>
            <a:ext cx="9951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Line 66">
            <a:extLst>
              <a:ext uri="{FF2B5EF4-FFF2-40B4-BE49-F238E27FC236}">
                <a16:creationId xmlns:a16="http://schemas.microsoft.com/office/drawing/2014/main" id="{2E39250E-6E05-2FBE-3ED3-87478DE347B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31" y="4161876"/>
            <a:ext cx="9951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Line 67">
            <a:extLst>
              <a:ext uri="{FF2B5EF4-FFF2-40B4-BE49-F238E27FC236}">
                <a16:creationId xmlns:a16="http://schemas.microsoft.com/office/drawing/2014/main" id="{BDEF6105-865F-C6E7-63B2-F8B59DDD61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31" y="3751854"/>
            <a:ext cx="99513" cy="0"/>
          </a:xfrm>
          <a:prstGeom prst="line">
            <a:avLst/>
          </a:prstGeom>
          <a:noFill/>
          <a:ln w="6350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Rectangle 68">
            <a:extLst>
              <a:ext uri="{FF2B5EF4-FFF2-40B4-BE49-F238E27FC236}">
                <a16:creationId xmlns:a16="http://schemas.microsoft.com/office/drawing/2014/main" id="{518F8A40-4841-3D5B-F6C7-CBD5F3ED1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5294098"/>
            <a:ext cx="367432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3" name="Rectangle 69">
            <a:extLst>
              <a:ext uri="{FF2B5EF4-FFF2-40B4-BE49-F238E27FC236}">
                <a16:creationId xmlns:a16="http://schemas.microsoft.com/office/drawing/2014/main" id="{251AF2F9-A367-4B42-6DF4-02C276231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4888734"/>
            <a:ext cx="367432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4" name="Rectangle 70">
            <a:extLst>
              <a:ext uri="{FF2B5EF4-FFF2-40B4-BE49-F238E27FC236}">
                <a16:creationId xmlns:a16="http://schemas.microsoft.com/office/drawing/2014/main" id="{6B8A947E-2A7A-9D3F-B9C0-244BBDC85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21" y="4481041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5" name="Rectangle 71">
            <a:extLst>
              <a:ext uri="{FF2B5EF4-FFF2-40B4-BE49-F238E27FC236}">
                <a16:creationId xmlns:a16="http://schemas.microsoft.com/office/drawing/2014/main" id="{DE8A61A9-8F1A-0AE0-F51D-ECE3FFEF7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21" y="4075677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6" name="Rectangle 72">
            <a:extLst>
              <a:ext uri="{FF2B5EF4-FFF2-40B4-BE49-F238E27FC236}">
                <a16:creationId xmlns:a16="http://schemas.microsoft.com/office/drawing/2014/main" id="{105BBD94-A246-052F-07E5-BBF2A9F60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21" y="3670314"/>
            <a:ext cx="275574" cy="209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7" name="Rectangle 73">
            <a:extLst>
              <a:ext uri="{FF2B5EF4-FFF2-40B4-BE49-F238E27FC236}">
                <a16:creationId xmlns:a16="http://schemas.microsoft.com/office/drawing/2014/main" id="{EC5B1A9F-0F7B-75C0-5CBF-9AD527EFB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9621" y="4869180"/>
            <a:ext cx="2346210" cy="377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MOMP : 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8" name="Rectangle 74">
            <a:extLst>
              <a:ext uri="{FF2B5EF4-FFF2-40B4-BE49-F238E27FC236}">
                <a16:creationId xmlns:a16="http://schemas.microsoft.com/office/drawing/2014/main" id="{D4221B3B-4DDC-E201-A668-453A12D58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311" y="4955645"/>
            <a:ext cx="1818026" cy="29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30610002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9" name="Rectangle 75">
            <a:extLst>
              <a:ext uri="{FF2B5EF4-FFF2-40B4-BE49-F238E27FC236}">
                <a16:creationId xmlns:a16="http://schemas.microsoft.com/office/drawing/2014/main" id="{2877E570-AB94-68EF-25D8-509B8E56E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7363" y="4859655"/>
            <a:ext cx="1565416" cy="377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" name="Rectangle 76">
            <a:extLst>
              <a:ext uri="{FF2B5EF4-FFF2-40B4-BE49-F238E27FC236}">
                <a16:creationId xmlns:a16="http://schemas.microsoft.com/office/drawing/2014/main" id="{195B9C10-3D50-46F3-1F43-C3182041A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523" y="4997555"/>
            <a:ext cx="1818026" cy="29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61714007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2" name="Freeform 78">
            <a:extLst>
              <a:ext uri="{FF2B5EF4-FFF2-40B4-BE49-F238E27FC236}">
                <a16:creationId xmlns:a16="http://schemas.microsoft.com/office/drawing/2014/main" id="{F5746159-34BD-1E15-3073-1D51ED8E124A}"/>
              </a:ext>
            </a:extLst>
          </p:cNvPr>
          <p:cNvSpPr>
            <a:spLocks/>
          </p:cNvSpPr>
          <p:nvPr/>
        </p:nvSpPr>
        <p:spPr bwMode="auto">
          <a:xfrm>
            <a:off x="831831" y="3852029"/>
            <a:ext cx="9346562" cy="1623784"/>
          </a:xfrm>
          <a:custGeom>
            <a:avLst/>
            <a:gdLst>
              <a:gd name="T0" fmla="*/ 38 w 2442"/>
              <a:gd name="T1" fmla="*/ 590 h 697"/>
              <a:gd name="T2" fmla="*/ 82 w 2442"/>
              <a:gd name="T3" fmla="*/ 482 h 697"/>
              <a:gd name="T4" fmla="*/ 122 w 2442"/>
              <a:gd name="T5" fmla="*/ 425 h 697"/>
              <a:gd name="T6" fmla="*/ 166 w 2442"/>
              <a:gd name="T7" fmla="*/ 386 h 697"/>
              <a:gd name="T8" fmla="*/ 206 w 2442"/>
              <a:gd name="T9" fmla="*/ 356 h 697"/>
              <a:gd name="T10" fmla="*/ 242 w 2442"/>
              <a:gd name="T11" fmla="*/ 340 h 697"/>
              <a:gd name="T12" fmla="*/ 274 w 2442"/>
              <a:gd name="T13" fmla="*/ 328 h 697"/>
              <a:gd name="T14" fmla="*/ 315 w 2442"/>
              <a:gd name="T15" fmla="*/ 337 h 697"/>
              <a:gd name="T16" fmla="*/ 354 w 2442"/>
              <a:gd name="T17" fmla="*/ 314 h 697"/>
              <a:gd name="T18" fmla="*/ 395 w 2442"/>
              <a:gd name="T19" fmla="*/ 265 h 697"/>
              <a:gd name="T20" fmla="*/ 439 w 2442"/>
              <a:gd name="T21" fmla="*/ 198 h 697"/>
              <a:gd name="T22" fmla="*/ 479 w 2442"/>
              <a:gd name="T23" fmla="*/ 126 h 697"/>
              <a:gd name="T24" fmla="*/ 523 w 2442"/>
              <a:gd name="T25" fmla="*/ 82 h 697"/>
              <a:gd name="T26" fmla="*/ 563 w 2442"/>
              <a:gd name="T27" fmla="*/ 43 h 697"/>
              <a:gd name="T28" fmla="*/ 607 w 2442"/>
              <a:gd name="T29" fmla="*/ 2 h 697"/>
              <a:gd name="T30" fmla="*/ 643 w 2442"/>
              <a:gd name="T31" fmla="*/ 18 h 697"/>
              <a:gd name="T32" fmla="*/ 683 w 2442"/>
              <a:gd name="T33" fmla="*/ 37 h 697"/>
              <a:gd name="T34" fmla="*/ 727 w 2442"/>
              <a:gd name="T35" fmla="*/ 74 h 697"/>
              <a:gd name="T36" fmla="*/ 767 w 2442"/>
              <a:gd name="T37" fmla="*/ 117 h 697"/>
              <a:gd name="T38" fmla="*/ 808 w 2442"/>
              <a:gd name="T39" fmla="*/ 147 h 697"/>
              <a:gd name="T40" fmla="*/ 839 w 2442"/>
              <a:gd name="T41" fmla="*/ 142 h 697"/>
              <a:gd name="T42" fmla="*/ 876 w 2442"/>
              <a:gd name="T43" fmla="*/ 127 h 697"/>
              <a:gd name="T44" fmla="*/ 919 w 2442"/>
              <a:gd name="T45" fmla="*/ 83 h 697"/>
              <a:gd name="T46" fmla="*/ 946 w 2442"/>
              <a:gd name="T47" fmla="*/ 80 h 697"/>
              <a:gd name="T48" fmla="*/ 984 w 2442"/>
              <a:gd name="T49" fmla="*/ 107 h 697"/>
              <a:gd name="T50" fmla="*/ 1028 w 2442"/>
              <a:gd name="T51" fmla="*/ 237 h 697"/>
              <a:gd name="T52" fmla="*/ 1068 w 2442"/>
              <a:gd name="T53" fmla="*/ 308 h 697"/>
              <a:gd name="T54" fmla="*/ 1108 w 2442"/>
              <a:gd name="T55" fmla="*/ 328 h 697"/>
              <a:gd name="T56" fmla="*/ 1152 w 2442"/>
              <a:gd name="T57" fmla="*/ 400 h 697"/>
              <a:gd name="T58" fmla="*/ 1192 w 2442"/>
              <a:gd name="T59" fmla="*/ 480 h 697"/>
              <a:gd name="T60" fmla="*/ 1236 w 2442"/>
              <a:gd name="T61" fmla="*/ 518 h 697"/>
              <a:gd name="T62" fmla="*/ 1276 w 2442"/>
              <a:gd name="T63" fmla="*/ 543 h 697"/>
              <a:gd name="T64" fmla="*/ 1308 w 2442"/>
              <a:gd name="T65" fmla="*/ 548 h 697"/>
              <a:gd name="T66" fmla="*/ 1344 w 2442"/>
              <a:gd name="T67" fmla="*/ 526 h 697"/>
              <a:gd name="T68" fmla="*/ 1385 w 2442"/>
              <a:gd name="T69" fmla="*/ 501 h 697"/>
              <a:gd name="T70" fmla="*/ 1413 w 2442"/>
              <a:gd name="T71" fmla="*/ 507 h 697"/>
              <a:gd name="T72" fmla="*/ 1448 w 2442"/>
              <a:gd name="T73" fmla="*/ 487 h 697"/>
              <a:gd name="T74" fmla="*/ 1493 w 2442"/>
              <a:gd name="T75" fmla="*/ 412 h 697"/>
              <a:gd name="T76" fmla="*/ 1533 w 2442"/>
              <a:gd name="T77" fmla="*/ 446 h 697"/>
              <a:gd name="T78" fmla="*/ 1573 w 2442"/>
              <a:gd name="T79" fmla="*/ 525 h 697"/>
              <a:gd name="T80" fmla="*/ 1617 w 2442"/>
              <a:gd name="T81" fmla="*/ 590 h 697"/>
              <a:gd name="T82" fmla="*/ 1657 w 2442"/>
              <a:gd name="T83" fmla="*/ 623 h 697"/>
              <a:gd name="T84" fmla="*/ 1689 w 2442"/>
              <a:gd name="T85" fmla="*/ 619 h 697"/>
              <a:gd name="T86" fmla="*/ 1733 w 2442"/>
              <a:gd name="T87" fmla="*/ 542 h 697"/>
              <a:gd name="T88" fmla="*/ 1773 w 2442"/>
              <a:gd name="T89" fmla="*/ 427 h 697"/>
              <a:gd name="T90" fmla="*/ 1817 w 2442"/>
              <a:gd name="T91" fmla="*/ 334 h 697"/>
              <a:gd name="T92" fmla="*/ 1849 w 2442"/>
              <a:gd name="T93" fmla="*/ 333 h 697"/>
              <a:gd name="T94" fmla="*/ 1881 w 2442"/>
              <a:gd name="T95" fmla="*/ 346 h 697"/>
              <a:gd name="T96" fmla="*/ 1921 w 2442"/>
              <a:gd name="T97" fmla="*/ 300 h 697"/>
              <a:gd name="T98" fmla="*/ 1965 w 2442"/>
              <a:gd name="T99" fmla="*/ 256 h 697"/>
              <a:gd name="T100" fmla="*/ 2006 w 2442"/>
              <a:gd name="T101" fmla="*/ 204 h 697"/>
              <a:gd name="T102" fmla="*/ 2050 w 2442"/>
              <a:gd name="T103" fmla="*/ 130 h 697"/>
              <a:gd name="T104" fmla="*/ 2086 w 2442"/>
              <a:gd name="T105" fmla="*/ 153 h 697"/>
              <a:gd name="T106" fmla="*/ 2126 w 2442"/>
              <a:gd name="T107" fmla="*/ 254 h 697"/>
              <a:gd name="T108" fmla="*/ 2170 w 2442"/>
              <a:gd name="T109" fmla="*/ 344 h 697"/>
              <a:gd name="T110" fmla="*/ 2206 w 2442"/>
              <a:gd name="T111" fmla="*/ 342 h 697"/>
              <a:gd name="T112" fmla="*/ 2246 w 2442"/>
              <a:gd name="T113" fmla="*/ 318 h 697"/>
              <a:gd name="T114" fmla="*/ 2290 w 2442"/>
              <a:gd name="T115" fmla="*/ 225 h 697"/>
              <a:gd name="T116" fmla="*/ 2330 w 2442"/>
              <a:gd name="T117" fmla="*/ 162 h 697"/>
              <a:gd name="T118" fmla="*/ 2374 w 2442"/>
              <a:gd name="T119" fmla="*/ 107 h 697"/>
              <a:gd name="T120" fmla="*/ 2410 w 2442"/>
              <a:gd name="T121" fmla="*/ 107 h 6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442" h="697">
                <a:moveTo>
                  <a:pt x="0" y="697"/>
                </a:moveTo>
                <a:lnTo>
                  <a:pt x="2" y="692"/>
                </a:lnTo>
                <a:lnTo>
                  <a:pt x="2" y="692"/>
                </a:lnTo>
                <a:lnTo>
                  <a:pt x="6" y="681"/>
                </a:lnTo>
                <a:lnTo>
                  <a:pt x="6" y="681"/>
                </a:lnTo>
                <a:lnTo>
                  <a:pt x="10" y="669"/>
                </a:lnTo>
                <a:lnTo>
                  <a:pt x="10" y="669"/>
                </a:lnTo>
                <a:lnTo>
                  <a:pt x="14" y="656"/>
                </a:lnTo>
                <a:lnTo>
                  <a:pt x="14" y="656"/>
                </a:lnTo>
                <a:lnTo>
                  <a:pt x="18" y="645"/>
                </a:lnTo>
                <a:lnTo>
                  <a:pt x="18" y="645"/>
                </a:lnTo>
                <a:lnTo>
                  <a:pt x="22" y="633"/>
                </a:lnTo>
                <a:lnTo>
                  <a:pt x="22" y="633"/>
                </a:lnTo>
                <a:lnTo>
                  <a:pt x="26" y="622"/>
                </a:lnTo>
                <a:lnTo>
                  <a:pt x="26" y="622"/>
                </a:lnTo>
                <a:lnTo>
                  <a:pt x="30" y="612"/>
                </a:lnTo>
                <a:lnTo>
                  <a:pt x="30" y="612"/>
                </a:lnTo>
                <a:lnTo>
                  <a:pt x="34" y="601"/>
                </a:lnTo>
                <a:lnTo>
                  <a:pt x="34" y="601"/>
                </a:lnTo>
                <a:lnTo>
                  <a:pt x="38" y="590"/>
                </a:lnTo>
                <a:lnTo>
                  <a:pt x="38" y="590"/>
                </a:lnTo>
                <a:lnTo>
                  <a:pt x="42" y="580"/>
                </a:lnTo>
                <a:lnTo>
                  <a:pt x="42" y="580"/>
                </a:lnTo>
                <a:lnTo>
                  <a:pt x="46" y="569"/>
                </a:lnTo>
                <a:lnTo>
                  <a:pt x="46" y="569"/>
                </a:lnTo>
                <a:lnTo>
                  <a:pt x="50" y="558"/>
                </a:lnTo>
                <a:lnTo>
                  <a:pt x="50" y="558"/>
                </a:lnTo>
                <a:lnTo>
                  <a:pt x="54" y="547"/>
                </a:lnTo>
                <a:lnTo>
                  <a:pt x="54" y="547"/>
                </a:lnTo>
                <a:lnTo>
                  <a:pt x="58" y="536"/>
                </a:lnTo>
                <a:lnTo>
                  <a:pt x="58" y="536"/>
                </a:lnTo>
                <a:lnTo>
                  <a:pt x="62" y="526"/>
                </a:lnTo>
                <a:lnTo>
                  <a:pt x="62" y="526"/>
                </a:lnTo>
                <a:lnTo>
                  <a:pt x="66" y="516"/>
                </a:lnTo>
                <a:lnTo>
                  <a:pt x="66" y="516"/>
                </a:lnTo>
                <a:lnTo>
                  <a:pt x="70" y="507"/>
                </a:lnTo>
                <a:lnTo>
                  <a:pt x="70" y="507"/>
                </a:lnTo>
                <a:lnTo>
                  <a:pt x="74" y="498"/>
                </a:lnTo>
                <a:lnTo>
                  <a:pt x="74" y="498"/>
                </a:lnTo>
                <a:lnTo>
                  <a:pt x="78" y="490"/>
                </a:lnTo>
                <a:lnTo>
                  <a:pt x="78" y="490"/>
                </a:lnTo>
                <a:lnTo>
                  <a:pt x="82" y="482"/>
                </a:lnTo>
                <a:lnTo>
                  <a:pt x="82" y="482"/>
                </a:lnTo>
                <a:lnTo>
                  <a:pt x="86" y="476"/>
                </a:lnTo>
                <a:lnTo>
                  <a:pt x="86" y="476"/>
                </a:lnTo>
                <a:lnTo>
                  <a:pt x="90" y="469"/>
                </a:lnTo>
                <a:lnTo>
                  <a:pt x="90" y="469"/>
                </a:lnTo>
                <a:lnTo>
                  <a:pt x="94" y="463"/>
                </a:lnTo>
                <a:lnTo>
                  <a:pt x="94" y="463"/>
                </a:lnTo>
                <a:lnTo>
                  <a:pt x="98" y="458"/>
                </a:lnTo>
                <a:lnTo>
                  <a:pt x="98" y="458"/>
                </a:lnTo>
                <a:lnTo>
                  <a:pt x="102" y="451"/>
                </a:lnTo>
                <a:lnTo>
                  <a:pt x="102" y="451"/>
                </a:lnTo>
                <a:lnTo>
                  <a:pt x="106" y="445"/>
                </a:lnTo>
                <a:lnTo>
                  <a:pt x="106" y="445"/>
                </a:lnTo>
                <a:lnTo>
                  <a:pt x="110" y="440"/>
                </a:lnTo>
                <a:lnTo>
                  <a:pt x="110" y="440"/>
                </a:lnTo>
                <a:lnTo>
                  <a:pt x="114" y="436"/>
                </a:lnTo>
                <a:lnTo>
                  <a:pt x="114" y="435"/>
                </a:lnTo>
                <a:lnTo>
                  <a:pt x="118" y="430"/>
                </a:lnTo>
                <a:lnTo>
                  <a:pt x="118" y="430"/>
                </a:lnTo>
                <a:lnTo>
                  <a:pt x="122" y="425"/>
                </a:lnTo>
                <a:lnTo>
                  <a:pt x="122" y="425"/>
                </a:lnTo>
                <a:lnTo>
                  <a:pt x="126" y="421"/>
                </a:lnTo>
                <a:lnTo>
                  <a:pt x="126" y="421"/>
                </a:lnTo>
                <a:lnTo>
                  <a:pt x="130" y="418"/>
                </a:lnTo>
                <a:lnTo>
                  <a:pt x="130" y="417"/>
                </a:lnTo>
                <a:lnTo>
                  <a:pt x="134" y="413"/>
                </a:lnTo>
                <a:lnTo>
                  <a:pt x="134" y="413"/>
                </a:lnTo>
                <a:lnTo>
                  <a:pt x="138" y="410"/>
                </a:lnTo>
                <a:lnTo>
                  <a:pt x="138" y="410"/>
                </a:lnTo>
                <a:lnTo>
                  <a:pt x="142" y="407"/>
                </a:lnTo>
                <a:lnTo>
                  <a:pt x="142" y="407"/>
                </a:lnTo>
                <a:lnTo>
                  <a:pt x="146" y="403"/>
                </a:lnTo>
                <a:lnTo>
                  <a:pt x="146" y="403"/>
                </a:lnTo>
                <a:lnTo>
                  <a:pt x="150" y="399"/>
                </a:lnTo>
                <a:lnTo>
                  <a:pt x="150" y="399"/>
                </a:lnTo>
                <a:lnTo>
                  <a:pt x="154" y="395"/>
                </a:lnTo>
                <a:lnTo>
                  <a:pt x="154" y="395"/>
                </a:lnTo>
                <a:lnTo>
                  <a:pt x="158" y="392"/>
                </a:lnTo>
                <a:lnTo>
                  <a:pt x="158" y="392"/>
                </a:lnTo>
                <a:lnTo>
                  <a:pt x="162" y="389"/>
                </a:lnTo>
                <a:lnTo>
                  <a:pt x="162" y="389"/>
                </a:lnTo>
                <a:lnTo>
                  <a:pt x="166" y="386"/>
                </a:lnTo>
                <a:lnTo>
                  <a:pt x="166" y="386"/>
                </a:lnTo>
                <a:lnTo>
                  <a:pt x="170" y="384"/>
                </a:lnTo>
                <a:lnTo>
                  <a:pt x="170" y="384"/>
                </a:lnTo>
                <a:lnTo>
                  <a:pt x="174" y="382"/>
                </a:lnTo>
                <a:lnTo>
                  <a:pt x="174" y="382"/>
                </a:lnTo>
                <a:lnTo>
                  <a:pt x="178" y="380"/>
                </a:lnTo>
                <a:lnTo>
                  <a:pt x="178" y="380"/>
                </a:lnTo>
                <a:lnTo>
                  <a:pt x="182" y="377"/>
                </a:lnTo>
                <a:lnTo>
                  <a:pt x="182" y="377"/>
                </a:lnTo>
                <a:lnTo>
                  <a:pt x="186" y="374"/>
                </a:lnTo>
                <a:lnTo>
                  <a:pt x="186" y="374"/>
                </a:lnTo>
                <a:lnTo>
                  <a:pt x="190" y="371"/>
                </a:lnTo>
                <a:lnTo>
                  <a:pt x="190" y="371"/>
                </a:lnTo>
                <a:lnTo>
                  <a:pt x="194" y="368"/>
                </a:lnTo>
                <a:lnTo>
                  <a:pt x="194" y="368"/>
                </a:lnTo>
                <a:lnTo>
                  <a:pt x="198" y="364"/>
                </a:lnTo>
                <a:lnTo>
                  <a:pt x="199" y="364"/>
                </a:lnTo>
                <a:lnTo>
                  <a:pt x="202" y="360"/>
                </a:lnTo>
                <a:lnTo>
                  <a:pt x="202" y="360"/>
                </a:lnTo>
                <a:lnTo>
                  <a:pt x="206" y="356"/>
                </a:lnTo>
                <a:lnTo>
                  <a:pt x="206" y="356"/>
                </a:lnTo>
                <a:lnTo>
                  <a:pt x="210" y="353"/>
                </a:lnTo>
                <a:lnTo>
                  <a:pt x="211" y="353"/>
                </a:lnTo>
                <a:lnTo>
                  <a:pt x="214" y="349"/>
                </a:lnTo>
                <a:lnTo>
                  <a:pt x="214" y="349"/>
                </a:lnTo>
                <a:lnTo>
                  <a:pt x="218" y="345"/>
                </a:lnTo>
                <a:lnTo>
                  <a:pt x="218" y="345"/>
                </a:lnTo>
                <a:lnTo>
                  <a:pt x="222" y="343"/>
                </a:lnTo>
                <a:lnTo>
                  <a:pt x="222" y="343"/>
                </a:lnTo>
                <a:lnTo>
                  <a:pt x="226" y="342"/>
                </a:lnTo>
                <a:lnTo>
                  <a:pt x="226" y="342"/>
                </a:lnTo>
                <a:lnTo>
                  <a:pt x="226" y="342"/>
                </a:lnTo>
                <a:lnTo>
                  <a:pt x="227" y="342"/>
                </a:lnTo>
                <a:lnTo>
                  <a:pt x="230" y="342"/>
                </a:lnTo>
                <a:lnTo>
                  <a:pt x="230" y="342"/>
                </a:lnTo>
                <a:lnTo>
                  <a:pt x="234" y="340"/>
                </a:lnTo>
                <a:lnTo>
                  <a:pt x="234" y="340"/>
                </a:lnTo>
                <a:lnTo>
                  <a:pt x="235" y="340"/>
                </a:lnTo>
                <a:lnTo>
                  <a:pt x="236" y="341"/>
                </a:lnTo>
                <a:lnTo>
                  <a:pt x="238" y="340"/>
                </a:lnTo>
                <a:lnTo>
                  <a:pt x="238" y="340"/>
                </a:lnTo>
                <a:lnTo>
                  <a:pt x="242" y="340"/>
                </a:lnTo>
                <a:lnTo>
                  <a:pt x="242" y="340"/>
                </a:lnTo>
                <a:lnTo>
                  <a:pt x="242" y="340"/>
                </a:lnTo>
                <a:lnTo>
                  <a:pt x="245" y="339"/>
                </a:lnTo>
                <a:lnTo>
                  <a:pt x="246" y="339"/>
                </a:lnTo>
                <a:lnTo>
                  <a:pt x="246" y="339"/>
                </a:lnTo>
                <a:lnTo>
                  <a:pt x="249" y="340"/>
                </a:lnTo>
                <a:lnTo>
                  <a:pt x="250" y="339"/>
                </a:lnTo>
                <a:lnTo>
                  <a:pt x="250" y="339"/>
                </a:lnTo>
                <a:lnTo>
                  <a:pt x="254" y="338"/>
                </a:lnTo>
                <a:lnTo>
                  <a:pt x="255" y="338"/>
                </a:lnTo>
                <a:lnTo>
                  <a:pt x="255" y="338"/>
                </a:lnTo>
                <a:lnTo>
                  <a:pt x="258" y="336"/>
                </a:lnTo>
                <a:lnTo>
                  <a:pt x="259" y="336"/>
                </a:lnTo>
                <a:lnTo>
                  <a:pt x="262" y="335"/>
                </a:lnTo>
                <a:lnTo>
                  <a:pt x="262" y="335"/>
                </a:lnTo>
                <a:lnTo>
                  <a:pt x="267" y="333"/>
                </a:lnTo>
                <a:lnTo>
                  <a:pt x="267" y="332"/>
                </a:lnTo>
                <a:lnTo>
                  <a:pt x="270" y="330"/>
                </a:lnTo>
                <a:lnTo>
                  <a:pt x="271" y="330"/>
                </a:lnTo>
                <a:lnTo>
                  <a:pt x="274" y="328"/>
                </a:lnTo>
                <a:lnTo>
                  <a:pt x="274" y="328"/>
                </a:lnTo>
                <a:lnTo>
                  <a:pt x="279" y="327"/>
                </a:lnTo>
                <a:lnTo>
                  <a:pt x="279" y="327"/>
                </a:lnTo>
                <a:lnTo>
                  <a:pt x="282" y="325"/>
                </a:lnTo>
                <a:lnTo>
                  <a:pt x="283" y="325"/>
                </a:lnTo>
                <a:lnTo>
                  <a:pt x="283" y="325"/>
                </a:lnTo>
                <a:lnTo>
                  <a:pt x="286" y="325"/>
                </a:lnTo>
                <a:lnTo>
                  <a:pt x="286" y="325"/>
                </a:lnTo>
                <a:lnTo>
                  <a:pt x="289" y="325"/>
                </a:lnTo>
                <a:lnTo>
                  <a:pt x="291" y="325"/>
                </a:lnTo>
                <a:lnTo>
                  <a:pt x="291" y="325"/>
                </a:lnTo>
                <a:lnTo>
                  <a:pt x="294" y="326"/>
                </a:lnTo>
                <a:lnTo>
                  <a:pt x="295" y="326"/>
                </a:lnTo>
                <a:lnTo>
                  <a:pt x="298" y="327"/>
                </a:lnTo>
                <a:lnTo>
                  <a:pt x="298" y="327"/>
                </a:lnTo>
                <a:lnTo>
                  <a:pt x="303" y="330"/>
                </a:lnTo>
                <a:lnTo>
                  <a:pt x="303" y="330"/>
                </a:lnTo>
                <a:lnTo>
                  <a:pt x="306" y="333"/>
                </a:lnTo>
                <a:lnTo>
                  <a:pt x="306" y="333"/>
                </a:lnTo>
                <a:lnTo>
                  <a:pt x="310" y="334"/>
                </a:lnTo>
                <a:lnTo>
                  <a:pt x="310" y="334"/>
                </a:lnTo>
                <a:lnTo>
                  <a:pt x="315" y="337"/>
                </a:lnTo>
                <a:lnTo>
                  <a:pt x="315" y="337"/>
                </a:lnTo>
                <a:lnTo>
                  <a:pt x="318" y="339"/>
                </a:lnTo>
                <a:lnTo>
                  <a:pt x="319" y="339"/>
                </a:lnTo>
                <a:lnTo>
                  <a:pt x="323" y="340"/>
                </a:lnTo>
                <a:lnTo>
                  <a:pt x="323" y="340"/>
                </a:lnTo>
                <a:lnTo>
                  <a:pt x="324" y="341"/>
                </a:lnTo>
                <a:lnTo>
                  <a:pt x="327" y="341"/>
                </a:lnTo>
                <a:lnTo>
                  <a:pt x="327" y="341"/>
                </a:lnTo>
                <a:lnTo>
                  <a:pt x="330" y="340"/>
                </a:lnTo>
                <a:lnTo>
                  <a:pt x="330" y="340"/>
                </a:lnTo>
                <a:lnTo>
                  <a:pt x="335" y="337"/>
                </a:lnTo>
                <a:lnTo>
                  <a:pt x="335" y="337"/>
                </a:lnTo>
                <a:lnTo>
                  <a:pt x="339" y="334"/>
                </a:lnTo>
                <a:lnTo>
                  <a:pt x="339" y="334"/>
                </a:lnTo>
                <a:lnTo>
                  <a:pt x="342" y="330"/>
                </a:lnTo>
                <a:lnTo>
                  <a:pt x="343" y="330"/>
                </a:lnTo>
                <a:lnTo>
                  <a:pt x="347" y="324"/>
                </a:lnTo>
                <a:lnTo>
                  <a:pt x="347" y="324"/>
                </a:lnTo>
                <a:lnTo>
                  <a:pt x="351" y="319"/>
                </a:lnTo>
                <a:lnTo>
                  <a:pt x="351" y="319"/>
                </a:lnTo>
                <a:lnTo>
                  <a:pt x="354" y="314"/>
                </a:lnTo>
                <a:lnTo>
                  <a:pt x="355" y="314"/>
                </a:lnTo>
                <a:lnTo>
                  <a:pt x="359" y="310"/>
                </a:lnTo>
                <a:lnTo>
                  <a:pt x="359" y="310"/>
                </a:lnTo>
                <a:lnTo>
                  <a:pt x="363" y="305"/>
                </a:lnTo>
                <a:lnTo>
                  <a:pt x="363" y="305"/>
                </a:lnTo>
                <a:lnTo>
                  <a:pt x="366" y="301"/>
                </a:lnTo>
                <a:lnTo>
                  <a:pt x="366" y="301"/>
                </a:lnTo>
                <a:lnTo>
                  <a:pt x="371" y="297"/>
                </a:lnTo>
                <a:lnTo>
                  <a:pt x="371" y="297"/>
                </a:lnTo>
                <a:lnTo>
                  <a:pt x="375" y="292"/>
                </a:lnTo>
                <a:lnTo>
                  <a:pt x="375" y="292"/>
                </a:lnTo>
                <a:lnTo>
                  <a:pt x="378" y="287"/>
                </a:lnTo>
                <a:lnTo>
                  <a:pt x="379" y="287"/>
                </a:lnTo>
                <a:lnTo>
                  <a:pt x="383" y="283"/>
                </a:lnTo>
                <a:lnTo>
                  <a:pt x="383" y="282"/>
                </a:lnTo>
                <a:lnTo>
                  <a:pt x="387" y="277"/>
                </a:lnTo>
                <a:lnTo>
                  <a:pt x="387" y="277"/>
                </a:lnTo>
                <a:lnTo>
                  <a:pt x="391" y="271"/>
                </a:lnTo>
                <a:lnTo>
                  <a:pt x="391" y="271"/>
                </a:lnTo>
                <a:lnTo>
                  <a:pt x="395" y="265"/>
                </a:lnTo>
                <a:lnTo>
                  <a:pt x="395" y="265"/>
                </a:lnTo>
                <a:lnTo>
                  <a:pt x="399" y="260"/>
                </a:lnTo>
                <a:lnTo>
                  <a:pt x="399" y="260"/>
                </a:lnTo>
                <a:lnTo>
                  <a:pt x="403" y="255"/>
                </a:lnTo>
                <a:lnTo>
                  <a:pt x="403" y="254"/>
                </a:lnTo>
                <a:lnTo>
                  <a:pt x="407" y="248"/>
                </a:lnTo>
                <a:lnTo>
                  <a:pt x="407" y="248"/>
                </a:lnTo>
                <a:lnTo>
                  <a:pt x="411" y="244"/>
                </a:lnTo>
                <a:lnTo>
                  <a:pt x="411" y="244"/>
                </a:lnTo>
                <a:lnTo>
                  <a:pt x="415" y="238"/>
                </a:lnTo>
                <a:lnTo>
                  <a:pt x="415" y="238"/>
                </a:lnTo>
                <a:lnTo>
                  <a:pt x="419" y="232"/>
                </a:lnTo>
                <a:lnTo>
                  <a:pt x="419" y="232"/>
                </a:lnTo>
                <a:lnTo>
                  <a:pt x="423" y="226"/>
                </a:lnTo>
                <a:lnTo>
                  <a:pt x="423" y="225"/>
                </a:lnTo>
                <a:lnTo>
                  <a:pt x="427" y="219"/>
                </a:lnTo>
                <a:lnTo>
                  <a:pt x="427" y="219"/>
                </a:lnTo>
                <a:lnTo>
                  <a:pt x="431" y="212"/>
                </a:lnTo>
                <a:lnTo>
                  <a:pt x="431" y="212"/>
                </a:lnTo>
                <a:lnTo>
                  <a:pt x="435" y="205"/>
                </a:lnTo>
                <a:lnTo>
                  <a:pt x="435" y="205"/>
                </a:lnTo>
                <a:lnTo>
                  <a:pt x="439" y="198"/>
                </a:lnTo>
                <a:lnTo>
                  <a:pt x="439" y="198"/>
                </a:lnTo>
                <a:lnTo>
                  <a:pt x="443" y="191"/>
                </a:lnTo>
                <a:lnTo>
                  <a:pt x="443" y="191"/>
                </a:lnTo>
                <a:lnTo>
                  <a:pt x="447" y="184"/>
                </a:lnTo>
                <a:lnTo>
                  <a:pt x="447" y="184"/>
                </a:lnTo>
                <a:lnTo>
                  <a:pt x="451" y="177"/>
                </a:lnTo>
                <a:lnTo>
                  <a:pt x="451" y="177"/>
                </a:lnTo>
                <a:lnTo>
                  <a:pt x="455" y="169"/>
                </a:lnTo>
                <a:lnTo>
                  <a:pt x="455" y="169"/>
                </a:lnTo>
                <a:lnTo>
                  <a:pt x="459" y="161"/>
                </a:lnTo>
                <a:lnTo>
                  <a:pt x="459" y="161"/>
                </a:lnTo>
                <a:lnTo>
                  <a:pt x="463" y="154"/>
                </a:lnTo>
                <a:lnTo>
                  <a:pt x="463" y="154"/>
                </a:lnTo>
                <a:lnTo>
                  <a:pt x="467" y="147"/>
                </a:lnTo>
                <a:lnTo>
                  <a:pt x="467" y="147"/>
                </a:lnTo>
                <a:lnTo>
                  <a:pt x="471" y="140"/>
                </a:lnTo>
                <a:lnTo>
                  <a:pt x="471" y="140"/>
                </a:lnTo>
                <a:lnTo>
                  <a:pt x="475" y="133"/>
                </a:lnTo>
                <a:lnTo>
                  <a:pt x="475" y="133"/>
                </a:lnTo>
                <a:lnTo>
                  <a:pt x="479" y="127"/>
                </a:lnTo>
                <a:lnTo>
                  <a:pt x="479" y="126"/>
                </a:lnTo>
                <a:lnTo>
                  <a:pt x="483" y="121"/>
                </a:lnTo>
                <a:lnTo>
                  <a:pt x="483" y="121"/>
                </a:lnTo>
                <a:lnTo>
                  <a:pt x="487" y="115"/>
                </a:lnTo>
                <a:lnTo>
                  <a:pt x="487" y="115"/>
                </a:lnTo>
                <a:lnTo>
                  <a:pt x="491" y="109"/>
                </a:lnTo>
                <a:lnTo>
                  <a:pt x="491" y="109"/>
                </a:lnTo>
                <a:lnTo>
                  <a:pt x="495" y="105"/>
                </a:lnTo>
                <a:lnTo>
                  <a:pt x="495" y="105"/>
                </a:lnTo>
                <a:lnTo>
                  <a:pt x="499" y="101"/>
                </a:lnTo>
                <a:lnTo>
                  <a:pt x="499" y="101"/>
                </a:lnTo>
                <a:lnTo>
                  <a:pt x="503" y="97"/>
                </a:lnTo>
                <a:lnTo>
                  <a:pt x="503" y="97"/>
                </a:lnTo>
                <a:lnTo>
                  <a:pt x="507" y="94"/>
                </a:lnTo>
                <a:lnTo>
                  <a:pt x="507" y="93"/>
                </a:lnTo>
                <a:lnTo>
                  <a:pt x="511" y="91"/>
                </a:lnTo>
                <a:lnTo>
                  <a:pt x="511" y="91"/>
                </a:lnTo>
                <a:lnTo>
                  <a:pt x="515" y="87"/>
                </a:lnTo>
                <a:lnTo>
                  <a:pt x="515" y="87"/>
                </a:lnTo>
                <a:lnTo>
                  <a:pt x="519" y="85"/>
                </a:lnTo>
                <a:lnTo>
                  <a:pt x="519" y="85"/>
                </a:lnTo>
                <a:lnTo>
                  <a:pt x="523" y="82"/>
                </a:lnTo>
                <a:lnTo>
                  <a:pt x="523" y="82"/>
                </a:lnTo>
                <a:lnTo>
                  <a:pt x="527" y="79"/>
                </a:lnTo>
                <a:lnTo>
                  <a:pt x="527" y="79"/>
                </a:lnTo>
                <a:lnTo>
                  <a:pt x="531" y="76"/>
                </a:lnTo>
                <a:lnTo>
                  <a:pt x="531" y="76"/>
                </a:lnTo>
                <a:lnTo>
                  <a:pt x="535" y="72"/>
                </a:lnTo>
                <a:lnTo>
                  <a:pt x="535" y="72"/>
                </a:lnTo>
                <a:lnTo>
                  <a:pt x="539" y="69"/>
                </a:lnTo>
                <a:lnTo>
                  <a:pt x="539" y="69"/>
                </a:lnTo>
                <a:lnTo>
                  <a:pt x="543" y="66"/>
                </a:lnTo>
                <a:lnTo>
                  <a:pt x="543" y="66"/>
                </a:lnTo>
                <a:lnTo>
                  <a:pt x="547" y="62"/>
                </a:lnTo>
                <a:lnTo>
                  <a:pt x="547" y="62"/>
                </a:lnTo>
                <a:lnTo>
                  <a:pt x="551" y="57"/>
                </a:lnTo>
                <a:lnTo>
                  <a:pt x="551" y="57"/>
                </a:lnTo>
                <a:lnTo>
                  <a:pt x="555" y="53"/>
                </a:lnTo>
                <a:lnTo>
                  <a:pt x="555" y="53"/>
                </a:lnTo>
                <a:lnTo>
                  <a:pt x="559" y="48"/>
                </a:lnTo>
                <a:lnTo>
                  <a:pt x="559" y="48"/>
                </a:lnTo>
                <a:lnTo>
                  <a:pt x="563" y="43"/>
                </a:lnTo>
                <a:lnTo>
                  <a:pt x="563" y="43"/>
                </a:lnTo>
                <a:lnTo>
                  <a:pt x="567" y="38"/>
                </a:lnTo>
                <a:lnTo>
                  <a:pt x="567" y="38"/>
                </a:lnTo>
                <a:lnTo>
                  <a:pt x="571" y="33"/>
                </a:lnTo>
                <a:lnTo>
                  <a:pt x="571" y="33"/>
                </a:lnTo>
                <a:lnTo>
                  <a:pt x="575" y="28"/>
                </a:lnTo>
                <a:lnTo>
                  <a:pt x="575" y="28"/>
                </a:lnTo>
                <a:lnTo>
                  <a:pt x="579" y="23"/>
                </a:lnTo>
                <a:lnTo>
                  <a:pt x="579" y="23"/>
                </a:lnTo>
                <a:lnTo>
                  <a:pt x="583" y="19"/>
                </a:lnTo>
                <a:lnTo>
                  <a:pt x="583" y="19"/>
                </a:lnTo>
                <a:lnTo>
                  <a:pt x="587" y="15"/>
                </a:lnTo>
                <a:lnTo>
                  <a:pt x="587" y="15"/>
                </a:lnTo>
                <a:lnTo>
                  <a:pt x="591" y="12"/>
                </a:lnTo>
                <a:lnTo>
                  <a:pt x="591" y="12"/>
                </a:lnTo>
                <a:lnTo>
                  <a:pt x="595" y="9"/>
                </a:lnTo>
                <a:lnTo>
                  <a:pt x="595" y="9"/>
                </a:lnTo>
                <a:lnTo>
                  <a:pt x="599" y="7"/>
                </a:lnTo>
                <a:lnTo>
                  <a:pt x="599" y="7"/>
                </a:lnTo>
                <a:lnTo>
                  <a:pt x="603" y="4"/>
                </a:lnTo>
                <a:lnTo>
                  <a:pt x="603" y="3"/>
                </a:lnTo>
                <a:lnTo>
                  <a:pt x="607" y="2"/>
                </a:lnTo>
                <a:lnTo>
                  <a:pt x="607" y="2"/>
                </a:lnTo>
                <a:lnTo>
                  <a:pt x="611" y="1"/>
                </a:lnTo>
                <a:lnTo>
                  <a:pt x="611" y="1"/>
                </a:lnTo>
                <a:lnTo>
                  <a:pt x="611" y="1"/>
                </a:lnTo>
                <a:lnTo>
                  <a:pt x="611" y="1"/>
                </a:lnTo>
                <a:lnTo>
                  <a:pt x="614" y="0"/>
                </a:lnTo>
                <a:lnTo>
                  <a:pt x="615" y="0"/>
                </a:lnTo>
                <a:lnTo>
                  <a:pt x="615" y="0"/>
                </a:lnTo>
                <a:lnTo>
                  <a:pt x="619" y="1"/>
                </a:lnTo>
                <a:lnTo>
                  <a:pt x="619" y="1"/>
                </a:lnTo>
                <a:lnTo>
                  <a:pt x="623" y="3"/>
                </a:lnTo>
                <a:lnTo>
                  <a:pt x="623" y="3"/>
                </a:lnTo>
                <a:lnTo>
                  <a:pt x="627" y="6"/>
                </a:lnTo>
                <a:lnTo>
                  <a:pt x="627" y="6"/>
                </a:lnTo>
                <a:lnTo>
                  <a:pt x="631" y="8"/>
                </a:lnTo>
                <a:lnTo>
                  <a:pt x="631" y="8"/>
                </a:lnTo>
                <a:lnTo>
                  <a:pt x="635" y="11"/>
                </a:lnTo>
                <a:lnTo>
                  <a:pt x="635" y="11"/>
                </a:lnTo>
                <a:lnTo>
                  <a:pt x="639" y="14"/>
                </a:lnTo>
                <a:lnTo>
                  <a:pt x="639" y="14"/>
                </a:lnTo>
                <a:lnTo>
                  <a:pt x="643" y="18"/>
                </a:lnTo>
                <a:lnTo>
                  <a:pt x="643" y="18"/>
                </a:lnTo>
                <a:lnTo>
                  <a:pt x="647" y="22"/>
                </a:lnTo>
                <a:lnTo>
                  <a:pt x="647" y="22"/>
                </a:lnTo>
                <a:lnTo>
                  <a:pt x="651" y="25"/>
                </a:lnTo>
                <a:lnTo>
                  <a:pt x="651" y="25"/>
                </a:lnTo>
                <a:lnTo>
                  <a:pt x="655" y="27"/>
                </a:lnTo>
                <a:lnTo>
                  <a:pt x="655" y="27"/>
                </a:lnTo>
                <a:lnTo>
                  <a:pt x="659" y="29"/>
                </a:lnTo>
                <a:lnTo>
                  <a:pt x="659" y="29"/>
                </a:lnTo>
                <a:lnTo>
                  <a:pt x="663" y="30"/>
                </a:lnTo>
                <a:lnTo>
                  <a:pt x="663" y="30"/>
                </a:lnTo>
                <a:lnTo>
                  <a:pt x="667" y="30"/>
                </a:lnTo>
                <a:lnTo>
                  <a:pt x="667" y="30"/>
                </a:lnTo>
                <a:lnTo>
                  <a:pt x="671" y="32"/>
                </a:lnTo>
                <a:lnTo>
                  <a:pt x="671" y="32"/>
                </a:lnTo>
                <a:lnTo>
                  <a:pt x="675" y="33"/>
                </a:lnTo>
                <a:lnTo>
                  <a:pt x="675" y="33"/>
                </a:lnTo>
                <a:lnTo>
                  <a:pt x="679" y="35"/>
                </a:lnTo>
                <a:lnTo>
                  <a:pt x="679" y="35"/>
                </a:lnTo>
                <a:lnTo>
                  <a:pt x="683" y="37"/>
                </a:lnTo>
                <a:lnTo>
                  <a:pt x="683" y="37"/>
                </a:lnTo>
                <a:lnTo>
                  <a:pt x="687" y="40"/>
                </a:lnTo>
                <a:lnTo>
                  <a:pt x="687" y="40"/>
                </a:lnTo>
                <a:lnTo>
                  <a:pt x="691" y="42"/>
                </a:lnTo>
                <a:lnTo>
                  <a:pt x="691" y="42"/>
                </a:lnTo>
                <a:lnTo>
                  <a:pt x="695" y="45"/>
                </a:lnTo>
                <a:lnTo>
                  <a:pt x="695" y="45"/>
                </a:lnTo>
                <a:lnTo>
                  <a:pt x="699" y="48"/>
                </a:lnTo>
                <a:lnTo>
                  <a:pt x="699" y="48"/>
                </a:lnTo>
                <a:lnTo>
                  <a:pt x="703" y="51"/>
                </a:lnTo>
                <a:lnTo>
                  <a:pt x="703" y="51"/>
                </a:lnTo>
                <a:lnTo>
                  <a:pt x="707" y="55"/>
                </a:lnTo>
                <a:lnTo>
                  <a:pt x="707" y="55"/>
                </a:lnTo>
                <a:lnTo>
                  <a:pt x="711" y="59"/>
                </a:lnTo>
                <a:lnTo>
                  <a:pt x="711" y="59"/>
                </a:lnTo>
                <a:lnTo>
                  <a:pt x="715" y="63"/>
                </a:lnTo>
                <a:lnTo>
                  <a:pt x="715" y="63"/>
                </a:lnTo>
                <a:lnTo>
                  <a:pt x="719" y="66"/>
                </a:lnTo>
                <a:lnTo>
                  <a:pt x="719" y="66"/>
                </a:lnTo>
                <a:lnTo>
                  <a:pt x="723" y="70"/>
                </a:lnTo>
                <a:lnTo>
                  <a:pt x="723" y="70"/>
                </a:lnTo>
                <a:lnTo>
                  <a:pt x="727" y="74"/>
                </a:lnTo>
                <a:lnTo>
                  <a:pt x="727" y="74"/>
                </a:lnTo>
                <a:lnTo>
                  <a:pt x="731" y="79"/>
                </a:lnTo>
                <a:lnTo>
                  <a:pt x="731" y="79"/>
                </a:lnTo>
                <a:lnTo>
                  <a:pt x="735" y="83"/>
                </a:lnTo>
                <a:lnTo>
                  <a:pt x="735" y="83"/>
                </a:lnTo>
                <a:lnTo>
                  <a:pt x="739" y="87"/>
                </a:lnTo>
                <a:lnTo>
                  <a:pt x="739" y="87"/>
                </a:lnTo>
                <a:lnTo>
                  <a:pt x="743" y="91"/>
                </a:lnTo>
                <a:lnTo>
                  <a:pt x="743" y="91"/>
                </a:lnTo>
                <a:lnTo>
                  <a:pt x="747" y="95"/>
                </a:lnTo>
                <a:lnTo>
                  <a:pt x="747" y="95"/>
                </a:lnTo>
                <a:lnTo>
                  <a:pt x="751" y="99"/>
                </a:lnTo>
                <a:lnTo>
                  <a:pt x="752" y="99"/>
                </a:lnTo>
                <a:lnTo>
                  <a:pt x="755" y="103"/>
                </a:lnTo>
                <a:lnTo>
                  <a:pt x="755" y="103"/>
                </a:lnTo>
                <a:lnTo>
                  <a:pt x="759" y="107"/>
                </a:lnTo>
                <a:lnTo>
                  <a:pt x="759" y="108"/>
                </a:lnTo>
                <a:lnTo>
                  <a:pt x="763" y="112"/>
                </a:lnTo>
                <a:lnTo>
                  <a:pt x="763" y="112"/>
                </a:lnTo>
                <a:lnTo>
                  <a:pt x="767" y="117"/>
                </a:lnTo>
                <a:lnTo>
                  <a:pt x="767" y="117"/>
                </a:lnTo>
                <a:lnTo>
                  <a:pt x="771" y="122"/>
                </a:lnTo>
                <a:lnTo>
                  <a:pt x="771" y="122"/>
                </a:lnTo>
                <a:lnTo>
                  <a:pt x="775" y="127"/>
                </a:lnTo>
                <a:lnTo>
                  <a:pt x="776" y="127"/>
                </a:lnTo>
                <a:lnTo>
                  <a:pt x="779" y="132"/>
                </a:lnTo>
                <a:lnTo>
                  <a:pt x="779" y="132"/>
                </a:lnTo>
                <a:lnTo>
                  <a:pt x="783" y="137"/>
                </a:lnTo>
                <a:lnTo>
                  <a:pt x="783" y="137"/>
                </a:lnTo>
                <a:lnTo>
                  <a:pt x="787" y="141"/>
                </a:lnTo>
                <a:lnTo>
                  <a:pt x="788" y="141"/>
                </a:lnTo>
                <a:lnTo>
                  <a:pt x="791" y="144"/>
                </a:lnTo>
                <a:lnTo>
                  <a:pt x="791" y="144"/>
                </a:lnTo>
                <a:lnTo>
                  <a:pt x="795" y="145"/>
                </a:lnTo>
                <a:lnTo>
                  <a:pt x="795" y="145"/>
                </a:lnTo>
                <a:lnTo>
                  <a:pt x="799" y="147"/>
                </a:lnTo>
                <a:lnTo>
                  <a:pt x="800" y="147"/>
                </a:lnTo>
                <a:lnTo>
                  <a:pt x="803" y="147"/>
                </a:lnTo>
                <a:lnTo>
                  <a:pt x="803" y="147"/>
                </a:lnTo>
                <a:lnTo>
                  <a:pt x="805" y="147"/>
                </a:lnTo>
                <a:lnTo>
                  <a:pt x="808" y="147"/>
                </a:lnTo>
                <a:lnTo>
                  <a:pt x="808" y="147"/>
                </a:lnTo>
                <a:lnTo>
                  <a:pt x="811" y="147"/>
                </a:lnTo>
                <a:lnTo>
                  <a:pt x="811" y="147"/>
                </a:lnTo>
                <a:lnTo>
                  <a:pt x="812" y="147"/>
                </a:lnTo>
                <a:lnTo>
                  <a:pt x="812" y="147"/>
                </a:lnTo>
                <a:lnTo>
                  <a:pt x="815" y="145"/>
                </a:lnTo>
                <a:lnTo>
                  <a:pt x="815" y="145"/>
                </a:lnTo>
                <a:lnTo>
                  <a:pt x="820" y="145"/>
                </a:lnTo>
                <a:lnTo>
                  <a:pt x="820" y="145"/>
                </a:lnTo>
                <a:lnTo>
                  <a:pt x="823" y="144"/>
                </a:lnTo>
                <a:lnTo>
                  <a:pt x="823" y="144"/>
                </a:lnTo>
                <a:lnTo>
                  <a:pt x="827" y="143"/>
                </a:lnTo>
                <a:lnTo>
                  <a:pt x="827" y="143"/>
                </a:lnTo>
                <a:lnTo>
                  <a:pt x="827" y="143"/>
                </a:lnTo>
                <a:lnTo>
                  <a:pt x="828" y="143"/>
                </a:lnTo>
                <a:lnTo>
                  <a:pt x="831" y="144"/>
                </a:lnTo>
                <a:lnTo>
                  <a:pt x="832" y="143"/>
                </a:lnTo>
                <a:lnTo>
                  <a:pt x="832" y="143"/>
                </a:lnTo>
                <a:lnTo>
                  <a:pt x="835" y="143"/>
                </a:lnTo>
                <a:lnTo>
                  <a:pt x="836" y="143"/>
                </a:lnTo>
                <a:lnTo>
                  <a:pt x="836" y="143"/>
                </a:lnTo>
                <a:lnTo>
                  <a:pt x="839" y="142"/>
                </a:lnTo>
                <a:lnTo>
                  <a:pt x="839" y="142"/>
                </a:lnTo>
                <a:lnTo>
                  <a:pt x="844" y="140"/>
                </a:lnTo>
                <a:lnTo>
                  <a:pt x="844" y="140"/>
                </a:lnTo>
                <a:lnTo>
                  <a:pt x="847" y="138"/>
                </a:lnTo>
                <a:lnTo>
                  <a:pt x="847" y="138"/>
                </a:lnTo>
                <a:lnTo>
                  <a:pt x="851" y="137"/>
                </a:lnTo>
                <a:lnTo>
                  <a:pt x="851" y="137"/>
                </a:lnTo>
                <a:lnTo>
                  <a:pt x="855" y="136"/>
                </a:lnTo>
                <a:lnTo>
                  <a:pt x="856" y="136"/>
                </a:lnTo>
                <a:lnTo>
                  <a:pt x="856" y="136"/>
                </a:lnTo>
                <a:lnTo>
                  <a:pt x="859" y="135"/>
                </a:lnTo>
                <a:lnTo>
                  <a:pt x="860" y="135"/>
                </a:lnTo>
                <a:lnTo>
                  <a:pt x="863" y="134"/>
                </a:lnTo>
                <a:lnTo>
                  <a:pt x="863" y="134"/>
                </a:lnTo>
                <a:lnTo>
                  <a:pt x="868" y="132"/>
                </a:lnTo>
                <a:lnTo>
                  <a:pt x="868" y="132"/>
                </a:lnTo>
                <a:lnTo>
                  <a:pt x="868" y="132"/>
                </a:lnTo>
                <a:lnTo>
                  <a:pt x="871" y="130"/>
                </a:lnTo>
                <a:lnTo>
                  <a:pt x="872" y="130"/>
                </a:lnTo>
                <a:lnTo>
                  <a:pt x="876" y="127"/>
                </a:lnTo>
                <a:lnTo>
                  <a:pt x="876" y="127"/>
                </a:lnTo>
                <a:lnTo>
                  <a:pt x="880" y="123"/>
                </a:lnTo>
                <a:lnTo>
                  <a:pt x="880" y="123"/>
                </a:lnTo>
                <a:lnTo>
                  <a:pt x="883" y="119"/>
                </a:lnTo>
                <a:lnTo>
                  <a:pt x="884" y="119"/>
                </a:lnTo>
                <a:lnTo>
                  <a:pt x="888" y="115"/>
                </a:lnTo>
                <a:lnTo>
                  <a:pt x="888" y="115"/>
                </a:lnTo>
                <a:lnTo>
                  <a:pt x="892" y="111"/>
                </a:lnTo>
                <a:lnTo>
                  <a:pt x="892" y="111"/>
                </a:lnTo>
                <a:lnTo>
                  <a:pt x="895" y="106"/>
                </a:lnTo>
                <a:lnTo>
                  <a:pt x="896" y="106"/>
                </a:lnTo>
                <a:lnTo>
                  <a:pt x="900" y="101"/>
                </a:lnTo>
                <a:lnTo>
                  <a:pt x="900" y="101"/>
                </a:lnTo>
                <a:lnTo>
                  <a:pt x="904" y="97"/>
                </a:lnTo>
                <a:lnTo>
                  <a:pt x="904" y="96"/>
                </a:lnTo>
                <a:lnTo>
                  <a:pt x="907" y="92"/>
                </a:lnTo>
                <a:lnTo>
                  <a:pt x="907" y="92"/>
                </a:lnTo>
                <a:lnTo>
                  <a:pt x="912" y="89"/>
                </a:lnTo>
                <a:lnTo>
                  <a:pt x="912" y="89"/>
                </a:lnTo>
                <a:lnTo>
                  <a:pt x="916" y="85"/>
                </a:lnTo>
                <a:lnTo>
                  <a:pt x="916" y="85"/>
                </a:lnTo>
                <a:lnTo>
                  <a:pt x="919" y="83"/>
                </a:lnTo>
                <a:lnTo>
                  <a:pt x="920" y="83"/>
                </a:lnTo>
                <a:lnTo>
                  <a:pt x="923" y="81"/>
                </a:lnTo>
                <a:lnTo>
                  <a:pt x="924" y="82"/>
                </a:lnTo>
                <a:lnTo>
                  <a:pt x="924" y="81"/>
                </a:lnTo>
                <a:lnTo>
                  <a:pt x="925" y="82"/>
                </a:lnTo>
                <a:lnTo>
                  <a:pt x="928" y="81"/>
                </a:lnTo>
                <a:lnTo>
                  <a:pt x="928" y="81"/>
                </a:lnTo>
                <a:lnTo>
                  <a:pt x="930" y="81"/>
                </a:lnTo>
                <a:lnTo>
                  <a:pt x="931" y="81"/>
                </a:lnTo>
                <a:lnTo>
                  <a:pt x="931" y="81"/>
                </a:lnTo>
                <a:lnTo>
                  <a:pt x="936" y="80"/>
                </a:lnTo>
                <a:lnTo>
                  <a:pt x="936" y="80"/>
                </a:lnTo>
                <a:lnTo>
                  <a:pt x="936" y="80"/>
                </a:lnTo>
                <a:lnTo>
                  <a:pt x="937" y="81"/>
                </a:lnTo>
                <a:lnTo>
                  <a:pt x="939" y="80"/>
                </a:lnTo>
                <a:lnTo>
                  <a:pt x="940" y="80"/>
                </a:lnTo>
                <a:lnTo>
                  <a:pt x="940" y="80"/>
                </a:lnTo>
                <a:lnTo>
                  <a:pt x="942" y="80"/>
                </a:lnTo>
                <a:lnTo>
                  <a:pt x="944" y="80"/>
                </a:lnTo>
                <a:lnTo>
                  <a:pt x="944" y="80"/>
                </a:lnTo>
                <a:lnTo>
                  <a:pt x="946" y="80"/>
                </a:lnTo>
                <a:lnTo>
                  <a:pt x="948" y="80"/>
                </a:lnTo>
                <a:lnTo>
                  <a:pt x="948" y="80"/>
                </a:lnTo>
                <a:lnTo>
                  <a:pt x="948" y="80"/>
                </a:lnTo>
                <a:lnTo>
                  <a:pt x="952" y="82"/>
                </a:lnTo>
                <a:lnTo>
                  <a:pt x="952" y="82"/>
                </a:lnTo>
                <a:lnTo>
                  <a:pt x="956" y="83"/>
                </a:lnTo>
                <a:lnTo>
                  <a:pt x="956" y="83"/>
                </a:lnTo>
                <a:lnTo>
                  <a:pt x="960" y="85"/>
                </a:lnTo>
                <a:lnTo>
                  <a:pt x="960" y="85"/>
                </a:lnTo>
                <a:lnTo>
                  <a:pt x="964" y="87"/>
                </a:lnTo>
                <a:lnTo>
                  <a:pt x="964" y="87"/>
                </a:lnTo>
                <a:lnTo>
                  <a:pt x="968" y="90"/>
                </a:lnTo>
                <a:lnTo>
                  <a:pt x="968" y="90"/>
                </a:lnTo>
                <a:lnTo>
                  <a:pt x="972" y="93"/>
                </a:lnTo>
                <a:lnTo>
                  <a:pt x="972" y="93"/>
                </a:lnTo>
                <a:lnTo>
                  <a:pt x="976" y="96"/>
                </a:lnTo>
                <a:lnTo>
                  <a:pt x="976" y="96"/>
                </a:lnTo>
                <a:lnTo>
                  <a:pt x="980" y="100"/>
                </a:lnTo>
                <a:lnTo>
                  <a:pt x="980" y="101"/>
                </a:lnTo>
                <a:lnTo>
                  <a:pt x="984" y="107"/>
                </a:lnTo>
                <a:lnTo>
                  <a:pt x="984" y="107"/>
                </a:lnTo>
                <a:lnTo>
                  <a:pt x="988" y="115"/>
                </a:lnTo>
                <a:lnTo>
                  <a:pt x="988" y="115"/>
                </a:lnTo>
                <a:lnTo>
                  <a:pt x="992" y="124"/>
                </a:lnTo>
                <a:lnTo>
                  <a:pt x="992" y="124"/>
                </a:lnTo>
                <a:lnTo>
                  <a:pt x="996" y="134"/>
                </a:lnTo>
                <a:lnTo>
                  <a:pt x="996" y="134"/>
                </a:lnTo>
                <a:lnTo>
                  <a:pt x="1000" y="146"/>
                </a:lnTo>
                <a:lnTo>
                  <a:pt x="1000" y="147"/>
                </a:lnTo>
                <a:lnTo>
                  <a:pt x="1004" y="160"/>
                </a:lnTo>
                <a:lnTo>
                  <a:pt x="1004" y="160"/>
                </a:lnTo>
                <a:lnTo>
                  <a:pt x="1008" y="174"/>
                </a:lnTo>
                <a:lnTo>
                  <a:pt x="1008" y="174"/>
                </a:lnTo>
                <a:lnTo>
                  <a:pt x="1012" y="188"/>
                </a:lnTo>
                <a:lnTo>
                  <a:pt x="1012" y="188"/>
                </a:lnTo>
                <a:lnTo>
                  <a:pt x="1016" y="201"/>
                </a:lnTo>
                <a:lnTo>
                  <a:pt x="1016" y="201"/>
                </a:lnTo>
                <a:lnTo>
                  <a:pt x="1020" y="214"/>
                </a:lnTo>
                <a:lnTo>
                  <a:pt x="1020" y="214"/>
                </a:lnTo>
                <a:lnTo>
                  <a:pt x="1024" y="226"/>
                </a:lnTo>
                <a:lnTo>
                  <a:pt x="1024" y="226"/>
                </a:lnTo>
                <a:lnTo>
                  <a:pt x="1028" y="237"/>
                </a:lnTo>
                <a:lnTo>
                  <a:pt x="1028" y="237"/>
                </a:lnTo>
                <a:lnTo>
                  <a:pt x="1032" y="247"/>
                </a:lnTo>
                <a:lnTo>
                  <a:pt x="1032" y="248"/>
                </a:lnTo>
                <a:lnTo>
                  <a:pt x="1036" y="257"/>
                </a:lnTo>
                <a:lnTo>
                  <a:pt x="1036" y="257"/>
                </a:lnTo>
                <a:lnTo>
                  <a:pt x="1040" y="265"/>
                </a:lnTo>
                <a:lnTo>
                  <a:pt x="1040" y="265"/>
                </a:lnTo>
                <a:lnTo>
                  <a:pt x="1044" y="274"/>
                </a:lnTo>
                <a:lnTo>
                  <a:pt x="1044" y="274"/>
                </a:lnTo>
                <a:lnTo>
                  <a:pt x="1048" y="282"/>
                </a:lnTo>
                <a:lnTo>
                  <a:pt x="1048" y="282"/>
                </a:lnTo>
                <a:lnTo>
                  <a:pt x="1052" y="289"/>
                </a:lnTo>
                <a:lnTo>
                  <a:pt x="1052" y="289"/>
                </a:lnTo>
                <a:lnTo>
                  <a:pt x="1056" y="296"/>
                </a:lnTo>
                <a:lnTo>
                  <a:pt x="1056" y="297"/>
                </a:lnTo>
                <a:lnTo>
                  <a:pt x="1060" y="301"/>
                </a:lnTo>
                <a:lnTo>
                  <a:pt x="1060" y="301"/>
                </a:lnTo>
                <a:lnTo>
                  <a:pt x="1064" y="306"/>
                </a:lnTo>
                <a:lnTo>
                  <a:pt x="1064" y="306"/>
                </a:lnTo>
                <a:lnTo>
                  <a:pt x="1068" y="308"/>
                </a:lnTo>
                <a:lnTo>
                  <a:pt x="1068" y="308"/>
                </a:lnTo>
                <a:lnTo>
                  <a:pt x="1072" y="310"/>
                </a:lnTo>
                <a:lnTo>
                  <a:pt x="1072" y="310"/>
                </a:lnTo>
                <a:lnTo>
                  <a:pt x="1076" y="311"/>
                </a:lnTo>
                <a:lnTo>
                  <a:pt x="1076" y="311"/>
                </a:lnTo>
                <a:lnTo>
                  <a:pt x="1076" y="311"/>
                </a:lnTo>
                <a:lnTo>
                  <a:pt x="1080" y="312"/>
                </a:lnTo>
                <a:lnTo>
                  <a:pt x="1080" y="312"/>
                </a:lnTo>
                <a:lnTo>
                  <a:pt x="1084" y="314"/>
                </a:lnTo>
                <a:lnTo>
                  <a:pt x="1084" y="314"/>
                </a:lnTo>
                <a:lnTo>
                  <a:pt x="1088" y="316"/>
                </a:lnTo>
                <a:lnTo>
                  <a:pt x="1088" y="316"/>
                </a:lnTo>
                <a:lnTo>
                  <a:pt x="1092" y="318"/>
                </a:lnTo>
                <a:lnTo>
                  <a:pt x="1092" y="318"/>
                </a:lnTo>
                <a:lnTo>
                  <a:pt x="1096" y="321"/>
                </a:lnTo>
                <a:lnTo>
                  <a:pt x="1096" y="321"/>
                </a:lnTo>
                <a:lnTo>
                  <a:pt x="1100" y="323"/>
                </a:lnTo>
                <a:lnTo>
                  <a:pt x="1100" y="323"/>
                </a:lnTo>
                <a:lnTo>
                  <a:pt x="1104" y="325"/>
                </a:lnTo>
                <a:lnTo>
                  <a:pt x="1104" y="325"/>
                </a:lnTo>
                <a:lnTo>
                  <a:pt x="1108" y="328"/>
                </a:lnTo>
                <a:lnTo>
                  <a:pt x="1108" y="328"/>
                </a:lnTo>
                <a:lnTo>
                  <a:pt x="1112" y="332"/>
                </a:lnTo>
                <a:lnTo>
                  <a:pt x="1112" y="332"/>
                </a:lnTo>
                <a:lnTo>
                  <a:pt x="1116" y="336"/>
                </a:lnTo>
                <a:lnTo>
                  <a:pt x="1116" y="336"/>
                </a:lnTo>
                <a:lnTo>
                  <a:pt x="1120" y="341"/>
                </a:lnTo>
                <a:lnTo>
                  <a:pt x="1120" y="341"/>
                </a:lnTo>
                <a:lnTo>
                  <a:pt x="1124" y="347"/>
                </a:lnTo>
                <a:lnTo>
                  <a:pt x="1124" y="347"/>
                </a:lnTo>
                <a:lnTo>
                  <a:pt x="1128" y="354"/>
                </a:lnTo>
                <a:lnTo>
                  <a:pt x="1128" y="354"/>
                </a:lnTo>
                <a:lnTo>
                  <a:pt x="1132" y="361"/>
                </a:lnTo>
                <a:lnTo>
                  <a:pt x="1132" y="361"/>
                </a:lnTo>
                <a:lnTo>
                  <a:pt x="1136" y="368"/>
                </a:lnTo>
                <a:lnTo>
                  <a:pt x="1136" y="368"/>
                </a:lnTo>
                <a:lnTo>
                  <a:pt x="1140" y="375"/>
                </a:lnTo>
                <a:lnTo>
                  <a:pt x="1140" y="375"/>
                </a:lnTo>
                <a:lnTo>
                  <a:pt x="1144" y="384"/>
                </a:lnTo>
                <a:lnTo>
                  <a:pt x="1144" y="384"/>
                </a:lnTo>
                <a:lnTo>
                  <a:pt x="1148" y="391"/>
                </a:lnTo>
                <a:lnTo>
                  <a:pt x="1148" y="391"/>
                </a:lnTo>
                <a:lnTo>
                  <a:pt x="1152" y="400"/>
                </a:lnTo>
                <a:lnTo>
                  <a:pt x="1152" y="400"/>
                </a:lnTo>
                <a:lnTo>
                  <a:pt x="1156" y="409"/>
                </a:lnTo>
                <a:lnTo>
                  <a:pt x="1156" y="409"/>
                </a:lnTo>
                <a:lnTo>
                  <a:pt x="1160" y="418"/>
                </a:lnTo>
                <a:lnTo>
                  <a:pt x="1160" y="418"/>
                </a:lnTo>
                <a:lnTo>
                  <a:pt x="1164" y="427"/>
                </a:lnTo>
                <a:lnTo>
                  <a:pt x="1164" y="427"/>
                </a:lnTo>
                <a:lnTo>
                  <a:pt x="1168" y="435"/>
                </a:lnTo>
                <a:lnTo>
                  <a:pt x="1168" y="435"/>
                </a:lnTo>
                <a:lnTo>
                  <a:pt x="1172" y="443"/>
                </a:lnTo>
                <a:lnTo>
                  <a:pt x="1172" y="443"/>
                </a:lnTo>
                <a:lnTo>
                  <a:pt x="1176" y="451"/>
                </a:lnTo>
                <a:lnTo>
                  <a:pt x="1176" y="452"/>
                </a:lnTo>
                <a:lnTo>
                  <a:pt x="1180" y="460"/>
                </a:lnTo>
                <a:lnTo>
                  <a:pt x="1180" y="460"/>
                </a:lnTo>
                <a:lnTo>
                  <a:pt x="1184" y="467"/>
                </a:lnTo>
                <a:lnTo>
                  <a:pt x="1184" y="467"/>
                </a:lnTo>
                <a:lnTo>
                  <a:pt x="1188" y="474"/>
                </a:lnTo>
                <a:lnTo>
                  <a:pt x="1188" y="474"/>
                </a:lnTo>
                <a:lnTo>
                  <a:pt x="1192" y="480"/>
                </a:lnTo>
                <a:lnTo>
                  <a:pt x="1192" y="480"/>
                </a:lnTo>
                <a:lnTo>
                  <a:pt x="1196" y="485"/>
                </a:lnTo>
                <a:lnTo>
                  <a:pt x="1196" y="486"/>
                </a:lnTo>
                <a:lnTo>
                  <a:pt x="1200" y="490"/>
                </a:lnTo>
                <a:lnTo>
                  <a:pt x="1200" y="490"/>
                </a:lnTo>
                <a:lnTo>
                  <a:pt x="1204" y="495"/>
                </a:lnTo>
                <a:lnTo>
                  <a:pt x="1204" y="495"/>
                </a:lnTo>
                <a:lnTo>
                  <a:pt x="1208" y="498"/>
                </a:lnTo>
                <a:lnTo>
                  <a:pt x="1208" y="498"/>
                </a:lnTo>
                <a:lnTo>
                  <a:pt x="1212" y="502"/>
                </a:lnTo>
                <a:lnTo>
                  <a:pt x="1212" y="502"/>
                </a:lnTo>
                <a:lnTo>
                  <a:pt x="1216" y="505"/>
                </a:lnTo>
                <a:lnTo>
                  <a:pt x="1216" y="505"/>
                </a:lnTo>
                <a:lnTo>
                  <a:pt x="1220" y="507"/>
                </a:lnTo>
                <a:lnTo>
                  <a:pt x="1220" y="507"/>
                </a:lnTo>
                <a:lnTo>
                  <a:pt x="1224" y="510"/>
                </a:lnTo>
                <a:lnTo>
                  <a:pt x="1224" y="510"/>
                </a:lnTo>
                <a:lnTo>
                  <a:pt x="1228" y="512"/>
                </a:lnTo>
                <a:lnTo>
                  <a:pt x="1228" y="513"/>
                </a:lnTo>
                <a:lnTo>
                  <a:pt x="1232" y="515"/>
                </a:lnTo>
                <a:lnTo>
                  <a:pt x="1232" y="515"/>
                </a:lnTo>
                <a:lnTo>
                  <a:pt x="1236" y="518"/>
                </a:lnTo>
                <a:lnTo>
                  <a:pt x="1236" y="518"/>
                </a:lnTo>
                <a:lnTo>
                  <a:pt x="1240" y="521"/>
                </a:lnTo>
                <a:lnTo>
                  <a:pt x="1240" y="521"/>
                </a:lnTo>
                <a:lnTo>
                  <a:pt x="1244" y="524"/>
                </a:lnTo>
                <a:lnTo>
                  <a:pt x="1244" y="524"/>
                </a:lnTo>
                <a:lnTo>
                  <a:pt x="1248" y="526"/>
                </a:lnTo>
                <a:lnTo>
                  <a:pt x="1248" y="526"/>
                </a:lnTo>
                <a:lnTo>
                  <a:pt x="1252" y="529"/>
                </a:lnTo>
                <a:lnTo>
                  <a:pt x="1252" y="529"/>
                </a:lnTo>
                <a:lnTo>
                  <a:pt x="1256" y="532"/>
                </a:lnTo>
                <a:lnTo>
                  <a:pt x="1256" y="532"/>
                </a:lnTo>
                <a:lnTo>
                  <a:pt x="1260" y="534"/>
                </a:lnTo>
                <a:lnTo>
                  <a:pt x="1260" y="534"/>
                </a:lnTo>
                <a:lnTo>
                  <a:pt x="1264" y="537"/>
                </a:lnTo>
                <a:lnTo>
                  <a:pt x="1264" y="537"/>
                </a:lnTo>
                <a:lnTo>
                  <a:pt x="1268" y="539"/>
                </a:lnTo>
                <a:lnTo>
                  <a:pt x="1268" y="539"/>
                </a:lnTo>
                <a:lnTo>
                  <a:pt x="1272" y="541"/>
                </a:lnTo>
                <a:lnTo>
                  <a:pt x="1272" y="541"/>
                </a:lnTo>
                <a:lnTo>
                  <a:pt x="1276" y="543"/>
                </a:lnTo>
                <a:lnTo>
                  <a:pt x="1276" y="543"/>
                </a:lnTo>
                <a:lnTo>
                  <a:pt x="1280" y="545"/>
                </a:lnTo>
                <a:lnTo>
                  <a:pt x="1280" y="545"/>
                </a:lnTo>
                <a:lnTo>
                  <a:pt x="1284" y="547"/>
                </a:lnTo>
                <a:lnTo>
                  <a:pt x="1284" y="547"/>
                </a:lnTo>
                <a:lnTo>
                  <a:pt x="1288" y="549"/>
                </a:lnTo>
                <a:lnTo>
                  <a:pt x="1288" y="549"/>
                </a:lnTo>
                <a:lnTo>
                  <a:pt x="1292" y="549"/>
                </a:lnTo>
                <a:lnTo>
                  <a:pt x="1292" y="549"/>
                </a:lnTo>
                <a:lnTo>
                  <a:pt x="1293" y="549"/>
                </a:lnTo>
                <a:lnTo>
                  <a:pt x="1294" y="550"/>
                </a:lnTo>
                <a:lnTo>
                  <a:pt x="1296" y="550"/>
                </a:lnTo>
                <a:lnTo>
                  <a:pt x="1296" y="550"/>
                </a:lnTo>
                <a:lnTo>
                  <a:pt x="1296" y="550"/>
                </a:lnTo>
                <a:lnTo>
                  <a:pt x="1300" y="549"/>
                </a:lnTo>
                <a:lnTo>
                  <a:pt x="1300" y="550"/>
                </a:lnTo>
                <a:lnTo>
                  <a:pt x="1300" y="550"/>
                </a:lnTo>
                <a:lnTo>
                  <a:pt x="1304" y="549"/>
                </a:lnTo>
                <a:lnTo>
                  <a:pt x="1304" y="549"/>
                </a:lnTo>
                <a:lnTo>
                  <a:pt x="1304" y="549"/>
                </a:lnTo>
                <a:lnTo>
                  <a:pt x="1305" y="549"/>
                </a:lnTo>
                <a:lnTo>
                  <a:pt x="1308" y="548"/>
                </a:lnTo>
                <a:lnTo>
                  <a:pt x="1308" y="548"/>
                </a:lnTo>
                <a:lnTo>
                  <a:pt x="1312" y="548"/>
                </a:lnTo>
                <a:lnTo>
                  <a:pt x="1312" y="548"/>
                </a:lnTo>
                <a:lnTo>
                  <a:pt x="1312" y="548"/>
                </a:lnTo>
                <a:lnTo>
                  <a:pt x="1313" y="548"/>
                </a:lnTo>
                <a:lnTo>
                  <a:pt x="1316" y="546"/>
                </a:lnTo>
                <a:lnTo>
                  <a:pt x="1317" y="546"/>
                </a:lnTo>
                <a:lnTo>
                  <a:pt x="1320" y="543"/>
                </a:lnTo>
                <a:lnTo>
                  <a:pt x="1320" y="543"/>
                </a:lnTo>
                <a:lnTo>
                  <a:pt x="1324" y="540"/>
                </a:lnTo>
                <a:lnTo>
                  <a:pt x="1324" y="540"/>
                </a:lnTo>
                <a:lnTo>
                  <a:pt x="1328" y="538"/>
                </a:lnTo>
                <a:lnTo>
                  <a:pt x="1329" y="538"/>
                </a:lnTo>
                <a:lnTo>
                  <a:pt x="1332" y="536"/>
                </a:lnTo>
                <a:lnTo>
                  <a:pt x="1332" y="536"/>
                </a:lnTo>
                <a:lnTo>
                  <a:pt x="1336" y="533"/>
                </a:lnTo>
                <a:lnTo>
                  <a:pt x="1336" y="533"/>
                </a:lnTo>
                <a:lnTo>
                  <a:pt x="1340" y="529"/>
                </a:lnTo>
                <a:lnTo>
                  <a:pt x="1340" y="529"/>
                </a:lnTo>
                <a:lnTo>
                  <a:pt x="1344" y="526"/>
                </a:lnTo>
                <a:lnTo>
                  <a:pt x="1344" y="526"/>
                </a:lnTo>
                <a:lnTo>
                  <a:pt x="1348" y="522"/>
                </a:lnTo>
                <a:lnTo>
                  <a:pt x="1348" y="522"/>
                </a:lnTo>
                <a:lnTo>
                  <a:pt x="1352" y="520"/>
                </a:lnTo>
                <a:lnTo>
                  <a:pt x="1353" y="520"/>
                </a:lnTo>
                <a:lnTo>
                  <a:pt x="1356" y="518"/>
                </a:lnTo>
                <a:lnTo>
                  <a:pt x="1356" y="518"/>
                </a:lnTo>
                <a:lnTo>
                  <a:pt x="1361" y="515"/>
                </a:lnTo>
                <a:lnTo>
                  <a:pt x="1361" y="515"/>
                </a:lnTo>
                <a:lnTo>
                  <a:pt x="1364" y="512"/>
                </a:lnTo>
                <a:lnTo>
                  <a:pt x="1364" y="512"/>
                </a:lnTo>
                <a:lnTo>
                  <a:pt x="1368" y="508"/>
                </a:lnTo>
                <a:lnTo>
                  <a:pt x="1368" y="508"/>
                </a:lnTo>
                <a:lnTo>
                  <a:pt x="1373" y="506"/>
                </a:lnTo>
                <a:lnTo>
                  <a:pt x="1373" y="506"/>
                </a:lnTo>
                <a:lnTo>
                  <a:pt x="1376" y="503"/>
                </a:lnTo>
                <a:lnTo>
                  <a:pt x="1377" y="503"/>
                </a:lnTo>
                <a:lnTo>
                  <a:pt x="1380" y="502"/>
                </a:lnTo>
                <a:lnTo>
                  <a:pt x="1380" y="502"/>
                </a:lnTo>
                <a:lnTo>
                  <a:pt x="1380" y="502"/>
                </a:lnTo>
                <a:lnTo>
                  <a:pt x="1385" y="501"/>
                </a:lnTo>
                <a:lnTo>
                  <a:pt x="1385" y="501"/>
                </a:lnTo>
                <a:lnTo>
                  <a:pt x="1386" y="501"/>
                </a:lnTo>
                <a:lnTo>
                  <a:pt x="1388" y="501"/>
                </a:lnTo>
                <a:lnTo>
                  <a:pt x="1388" y="501"/>
                </a:lnTo>
                <a:lnTo>
                  <a:pt x="1389" y="501"/>
                </a:lnTo>
                <a:lnTo>
                  <a:pt x="1389" y="501"/>
                </a:lnTo>
                <a:lnTo>
                  <a:pt x="1392" y="502"/>
                </a:lnTo>
                <a:lnTo>
                  <a:pt x="1392" y="502"/>
                </a:lnTo>
                <a:lnTo>
                  <a:pt x="1397" y="504"/>
                </a:lnTo>
                <a:lnTo>
                  <a:pt x="1397" y="504"/>
                </a:lnTo>
                <a:lnTo>
                  <a:pt x="1400" y="505"/>
                </a:lnTo>
                <a:lnTo>
                  <a:pt x="1401" y="505"/>
                </a:lnTo>
                <a:lnTo>
                  <a:pt x="1401" y="505"/>
                </a:lnTo>
                <a:lnTo>
                  <a:pt x="1404" y="506"/>
                </a:lnTo>
                <a:lnTo>
                  <a:pt x="1404" y="506"/>
                </a:lnTo>
                <a:lnTo>
                  <a:pt x="1405" y="506"/>
                </a:lnTo>
                <a:lnTo>
                  <a:pt x="1409" y="506"/>
                </a:lnTo>
                <a:lnTo>
                  <a:pt x="1409" y="506"/>
                </a:lnTo>
                <a:lnTo>
                  <a:pt x="1409" y="506"/>
                </a:lnTo>
                <a:lnTo>
                  <a:pt x="1412" y="507"/>
                </a:lnTo>
                <a:lnTo>
                  <a:pt x="1413" y="507"/>
                </a:lnTo>
                <a:lnTo>
                  <a:pt x="1413" y="507"/>
                </a:lnTo>
                <a:lnTo>
                  <a:pt x="1415" y="507"/>
                </a:lnTo>
                <a:lnTo>
                  <a:pt x="1416" y="507"/>
                </a:lnTo>
                <a:lnTo>
                  <a:pt x="1416" y="507"/>
                </a:lnTo>
                <a:lnTo>
                  <a:pt x="1419" y="507"/>
                </a:lnTo>
                <a:lnTo>
                  <a:pt x="1421" y="507"/>
                </a:lnTo>
                <a:lnTo>
                  <a:pt x="1421" y="507"/>
                </a:lnTo>
                <a:lnTo>
                  <a:pt x="1421" y="507"/>
                </a:lnTo>
                <a:lnTo>
                  <a:pt x="1424" y="506"/>
                </a:lnTo>
                <a:lnTo>
                  <a:pt x="1424" y="506"/>
                </a:lnTo>
                <a:lnTo>
                  <a:pt x="1429" y="505"/>
                </a:lnTo>
                <a:lnTo>
                  <a:pt x="1429" y="505"/>
                </a:lnTo>
                <a:lnTo>
                  <a:pt x="1433" y="504"/>
                </a:lnTo>
                <a:lnTo>
                  <a:pt x="1433" y="504"/>
                </a:lnTo>
                <a:lnTo>
                  <a:pt x="1436" y="501"/>
                </a:lnTo>
                <a:lnTo>
                  <a:pt x="1437" y="501"/>
                </a:lnTo>
                <a:lnTo>
                  <a:pt x="1441" y="498"/>
                </a:lnTo>
                <a:lnTo>
                  <a:pt x="1441" y="498"/>
                </a:lnTo>
                <a:lnTo>
                  <a:pt x="1445" y="493"/>
                </a:lnTo>
                <a:lnTo>
                  <a:pt x="1445" y="493"/>
                </a:lnTo>
                <a:lnTo>
                  <a:pt x="1448" y="487"/>
                </a:lnTo>
                <a:lnTo>
                  <a:pt x="1448" y="487"/>
                </a:lnTo>
                <a:lnTo>
                  <a:pt x="1453" y="480"/>
                </a:lnTo>
                <a:lnTo>
                  <a:pt x="1453" y="480"/>
                </a:lnTo>
                <a:lnTo>
                  <a:pt x="1457" y="473"/>
                </a:lnTo>
                <a:lnTo>
                  <a:pt x="1457" y="473"/>
                </a:lnTo>
                <a:lnTo>
                  <a:pt x="1460" y="465"/>
                </a:lnTo>
                <a:lnTo>
                  <a:pt x="1461" y="465"/>
                </a:lnTo>
                <a:lnTo>
                  <a:pt x="1465" y="456"/>
                </a:lnTo>
                <a:lnTo>
                  <a:pt x="1465" y="456"/>
                </a:lnTo>
                <a:lnTo>
                  <a:pt x="1469" y="448"/>
                </a:lnTo>
                <a:lnTo>
                  <a:pt x="1469" y="448"/>
                </a:lnTo>
                <a:lnTo>
                  <a:pt x="1472" y="441"/>
                </a:lnTo>
                <a:lnTo>
                  <a:pt x="1473" y="441"/>
                </a:lnTo>
                <a:lnTo>
                  <a:pt x="1477" y="434"/>
                </a:lnTo>
                <a:lnTo>
                  <a:pt x="1477" y="434"/>
                </a:lnTo>
                <a:lnTo>
                  <a:pt x="1481" y="427"/>
                </a:lnTo>
                <a:lnTo>
                  <a:pt x="1481" y="427"/>
                </a:lnTo>
                <a:lnTo>
                  <a:pt x="1484" y="421"/>
                </a:lnTo>
                <a:lnTo>
                  <a:pt x="1484" y="421"/>
                </a:lnTo>
                <a:lnTo>
                  <a:pt x="1489" y="416"/>
                </a:lnTo>
                <a:lnTo>
                  <a:pt x="1489" y="416"/>
                </a:lnTo>
                <a:lnTo>
                  <a:pt x="1493" y="412"/>
                </a:lnTo>
                <a:lnTo>
                  <a:pt x="1493" y="412"/>
                </a:lnTo>
                <a:lnTo>
                  <a:pt x="1497" y="409"/>
                </a:lnTo>
                <a:lnTo>
                  <a:pt x="1497" y="409"/>
                </a:lnTo>
                <a:lnTo>
                  <a:pt x="1501" y="406"/>
                </a:lnTo>
                <a:lnTo>
                  <a:pt x="1501" y="406"/>
                </a:lnTo>
                <a:lnTo>
                  <a:pt x="1504" y="405"/>
                </a:lnTo>
                <a:lnTo>
                  <a:pt x="1505" y="405"/>
                </a:lnTo>
                <a:lnTo>
                  <a:pt x="1505" y="405"/>
                </a:lnTo>
                <a:lnTo>
                  <a:pt x="1509" y="407"/>
                </a:lnTo>
                <a:lnTo>
                  <a:pt x="1509" y="407"/>
                </a:lnTo>
                <a:lnTo>
                  <a:pt x="1513" y="410"/>
                </a:lnTo>
                <a:lnTo>
                  <a:pt x="1513" y="410"/>
                </a:lnTo>
                <a:lnTo>
                  <a:pt x="1517" y="415"/>
                </a:lnTo>
                <a:lnTo>
                  <a:pt x="1517" y="415"/>
                </a:lnTo>
                <a:lnTo>
                  <a:pt x="1521" y="421"/>
                </a:lnTo>
                <a:lnTo>
                  <a:pt x="1521" y="421"/>
                </a:lnTo>
                <a:lnTo>
                  <a:pt x="1525" y="428"/>
                </a:lnTo>
                <a:lnTo>
                  <a:pt x="1525" y="428"/>
                </a:lnTo>
                <a:lnTo>
                  <a:pt x="1529" y="437"/>
                </a:lnTo>
                <a:lnTo>
                  <a:pt x="1529" y="437"/>
                </a:lnTo>
                <a:lnTo>
                  <a:pt x="1533" y="446"/>
                </a:lnTo>
                <a:lnTo>
                  <a:pt x="1533" y="446"/>
                </a:lnTo>
                <a:lnTo>
                  <a:pt x="1537" y="454"/>
                </a:lnTo>
                <a:lnTo>
                  <a:pt x="1537" y="454"/>
                </a:lnTo>
                <a:lnTo>
                  <a:pt x="1541" y="463"/>
                </a:lnTo>
                <a:lnTo>
                  <a:pt x="1541" y="463"/>
                </a:lnTo>
                <a:lnTo>
                  <a:pt x="1545" y="472"/>
                </a:lnTo>
                <a:lnTo>
                  <a:pt x="1545" y="472"/>
                </a:lnTo>
                <a:lnTo>
                  <a:pt x="1549" y="479"/>
                </a:lnTo>
                <a:lnTo>
                  <a:pt x="1549" y="479"/>
                </a:lnTo>
                <a:lnTo>
                  <a:pt x="1553" y="487"/>
                </a:lnTo>
                <a:lnTo>
                  <a:pt x="1553" y="487"/>
                </a:lnTo>
                <a:lnTo>
                  <a:pt x="1557" y="494"/>
                </a:lnTo>
                <a:lnTo>
                  <a:pt x="1557" y="495"/>
                </a:lnTo>
                <a:lnTo>
                  <a:pt x="1561" y="501"/>
                </a:lnTo>
                <a:lnTo>
                  <a:pt x="1561" y="501"/>
                </a:lnTo>
                <a:lnTo>
                  <a:pt x="1565" y="509"/>
                </a:lnTo>
                <a:lnTo>
                  <a:pt x="1565" y="509"/>
                </a:lnTo>
                <a:lnTo>
                  <a:pt x="1569" y="516"/>
                </a:lnTo>
                <a:lnTo>
                  <a:pt x="1569" y="517"/>
                </a:lnTo>
                <a:lnTo>
                  <a:pt x="1573" y="525"/>
                </a:lnTo>
                <a:lnTo>
                  <a:pt x="1573" y="525"/>
                </a:lnTo>
                <a:lnTo>
                  <a:pt x="1577" y="533"/>
                </a:lnTo>
                <a:lnTo>
                  <a:pt x="1577" y="533"/>
                </a:lnTo>
                <a:lnTo>
                  <a:pt x="1581" y="541"/>
                </a:lnTo>
                <a:lnTo>
                  <a:pt x="1581" y="541"/>
                </a:lnTo>
                <a:lnTo>
                  <a:pt x="1585" y="549"/>
                </a:lnTo>
                <a:lnTo>
                  <a:pt x="1585" y="549"/>
                </a:lnTo>
                <a:lnTo>
                  <a:pt x="1589" y="556"/>
                </a:lnTo>
                <a:lnTo>
                  <a:pt x="1589" y="556"/>
                </a:lnTo>
                <a:lnTo>
                  <a:pt x="1593" y="562"/>
                </a:lnTo>
                <a:lnTo>
                  <a:pt x="1593" y="562"/>
                </a:lnTo>
                <a:lnTo>
                  <a:pt x="1597" y="568"/>
                </a:lnTo>
                <a:lnTo>
                  <a:pt x="1597" y="568"/>
                </a:lnTo>
                <a:lnTo>
                  <a:pt x="1601" y="574"/>
                </a:lnTo>
                <a:lnTo>
                  <a:pt x="1601" y="574"/>
                </a:lnTo>
                <a:lnTo>
                  <a:pt x="1605" y="579"/>
                </a:lnTo>
                <a:lnTo>
                  <a:pt x="1605" y="579"/>
                </a:lnTo>
                <a:lnTo>
                  <a:pt x="1609" y="583"/>
                </a:lnTo>
                <a:lnTo>
                  <a:pt x="1609" y="583"/>
                </a:lnTo>
                <a:lnTo>
                  <a:pt x="1613" y="587"/>
                </a:lnTo>
                <a:lnTo>
                  <a:pt x="1613" y="587"/>
                </a:lnTo>
                <a:lnTo>
                  <a:pt x="1617" y="590"/>
                </a:lnTo>
                <a:lnTo>
                  <a:pt x="1617" y="590"/>
                </a:lnTo>
                <a:lnTo>
                  <a:pt x="1621" y="593"/>
                </a:lnTo>
                <a:lnTo>
                  <a:pt x="1621" y="594"/>
                </a:lnTo>
                <a:lnTo>
                  <a:pt x="1625" y="597"/>
                </a:lnTo>
                <a:lnTo>
                  <a:pt x="1625" y="597"/>
                </a:lnTo>
                <a:lnTo>
                  <a:pt x="1629" y="600"/>
                </a:lnTo>
                <a:lnTo>
                  <a:pt x="1629" y="600"/>
                </a:lnTo>
                <a:lnTo>
                  <a:pt x="1633" y="604"/>
                </a:lnTo>
                <a:lnTo>
                  <a:pt x="1633" y="604"/>
                </a:lnTo>
                <a:lnTo>
                  <a:pt x="1637" y="607"/>
                </a:lnTo>
                <a:lnTo>
                  <a:pt x="1637" y="607"/>
                </a:lnTo>
                <a:lnTo>
                  <a:pt x="1641" y="611"/>
                </a:lnTo>
                <a:lnTo>
                  <a:pt x="1641" y="611"/>
                </a:lnTo>
                <a:lnTo>
                  <a:pt x="1645" y="615"/>
                </a:lnTo>
                <a:lnTo>
                  <a:pt x="1645" y="615"/>
                </a:lnTo>
                <a:lnTo>
                  <a:pt x="1649" y="619"/>
                </a:lnTo>
                <a:lnTo>
                  <a:pt x="1649" y="619"/>
                </a:lnTo>
                <a:lnTo>
                  <a:pt x="1653" y="621"/>
                </a:lnTo>
                <a:lnTo>
                  <a:pt x="1653" y="621"/>
                </a:lnTo>
                <a:lnTo>
                  <a:pt x="1657" y="623"/>
                </a:lnTo>
                <a:lnTo>
                  <a:pt x="1657" y="623"/>
                </a:lnTo>
                <a:lnTo>
                  <a:pt x="1661" y="625"/>
                </a:lnTo>
                <a:lnTo>
                  <a:pt x="1661" y="625"/>
                </a:lnTo>
                <a:lnTo>
                  <a:pt x="1665" y="626"/>
                </a:lnTo>
                <a:lnTo>
                  <a:pt x="1665" y="626"/>
                </a:lnTo>
                <a:lnTo>
                  <a:pt x="1665" y="626"/>
                </a:lnTo>
                <a:lnTo>
                  <a:pt x="1665" y="626"/>
                </a:lnTo>
                <a:lnTo>
                  <a:pt x="1669" y="627"/>
                </a:lnTo>
                <a:lnTo>
                  <a:pt x="1669" y="627"/>
                </a:lnTo>
                <a:lnTo>
                  <a:pt x="1669" y="627"/>
                </a:lnTo>
                <a:lnTo>
                  <a:pt x="1670" y="627"/>
                </a:lnTo>
                <a:lnTo>
                  <a:pt x="1673" y="627"/>
                </a:lnTo>
                <a:lnTo>
                  <a:pt x="1673" y="627"/>
                </a:lnTo>
                <a:lnTo>
                  <a:pt x="1677" y="625"/>
                </a:lnTo>
                <a:lnTo>
                  <a:pt x="1677" y="625"/>
                </a:lnTo>
                <a:lnTo>
                  <a:pt x="1681" y="624"/>
                </a:lnTo>
                <a:lnTo>
                  <a:pt x="1681" y="624"/>
                </a:lnTo>
                <a:lnTo>
                  <a:pt x="1681" y="624"/>
                </a:lnTo>
                <a:lnTo>
                  <a:pt x="1685" y="622"/>
                </a:lnTo>
                <a:lnTo>
                  <a:pt x="1685" y="622"/>
                </a:lnTo>
                <a:lnTo>
                  <a:pt x="1689" y="619"/>
                </a:lnTo>
                <a:lnTo>
                  <a:pt x="1689" y="619"/>
                </a:lnTo>
                <a:lnTo>
                  <a:pt x="1693" y="615"/>
                </a:lnTo>
                <a:lnTo>
                  <a:pt x="1693" y="615"/>
                </a:lnTo>
                <a:lnTo>
                  <a:pt x="1697" y="611"/>
                </a:lnTo>
                <a:lnTo>
                  <a:pt x="1697" y="611"/>
                </a:lnTo>
                <a:lnTo>
                  <a:pt x="1701" y="607"/>
                </a:lnTo>
                <a:lnTo>
                  <a:pt x="1701" y="607"/>
                </a:lnTo>
                <a:lnTo>
                  <a:pt x="1705" y="601"/>
                </a:lnTo>
                <a:lnTo>
                  <a:pt x="1705" y="601"/>
                </a:lnTo>
                <a:lnTo>
                  <a:pt x="1709" y="595"/>
                </a:lnTo>
                <a:lnTo>
                  <a:pt x="1709" y="595"/>
                </a:lnTo>
                <a:lnTo>
                  <a:pt x="1713" y="588"/>
                </a:lnTo>
                <a:lnTo>
                  <a:pt x="1713" y="588"/>
                </a:lnTo>
                <a:lnTo>
                  <a:pt x="1717" y="581"/>
                </a:lnTo>
                <a:lnTo>
                  <a:pt x="1717" y="580"/>
                </a:lnTo>
                <a:lnTo>
                  <a:pt x="1721" y="572"/>
                </a:lnTo>
                <a:lnTo>
                  <a:pt x="1721" y="572"/>
                </a:lnTo>
                <a:lnTo>
                  <a:pt x="1725" y="562"/>
                </a:lnTo>
                <a:lnTo>
                  <a:pt x="1725" y="561"/>
                </a:lnTo>
                <a:lnTo>
                  <a:pt x="1729" y="551"/>
                </a:lnTo>
                <a:lnTo>
                  <a:pt x="1729" y="551"/>
                </a:lnTo>
                <a:lnTo>
                  <a:pt x="1733" y="542"/>
                </a:lnTo>
                <a:lnTo>
                  <a:pt x="1733" y="542"/>
                </a:lnTo>
                <a:lnTo>
                  <a:pt x="1737" y="531"/>
                </a:lnTo>
                <a:lnTo>
                  <a:pt x="1737" y="531"/>
                </a:lnTo>
                <a:lnTo>
                  <a:pt x="1741" y="521"/>
                </a:lnTo>
                <a:lnTo>
                  <a:pt x="1741" y="521"/>
                </a:lnTo>
                <a:lnTo>
                  <a:pt x="1745" y="510"/>
                </a:lnTo>
                <a:lnTo>
                  <a:pt x="1745" y="510"/>
                </a:lnTo>
                <a:lnTo>
                  <a:pt x="1749" y="499"/>
                </a:lnTo>
                <a:lnTo>
                  <a:pt x="1749" y="499"/>
                </a:lnTo>
                <a:lnTo>
                  <a:pt x="1753" y="487"/>
                </a:lnTo>
                <a:lnTo>
                  <a:pt x="1753" y="487"/>
                </a:lnTo>
                <a:lnTo>
                  <a:pt x="1757" y="475"/>
                </a:lnTo>
                <a:lnTo>
                  <a:pt x="1757" y="475"/>
                </a:lnTo>
                <a:lnTo>
                  <a:pt x="1761" y="463"/>
                </a:lnTo>
                <a:lnTo>
                  <a:pt x="1761" y="463"/>
                </a:lnTo>
                <a:lnTo>
                  <a:pt x="1765" y="451"/>
                </a:lnTo>
                <a:lnTo>
                  <a:pt x="1765" y="451"/>
                </a:lnTo>
                <a:lnTo>
                  <a:pt x="1769" y="439"/>
                </a:lnTo>
                <a:lnTo>
                  <a:pt x="1769" y="439"/>
                </a:lnTo>
                <a:lnTo>
                  <a:pt x="1773" y="427"/>
                </a:lnTo>
                <a:lnTo>
                  <a:pt x="1773" y="427"/>
                </a:lnTo>
                <a:lnTo>
                  <a:pt x="1777" y="415"/>
                </a:lnTo>
                <a:lnTo>
                  <a:pt x="1777" y="415"/>
                </a:lnTo>
                <a:lnTo>
                  <a:pt x="1781" y="403"/>
                </a:lnTo>
                <a:lnTo>
                  <a:pt x="1781" y="403"/>
                </a:lnTo>
                <a:lnTo>
                  <a:pt x="1785" y="392"/>
                </a:lnTo>
                <a:lnTo>
                  <a:pt x="1785" y="392"/>
                </a:lnTo>
                <a:lnTo>
                  <a:pt x="1789" y="382"/>
                </a:lnTo>
                <a:lnTo>
                  <a:pt x="1789" y="382"/>
                </a:lnTo>
                <a:lnTo>
                  <a:pt x="1793" y="372"/>
                </a:lnTo>
                <a:lnTo>
                  <a:pt x="1793" y="372"/>
                </a:lnTo>
                <a:lnTo>
                  <a:pt x="1797" y="363"/>
                </a:lnTo>
                <a:lnTo>
                  <a:pt x="1797" y="363"/>
                </a:lnTo>
                <a:lnTo>
                  <a:pt x="1801" y="355"/>
                </a:lnTo>
                <a:lnTo>
                  <a:pt x="1801" y="355"/>
                </a:lnTo>
                <a:lnTo>
                  <a:pt x="1805" y="348"/>
                </a:lnTo>
                <a:lnTo>
                  <a:pt x="1805" y="348"/>
                </a:lnTo>
                <a:lnTo>
                  <a:pt x="1809" y="342"/>
                </a:lnTo>
                <a:lnTo>
                  <a:pt x="1809" y="342"/>
                </a:lnTo>
                <a:lnTo>
                  <a:pt x="1813" y="337"/>
                </a:lnTo>
                <a:lnTo>
                  <a:pt x="1813" y="337"/>
                </a:lnTo>
                <a:lnTo>
                  <a:pt x="1817" y="334"/>
                </a:lnTo>
                <a:lnTo>
                  <a:pt x="1817" y="334"/>
                </a:lnTo>
                <a:lnTo>
                  <a:pt x="1821" y="331"/>
                </a:lnTo>
                <a:lnTo>
                  <a:pt x="1821" y="331"/>
                </a:lnTo>
                <a:lnTo>
                  <a:pt x="1825" y="330"/>
                </a:lnTo>
                <a:lnTo>
                  <a:pt x="1825" y="329"/>
                </a:lnTo>
                <a:lnTo>
                  <a:pt x="1826" y="330"/>
                </a:lnTo>
                <a:lnTo>
                  <a:pt x="1829" y="329"/>
                </a:lnTo>
                <a:lnTo>
                  <a:pt x="1829" y="329"/>
                </a:lnTo>
                <a:lnTo>
                  <a:pt x="1829" y="329"/>
                </a:lnTo>
                <a:lnTo>
                  <a:pt x="1829" y="329"/>
                </a:lnTo>
                <a:lnTo>
                  <a:pt x="1832" y="328"/>
                </a:lnTo>
                <a:lnTo>
                  <a:pt x="1833" y="328"/>
                </a:lnTo>
                <a:lnTo>
                  <a:pt x="1833" y="328"/>
                </a:lnTo>
                <a:lnTo>
                  <a:pt x="1835" y="328"/>
                </a:lnTo>
                <a:lnTo>
                  <a:pt x="1837" y="328"/>
                </a:lnTo>
                <a:lnTo>
                  <a:pt x="1837" y="328"/>
                </a:lnTo>
                <a:lnTo>
                  <a:pt x="1841" y="330"/>
                </a:lnTo>
                <a:lnTo>
                  <a:pt x="1841" y="330"/>
                </a:lnTo>
                <a:lnTo>
                  <a:pt x="1845" y="331"/>
                </a:lnTo>
                <a:lnTo>
                  <a:pt x="1846" y="331"/>
                </a:lnTo>
                <a:lnTo>
                  <a:pt x="1849" y="333"/>
                </a:lnTo>
                <a:lnTo>
                  <a:pt x="1849" y="333"/>
                </a:lnTo>
                <a:lnTo>
                  <a:pt x="1853" y="336"/>
                </a:lnTo>
                <a:lnTo>
                  <a:pt x="1853" y="336"/>
                </a:lnTo>
                <a:lnTo>
                  <a:pt x="1857" y="339"/>
                </a:lnTo>
                <a:lnTo>
                  <a:pt x="1857" y="339"/>
                </a:lnTo>
                <a:lnTo>
                  <a:pt x="1861" y="342"/>
                </a:lnTo>
                <a:lnTo>
                  <a:pt x="1861" y="342"/>
                </a:lnTo>
                <a:lnTo>
                  <a:pt x="1865" y="345"/>
                </a:lnTo>
                <a:lnTo>
                  <a:pt x="1865" y="345"/>
                </a:lnTo>
                <a:lnTo>
                  <a:pt x="1869" y="347"/>
                </a:lnTo>
                <a:lnTo>
                  <a:pt x="1870" y="347"/>
                </a:lnTo>
                <a:lnTo>
                  <a:pt x="1871" y="347"/>
                </a:lnTo>
                <a:lnTo>
                  <a:pt x="1873" y="347"/>
                </a:lnTo>
                <a:lnTo>
                  <a:pt x="1873" y="347"/>
                </a:lnTo>
                <a:lnTo>
                  <a:pt x="1873" y="347"/>
                </a:lnTo>
                <a:lnTo>
                  <a:pt x="1874" y="347"/>
                </a:lnTo>
                <a:lnTo>
                  <a:pt x="1877" y="347"/>
                </a:lnTo>
                <a:lnTo>
                  <a:pt x="1877" y="347"/>
                </a:lnTo>
                <a:lnTo>
                  <a:pt x="1877" y="347"/>
                </a:lnTo>
                <a:lnTo>
                  <a:pt x="1878" y="347"/>
                </a:lnTo>
                <a:lnTo>
                  <a:pt x="1881" y="346"/>
                </a:lnTo>
                <a:lnTo>
                  <a:pt x="1881" y="346"/>
                </a:lnTo>
                <a:lnTo>
                  <a:pt x="1885" y="344"/>
                </a:lnTo>
                <a:lnTo>
                  <a:pt x="1885" y="344"/>
                </a:lnTo>
                <a:lnTo>
                  <a:pt x="1889" y="341"/>
                </a:lnTo>
                <a:lnTo>
                  <a:pt x="1889" y="341"/>
                </a:lnTo>
                <a:lnTo>
                  <a:pt x="1893" y="337"/>
                </a:lnTo>
                <a:lnTo>
                  <a:pt x="1894" y="337"/>
                </a:lnTo>
                <a:lnTo>
                  <a:pt x="1897" y="333"/>
                </a:lnTo>
                <a:lnTo>
                  <a:pt x="1897" y="333"/>
                </a:lnTo>
                <a:lnTo>
                  <a:pt x="1901" y="328"/>
                </a:lnTo>
                <a:lnTo>
                  <a:pt x="1901" y="327"/>
                </a:lnTo>
                <a:lnTo>
                  <a:pt x="1905" y="322"/>
                </a:lnTo>
                <a:lnTo>
                  <a:pt x="1906" y="322"/>
                </a:lnTo>
                <a:lnTo>
                  <a:pt x="1909" y="316"/>
                </a:lnTo>
                <a:lnTo>
                  <a:pt x="1909" y="316"/>
                </a:lnTo>
                <a:lnTo>
                  <a:pt x="1914" y="311"/>
                </a:lnTo>
                <a:lnTo>
                  <a:pt x="1914" y="311"/>
                </a:lnTo>
                <a:lnTo>
                  <a:pt x="1917" y="305"/>
                </a:lnTo>
                <a:lnTo>
                  <a:pt x="1918" y="305"/>
                </a:lnTo>
                <a:lnTo>
                  <a:pt x="1921" y="300"/>
                </a:lnTo>
                <a:lnTo>
                  <a:pt x="1921" y="300"/>
                </a:lnTo>
                <a:lnTo>
                  <a:pt x="1926" y="295"/>
                </a:lnTo>
                <a:lnTo>
                  <a:pt x="1926" y="295"/>
                </a:lnTo>
                <a:lnTo>
                  <a:pt x="1929" y="291"/>
                </a:lnTo>
                <a:lnTo>
                  <a:pt x="1930" y="291"/>
                </a:lnTo>
                <a:lnTo>
                  <a:pt x="1933" y="287"/>
                </a:lnTo>
                <a:lnTo>
                  <a:pt x="1933" y="287"/>
                </a:lnTo>
                <a:lnTo>
                  <a:pt x="1938" y="283"/>
                </a:lnTo>
                <a:lnTo>
                  <a:pt x="1938" y="283"/>
                </a:lnTo>
                <a:lnTo>
                  <a:pt x="1941" y="279"/>
                </a:lnTo>
                <a:lnTo>
                  <a:pt x="1941" y="279"/>
                </a:lnTo>
                <a:lnTo>
                  <a:pt x="1945" y="275"/>
                </a:lnTo>
                <a:lnTo>
                  <a:pt x="1945" y="275"/>
                </a:lnTo>
                <a:lnTo>
                  <a:pt x="1950" y="270"/>
                </a:lnTo>
                <a:lnTo>
                  <a:pt x="1950" y="270"/>
                </a:lnTo>
                <a:lnTo>
                  <a:pt x="1953" y="266"/>
                </a:lnTo>
                <a:lnTo>
                  <a:pt x="1954" y="266"/>
                </a:lnTo>
                <a:lnTo>
                  <a:pt x="1957" y="263"/>
                </a:lnTo>
                <a:lnTo>
                  <a:pt x="1957" y="262"/>
                </a:lnTo>
                <a:lnTo>
                  <a:pt x="1962" y="259"/>
                </a:lnTo>
                <a:lnTo>
                  <a:pt x="1962" y="259"/>
                </a:lnTo>
                <a:lnTo>
                  <a:pt x="1965" y="256"/>
                </a:lnTo>
                <a:lnTo>
                  <a:pt x="1965" y="256"/>
                </a:lnTo>
                <a:lnTo>
                  <a:pt x="1969" y="253"/>
                </a:lnTo>
                <a:lnTo>
                  <a:pt x="1969" y="253"/>
                </a:lnTo>
                <a:lnTo>
                  <a:pt x="1974" y="250"/>
                </a:lnTo>
                <a:lnTo>
                  <a:pt x="1974" y="250"/>
                </a:lnTo>
                <a:lnTo>
                  <a:pt x="1977" y="246"/>
                </a:lnTo>
                <a:lnTo>
                  <a:pt x="1978" y="246"/>
                </a:lnTo>
                <a:lnTo>
                  <a:pt x="1982" y="242"/>
                </a:lnTo>
                <a:lnTo>
                  <a:pt x="1982" y="242"/>
                </a:lnTo>
                <a:lnTo>
                  <a:pt x="1986" y="237"/>
                </a:lnTo>
                <a:lnTo>
                  <a:pt x="1986" y="237"/>
                </a:lnTo>
                <a:lnTo>
                  <a:pt x="1989" y="231"/>
                </a:lnTo>
                <a:lnTo>
                  <a:pt x="1990" y="230"/>
                </a:lnTo>
                <a:lnTo>
                  <a:pt x="1994" y="224"/>
                </a:lnTo>
                <a:lnTo>
                  <a:pt x="1994" y="224"/>
                </a:lnTo>
                <a:lnTo>
                  <a:pt x="1998" y="217"/>
                </a:lnTo>
                <a:lnTo>
                  <a:pt x="1998" y="217"/>
                </a:lnTo>
                <a:lnTo>
                  <a:pt x="2001" y="211"/>
                </a:lnTo>
                <a:lnTo>
                  <a:pt x="2002" y="211"/>
                </a:lnTo>
                <a:lnTo>
                  <a:pt x="2006" y="204"/>
                </a:lnTo>
                <a:lnTo>
                  <a:pt x="2006" y="204"/>
                </a:lnTo>
                <a:lnTo>
                  <a:pt x="2010" y="196"/>
                </a:lnTo>
                <a:lnTo>
                  <a:pt x="2010" y="196"/>
                </a:lnTo>
                <a:lnTo>
                  <a:pt x="2013" y="187"/>
                </a:lnTo>
                <a:lnTo>
                  <a:pt x="2014" y="187"/>
                </a:lnTo>
                <a:lnTo>
                  <a:pt x="2018" y="178"/>
                </a:lnTo>
                <a:lnTo>
                  <a:pt x="2018" y="178"/>
                </a:lnTo>
                <a:lnTo>
                  <a:pt x="2022" y="171"/>
                </a:lnTo>
                <a:lnTo>
                  <a:pt x="2022" y="171"/>
                </a:lnTo>
                <a:lnTo>
                  <a:pt x="2025" y="163"/>
                </a:lnTo>
                <a:lnTo>
                  <a:pt x="2025" y="163"/>
                </a:lnTo>
                <a:lnTo>
                  <a:pt x="2030" y="156"/>
                </a:lnTo>
                <a:lnTo>
                  <a:pt x="2030" y="156"/>
                </a:lnTo>
                <a:lnTo>
                  <a:pt x="2034" y="150"/>
                </a:lnTo>
                <a:lnTo>
                  <a:pt x="2034" y="150"/>
                </a:lnTo>
                <a:lnTo>
                  <a:pt x="2037" y="143"/>
                </a:lnTo>
                <a:lnTo>
                  <a:pt x="2038" y="143"/>
                </a:lnTo>
                <a:lnTo>
                  <a:pt x="2042" y="138"/>
                </a:lnTo>
                <a:lnTo>
                  <a:pt x="2042" y="138"/>
                </a:lnTo>
                <a:lnTo>
                  <a:pt x="2046" y="133"/>
                </a:lnTo>
                <a:lnTo>
                  <a:pt x="2046" y="133"/>
                </a:lnTo>
                <a:lnTo>
                  <a:pt x="2050" y="130"/>
                </a:lnTo>
                <a:lnTo>
                  <a:pt x="2050" y="130"/>
                </a:lnTo>
                <a:lnTo>
                  <a:pt x="2054" y="127"/>
                </a:lnTo>
                <a:lnTo>
                  <a:pt x="2054" y="127"/>
                </a:lnTo>
                <a:lnTo>
                  <a:pt x="2057" y="125"/>
                </a:lnTo>
                <a:lnTo>
                  <a:pt x="2058" y="125"/>
                </a:lnTo>
                <a:lnTo>
                  <a:pt x="2058" y="125"/>
                </a:lnTo>
                <a:lnTo>
                  <a:pt x="2058" y="125"/>
                </a:lnTo>
                <a:lnTo>
                  <a:pt x="2061" y="125"/>
                </a:lnTo>
                <a:lnTo>
                  <a:pt x="2062" y="125"/>
                </a:lnTo>
                <a:lnTo>
                  <a:pt x="2062" y="125"/>
                </a:lnTo>
                <a:lnTo>
                  <a:pt x="2066" y="127"/>
                </a:lnTo>
                <a:lnTo>
                  <a:pt x="2066" y="127"/>
                </a:lnTo>
                <a:lnTo>
                  <a:pt x="2070" y="129"/>
                </a:lnTo>
                <a:lnTo>
                  <a:pt x="2070" y="129"/>
                </a:lnTo>
                <a:lnTo>
                  <a:pt x="2074" y="133"/>
                </a:lnTo>
                <a:lnTo>
                  <a:pt x="2074" y="133"/>
                </a:lnTo>
                <a:lnTo>
                  <a:pt x="2078" y="139"/>
                </a:lnTo>
                <a:lnTo>
                  <a:pt x="2078" y="139"/>
                </a:lnTo>
                <a:lnTo>
                  <a:pt x="2082" y="145"/>
                </a:lnTo>
                <a:lnTo>
                  <a:pt x="2082" y="145"/>
                </a:lnTo>
                <a:lnTo>
                  <a:pt x="2086" y="153"/>
                </a:lnTo>
                <a:lnTo>
                  <a:pt x="2086" y="153"/>
                </a:lnTo>
                <a:lnTo>
                  <a:pt x="2090" y="162"/>
                </a:lnTo>
                <a:lnTo>
                  <a:pt x="2090" y="162"/>
                </a:lnTo>
                <a:lnTo>
                  <a:pt x="2094" y="169"/>
                </a:lnTo>
                <a:lnTo>
                  <a:pt x="2094" y="169"/>
                </a:lnTo>
                <a:lnTo>
                  <a:pt x="2098" y="179"/>
                </a:lnTo>
                <a:lnTo>
                  <a:pt x="2098" y="179"/>
                </a:lnTo>
                <a:lnTo>
                  <a:pt x="2102" y="189"/>
                </a:lnTo>
                <a:lnTo>
                  <a:pt x="2102" y="189"/>
                </a:lnTo>
                <a:lnTo>
                  <a:pt x="2106" y="199"/>
                </a:lnTo>
                <a:lnTo>
                  <a:pt x="2106" y="199"/>
                </a:lnTo>
                <a:lnTo>
                  <a:pt x="2110" y="209"/>
                </a:lnTo>
                <a:lnTo>
                  <a:pt x="2110" y="210"/>
                </a:lnTo>
                <a:lnTo>
                  <a:pt x="2114" y="221"/>
                </a:lnTo>
                <a:lnTo>
                  <a:pt x="2114" y="221"/>
                </a:lnTo>
                <a:lnTo>
                  <a:pt x="2118" y="231"/>
                </a:lnTo>
                <a:lnTo>
                  <a:pt x="2118" y="231"/>
                </a:lnTo>
                <a:lnTo>
                  <a:pt x="2122" y="242"/>
                </a:lnTo>
                <a:lnTo>
                  <a:pt x="2122" y="243"/>
                </a:lnTo>
                <a:lnTo>
                  <a:pt x="2126" y="254"/>
                </a:lnTo>
                <a:lnTo>
                  <a:pt x="2126" y="254"/>
                </a:lnTo>
                <a:lnTo>
                  <a:pt x="2130" y="265"/>
                </a:lnTo>
                <a:lnTo>
                  <a:pt x="2130" y="266"/>
                </a:lnTo>
                <a:lnTo>
                  <a:pt x="2134" y="277"/>
                </a:lnTo>
                <a:lnTo>
                  <a:pt x="2134" y="277"/>
                </a:lnTo>
                <a:lnTo>
                  <a:pt x="2138" y="289"/>
                </a:lnTo>
                <a:lnTo>
                  <a:pt x="2138" y="289"/>
                </a:lnTo>
                <a:lnTo>
                  <a:pt x="2142" y="300"/>
                </a:lnTo>
                <a:lnTo>
                  <a:pt x="2142" y="300"/>
                </a:lnTo>
                <a:lnTo>
                  <a:pt x="2146" y="310"/>
                </a:lnTo>
                <a:lnTo>
                  <a:pt x="2146" y="310"/>
                </a:lnTo>
                <a:lnTo>
                  <a:pt x="2150" y="318"/>
                </a:lnTo>
                <a:lnTo>
                  <a:pt x="2150" y="318"/>
                </a:lnTo>
                <a:lnTo>
                  <a:pt x="2154" y="326"/>
                </a:lnTo>
                <a:lnTo>
                  <a:pt x="2154" y="326"/>
                </a:lnTo>
                <a:lnTo>
                  <a:pt x="2158" y="333"/>
                </a:lnTo>
                <a:lnTo>
                  <a:pt x="2158" y="333"/>
                </a:lnTo>
                <a:lnTo>
                  <a:pt x="2162" y="337"/>
                </a:lnTo>
                <a:lnTo>
                  <a:pt x="2162" y="337"/>
                </a:lnTo>
                <a:lnTo>
                  <a:pt x="2166" y="341"/>
                </a:lnTo>
                <a:lnTo>
                  <a:pt x="2166" y="341"/>
                </a:lnTo>
                <a:lnTo>
                  <a:pt x="2170" y="344"/>
                </a:lnTo>
                <a:lnTo>
                  <a:pt x="2170" y="344"/>
                </a:lnTo>
                <a:lnTo>
                  <a:pt x="2174" y="346"/>
                </a:lnTo>
                <a:lnTo>
                  <a:pt x="2174" y="346"/>
                </a:lnTo>
                <a:lnTo>
                  <a:pt x="2178" y="347"/>
                </a:lnTo>
                <a:lnTo>
                  <a:pt x="2178" y="347"/>
                </a:lnTo>
                <a:lnTo>
                  <a:pt x="2178" y="347"/>
                </a:lnTo>
                <a:lnTo>
                  <a:pt x="2182" y="348"/>
                </a:lnTo>
                <a:lnTo>
                  <a:pt x="2182" y="348"/>
                </a:lnTo>
                <a:lnTo>
                  <a:pt x="2184" y="348"/>
                </a:lnTo>
                <a:lnTo>
                  <a:pt x="2186" y="348"/>
                </a:lnTo>
                <a:lnTo>
                  <a:pt x="2186" y="348"/>
                </a:lnTo>
                <a:lnTo>
                  <a:pt x="2186" y="348"/>
                </a:lnTo>
                <a:lnTo>
                  <a:pt x="2190" y="348"/>
                </a:lnTo>
                <a:lnTo>
                  <a:pt x="2190" y="348"/>
                </a:lnTo>
                <a:lnTo>
                  <a:pt x="2194" y="346"/>
                </a:lnTo>
                <a:lnTo>
                  <a:pt x="2194" y="346"/>
                </a:lnTo>
                <a:lnTo>
                  <a:pt x="2198" y="344"/>
                </a:lnTo>
                <a:lnTo>
                  <a:pt x="2198" y="344"/>
                </a:lnTo>
                <a:lnTo>
                  <a:pt x="2202" y="343"/>
                </a:lnTo>
                <a:lnTo>
                  <a:pt x="2202" y="343"/>
                </a:lnTo>
                <a:lnTo>
                  <a:pt x="2206" y="342"/>
                </a:lnTo>
                <a:lnTo>
                  <a:pt x="2206" y="342"/>
                </a:lnTo>
                <a:lnTo>
                  <a:pt x="2210" y="341"/>
                </a:lnTo>
                <a:lnTo>
                  <a:pt x="2210" y="341"/>
                </a:lnTo>
                <a:lnTo>
                  <a:pt x="2214" y="339"/>
                </a:lnTo>
                <a:lnTo>
                  <a:pt x="2214" y="339"/>
                </a:lnTo>
                <a:lnTo>
                  <a:pt x="2218" y="337"/>
                </a:lnTo>
                <a:lnTo>
                  <a:pt x="2218" y="337"/>
                </a:lnTo>
                <a:lnTo>
                  <a:pt x="2222" y="335"/>
                </a:lnTo>
                <a:lnTo>
                  <a:pt x="2222" y="335"/>
                </a:lnTo>
                <a:lnTo>
                  <a:pt x="2226" y="334"/>
                </a:lnTo>
                <a:lnTo>
                  <a:pt x="2226" y="334"/>
                </a:lnTo>
                <a:lnTo>
                  <a:pt x="2230" y="331"/>
                </a:lnTo>
                <a:lnTo>
                  <a:pt x="2230" y="331"/>
                </a:lnTo>
                <a:lnTo>
                  <a:pt x="2234" y="328"/>
                </a:lnTo>
                <a:lnTo>
                  <a:pt x="2234" y="328"/>
                </a:lnTo>
                <a:lnTo>
                  <a:pt x="2238" y="325"/>
                </a:lnTo>
                <a:lnTo>
                  <a:pt x="2238" y="325"/>
                </a:lnTo>
                <a:lnTo>
                  <a:pt x="2242" y="322"/>
                </a:lnTo>
                <a:lnTo>
                  <a:pt x="2242" y="322"/>
                </a:lnTo>
                <a:lnTo>
                  <a:pt x="2246" y="318"/>
                </a:lnTo>
                <a:lnTo>
                  <a:pt x="2246" y="318"/>
                </a:lnTo>
                <a:lnTo>
                  <a:pt x="2250" y="312"/>
                </a:lnTo>
                <a:lnTo>
                  <a:pt x="2250" y="312"/>
                </a:lnTo>
                <a:lnTo>
                  <a:pt x="2254" y="304"/>
                </a:lnTo>
                <a:lnTo>
                  <a:pt x="2254" y="304"/>
                </a:lnTo>
                <a:lnTo>
                  <a:pt x="2258" y="296"/>
                </a:lnTo>
                <a:lnTo>
                  <a:pt x="2258" y="296"/>
                </a:lnTo>
                <a:lnTo>
                  <a:pt x="2262" y="287"/>
                </a:lnTo>
                <a:lnTo>
                  <a:pt x="2262" y="287"/>
                </a:lnTo>
                <a:lnTo>
                  <a:pt x="2266" y="278"/>
                </a:lnTo>
                <a:lnTo>
                  <a:pt x="2266" y="278"/>
                </a:lnTo>
                <a:lnTo>
                  <a:pt x="2270" y="269"/>
                </a:lnTo>
                <a:lnTo>
                  <a:pt x="2270" y="268"/>
                </a:lnTo>
                <a:lnTo>
                  <a:pt x="2274" y="259"/>
                </a:lnTo>
                <a:lnTo>
                  <a:pt x="2274" y="259"/>
                </a:lnTo>
                <a:lnTo>
                  <a:pt x="2278" y="250"/>
                </a:lnTo>
                <a:lnTo>
                  <a:pt x="2278" y="250"/>
                </a:lnTo>
                <a:lnTo>
                  <a:pt x="2282" y="241"/>
                </a:lnTo>
                <a:lnTo>
                  <a:pt x="2282" y="241"/>
                </a:lnTo>
                <a:lnTo>
                  <a:pt x="2286" y="233"/>
                </a:lnTo>
                <a:lnTo>
                  <a:pt x="2286" y="233"/>
                </a:lnTo>
                <a:lnTo>
                  <a:pt x="2290" y="225"/>
                </a:lnTo>
                <a:lnTo>
                  <a:pt x="2290" y="225"/>
                </a:lnTo>
                <a:lnTo>
                  <a:pt x="2294" y="216"/>
                </a:lnTo>
                <a:lnTo>
                  <a:pt x="2294" y="216"/>
                </a:lnTo>
                <a:lnTo>
                  <a:pt x="2298" y="209"/>
                </a:lnTo>
                <a:lnTo>
                  <a:pt x="2298" y="208"/>
                </a:lnTo>
                <a:lnTo>
                  <a:pt x="2302" y="201"/>
                </a:lnTo>
                <a:lnTo>
                  <a:pt x="2302" y="201"/>
                </a:lnTo>
                <a:lnTo>
                  <a:pt x="2306" y="193"/>
                </a:lnTo>
                <a:lnTo>
                  <a:pt x="2306" y="193"/>
                </a:lnTo>
                <a:lnTo>
                  <a:pt x="2310" y="187"/>
                </a:lnTo>
                <a:lnTo>
                  <a:pt x="2310" y="187"/>
                </a:lnTo>
                <a:lnTo>
                  <a:pt x="2314" y="181"/>
                </a:lnTo>
                <a:lnTo>
                  <a:pt x="2314" y="181"/>
                </a:lnTo>
                <a:lnTo>
                  <a:pt x="2318" y="175"/>
                </a:lnTo>
                <a:lnTo>
                  <a:pt x="2318" y="175"/>
                </a:lnTo>
                <a:lnTo>
                  <a:pt x="2322" y="171"/>
                </a:lnTo>
                <a:lnTo>
                  <a:pt x="2322" y="171"/>
                </a:lnTo>
                <a:lnTo>
                  <a:pt x="2326" y="166"/>
                </a:lnTo>
                <a:lnTo>
                  <a:pt x="2326" y="166"/>
                </a:lnTo>
                <a:lnTo>
                  <a:pt x="2330" y="162"/>
                </a:lnTo>
                <a:lnTo>
                  <a:pt x="2330" y="162"/>
                </a:lnTo>
                <a:lnTo>
                  <a:pt x="2334" y="157"/>
                </a:lnTo>
                <a:lnTo>
                  <a:pt x="2334" y="157"/>
                </a:lnTo>
                <a:lnTo>
                  <a:pt x="2338" y="153"/>
                </a:lnTo>
                <a:lnTo>
                  <a:pt x="2338" y="153"/>
                </a:lnTo>
                <a:lnTo>
                  <a:pt x="2342" y="148"/>
                </a:lnTo>
                <a:lnTo>
                  <a:pt x="2342" y="148"/>
                </a:lnTo>
                <a:lnTo>
                  <a:pt x="2346" y="144"/>
                </a:lnTo>
                <a:lnTo>
                  <a:pt x="2346" y="144"/>
                </a:lnTo>
                <a:lnTo>
                  <a:pt x="2350" y="139"/>
                </a:lnTo>
                <a:lnTo>
                  <a:pt x="2350" y="139"/>
                </a:lnTo>
                <a:lnTo>
                  <a:pt x="2354" y="135"/>
                </a:lnTo>
                <a:lnTo>
                  <a:pt x="2354" y="135"/>
                </a:lnTo>
                <a:lnTo>
                  <a:pt x="2358" y="130"/>
                </a:lnTo>
                <a:lnTo>
                  <a:pt x="2358" y="130"/>
                </a:lnTo>
                <a:lnTo>
                  <a:pt x="2362" y="124"/>
                </a:lnTo>
                <a:lnTo>
                  <a:pt x="2362" y="124"/>
                </a:lnTo>
                <a:lnTo>
                  <a:pt x="2366" y="118"/>
                </a:lnTo>
                <a:lnTo>
                  <a:pt x="2366" y="118"/>
                </a:lnTo>
                <a:lnTo>
                  <a:pt x="2370" y="112"/>
                </a:lnTo>
                <a:lnTo>
                  <a:pt x="2370" y="112"/>
                </a:lnTo>
                <a:lnTo>
                  <a:pt x="2374" y="107"/>
                </a:lnTo>
                <a:lnTo>
                  <a:pt x="2374" y="107"/>
                </a:lnTo>
                <a:lnTo>
                  <a:pt x="2378" y="103"/>
                </a:lnTo>
                <a:lnTo>
                  <a:pt x="2378" y="103"/>
                </a:lnTo>
                <a:lnTo>
                  <a:pt x="2382" y="99"/>
                </a:lnTo>
                <a:lnTo>
                  <a:pt x="2382" y="99"/>
                </a:lnTo>
                <a:lnTo>
                  <a:pt x="2386" y="97"/>
                </a:lnTo>
                <a:lnTo>
                  <a:pt x="2387" y="97"/>
                </a:lnTo>
                <a:lnTo>
                  <a:pt x="2387" y="97"/>
                </a:lnTo>
                <a:lnTo>
                  <a:pt x="2389" y="96"/>
                </a:lnTo>
                <a:lnTo>
                  <a:pt x="2390" y="96"/>
                </a:lnTo>
                <a:lnTo>
                  <a:pt x="2390" y="96"/>
                </a:lnTo>
                <a:lnTo>
                  <a:pt x="2392" y="96"/>
                </a:lnTo>
                <a:lnTo>
                  <a:pt x="2394" y="96"/>
                </a:lnTo>
                <a:lnTo>
                  <a:pt x="2394" y="96"/>
                </a:lnTo>
                <a:lnTo>
                  <a:pt x="2398" y="98"/>
                </a:lnTo>
                <a:lnTo>
                  <a:pt x="2398" y="98"/>
                </a:lnTo>
                <a:lnTo>
                  <a:pt x="2402" y="101"/>
                </a:lnTo>
                <a:lnTo>
                  <a:pt x="2402" y="101"/>
                </a:lnTo>
                <a:lnTo>
                  <a:pt x="2406" y="104"/>
                </a:lnTo>
                <a:lnTo>
                  <a:pt x="2406" y="104"/>
                </a:lnTo>
                <a:lnTo>
                  <a:pt x="2410" y="107"/>
                </a:lnTo>
                <a:lnTo>
                  <a:pt x="2411" y="107"/>
                </a:lnTo>
                <a:lnTo>
                  <a:pt x="2414" y="110"/>
                </a:lnTo>
                <a:lnTo>
                  <a:pt x="2414" y="110"/>
                </a:lnTo>
                <a:lnTo>
                  <a:pt x="2418" y="115"/>
                </a:lnTo>
                <a:lnTo>
                  <a:pt x="2418" y="115"/>
                </a:lnTo>
                <a:lnTo>
                  <a:pt x="2422" y="121"/>
                </a:lnTo>
                <a:lnTo>
                  <a:pt x="2422" y="121"/>
                </a:lnTo>
                <a:lnTo>
                  <a:pt x="2426" y="128"/>
                </a:lnTo>
                <a:lnTo>
                  <a:pt x="2426" y="128"/>
                </a:lnTo>
                <a:lnTo>
                  <a:pt x="2430" y="136"/>
                </a:lnTo>
                <a:lnTo>
                  <a:pt x="2430" y="136"/>
                </a:lnTo>
                <a:lnTo>
                  <a:pt x="2434" y="145"/>
                </a:lnTo>
                <a:lnTo>
                  <a:pt x="2435" y="145"/>
                </a:lnTo>
                <a:lnTo>
                  <a:pt x="2438" y="154"/>
                </a:lnTo>
                <a:lnTo>
                  <a:pt x="2438" y="154"/>
                </a:lnTo>
                <a:lnTo>
                  <a:pt x="2442" y="164"/>
                </a:lnTo>
              </a:path>
            </a:pathLst>
          </a:custGeom>
          <a:noFill/>
          <a:ln w="9525" cap="flat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Freeform 79">
            <a:extLst>
              <a:ext uri="{FF2B5EF4-FFF2-40B4-BE49-F238E27FC236}">
                <a16:creationId xmlns:a16="http://schemas.microsoft.com/office/drawing/2014/main" id="{3CC28DE1-FD75-117E-EAD9-4689D5D46653}"/>
              </a:ext>
            </a:extLst>
          </p:cNvPr>
          <p:cNvSpPr>
            <a:spLocks/>
          </p:cNvSpPr>
          <p:nvPr/>
        </p:nvSpPr>
        <p:spPr bwMode="auto">
          <a:xfrm>
            <a:off x="831831" y="3749513"/>
            <a:ext cx="9346562" cy="1628443"/>
          </a:xfrm>
          <a:custGeom>
            <a:avLst/>
            <a:gdLst>
              <a:gd name="T0" fmla="*/ 42 w 2442"/>
              <a:gd name="T1" fmla="*/ 581 h 699"/>
              <a:gd name="T2" fmla="*/ 86 w 2442"/>
              <a:gd name="T3" fmla="*/ 479 h 699"/>
              <a:gd name="T4" fmla="*/ 124 w 2442"/>
              <a:gd name="T5" fmla="*/ 426 h 699"/>
              <a:gd name="T6" fmla="*/ 160 w 2442"/>
              <a:gd name="T7" fmla="*/ 393 h 699"/>
              <a:gd name="T8" fmla="*/ 196 w 2442"/>
              <a:gd name="T9" fmla="*/ 370 h 699"/>
              <a:gd name="T10" fmla="*/ 235 w 2442"/>
              <a:gd name="T11" fmla="*/ 344 h 699"/>
              <a:gd name="T12" fmla="*/ 270 w 2442"/>
              <a:gd name="T13" fmla="*/ 333 h 699"/>
              <a:gd name="T14" fmla="*/ 306 w 2442"/>
              <a:gd name="T15" fmla="*/ 335 h 699"/>
              <a:gd name="T16" fmla="*/ 342 w 2442"/>
              <a:gd name="T17" fmla="*/ 333 h 699"/>
              <a:gd name="T18" fmla="*/ 381 w 2442"/>
              <a:gd name="T19" fmla="*/ 286 h 699"/>
              <a:gd name="T20" fmla="*/ 421 w 2442"/>
              <a:gd name="T21" fmla="*/ 231 h 699"/>
              <a:gd name="T22" fmla="*/ 461 w 2442"/>
              <a:gd name="T23" fmla="*/ 160 h 699"/>
              <a:gd name="T24" fmla="*/ 501 w 2442"/>
              <a:gd name="T25" fmla="*/ 100 h 699"/>
              <a:gd name="T26" fmla="*/ 540 w 2442"/>
              <a:gd name="T27" fmla="*/ 71 h 699"/>
              <a:gd name="T28" fmla="*/ 577 w 2442"/>
              <a:gd name="T29" fmla="*/ 26 h 699"/>
              <a:gd name="T30" fmla="*/ 613 w 2442"/>
              <a:gd name="T31" fmla="*/ 3 h 699"/>
              <a:gd name="T32" fmla="*/ 652 w 2442"/>
              <a:gd name="T33" fmla="*/ 28 h 699"/>
              <a:gd name="T34" fmla="*/ 689 w 2442"/>
              <a:gd name="T35" fmla="*/ 44 h 699"/>
              <a:gd name="T36" fmla="*/ 727 w 2442"/>
              <a:gd name="T37" fmla="*/ 79 h 699"/>
              <a:gd name="T38" fmla="*/ 766 w 2442"/>
              <a:gd name="T39" fmla="*/ 115 h 699"/>
              <a:gd name="T40" fmla="*/ 803 w 2442"/>
              <a:gd name="T41" fmla="*/ 149 h 699"/>
              <a:gd name="T42" fmla="*/ 839 w 2442"/>
              <a:gd name="T43" fmla="*/ 142 h 699"/>
              <a:gd name="T44" fmla="*/ 875 w 2442"/>
              <a:gd name="T45" fmla="*/ 129 h 699"/>
              <a:gd name="T46" fmla="*/ 915 w 2442"/>
              <a:gd name="T47" fmla="*/ 86 h 699"/>
              <a:gd name="T48" fmla="*/ 952 w 2442"/>
              <a:gd name="T49" fmla="*/ 83 h 699"/>
              <a:gd name="T50" fmla="*/ 990 w 2442"/>
              <a:gd name="T51" fmla="*/ 123 h 699"/>
              <a:gd name="T52" fmla="*/ 1032 w 2442"/>
              <a:gd name="T53" fmla="*/ 250 h 699"/>
              <a:gd name="T54" fmla="*/ 1072 w 2442"/>
              <a:gd name="T55" fmla="*/ 312 h 699"/>
              <a:gd name="T56" fmla="*/ 1108 w 2442"/>
              <a:gd name="T57" fmla="*/ 330 h 699"/>
              <a:gd name="T58" fmla="*/ 1144 w 2442"/>
              <a:gd name="T59" fmla="*/ 385 h 699"/>
              <a:gd name="T60" fmla="*/ 1184 w 2442"/>
              <a:gd name="T61" fmla="*/ 468 h 699"/>
              <a:gd name="T62" fmla="*/ 1224 w 2442"/>
              <a:gd name="T63" fmla="*/ 512 h 699"/>
              <a:gd name="T64" fmla="*/ 1262 w 2442"/>
              <a:gd name="T65" fmla="*/ 537 h 699"/>
              <a:gd name="T66" fmla="*/ 1298 w 2442"/>
              <a:gd name="T67" fmla="*/ 551 h 699"/>
              <a:gd name="T68" fmla="*/ 1335 w 2442"/>
              <a:gd name="T69" fmla="*/ 536 h 699"/>
              <a:gd name="T70" fmla="*/ 1374 w 2442"/>
              <a:gd name="T71" fmla="*/ 505 h 699"/>
              <a:gd name="T72" fmla="*/ 1409 w 2442"/>
              <a:gd name="T73" fmla="*/ 507 h 699"/>
              <a:gd name="T74" fmla="*/ 1447 w 2442"/>
              <a:gd name="T75" fmla="*/ 494 h 699"/>
              <a:gd name="T76" fmla="*/ 1487 w 2442"/>
              <a:gd name="T77" fmla="*/ 423 h 699"/>
              <a:gd name="T78" fmla="*/ 1523 w 2442"/>
              <a:gd name="T79" fmla="*/ 430 h 699"/>
              <a:gd name="T80" fmla="*/ 1565 w 2442"/>
              <a:gd name="T81" fmla="*/ 510 h 699"/>
              <a:gd name="T82" fmla="*/ 1605 w 2442"/>
              <a:gd name="T83" fmla="*/ 582 h 699"/>
              <a:gd name="T84" fmla="*/ 1643 w 2442"/>
              <a:gd name="T85" fmla="*/ 616 h 699"/>
              <a:gd name="T86" fmla="*/ 1679 w 2442"/>
              <a:gd name="T87" fmla="*/ 626 h 699"/>
              <a:gd name="T88" fmla="*/ 1715 w 2442"/>
              <a:gd name="T89" fmla="*/ 585 h 699"/>
              <a:gd name="T90" fmla="*/ 1759 w 2442"/>
              <a:gd name="T91" fmla="*/ 471 h 699"/>
              <a:gd name="T92" fmla="*/ 1801 w 2442"/>
              <a:gd name="T93" fmla="*/ 357 h 699"/>
              <a:gd name="T94" fmla="*/ 1840 w 2442"/>
              <a:gd name="T95" fmla="*/ 330 h 699"/>
              <a:gd name="T96" fmla="*/ 1877 w 2442"/>
              <a:gd name="T97" fmla="*/ 348 h 699"/>
              <a:gd name="T98" fmla="*/ 1915 w 2442"/>
              <a:gd name="T99" fmla="*/ 308 h 699"/>
              <a:gd name="T100" fmla="*/ 1951 w 2442"/>
              <a:gd name="T101" fmla="*/ 268 h 699"/>
              <a:gd name="T102" fmla="*/ 1989 w 2442"/>
              <a:gd name="T103" fmla="*/ 232 h 699"/>
              <a:gd name="T104" fmla="*/ 2030 w 2442"/>
              <a:gd name="T105" fmla="*/ 158 h 699"/>
              <a:gd name="T106" fmla="*/ 2068 w 2442"/>
              <a:gd name="T107" fmla="*/ 131 h 699"/>
              <a:gd name="T108" fmla="*/ 2108 w 2442"/>
              <a:gd name="T109" fmla="*/ 206 h 699"/>
              <a:gd name="T110" fmla="*/ 2150 w 2442"/>
              <a:gd name="T111" fmla="*/ 321 h 699"/>
              <a:gd name="T112" fmla="*/ 2189 w 2442"/>
              <a:gd name="T113" fmla="*/ 348 h 699"/>
              <a:gd name="T114" fmla="*/ 2224 w 2442"/>
              <a:gd name="T115" fmla="*/ 335 h 699"/>
              <a:gd name="T116" fmla="*/ 2263 w 2442"/>
              <a:gd name="T117" fmla="*/ 288 h 699"/>
              <a:gd name="T118" fmla="*/ 2304 w 2442"/>
              <a:gd name="T119" fmla="*/ 198 h 699"/>
              <a:gd name="T120" fmla="*/ 2343 w 2442"/>
              <a:gd name="T121" fmla="*/ 150 h 699"/>
              <a:gd name="T122" fmla="*/ 2382 w 2442"/>
              <a:gd name="T123" fmla="*/ 96 h 699"/>
              <a:gd name="T124" fmla="*/ 2420 w 2442"/>
              <a:gd name="T125" fmla="*/ 115 h 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442" h="699">
                <a:moveTo>
                  <a:pt x="0" y="699"/>
                </a:moveTo>
                <a:lnTo>
                  <a:pt x="2" y="693"/>
                </a:lnTo>
                <a:lnTo>
                  <a:pt x="2" y="693"/>
                </a:lnTo>
                <a:lnTo>
                  <a:pt x="2" y="693"/>
                </a:lnTo>
                <a:lnTo>
                  <a:pt x="4" y="689"/>
                </a:lnTo>
                <a:lnTo>
                  <a:pt x="4" y="689"/>
                </a:lnTo>
                <a:lnTo>
                  <a:pt x="4" y="689"/>
                </a:lnTo>
                <a:lnTo>
                  <a:pt x="6" y="682"/>
                </a:lnTo>
                <a:lnTo>
                  <a:pt x="6" y="682"/>
                </a:lnTo>
                <a:lnTo>
                  <a:pt x="6" y="683"/>
                </a:lnTo>
                <a:lnTo>
                  <a:pt x="6" y="683"/>
                </a:lnTo>
                <a:lnTo>
                  <a:pt x="8" y="677"/>
                </a:lnTo>
                <a:lnTo>
                  <a:pt x="8" y="676"/>
                </a:lnTo>
                <a:lnTo>
                  <a:pt x="10" y="670"/>
                </a:lnTo>
                <a:lnTo>
                  <a:pt x="10" y="670"/>
                </a:lnTo>
                <a:lnTo>
                  <a:pt x="10" y="671"/>
                </a:lnTo>
                <a:lnTo>
                  <a:pt x="10" y="671"/>
                </a:lnTo>
                <a:lnTo>
                  <a:pt x="12" y="664"/>
                </a:lnTo>
                <a:lnTo>
                  <a:pt x="12" y="664"/>
                </a:lnTo>
                <a:lnTo>
                  <a:pt x="12" y="664"/>
                </a:lnTo>
                <a:lnTo>
                  <a:pt x="12" y="664"/>
                </a:lnTo>
                <a:lnTo>
                  <a:pt x="14" y="657"/>
                </a:lnTo>
                <a:lnTo>
                  <a:pt x="14" y="657"/>
                </a:lnTo>
                <a:lnTo>
                  <a:pt x="14" y="658"/>
                </a:lnTo>
                <a:lnTo>
                  <a:pt x="16" y="651"/>
                </a:lnTo>
                <a:lnTo>
                  <a:pt x="16" y="652"/>
                </a:lnTo>
                <a:lnTo>
                  <a:pt x="16" y="652"/>
                </a:lnTo>
                <a:lnTo>
                  <a:pt x="18" y="646"/>
                </a:lnTo>
                <a:lnTo>
                  <a:pt x="18" y="646"/>
                </a:lnTo>
                <a:lnTo>
                  <a:pt x="18" y="647"/>
                </a:lnTo>
                <a:lnTo>
                  <a:pt x="20" y="641"/>
                </a:lnTo>
                <a:lnTo>
                  <a:pt x="20" y="641"/>
                </a:lnTo>
                <a:lnTo>
                  <a:pt x="20" y="641"/>
                </a:lnTo>
                <a:lnTo>
                  <a:pt x="22" y="634"/>
                </a:lnTo>
                <a:lnTo>
                  <a:pt x="22" y="635"/>
                </a:lnTo>
                <a:lnTo>
                  <a:pt x="22" y="634"/>
                </a:lnTo>
                <a:lnTo>
                  <a:pt x="22" y="635"/>
                </a:lnTo>
                <a:lnTo>
                  <a:pt x="24" y="629"/>
                </a:lnTo>
                <a:lnTo>
                  <a:pt x="24" y="629"/>
                </a:lnTo>
                <a:lnTo>
                  <a:pt x="24" y="629"/>
                </a:lnTo>
                <a:lnTo>
                  <a:pt x="26" y="623"/>
                </a:lnTo>
                <a:lnTo>
                  <a:pt x="26" y="623"/>
                </a:lnTo>
                <a:lnTo>
                  <a:pt x="26" y="624"/>
                </a:lnTo>
                <a:lnTo>
                  <a:pt x="28" y="617"/>
                </a:lnTo>
                <a:lnTo>
                  <a:pt x="28" y="618"/>
                </a:lnTo>
                <a:lnTo>
                  <a:pt x="28" y="618"/>
                </a:lnTo>
                <a:lnTo>
                  <a:pt x="30" y="612"/>
                </a:lnTo>
                <a:lnTo>
                  <a:pt x="30" y="612"/>
                </a:lnTo>
                <a:lnTo>
                  <a:pt x="30" y="614"/>
                </a:lnTo>
                <a:lnTo>
                  <a:pt x="32" y="607"/>
                </a:lnTo>
                <a:lnTo>
                  <a:pt x="32" y="607"/>
                </a:lnTo>
                <a:lnTo>
                  <a:pt x="32" y="607"/>
                </a:lnTo>
                <a:lnTo>
                  <a:pt x="32" y="608"/>
                </a:lnTo>
                <a:lnTo>
                  <a:pt x="34" y="602"/>
                </a:lnTo>
                <a:lnTo>
                  <a:pt x="34" y="602"/>
                </a:lnTo>
                <a:lnTo>
                  <a:pt x="34" y="603"/>
                </a:lnTo>
                <a:lnTo>
                  <a:pt x="36" y="597"/>
                </a:lnTo>
                <a:lnTo>
                  <a:pt x="36" y="597"/>
                </a:lnTo>
                <a:lnTo>
                  <a:pt x="36" y="597"/>
                </a:lnTo>
                <a:lnTo>
                  <a:pt x="36" y="597"/>
                </a:lnTo>
                <a:lnTo>
                  <a:pt x="38" y="591"/>
                </a:lnTo>
                <a:lnTo>
                  <a:pt x="38" y="591"/>
                </a:lnTo>
                <a:lnTo>
                  <a:pt x="38" y="591"/>
                </a:lnTo>
                <a:lnTo>
                  <a:pt x="40" y="587"/>
                </a:lnTo>
                <a:lnTo>
                  <a:pt x="40" y="587"/>
                </a:lnTo>
                <a:lnTo>
                  <a:pt x="40" y="588"/>
                </a:lnTo>
                <a:lnTo>
                  <a:pt x="42" y="581"/>
                </a:lnTo>
                <a:lnTo>
                  <a:pt x="42" y="580"/>
                </a:lnTo>
                <a:lnTo>
                  <a:pt x="42" y="581"/>
                </a:lnTo>
                <a:lnTo>
                  <a:pt x="44" y="575"/>
                </a:lnTo>
                <a:lnTo>
                  <a:pt x="44" y="575"/>
                </a:lnTo>
                <a:lnTo>
                  <a:pt x="44" y="575"/>
                </a:lnTo>
                <a:lnTo>
                  <a:pt x="46" y="570"/>
                </a:lnTo>
                <a:lnTo>
                  <a:pt x="46" y="570"/>
                </a:lnTo>
                <a:lnTo>
                  <a:pt x="46" y="569"/>
                </a:lnTo>
                <a:lnTo>
                  <a:pt x="48" y="564"/>
                </a:lnTo>
                <a:lnTo>
                  <a:pt x="48" y="565"/>
                </a:lnTo>
                <a:lnTo>
                  <a:pt x="48" y="565"/>
                </a:lnTo>
                <a:lnTo>
                  <a:pt x="50" y="560"/>
                </a:lnTo>
                <a:lnTo>
                  <a:pt x="50" y="560"/>
                </a:lnTo>
                <a:lnTo>
                  <a:pt x="50" y="560"/>
                </a:lnTo>
                <a:lnTo>
                  <a:pt x="52" y="553"/>
                </a:lnTo>
                <a:lnTo>
                  <a:pt x="52" y="553"/>
                </a:lnTo>
                <a:lnTo>
                  <a:pt x="52" y="554"/>
                </a:lnTo>
                <a:lnTo>
                  <a:pt x="52" y="554"/>
                </a:lnTo>
                <a:lnTo>
                  <a:pt x="54" y="549"/>
                </a:lnTo>
                <a:lnTo>
                  <a:pt x="54" y="548"/>
                </a:lnTo>
                <a:lnTo>
                  <a:pt x="54" y="548"/>
                </a:lnTo>
                <a:lnTo>
                  <a:pt x="56" y="542"/>
                </a:lnTo>
                <a:lnTo>
                  <a:pt x="56" y="542"/>
                </a:lnTo>
                <a:lnTo>
                  <a:pt x="56" y="542"/>
                </a:lnTo>
                <a:lnTo>
                  <a:pt x="57" y="542"/>
                </a:lnTo>
                <a:lnTo>
                  <a:pt x="58" y="537"/>
                </a:lnTo>
                <a:lnTo>
                  <a:pt x="58" y="537"/>
                </a:lnTo>
                <a:lnTo>
                  <a:pt x="60" y="532"/>
                </a:lnTo>
                <a:lnTo>
                  <a:pt x="60" y="532"/>
                </a:lnTo>
                <a:lnTo>
                  <a:pt x="61" y="533"/>
                </a:lnTo>
                <a:lnTo>
                  <a:pt x="62" y="527"/>
                </a:lnTo>
                <a:lnTo>
                  <a:pt x="62" y="528"/>
                </a:lnTo>
                <a:lnTo>
                  <a:pt x="62" y="528"/>
                </a:lnTo>
                <a:lnTo>
                  <a:pt x="64" y="523"/>
                </a:lnTo>
                <a:lnTo>
                  <a:pt x="64" y="523"/>
                </a:lnTo>
                <a:lnTo>
                  <a:pt x="64" y="523"/>
                </a:lnTo>
                <a:lnTo>
                  <a:pt x="66" y="519"/>
                </a:lnTo>
                <a:lnTo>
                  <a:pt x="66" y="520"/>
                </a:lnTo>
                <a:lnTo>
                  <a:pt x="66" y="520"/>
                </a:lnTo>
                <a:lnTo>
                  <a:pt x="68" y="513"/>
                </a:lnTo>
                <a:lnTo>
                  <a:pt x="68" y="513"/>
                </a:lnTo>
                <a:lnTo>
                  <a:pt x="68" y="514"/>
                </a:lnTo>
                <a:lnTo>
                  <a:pt x="70" y="508"/>
                </a:lnTo>
                <a:lnTo>
                  <a:pt x="70" y="508"/>
                </a:lnTo>
                <a:lnTo>
                  <a:pt x="70" y="508"/>
                </a:lnTo>
                <a:lnTo>
                  <a:pt x="72" y="503"/>
                </a:lnTo>
                <a:lnTo>
                  <a:pt x="72" y="503"/>
                </a:lnTo>
                <a:lnTo>
                  <a:pt x="72" y="504"/>
                </a:lnTo>
                <a:lnTo>
                  <a:pt x="74" y="498"/>
                </a:lnTo>
                <a:lnTo>
                  <a:pt x="74" y="500"/>
                </a:lnTo>
                <a:lnTo>
                  <a:pt x="74" y="500"/>
                </a:lnTo>
                <a:lnTo>
                  <a:pt x="74" y="500"/>
                </a:lnTo>
                <a:lnTo>
                  <a:pt x="76" y="495"/>
                </a:lnTo>
                <a:lnTo>
                  <a:pt x="76" y="496"/>
                </a:lnTo>
                <a:lnTo>
                  <a:pt x="76" y="496"/>
                </a:lnTo>
                <a:lnTo>
                  <a:pt x="76" y="496"/>
                </a:lnTo>
                <a:lnTo>
                  <a:pt x="78" y="492"/>
                </a:lnTo>
                <a:lnTo>
                  <a:pt x="78" y="492"/>
                </a:lnTo>
                <a:lnTo>
                  <a:pt x="78" y="492"/>
                </a:lnTo>
                <a:lnTo>
                  <a:pt x="78" y="492"/>
                </a:lnTo>
                <a:lnTo>
                  <a:pt x="80" y="486"/>
                </a:lnTo>
                <a:lnTo>
                  <a:pt x="80" y="486"/>
                </a:lnTo>
                <a:lnTo>
                  <a:pt x="81" y="487"/>
                </a:lnTo>
                <a:lnTo>
                  <a:pt x="82" y="484"/>
                </a:lnTo>
                <a:lnTo>
                  <a:pt x="82" y="484"/>
                </a:lnTo>
                <a:lnTo>
                  <a:pt x="82" y="484"/>
                </a:lnTo>
                <a:lnTo>
                  <a:pt x="84" y="481"/>
                </a:lnTo>
                <a:lnTo>
                  <a:pt x="84" y="481"/>
                </a:lnTo>
                <a:lnTo>
                  <a:pt x="84" y="481"/>
                </a:lnTo>
                <a:lnTo>
                  <a:pt x="86" y="478"/>
                </a:lnTo>
                <a:lnTo>
                  <a:pt x="86" y="479"/>
                </a:lnTo>
                <a:lnTo>
                  <a:pt x="86" y="479"/>
                </a:lnTo>
                <a:lnTo>
                  <a:pt x="88" y="474"/>
                </a:lnTo>
                <a:lnTo>
                  <a:pt x="88" y="475"/>
                </a:lnTo>
                <a:lnTo>
                  <a:pt x="88" y="474"/>
                </a:lnTo>
                <a:lnTo>
                  <a:pt x="88" y="475"/>
                </a:lnTo>
                <a:lnTo>
                  <a:pt x="90" y="471"/>
                </a:lnTo>
                <a:lnTo>
                  <a:pt x="90" y="472"/>
                </a:lnTo>
                <a:lnTo>
                  <a:pt x="90" y="472"/>
                </a:lnTo>
                <a:lnTo>
                  <a:pt x="90" y="473"/>
                </a:lnTo>
                <a:lnTo>
                  <a:pt x="92" y="469"/>
                </a:lnTo>
                <a:lnTo>
                  <a:pt x="92" y="469"/>
                </a:lnTo>
                <a:lnTo>
                  <a:pt x="92" y="470"/>
                </a:lnTo>
                <a:lnTo>
                  <a:pt x="94" y="465"/>
                </a:lnTo>
                <a:lnTo>
                  <a:pt x="94" y="466"/>
                </a:lnTo>
                <a:lnTo>
                  <a:pt x="94" y="466"/>
                </a:lnTo>
                <a:lnTo>
                  <a:pt x="96" y="462"/>
                </a:lnTo>
                <a:lnTo>
                  <a:pt x="96" y="462"/>
                </a:lnTo>
                <a:lnTo>
                  <a:pt x="96" y="463"/>
                </a:lnTo>
                <a:lnTo>
                  <a:pt x="98" y="458"/>
                </a:lnTo>
                <a:lnTo>
                  <a:pt x="98" y="459"/>
                </a:lnTo>
                <a:lnTo>
                  <a:pt x="98" y="459"/>
                </a:lnTo>
                <a:lnTo>
                  <a:pt x="100" y="456"/>
                </a:lnTo>
                <a:lnTo>
                  <a:pt x="100" y="456"/>
                </a:lnTo>
                <a:lnTo>
                  <a:pt x="100" y="456"/>
                </a:lnTo>
                <a:lnTo>
                  <a:pt x="102" y="453"/>
                </a:lnTo>
                <a:lnTo>
                  <a:pt x="102" y="454"/>
                </a:lnTo>
                <a:lnTo>
                  <a:pt x="102" y="454"/>
                </a:lnTo>
                <a:lnTo>
                  <a:pt x="102" y="454"/>
                </a:lnTo>
                <a:lnTo>
                  <a:pt x="104" y="451"/>
                </a:lnTo>
                <a:lnTo>
                  <a:pt x="104" y="451"/>
                </a:lnTo>
                <a:lnTo>
                  <a:pt x="104" y="451"/>
                </a:lnTo>
                <a:lnTo>
                  <a:pt x="105" y="451"/>
                </a:lnTo>
                <a:lnTo>
                  <a:pt x="106" y="446"/>
                </a:lnTo>
                <a:lnTo>
                  <a:pt x="106" y="447"/>
                </a:lnTo>
                <a:lnTo>
                  <a:pt x="106" y="448"/>
                </a:lnTo>
                <a:lnTo>
                  <a:pt x="106" y="448"/>
                </a:lnTo>
                <a:lnTo>
                  <a:pt x="108" y="444"/>
                </a:lnTo>
                <a:lnTo>
                  <a:pt x="108" y="445"/>
                </a:lnTo>
                <a:lnTo>
                  <a:pt x="108" y="444"/>
                </a:lnTo>
                <a:lnTo>
                  <a:pt x="108" y="445"/>
                </a:lnTo>
                <a:lnTo>
                  <a:pt x="110" y="442"/>
                </a:lnTo>
                <a:lnTo>
                  <a:pt x="110" y="442"/>
                </a:lnTo>
                <a:lnTo>
                  <a:pt x="110" y="442"/>
                </a:lnTo>
                <a:lnTo>
                  <a:pt x="110" y="443"/>
                </a:lnTo>
                <a:lnTo>
                  <a:pt x="112" y="440"/>
                </a:lnTo>
                <a:lnTo>
                  <a:pt x="112" y="440"/>
                </a:lnTo>
                <a:lnTo>
                  <a:pt x="112" y="440"/>
                </a:lnTo>
                <a:lnTo>
                  <a:pt x="113" y="440"/>
                </a:lnTo>
                <a:lnTo>
                  <a:pt x="114" y="438"/>
                </a:lnTo>
                <a:lnTo>
                  <a:pt x="114" y="438"/>
                </a:lnTo>
                <a:lnTo>
                  <a:pt x="114" y="438"/>
                </a:lnTo>
                <a:lnTo>
                  <a:pt x="114" y="438"/>
                </a:lnTo>
                <a:lnTo>
                  <a:pt x="116" y="435"/>
                </a:lnTo>
                <a:lnTo>
                  <a:pt x="116" y="436"/>
                </a:lnTo>
                <a:lnTo>
                  <a:pt x="116" y="436"/>
                </a:lnTo>
                <a:lnTo>
                  <a:pt x="116" y="436"/>
                </a:lnTo>
                <a:lnTo>
                  <a:pt x="118" y="432"/>
                </a:lnTo>
                <a:lnTo>
                  <a:pt x="118" y="432"/>
                </a:lnTo>
                <a:lnTo>
                  <a:pt x="119" y="433"/>
                </a:lnTo>
                <a:lnTo>
                  <a:pt x="120" y="430"/>
                </a:lnTo>
                <a:lnTo>
                  <a:pt x="120" y="430"/>
                </a:lnTo>
                <a:lnTo>
                  <a:pt x="120" y="430"/>
                </a:lnTo>
                <a:lnTo>
                  <a:pt x="121" y="430"/>
                </a:lnTo>
                <a:lnTo>
                  <a:pt x="122" y="427"/>
                </a:lnTo>
                <a:lnTo>
                  <a:pt x="122" y="427"/>
                </a:lnTo>
                <a:lnTo>
                  <a:pt x="122" y="427"/>
                </a:lnTo>
                <a:lnTo>
                  <a:pt x="122" y="428"/>
                </a:lnTo>
                <a:lnTo>
                  <a:pt x="124" y="424"/>
                </a:lnTo>
                <a:lnTo>
                  <a:pt x="124" y="426"/>
                </a:lnTo>
                <a:lnTo>
                  <a:pt x="124" y="426"/>
                </a:lnTo>
                <a:lnTo>
                  <a:pt x="124" y="426"/>
                </a:lnTo>
                <a:lnTo>
                  <a:pt x="126" y="424"/>
                </a:lnTo>
                <a:lnTo>
                  <a:pt x="126" y="423"/>
                </a:lnTo>
                <a:lnTo>
                  <a:pt x="126" y="424"/>
                </a:lnTo>
                <a:lnTo>
                  <a:pt x="128" y="422"/>
                </a:lnTo>
                <a:lnTo>
                  <a:pt x="128" y="423"/>
                </a:lnTo>
                <a:lnTo>
                  <a:pt x="128" y="423"/>
                </a:lnTo>
                <a:lnTo>
                  <a:pt x="128" y="423"/>
                </a:lnTo>
                <a:lnTo>
                  <a:pt x="130" y="420"/>
                </a:lnTo>
                <a:lnTo>
                  <a:pt x="130" y="421"/>
                </a:lnTo>
                <a:lnTo>
                  <a:pt x="130" y="421"/>
                </a:lnTo>
                <a:lnTo>
                  <a:pt x="132" y="416"/>
                </a:lnTo>
                <a:lnTo>
                  <a:pt x="132" y="417"/>
                </a:lnTo>
                <a:lnTo>
                  <a:pt x="132" y="417"/>
                </a:lnTo>
                <a:lnTo>
                  <a:pt x="133" y="417"/>
                </a:lnTo>
                <a:lnTo>
                  <a:pt x="134" y="415"/>
                </a:lnTo>
                <a:lnTo>
                  <a:pt x="134" y="415"/>
                </a:lnTo>
                <a:lnTo>
                  <a:pt x="135" y="416"/>
                </a:lnTo>
                <a:lnTo>
                  <a:pt x="135" y="414"/>
                </a:lnTo>
                <a:lnTo>
                  <a:pt x="136" y="415"/>
                </a:lnTo>
                <a:lnTo>
                  <a:pt x="136" y="415"/>
                </a:lnTo>
                <a:lnTo>
                  <a:pt x="136" y="415"/>
                </a:lnTo>
                <a:lnTo>
                  <a:pt x="138" y="412"/>
                </a:lnTo>
                <a:lnTo>
                  <a:pt x="138" y="412"/>
                </a:lnTo>
                <a:lnTo>
                  <a:pt x="138" y="413"/>
                </a:lnTo>
                <a:lnTo>
                  <a:pt x="138" y="414"/>
                </a:lnTo>
                <a:lnTo>
                  <a:pt x="140" y="411"/>
                </a:lnTo>
                <a:lnTo>
                  <a:pt x="140" y="411"/>
                </a:lnTo>
                <a:lnTo>
                  <a:pt x="140" y="411"/>
                </a:lnTo>
                <a:lnTo>
                  <a:pt x="141" y="412"/>
                </a:lnTo>
                <a:lnTo>
                  <a:pt x="142" y="409"/>
                </a:lnTo>
                <a:lnTo>
                  <a:pt x="142" y="410"/>
                </a:lnTo>
                <a:lnTo>
                  <a:pt x="142" y="410"/>
                </a:lnTo>
                <a:lnTo>
                  <a:pt x="143" y="411"/>
                </a:lnTo>
                <a:lnTo>
                  <a:pt x="144" y="407"/>
                </a:lnTo>
                <a:lnTo>
                  <a:pt x="144" y="408"/>
                </a:lnTo>
                <a:lnTo>
                  <a:pt x="144" y="408"/>
                </a:lnTo>
                <a:lnTo>
                  <a:pt x="144" y="408"/>
                </a:lnTo>
                <a:lnTo>
                  <a:pt x="146" y="405"/>
                </a:lnTo>
                <a:lnTo>
                  <a:pt x="146" y="406"/>
                </a:lnTo>
                <a:lnTo>
                  <a:pt x="146" y="405"/>
                </a:lnTo>
                <a:lnTo>
                  <a:pt x="147" y="406"/>
                </a:lnTo>
                <a:lnTo>
                  <a:pt x="148" y="404"/>
                </a:lnTo>
                <a:lnTo>
                  <a:pt x="148" y="404"/>
                </a:lnTo>
                <a:lnTo>
                  <a:pt x="148" y="405"/>
                </a:lnTo>
                <a:lnTo>
                  <a:pt x="150" y="401"/>
                </a:lnTo>
                <a:lnTo>
                  <a:pt x="150" y="402"/>
                </a:lnTo>
                <a:lnTo>
                  <a:pt x="150" y="401"/>
                </a:lnTo>
                <a:lnTo>
                  <a:pt x="151" y="403"/>
                </a:lnTo>
                <a:lnTo>
                  <a:pt x="152" y="400"/>
                </a:lnTo>
                <a:lnTo>
                  <a:pt x="152" y="401"/>
                </a:lnTo>
                <a:lnTo>
                  <a:pt x="152" y="401"/>
                </a:lnTo>
                <a:lnTo>
                  <a:pt x="152" y="401"/>
                </a:lnTo>
                <a:lnTo>
                  <a:pt x="154" y="397"/>
                </a:lnTo>
                <a:lnTo>
                  <a:pt x="154" y="398"/>
                </a:lnTo>
                <a:lnTo>
                  <a:pt x="154" y="398"/>
                </a:lnTo>
                <a:lnTo>
                  <a:pt x="155" y="399"/>
                </a:lnTo>
                <a:lnTo>
                  <a:pt x="156" y="395"/>
                </a:lnTo>
                <a:lnTo>
                  <a:pt x="156" y="396"/>
                </a:lnTo>
                <a:lnTo>
                  <a:pt x="156" y="396"/>
                </a:lnTo>
                <a:lnTo>
                  <a:pt x="157" y="397"/>
                </a:lnTo>
                <a:lnTo>
                  <a:pt x="158" y="394"/>
                </a:lnTo>
                <a:lnTo>
                  <a:pt x="158" y="395"/>
                </a:lnTo>
                <a:lnTo>
                  <a:pt x="158" y="395"/>
                </a:lnTo>
                <a:lnTo>
                  <a:pt x="159" y="396"/>
                </a:lnTo>
                <a:lnTo>
                  <a:pt x="160" y="392"/>
                </a:lnTo>
                <a:lnTo>
                  <a:pt x="160" y="393"/>
                </a:lnTo>
                <a:lnTo>
                  <a:pt x="160" y="393"/>
                </a:lnTo>
                <a:lnTo>
                  <a:pt x="161" y="394"/>
                </a:lnTo>
                <a:lnTo>
                  <a:pt x="162" y="390"/>
                </a:lnTo>
                <a:lnTo>
                  <a:pt x="162" y="392"/>
                </a:lnTo>
                <a:lnTo>
                  <a:pt x="162" y="392"/>
                </a:lnTo>
                <a:lnTo>
                  <a:pt x="163" y="392"/>
                </a:lnTo>
                <a:lnTo>
                  <a:pt x="164" y="389"/>
                </a:lnTo>
                <a:lnTo>
                  <a:pt x="164" y="389"/>
                </a:lnTo>
                <a:lnTo>
                  <a:pt x="164" y="390"/>
                </a:lnTo>
                <a:lnTo>
                  <a:pt x="164" y="390"/>
                </a:lnTo>
                <a:lnTo>
                  <a:pt x="165" y="388"/>
                </a:lnTo>
                <a:lnTo>
                  <a:pt x="166" y="389"/>
                </a:lnTo>
                <a:lnTo>
                  <a:pt x="166" y="389"/>
                </a:lnTo>
                <a:lnTo>
                  <a:pt x="167" y="388"/>
                </a:lnTo>
                <a:lnTo>
                  <a:pt x="167" y="389"/>
                </a:lnTo>
                <a:lnTo>
                  <a:pt x="168" y="388"/>
                </a:lnTo>
                <a:lnTo>
                  <a:pt x="168" y="388"/>
                </a:lnTo>
                <a:lnTo>
                  <a:pt x="169" y="388"/>
                </a:lnTo>
                <a:lnTo>
                  <a:pt x="170" y="386"/>
                </a:lnTo>
                <a:lnTo>
                  <a:pt x="170" y="388"/>
                </a:lnTo>
                <a:lnTo>
                  <a:pt x="170" y="388"/>
                </a:lnTo>
                <a:lnTo>
                  <a:pt x="172" y="385"/>
                </a:lnTo>
                <a:lnTo>
                  <a:pt x="172" y="385"/>
                </a:lnTo>
                <a:lnTo>
                  <a:pt x="172" y="385"/>
                </a:lnTo>
                <a:lnTo>
                  <a:pt x="173" y="386"/>
                </a:lnTo>
                <a:lnTo>
                  <a:pt x="174" y="383"/>
                </a:lnTo>
                <a:lnTo>
                  <a:pt x="174" y="384"/>
                </a:lnTo>
                <a:lnTo>
                  <a:pt x="174" y="384"/>
                </a:lnTo>
                <a:lnTo>
                  <a:pt x="174" y="385"/>
                </a:lnTo>
                <a:lnTo>
                  <a:pt x="175" y="382"/>
                </a:lnTo>
                <a:lnTo>
                  <a:pt x="176" y="383"/>
                </a:lnTo>
                <a:lnTo>
                  <a:pt x="176" y="383"/>
                </a:lnTo>
                <a:lnTo>
                  <a:pt x="176" y="383"/>
                </a:lnTo>
                <a:lnTo>
                  <a:pt x="178" y="382"/>
                </a:lnTo>
                <a:lnTo>
                  <a:pt x="178" y="382"/>
                </a:lnTo>
                <a:lnTo>
                  <a:pt x="178" y="383"/>
                </a:lnTo>
                <a:lnTo>
                  <a:pt x="179" y="383"/>
                </a:lnTo>
                <a:lnTo>
                  <a:pt x="180" y="380"/>
                </a:lnTo>
                <a:lnTo>
                  <a:pt x="180" y="381"/>
                </a:lnTo>
                <a:lnTo>
                  <a:pt x="180" y="381"/>
                </a:lnTo>
                <a:lnTo>
                  <a:pt x="180" y="382"/>
                </a:lnTo>
                <a:lnTo>
                  <a:pt x="181" y="378"/>
                </a:lnTo>
                <a:lnTo>
                  <a:pt x="182" y="380"/>
                </a:lnTo>
                <a:lnTo>
                  <a:pt x="182" y="379"/>
                </a:lnTo>
                <a:lnTo>
                  <a:pt x="182" y="380"/>
                </a:lnTo>
                <a:lnTo>
                  <a:pt x="184" y="377"/>
                </a:lnTo>
                <a:lnTo>
                  <a:pt x="184" y="377"/>
                </a:lnTo>
                <a:lnTo>
                  <a:pt x="184" y="377"/>
                </a:lnTo>
                <a:lnTo>
                  <a:pt x="185" y="378"/>
                </a:lnTo>
                <a:lnTo>
                  <a:pt x="186" y="376"/>
                </a:lnTo>
                <a:lnTo>
                  <a:pt x="186" y="377"/>
                </a:lnTo>
                <a:lnTo>
                  <a:pt x="186" y="376"/>
                </a:lnTo>
                <a:lnTo>
                  <a:pt x="187" y="377"/>
                </a:lnTo>
                <a:lnTo>
                  <a:pt x="188" y="375"/>
                </a:lnTo>
                <a:lnTo>
                  <a:pt x="188" y="376"/>
                </a:lnTo>
                <a:lnTo>
                  <a:pt x="188" y="375"/>
                </a:lnTo>
                <a:lnTo>
                  <a:pt x="189" y="376"/>
                </a:lnTo>
                <a:lnTo>
                  <a:pt x="190" y="373"/>
                </a:lnTo>
                <a:lnTo>
                  <a:pt x="190" y="374"/>
                </a:lnTo>
                <a:lnTo>
                  <a:pt x="190" y="374"/>
                </a:lnTo>
                <a:lnTo>
                  <a:pt x="190" y="374"/>
                </a:lnTo>
                <a:lnTo>
                  <a:pt x="192" y="371"/>
                </a:lnTo>
                <a:lnTo>
                  <a:pt x="192" y="372"/>
                </a:lnTo>
                <a:lnTo>
                  <a:pt x="193" y="371"/>
                </a:lnTo>
                <a:lnTo>
                  <a:pt x="193" y="373"/>
                </a:lnTo>
                <a:lnTo>
                  <a:pt x="194" y="370"/>
                </a:lnTo>
                <a:lnTo>
                  <a:pt x="194" y="371"/>
                </a:lnTo>
                <a:lnTo>
                  <a:pt x="194" y="371"/>
                </a:lnTo>
                <a:lnTo>
                  <a:pt x="196" y="369"/>
                </a:lnTo>
                <a:lnTo>
                  <a:pt x="196" y="370"/>
                </a:lnTo>
                <a:lnTo>
                  <a:pt x="196" y="370"/>
                </a:lnTo>
                <a:lnTo>
                  <a:pt x="198" y="367"/>
                </a:lnTo>
                <a:lnTo>
                  <a:pt x="198" y="368"/>
                </a:lnTo>
                <a:lnTo>
                  <a:pt x="199" y="368"/>
                </a:lnTo>
                <a:lnTo>
                  <a:pt x="199" y="369"/>
                </a:lnTo>
                <a:lnTo>
                  <a:pt x="200" y="364"/>
                </a:lnTo>
                <a:lnTo>
                  <a:pt x="200" y="364"/>
                </a:lnTo>
                <a:lnTo>
                  <a:pt x="201" y="364"/>
                </a:lnTo>
                <a:lnTo>
                  <a:pt x="202" y="362"/>
                </a:lnTo>
                <a:lnTo>
                  <a:pt x="202" y="363"/>
                </a:lnTo>
                <a:lnTo>
                  <a:pt x="202" y="363"/>
                </a:lnTo>
                <a:lnTo>
                  <a:pt x="202" y="363"/>
                </a:lnTo>
                <a:lnTo>
                  <a:pt x="203" y="361"/>
                </a:lnTo>
                <a:lnTo>
                  <a:pt x="204" y="361"/>
                </a:lnTo>
                <a:lnTo>
                  <a:pt x="204" y="361"/>
                </a:lnTo>
                <a:lnTo>
                  <a:pt x="205" y="361"/>
                </a:lnTo>
                <a:lnTo>
                  <a:pt x="206" y="358"/>
                </a:lnTo>
                <a:lnTo>
                  <a:pt x="206" y="358"/>
                </a:lnTo>
                <a:lnTo>
                  <a:pt x="207" y="359"/>
                </a:lnTo>
                <a:lnTo>
                  <a:pt x="208" y="356"/>
                </a:lnTo>
                <a:lnTo>
                  <a:pt x="208" y="356"/>
                </a:lnTo>
                <a:lnTo>
                  <a:pt x="208" y="356"/>
                </a:lnTo>
                <a:lnTo>
                  <a:pt x="209" y="356"/>
                </a:lnTo>
                <a:lnTo>
                  <a:pt x="210" y="355"/>
                </a:lnTo>
                <a:lnTo>
                  <a:pt x="210" y="356"/>
                </a:lnTo>
                <a:lnTo>
                  <a:pt x="211" y="355"/>
                </a:lnTo>
                <a:lnTo>
                  <a:pt x="211" y="356"/>
                </a:lnTo>
                <a:lnTo>
                  <a:pt x="212" y="353"/>
                </a:lnTo>
                <a:lnTo>
                  <a:pt x="212" y="353"/>
                </a:lnTo>
                <a:lnTo>
                  <a:pt x="212" y="353"/>
                </a:lnTo>
                <a:lnTo>
                  <a:pt x="213" y="354"/>
                </a:lnTo>
                <a:lnTo>
                  <a:pt x="214" y="350"/>
                </a:lnTo>
                <a:lnTo>
                  <a:pt x="214" y="350"/>
                </a:lnTo>
                <a:lnTo>
                  <a:pt x="215" y="352"/>
                </a:lnTo>
                <a:lnTo>
                  <a:pt x="216" y="349"/>
                </a:lnTo>
                <a:lnTo>
                  <a:pt x="216" y="350"/>
                </a:lnTo>
                <a:lnTo>
                  <a:pt x="217" y="349"/>
                </a:lnTo>
                <a:lnTo>
                  <a:pt x="217" y="350"/>
                </a:lnTo>
                <a:lnTo>
                  <a:pt x="218" y="347"/>
                </a:lnTo>
                <a:lnTo>
                  <a:pt x="218" y="347"/>
                </a:lnTo>
                <a:lnTo>
                  <a:pt x="218" y="349"/>
                </a:lnTo>
                <a:lnTo>
                  <a:pt x="220" y="346"/>
                </a:lnTo>
                <a:lnTo>
                  <a:pt x="220" y="347"/>
                </a:lnTo>
                <a:lnTo>
                  <a:pt x="220" y="348"/>
                </a:lnTo>
                <a:lnTo>
                  <a:pt x="222" y="344"/>
                </a:lnTo>
                <a:lnTo>
                  <a:pt x="222" y="344"/>
                </a:lnTo>
                <a:lnTo>
                  <a:pt x="224" y="344"/>
                </a:lnTo>
                <a:lnTo>
                  <a:pt x="224" y="347"/>
                </a:lnTo>
                <a:lnTo>
                  <a:pt x="224" y="346"/>
                </a:lnTo>
                <a:lnTo>
                  <a:pt x="224" y="345"/>
                </a:lnTo>
                <a:lnTo>
                  <a:pt x="225" y="344"/>
                </a:lnTo>
                <a:lnTo>
                  <a:pt x="226" y="346"/>
                </a:lnTo>
                <a:lnTo>
                  <a:pt x="226" y="344"/>
                </a:lnTo>
                <a:lnTo>
                  <a:pt x="226" y="344"/>
                </a:lnTo>
                <a:lnTo>
                  <a:pt x="227" y="345"/>
                </a:lnTo>
                <a:lnTo>
                  <a:pt x="228" y="344"/>
                </a:lnTo>
                <a:lnTo>
                  <a:pt x="228" y="345"/>
                </a:lnTo>
                <a:lnTo>
                  <a:pt x="229" y="344"/>
                </a:lnTo>
                <a:lnTo>
                  <a:pt x="230" y="345"/>
                </a:lnTo>
                <a:lnTo>
                  <a:pt x="230" y="343"/>
                </a:lnTo>
                <a:lnTo>
                  <a:pt x="230" y="343"/>
                </a:lnTo>
                <a:lnTo>
                  <a:pt x="231" y="345"/>
                </a:lnTo>
                <a:lnTo>
                  <a:pt x="232" y="344"/>
                </a:lnTo>
                <a:lnTo>
                  <a:pt x="232" y="344"/>
                </a:lnTo>
                <a:lnTo>
                  <a:pt x="233" y="343"/>
                </a:lnTo>
                <a:lnTo>
                  <a:pt x="234" y="344"/>
                </a:lnTo>
                <a:lnTo>
                  <a:pt x="234" y="343"/>
                </a:lnTo>
                <a:lnTo>
                  <a:pt x="235" y="343"/>
                </a:lnTo>
                <a:lnTo>
                  <a:pt x="235" y="344"/>
                </a:lnTo>
                <a:lnTo>
                  <a:pt x="236" y="342"/>
                </a:lnTo>
                <a:lnTo>
                  <a:pt x="236" y="344"/>
                </a:lnTo>
                <a:lnTo>
                  <a:pt x="236" y="344"/>
                </a:lnTo>
                <a:lnTo>
                  <a:pt x="237" y="343"/>
                </a:lnTo>
                <a:lnTo>
                  <a:pt x="237" y="344"/>
                </a:lnTo>
                <a:lnTo>
                  <a:pt x="238" y="343"/>
                </a:lnTo>
                <a:lnTo>
                  <a:pt x="238" y="343"/>
                </a:lnTo>
                <a:lnTo>
                  <a:pt x="239" y="342"/>
                </a:lnTo>
                <a:lnTo>
                  <a:pt x="239" y="344"/>
                </a:lnTo>
                <a:lnTo>
                  <a:pt x="240" y="342"/>
                </a:lnTo>
                <a:lnTo>
                  <a:pt x="241" y="342"/>
                </a:lnTo>
                <a:lnTo>
                  <a:pt x="242" y="341"/>
                </a:lnTo>
                <a:lnTo>
                  <a:pt x="242" y="344"/>
                </a:lnTo>
                <a:lnTo>
                  <a:pt x="242" y="342"/>
                </a:lnTo>
                <a:lnTo>
                  <a:pt x="242" y="342"/>
                </a:lnTo>
                <a:lnTo>
                  <a:pt x="243" y="343"/>
                </a:lnTo>
                <a:lnTo>
                  <a:pt x="243" y="341"/>
                </a:lnTo>
                <a:lnTo>
                  <a:pt x="244" y="342"/>
                </a:lnTo>
                <a:lnTo>
                  <a:pt x="244" y="342"/>
                </a:lnTo>
                <a:lnTo>
                  <a:pt x="245" y="341"/>
                </a:lnTo>
                <a:lnTo>
                  <a:pt x="246" y="343"/>
                </a:lnTo>
                <a:lnTo>
                  <a:pt x="246" y="342"/>
                </a:lnTo>
                <a:lnTo>
                  <a:pt x="246" y="342"/>
                </a:lnTo>
                <a:lnTo>
                  <a:pt x="247" y="341"/>
                </a:lnTo>
                <a:lnTo>
                  <a:pt x="247" y="343"/>
                </a:lnTo>
                <a:lnTo>
                  <a:pt x="248" y="342"/>
                </a:lnTo>
                <a:lnTo>
                  <a:pt x="248" y="342"/>
                </a:lnTo>
                <a:lnTo>
                  <a:pt x="249" y="341"/>
                </a:lnTo>
                <a:lnTo>
                  <a:pt x="250" y="343"/>
                </a:lnTo>
                <a:lnTo>
                  <a:pt x="250" y="343"/>
                </a:lnTo>
                <a:lnTo>
                  <a:pt x="250" y="342"/>
                </a:lnTo>
                <a:lnTo>
                  <a:pt x="252" y="342"/>
                </a:lnTo>
                <a:lnTo>
                  <a:pt x="252" y="340"/>
                </a:lnTo>
                <a:lnTo>
                  <a:pt x="252" y="341"/>
                </a:lnTo>
                <a:lnTo>
                  <a:pt x="253" y="341"/>
                </a:lnTo>
                <a:lnTo>
                  <a:pt x="253" y="339"/>
                </a:lnTo>
                <a:lnTo>
                  <a:pt x="253" y="341"/>
                </a:lnTo>
                <a:lnTo>
                  <a:pt x="255" y="341"/>
                </a:lnTo>
                <a:lnTo>
                  <a:pt x="255" y="341"/>
                </a:lnTo>
                <a:lnTo>
                  <a:pt x="255" y="341"/>
                </a:lnTo>
                <a:lnTo>
                  <a:pt x="256" y="340"/>
                </a:lnTo>
                <a:lnTo>
                  <a:pt x="256" y="341"/>
                </a:lnTo>
                <a:lnTo>
                  <a:pt x="256" y="341"/>
                </a:lnTo>
                <a:lnTo>
                  <a:pt x="258" y="341"/>
                </a:lnTo>
                <a:lnTo>
                  <a:pt x="258" y="339"/>
                </a:lnTo>
                <a:lnTo>
                  <a:pt x="258" y="339"/>
                </a:lnTo>
                <a:lnTo>
                  <a:pt x="259" y="339"/>
                </a:lnTo>
                <a:lnTo>
                  <a:pt x="259" y="340"/>
                </a:lnTo>
                <a:lnTo>
                  <a:pt x="260" y="338"/>
                </a:lnTo>
                <a:lnTo>
                  <a:pt x="261" y="338"/>
                </a:lnTo>
                <a:lnTo>
                  <a:pt x="261" y="339"/>
                </a:lnTo>
                <a:lnTo>
                  <a:pt x="261" y="340"/>
                </a:lnTo>
                <a:lnTo>
                  <a:pt x="262" y="337"/>
                </a:lnTo>
                <a:lnTo>
                  <a:pt x="262" y="337"/>
                </a:lnTo>
                <a:lnTo>
                  <a:pt x="262" y="337"/>
                </a:lnTo>
                <a:lnTo>
                  <a:pt x="263" y="338"/>
                </a:lnTo>
                <a:lnTo>
                  <a:pt x="264" y="335"/>
                </a:lnTo>
                <a:lnTo>
                  <a:pt x="264" y="335"/>
                </a:lnTo>
                <a:lnTo>
                  <a:pt x="265" y="336"/>
                </a:lnTo>
                <a:lnTo>
                  <a:pt x="266" y="334"/>
                </a:lnTo>
                <a:lnTo>
                  <a:pt x="267" y="334"/>
                </a:lnTo>
                <a:lnTo>
                  <a:pt x="267" y="334"/>
                </a:lnTo>
                <a:lnTo>
                  <a:pt x="267" y="335"/>
                </a:lnTo>
                <a:lnTo>
                  <a:pt x="268" y="333"/>
                </a:lnTo>
                <a:lnTo>
                  <a:pt x="268" y="333"/>
                </a:lnTo>
                <a:lnTo>
                  <a:pt x="268" y="333"/>
                </a:lnTo>
                <a:lnTo>
                  <a:pt x="269" y="334"/>
                </a:lnTo>
                <a:lnTo>
                  <a:pt x="270" y="332"/>
                </a:lnTo>
                <a:lnTo>
                  <a:pt x="270" y="333"/>
                </a:lnTo>
                <a:lnTo>
                  <a:pt x="271" y="333"/>
                </a:lnTo>
                <a:lnTo>
                  <a:pt x="271" y="331"/>
                </a:lnTo>
                <a:lnTo>
                  <a:pt x="273" y="332"/>
                </a:lnTo>
                <a:lnTo>
                  <a:pt x="273" y="332"/>
                </a:lnTo>
                <a:lnTo>
                  <a:pt x="273" y="333"/>
                </a:lnTo>
                <a:lnTo>
                  <a:pt x="274" y="329"/>
                </a:lnTo>
                <a:lnTo>
                  <a:pt x="274" y="330"/>
                </a:lnTo>
                <a:lnTo>
                  <a:pt x="274" y="330"/>
                </a:lnTo>
                <a:lnTo>
                  <a:pt x="274" y="331"/>
                </a:lnTo>
                <a:lnTo>
                  <a:pt x="276" y="329"/>
                </a:lnTo>
                <a:lnTo>
                  <a:pt x="276" y="330"/>
                </a:lnTo>
                <a:lnTo>
                  <a:pt x="277" y="329"/>
                </a:lnTo>
                <a:lnTo>
                  <a:pt x="277" y="330"/>
                </a:lnTo>
                <a:lnTo>
                  <a:pt x="278" y="328"/>
                </a:lnTo>
                <a:lnTo>
                  <a:pt x="279" y="329"/>
                </a:lnTo>
                <a:lnTo>
                  <a:pt x="279" y="329"/>
                </a:lnTo>
                <a:lnTo>
                  <a:pt x="279" y="329"/>
                </a:lnTo>
                <a:lnTo>
                  <a:pt x="280" y="327"/>
                </a:lnTo>
                <a:lnTo>
                  <a:pt x="280" y="328"/>
                </a:lnTo>
                <a:lnTo>
                  <a:pt x="280" y="328"/>
                </a:lnTo>
                <a:lnTo>
                  <a:pt x="281" y="329"/>
                </a:lnTo>
                <a:lnTo>
                  <a:pt x="282" y="327"/>
                </a:lnTo>
                <a:lnTo>
                  <a:pt x="282" y="328"/>
                </a:lnTo>
                <a:lnTo>
                  <a:pt x="283" y="328"/>
                </a:lnTo>
                <a:lnTo>
                  <a:pt x="283" y="329"/>
                </a:lnTo>
                <a:lnTo>
                  <a:pt x="283" y="327"/>
                </a:lnTo>
                <a:lnTo>
                  <a:pt x="285" y="327"/>
                </a:lnTo>
                <a:lnTo>
                  <a:pt x="285" y="327"/>
                </a:lnTo>
                <a:lnTo>
                  <a:pt x="286" y="329"/>
                </a:lnTo>
                <a:lnTo>
                  <a:pt x="286" y="326"/>
                </a:lnTo>
                <a:lnTo>
                  <a:pt x="286" y="327"/>
                </a:lnTo>
                <a:lnTo>
                  <a:pt x="286" y="327"/>
                </a:lnTo>
                <a:lnTo>
                  <a:pt x="286" y="328"/>
                </a:lnTo>
                <a:lnTo>
                  <a:pt x="288" y="326"/>
                </a:lnTo>
                <a:lnTo>
                  <a:pt x="288" y="327"/>
                </a:lnTo>
                <a:lnTo>
                  <a:pt x="288" y="327"/>
                </a:lnTo>
                <a:lnTo>
                  <a:pt x="290" y="326"/>
                </a:lnTo>
                <a:lnTo>
                  <a:pt x="291" y="328"/>
                </a:lnTo>
                <a:lnTo>
                  <a:pt x="291" y="328"/>
                </a:lnTo>
                <a:lnTo>
                  <a:pt x="291" y="327"/>
                </a:lnTo>
                <a:lnTo>
                  <a:pt x="291" y="327"/>
                </a:lnTo>
                <a:lnTo>
                  <a:pt x="292" y="329"/>
                </a:lnTo>
                <a:lnTo>
                  <a:pt x="292" y="327"/>
                </a:lnTo>
                <a:lnTo>
                  <a:pt x="292" y="327"/>
                </a:lnTo>
                <a:lnTo>
                  <a:pt x="293" y="327"/>
                </a:lnTo>
                <a:lnTo>
                  <a:pt x="294" y="329"/>
                </a:lnTo>
                <a:lnTo>
                  <a:pt x="294" y="329"/>
                </a:lnTo>
                <a:lnTo>
                  <a:pt x="295" y="329"/>
                </a:lnTo>
                <a:lnTo>
                  <a:pt x="296" y="329"/>
                </a:lnTo>
                <a:lnTo>
                  <a:pt x="296" y="328"/>
                </a:lnTo>
                <a:lnTo>
                  <a:pt x="297" y="329"/>
                </a:lnTo>
                <a:lnTo>
                  <a:pt x="297" y="329"/>
                </a:lnTo>
                <a:lnTo>
                  <a:pt x="297" y="328"/>
                </a:lnTo>
                <a:lnTo>
                  <a:pt x="298" y="331"/>
                </a:lnTo>
                <a:lnTo>
                  <a:pt x="298" y="331"/>
                </a:lnTo>
                <a:lnTo>
                  <a:pt x="298" y="331"/>
                </a:lnTo>
                <a:lnTo>
                  <a:pt x="299" y="329"/>
                </a:lnTo>
                <a:lnTo>
                  <a:pt x="300" y="332"/>
                </a:lnTo>
                <a:lnTo>
                  <a:pt x="300" y="332"/>
                </a:lnTo>
                <a:lnTo>
                  <a:pt x="301" y="331"/>
                </a:lnTo>
                <a:lnTo>
                  <a:pt x="301" y="330"/>
                </a:lnTo>
                <a:lnTo>
                  <a:pt x="302" y="333"/>
                </a:lnTo>
                <a:lnTo>
                  <a:pt x="303" y="332"/>
                </a:lnTo>
                <a:lnTo>
                  <a:pt x="303" y="333"/>
                </a:lnTo>
                <a:lnTo>
                  <a:pt x="303" y="332"/>
                </a:lnTo>
                <a:lnTo>
                  <a:pt x="304" y="333"/>
                </a:lnTo>
                <a:lnTo>
                  <a:pt x="304" y="333"/>
                </a:lnTo>
                <a:lnTo>
                  <a:pt x="304" y="333"/>
                </a:lnTo>
                <a:lnTo>
                  <a:pt x="306" y="335"/>
                </a:lnTo>
                <a:lnTo>
                  <a:pt x="306" y="335"/>
                </a:lnTo>
                <a:lnTo>
                  <a:pt x="307" y="334"/>
                </a:lnTo>
                <a:lnTo>
                  <a:pt x="309" y="336"/>
                </a:lnTo>
                <a:lnTo>
                  <a:pt x="309" y="336"/>
                </a:lnTo>
                <a:lnTo>
                  <a:pt x="309" y="336"/>
                </a:lnTo>
                <a:lnTo>
                  <a:pt x="309" y="335"/>
                </a:lnTo>
                <a:lnTo>
                  <a:pt x="310" y="338"/>
                </a:lnTo>
                <a:lnTo>
                  <a:pt x="310" y="337"/>
                </a:lnTo>
                <a:lnTo>
                  <a:pt x="310" y="338"/>
                </a:lnTo>
                <a:lnTo>
                  <a:pt x="311" y="337"/>
                </a:lnTo>
                <a:lnTo>
                  <a:pt x="312" y="340"/>
                </a:lnTo>
                <a:lnTo>
                  <a:pt x="312" y="339"/>
                </a:lnTo>
                <a:lnTo>
                  <a:pt x="313" y="339"/>
                </a:lnTo>
                <a:lnTo>
                  <a:pt x="314" y="341"/>
                </a:lnTo>
                <a:lnTo>
                  <a:pt x="314" y="338"/>
                </a:lnTo>
                <a:lnTo>
                  <a:pt x="315" y="340"/>
                </a:lnTo>
                <a:lnTo>
                  <a:pt x="315" y="340"/>
                </a:lnTo>
                <a:lnTo>
                  <a:pt x="315" y="339"/>
                </a:lnTo>
                <a:lnTo>
                  <a:pt x="316" y="342"/>
                </a:lnTo>
                <a:lnTo>
                  <a:pt x="316" y="342"/>
                </a:lnTo>
                <a:lnTo>
                  <a:pt x="317" y="341"/>
                </a:lnTo>
                <a:lnTo>
                  <a:pt x="318" y="343"/>
                </a:lnTo>
                <a:lnTo>
                  <a:pt x="318" y="341"/>
                </a:lnTo>
                <a:lnTo>
                  <a:pt x="319" y="342"/>
                </a:lnTo>
                <a:lnTo>
                  <a:pt x="319" y="341"/>
                </a:lnTo>
                <a:lnTo>
                  <a:pt x="320" y="344"/>
                </a:lnTo>
                <a:lnTo>
                  <a:pt x="321" y="343"/>
                </a:lnTo>
                <a:lnTo>
                  <a:pt x="321" y="343"/>
                </a:lnTo>
                <a:lnTo>
                  <a:pt x="321" y="342"/>
                </a:lnTo>
                <a:lnTo>
                  <a:pt x="322" y="344"/>
                </a:lnTo>
                <a:lnTo>
                  <a:pt x="323" y="342"/>
                </a:lnTo>
                <a:lnTo>
                  <a:pt x="323" y="342"/>
                </a:lnTo>
                <a:lnTo>
                  <a:pt x="324" y="342"/>
                </a:lnTo>
                <a:lnTo>
                  <a:pt x="324" y="344"/>
                </a:lnTo>
                <a:lnTo>
                  <a:pt x="324" y="344"/>
                </a:lnTo>
                <a:lnTo>
                  <a:pt x="325" y="345"/>
                </a:lnTo>
                <a:lnTo>
                  <a:pt x="325" y="342"/>
                </a:lnTo>
                <a:lnTo>
                  <a:pt x="327" y="344"/>
                </a:lnTo>
                <a:lnTo>
                  <a:pt x="327" y="343"/>
                </a:lnTo>
                <a:lnTo>
                  <a:pt x="328" y="344"/>
                </a:lnTo>
                <a:lnTo>
                  <a:pt x="328" y="342"/>
                </a:lnTo>
                <a:lnTo>
                  <a:pt x="329" y="344"/>
                </a:lnTo>
                <a:lnTo>
                  <a:pt x="329" y="344"/>
                </a:lnTo>
                <a:lnTo>
                  <a:pt x="330" y="344"/>
                </a:lnTo>
                <a:lnTo>
                  <a:pt x="330" y="342"/>
                </a:lnTo>
                <a:lnTo>
                  <a:pt x="330" y="343"/>
                </a:lnTo>
                <a:lnTo>
                  <a:pt x="330" y="342"/>
                </a:lnTo>
                <a:lnTo>
                  <a:pt x="331" y="343"/>
                </a:lnTo>
                <a:lnTo>
                  <a:pt x="332" y="341"/>
                </a:lnTo>
                <a:lnTo>
                  <a:pt x="333" y="342"/>
                </a:lnTo>
                <a:lnTo>
                  <a:pt x="333" y="342"/>
                </a:lnTo>
                <a:lnTo>
                  <a:pt x="333" y="342"/>
                </a:lnTo>
                <a:lnTo>
                  <a:pt x="334" y="340"/>
                </a:lnTo>
                <a:lnTo>
                  <a:pt x="335" y="341"/>
                </a:lnTo>
                <a:lnTo>
                  <a:pt x="335" y="341"/>
                </a:lnTo>
                <a:lnTo>
                  <a:pt x="336" y="341"/>
                </a:lnTo>
                <a:lnTo>
                  <a:pt x="336" y="339"/>
                </a:lnTo>
                <a:lnTo>
                  <a:pt x="336" y="339"/>
                </a:lnTo>
                <a:lnTo>
                  <a:pt x="337" y="339"/>
                </a:lnTo>
                <a:lnTo>
                  <a:pt x="337" y="340"/>
                </a:lnTo>
                <a:lnTo>
                  <a:pt x="339" y="335"/>
                </a:lnTo>
                <a:lnTo>
                  <a:pt x="339" y="336"/>
                </a:lnTo>
                <a:lnTo>
                  <a:pt x="339" y="336"/>
                </a:lnTo>
                <a:lnTo>
                  <a:pt x="339" y="336"/>
                </a:lnTo>
                <a:lnTo>
                  <a:pt x="341" y="333"/>
                </a:lnTo>
                <a:lnTo>
                  <a:pt x="341" y="334"/>
                </a:lnTo>
                <a:lnTo>
                  <a:pt x="341" y="335"/>
                </a:lnTo>
                <a:lnTo>
                  <a:pt x="341" y="335"/>
                </a:lnTo>
                <a:lnTo>
                  <a:pt x="342" y="333"/>
                </a:lnTo>
                <a:lnTo>
                  <a:pt x="342" y="333"/>
                </a:lnTo>
                <a:lnTo>
                  <a:pt x="343" y="333"/>
                </a:lnTo>
                <a:lnTo>
                  <a:pt x="343" y="333"/>
                </a:lnTo>
                <a:lnTo>
                  <a:pt x="345" y="329"/>
                </a:lnTo>
                <a:lnTo>
                  <a:pt x="345" y="330"/>
                </a:lnTo>
                <a:lnTo>
                  <a:pt x="345" y="331"/>
                </a:lnTo>
                <a:lnTo>
                  <a:pt x="346" y="327"/>
                </a:lnTo>
                <a:lnTo>
                  <a:pt x="347" y="328"/>
                </a:lnTo>
                <a:lnTo>
                  <a:pt x="347" y="327"/>
                </a:lnTo>
                <a:lnTo>
                  <a:pt x="347" y="327"/>
                </a:lnTo>
                <a:lnTo>
                  <a:pt x="348" y="324"/>
                </a:lnTo>
                <a:lnTo>
                  <a:pt x="348" y="324"/>
                </a:lnTo>
                <a:lnTo>
                  <a:pt x="348" y="325"/>
                </a:lnTo>
                <a:lnTo>
                  <a:pt x="349" y="325"/>
                </a:lnTo>
                <a:lnTo>
                  <a:pt x="350" y="321"/>
                </a:lnTo>
                <a:lnTo>
                  <a:pt x="351" y="322"/>
                </a:lnTo>
                <a:lnTo>
                  <a:pt x="351" y="321"/>
                </a:lnTo>
                <a:lnTo>
                  <a:pt x="351" y="322"/>
                </a:lnTo>
                <a:lnTo>
                  <a:pt x="352" y="319"/>
                </a:lnTo>
                <a:lnTo>
                  <a:pt x="353" y="320"/>
                </a:lnTo>
                <a:lnTo>
                  <a:pt x="353" y="320"/>
                </a:lnTo>
                <a:lnTo>
                  <a:pt x="354" y="316"/>
                </a:lnTo>
                <a:lnTo>
                  <a:pt x="355" y="316"/>
                </a:lnTo>
                <a:lnTo>
                  <a:pt x="355" y="317"/>
                </a:lnTo>
                <a:lnTo>
                  <a:pt x="356" y="314"/>
                </a:lnTo>
                <a:lnTo>
                  <a:pt x="357" y="314"/>
                </a:lnTo>
                <a:lnTo>
                  <a:pt x="357" y="314"/>
                </a:lnTo>
                <a:lnTo>
                  <a:pt x="357" y="315"/>
                </a:lnTo>
                <a:lnTo>
                  <a:pt x="359" y="312"/>
                </a:lnTo>
                <a:lnTo>
                  <a:pt x="359" y="313"/>
                </a:lnTo>
                <a:lnTo>
                  <a:pt x="359" y="313"/>
                </a:lnTo>
                <a:lnTo>
                  <a:pt x="360" y="308"/>
                </a:lnTo>
                <a:lnTo>
                  <a:pt x="361" y="309"/>
                </a:lnTo>
                <a:lnTo>
                  <a:pt x="361" y="310"/>
                </a:lnTo>
                <a:lnTo>
                  <a:pt x="362" y="306"/>
                </a:lnTo>
                <a:lnTo>
                  <a:pt x="363" y="307"/>
                </a:lnTo>
                <a:lnTo>
                  <a:pt x="363" y="307"/>
                </a:lnTo>
                <a:lnTo>
                  <a:pt x="363" y="307"/>
                </a:lnTo>
                <a:lnTo>
                  <a:pt x="365" y="305"/>
                </a:lnTo>
                <a:lnTo>
                  <a:pt x="365" y="305"/>
                </a:lnTo>
                <a:lnTo>
                  <a:pt x="365" y="305"/>
                </a:lnTo>
                <a:lnTo>
                  <a:pt x="365" y="306"/>
                </a:lnTo>
                <a:lnTo>
                  <a:pt x="366" y="304"/>
                </a:lnTo>
                <a:lnTo>
                  <a:pt x="366" y="304"/>
                </a:lnTo>
                <a:lnTo>
                  <a:pt x="366" y="304"/>
                </a:lnTo>
                <a:lnTo>
                  <a:pt x="367" y="305"/>
                </a:lnTo>
                <a:lnTo>
                  <a:pt x="369" y="300"/>
                </a:lnTo>
                <a:lnTo>
                  <a:pt x="369" y="300"/>
                </a:lnTo>
                <a:lnTo>
                  <a:pt x="369" y="302"/>
                </a:lnTo>
                <a:lnTo>
                  <a:pt x="370" y="299"/>
                </a:lnTo>
                <a:lnTo>
                  <a:pt x="371" y="300"/>
                </a:lnTo>
                <a:lnTo>
                  <a:pt x="371" y="300"/>
                </a:lnTo>
                <a:lnTo>
                  <a:pt x="371" y="300"/>
                </a:lnTo>
                <a:lnTo>
                  <a:pt x="372" y="296"/>
                </a:lnTo>
                <a:lnTo>
                  <a:pt x="372" y="296"/>
                </a:lnTo>
                <a:lnTo>
                  <a:pt x="372" y="297"/>
                </a:lnTo>
                <a:lnTo>
                  <a:pt x="373" y="297"/>
                </a:lnTo>
                <a:lnTo>
                  <a:pt x="374" y="294"/>
                </a:lnTo>
                <a:lnTo>
                  <a:pt x="375" y="295"/>
                </a:lnTo>
                <a:lnTo>
                  <a:pt x="375" y="295"/>
                </a:lnTo>
                <a:lnTo>
                  <a:pt x="375" y="296"/>
                </a:lnTo>
                <a:lnTo>
                  <a:pt x="377" y="292"/>
                </a:lnTo>
                <a:lnTo>
                  <a:pt x="377" y="291"/>
                </a:lnTo>
                <a:lnTo>
                  <a:pt x="377" y="293"/>
                </a:lnTo>
                <a:lnTo>
                  <a:pt x="378" y="289"/>
                </a:lnTo>
                <a:lnTo>
                  <a:pt x="378" y="290"/>
                </a:lnTo>
                <a:lnTo>
                  <a:pt x="379" y="290"/>
                </a:lnTo>
                <a:lnTo>
                  <a:pt x="381" y="286"/>
                </a:lnTo>
                <a:lnTo>
                  <a:pt x="381" y="286"/>
                </a:lnTo>
                <a:lnTo>
                  <a:pt x="381" y="288"/>
                </a:lnTo>
                <a:lnTo>
                  <a:pt x="383" y="286"/>
                </a:lnTo>
                <a:lnTo>
                  <a:pt x="383" y="286"/>
                </a:lnTo>
                <a:lnTo>
                  <a:pt x="383" y="286"/>
                </a:lnTo>
                <a:lnTo>
                  <a:pt x="383" y="286"/>
                </a:lnTo>
                <a:lnTo>
                  <a:pt x="384" y="281"/>
                </a:lnTo>
                <a:lnTo>
                  <a:pt x="384" y="281"/>
                </a:lnTo>
                <a:lnTo>
                  <a:pt x="385" y="282"/>
                </a:lnTo>
                <a:lnTo>
                  <a:pt x="385" y="283"/>
                </a:lnTo>
                <a:lnTo>
                  <a:pt x="386" y="279"/>
                </a:lnTo>
                <a:lnTo>
                  <a:pt x="387" y="279"/>
                </a:lnTo>
                <a:lnTo>
                  <a:pt x="387" y="279"/>
                </a:lnTo>
                <a:lnTo>
                  <a:pt x="387" y="279"/>
                </a:lnTo>
                <a:lnTo>
                  <a:pt x="389" y="275"/>
                </a:lnTo>
                <a:lnTo>
                  <a:pt x="389" y="275"/>
                </a:lnTo>
                <a:lnTo>
                  <a:pt x="389" y="276"/>
                </a:lnTo>
                <a:lnTo>
                  <a:pt x="390" y="272"/>
                </a:lnTo>
                <a:lnTo>
                  <a:pt x="391" y="273"/>
                </a:lnTo>
                <a:lnTo>
                  <a:pt x="391" y="273"/>
                </a:lnTo>
                <a:lnTo>
                  <a:pt x="393" y="270"/>
                </a:lnTo>
                <a:lnTo>
                  <a:pt x="393" y="270"/>
                </a:lnTo>
                <a:lnTo>
                  <a:pt x="393" y="270"/>
                </a:lnTo>
                <a:lnTo>
                  <a:pt x="395" y="267"/>
                </a:lnTo>
                <a:lnTo>
                  <a:pt x="395" y="268"/>
                </a:lnTo>
                <a:lnTo>
                  <a:pt x="395" y="268"/>
                </a:lnTo>
                <a:lnTo>
                  <a:pt x="395" y="268"/>
                </a:lnTo>
                <a:lnTo>
                  <a:pt x="397" y="265"/>
                </a:lnTo>
                <a:lnTo>
                  <a:pt x="397" y="265"/>
                </a:lnTo>
                <a:lnTo>
                  <a:pt x="397" y="265"/>
                </a:lnTo>
                <a:lnTo>
                  <a:pt x="397" y="265"/>
                </a:lnTo>
                <a:lnTo>
                  <a:pt x="398" y="262"/>
                </a:lnTo>
                <a:lnTo>
                  <a:pt x="399" y="263"/>
                </a:lnTo>
                <a:lnTo>
                  <a:pt x="399" y="263"/>
                </a:lnTo>
                <a:lnTo>
                  <a:pt x="399" y="263"/>
                </a:lnTo>
                <a:lnTo>
                  <a:pt x="400" y="259"/>
                </a:lnTo>
                <a:lnTo>
                  <a:pt x="401" y="259"/>
                </a:lnTo>
                <a:lnTo>
                  <a:pt x="401" y="259"/>
                </a:lnTo>
                <a:lnTo>
                  <a:pt x="401" y="260"/>
                </a:lnTo>
                <a:lnTo>
                  <a:pt x="403" y="256"/>
                </a:lnTo>
                <a:lnTo>
                  <a:pt x="403" y="258"/>
                </a:lnTo>
                <a:lnTo>
                  <a:pt x="403" y="258"/>
                </a:lnTo>
                <a:lnTo>
                  <a:pt x="404" y="253"/>
                </a:lnTo>
                <a:lnTo>
                  <a:pt x="405" y="254"/>
                </a:lnTo>
                <a:lnTo>
                  <a:pt x="405" y="253"/>
                </a:lnTo>
                <a:lnTo>
                  <a:pt x="405" y="254"/>
                </a:lnTo>
                <a:lnTo>
                  <a:pt x="407" y="250"/>
                </a:lnTo>
                <a:lnTo>
                  <a:pt x="407" y="250"/>
                </a:lnTo>
                <a:lnTo>
                  <a:pt x="407" y="251"/>
                </a:lnTo>
                <a:lnTo>
                  <a:pt x="409" y="247"/>
                </a:lnTo>
                <a:lnTo>
                  <a:pt x="409" y="247"/>
                </a:lnTo>
                <a:lnTo>
                  <a:pt x="409" y="248"/>
                </a:lnTo>
                <a:lnTo>
                  <a:pt x="411" y="245"/>
                </a:lnTo>
                <a:lnTo>
                  <a:pt x="411" y="246"/>
                </a:lnTo>
                <a:lnTo>
                  <a:pt x="411" y="246"/>
                </a:lnTo>
                <a:lnTo>
                  <a:pt x="411" y="246"/>
                </a:lnTo>
                <a:lnTo>
                  <a:pt x="413" y="243"/>
                </a:lnTo>
                <a:lnTo>
                  <a:pt x="413" y="243"/>
                </a:lnTo>
                <a:lnTo>
                  <a:pt x="413" y="243"/>
                </a:lnTo>
                <a:lnTo>
                  <a:pt x="414" y="240"/>
                </a:lnTo>
                <a:lnTo>
                  <a:pt x="415" y="240"/>
                </a:lnTo>
                <a:lnTo>
                  <a:pt x="415" y="241"/>
                </a:lnTo>
                <a:lnTo>
                  <a:pt x="416" y="237"/>
                </a:lnTo>
                <a:lnTo>
                  <a:pt x="417" y="238"/>
                </a:lnTo>
                <a:lnTo>
                  <a:pt x="417" y="238"/>
                </a:lnTo>
                <a:lnTo>
                  <a:pt x="417" y="238"/>
                </a:lnTo>
                <a:lnTo>
                  <a:pt x="419" y="233"/>
                </a:lnTo>
                <a:lnTo>
                  <a:pt x="419" y="234"/>
                </a:lnTo>
                <a:lnTo>
                  <a:pt x="419" y="234"/>
                </a:lnTo>
                <a:lnTo>
                  <a:pt x="421" y="231"/>
                </a:lnTo>
                <a:lnTo>
                  <a:pt x="421" y="231"/>
                </a:lnTo>
                <a:lnTo>
                  <a:pt x="421" y="232"/>
                </a:lnTo>
                <a:lnTo>
                  <a:pt x="421" y="232"/>
                </a:lnTo>
                <a:lnTo>
                  <a:pt x="422" y="227"/>
                </a:lnTo>
                <a:lnTo>
                  <a:pt x="423" y="228"/>
                </a:lnTo>
                <a:lnTo>
                  <a:pt x="423" y="228"/>
                </a:lnTo>
                <a:lnTo>
                  <a:pt x="424" y="223"/>
                </a:lnTo>
                <a:lnTo>
                  <a:pt x="425" y="224"/>
                </a:lnTo>
                <a:lnTo>
                  <a:pt x="425" y="224"/>
                </a:lnTo>
                <a:lnTo>
                  <a:pt x="425" y="224"/>
                </a:lnTo>
                <a:lnTo>
                  <a:pt x="427" y="220"/>
                </a:lnTo>
                <a:lnTo>
                  <a:pt x="427" y="220"/>
                </a:lnTo>
                <a:lnTo>
                  <a:pt x="427" y="221"/>
                </a:lnTo>
                <a:lnTo>
                  <a:pt x="428" y="217"/>
                </a:lnTo>
                <a:lnTo>
                  <a:pt x="429" y="218"/>
                </a:lnTo>
                <a:lnTo>
                  <a:pt x="429" y="218"/>
                </a:lnTo>
                <a:lnTo>
                  <a:pt x="431" y="214"/>
                </a:lnTo>
                <a:lnTo>
                  <a:pt x="431" y="213"/>
                </a:lnTo>
                <a:lnTo>
                  <a:pt x="431" y="214"/>
                </a:lnTo>
                <a:lnTo>
                  <a:pt x="433" y="210"/>
                </a:lnTo>
                <a:lnTo>
                  <a:pt x="433" y="211"/>
                </a:lnTo>
                <a:lnTo>
                  <a:pt x="433" y="212"/>
                </a:lnTo>
                <a:lnTo>
                  <a:pt x="435" y="207"/>
                </a:lnTo>
                <a:lnTo>
                  <a:pt x="435" y="207"/>
                </a:lnTo>
                <a:lnTo>
                  <a:pt x="435" y="208"/>
                </a:lnTo>
                <a:lnTo>
                  <a:pt x="437" y="203"/>
                </a:lnTo>
                <a:lnTo>
                  <a:pt x="437" y="203"/>
                </a:lnTo>
                <a:lnTo>
                  <a:pt x="437" y="203"/>
                </a:lnTo>
                <a:lnTo>
                  <a:pt x="437" y="203"/>
                </a:lnTo>
                <a:lnTo>
                  <a:pt x="439" y="199"/>
                </a:lnTo>
                <a:lnTo>
                  <a:pt x="439" y="199"/>
                </a:lnTo>
                <a:lnTo>
                  <a:pt x="439" y="200"/>
                </a:lnTo>
                <a:lnTo>
                  <a:pt x="440" y="196"/>
                </a:lnTo>
                <a:lnTo>
                  <a:pt x="441" y="196"/>
                </a:lnTo>
                <a:lnTo>
                  <a:pt x="441" y="197"/>
                </a:lnTo>
                <a:lnTo>
                  <a:pt x="441" y="197"/>
                </a:lnTo>
                <a:lnTo>
                  <a:pt x="443" y="192"/>
                </a:lnTo>
                <a:lnTo>
                  <a:pt x="443" y="192"/>
                </a:lnTo>
                <a:lnTo>
                  <a:pt x="443" y="192"/>
                </a:lnTo>
                <a:lnTo>
                  <a:pt x="443" y="193"/>
                </a:lnTo>
                <a:lnTo>
                  <a:pt x="445" y="190"/>
                </a:lnTo>
                <a:lnTo>
                  <a:pt x="445" y="191"/>
                </a:lnTo>
                <a:lnTo>
                  <a:pt x="445" y="191"/>
                </a:lnTo>
                <a:lnTo>
                  <a:pt x="447" y="185"/>
                </a:lnTo>
                <a:lnTo>
                  <a:pt x="447" y="185"/>
                </a:lnTo>
                <a:lnTo>
                  <a:pt x="447" y="186"/>
                </a:lnTo>
                <a:lnTo>
                  <a:pt x="448" y="182"/>
                </a:lnTo>
                <a:lnTo>
                  <a:pt x="449" y="183"/>
                </a:lnTo>
                <a:lnTo>
                  <a:pt x="449" y="183"/>
                </a:lnTo>
                <a:lnTo>
                  <a:pt x="449" y="183"/>
                </a:lnTo>
                <a:lnTo>
                  <a:pt x="451" y="179"/>
                </a:lnTo>
                <a:lnTo>
                  <a:pt x="451" y="179"/>
                </a:lnTo>
                <a:lnTo>
                  <a:pt x="451" y="179"/>
                </a:lnTo>
                <a:lnTo>
                  <a:pt x="453" y="176"/>
                </a:lnTo>
                <a:lnTo>
                  <a:pt x="453" y="176"/>
                </a:lnTo>
                <a:lnTo>
                  <a:pt x="453" y="176"/>
                </a:lnTo>
                <a:lnTo>
                  <a:pt x="455" y="171"/>
                </a:lnTo>
                <a:lnTo>
                  <a:pt x="455" y="171"/>
                </a:lnTo>
                <a:lnTo>
                  <a:pt x="455" y="171"/>
                </a:lnTo>
                <a:lnTo>
                  <a:pt x="457" y="167"/>
                </a:lnTo>
                <a:lnTo>
                  <a:pt x="457" y="168"/>
                </a:lnTo>
                <a:lnTo>
                  <a:pt x="457" y="168"/>
                </a:lnTo>
                <a:lnTo>
                  <a:pt x="459" y="164"/>
                </a:lnTo>
                <a:lnTo>
                  <a:pt x="459" y="164"/>
                </a:lnTo>
                <a:lnTo>
                  <a:pt x="459" y="164"/>
                </a:lnTo>
                <a:lnTo>
                  <a:pt x="459" y="164"/>
                </a:lnTo>
                <a:lnTo>
                  <a:pt x="460" y="159"/>
                </a:lnTo>
                <a:lnTo>
                  <a:pt x="461" y="160"/>
                </a:lnTo>
                <a:lnTo>
                  <a:pt x="461" y="160"/>
                </a:lnTo>
                <a:lnTo>
                  <a:pt x="461" y="161"/>
                </a:lnTo>
                <a:lnTo>
                  <a:pt x="463" y="156"/>
                </a:lnTo>
                <a:lnTo>
                  <a:pt x="463" y="158"/>
                </a:lnTo>
                <a:lnTo>
                  <a:pt x="463" y="157"/>
                </a:lnTo>
                <a:lnTo>
                  <a:pt x="465" y="152"/>
                </a:lnTo>
                <a:lnTo>
                  <a:pt x="465" y="153"/>
                </a:lnTo>
                <a:lnTo>
                  <a:pt x="465" y="153"/>
                </a:lnTo>
                <a:lnTo>
                  <a:pt x="465" y="153"/>
                </a:lnTo>
                <a:lnTo>
                  <a:pt x="467" y="149"/>
                </a:lnTo>
                <a:lnTo>
                  <a:pt x="467" y="150"/>
                </a:lnTo>
                <a:lnTo>
                  <a:pt x="467" y="149"/>
                </a:lnTo>
                <a:lnTo>
                  <a:pt x="467" y="149"/>
                </a:lnTo>
                <a:lnTo>
                  <a:pt x="469" y="145"/>
                </a:lnTo>
                <a:lnTo>
                  <a:pt x="469" y="145"/>
                </a:lnTo>
                <a:lnTo>
                  <a:pt x="469" y="146"/>
                </a:lnTo>
                <a:lnTo>
                  <a:pt x="471" y="142"/>
                </a:lnTo>
                <a:lnTo>
                  <a:pt x="471" y="142"/>
                </a:lnTo>
                <a:lnTo>
                  <a:pt x="471" y="142"/>
                </a:lnTo>
                <a:lnTo>
                  <a:pt x="471" y="142"/>
                </a:lnTo>
                <a:lnTo>
                  <a:pt x="473" y="139"/>
                </a:lnTo>
                <a:lnTo>
                  <a:pt x="473" y="140"/>
                </a:lnTo>
                <a:lnTo>
                  <a:pt x="473" y="140"/>
                </a:lnTo>
                <a:lnTo>
                  <a:pt x="473" y="140"/>
                </a:lnTo>
                <a:lnTo>
                  <a:pt x="475" y="135"/>
                </a:lnTo>
                <a:lnTo>
                  <a:pt x="475" y="135"/>
                </a:lnTo>
                <a:lnTo>
                  <a:pt x="475" y="136"/>
                </a:lnTo>
                <a:lnTo>
                  <a:pt x="475" y="136"/>
                </a:lnTo>
                <a:lnTo>
                  <a:pt x="477" y="131"/>
                </a:lnTo>
                <a:lnTo>
                  <a:pt x="477" y="131"/>
                </a:lnTo>
                <a:lnTo>
                  <a:pt x="477" y="132"/>
                </a:lnTo>
                <a:lnTo>
                  <a:pt x="478" y="128"/>
                </a:lnTo>
                <a:lnTo>
                  <a:pt x="479" y="129"/>
                </a:lnTo>
                <a:lnTo>
                  <a:pt x="479" y="129"/>
                </a:lnTo>
                <a:lnTo>
                  <a:pt x="481" y="125"/>
                </a:lnTo>
                <a:lnTo>
                  <a:pt x="481" y="125"/>
                </a:lnTo>
                <a:lnTo>
                  <a:pt x="481" y="125"/>
                </a:lnTo>
                <a:lnTo>
                  <a:pt x="483" y="123"/>
                </a:lnTo>
                <a:lnTo>
                  <a:pt x="483" y="124"/>
                </a:lnTo>
                <a:lnTo>
                  <a:pt x="483" y="123"/>
                </a:lnTo>
                <a:lnTo>
                  <a:pt x="483" y="123"/>
                </a:lnTo>
                <a:lnTo>
                  <a:pt x="485" y="120"/>
                </a:lnTo>
                <a:lnTo>
                  <a:pt x="485" y="119"/>
                </a:lnTo>
                <a:lnTo>
                  <a:pt x="485" y="121"/>
                </a:lnTo>
                <a:lnTo>
                  <a:pt x="487" y="116"/>
                </a:lnTo>
                <a:lnTo>
                  <a:pt x="487" y="117"/>
                </a:lnTo>
                <a:lnTo>
                  <a:pt x="487" y="117"/>
                </a:lnTo>
                <a:lnTo>
                  <a:pt x="487" y="117"/>
                </a:lnTo>
                <a:lnTo>
                  <a:pt x="489" y="114"/>
                </a:lnTo>
                <a:lnTo>
                  <a:pt x="489" y="114"/>
                </a:lnTo>
                <a:lnTo>
                  <a:pt x="489" y="114"/>
                </a:lnTo>
                <a:lnTo>
                  <a:pt x="489" y="114"/>
                </a:lnTo>
                <a:lnTo>
                  <a:pt x="491" y="112"/>
                </a:lnTo>
                <a:lnTo>
                  <a:pt x="491" y="112"/>
                </a:lnTo>
                <a:lnTo>
                  <a:pt x="491" y="112"/>
                </a:lnTo>
                <a:lnTo>
                  <a:pt x="493" y="109"/>
                </a:lnTo>
                <a:lnTo>
                  <a:pt x="493" y="108"/>
                </a:lnTo>
                <a:lnTo>
                  <a:pt x="493" y="109"/>
                </a:lnTo>
                <a:lnTo>
                  <a:pt x="495" y="107"/>
                </a:lnTo>
                <a:lnTo>
                  <a:pt x="495" y="107"/>
                </a:lnTo>
                <a:lnTo>
                  <a:pt x="495" y="107"/>
                </a:lnTo>
                <a:lnTo>
                  <a:pt x="495" y="108"/>
                </a:lnTo>
                <a:lnTo>
                  <a:pt x="497" y="105"/>
                </a:lnTo>
                <a:lnTo>
                  <a:pt x="497" y="105"/>
                </a:lnTo>
                <a:lnTo>
                  <a:pt x="497" y="106"/>
                </a:lnTo>
                <a:lnTo>
                  <a:pt x="499" y="103"/>
                </a:lnTo>
                <a:lnTo>
                  <a:pt x="499" y="103"/>
                </a:lnTo>
                <a:lnTo>
                  <a:pt x="499" y="104"/>
                </a:lnTo>
                <a:lnTo>
                  <a:pt x="501" y="101"/>
                </a:lnTo>
                <a:lnTo>
                  <a:pt x="501" y="100"/>
                </a:lnTo>
                <a:lnTo>
                  <a:pt x="502" y="102"/>
                </a:lnTo>
                <a:lnTo>
                  <a:pt x="503" y="99"/>
                </a:lnTo>
                <a:lnTo>
                  <a:pt x="503" y="100"/>
                </a:lnTo>
                <a:lnTo>
                  <a:pt x="503" y="100"/>
                </a:lnTo>
                <a:lnTo>
                  <a:pt x="505" y="97"/>
                </a:lnTo>
                <a:lnTo>
                  <a:pt x="505" y="98"/>
                </a:lnTo>
                <a:lnTo>
                  <a:pt x="505" y="98"/>
                </a:lnTo>
                <a:lnTo>
                  <a:pt x="507" y="96"/>
                </a:lnTo>
                <a:lnTo>
                  <a:pt x="507" y="96"/>
                </a:lnTo>
                <a:lnTo>
                  <a:pt x="507" y="96"/>
                </a:lnTo>
                <a:lnTo>
                  <a:pt x="507" y="96"/>
                </a:lnTo>
                <a:lnTo>
                  <a:pt x="509" y="94"/>
                </a:lnTo>
                <a:lnTo>
                  <a:pt x="509" y="94"/>
                </a:lnTo>
                <a:lnTo>
                  <a:pt x="509" y="95"/>
                </a:lnTo>
                <a:lnTo>
                  <a:pt x="511" y="92"/>
                </a:lnTo>
                <a:lnTo>
                  <a:pt x="511" y="93"/>
                </a:lnTo>
                <a:lnTo>
                  <a:pt x="511" y="93"/>
                </a:lnTo>
                <a:lnTo>
                  <a:pt x="511" y="93"/>
                </a:lnTo>
                <a:lnTo>
                  <a:pt x="512" y="90"/>
                </a:lnTo>
                <a:lnTo>
                  <a:pt x="513" y="91"/>
                </a:lnTo>
                <a:lnTo>
                  <a:pt x="513" y="90"/>
                </a:lnTo>
                <a:lnTo>
                  <a:pt x="514" y="91"/>
                </a:lnTo>
                <a:lnTo>
                  <a:pt x="515" y="88"/>
                </a:lnTo>
                <a:lnTo>
                  <a:pt x="515" y="88"/>
                </a:lnTo>
                <a:lnTo>
                  <a:pt x="515" y="88"/>
                </a:lnTo>
                <a:lnTo>
                  <a:pt x="515" y="89"/>
                </a:lnTo>
                <a:lnTo>
                  <a:pt x="516" y="87"/>
                </a:lnTo>
                <a:lnTo>
                  <a:pt x="517" y="88"/>
                </a:lnTo>
                <a:lnTo>
                  <a:pt x="517" y="87"/>
                </a:lnTo>
                <a:lnTo>
                  <a:pt x="517" y="88"/>
                </a:lnTo>
                <a:lnTo>
                  <a:pt x="519" y="86"/>
                </a:lnTo>
                <a:lnTo>
                  <a:pt x="519" y="86"/>
                </a:lnTo>
                <a:lnTo>
                  <a:pt x="520" y="87"/>
                </a:lnTo>
                <a:lnTo>
                  <a:pt x="520" y="86"/>
                </a:lnTo>
                <a:lnTo>
                  <a:pt x="521" y="86"/>
                </a:lnTo>
                <a:lnTo>
                  <a:pt x="521" y="86"/>
                </a:lnTo>
                <a:lnTo>
                  <a:pt x="521" y="87"/>
                </a:lnTo>
                <a:lnTo>
                  <a:pt x="523" y="83"/>
                </a:lnTo>
                <a:lnTo>
                  <a:pt x="523" y="84"/>
                </a:lnTo>
                <a:lnTo>
                  <a:pt x="523" y="85"/>
                </a:lnTo>
                <a:lnTo>
                  <a:pt x="525" y="82"/>
                </a:lnTo>
                <a:lnTo>
                  <a:pt x="525" y="82"/>
                </a:lnTo>
                <a:lnTo>
                  <a:pt x="525" y="82"/>
                </a:lnTo>
                <a:lnTo>
                  <a:pt x="526" y="83"/>
                </a:lnTo>
                <a:lnTo>
                  <a:pt x="527" y="80"/>
                </a:lnTo>
                <a:lnTo>
                  <a:pt x="527" y="81"/>
                </a:lnTo>
                <a:lnTo>
                  <a:pt x="527" y="81"/>
                </a:lnTo>
                <a:lnTo>
                  <a:pt x="527" y="81"/>
                </a:lnTo>
                <a:lnTo>
                  <a:pt x="529" y="78"/>
                </a:lnTo>
                <a:lnTo>
                  <a:pt x="529" y="79"/>
                </a:lnTo>
                <a:lnTo>
                  <a:pt x="529" y="79"/>
                </a:lnTo>
                <a:lnTo>
                  <a:pt x="530" y="79"/>
                </a:lnTo>
                <a:lnTo>
                  <a:pt x="531" y="78"/>
                </a:lnTo>
                <a:lnTo>
                  <a:pt x="531" y="77"/>
                </a:lnTo>
                <a:lnTo>
                  <a:pt x="531" y="78"/>
                </a:lnTo>
                <a:lnTo>
                  <a:pt x="533" y="76"/>
                </a:lnTo>
                <a:lnTo>
                  <a:pt x="533" y="76"/>
                </a:lnTo>
                <a:lnTo>
                  <a:pt x="533" y="76"/>
                </a:lnTo>
                <a:lnTo>
                  <a:pt x="533" y="76"/>
                </a:lnTo>
                <a:lnTo>
                  <a:pt x="534" y="74"/>
                </a:lnTo>
                <a:lnTo>
                  <a:pt x="535" y="75"/>
                </a:lnTo>
                <a:lnTo>
                  <a:pt x="535" y="75"/>
                </a:lnTo>
                <a:lnTo>
                  <a:pt x="535" y="76"/>
                </a:lnTo>
                <a:lnTo>
                  <a:pt x="537" y="73"/>
                </a:lnTo>
                <a:lnTo>
                  <a:pt x="537" y="73"/>
                </a:lnTo>
                <a:lnTo>
                  <a:pt x="537" y="73"/>
                </a:lnTo>
                <a:lnTo>
                  <a:pt x="539" y="70"/>
                </a:lnTo>
                <a:lnTo>
                  <a:pt x="539" y="71"/>
                </a:lnTo>
                <a:lnTo>
                  <a:pt x="540" y="71"/>
                </a:lnTo>
                <a:lnTo>
                  <a:pt x="541" y="69"/>
                </a:lnTo>
                <a:lnTo>
                  <a:pt x="541" y="70"/>
                </a:lnTo>
                <a:lnTo>
                  <a:pt x="541" y="70"/>
                </a:lnTo>
                <a:lnTo>
                  <a:pt x="541" y="71"/>
                </a:lnTo>
                <a:lnTo>
                  <a:pt x="543" y="67"/>
                </a:lnTo>
                <a:lnTo>
                  <a:pt x="543" y="68"/>
                </a:lnTo>
                <a:lnTo>
                  <a:pt x="543" y="67"/>
                </a:lnTo>
                <a:lnTo>
                  <a:pt x="543" y="68"/>
                </a:lnTo>
                <a:lnTo>
                  <a:pt x="545" y="65"/>
                </a:lnTo>
                <a:lnTo>
                  <a:pt x="545" y="66"/>
                </a:lnTo>
                <a:lnTo>
                  <a:pt x="545" y="66"/>
                </a:lnTo>
                <a:lnTo>
                  <a:pt x="545" y="67"/>
                </a:lnTo>
                <a:lnTo>
                  <a:pt x="546" y="63"/>
                </a:lnTo>
                <a:lnTo>
                  <a:pt x="547" y="64"/>
                </a:lnTo>
                <a:lnTo>
                  <a:pt x="547" y="64"/>
                </a:lnTo>
                <a:lnTo>
                  <a:pt x="547" y="65"/>
                </a:lnTo>
                <a:lnTo>
                  <a:pt x="549" y="60"/>
                </a:lnTo>
                <a:lnTo>
                  <a:pt x="549" y="61"/>
                </a:lnTo>
                <a:lnTo>
                  <a:pt x="549" y="61"/>
                </a:lnTo>
                <a:lnTo>
                  <a:pt x="549" y="62"/>
                </a:lnTo>
                <a:lnTo>
                  <a:pt x="551" y="58"/>
                </a:lnTo>
                <a:lnTo>
                  <a:pt x="551" y="59"/>
                </a:lnTo>
                <a:lnTo>
                  <a:pt x="551" y="59"/>
                </a:lnTo>
                <a:lnTo>
                  <a:pt x="551" y="59"/>
                </a:lnTo>
                <a:lnTo>
                  <a:pt x="553" y="57"/>
                </a:lnTo>
                <a:lnTo>
                  <a:pt x="553" y="57"/>
                </a:lnTo>
                <a:lnTo>
                  <a:pt x="553" y="57"/>
                </a:lnTo>
                <a:lnTo>
                  <a:pt x="553" y="58"/>
                </a:lnTo>
                <a:lnTo>
                  <a:pt x="555" y="54"/>
                </a:lnTo>
                <a:lnTo>
                  <a:pt x="555" y="54"/>
                </a:lnTo>
                <a:lnTo>
                  <a:pt x="555" y="54"/>
                </a:lnTo>
                <a:lnTo>
                  <a:pt x="555" y="55"/>
                </a:lnTo>
                <a:lnTo>
                  <a:pt x="557" y="52"/>
                </a:lnTo>
                <a:lnTo>
                  <a:pt x="557" y="52"/>
                </a:lnTo>
                <a:lnTo>
                  <a:pt x="557" y="53"/>
                </a:lnTo>
                <a:lnTo>
                  <a:pt x="557" y="53"/>
                </a:lnTo>
                <a:lnTo>
                  <a:pt x="558" y="49"/>
                </a:lnTo>
                <a:lnTo>
                  <a:pt x="559" y="50"/>
                </a:lnTo>
                <a:lnTo>
                  <a:pt x="559" y="50"/>
                </a:lnTo>
                <a:lnTo>
                  <a:pt x="559" y="50"/>
                </a:lnTo>
                <a:lnTo>
                  <a:pt x="561" y="47"/>
                </a:lnTo>
                <a:lnTo>
                  <a:pt x="561" y="47"/>
                </a:lnTo>
                <a:lnTo>
                  <a:pt x="561" y="47"/>
                </a:lnTo>
                <a:lnTo>
                  <a:pt x="561" y="47"/>
                </a:lnTo>
                <a:lnTo>
                  <a:pt x="563" y="44"/>
                </a:lnTo>
                <a:lnTo>
                  <a:pt x="563" y="44"/>
                </a:lnTo>
                <a:lnTo>
                  <a:pt x="563" y="44"/>
                </a:lnTo>
                <a:lnTo>
                  <a:pt x="563" y="45"/>
                </a:lnTo>
                <a:lnTo>
                  <a:pt x="564" y="42"/>
                </a:lnTo>
                <a:lnTo>
                  <a:pt x="565" y="43"/>
                </a:lnTo>
                <a:lnTo>
                  <a:pt x="565" y="43"/>
                </a:lnTo>
                <a:lnTo>
                  <a:pt x="567" y="40"/>
                </a:lnTo>
                <a:lnTo>
                  <a:pt x="567" y="40"/>
                </a:lnTo>
                <a:lnTo>
                  <a:pt x="567" y="40"/>
                </a:lnTo>
                <a:lnTo>
                  <a:pt x="569" y="37"/>
                </a:lnTo>
                <a:lnTo>
                  <a:pt x="569" y="37"/>
                </a:lnTo>
                <a:lnTo>
                  <a:pt x="569" y="38"/>
                </a:lnTo>
                <a:lnTo>
                  <a:pt x="571" y="34"/>
                </a:lnTo>
                <a:lnTo>
                  <a:pt x="571" y="34"/>
                </a:lnTo>
                <a:lnTo>
                  <a:pt x="571" y="34"/>
                </a:lnTo>
                <a:lnTo>
                  <a:pt x="571" y="34"/>
                </a:lnTo>
                <a:lnTo>
                  <a:pt x="573" y="31"/>
                </a:lnTo>
                <a:lnTo>
                  <a:pt x="573" y="31"/>
                </a:lnTo>
                <a:lnTo>
                  <a:pt x="573" y="32"/>
                </a:lnTo>
                <a:lnTo>
                  <a:pt x="575" y="29"/>
                </a:lnTo>
                <a:lnTo>
                  <a:pt x="575" y="29"/>
                </a:lnTo>
                <a:lnTo>
                  <a:pt x="575" y="29"/>
                </a:lnTo>
                <a:lnTo>
                  <a:pt x="575" y="30"/>
                </a:lnTo>
                <a:lnTo>
                  <a:pt x="577" y="26"/>
                </a:lnTo>
                <a:lnTo>
                  <a:pt x="577" y="26"/>
                </a:lnTo>
                <a:lnTo>
                  <a:pt x="577" y="28"/>
                </a:lnTo>
                <a:lnTo>
                  <a:pt x="579" y="25"/>
                </a:lnTo>
                <a:lnTo>
                  <a:pt x="579" y="25"/>
                </a:lnTo>
                <a:lnTo>
                  <a:pt x="579" y="25"/>
                </a:lnTo>
                <a:lnTo>
                  <a:pt x="581" y="21"/>
                </a:lnTo>
                <a:lnTo>
                  <a:pt x="581" y="21"/>
                </a:lnTo>
                <a:lnTo>
                  <a:pt x="581" y="21"/>
                </a:lnTo>
                <a:lnTo>
                  <a:pt x="581" y="23"/>
                </a:lnTo>
                <a:lnTo>
                  <a:pt x="582" y="20"/>
                </a:lnTo>
                <a:lnTo>
                  <a:pt x="583" y="20"/>
                </a:lnTo>
                <a:lnTo>
                  <a:pt x="583" y="20"/>
                </a:lnTo>
                <a:lnTo>
                  <a:pt x="584" y="20"/>
                </a:lnTo>
                <a:lnTo>
                  <a:pt x="585" y="18"/>
                </a:lnTo>
                <a:lnTo>
                  <a:pt x="585" y="19"/>
                </a:lnTo>
                <a:lnTo>
                  <a:pt x="585" y="19"/>
                </a:lnTo>
                <a:lnTo>
                  <a:pt x="585" y="19"/>
                </a:lnTo>
                <a:lnTo>
                  <a:pt x="587" y="17"/>
                </a:lnTo>
                <a:lnTo>
                  <a:pt x="587" y="17"/>
                </a:lnTo>
                <a:lnTo>
                  <a:pt x="587" y="16"/>
                </a:lnTo>
                <a:lnTo>
                  <a:pt x="587" y="15"/>
                </a:lnTo>
                <a:lnTo>
                  <a:pt x="587" y="17"/>
                </a:lnTo>
                <a:lnTo>
                  <a:pt x="589" y="15"/>
                </a:lnTo>
                <a:lnTo>
                  <a:pt x="589" y="15"/>
                </a:lnTo>
                <a:lnTo>
                  <a:pt x="590" y="15"/>
                </a:lnTo>
                <a:lnTo>
                  <a:pt x="590" y="14"/>
                </a:lnTo>
                <a:lnTo>
                  <a:pt x="591" y="14"/>
                </a:lnTo>
                <a:lnTo>
                  <a:pt x="591" y="15"/>
                </a:lnTo>
                <a:lnTo>
                  <a:pt x="591" y="15"/>
                </a:lnTo>
                <a:lnTo>
                  <a:pt x="593" y="12"/>
                </a:lnTo>
                <a:lnTo>
                  <a:pt x="593" y="12"/>
                </a:lnTo>
                <a:lnTo>
                  <a:pt x="593" y="12"/>
                </a:lnTo>
                <a:lnTo>
                  <a:pt x="593" y="13"/>
                </a:lnTo>
                <a:lnTo>
                  <a:pt x="595" y="11"/>
                </a:lnTo>
                <a:lnTo>
                  <a:pt x="595" y="12"/>
                </a:lnTo>
                <a:lnTo>
                  <a:pt x="595" y="12"/>
                </a:lnTo>
                <a:lnTo>
                  <a:pt x="597" y="9"/>
                </a:lnTo>
                <a:lnTo>
                  <a:pt x="597" y="9"/>
                </a:lnTo>
                <a:lnTo>
                  <a:pt x="597" y="9"/>
                </a:lnTo>
                <a:lnTo>
                  <a:pt x="598" y="9"/>
                </a:lnTo>
                <a:lnTo>
                  <a:pt x="598" y="7"/>
                </a:lnTo>
                <a:lnTo>
                  <a:pt x="599" y="9"/>
                </a:lnTo>
                <a:lnTo>
                  <a:pt x="599" y="9"/>
                </a:lnTo>
                <a:lnTo>
                  <a:pt x="601" y="5"/>
                </a:lnTo>
                <a:lnTo>
                  <a:pt x="601" y="7"/>
                </a:lnTo>
                <a:lnTo>
                  <a:pt x="601" y="6"/>
                </a:lnTo>
                <a:lnTo>
                  <a:pt x="601" y="6"/>
                </a:lnTo>
                <a:lnTo>
                  <a:pt x="602" y="4"/>
                </a:lnTo>
                <a:lnTo>
                  <a:pt x="603" y="5"/>
                </a:lnTo>
                <a:lnTo>
                  <a:pt x="603" y="5"/>
                </a:lnTo>
                <a:lnTo>
                  <a:pt x="604" y="4"/>
                </a:lnTo>
                <a:lnTo>
                  <a:pt x="605" y="4"/>
                </a:lnTo>
                <a:lnTo>
                  <a:pt x="605" y="4"/>
                </a:lnTo>
                <a:lnTo>
                  <a:pt x="605" y="5"/>
                </a:lnTo>
                <a:lnTo>
                  <a:pt x="607" y="2"/>
                </a:lnTo>
                <a:lnTo>
                  <a:pt x="607" y="3"/>
                </a:lnTo>
                <a:lnTo>
                  <a:pt x="607" y="3"/>
                </a:lnTo>
                <a:lnTo>
                  <a:pt x="607" y="4"/>
                </a:lnTo>
                <a:lnTo>
                  <a:pt x="609" y="2"/>
                </a:lnTo>
                <a:lnTo>
                  <a:pt x="609" y="2"/>
                </a:lnTo>
                <a:lnTo>
                  <a:pt x="609" y="2"/>
                </a:lnTo>
                <a:lnTo>
                  <a:pt x="609" y="3"/>
                </a:lnTo>
                <a:lnTo>
                  <a:pt x="611" y="0"/>
                </a:lnTo>
                <a:lnTo>
                  <a:pt x="611" y="2"/>
                </a:lnTo>
                <a:lnTo>
                  <a:pt x="611" y="3"/>
                </a:lnTo>
                <a:lnTo>
                  <a:pt x="612" y="1"/>
                </a:lnTo>
                <a:lnTo>
                  <a:pt x="613" y="4"/>
                </a:lnTo>
                <a:lnTo>
                  <a:pt x="613" y="2"/>
                </a:lnTo>
                <a:lnTo>
                  <a:pt x="613" y="3"/>
                </a:lnTo>
                <a:lnTo>
                  <a:pt x="613" y="2"/>
                </a:lnTo>
                <a:lnTo>
                  <a:pt x="615" y="17"/>
                </a:lnTo>
                <a:lnTo>
                  <a:pt x="615" y="16"/>
                </a:lnTo>
                <a:lnTo>
                  <a:pt x="615" y="17"/>
                </a:lnTo>
                <a:lnTo>
                  <a:pt x="616" y="17"/>
                </a:lnTo>
                <a:lnTo>
                  <a:pt x="617" y="6"/>
                </a:lnTo>
                <a:lnTo>
                  <a:pt x="617" y="5"/>
                </a:lnTo>
                <a:lnTo>
                  <a:pt x="618" y="5"/>
                </a:lnTo>
                <a:lnTo>
                  <a:pt x="619" y="7"/>
                </a:lnTo>
                <a:lnTo>
                  <a:pt x="619" y="5"/>
                </a:lnTo>
                <a:lnTo>
                  <a:pt x="619" y="5"/>
                </a:lnTo>
                <a:lnTo>
                  <a:pt x="620" y="5"/>
                </a:lnTo>
                <a:lnTo>
                  <a:pt x="621" y="7"/>
                </a:lnTo>
                <a:lnTo>
                  <a:pt x="621" y="7"/>
                </a:lnTo>
                <a:lnTo>
                  <a:pt x="621" y="5"/>
                </a:lnTo>
                <a:lnTo>
                  <a:pt x="623" y="8"/>
                </a:lnTo>
                <a:lnTo>
                  <a:pt x="623" y="6"/>
                </a:lnTo>
                <a:lnTo>
                  <a:pt x="623" y="7"/>
                </a:lnTo>
                <a:lnTo>
                  <a:pt x="625" y="8"/>
                </a:lnTo>
                <a:lnTo>
                  <a:pt x="625" y="8"/>
                </a:lnTo>
                <a:lnTo>
                  <a:pt x="625" y="8"/>
                </a:lnTo>
                <a:lnTo>
                  <a:pt x="625" y="8"/>
                </a:lnTo>
                <a:lnTo>
                  <a:pt x="627" y="10"/>
                </a:lnTo>
                <a:lnTo>
                  <a:pt x="627" y="9"/>
                </a:lnTo>
                <a:lnTo>
                  <a:pt x="627" y="9"/>
                </a:lnTo>
                <a:lnTo>
                  <a:pt x="629" y="11"/>
                </a:lnTo>
                <a:lnTo>
                  <a:pt x="629" y="11"/>
                </a:lnTo>
                <a:lnTo>
                  <a:pt x="629" y="11"/>
                </a:lnTo>
                <a:lnTo>
                  <a:pt x="629" y="10"/>
                </a:lnTo>
                <a:lnTo>
                  <a:pt x="631" y="12"/>
                </a:lnTo>
                <a:lnTo>
                  <a:pt x="631" y="11"/>
                </a:lnTo>
                <a:lnTo>
                  <a:pt x="631" y="11"/>
                </a:lnTo>
                <a:lnTo>
                  <a:pt x="633" y="14"/>
                </a:lnTo>
                <a:lnTo>
                  <a:pt x="633" y="13"/>
                </a:lnTo>
                <a:lnTo>
                  <a:pt x="633" y="12"/>
                </a:lnTo>
                <a:lnTo>
                  <a:pt x="635" y="15"/>
                </a:lnTo>
                <a:lnTo>
                  <a:pt x="635" y="15"/>
                </a:lnTo>
                <a:lnTo>
                  <a:pt x="635" y="15"/>
                </a:lnTo>
                <a:lnTo>
                  <a:pt x="637" y="17"/>
                </a:lnTo>
                <a:lnTo>
                  <a:pt x="637" y="17"/>
                </a:lnTo>
                <a:lnTo>
                  <a:pt x="637" y="17"/>
                </a:lnTo>
                <a:lnTo>
                  <a:pt x="637" y="17"/>
                </a:lnTo>
                <a:lnTo>
                  <a:pt x="639" y="19"/>
                </a:lnTo>
                <a:lnTo>
                  <a:pt x="639" y="18"/>
                </a:lnTo>
                <a:lnTo>
                  <a:pt x="639" y="18"/>
                </a:lnTo>
                <a:lnTo>
                  <a:pt x="639" y="18"/>
                </a:lnTo>
                <a:lnTo>
                  <a:pt x="640" y="20"/>
                </a:lnTo>
                <a:lnTo>
                  <a:pt x="641" y="20"/>
                </a:lnTo>
                <a:lnTo>
                  <a:pt x="641" y="20"/>
                </a:lnTo>
                <a:lnTo>
                  <a:pt x="642" y="19"/>
                </a:lnTo>
                <a:lnTo>
                  <a:pt x="643" y="22"/>
                </a:lnTo>
                <a:lnTo>
                  <a:pt x="643" y="22"/>
                </a:lnTo>
                <a:lnTo>
                  <a:pt x="643" y="21"/>
                </a:lnTo>
                <a:lnTo>
                  <a:pt x="644" y="24"/>
                </a:lnTo>
                <a:lnTo>
                  <a:pt x="645" y="24"/>
                </a:lnTo>
                <a:lnTo>
                  <a:pt x="645" y="23"/>
                </a:lnTo>
                <a:lnTo>
                  <a:pt x="646" y="23"/>
                </a:lnTo>
                <a:lnTo>
                  <a:pt x="647" y="26"/>
                </a:lnTo>
                <a:lnTo>
                  <a:pt x="647" y="25"/>
                </a:lnTo>
                <a:lnTo>
                  <a:pt x="647" y="25"/>
                </a:lnTo>
                <a:lnTo>
                  <a:pt x="648" y="25"/>
                </a:lnTo>
                <a:lnTo>
                  <a:pt x="649" y="27"/>
                </a:lnTo>
                <a:lnTo>
                  <a:pt x="649" y="26"/>
                </a:lnTo>
                <a:lnTo>
                  <a:pt x="649" y="27"/>
                </a:lnTo>
                <a:lnTo>
                  <a:pt x="649" y="26"/>
                </a:lnTo>
                <a:lnTo>
                  <a:pt x="651" y="29"/>
                </a:lnTo>
                <a:lnTo>
                  <a:pt x="651" y="28"/>
                </a:lnTo>
                <a:lnTo>
                  <a:pt x="651" y="28"/>
                </a:lnTo>
                <a:lnTo>
                  <a:pt x="652" y="28"/>
                </a:lnTo>
                <a:lnTo>
                  <a:pt x="653" y="31"/>
                </a:lnTo>
                <a:lnTo>
                  <a:pt x="653" y="31"/>
                </a:lnTo>
                <a:lnTo>
                  <a:pt x="653" y="30"/>
                </a:lnTo>
                <a:lnTo>
                  <a:pt x="655" y="32"/>
                </a:lnTo>
                <a:lnTo>
                  <a:pt x="655" y="29"/>
                </a:lnTo>
                <a:lnTo>
                  <a:pt x="655" y="30"/>
                </a:lnTo>
                <a:lnTo>
                  <a:pt x="655" y="31"/>
                </a:lnTo>
                <a:lnTo>
                  <a:pt x="656" y="32"/>
                </a:lnTo>
                <a:lnTo>
                  <a:pt x="657" y="32"/>
                </a:lnTo>
                <a:lnTo>
                  <a:pt x="657" y="32"/>
                </a:lnTo>
                <a:lnTo>
                  <a:pt x="658" y="32"/>
                </a:lnTo>
                <a:lnTo>
                  <a:pt x="658" y="33"/>
                </a:lnTo>
                <a:lnTo>
                  <a:pt x="659" y="32"/>
                </a:lnTo>
                <a:lnTo>
                  <a:pt x="659" y="32"/>
                </a:lnTo>
                <a:lnTo>
                  <a:pt x="660" y="32"/>
                </a:lnTo>
                <a:lnTo>
                  <a:pt x="661" y="34"/>
                </a:lnTo>
                <a:lnTo>
                  <a:pt x="661" y="33"/>
                </a:lnTo>
                <a:lnTo>
                  <a:pt x="661" y="33"/>
                </a:lnTo>
                <a:lnTo>
                  <a:pt x="662" y="33"/>
                </a:lnTo>
                <a:lnTo>
                  <a:pt x="663" y="34"/>
                </a:lnTo>
                <a:lnTo>
                  <a:pt x="663" y="34"/>
                </a:lnTo>
                <a:lnTo>
                  <a:pt x="663" y="34"/>
                </a:lnTo>
                <a:lnTo>
                  <a:pt x="664" y="32"/>
                </a:lnTo>
                <a:lnTo>
                  <a:pt x="664" y="34"/>
                </a:lnTo>
                <a:lnTo>
                  <a:pt x="665" y="34"/>
                </a:lnTo>
                <a:lnTo>
                  <a:pt x="665" y="34"/>
                </a:lnTo>
                <a:lnTo>
                  <a:pt x="666" y="33"/>
                </a:lnTo>
                <a:lnTo>
                  <a:pt x="667" y="34"/>
                </a:lnTo>
                <a:lnTo>
                  <a:pt x="667" y="34"/>
                </a:lnTo>
                <a:lnTo>
                  <a:pt x="667" y="34"/>
                </a:lnTo>
                <a:lnTo>
                  <a:pt x="668" y="34"/>
                </a:lnTo>
                <a:lnTo>
                  <a:pt x="669" y="35"/>
                </a:lnTo>
                <a:lnTo>
                  <a:pt x="669" y="34"/>
                </a:lnTo>
                <a:lnTo>
                  <a:pt x="669" y="34"/>
                </a:lnTo>
                <a:lnTo>
                  <a:pt x="669" y="35"/>
                </a:lnTo>
                <a:lnTo>
                  <a:pt x="670" y="34"/>
                </a:lnTo>
                <a:lnTo>
                  <a:pt x="671" y="35"/>
                </a:lnTo>
                <a:lnTo>
                  <a:pt x="671" y="35"/>
                </a:lnTo>
                <a:lnTo>
                  <a:pt x="672" y="37"/>
                </a:lnTo>
                <a:lnTo>
                  <a:pt x="673" y="34"/>
                </a:lnTo>
                <a:lnTo>
                  <a:pt x="673" y="34"/>
                </a:lnTo>
                <a:lnTo>
                  <a:pt x="675" y="37"/>
                </a:lnTo>
                <a:lnTo>
                  <a:pt x="675" y="37"/>
                </a:lnTo>
                <a:lnTo>
                  <a:pt x="677" y="36"/>
                </a:lnTo>
                <a:lnTo>
                  <a:pt x="677" y="38"/>
                </a:lnTo>
                <a:lnTo>
                  <a:pt x="677" y="37"/>
                </a:lnTo>
                <a:lnTo>
                  <a:pt x="677" y="37"/>
                </a:lnTo>
                <a:lnTo>
                  <a:pt x="678" y="37"/>
                </a:lnTo>
                <a:lnTo>
                  <a:pt x="679" y="38"/>
                </a:lnTo>
                <a:lnTo>
                  <a:pt x="679" y="38"/>
                </a:lnTo>
                <a:lnTo>
                  <a:pt x="679" y="38"/>
                </a:lnTo>
                <a:lnTo>
                  <a:pt x="679" y="37"/>
                </a:lnTo>
                <a:lnTo>
                  <a:pt x="681" y="40"/>
                </a:lnTo>
                <a:lnTo>
                  <a:pt x="681" y="38"/>
                </a:lnTo>
                <a:lnTo>
                  <a:pt x="681" y="38"/>
                </a:lnTo>
                <a:lnTo>
                  <a:pt x="682" y="41"/>
                </a:lnTo>
                <a:lnTo>
                  <a:pt x="683" y="41"/>
                </a:lnTo>
                <a:lnTo>
                  <a:pt x="683" y="41"/>
                </a:lnTo>
                <a:lnTo>
                  <a:pt x="684" y="40"/>
                </a:lnTo>
                <a:lnTo>
                  <a:pt x="685" y="43"/>
                </a:lnTo>
                <a:lnTo>
                  <a:pt x="685" y="43"/>
                </a:lnTo>
                <a:lnTo>
                  <a:pt x="685" y="42"/>
                </a:lnTo>
                <a:lnTo>
                  <a:pt x="686" y="42"/>
                </a:lnTo>
                <a:lnTo>
                  <a:pt x="687" y="44"/>
                </a:lnTo>
                <a:lnTo>
                  <a:pt x="687" y="44"/>
                </a:lnTo>
                <a:lnTo>
                  <a:pt x="687" y="44"/>
                </a:lnTo>
                <a:lnTo>
                  <a:pt x="688" y="43"/>
                </a:lnTo>
                <a:lnTo>
                  <a:pt x="689" y="45"/>
                </a:lnTo>
                <a:lnTo>
                  <a:pt x="689" y="44"/>
                </a:lnTo>
                <a:lnTo>
                  <a:pt x="689" y="44"/>
                </a:lnTo>
                <a:lnTo>
                  <a:pt x="690" y="44"/>
                </a:lnTo>
                <a:lnTo>
                  <a:pt x="691" y="46"/>
                </a:lnTo>
                <a:lnTo>
                  <a:pt x="691" y="46"/>
                </a:lnTo>
                <a:lnTo>
                  <a:pt x="691" y="45"/>
                </a:lnTo>
                <a:lnTo>
                  <a:pt x="692" y="47"/>
                </a:lnTo>
                <a:lnTo>
                  <a:pt x="693" y="47"/>
                </a:lnTo>
                <a:lnTo>
                  <a:pt x="693" y="47"/>
                </a:lnTo>
                <a:lnTo>
                  <a:pt x="695" y="49"/>
                </a:lnTo>
                <a:lnTo>
                  <a:pt x="695" y="49"/>
                </a:lnTo>
                <a:lnTo>
                  <a:pt x="695" y="49"/>
                </a:lnTo>
                <a:lnTo>
                  <a:pt x="696" y="48"/>
                </a:lnTo>
                <a:lnTo>
                  <a:pt x="697" y="51"/>
                </a:lnTo>
                <a:lnTo>
                  <a:pt x="697" y="50"/>
                </a:lnTo>
                <a:lnTo>
                  <a:pt x="697" y="50"/>
                </a:lnTo>
                <a:lnTo>
                  <a:pt x="697" y="49"/>
                </a:lnTo>
                <a:lnTo>
                  <a:pt x="699" y="52"/>
                </a:lnTo>
                <a:lnTo>
                  <a:pt x="699" y="52"/>
                </a:lnTo>
                <a:lnTo>
                  <a:pt x="700" y="51"/>
                </a:lnTo>
                <a:lnTo>
                  <a:pt x="701" y="53"/>
                </a:lnTo>
                <a:lnTo>
                  <a:pt x="701" y="52"/>
                </a:lnTo>
                <a:lnTo>
                  <a:pt x="701" y="52"/>
                </a:lnTo>
                <a:lnTo>
                  <a:pt x="702" y="52"/>
                </a:lnTo>
                <a:lnTo>
                  <a:pt x="703" y="56"/>
                </a:lnTo>
                <a:lnTo>
                  <a:pt x="703" y="56"/>
                </a:lnTo>
                <a:lnTo>
                  <a:pt x="703" y="56"/>
                </a:lnTo>
                <a:lnTo>
                  <a:pt x="704" y="55"/>
                </a:lnTo>
                <a:lnTo>
                  <a:pt x="705" y="58"/>
                </a:lnTo>
                <a:lnTo>
                  <a:pt x="705" y="58"/>
                </a:lnTo>
                <a:lnTo>
                  <a:pt x="705" y="58"/>
                </a:lnTo>
                <a:lnTo>
                  <a:pt x="705" y="57"/>
                </a:lnTo>
                <a:lnTo>
                  <a:pt x="707" y="60"/>
                </a:lnTo>
                <a:lnTo>
                  <a:pt x="707" y="60"/>
                </a:lnTo>
                <a:lnTo>
                  <a:pt x="708" y="59"/>
                </a:lnTo>
                <a:lnTo>
                  <a:pt x="709" y="61"/>
                </a:lnTo>
                <a:lnTo>
                  <a:pt x="709" y="61"/>
                </a:lnTo>
                <a:lnTo>
                  <a:pt x="709" y="61"/>
                </a:lnTo>
                <a:lnTo>
                  <a:pt x="710" y="61"/>
                </a:lnTo>
                <a:lnTo>
                  <a:pt x="711" y="63"/>
                </a:lnTo>
                <a:lnTo>
                  <a:pt x="711" y="63"/>
                </a:lnTo>
                <a:lnTo>
                  <a:pt x="711" y="62"/>
                </a:lnTo>
                <a:lnTo>
                  <a:pt x="713" y="65"/>
                </a:lnTo>
                <a:lnTo>
                  <a:pt x="713" y="65"/>
                </a:lnTo>
                <a:lnTo>
                  <a:pt x="713" y="65"/>
                </a:lnTo>
                <a:lnTo>
                  <a:pt x="713" y="64"/>
                </a:lnTo>
                <a:lnTo>
                  <a:pt x="715" y="68"/>
                </a:lnTo>
                <a:lnTo>
                  <a:pt x="715" y="67"/>
                </a:lnTo>
                <a:lnTo>
                  <a:pt x="716" y="67"/>
                </a:lnTo>
                <a:lnTo>
                  <a:pt x="716" y="70"/>
                </a:lnTo>
                <a:lnTo>
                  <a:pt x="717" y="70"/>
                </a:lnTo>
                <a:lnTo>
                  <a:pt x="717" y="70"/>
                </a:lnTo>
                <a:lnTo>
                  <a:pt x="718" y="68"/>
                </a:lnTo>
                <a:lnTo>
                  <a:pt x="719" y="71"/>
                </a:lnTo>
                <a:lnTo>
                  <a:pt x="719" y="70"/>
                </a:lnTo>
                <a:lnTo>
                  <a:pt x="719" y="70"/>
                </a:lnTo>
                <a:lnTo>
                  <a:pt x="720" y="70"/>
                </a:lnTo>
                <a:lnTo>
                  <a:pt x="721" y="72"/>
                </a:lnTo>
                <a:lnTo>
                  <a:pt x="721" y="72"/>
                </a:lnTo>
                <a:lnTo>
                  <a:pt x="721" y="71"/>
                </a:lnTo>
                <a:lnTo>
                  <a:pt x="723" y="74"/>
                </a:lnTo>
                <a:lnTo>
                  <a:pt x="723" y="74"/>
                </a:lnTo>
                <a:lnTo>
                  <a:pt x="723" y="74"/>
                </a:lnTo>
                <a:lnTo>
                  <a:pt x="724" y="77"/>
                </a:lnTo>
                <a:lnTo>
                  <a:pt x="725" y="76"/>
                </a:lnTo>
                <a:lnTo>
                  <a:pt x="725" y="76"/>
                </a:lnTo>
                <a:lnTo>
                  <a:pt x="726" y="76"/>
                </a:lnTo>
                <a:lnTo>
                  <a:pt x="727" y="79"/>
                </a:lnTo>
                <a:lnTo>
                  <a:pt x="727" y="79"/>
                </a:lnTo>
                <a:lnTo>
                  <a:pt x="727" y="79"/>
                </a:lnTo>
                <a:lnTo>
                  <a:pt x="727" y="78"/>
                </a:lnTo>
                <a:lnTo>
                  <a:pt x="729" y="82"/>
                </a:lnTo>
                <a:lnTo>
                  <a:pt x="729" y="81"/>
                </a:lnTo>
                <a:lnTo>
                  <a:pt x="729" y="81"/>
                </a:lnTo>
                <a:lnTo>
                  <a:pt x="729" y="81"/>
                </a:lnTo>
                <a:lnTo>
                  <a:pt x="731" y="83"/>
                </a:lnTo>
                <a:lnTo>
                  <a:pt x="731" y="83"/>
                </a:lnTo>
                <a:lnTo>
                  <a:pt x="731" y="83"/>
                </a:lnTo>
                <a:lnTo>
                  <a:pt x="733" y="86"/>
                </a:lnTo>
                <a:lnTo>
                  <a:pt x="733" y="86"/>
                </a:lnTo>
                <a:lnTo>
                  <a:pt x="734" y="86"/>
                </a:lnTo>
                <a:lnTo>
                  <a:pt x="735" y="87"/>
                </a:lnTo>
                <a:lnTo>
                  <a:pt x="735" y="83"/>
                </a:lnTo>
                <a:lnTo>
                  <a:pt x="735" y="84"/>
                </a:lnTo>
                <a:lnTo>
                  <a:pt x="735" y="84"/>
                </a:lnTo>
                <a:lnTo>
                  <a:pt x="735" y="84"/>
                </a:lnTo>
                <a:lnTo>
                  <a:pt x="737" y="87"/>
                </a:lnTo>
                <a:lnTo>
                  <a:pt x="737" y="87"/>
                </a:lnTo>
                <a:lnTo>
                  <a:pt x="737" y="87"/>
                </a:lnTo>
                <a:lnTo>
                  <a:pt x="737" y="87"/>
                </a:lnTo>
                <a:lnTo>
                  <a:pt x="739" y="89"/>
                </a:lnTo>
                <a:lnTo>
                  <a:pt x="739" y="89"/>
                </a:lnTo>
                <a:lnTo>
                  <a:pt x="739" y="88"/>
                </a:lnTo>
                <a:lnTo>
                  <a:pt x="740" y="88"/>
                </a:lnTo>
                <a:lnTo>
                  <a:pt x="741" y="92"/>
                </a:lnTo>
                <a:lnTo>
                  <a:pt x="741" y="91"/>
                </a:lnTo>
                <a:lnTo>
                  <a:pt x="741" y="91"/>
                </a:lnTo>
                <a:lnTo>
                  <a:pt x="742" y="91"/>
                </a:lnTo>
                <a:lnTo>
                  <a:pt x="743" y="95"/>
                </a:lnTo>
                <a:lnTo>
                  <a:pt x="743" y="93"/>
                </a:lnTo>
                <a:lnTo>
                  <a:pt x="743" y="93"/>
                </a:lnTo>
                <a:lnTo>
                  <a:pt x="745" y="96"/>
                </a:lnTo>
                <a:lnTo>
                  <a:pt x="745" y="95"/>
                </a:lnTo>
                <a:lnTo>
                  <a:pt x="745" y="95"/>
                </a:lnTo>
                <a:lnTo>
                  <a:pt x="746" y="95"/>
                </a:lnTo>
                <a:lnTo>
                  <a:pt x="747" y="97"/>
                </a:lnTo>
                <a:lnTo>
                  <a:pt x="747" y="97"/>
                </a:lnTo>
                <a:lnTo>
                  <a:pt x="747" y="96"/>
                </a:lnTo>
                <a:lnTo>
                  <a:pt x="749" y="99"/>
                </a:lnTo>
                <a:lnTo>
                  <a:pt x="749" y="99"/>
                </a:lnTo>
                <a:lnTo>
                  <a:pt x="749" y="99"/>
                </a:lnTo>
                <a:lnTo>
                  <a:pt x="750" y="97"/>
                </a:lnTo>
                <a:lnTo>
                  <a:pt x="751" y="102"/>
                </a:lnTo>
                <a:lnTo>
                  <a:pt x="751" y="100"/>
                </a:lnTo>
                <a:lnTo>
                  <a:pt x="752" y="99"/>
                </a:lnTo>
                <a:lnTo>
                  <a:pt x="753" y="103"/>
                </a:lnTo>
                <a:lnTo>
                  <a:pt x="753" y="103"/>
                </a:lnTo>
                <a:lnTo>
                  <a:pt x="753" y="102"/>
                </a:lnTo>
                <a:lnTo>
                  <a:pt x="755" y="105"/>
                </a:lnTo>
                <a:lnTo>
                  <a:pt x="755" y="105"/>
                </a:lnTo>
                <a:lnTo>
                  <a:pt x="755" y="105"/>
                </a:lnTo>
                <a:lnTo>
                  <a:pt x="755" y="104"/>
                </a:lnTo>
                <a:lnTo>
                  <a:pt x="757" y="108"/>
                </a:lnTo>
                <a:lnTo>
                  <a:pt x="758" y="108"/>
                </a:lnTo>
                <a:lnTo>
                  <a:pt x="758" y="107"/>
                </a:lnTo>
                <a:lnTo>
                  <a:pt x="759" y="110"/>
                </a:lnTo>
                <a:lnTo>
                  <a:pt x="759" y="109"/>
                </a:lnTo>
                <a:lnTo>
                  <a:pt x="759" y="109"/>
                </a:lnTo>
                <a:lnTo>
                  <a:pt x="759" y="109"/>
                </a:lnTo>
                <a:lnTo>
                  <a:pt x="761" y="112"/>
                </a:lnTo>
                <a:lnTo>
                  <a:pt x="761" y="112"/>
                </a:lnTo>
                <a:lnTo>
                  <a:pt x="761" y="112"/>
                </a:lnTo>
                <a:lnTo>
                  <a:pt x="763" y="114"/>
                </a:lnTo>
                <a:lnTo>
                  <a:pt x="763" y="115"/>
                </a:lnTo>
                <a:lnTo>
                  <a:pt x="764" y="114"/>
                </a:lnTo>
                <a:lnTo>
                  <a:pt x="765" y="116"/>
                </a:lnTo>
                <a:lnTo>
                  <a:pt x="765" y="116"/>
                </a:lnTo>
                <a:lnTo>
                  <a:pt x="765" y="116"/>
                </a:lnTo>
                <a:lnTo>
                  <a:pt x="766" y="115"/>
                </a:lnTo>
                <a:lnTo>
                  <a:pt x="767" y="120"/>
                </a:lnTo>
                <a:lnTo>
                  <a:pt x="767" y="119"/>
                </a:lnTo>
                <a:lnTo>
                  <a:pt x="767" y="119"/>
                </a:lnTo>
                <a:lnTo>
                  <a:pt x="767" y="118"/>
                </a:lnTo>
                <a:lnTo>
                  <a:pt x="769" y="122"/>
                </a:lnTo>
                <a:lnTo>
                  <a:pt x="769" y="121"/>
                </a:lnTo>
                <a:lnTo>
                  <a:pt x="770" y="121"/>
                </a:lnTo>
                <a:lnTo>
                  <a:pt x="770" y="120"/>
                </a:lnTo>
                <a:lnTo>
                  <a:pt x="771" y="124"/>
                </a:lnTo>
                <a:lnTo>
                  <a:pt x="771" y="124"/>
                </a:lnTo>
                <a:lnTo>
                  <a:pt x="772" y="123"/>
                </a:lnTo>
                <a:lnTo>
                  <a:pt x="773" y="126"/>
                </a:lnTo>
                <a:lnTo>
                  <a:pt x="773" y="125"/>
                </a:lnTo>
                <a:lnTo>
                  <a:pt x="773" y="125"/>
                </a:lnTo>
                <a:lnTo>
                  <a:pt x="775" y="129"/>
                </a:lnTo>
                <a:lnTo>
                  <a:pt x="775" y="129"/>
                </a:lnTo>
                <a:lnTo>
                  <a:pt x="776" y="130"/>
                </a:lnTo>
                <a:lnTo>
                  <a:pt x="776" y="128"/>
                </a:lnTo>
                <a:lnTo>
                  <a:pt x="777" y="131"/>
                </a:lnTo>
                <a:lnTo>
                  <a:pt x="777" y="131"/>
                </a:lnTo>
                <a:lnTo>
                  <a:pt x="777" y="131"/>
                </a:lnTo>
                <a:lnTo>
                  <a:pt x="778" y="131"/>
                </a:lnTo>
                <a:lnTo>
                  <a:pt x="779" y="135"/>
                </a:lnTo>
                <a:lnTo>
                  <a:pt x="779" y="135"/>
                </a:lnTo>
                <a:lnTo>
                  <a:pt x="780" y="134"/>
                </a:lnTo>
                <a:lnTo>
                  <a:pt x="781" y="137"/>
                </a:lnTo>
                <a:lnTo>
                  <a:pt x="781" y="136"/>
                </a:lnTo>
                <a:lnTo>
                  <a:pt x="781" y="136"/>
                </a:lnTo>
                <a:lnTo>
                  <a:pt x="782" y="136"/>
                </a:lnTo>
                <a:lnTo>
                  <a:pt x="783" y="140"/>
                </a:lnTo>
                <a:lnTo>
                  <a:pt x="783" y="140"/>
                </a:lnTo>
                <a:lnTo>
                  <a:pt x="783" y="138"/>
                </a:lnTo>
                <a:lnTo>
                  <a:pt x="785" y="142"/>
                </a:lnTo>
                <a:lnTo>
                  <a:pt x="785" y="141"/>
                </a:lnTo>
                <a:lnTo>
                  <a:pt x="785" y="141"/>
                </a:lnTo>
                <a:lnTo>
                  <a:pt x="786" y="140"/>
                </a:lnTo>
                <a:lnTo>
                  <a:pt x="787" y="143"/>
                </a:lnTo>
                <a:lnTo>
                  <a:pt x="788" y="143"/>
                </a:lnTo>
                <a:lnTo>
                  <a:pt x="788" y="141"/>
                </a:lnTo>
                <a:lnTo>
                  <a:pt x="789" y="144"/>
                </a:lnTo>
                <a:lnTo>
                  <a:pt x="789" y="143"/>
                </a:lnTo>
                <a:lnTo>
                  <a:pt x="789" y="143"/>
                </a:lnTo>
                <a:lnTo>
                  <a:pt x="789" y="143"/>
                </a:lnTo>
                <a:lnTo>
                  <a:pt x="791" y="146"/>
                </a:lnTo>
                <a:lnTo>
                  <a:pt x="791" y="144"/>
                </a:lnTo>
                <a:lnTo>
                  <a:pt x="791" y="144"/>
                </a:lnTo>
                <a:lnTo>
                  <a:pt x="791" y="143"/>
                </a:lnTo>
                <a:lnTo>
                  <a:pt x="793" y="147"/>
                </a:lnTo>
                <a:lnTo>
                  <a:pt x="793" y="146"/>
                </a:lnTo>
                <a:lnTo>
                  <a:pt x="794" y="147"/>
                </a:lnTo>
                <a:lnTo>
                  <a:pt x="794" y="146"/>
                </a:lnTo>
                <a:lnTo>
                  <a:pt x="795" y="149"/>
                </a:lnTo>
                <a:lnTo>
                  <a:pt x="795" y="149"/>
                </a:lnTo>
                <a:lnTo>
                  <a:pt x="795" y="149"/>
                </a:lnTo>
                <a:lnTo>
                  <a:pt x="796" y="146"/>
                </a:lnTo>
                <a:lnTo>
                  <a:pt x="797" y="149"/>
                </a:lnTo>
                <a:lnTo>
                  <a:pt x="797" y="149"/>
                </a:lnTo>
                <a:lnTo>
                  <a:pt x="797" y="148"/>
                </a:lnTo>
                <a:lnTo>
                  <a:pt x="797" y="147"/>
                </a:lnTo>
                <a:lnTo>
                  <a:pt x="798" y="150"/>
                </a:lnTo>
                <a:lnTo>
                  <a:pt x="799" y="150"/>
                </a:lnTo>
                <a:lnTo>
                  <a:pt x="800" y="149"/>
                </a:lnTo>
                <a:lnTo>
                  <a:pt x="800" y="148"/>
                </a:lnTo>
                <a:lnTo>
                  <a:pt x="800" y="150"/>
                </a:lnTo>
                <a:lnTo>
                  <a:pt x="802" y="149"/>
                </a:lnTo>
                <a:lnTo>
                  <a:pt x="802" y="149"/>
                </a:lnTo>
                <a:lnTo>
                  <a:pt x="802" y="150"/>
                </a:lnTo>
                <a:lnTo>
                  <a:pt x="803" y="148"/>
                </a:lnTo>
                <a:lnTo>
                  <a:pt x="803" y="149"/>
                </a:lnTo>
                <a:lnTo>
                  <a:pt x="803" y="149"/>
                </a:lnTo>
                <a:lnTo>
                  <a:pt x="805" y="150"/>
                </a:lnTo>
                <a:lnTo>
                  <a:pt x="805" y="148"/>
                </a:lnTo>
                <a:lnTo>
                  <a:pt x="805" y="149"/>
                </a:lnTo>
                <a:lnTo>
                  <a:pt x="805" y="149"/>
                </a:lnTo>
                <a:lnTo>
                  <a:pt x="806" y="150"/>
                </a:lnTo>
                <a:lnTo>
                  <a:pt x="806" y="148"/>
                </a:lnTo>
                <a:lnTo>
                  <a:pt x="808" y="149"/>
                </a:lnTo>
                <a:lnTo>
                  <a:pt x="808" y="150"/>
                </a:lnTo>
                <a:lnTo>
                  <a:pt x="808" y="150"/>
                </a:lnTo>
                <a:lnTo>
                  <a:pt x="809" y="148"/>
                </a:lnTo>
                <a:lnTo>
                  <a:pt x="809" y="149"/>
                </a:lnTo>
                <a:lnTo>
                  <a:pt x="809" y="149"/>
                </a:lnTo>
                <a:lnTo>
                  <a:pt x="810" y="148"/>
                </a:lnTo>
                <a:lnTo>
                  <a:pt x="810" y="149"/>
                </a:lnTo>
                <a:lnTo>
                  <a:pt x="811" y="149"/>
                </a:lnTo>
                <a:lnTo>
                  <a:pt x="812" y="149"/>
                </a:lnTo>
                <a:lnTo>
                  <a:pt x="813" y="147"/>
                </a:lnTo>
                <a:lnTo>
                  <a:pt x="814" y="147"/>
                </a:lnTo>
                <a:lnTo>
                  <a:pt x="814" y="148"/>
                </a:lnTo>
                <a:lnTo>
                  <a:pt x="815" y="149"/>
                </a:lnTo>
                <a:lnTo>
                  <a:pt x="815" y="146"/>
                </a:lnTo>
                <a:lnTo>
                  <a:pt x="815" y="147"/>
                </a:lnTo>
                <a:lnTo>
                  <a:pt x="815" y="147"/>
                </a:lnTo>
                <a:lnTo>
                  <a:pt x="816" y="149"/>
                </a:lnTo>
                <a:lnTo>
                  <a:pt x="816" y="145"/>
                </a:lnTo>
                <a:lnTo>
                  <a:pt x="817" y="146"/>
                </a:lnTo>
                <a:lnTo>
                  <a:pt x="818" y="146"/>
                </a:lnTo>
                <a:lnTo>
                  <a:pt x="818" y="148"/>
                </a:lnTo>
                <a:lnTo>
                  <a:pt x="819" y="146"/>
                </a:lnTo>
                <a:lnTo>
                  <a:pt x="820" y="146"/>
                </a:lnTo>
                <a:lnTo>
                  <a:pt x="820" y="146"/>
                </a:lnTo>
                <a:lnTo>
                  <a:pt x="820" y="147"/>
                </a:lnTo>
                <a:lnTo>
                  <a:pt x="821" y="144"/>
                </a:lnTo>
                <a:lnTo>
                  <a:pt x="821" y="145"/>
                </a:lnTo>
                <a:lnTo>
                  <a:pt x="821" y="145"/>
                </a:lnTo>
                <a:lnTo>
                  <a:pt x="822" y="146"/>
                </a:lnTo>
                <a:lnTo>
                  <a:pt x="823" y="143"/>
                </a:lnTo>
                <a:lnTo>
                  <a:pt x="823" y="144"/>
                </a:lnTo>
                <a:lnTo>
                  <a:pt x="824" y="146"/>
                </a:lnTo>
                <a:lnTo>
                  <a:pt x="824" y="143"/>
                </a:lnTo>
                <a:lnTo>
                  <a:pt x="826" y="145"/>
                </a:lnTo>
                <a:lnTo>
                  <a:pt x="826" y="144"/>
                </a:lnTo>
                <a:lnTo>
                  <a:pt x="826" y="143"/>
                </a:lnTo>
                <a:lnTo>
                  <a:pt x="827" y="145"/>
                </a:lnTo>
                <a:lnTo>
                  <a:pt x="827" y="144"/>
                </a:lnTo>
                <a:lnTo>
                  <a:pt x="827" y="144"/>
                </a:lnTo>
                <a:lnTo>
                  <a:pt x="827" y="144"/>
                </a:lnTo>
                <a:lnTo>
                  <a:pt x="829" y="146"/>
                </a:lnTo>
                <a:lnTo>
                  <a:pt x="830" y="146"/>
                </a:lnTo>
                <a:lnTo>
                  <a:pt x="830" y="143"/>
                </a:lnTo>
                <a:lnTo>
                  <a:pt x="831" y="146"/>
                </a:lnTo>
                <a:lnTo>
                  <a:pt x="832" y="144"/>
                </a:lnTo>
                <a:lnTo>
                  <a:pt x="832" y="144"/>
                </a:lnTo>
                <a:lnTo>
                  <a:pt x="832" y="146"/>
                </a:lnTo>
                <a:lnTo>
                  <a:pt x="833" y="143"/>
                </a:lnTo>
                <a:lnTo>
                  <a:pt x="833" y="145"/>
                </a:lnTo>
                <a:lnTo>
                  <a:pt x="833" y="144"/>
                </a:lnTo>
                <a:lnTo>
                  <a:pt x="834" y="145"/>
                </a:lnTo>
                <a:lnTo>
                  <a:pt x="835" y="143"/>
                </a:lnTo>
                <a:lnTo>
                  <a:pt x="835" y="144"/>
                </a:lnTo>
                <a:lnTo>
                  <a:pt x="836" y="144"/>
                </a:lnTo>
                <a:lnTo>
                  <a:pt x="836" y="143"/>
                </a:lnTo>
                <a:lnTo>
                  <a:pt x="836" y="145"/>
                </a:lnTo>
                <a:lnTo>
                  <a:pt x="838" y="143"/>
                </a:lnTo>
                <a:lnTo>
                  <a:pt x="838" y="143"/>
                </a:lnTo>
                <a:lnTo>
                  <a:pt x="838" y="144"/>
                </a:lnTo>
                <a:lnTo>
                  <a:pt x="839" y="142"/>
                </a:lnTo>
                <a:lnTo>
                  <a:pt x="839" y="142"/>
                </a:lnTo>
                <a:lnTo>
                  <a:pt x="839" y="142"/>
                </a:lnTo>
                <a:lnTo>
                  <a:pt x="840" y="144"/>
                </a:lnTo>
                <a:lnTo>
                  <a:pt x="841" y="142"/>
                </a:lnTo>
                <a:lnTo>
                  <a:pt x="841" y="143"/>
                </a:lnTo>
                <a:lnTo>
                  <a:pt x="842" y="143"/>
                </a:lnTo>
                <a:lnTo>
                  <a:pt x="842" y="143"/>
                </a:lnTo>
                <a:lnTo>
                  <a:pt x="843" y="141"/>
                </a:lnTo>
                <a:lnTo>
                  <a:pt x="844" y="141"/>
                </a:lnTo>
                <a:lnTo>
                  <a:pt x="844" y="141"/>
                </a:lnTo>
                <a:lnTo>
                  <a:pt x="844" y="143"/>
                </a:lnTo>
                <a:lnTo>
                  <a:pt x="845" y="141"/>
                </a:lnTo>
                <a:lnTo>
                  <a:pt x="845" y="141"/>
                </a:lnTo>
                <a:lnTo>
                  <a:pt x="846" y="142"/>
                </a:lnTo>
                <a:lnTo>
                  <a:pt x="847" y="140"/>
                </a:lnTo>
                <a:lnTo>
                  <a:pt x="847" y="141"/>
                </a:lnTo>
                <a:lnTo>
                  <a:pt x="847" y="141"/>
                </a:lnTo>
                <a:lnTo>
                  <a:pt x="848" y="141"/>
                </a:lnTo>
                <a:lnTo>
                  <a:pt x="849" y="139"/>
                </a:lnTo>
                <a:lnTo>
                  <a:pt x="850" y="140"/>
                </a:lnTo>
                <a:lnTo>
                  <a:pt x="850" y="140"/>
                </a:lnTo>
                <a:lnTo>
                  <a:pt x="851" y="140"/>
                </a:lnTo>
                <a:lnTo>
                  <a:pt x="851" y="139"/>
                </a:lnTo>
                <a:lnTo>
                  <a:pt x="851" y="140"/>
                </a:lnTo>
                <a:lnTo>
                  <a:pt x="851" y="140"/>
                </a:lnTo>
                <a:lnTo>
                  <a:pt x="852" y="140"/>
                </a:lnTo>
                <a:lnTo>
                  <a:pt x="853" y="138"/>
                </a:lnTo>
                <a:lnTo>
                  <a:pt x="853" y="138"/>
                </a:lnTo>
                <a:lnTo>
                  <a:pt x="854" y="139"/>
                </a:lnTo>
                <a:lnTo>
                  <a:pt x="854" y="139"/>
                </a:lnTo>
                <a:lnTo>
                  <a:pt x="854" y="137"/>
                </a:lnTo>
                <a:lnTo>
                  <a:pt x="856" y="137"/>
                </a:lnTo>
                <a:lnTo>
                  <a:pt x="856" y="137"/>
                </a:lnTo>
                <a:lnTo>
                  <a:pt x="856" y="136"/>
                </a:lnTo>
                <a:lnTo>
                  <a:pt x="857" y="139"/>
                </a:lnTo>
                <a:lnTo>
                  <a:pt x="857" y="137"/>
                </a:lnTo>
                <a:lnTo>
                  <a:pt x="857" y="138"/>
                </a:lnTo>
                <a:lnTo>
                  <a:pt x="859" y="138"/>
                </a:lnTo>
                <a:lnTo>
                  <a:pt x="859" y="137"/>
                </a:lnTo>
                <a:lnTo>
                  <a:pt x="859" y="137"/>
                </a:lnTo>
                <a:lnTo>
                  <a:pt x="860" y="137"/>
                </a:lnTo>
                <a:lnTo>
                  <a:pt x="860" y="138"/>
                </a:lnTo>
                <a:lnTo>
                  <a:pt x="860" y="136"/>
                </a:lnTo>
                <a:lnTo>
                  <a:pt x="862" y="137"/>
                </a:lnTo>
                <a:lnTo>
                  <a:pt x="862" y="137"/>
                </a:lnTo>
                <a:lnTo>
                  <a:pt x="863" y="138"/>
                </a:lnTo>
                <a:lnTo>
                  <a:pt x="863" y="135"/>
                </a:lnTo>
                <a:lnTo>
                  <a:pt x="863" y="136"/>
                </a:lnTo>
                <a:lnTo>
                  <a:pt x="863" y="136"/>
                </a:lnTo>
                <a:lnTo>
                  <a:pt x="864" y="137"/>
                </a:lnTo>
                <a:lnTo>
                  <a:pt x="865" y="135"/>
                </a:lnTo>
                <a:lnTo>
                  <a:pt x="865" y="135"/>
                </a:lnTo>
                <a:lnTo>
                  <a:pt x="865" y="135"/>
                </a:lnTo>
                <a:lnTo>
                  <a:pt x="866" y="136"/>
                </a:lnTo>
                <a:lnTo>
                  <a:pt x="867" y="134"/>
                </a:lnTo>
                <a:lnTo>
                  <a:pt x="868" y="134"/>
                </a:lnTo>
                <a:lnTo>
                  <a:pt x="868" y="133"/>
                </a:lnTo>
                <a:lnTo>
                  <a:pt x="868" y="135"/>
                </a:lnTo>
                <a:lnTo>
                  <a:pt x="870" y="131"/>
                </a:lnTo>
                <a:lnTo>
                  <a:pt x="870" y="132"/>
                </a:lnTo>
                <a:lnTo>
                  <a:pt x="870" y="133"/>
                </a:lnTo>
                <a:lnTo>
                  <a:pt x="870" y="133"/>
                </a:lnTo>
                <a:lnTo>
                  <a:pt x="871" y="130"/>
                </a:lnTo>
                <a:lnTo>
                  <a:pt x="871" y="131"/>
                </a:lnTo>
                <a:lnTo>
                  <a:pt x="872" y="132"/>
                </a:lnTo>
                <a:lnTo>
                  <a:pt x="873" y="129"/>
                </a:lnTo>
                <a:lnTo>
                  <a:pt x="874" y="129"/>
                </a:lnTo>
                <a:lnTo>
                  <a:pt x="874" y="130"/>
                </a:lnTo>
                <a:lnTo>
                  <a:pt x="874" y="131"/>
                </a:lnTo>
                <a:lnTo>
                  <a:pt x="875" y="129"/>
                </a:lnTo>
                <a:lnTo>
                  <a:pt x="876" y="130"/>
                </a:lnTo>
                <a:lnTo>
                  <a:pt x="876" y="129"/>
                </a:lnTo>
                <a:lnTo>
                  <a:pt x="877" y="126"/>
                </a:lnTo>
                <a:lnTo>
                  <a:pt x="877" y="127"/>
                </a:lnTo>
                <a:lnTo>
                  <a:pt x="878" y="127"/>
                </a:lnTo>
                <a:lnTo>
                  <a:pt x="878" y="127"/>
                </a:lnTo>
                <a:lnTo>
                  <a:pt x="879" y="124"/>
                </a:lnTo>
                <a:lnTo>
                  <a:pt x="880" y="125"/>
                </a:lnTo>
                <a:lnTo>
                  <a:pt x="880" y="125"/>
                </a:lnTo>
                <a:lnTo>
                  <a:pt x="880" y="125"/>
                </a:lnTo>
                <a:lnTo>
                  <a:pt x="881" y="122"/>
                </a:lnTo>
                <a:lnTo>
                  <a:pt x="882" y="123"/>
                </a:lnTo>
                <a:lnTo>
                  <a:pt x="882" y="123"/>
                </a:lnTo>
                <a:lnTo>
                  <a:pt x="882" y="123"/>
                </a:lnTo>
                <a:lnTo>
                  <a:pt x="883" y="121"/>
                </a:lnTo>
                <a:lnTo>
                  <a:pt x="883" y="121"/>
                </a:lnTo>
                <a:lnTo>
                  <a:pt x="884" y="121"/>
                </a:lnTo>
                <a:lnTo>
                  <a:pt x="884" y="122"/>
                </a:lnTo>
                <a:lnTo>
                  <a:pt x="886" y="119"/>
                </a:lnTo>
                <a:lnTo>
                  <a:pt x="886" y="119"/>
                </a:lnTo>
                <a:lnTo>
                  <a:pt x="886" y="121"/>
                </a:lnTo>
                <a:lnTo>
                  <a:pt x="888" y="117"/>
                </a:lnTo>
                <a:lnTo>
                  <a:pt x="888" y="117"/>
                </a:lnTo>
                <a:lnTo>
                  <a:pt x="888" y="117"/>
                </a:lnTo>
                <a:lnTo>
                  <a:pt x="889" y="114"/>
                </a:lnTo>
                <a:lnTo>
                  <a:pt x="889" y="114"/>
                </a:lnTo>
                <a:lnTo>
                  <a:pt x="889" y="114"/>
                </a:lnTo>
                <a:lnTo>
                  <a:pt x="890" y="115"/>
                </a:lnTo>
                <a:lnTo>
                  <a:pt x="891" y="113"/>
                </a:lnTo>
                <a:lnTo>
                  <a:pt x="892" y="113"/>
                </a:lnTo>
                <a:lnTo>
                  <a:pt x="892" y="112"/>
                </a:lnTo>
                <a:lnTo>
                  <a:pt x="892" y="113"/>
                </a:lnTo>
                <a:lnTo>
                  <a:pt x="894" y="111"/>
                </a:lnTo>
                <a:lnTo>
                  <a:pt x="894" y="112"/>
                </a:lnTo>
                <a:lnTo>
                  <a:pt x="894" y="111"/>
                </a:lnTo>
                <a:lnTo>
                  <a:pt x="895" y="108"/>
                </a:lnTo>
                <a:lnTo>
                  <a:pt x="895" y="110"/>
                </a:lnTo>
                <a:lnTo>
                  <a:pt x="896" y="109"/>
                </a:lnTo>
                <a:lnTo>
                  <a:pt x="898" y="105"/>
                </a:lnTo>
                <a:lnTo>
                  <a:pt x="898" y="104"/>
                </a:lnTo>
                <a:lnTo>
                  <a:pt x="898" y="106"/>
                </a:lnTo>
                <a:lnTo>
                  <a:pt x="900" y="102"/>
                </a:lnTo>
                <a:lnTo>
                  <a:pt x="900" y="103"/>
                </a:lnTo>
                <a:lnTo>
                  <a:pt x="900" y="103"/>
                </a:lnTo>
                <a:lnTo>
                  <a:pt x="900" y="103"/>
                </a:lnTo>
                <a:lnTo>
                  <a:pt x="901" y="100"/>
                </a:lnTo>
                <a:lnTo>
                  <a:pt x="902" y="100"/>
                </a:lnTo>
                <a:lnTo>
                  <a:pt x="902" y="100"/>
                </a:lnTo>
                <a:lnTo>
                  <a:pt x="903" y="97"/>
                </a:lnTo>
                <a:lnTo>
                  <a:pt x="904" y="97"/>
                </a:lnTo>
                <a:lnTo>
                  <a:pt x="904" y="97"/>
                </a:lnTo>
                <a:lnTo>
                  <a:pt x="904" y="98"/>
                </a:lnTo>
                <a:lnTo>
                  <a:pt x="906" y="95"/>
                </a:lnTo>
                <a:lnTo>
                  <a:pt x="906" y="95"/>
                </a:lnTo>
                <a:lnTo>
                  <a:pt x="906" y="96"/>
                </a:lnTo>
                <a:lnTo>
                  <a:pt x="907" y="93"/>
                </a:lnTo>
                <a:lnTo>
                  <a:pt x="907" y="94"/>
                </a:lnTo>
                <a:lnTo>
                  <a:pt x="907" y="94"/>
                </a:lnTo>
                <a:lnTo>
                  <a:pt x="910" y="91"/>
                </a:lnTo>
                <a:lnTo>
                  <a:pt x="910" y="91"/>
                </a:lnTo>
                <a:lnTo>
                  <a:pt x="910" y="92"/>
                </a:lnTo>
                <a:lnTo>
                  <a:pt x="912" y="89"/>
                </a:lnTo>
                <a:lnTo>
                  <a:pt x="912" y="89"/>
                </a:lnTo>
                <a:lnTo>
                  <a:pt x="912" y="90"/>
                </a:lnTo>
                <a:lnTo>
                  <a:pt x="913" y="87"/>
                </a:lnTo>
                <a:lnTo>
                  <a:pt x="913" y="88"/>
                </a:lnTo>
                <a:lnTo>
                  <a:pt x="914" y="88"/>
                </a:lnTo>
                <a:lnTo>
                  <a:pt x="914" y="89"/>
                </a:lnTo>
                <a:lnTo>
                  <a:pt x="915" y="86"/>
                </a:lnTo>
                <a:lnTo>
                  <a:pt x="916" y="87"/>
                </a:lnTo>
                <a:lnTo>
                  <a:pt x="916" y="87"/>
                </a:lnTo>
                <a:lnTo>
                  <a:pt x="917" y="85"/>
                </a:lnTo>
                <a:lnTo>
                  <a:pt x="918" y="85"/>
                </a:lnTo>
                <a:lnTo>
                  <a:pt x="918" y="85"/>
                </a:lnTo>
                <a:lnTo>
                  <a:pt x="918" y="86"/>
                </a:lnTo>
                <a:lnTo>
                  <a:pt x="919" y="84"/>
                </a:lnTo>
                <a:lnTo>
                  <a:pt x="919" y="84"/>
                </a:lnTo>
                <a:lnTo>
                  <a:pt x="920" y="85"/>
                </a:lnTo>
                <a:lnTo>
                  <a:pt x="920" y="85"/>
                </a:lnTo>
                <a:lnTo>
                  <a:pt x="921" y="83"/>
                </a:lnTo>
                <a:lnTo>
                  <a:pt x="922" y="84"/>
                </a:lnTo>
                <a:lnTo>
                  <a:pt x="922" y="84"/>
                </a:lnTo>
                <a:lnTo>
                  <a:pt x="923" y="85"/>
                </a:lnTo>
                <a:lnTo>
                  <a:pt x="923" y="83"/>
                </a:lnTo>
                <a:lnTo>
                  <a:pt x="924" y="83"/>
                </a:lnTo>
                <a:lnTo>
                  <a:pt x="924" y="83"/>
                </a:lnTo>
                <a:lnTo>
                  <a:pt x="924" y="82"/>
                </a:lnTo>
                <a:lnTo>
                  <a:pt x="924" y="84"/>
                </a:lnTo>
                <a:lnTo>
                  <a:pt x="925" y="83"/>
                </a:lnTo>
                <a:lnTo>
                  <a:pt x="925" y="83"/>
                </a:lnTo>
                <a:lnTo>
                  <a:pt x="927" y="84"/>
                </a:lnTo>
                <a:lnTo>
                  <a:pt x="928" y="82"/>
                </a:lnTo>
                <a:lnTo>
                  <a:pt x="928" y="82"/>
                </a:lnTo>
                <a:lnTo>
                  <a:pt x="928" y="82"/>
                </a:lnTo>
                <a:lnTo>
                  <a:pt x="928" y="82"/>
                </a:lnTo>
                <a:lnTo>
                  <a:pt x="930" y="84"/>
                </a:lnTo>
                <a:lnTo>
                  <a:pt x="930" y="84"/>
                </a:lnTo>
                <a:lnTo>
                  <a:pt x="931" y="84"/>
                </a:lnTo>
                <a:lnTo>
                  <a:pt x="931" y="82"/>
                </a:lnTo>
                <a:lnTo>
                  <a:pt x="931" y="82"/>
                </a:lnTo>
                <a:lnTo>
                  <a:pt x="931" y="83"/>
                </a:lnTo>
                <a:lnTo>
                  <a:pt x="932" y="84"/>
                </a:lnTo>
                <a:lnTo>
                  <a:pt x="933" y="82"/>
                </a:lnTo>
                <a:lnTo>
                  <a:pt x="934" y="83"/>
                </a:lnTo>
                <a:lnTo>
                  <a:pt x="934" y="83"/>
                </a:lnTo>
                <a:lnTo>
                  <a:pt x="934" y="81"/>
                </a:lnTo>
                <a:lnTo>
                  <a:pt x="936" y="82"/>
                </a:lnTo>
                <a:lnTo>
                  <a:pt x="936" y="82"/>
                </a:lnTo>
                <a:lnTo>
                  <a:pt x="937" y="82"/>
                </a:lnTo>
                <a:lnTo>
                  <a:pt x="937" y="83"/>
                </a:lnTo>
                <a:lnTo>
                  <a:pt x="937" y="82"/>
                </a:lnTo>
                <a:lnTo>
                  <a:pt x="938" y="82"/>
                </a:lnTo>
                <a:lnTo>
                  <a:pt x="938" y="81"/>
                </a:lnTo>
                <a:lnTo>
                  <a:pt x="939" y="83"/>
                </a:lnTo>
                <a:lnTo>
                  <a:pt x="940" y="82"/>
                </a:lnTo>
                <a:lnTo>
                  <a:pt x="940" y="82"/>
                </a:lnTo>
                <a:lnTo>
                  <a:pt x="940" y="83"/>
                </a:lnTo>
                <a:lnTo>
                  <a:pt x="942" y="82"/>
                </a:lnTo>
                <a:lnTo>
                  <a:pt x="942" y="82"/>
                </a:lnTo>
                <a:lnTo>
                  <a:pt x="942" y="81"/>
                </a:lnTo>
                <a:lnTo>
                  <a:pt x="943" y="83"/>
                </a:lnTo>
                <a:lnTo>
                  <a:pt x="944" y="82"/>
                </a:lnTo>
                <a:lnTo>
                  <a:pt x="944" y="82"/>
                </a:lnTo>
                <a:lnTo>
                  <a:pt x="945" y="83"/>
                </a:lnTo>
                <a:lnTo>
                  <a:pt x="945" y="82"/>
                </a:lnTo>
                <a:lnTo>
                  <a:pt x="946" y="82"/>
                </a:lnTo>
                <a:lnTo>
                  <a:pt x="946" y="83"/>
                </a:lnTo>
                <a:lnTo>
                  <a:pt x="947" y="81"/>
                </a:lnTo>
                <a:lnTo>
                  <a:pt x="948" y="83"/>
                </a:lnTo>
                <a:lnTo>
                  <a:pt x="948" y="82"/>
                </a:lnTo>
                <a:lnTo>
                  <a:pt x="948" y="82"/>
                </a:lnTo>
                <a:lnTo>
                  <a:pt x="948" y="81"/>
                </a:lnTo>
                <a:lnTo>
                  <a:pt x="948" y="83"/>
                </a:lnTo>
                <a:lnTo>
                  <a:pt x="950" y="83"/>
                </a:lnTo>
                <a:lnTo>
                  <a:pt x="950" y="83"/>
                </a:lnTo>
                <a:lnTo>
                  <a:pt x="950" y="82"/>
                </a:lnTo>
                <a:lnTo>
                  <a:pt x="951" y="84"/>
                </a:lnTo>
                <a:lnTo>
                  <a:pt x="952" y="83"/>
                </a:lnTo>
                <a:lnTo>
                  <a:pt x="952" y="83"/>
                </a:lnTo>
                <a:lnTo>
                  <a:pt x="952" y="82"/>
                </a:lnTo>
                <a:lnTo>
                  <a:pt x="953" y="84"/>
                </a:lnTo>
                <a:lnTo>
                  <a:pt x="954" y="84"/>
                </a:lnTo>
                <a:lnTo>
                  <a:pt x="954" y="84"/>
                </a:lnTo>
                <a:lnTo>
                  <a:pt x="954" y="85"/>
                </a:lnTo>
                <a:lnTo>
                  <a:pt x="956" y="83"/>
                </a:lnTo>
                <a:lnTo>
                  <a:pt x="956" y="84"/>
                </a:lnTo>
                <a:lnTo>
                  <a:pt x="956" y="84"/>
                </a:lnTo>
                <a:lnTo>
                  <a:pt x="956" y="83"/>
                </a:lnTo>
                <a:lnTo>
                  <a:pt x="956" y="86"/>
                </a:lnTo>
                <a:lnTo>
                  <a:pt x="958" y="85"/>
                </a:lnTo>
                <a:lnTo>
                  <a:pt x="958" y="85"/>
                </a:lnTo>
                <a:lnTo>
                  <a:pt x="958" y="85"/>
                </a:lnTo>
                <a:lnTo>
                  <a:pt x="960" y="87"/>
                </a:lnTo>
                <a:lnTo>
                  <a:pt x="960" y="86"/>
                </a:lnTo>
                <a:lnTo>
                  <a:pt x="960" y="87"/>
                </a:lnTo>
                <a:lnTo>
                  <a:pt x="960" y="87"/>
                </a:lnTo>
                <a:lnTo>
                  <a:pt x="961" y="89"/>
                </a:lnTo>
                <a:lnTo>
                  <a:pt x="962" y="88"/>
                </a:lnTo>
                <a:lnTo>
                  <a:pt x="962" y="88"/>
                </a:lnTo>
                <a:lnTo>
                  <a:pt x="963" y="87"/>
                </a:lnTo>
                <a:lnTo>
                  <a:pt x="964" y="90"/>
                </a:lnTo>
                <a:lnTo>
                  <a:pt x="964" y="89"/>
                </a:lnTo>
                <a:lnTo>
                  <a:pt x="964" y="89"/>
                </a:lnTo>
                <a:lnTo>
                  <a:pt x="964" y="88"/>
                </a:lnTo>
                <a:lnTo>
                  <a:pt x="965" y="91"/>
                </a:lnTo>
                <a:lnTo>
                  <a:pt x="966" y="90"/>
                </a:lnTo>
                <a:lnTo>
                  <a:pt x="966" y="91"/>
                </a:lnTo>
                <a:lnTo>
                  <a:pt x="966" y="90"/>
                </a:lnTo>
                <a:lnTo>
                  <a:pt x="968" y="93"/>
                </a:lnTo>
                <a:lnTo>
                  <a:pt x="968" y="92"/>
                </a:lnTo>
                <a:lnTo>
                  <a:pt x="968" y="91"/>
                </a:lnTo>
                <a:lnTo>
                  <a:pt x="968" y="91"/>
                </a:lnTo>
                <a:lnTo>
                  <a:pt x="969" y="94"/>
                </a:lnTo>
                <a:lnTo>
                  <a:pt x="970" y="94"/>
                </a:lnTo>
                <a:lnTo>
                  <a:pt x="970" y="94"/>
                </a:lnTo>
                <a:lnTo>
                  <a:pt x="970" y="93"/>
                </a:lnTo>
                <a:lnTo>
                  <a:pt x="971" y="96"/>
                </a:lnTo>
                <a:lnTo>
                  <a:pt x="972" y="95"/>
                </a:lnTo>
                <a:lnTo>
                  <a:pt x="972" y="95"/>
                </a:lnTo>
                <a:lnTo>
                  <a:pt x="972" y="94"/>
                </a:lnTo>
                <a:lnTo>
                  <a:pt x="974" y="97"/>
                </a:lnTo>
                <a:lnTo>
                  <a:pt x="974" y="95"/>
                </a:lnTo>
                <a:lnTo>
                  <a:pt x="974" y="96"/>
                </a:lnTo>
                <a:lnTo>
                  <a:pt x="975" y="97"/>
                </a:lnTo>
                <a:lnTo>
                  <a:pt x="976" y="97"/>
                </a:lnTo>
                <a:lnTo>
                  <a:pt x="976" y="97"/>
                </a:lnTo>
                <a:lnTo>
                  <a:pt x="976" y="97"/>
                </a:lnTo>
                <a:lnTo>
                  <a:pt x="977" y="100"/>
                </a:lnTo>
                <a:lnTo>
                  <a:pt x="978" y="99"/>
                </a:lnTo>
                <a:lnTo>
                  <a:pt x="978" y="99"/>
                </a:lnTo>
                <a:lnTo>
                  <a:pt x="980" y="104"/>
                </a:lnTo>
                <a:lnTo>
                  <a:pt x="980" y="104"/>
                </a:lnTo>
                <a:lnTo>
                  <a:pt x="980" y="103"/>
                </a:lnTo>
                <a:lnTo>
                  <a:pt x="982" y="107"/>
                </a:lnTo>
                <a:lnTo>
                  <a:pt x="982" y="107"/>
                </a:lnTo>
                <a:lnTo>
                  <a:pt x="982" y="107"/>
                </a:lnTo>
                <a:lnTo>
                  <a:pt x="984" y="110"/>
                </a:lnTo>
                <a:lnTo>
                  <a:pt x="984" y="110"/>
                </a:lnTo>
                <a:lnTo>
                  <a:pt x="984" y="109"/>
                </a:lnTo>
                <a:lnTo>
                  <a:pt x="986" y="114"/>
                </a:lnTo>
                <a:lnTo>
                  <a:pt x="986" y="114"/>
                </a:lnTo>
                <a:lnTo>
                  <a:pt x="986" y="114"/>
                </a:lnTo>
                <a:lnTo>
                  <a:pt x="988" y="118"/>
                </a:lnTo>
                <a:lnTo>
                  <a:pt x="988" y="118"/>
                </a:lnTo>
                <a:lnTo>
                  <a:pt x="988" y="118"/>
                </a:lnTo>
                <a:lnTo>
                  <a:pt x="988" y="117"/>
                </a:lnTo>
                <a:lnTo>
                  <a:pt x="990" y="123"/>
                </a:lnTo>
                <a:lnTo>
                  <a:pt x="990" y="122"/>
                </a:lnTo>
                <a:lnTo>
                  <a:pt x="990" y="122"/>
                </a:lnTo>
                <a:lnTo>
                  <a:pt x="990" y="122"/>
                </a:lnTo>
                <a:lnTo>
                  <a:pt x="992" y="126"/>
                </a:lnTo>
                <a:lnTo>
                  <a:pt x="992" y="127"/>
                </a:lnTo>
                <a:lnTo>
                  <a:pt x="992" y="126"/>
                </a:lnTo>
                <a:lnTo>
                  <a:pt x="994" y="131"/>
                </a:lnTo>
                <a:lnTo>
                  <a:pt x="994" y="130"/>
                </a:lnTo>
                <a:lnTo>
                  <a:pt x="994" y="130"/>
                </a:lnTo>
                <a:lnTo>
                  <a:pt x="995" y="136"/>
                </a:lnTo>
                <a:lnTo>
                  <a:pt x="996" y="136"/>
                </a:lnTo>
                <a:lnTo>
                  <a:pt x="996" y="136"/>
                </a:lnTo>
                <a:lnTo>
                  <a:pt x="998" y="143"/>
                </a:lnTo>
                <a:lnTo>
                  <a:pt x="998" y="142"/>
                </a:lnTo>
                <a:lnTo>
                  <a:pt x="998" y="143"/>
                </a:lnTo>
                <a:lnTo>
                  <a:pt x="999" y="149"/>
                </a:lnTo>
                <a:lnTo>
                  <a:pt x="1000" y="149"/>
                </a:lnTo>
                <a:lnTo>
                  <a:pt x="1000" y="149"/>
                </a:lnTo>
                <a:lnTo>
                  <a:pt x="1002" y="156"/>
                </a:lnTo>
                <a:lnTo>
                  <a:pt x="1002" y="155"/>
                </a:lnTo>
                <a:lnTo>
                  <a:pt x="1002" y="155"/>
                </a:lnTo>
                <a:lnTo>
                  <a:pt x="1002" y="155"/>
                </a:lnTo>
                <a:lnTo>
                  <a:pt x="1004" y="163"/>
                </a:lnTo>
                <a:lnTo>
                  <a:pt x="1004" y="163"/>
                </a:lnTo>
                <a:lnTo>
                  <a:pt x="1004" y="162"/>
                </a:lnTo>
                <a:lnTo>
                  <a:pt x="1006" y="170"/>
                </a:lnTo>
                <a:lnTo>
                  <a:pt x="1006" y="169"/>
                </a:lnTo>
                <a:lnTo>
                  <a:pt x="1006" y="169"/>
                </a:lnTo>
                <a:lnTo>
                  <a:pt x="1008" y="177"/>
                </a:lnTo>
                <a:lnTo>
                  <a:pt x="1008" y="177"/>
                </a:lnTo>
                <a:lnTo>
                  <a:pt x="1008" y="177"/>
                </a:lnTo>
                <a:lnTo>
                  <a:pt x="1010" y="184"/>
                </a:lnTo>
                <a:lnTo>
                  <a:pt x="1010" y="184"/>
                </a:lnTo>
                <a:lnTo>
                  <a:pt x="1010" y="183"/>
                </a:lnTo>
                <a:lnTo>
                  <a:pt x="1010" y="182"/>
                </a:lnTo>
                <a:lnTo>
                  <a:pt x="1012" y="191"/>
                </a:lnTo>
                <a:lnTo>
                  <a:pt x="1012" y="192"/>
                </a:lnTo>
                <a:lnTo>
                  <a:pt x="1012" y="191"/>
                </a:lnTo>
                <a:lnTo>
                  <a:pt x="1014" y="198"/>
                </a:lnTo>
                <a:lnTo>
                  <a:pt x="1014" y="198"/>
                </a:lnTo>
                <a:lnTo>
                  <a:pt x="1014" y="198"/>
                </a:lnTo>
                <a:lnTo>
                  <a:pt x="1014" y="197"/>
                </a:lnTo>
                <a:lnTo>
                  <a:pt x="1016" y="205"/>
                </a:lnTo>
                <a:lnTo>
                  <a:pt x="1016" y="205"/>
                </a:lnTo>
                <a:lnTo>
                  <a:pt x="1016" y="205"/>
                </a:lnTo>
                <a:lnTo>
                  <a:pt x="1018" y="212"/>
                </a:lnTo>
                <a:lnTo>
                  <a:pt x="1018" y="211"/>
                </a:lnTo>
                <a:lnTo>
                  <a:pt x="1018" y="211"/>
                </a:lnTo>
                <a:lnTo>
                  <a:pt x="1018" y="211"/>
                </a:lnTo>
                <a:lnTo>
                  <a:pt x="1020" y="217"/>
                </a:lnTo>
                <a:lnTo>
                  <a:pt x="1020" y="217"/>
                </a:lnTo>
                <a:lnTo>
                  <a:pt x="1020" y="217"/>
                </a:lnTo>
                <a:lnTo>
                  <a:pt x="1022" y="222"/>
                </a:lnTo>
                <a:lnTo>
                  <a:pt x="1022" y="222"/>
                </a:lnTo>
                <a:lnTo>
                  <a:pt x="1022" y="222"/>
                </a:lnTo>
                <a:lnTo>
                  <a:pt x="1024" y="229"/>
                </a:lnTo>
                <a:lnTo>
                  <a:pt x="1024" y="229"/>
                </a:lnTo>
                <a:lnTo>
                  <a:pt x="1026" y="235"/>
                </a:lnTo>
                <a:lnTo>
                  <a:pt x="1026" y="235"/>
                </a:lnTo>
                <a:lnTo>
                  <a:pt x="1026" y="235"/>
                </a:lnTo>
                <a:lnTo>
                  <a:pt x="1026" y="234"/>
                </a:lnTo>
                <a:lnTo>
                  <a:pt x="1028" y="240"/>
                </a:lnTo>
                <a:lnTo>
                  <a:pt x="1028" y="239"/>
                </a:lnTo>
                <a:lnTo>
                  <a:pt x="1028" y="239"/>
                </a:lnTo>
                <a:lnTo>
                  <a:pt x="1030" y="246"/>
                </a:lnTo>
                <a:lnTo>
                  <a:pt x="1030" y="246"/>
                </a:lnTo>
                <a:lnTo>
                  <a:pt x="1030" y="246"/>
                </a:lnTo>
                <a:lnTo>
                  <a:pt x="1032" y="250"/>
                </a:lnTo>
                <a:lnTo>
                  <a:pt x="1032" y="250"/>
                </a:lnTo>
                <a:lnTo>
                  <a:pt x="1032" y="250"/>
                </a:lnTo>
                <a:lnTo>
                  <a:pt x="1032" y="250"/>
                </a:lnTo>
                <a:lnTo>
                  <a:pt x="1034" y="255"/>
                </a:lnTo>
                <a:lnTo>
                  <a:pt x="1034" y="255"/>
                </a:lnTo>
                <a:lnTo>
                  <a:pt x="1034" y="255"/>
                </a:lnTo>
                <a:lnTo>
                  <a:pt x="1036" y="259"/>
                </a:lnTo>
                <a:lnTo>
                  <a:pt x="1036" y="259"/>
                </a:lnTo>
                <a:lnTo>
                  <a:pt x="1036" y="259"/>
                </a:lnTo>
                <a:lnTo>
                  <a:pt x="1038" y="265"/>
                </a:lnTo>
                <a:lnTo>
                  <a:pt x="1038" y="265"/>
                </a:lnTo>
                <a:lnTo>
                  <a:pt x="1038" y="264"/>
                </a:lnTo>
                <a:lnTo>
                  <a:pt x="1040" y="268"/>
                </a:lnTo>
                <a:lnTo>
                  <a:pt x="1040" y="267"/>
                </a:lnTo>
                <a:lnTo>
                  <a:pt x="1040" y="268"/>
                </a:lnTo>
                <a:lnTo>
                  <a:pt x="1042" y="273"/>
                </a:lnTo>
                <a:lnTo>
                  <a:pt x="1042" y="273"/>
                </a:lnTo>
                <a:lnTo>
                  <a:pt x="1042" y="273"/>
                </a:lnTo>
                <a:lnTo>
                  <a:pt x="1042" y="273"/>
                </a:lnTo>
                <a:lnTo>
                  <a:pt x="1044" y="277"/>
                </a:lnTo>
                <a:lnTo>
                  <a:pt x="1044" y="276"/>
                </a:lnTo>
                <a:lnTo>
                  <a:pt x="1044" y="276"/>
                </a:lnTo>
                <a:lnTo>
                  <a:pt x="1046" y="280"/>
                </a:lnTo>
                <a:lnTo>
                  <a:pt x="1046" y="280"/>
                </a:lnTo>
                <a:lnTo>
                  <a:pt x="1046" y="280"/>
                </a:lnTo>
                <a:lnTo>
                  <a:pt x="1048" y="285"/>
                </a:lnTo>
                <a:lnTo>
                  <a:pt x="1048" y="285"/>
                </a:lnTo>
                <a:lnTo>
                  <a:pt x="1048" y="285"/>
                </a:lnTo>
                <a:lnTo>
                  <a:pt x="1048" y="285"/>
                </a:lnTo>
                <a:lnTo>
                  <a:pt x="1049" y="289"/>
                </a:lnTo>
                <a:lnTo>
                  <a:pt x="1050" y="288"/>
                </a:lnTo>
                <a:lnTo>
                  <a:pt x="1050" y="288"/>
                </a:lnTo>
                <a:lnTo>
                  <a:pt x="1050" y="287"/>
                </a:lnTo>
                <a:lnTo>
                  <a:pt x="1052" y="292"/>
                </a:lnTo>
                <a:lnTo>
                  <a:pt x="1052" y="291"/>
                </a:lnTo>
                <a:lnTo>
                  <a:pt x="1052" y="291"/>
                </a:lnTo>
                <a:lnTo>
                  <a:pt x="1054" y="295"/>
                </a:lnTo>
                <a:lnTo>
                  <a:pt x="1054" y="295"/>
                </a:lnTo>
                <a:lnTo>
                  <a:pt x="1054" y="295"/>
                </a:lnTo>
                <a:lnTo>
                  <a:pt x="1054" y="295"/>
                </a:lnTo>
                <a:lnTo>
                  <a:pt x="1056" y="299"/>
                </a:lnTo>
                <a:lnTo>
                  <a:pt x="1056" y="299"/>
                </a:lnTo>
                <a:lnTo>
                  <a:pt x="1056" y="299"/>
                </a:lnTo>
                <a:lnTo>
                  <a:pt x="1057" y="299"/>
                </a:lnTo>
                <a:lnTo>
                  <a:pt x="1058" y="302"/>
                </a:lnTo>
                <a:lnTo>
                  <a:pt x="1058" y="302"/>
                </a:lnTo>
                <a:lnTo>
                  <a:pt x="1058" y="301"/>
                </a:lnTo>
                <a:lnTo>
                  <a:pt x="1060" y="305"/>
                </a:lnTo>
                <a:lnTo>
                  <a:pt x="1060" y="303"/>
                </a:lnTo>
                <a:lnTo>
                  <a:pt x="1060" y="304"/>
                </a:lnTo>
                <a:lnTo>
                  <a:pt x="1061" y="306"/>
                </a:lnTo>
                <a:lnTo>
                  <a:pt x="1062" y="306"/>
                </a:lnTo>
                <a:lnTo>
                  <a:pt x="1062" y="306"/>
                </a:lnTo>
                <a:lnTo>
                  <a:pt x="1062" y="305"/>
                </a:lnTo>
                <a:lnTo>
                  <a:pt x="1064" y="308"/>
                </a:lnTo>
                <a:lnTo>
                  <a:pt x="1064" y="307"/>
                </a:lnTo>
                <a:lnTo>
                  <a:pt x="1064" y="307"/>
                </a:lnTo>
                <a:lnTo>
                  <a:pt x="1064" y="307"/>
                </a:lnTo>
                <a:lnTo>
                  <a:pt x="1066" y="309"/>
                </a:lnTo>
                <a:lnTo>
                  <a:pt x="1066" y="309"/>
                </a:lnTo>
                <a:lnTo>
                  <a:pt x="1066" y="309"/>
                </a:lnTo>
                <a:lnTo>
                  <a:pt x="1067" y="311"/>
                </a:lnTo>
                <a:lnTo>
                  <a:pt x="1068" y="309"/>
                </a:lnTo>
                <a:lnTo>
                  <a:pt x="1068" y="309"/>
                </a:lnTo>
                <a:lnTo>
                  <a:pt x="1069" y="312"/>
                </a:lnTo>
                <a:lnTo>
                  <a:pt x="1070" y="311"/>
                </a:lnTo>
                <a:lnTo>
                  <a:pt x="1070" y="310"/>
                </a:lnTo>
                <a:lnTo>
                  <a:pt x="1070" y="310"/>
                </a:lnTo>
                <a:lnTo>
                  <a:pt x="1072" y="313"/>
                </a:lnTo>
                <a:lnTo>
                  <a:pt x="1072" y="312"/>
                </a:lnTo>
                <a:lnTo>
                  <a:pt x="1072" y="312"/>
                </a:lnTo>
                <a:lnTo>
                  <a:pt x="1073" y="311"/>
                </a:lnTo>
                <a:lnTo>
                  <a:pt x="1073" y="313"/>
                </a:lnTo>
                <a:lnTo>
                  <a:pt x="1074" y="313"/>
                </a:lnTo>
                <a:lnTo>
                  <a:pt x="1074" y="313"/>
                </a:lnTo>
                <a:lnTo>
                  <a:pt x="1075" y="314"/>
                </a:lnTo>
                <a:lnTo>
                  <a:pt x="1075" y="312"/>
                </a:lnTo>
                <a:lnTo>
                  <a:pt x="1076" y="314"/>
                </a:lnTo>
                <a:lnTo>
                  <a:pt x="1076" y="314"/>
                </a:lnTo>
                <a:lnTo>
                  <a:pt x="1077" y="312"/>
                </a:lnTo>
                <a:lnTo>
                  <a:pt x="1077" y="315"/>
                </a:lnTo>
                <a:lnTo>
                  <a:pt x="1078" y="314"/>
                </a:lnTo>
                <a:lnTo>
                  <a:pt x="1078" y="314"/>
                </a:lnTo>
                <a:lnTo>
                  <a:pt x="1078" y="315"/>
                </a:lnTo>
                <a:lnTo>
                  <a:pt x="1079" y="313"/>
                </a:lnTo>
                <a:lnTo>
                  <a:pt x="1080" y="314"/>
                </a:lnTo>
                <a:lnTo>
                  <a:pt x="1080" y="314"/>
                </a:lnTo>
                <a:lnTo>
                  <a:pt x="1081" y="314"/>
                </a:lnTo>
                <a:lnTo>
                  <a:pt x="1082" y="316"/>
                </a:lnTo>
                <a:lnTo>
                  <a:pt x="1082" y="315"/>
                </a:lnTo>
                <a:lnTo>
                  <a:pt x="1082" y="315"/>
                </a:lnTo>
                <a:lnTo>
                  <a:pt x="1084" y="315"/>
                </a:lnTo>
                <a:lnTo>
                  <a:pt x="1084" y="317"/>
                </a:lnTo>
                <a:lnTo>
                  <a:pt x="1084" y="316"/>
                </a:lnTo>
                <a:lnTo>
                  <a:pt x="1084" y="316"/>
                </a:lnTo>
                <a:lnTo>
                  <a:pt x="1085" y="315"/>
                </a:lnTo>
                <a:lnTo>
                  <a:pt x="1086" y="317"/>
                </a:lnTo>
                <a:lnTo>
                  <a:pt x="1086" y="316"/>
                </a:lnTo>
                <a:lnTo>
                  <a:pt x="1086" y="316"/>
                </a:lnTo>
                <a:lnTo>
                  <a:pt x="1087" y="319"/>
                </a:lnTo>
                <a:lnTo>
                  <a:pt x="1088" y="318"/>
                </a:lnTo>
                <a:lnTo>
                  <a:pt x="1088" y="318"/>
                </a:lnTo>
                <a:lnTo>
                  <a:pt x="1089" y="319"/>
                </a:lnTo>
                <a:lnTo>
                  <a:pt x="1089" y="317"/>
                </a:lnTo>
                <a:lnTo>
                  <a:pt x="1090" y="319"/>
                </a:lnTo>
                <a:lnTo>
                  <a:pt x="1090" y="319"/>
                </a:lnTo>
                <a:lnTo>
                  <a:pt x="1090" y="318"/>
                </a:lnTo>
                <a:lnTo>
                  <a:pt x="1091" y="321"/>
                </a:lnTo>
                <a:lnTo>
                  <a:pt x="1092" y="320"/>
                </a:lnTo>
                <a:lnTo>
                  <a:pt x="1092" y="320"/>
                </a:lnTo>
                <a:lnTo>
                  <a:pt x="1093" y="320"/>
                </a:lnTo>
                <a:lnTo>
                  <a:pt x="1094" y="322"/>
                </a:lnTo>
                <a:lnTo>
                  <a:pt x="1094" y="321"/>
                </a:lnTo>
                <a:lnTo>
                  <a:pt x="1094" y="320"/>
                </a:lnTo>
                <a:lnTo>
                  <a:pt x="1094" y="320"/>
                </a:lnTo>
                <a:lnTo>
                  <a:pt x="1095" y="323"/>
                </a:lnTo>
                <a:lnTo>
                  <a:pt x="1096" y="323"/>
                </a:lnTo>
                <a:lnTo>
                  <a:pt x="1096" y="323"/>
                </a:lnTo>
                <a:lnTo>
                  <a:pt x="1096" y="321"/>
                </a:lnTo>
                <a:lnTo>
                  <a:pt x="1098" y="324"/>
                </a:lnTo>
                <a:lnTo>
                  <a:pt x="1098" y="323"/>
                </a:lnTo>
                <a:lnTo>
                  <a:pt x="1098" y="323"/>
                </a:lnTo>
                <a:lnTo>
                  <a:pt x="1098" y="323"/>
                </a:lnTo>
                <a:lnTo>
                  <a:pt x="1099" y="325"/>
                </a:lnTo>
                <a:lnTo>
                  <a:pt x="1100" y="323"/>
                </a:lnTo>
                <a:lnTo>
                  <a:pt x="1100" y="324"/>
                </a:lnTo>
                <a:lnTo>
                  <a:pt x="1100" y="324"/>
                </a:lnTo>
                <a:lnTo>
                  <a:pt x="1102" y="327"/>
                </a:lnTo>
                <a:lnTo>
                  <a:pt x="1102" y="326"/>
                </a:lnTo>
                <a:lnTo>
                  <a:pt x="1102" y="325"/>
                </a:lnTo>
                <a:lnTo>
                  <a:pt x="1104" y="328"/>
                </a:lnTo>
                <a:lnTo>
                  <a:pt x="1104" y="328"/>
                </a:lnTo>
                <a:lnTo>
                  <a:pt x="1104" y="327"/>
                </a:lnTo>
                <a:lnTo>
                  <a:pt x="1104" y="327"/>
                </a:lnTo>
                <a:lnTo>
                  <a:pt x="1106" y="329"/>
                </a:lnTo>
                <a:lnTo>
                  <a:pt x="1106" y="328"/>
                </a:lnTo>
                <a:lnTo>
                  <a:pt x="1106" y="328"/>
                </a:lnTo>
                <a:lnTo>
                  <a:pt x="1107" y="328"/>
                </a:lnTo>
                <a:lnTo>
                  <a:pt x="1108" y="330"/>
                </a:lnTo>
                <a:lnTo>
                  <a:pt x="1108" y="330"/>
                </a:lnTo>
                <a:lnTo>
                  <a:pt x="1108" y="330"/>
                </a:lnTo>
                <a:lnTo>
                  <a:pt x="1109" y="329"/>
                </a:lnTo>
                <a:lnTo>
                  <a:pt x="1110" y="333"/>
                </a:lnTo>
                <a:lnTo>
                  <a:pt x="1110" y="332"/>
                </a:lnTo>
                <a:lnTo>
                  <a:pt x="1110" y="332"/>
                </a:lnTo>
                <a:lnTo>
                  <a:pt x="1111" y="333"/>
                </a:lnTo>
                <a:lnTo>
                  <a:pt x="1111" y="330"/>
                </a:lnTo>
                <a:lnTo>
                  <a:pt x="1112" y="332"/>
                </a:lnTo>
                <a:lnTo>
                  <a:pt x="1112" y="333"/>
                </a:lnTo>
                <a:lnTo>
                  <a:pt x="1112" y="332"/>
                </a:lnTo>
                <a:lnTo>
                  <a:pt x="1113" y="335"/>
                </a:lnTo>
                <a:lnTo>
                  <a:pt x="1114" y="334"/>
                </a:lnTo>
                <a:lnTo>
                  <a:pt x="1114" y="334"/>
                </a:lnTo>
                <a:lnTo>
                  <a:pt x="1114" y="333"/>
                </a:lnTo>
                <a:lnTo>
                  <a:pt x="1116" y="336"/>
                </a:lnTo>
                <a:lnTo>
                  <a:pt x="1116" y="335"/>
                </a:lnTo>
                <a:lnTo>
                  <a:pt x="1116" y="336"/>
                </a:lnTo>
                <a:lnTo>
                  <a:pt x="1118" y="340"/>
                </a:lnTo>
                <a:lnTo>
                  <a:pt x="1118" y="340"/>
                </a:lnTo>
                <a:lnTo>
                  <a:pt x="1118" y="339"/>
                </a:lnTo>
                <a:lnTo>
                  <a:pt x="1118" y="338"/>
                </a:lnTo>
                <a:lnTo>
                  <a:pt x="1120" y="343"/>
                </a:lnTo>
                <a:lnTo>
                  <a:pt x="1120" y="344"/>
                </a:lnTo>
                <a:lnTo>
                  <a:pt x="1120" y="343"/>
                </a:lnTo>
                <a:lnTo>
                  <a:pt x="1122" y="346"/>
                </a:lnTo>
                <a:lnTo>
                  <a:pt x="1122" y="346"/>
                </a:lnTo>
                <a:lnTo>
                  <a:pt x="1122" y="345"/>
                </a:lnTo>
                <a:lnTo>
                  <a:pt x="1122" y="345"/>
                </a:lnTo>
                <a:lnTo>
                  <a:pt x="1124" y="349"/>
                </a:lnTo>
                <a:lnTo>
                  <a:pt x="1124" y="349"/>
                </a:lnTo>
                <a:lnTo>
                  <a:pt x="1124" y="349"/>
                </a:lnTo>
                <a:lnTo>
                  <a:pt x="1124" y="349"/>
                </a:lnTo>
                <a:lnTo>
                  <a:pt x="1126" y="353"/>
                </a:lnTo>
                <a:lnTo>
                  <a:pt x="1126" y="352"/>
                </a:lnTo>
                <a:lnTo>
                  <a:pt x="1126" y="352"/>
                </a:lnTo>
                <a:lnTo>
                  <a:pt x="1128" y="355"/>
                </a:lnTo>
                <a:lnTo>
                  <a:pt x="1128" y="355"/>
                </a:lnTo>
                <a:lnTo>
                  <a:pt x="1128" y="355"/>
                </a:lnTo>
                <a:lnTo>
                  <a:pt x="1128" y="355"/>
                </a:lnTo>
                <a:lnTo>
                  <a:pt x="1130" y="360"/>
                </a:lnTo>
                <a:lnTo>
                  <a:pt x="1130" y="360"/>
                </a:lnTo>
                <a:lnTo>
                  <a:pt x="1130" y="359"/>
                </a:lnTo>
                <a:lnTo>
                  <a:pt x="1132" y="363"/>
                </a:lnTo>
                <a:lnTo>
                  <a:pt x="1132" y="362"/>
                </a:lnTo>
                <a:lnTo>
                  <a:pt x="1132" y="362"/>
                </a:lnTo>
                <a:lnTo>
                  <a:pt x="1134" y="367"/>
                </a:lnTo>
                <a:lnTo>
                  <a:pt x="1134" y="367"/>
                </a:lnTo>
                <a:lnTo>
                  <a:pt x="1134" y="367"/>
                </a:lnTo>
                <a:lnTo>
                  <a:pt x="1134" y="366"/>
                </a:lnTo>
                <a:lnTo>
                  <a:pt x="1136" y="370"/>
                </a:lnTo>
                <a:lnTo>
                  <a:pt x="1136" y="370"/>
                </a:lnTo>
                <a:lnTo>
                  <a:pt x="1136" y="370"/>
                </a:lnTo>
                <a:lnTo>
                  <a:pt x="1136" y="370"/>
                </a:lnTo>
                <a:lnTo>
                  <a:pt x="1138" y="373"/>
                </a:lnTo>
                <a:lnTo>
                  <a:pt x="1138" y="373"/>
                </a:lnTo>
                <a:lnTo>
                  <a:pt x="1138" y="373"/>
                </a:lnTo>
                <a:lnTo>
                  <a:pt x="1138" y="373"/>
                </a:lnTo>
                <a:lnTo>
                  <a:pt x="1140" y="377"/>
                </a:lnTo>
                <a:lnTo>
                  <a:pt x="1140" y="377"/>
                </a:lnTo>
                <a:lnTo>
                  <a:pt x="1140" y="377"/>
                </a:lnTo>
                <a:lnTo>
                  <a:pt x="1142" y="382"/>
                </a:lnTo>
                <a:lnTo>
                  <a:pt x="1142" y="382"/>
                </a:lnTo>
                <a:lnTo>
                  <a:pt x="1142" y="382"/>
                </a:lnTo>
                <a:lnTo>
                  <a:pt x="1142" y="382"/>
                </a:lnTo>
                <a:lnTo>
                  <a:pt x="1144" y="385"/>
                </a:lnTo>
                <a:lnTo>
                  <a:pt x="1144" y="385"/>
                </a:lnTo>
                <a:lnTo>
                  <a:pt x="1144" y="385"/>
                </a:lnTo>
                <a:lnTo>
                  <a:pt x="1144" y="385"/>
                </a:lnTo>
                <a:lnTo>
                  <a:pt x="1146" y="389"/>
                </a:lnTo>
                <a:lnTo>
                  <a:pt x="1146" y="389"/>
                </a:lnTo>
                <a:lnTo>
                  <a:pt x="1146" y="389"/>
                </a:lnTo>
                <a:lnTo>
                  <a:pt x="1148" y="393"/>
                </a:lnTo>
                <a:lnTo>
                  <a:pt x="1148" y="391"/>
                </a:lnTo>
                <a:lnTo>
                  <a:pt x="1148" y="391"/>
                </a:lnTo>
                <a:lnTo>
                  <a:pt x="1150" y="398"/>
                </a:lnTo>
                <a:lnTo>
                  <a:pt x="1150" y="398"/>
                </a:lnTo>
                <a:lnTo>
                  <a:pt x="1150" y="397"/>
                </a:lnTo>
                <a:lnTo>
                  <a:pt x="1150" y="397"/>
                </a:lnTo>
                <a:lnTo>
                  <a:pt x="1152" y="402"/>
                </a:lnTo>
                <a:lnTo>
                  <a:pt x="1152" y="402"/>
                </a:lnTo>
                <a:lnTo>
                  <a:pt x="1152" y="400"/>
                </a:lnTo>
                <a:lnTo>
                  <a:pt x="1154" y="406"/>
                </a:lnTo>
                <a:lnTo>
                  <a:pt x="1154" y="406"/>
                </a:lnTo>
                <a:lnTo>
                  <a:pt x="1154" y="405"/>
                </a:lnTo>
                <a:lnTo>
                  <a:pt x="1156" y="411"/>
                </a:lnTo>
                <a:lnTo>
                  <a:pt x="1156" y="411"/>
                </a:lnTo>
                <a:lnTo>
                  <a:pt x="1156" y="411"/>
                </a:lnTo>
                <a:lnTo>
                  <a:pt x="1156" y="410"/>
                </a:lnTo>
                <a:lnTo>
                  <a:pt x="1158" y="415"/>
                </a:lnTo>
                <a:lnTo>
                  <a:pt x="1158" y="415"/>
                </a:lnTo>
                <a:lnTo>
                  <a:pt x="1158" y="416"/>
                </a:lnTo>
                <a:lnTo>
                  <a:pt x="1158" y="415"/>
                </a:lnTo>
                <a:lnTo>
                  <a:pt x="1160" y="421"/>
                </a:lnTo>
                <a:lnTo>
                  <a:pt x="1160" y="420"/>
                </a:lnTo>
                <a:lnTo>
                  <a:pt x="1160" y="421"/>
                </a:lnTo>
                <a:lnTo>
                  <a:pt x="1160" y="420"/>
                </a:lnTo>
                <a:lnTo>
                  <a:pt x="1162" y="424"/>
                </a:lnTo>
                <a:lnTo>
                  <a:pt x="1162" y="424"/>
                </a:lnTo>
                <a:lnTo>
                  <a:pt x="1162" y="424"/>
                </a:lnTo>
                <a:lnTo>
                  <a:pt x="1162" y="424"/>
                </a:lnTo>
                <a:lnTo>
                  <a:pt x="1164" y="429"/>
                </a:lnTo>
                <a:lnTo>
                  <a:pt x="1164" y="428"/>
                </a:lnTo>
                <a:lnTo>
                  <a:pt x="1164" y="428"/>
                </a:lnTo>
                <a:lnTo>
                  <a:pt x="1166" y="432"/>
                </a:lnTo>
                <a:lnTo>
                  <a:pt x="1166" y="433"/>
                </a:lnTo>
                <a:lnTo>
                  <a:pt x="1166" y="433"/>
                </a:lnTo>
                <a:lnTo>
                  <a:pt x="1168" y="438"/>
                </a:lnTo>
                <a:lnTo>
                  <a:pt x="1168" y="437"/>
                </a:lnTo>
                <a:lnTo>
                  <a:pt x="1168" y="438"/>
                </a:lnTo>
                <a:lnTo>
                  <a:pt x="1168" y="437"/>
                </a:lnTo>
                <a:lnTo>
                  <a:pt x="1170" y="441"/>
                </a:lnTo>
                <a:lnTo>
                  <a:pt x="1170" y="441"/>
                </a:lnTo>
                <a:lnTo>
                  <a:pt x="1170" y="441"/>
                </a:lnTo>
                <a:lnTo>
                  <a:pt x="1172" y="445"/>
                </a:lnTo>
                <a:lnTo>
                  <a:pt x="1172" y="445"/>
                </a:lnTo>
                <a:lnTo>
                  <a:pt x="1172" y="445"/>
                </a:lnTo>
                <a:lnTo>
                  <a:pt x="1172" y="445"/>
                </a:lnTo>
                <a:lnTo>
                  <a:pt x="1174" y="449"/>
                </a:lnTo>
                <a:lnTo>
                  <a:pt x="1174" y="449"/>
                </a:lnTo>
                <a:lnTo>
                  <a:pt x="1174" y="449"/>
                </a:lnTo>
                <a:lnTo>
                  <a:pt x="1176" y="454"/>
                </a:lnTo>
                <a:lnTo>
                  <a:pt x="1176" y="453"/>
                </a:lnTo>
                <a:lnTo>
                  <a:pt x="1176" y="453"/>
                </a:lnTo>
                <a:lnTo>
                  <a:pt x="1176" y="453"/>
                </a:lnTo>
                <a:lnTo>
                  <a:pt x="1178" y="457"/>
                </a:lnTo>
                <a:lnTo>
                  <a:pt x="1178" y="456"/>
                </a:lnTo>
                <a:lnTo>
                  <a:pt x="1178" y="457"/>
                </a:lnTo>
                <a:lnTo>
                  <a:pt x="1180" y="461"/>
                </a:lnTo>
                <a:lnTo>
                  <a:pt x="1180" y="461"/>
                </a:lnTo>
                <a:lnTo>
                  <a:pt x="1180" y="461"/>
                </a:lnTo>
                <a:lnTo>
                  <a:pt x="1182" y="465"/>
                </a:lnTo>
                <a:lnTo>
                  <a:pt x="1182" y="464"/>
                </a:lnTo>
                <a:lnTo>
                  <a:pt x="1182" y="465"/>
                </a:lnTo>
                <a:lnTo>
                  <a:pt x="1182" y="464"/>
                </a:lnTo>
                <a:lnTo>
                  <a:pt x="1184" y="469"/>
                </a:lnTo>
                <a:lnTo>
                  <a:pt x="1184" y="469"/>
                </a:lnTo>
                <a:lnTo>
                  <a:pt x="1184" y="468"/>
                </a:lnTo>
                <a:lnTo>
                  <a:pt x="1186" y="472"/>
                </a:lnTo>
                <a:lnTo>
                  <a:pt x="1186" y="472"/>
                </a:lnTo>
                <a:lnTo>
                  <a:pt x="1186" y="471"/>
                </a:lnTo>
                <a:lnTo>
                  <a:pt x="1187" y="471"/>
                </a:lnTo>
                <a:lnTo>
                  <a:pt x="1188" y="476"/>
                </a:lnTo>
                <a:lnTo>
                  <a:pt x="1188" y="476"/>
                </a:lnTo>
                <a:lnTo>
                  <a:pt x="1188" y="476"/>
                </a:lnTo>
                <a:lnTo>
                  <a:pt x="1190" y="479"/>
                </a:lnTo>
                <a:lnTo>
                  <a:pt x="1190" y="479"/>
                </a:lnTo>
                <a:lnTo>
                  <a:pt x="1190" y="479"/>
                </a:lnTo>
                <a:lnTo>
                  <a:pt x="1190" y="479"/>
                </a:lnTo>
                <a:lnTo>
                  <a:pt x="1192" y="482"/>
                </a:lnTo>
                <a:lnTo>
                  <a:pt x="1192" y="482"/>
                </a:lnTo>
                <a:lnTo>
                  <a:pt x="1193" y="481"/>
                </a:lnTo>
                <a:lnTo>
                  <a:pt x="1194" y="485"/>
                </a:lnTo>
                <a:lnTo>
                  <a:pt x="1194" y="485"/>
                </a:lnTo>
                <a:lnTo>
                  <a:pt x="1194" y="485"/>
                </a:lnTo>
                <a:lnTo>
                  <a:pt x="1194" y="484"/>
                </a:lnTo>
                <a:lnTo>
                  <a:pt x="1196" y="487"/>
                </a:lnTo>
                <a:lnTo>
                  <a:pt x="1196" y="487"/>
                </a:lnTo>
                <a:lnTo>
                  <a:pt x="1196" y="487"/>
                </a:lnTo>
                <a:lnTo>
                  <a:pt x="1196" y="486"/>
                </a:lnTo>
                <a:lnTo>
                  <a:pt x="1198" y="490"/>
                </a:lnTo>
                <a:lnTo>
                  <a:pt x="1198" y="489"/>
                </a:lnTo>
                <a:lnTo>
                  <a:pt x="1199" y="489"/>
                </a:lnTo>
                <a:lnTo>
                  <a:pt x="1200" y="492"/>
                </a:lnTo>
                <a:lnTo>
                  <a:pt x="1200" y="492"/>
                </a:lnTo>
                <a:lnTo>
                  <a:pt x="1200" y="491"/>
                </a:lnTo>
                <a:lnTo>
                  <a:pt x="1202" y="494"/>
                </a:lnTo>
                <a:lnTo>
                  <a:pt x="1202" y="493"/>
                </a:lnTo>
                <a:lnTo>
                  <a:pt x="1202" y="492"/>
                </a:lnTo>
                <a:lnTo>
                  <a:pt x="1204" y="497"/>
                </a:lnTo>
                <a:lnTo>
                  <a:pt x="1204" y="497"/>
                </a:lnTo>
                <a:lnTo>
                  <a:pt x="1205" y="496"/>
                </a:lnTo>
                <a:lnTo>
                  <a:pt x="1206" y="498"/>
                </a:lnTo>
                <a:lnTo>
                  <a:pt x="1206" y="498"/>
                </a:lnTo>
                <a:lnTo>
                  <a:pt x="1206" y="498"/>
                </a:lnTo>
                <a:lnTo>
                  <a:pt x="1208" y="500"/>
                </a:lnTo>
                <a:lnTo>
                  <a:pt x="1208" y="500"/>
                </a:lnTo>
                <a:lnTo>
                  <a:pt x="1208" y="498"/>
                </a:lnTo>
                <a:lnTo>
                  <a:pt x="1210" y="502"/>
                </a:lnTo>
                <a:lnTo>
                  <a:pt x="1210" y="501"/>
                </a:lnTo>
                <a:lnTo>
                  <a:pt x="1210" y="501"/>
                </a:lnTo>
                <a:lnTo>
                  <a:pt x="1212" y="504"/>
                </a:lnTo>
                <a:lnTo>
                  <a:pt x="1212" y="504"/>
                </a:lnTo>
                <a:lnTo>
                  <a:pt x="1212" y="504"/>
                </a:lnTo>
                <a:lnTo>
                  <a:pt x="1213" y="503"/>
                </a:lnTo>
                <a:lnTo>
                  <a:pt x="1214" y="505"/>
                </a:lnTo>
                <a:lnTo>
                  <a:pt x="1214" y="505"/>
                </a:lnTo>
                <a:lnTo>
                  <a:pt x="1214" y="505"/>
                </a:lnTo>
                <a:lnTo>
                  <a:pt x="1215" y="505"/>
                </a:lnTo>
                <a:lnTo>
                  <a:pt x="1216" y="507"/>
                </a:lnTo>
                <a:lnTo>
                  <a:pt x="1216" y="506"/>
                </a:lnTo>
                <a:lnTo>
                  <a:pt x="1216" y="506"/>
                </a:lnTo>
                <a:lnTo>
                  <a:pt x="1216" y="506"/>
                </a:lnTo>
                <a:lnTo>
                  <a:pt x="1218" y="509"/>
                </a:lnTo>
                <a:lnTo>
                  <a:pt x="1218" y="508"/>
                </a:lnTo>
                <a:lnTo>
                  <a:pt x="1218" y="508"/>
                </a:lnTo>
                <a:lnTo>
                  <a:pt x="1218" y="507"/>
                </a:lnTo>
                <a:lnTo>
                  <a:pt x="1220" y="510"/>
                </a:lnTo>
                <a:lnTo>
                  <a:pt x="1220" y="510"/>
                </a:lnTo>
                <a:lnTo>
                  <a:pt x="1220" y="510"/>
                </a:lnTo>
                <a:lnTo>
                  <a:pt x="1221" y="509"/>
                </a:lnTo>
                <a:lnTo>
                  <a:pt x="1222" y="511"/>
                </a:lnTo>
                <a:lnTo>
                  <a:pt x="1222" y="511"/>
                </a:lnTo>
                <a:lnTo>
                  <a:pt x="1222" y="511"/>
                </a:lnTo>
                <a:lnTo>
                  <a:pt x="1222" y="510"/>
                </a:lnTo>
                <a:lnTo>
                  <a:pt x="1224" y="513"/>
                </a:lnTo>
                <a:lnTo>
                  <a:pt x="1224" y="512"/>
                </a:lnTo>
                <a:lnTo>
                  <a:pt x="1224" y="512"/>
                </a:lnTo>
                <a:lnTo>
                  <a:pt x="1224" y="511"/>
                </a:lnTo>
                <a:lnTo>
                  <a:pt x="1226" y="513"/>
                </a:lnTo>
                <a:lnTo>
                  <a:pt x="1226" y="513"/>
                </a:lnTo>
                <a:lnTo>
                  <a:pt x="1226" y="512"/>
                </a:lnTo>
                <a:lnTo>
                  <a:pt x="1228" y="515"/>
                </a:lnTo>
                <a:lnTo>
                  <a:pt x="1228" y="514"/>
                </a:lnTo>
                <a:lnTo>
                  <a:pt x="1228" y="514"/>
                </a:lnTo>
                <a:lnTo>
                  <a:pt x="1229" y="514"/>
                </a:lnTo>
                <a:lnTo>
                  <a:pt x="1230" y="515"/>
                </a:lnTo>
                <a:lnTo>
                  <a:pt x="1230" y="515"/>
                </a:lnTo>
                <a:lnTo>
                  <a:pt x="1230" y="515"/>
                </a:lnTo>
                <a:lnTo>
                  <a:pt x="1230" y="514"/>
                </a:lnTo>
                <a:lnTo>
                  <a:pt x="1232" y="516"/>
                </a:lnTo>
                <a:lnTo>
                  <a:pt x="1232" y="515"/>
                </a:lnTo>
                <a:lnTo>
                  <a:pt x="1232" y="516"/>
                </a:lnTo>
                <a:lnTo>
                  <a:pt x="1232" y="515"/>
                </a:lnTo>
                <a:lnTo>
                  <a:pt x="1234" y="518"/>
                </a:lnTo>
                <a:lnTo>
                  <a:pt x="1234" y="517"/>
                </a:lnTo>
                <a:lnTo>
                  <a:pt x="1234" y="518"/>
                </a:lnTo>
                <a:lnTo>
                  <a:pt x="1234" y="517"/>
                </a:lnTo>
                <a:lnTo>
                  <a:pt x="1236" y="520"/>
                </a:lnTo>
                <a:lnTo>
                  <a:pt x="1236" y="519"/>
                </a:lnTo>
                <a:lnTo>
                  <a:pt x="1236" y="519"/>
                </a:lnTo>
                <a:lnTo>
                  <a:pt x="1237" y="518"/>
                </a:lnTo>
                <a:lnTo>
                  <a:pt x="1238" y="521"/>
                </a:lnTo>
                <a:lnTo>
                  <a:pt x="1238" y="521"/>
                </a:lnTo>
                <a:lnTo>
                  <a:pt x="1239" y="520"/>
                </a:lnTo>
                <a:lnTo>
                  <a:pt x="1240" y="522"/>
                </a:lnTo>
                <a:lnTo>
                  <a:pt x="1240" y="522"/>
                </a:lnTo>
                <a:lnTo>
                  <a:pt x="1240" y="521"/>
                </a:lnTo>
                <a:lnTo>
                  <a:pt x="1241" y="521"/>
                </a:lnTo>
                <a:lnTo>
                  <a:pt x="1242" y="523"/>
                </a:lnTo>
                <a:lnTo>
                  <a:pt x="1242" y="524"/>
                </a:lnTo>
                <a:lnTo>
                  <a:pt x="1243" y="522"/>
                </a:lnTo>
                <a:lnTo>
                  <a:pt x="1244" y="526"/>
                </a:lnTo>
                <a:lnTo>
                  <a:pt x="1244" y="525"/>
                </a:lnTo>
                <a:lnTo>
                  <a:pt x="1244" y="524"/>
                </a:lnTo>
                <a:lnTo>
                  <a:pt x="1246" y="527"/>
                </a:lnTo>
                <a:lnTo>
                  <a:pt x="1246" y="528"/>
                </a:lnTo>
                <a:lnTo>
                  <a:pt x="1246" y="526"/>
                </a:lnTo>
                <a:lnTo>
                  <a:pt x="1248" y="528"/>
                </a:lnTo>
                <a:lnTo>
                  <a:pt x="1248" y="527"/>
                </a:lnTo>
                <a:lnTo>
                  <a:pt x="1248" y="527"/>
                </a:lnTo>
                <a:lnTo>
                  <a:pt x="1250" y="530"/>
                </a:lnTo>
                <a:lnTo>
                  <a:pt x="1250" y="530"/>
                </a:lnTo>
                <a:lnTo>
                  <a:pt x="1250" y="529"/>
                </a:lnTo>
                <a:lnTo>
                  <a:pt x="1251" y="527"/>
                </a:lnTo>
                <a:lnTo>
                  <a:pt x="1252" y="531"/>
                </a:lnTo>
                <a:lnTo>
                  <a:pt x="1252" y="530"/>
                </a:lnTo>
                <a:lnTo>
                  <a:pt x="1252" y="530"/>
                </a:lnTo>
                <a:lnTo>
                  <a:pt x="1252" y="530"/>
                </a:lnTo>
                <a:lnTo>
                  <a:pt x="1254" y="532"/>
                </a:lnTo>
                <a:lnTo>
                  <a:pt x="1254" y="532"/>
                </a:lnTo>
                <a:lnTo>
                  <a:pt x="1255" y="531"/>
                </a:lnTo>
                <a:lnTo>
                  <a:pt x="1256" y="533"/>
                </a:lnTo>
                <a:lnTo>
                  <a:pt x="1256" y="533"/>
                </a:lnTo>
                <a:lnTo>
                  <a:pt x="1256" y="533"/>
                </a:lnTo>
                <a:lnTo>
                  <a:pt x="1258" y="535"/>
                </a:lnTo>
                <a:lnTo>
                  <a:pt x="1258" y="533"/>
                </a:lnTo>
                <a:lnTo>
                  <a:pt x="1258" y="534"/>
                </a:lnTo>
                <a:lnTo>
                  <a:pt x="1259" y="533"/>
                </a:lnTo>
                <a:lnTo>
                  <a:pt x="1260" y="536"/>
                </a:lnTo>
                <a:lnTo>
                  <a:pt x="1260" y="536"/>
                </a:lnTo>
                <a:lnTo>
                  <a:pt x="1260" y="535"/>
                </a:lnTo>
                <a:lnTo>
                  <a:pt x="1260" y="535"/>
                </a:lnTo>
                <a:lnTo>
                  <a:pt x="1262" y="537"/>
                </a:lnTo>
                <a:lnTo>
                  <a:pt x="1262" y="536"/>
                </a:lnTo>
                <a:lnTo>
                  <a:pt x="1262" y="537"/>
                </a:lnTo>
                <a:lnTo>
                  <a:pt x="1262" y="535"/>
                </a:lnTo>
                <a:lnTo>
                  <a:pt x="1264" y="538"/>
                </a:lnTo>
                <a:lnTo>
                  <a:pt x="1264" y="537"/>
                </a:lnTo>
                <a:lnTo>
                  <a:pt x="1264" y="537"/>
                </a:lnTo>
                <a:lnTo>
                  <a:pt x="1264" y="537"/>
                </a:lnTo>
                <a:lnTo>
                  <a:pt x="1265" y="539"/>
                </a:lnTo>
                <a:lnTo>
                  <a:pt x="1266" y="538"/>
                </a:lnTo>
                <a:lnTo>
                  <a:pt x="1266" y="539"/>
                </a:lnTo>
                <a:lnTo>
                  <a:pt x="1266" y="538"/>
                </a:lnTo>
                <a:lnTo>
                  <a:pt x="1268" y="541"/>
                </a:lnTo>
                <a:lnTo>
                  <a:pt x="1268" y="540"/>
                </a:lnTo>
                <a:lnTo>
                  <a:pt x="1268" y="539"/>
                </a:lnTo>
                <a:lnTo>
                  <a:pt x="1268" y="539"/>
                </a:lnTo>
                <a:lnTo>
                  <a:pt x="1270" y="542"/>
                </a:lnTo>
                <a:lnTo>
                  <a:pt x="1270" y="541"/>
                </a:lnTo>
                <a:lnTo>
                  <a:pt x="1270" y="542"/>
                </a:lnTo>
                <a:lnTo>
                  <a:pt x="1271" y="541"/>
                </a:lnTo>
                <a:lnTo>
                  <a:pt x="1272" y="543"/>
                </a:lnTo>
                <a:lnTo>
                  <a:pt x="1272" y="543"/>
                </a:lnTo>
                <a:lnTo>
                  <a:pt x="1272" y="542"/>
                </a:lnTo>
                <a:lnTo>
                  <a:pt x="1273" y="541"/>
                </a:lnTo>
                <a:lnTo>
                  <a:pt x="1273" y="544"/>
                </a:lnTo>
                <a:lnTo>
                  <a:pt x="1274" y="542"/>
                </a:lnTo>
                <a:lnTo>
                  <a:pt x="1274" y="543"/>
                </a:lnTo>
                <a:lnTo>
                  <a:pt x="1274" y="542"/>
                </a:lnTo>
                <a:lnTo>
                  <a:pt x="1276" y="545"/>
                </a:lnTo>
                <a:lnTo>
                  <a:pt x="1276" y="545"/>
                </a:lnTo>
                <a:lnTo>
                  <a:pt x="1276" y="544"/>
                </a:lnTo>
                <a:lnTo>
                  <a:pt x="1276" y="543"/>
                </a:lnTo>
                <a:lnTo>
                  <a:pt x="1278" y="547"/>
                </a:lnTo>
                <a:lnTo>
                  <a:pt x="1278" y="547"/>
                </a:lnTo>
                <a:lnTo>
                  <a:pt x="1278" y="547"/>
                </a:lnTo>
                <a:lnTo>
                  <a:pt x="1280" y="546"/>
                </a:lnTo>
                <a:lnTo>
                  <a:pt x="1280" y="548"/>
                </a:lnTo>
                <a:lnTo>
                  <a:pt x="1280" y="547"/>
                </a:lnTo>
                <a:lnTo>
                  <a:pt x="1280" y="547"/>
                </a:lnTo>
                <a:lnTo>
                  <a:pt x="1280" y="547"/>
                </a:lnTo>
                <a:lnTo>
                  <a:pt x="1281" y="548"/>
                </a:lnTo>
                <a:lnTo>
                  <a:pt x="1282" y="548"/>
                </a:lnTo>
                <a:lnTo>
                  <a:pt x="1282" y="548"/>
                </a:lnTo>
                <a:lnTo>
                  <a:pt x="1284" y="547"/>
                </a:lnTo>
                <a:lnTo>
                  <a:pt x="1284" y="549"/>
                </a:lnTo>
                <a:lnTo>
                  <a:pt x="1284" y="548"/>
                </a:lnTo>
                <a:lnTo>
                  <a:pt x="1285" y="547"/>
                </a:lnTo>
                <a:lnTo>
                  <a:pt x="1286" y="549"/>
                </a:lnTo>
                <a:lnTo>
                  <a:pt x="1286" y="549"/>
                </a:lnTo>
                <a:lnTo>
                  <a:pt x="1287" y="549"/>
                </a:lnTo>
                <a:lnTo>
                  <a:pt x="1287" y="550"/>
                </a:lnTo>
                <a:lnTo>
                  <a:pt x="1288" y="548"/>
                </a:lnTo>
                <a:lnTo>
                  <a:pt x="1288" y="550"/>
                </a:lnTo>
                <a:lnTo>
                  <a:pt x="1288" y="550"/>
                </a:lnTo>
                <a:lnTo>
                  <a:pt x="1288" y="549"/>
                </a:lnTo>
                <a:lnTo>
                  <a:pt x="1289" y="551"/>
                </a:lnTo>
                <a:lnTo>
                  <a:pt x="1290" y="550"/>
                </a:lnTo>
                <a:lnTo>
                  <a:pt x="1290" y="550"/>
                </a:lnTo>
                <a:lnTo>
                  <a:pt x="1291" y="551"/>
                </a:lnTo>
                <a:lnTo>
                  <a:pt x="1292" y="549"/>
                </a:lnTo>
                <a:lnTo>
                  <a:pt x="1292" y="551"/>
                </a:lnTo>
                <a:lnTo>
                  <a:pt x="1293" y="551"/>
                </a:lnTo>
                <a:lnTo>
                  <a:pt x="1293" y="549"/>
                </a:lnTo>
                <a:lnTo>
                  <a:pt x="1294" y="551"/>
                </a:lnTo>
                <a:lnTo>
                  <a:pt x="1294" y="550"/>
                </a:lnTo>
                <a:lnTo>
                  <a:pt x="1294" y="550"/>
                </a:lnTo>
                <a:lnTo>
                  <a:pt x="1294" y="549"/>
                </a:lnTo>
                <a:lnTo>
                  <a:pt x="1296" y="551"/>
                </a:lnTo>
                <a:lnTo>
                  <a:pt x="1296" y="551"/>
                </a:lnTo>
                <a:lnTo>
                  <a:pt x="1297" y="549"/>
                </a:lnTo>
                <a:lnTo>
                  <a:pt x="1298" y="551"/>
                </a:lnTo>
                <a:lnTo>
                  <a:pt x="1298" y="551"/>
                </a:lnTo>
                <a:lnTo>
                  <a:pt x="1299" y="552"/>
                </a:lnTo>
                <a:lnTo>
                  <a:pt x="1300" y="549"/>
                </a:lnTo>
                <a:lnTo>
                  <a:pt x="1300" y="551"/>
                </a:lnTo>
                <a:lnTo>
                  <a:pt x="1300" y="551"/>
                </a:lnTo>
                <a:lnTo>
                  <a:pt x="1302" y="549"/>
                </a:lnTo>
                <a:lnTo>
                  <a:pt x="1302" y="549"/>
                </a:lnTo>
                <a:lnTo>
                  <a:pt x="1303" y="551"/>
                </a:lnTo>
                <a:lnTo>
                  <a:pt x="1304" y="548"/>
                </a:lnTo>
                <a:lnTo>
                  <a:pt x="1304" y="550"/>
                </a:lnTo>
                <a:lnTo>
                  <a:pt x="1304" y="550"/>
                </a:lnTo>
                <a:lnTo>
                  <a:pt x="1305" y="551"/>
                </a:lnTo>
                <a:lnTo>
                  <a:pt x="1306" y="549"/>
                </a:lnTo>
                <a:lnTo>
                  <a:pt x="1306" y="550"/>
                </a:lnTo>
                <a:lnTo>
                  <a:pt x="1306" y="550"/>
                </a:lnTo>
                <a:lnTo>
                  <a:pt x="1308" y="550"/>
                </a:lnTo>
                <a:lnTo>
                  <a:pt x="1308" y="548"/>
                </a:lnTo>
                <a:lnTo>
                  <a:pt x="1308" y="549"/>
                </a:lnTo>
                <a:lnTo>
                  <a:pt x="1308" y="549"/>
                </a:lnTo>
                <a:lnTo>
                  <a:pt x="1309" y="550"/>
                </a:lnTo>
                <a:lnTo>
                  <a:pt x="1310" y="548"/>
                </a:lnTo>
                <a:lnTo>
                  <a:pt x="1310" y="548"/>
                </a:lnTo>
                <a:lnTo>
                  <a:pt x="1311" y="548"/>
                </a:lnTo>
                <a:lnTo>
                  <a:pt x="1311" y="548"/>
                </a:lnTo>
                <a:lnTo>
                  <a:pt x="1311" y="549"/>
                </a:lnTo>
                <a:lnTo>
                  <a:pt x="1312" y="548"/>
                </a:lnTo>
                <a:lnTo>
                  <a:pt x="1312" y="548"/>
                </a:lnTo>
                <a:lnTo>
                  <a:pt x="1313" y="549"/>
                </a:lnTo>
                <a:lnTo>
                  <a:pt x="1314" y="547"/>
                </a:lnTo>
                <a:lnTo>
                  <a:pt x="1314" y="548"/>
                </a:lnTo>
                <a:lnTo>
                  <a:pt x="1314" y="548"/>
                </a:lnTo>
                <a:lnTo>
                  <a:pt x="1315" y="547"/>
                </a:lnTo>
                <a:lnTo>
                  <a:pt x="1315" y="548"/>
                </a:lnTo>
                <a:lnTo>
                  <a:pt x="1316" y="548"/>
                </a:lnTo>
                <a:lnTo>
                  <a:pt x="1317" y="548"/>
                </a:lnTo>
                <a:lnTo>
                  <a:pt x="1317" y="548"/>
                </a:lnTo>
                <a:lnTo>
                  <a:pt x="1318" y="546"/>
                </a:lnTo>
                <a:lnTo>
                  <a:pt x="1318" y="547"/>
                </a:lnTo>
                <a:lnTo>
                  <a:pt x="1318" y="547"/>
                </a:lnTo>
                <a:lnTo>
                  <a:pt x="1319" y="547"/>
                </a:lnTo>
                <a:lnTo>
                  <a:pt x="1320" y="544"/>
                </a:lnTo>
                <a:lnTo>
                  <a:pt x="1320" y="544"/>
                </a:lnTo>
                <a:lnTo>
                  <a:pt x="1320" y="544"/>
                </a:lnTo>
                <a:lnTo>
                  <a:pt x="1320" y="544"/>
                </a:lnTo>
                <a:lnTo>
                  <a:pt x="1322" y="542"/>
                </a:lnTo>
                <a:lnTo>
                  <a:pt x="1322" y="543"/>
                </a:lnTo>
                <a:lnTo>
                  <a:pt x="1322" y="543"/>
                </a:lnTo>
                <a:lnTo>
                  <a:pt x="1323" y="543"/>
                </a:lnTo>
                <a:lnTo>
                  <a:pt x="1324" y="541"/>
                </a:lnTo>
                <a:lnTo>
                  <a:pt x="1324" y="542"/>
                </a:lnTo>
                <a:lnTo>
                  <a:pt x="1324" y="542"/>
                </a:lnTo>
                <a:lnTo>
                  <a:pt x="1325" y="542"/>
                </a:lnTo>
                <a:lnTo>
                  <a:pt x="1326" y="541"/>
                </a:lnTo>
                <a:lnTo>
                  <a:pt x="1326" y="541"/>
                </a:lnTo>
                <a:lnTo>
                  <a:pt x="1326" y="541"/>
                </a:lnTo>
                <a:lnTo>
                  <a:pt x="1327" y="541"/>
                </a:lnTo>
                <a:lnTo>
                  <a:pt x="1328" y="539"/>
                </a:lnTo>
                <a:lnTo>
                  <a:pt x="1328" y="540"/>
                </a:lnTo>
                <a:lnTo>
                  <a:pt x="1329" y="540"/>
                </a:lnTo>
                <a:lnTo>
                  <a:pt x="1329" y="541"/>
                </a:lnTo>
                <a:lnTo>
                  <a:pt x="1330" y="538"/>
                </a:lnTo>
                <a:lnTo>
                  <a:pt x="1330" y="538"/>
                </a:lnTo>
                <a:lnTo>
                  <a:pt x="1330" y="538"/>
                </a:lnTo>
                <a:lnTo>
                  <a:pt x="1331" y="538"/>
                </a:lnTo>
                <a:lnTo>
                  <a:pt x="1332" y="536"/>
                </a:lnTo>
                <a:lnTo>
                  <a:pt x="1332" y="537"/>
                </a:lnTo>
                <a:lnTo>
                  <a:pt x="1332" y="537"/>
                </a:lnTo>
                <a:lnTo>
                  <a:pt x="1333" y="535"/>
                </a:lnTo>
                <a:lnTo>
                  <a:pt x="1334" y="536"/>
                </a:lnTo>
                <a:lnTo>
                  <a:pt x="1335" y="536"/>
                </a:lnTo>
                <a:lnTo>
                  <a:pt x="1336" y="532"/>
                </a:lnTo>
                <a:lnTo>
                  <a:pt x="1336" y="533"/>
                </a:lnTo>
                <a:lnTo>
                  <a:pt x="1336" y="534"/>
                </a:lnTo>
                <a:lnTo>
                  <a:pt x="1338" y="532"/>
                </a:lnTo>
                <a:lnTo>
                  <a:pt x="1338" y="532"/>
                </a:lnTo>
                <a:lnTo>
                  <a:pt x="1338" y="531"/>
                </a:lnTo>
                <a:lnTo>
                  <a:pt x="1339" y="532"/>
                </a:lnTo>
                <a:lnTo>
                  <a:pt x="1340" y="529"/>
                </a:lnTo>
                <a:lnTo>
                  <a:pt x="1340" y="529"/>
                </a:lnTo>
                <a:lnTo>
                  <a:pt x="1341" y="530"/>
                </a:lnTo>
                <a:lnTo>
                  <a:pt x="1342" y="527"/>
                </a:lnTo>
                <a:lnTo>
                  <a:pt x="1342" y="529"/>
                </a:lnTo>
                <a:lnTo>
                  <a:pt x="1342" y="529"/>
                </a:lnTo>
                <a:lnTo>
                  <a:pt x="1342" y="529"/>
                </a:lnTo>
                <a:lnTo>
                  <a:pt x="1344" y="526"/>
                </a:lnTo>
                <a:lnTo>
                  <a:pt x="1344" y="526"/>
                </a:lnTo>
                <a:lnTo>
                  <a:pt x="1345" y="527"/>
                </a:lnTo>
                <a:lnTo>
                  <a:pt x="1346" y="526"/>
                </a:lnTo>
                <a:lnTo>
                  <a:pt x="1346" y="526"/>
                </a:lnTo>
                <a:lnTo>
                  <a:pt x="1347" y="526"/>
                </a:lnTo>
                <a:lnTo>
                  <a:pt x="1348" y="523"/>
                </a:lnTo>
                <a:lnTo>
                  <a:pt x="1348" y="523"/>
                </a:lnTo>
                <a:lnTo>
                  <a:pt x="1348" y="524"/>
                </a:lnTo>
                <a:lnTo>
                  <a:pt x="1350" y="521"/>
                </a:lnTo>
                <a:lnTo>
                  <a:pt x="1350" y="523"/>
                </a:lnTo>
                <a:lnTo>
                  <a:pt x="1350" y="523"/>
                </a:lnTo>
                <a:lnTo>
                  <a:pt x="1350" y="524"/>
                </a:lnTo>
                <a:lnTo>
                  <a:pt x="1352" y="520"/>
                </a:lnTo>
                <a:lnTo>
                  <a:pt x="1353" y="520"/>
                </a:lnTo>
                <a:lnTo>
                  <a:pt x="1353" y="521"/>
                </a:lnTo>
                <a:lnTo>
                  <a:pt x="1354" y="519"/>
                </a:lnTo>
                <a:lnTo>
                  <a:pt x="1355" y="519"/>
                </a:lnTo>
                <a:lnTo>
                  <a:pt x="1355" y="519"/>
                </a:lnTo>
                <a:lnTo>
                  <a:pt x="1355" y="520"/>
                </a:lnTo>
                <a:lnTo>
                  <a:pt x="1356" y="517"/>
                </a:lnTo>
                <a:lnTo>
                  <a:pt x="1356" y="518"/>
                </a:lnTo>
                <a:lnTo>
                  <a:pt x="1356" y="518"/>
                </a:lnTo>
                <a:lnTo>
                  <a:pt x="1358" y="516"/>
                </a:lnTo>
                <a:lnTo>
                  <a:pt x="1358" y="517"/>
                </a:lnTo>
                <a:lnTo>
                  <a:pt x="1359" y="517"/>
                </a:lnTo>
                <a:lnTo>
                  <a:pt x="1360" y="514"/>
                </a:lnTo>
                <a:lnTo>
                  <a:pt x="1361" y="515"/>
                </a:lnTo>
                <a:lnTo>
                  <a:pt x="1361" y="515"/>
                </a:lnTo>
                <a:lnTo>
                  <a:pt x="1362" y="515"/>
                </a:lnTo>
                <a:lnTo>
                  <a:pt x="1362" y="513"/>
                </a:lnTo>
                <a:lnTo>
                  <a:pt x="1362" y="514"/>
                </a:lnTo>
                <a:lnTo>
                  <a:pt x="1362" y="514"/>
                </a:lnTo>
                <a:lnTo>
                  <a:pt x="1364" y="514"/>
                </a:lnTo>
                <a:lnTo>
                  <a:pt x="1364" y="513"/>
                </a:lnTo>
                <a:lnTo>
                  <a:pt x="1364" y="512"/>
                </a:lnTo>
                <a:lnTo>
                  <a:pt x="1366" y="511"/>
                </a:lnTo>
                <a:lnTo>
                  <a:pt x="1366" y="514"/>
                </a:lnTo>
                <a:lnTo>
                  <a:pt x="1367" y="511"/>
                </a:lnTo>
                <a:lnTo>
                  <a:pt x="1367" y="512"/>
                </a:lnTo>
                <a:lnTo>
                  <a:pt x="1367" y="512"/>
                </a:lnTo>
                <a:lnTo>
                  <a:pt x="1368" y="508"/>
                </a:lnTo>
                <a:lnTo>
                  <a:pt x="1368" y="509"/>
                </a:lnTo>
                <a:lnTo>
                  <a:pt x="1368" y="510"/>
                </a:lnTo>
                <a:lnTo>
                  <a:pt x="1370" y="510"/>
                </a:lnTo>
                <a:lnTo>
                  <a:pt x="1370" y="508"/>
                </a:lnTo>
                <a:lnTo>
                  <a:pt x="1370" y="508"/>
                </a:lnTo>
                <a:lnTo>
                  <a:pt x="1371" y="508"/>
                </a:lnTo>
                <a:lnTo>
                  <a:pt x="1371" y="509"/>
                </a:lnTo>
                <a:lnTo>
                  <a:pt x="1372" y="505"/>
                </a:lnTo>
                <a:lnTo>
                  <a:pt x="1373" y="506"/>
                </a:lnTo>
                <a:lnTo>
                  <a:pt x="1373" y="506"/>
                </a:lnTo>
                <a:lnTo>
                  <a:pt x="1374" y="507"/>
                </a:lnTo>
                <a:lnTo>
                  <a:pt x="1374" y="503"/>
                </a:lnTo>
                <a:lnTo>
                  <a:pt x="1374" y="505"/>
                </a:lnTo>
                <a:lnTo>
                  <a:pt x="1374" y="506"/>
                </a:lnTo>
                <a:lnTo>
                  <a:pt x="1376" y="503"/>
                </a:lnTo>
                <a:lnTo>
                  <a:pt x="1376" y="504"/>
                </a:lnTo>
                <a:lnTo>
                  <a:pt x="1377" y="504"/>
                </a:lnTo>
                <a:lnTo>
                  <a:pt x="1377" y="504"/>
                </a:lnTo>
                <a:lnTo>
                  <a:pt x="1378" y="502"/>
                </a:lnTo>
                <a:lnTo>
                  <a:pt x="1379" y="503"/>
                </a:lnTo>
                <a:lnTo>
                  <a:pt x="1379" y="503"/>
                </a:lnTo>
                <a:lnTo>
                  <a:pt x="1379" y="504"/>
                </a:lnTo>
                <a:lnTo>
                  <a:pt x="1380" y="502"/>
                </a:lnTo>
                <a:lnTo>
                  <a:pt x="1380" y="503"/>
                </a:lnTo>
                <a:lnTo>
                  <a:pt x="1380" y="503"/>
                </a:lnTo>
                <a:lnTo>
                  <a:pt x="1381" y="502"/>
                </a:lnTo>
                <a:lnTo>
                  <a:pt x="1382" y="504"/>
                </a:lnTo>
                <a:lnTo>
                  <a:pt x="1382" y="503"/>
                </a:lnTo>
                <a:lnTo>
                  <a:pt x="1382" y="503"/>
                </a:lnTo>
                <a:lnTo>
                  <a:pt x="1383" y="503"/>
                </a:lnTo>
                <a:lnTo>
                  <a:pt x="1383" y="501"/>
                </a:lnTo>
                <a:lnTo>
                  <a:pt x="1385" y="502"/>
                </a:lnTo>
                <a:lnTo>
                  <a:pt x="1385" y="502"/>
                </a:lnTo>
                <a:lnTo>
                  <a:pt x="1385" y="501"/>
                </a:lnTo>
                <a:lnTo>
                  <a:pt x="1386" y="503"/>
                </a:lnTo>
                <a:lnTo>
                  <a:pt x="1386" y="501"/>
                </a:lnTo>
                <a:lnTo>
                  <a:pt x="1386" y="502"/>
                </a:lnTo>
                <a:lnTo>
                  <a:pt x="1387" y="503"/>
                </a:lnTo>
                <a:lnTo>
                  <a:pt x="1388" y="501"/>
                </a:lnTo>
                <a:lnTo>
                  <a:pt x="1388" y="501"/>
                </a:lnTo>
                <a:lnTo>
                  <a:pt x="1389" y="501"/>
                </a:lnTo>
                <a:lnTo>
                  <a:pt x="1389" y="500"/>
                </a:lnTo>
                <a:lnTo>
                  <a:pt x="1390" y="503"/>
                </a:lnTo>
                <a:lnTo>
                  <a:pt x="1391" y="503"/>
                </a:lnTo>
                <a:lnTo>
                  <a:pt x="1391" y="503"/>
                </a:lnTo>
                <a:lnTo>
                  <a:pt x="1391" y="502"/>
                </a:lnTo>
                <a:lnTo>
                  <a:pt x="1391" y="504"/>
                </a:lnTo>
                <a:lnTo>
                  <a:pt x="1392" y="503"/>
                </a:lnTo>
                <a:lnTo>
                  <a:pt x="1392" y="503"/>
                </a:lnTo>
                <a:lnTo>
                  <a:pt x="1393" y="503"/>
                </a:lnTo>
                <a:lnTo>
                  <a:pt x="1394" y="504"/>
                </a:lnTo>
                <a:lnTo>
                  <a:pt x="1394" y="503"/>
                </a:lnTo>
                <a:lnTo>
                  <a:pt x="1395" y="503"/>
                </a:lnTo>
                <a:lnTo>
                  <a:pt x="1395" y="503"/>
                </a:lnTo>
                <a:lnTo>
                  <a:pt x="1397" y="505"/>
                </a:lnTo>
                <a:lnTo>
                  <a:pt x="1397" y="505"/>
                </a:lnTo>
                <a:lnTo>
                  <a:pt x="1398" y="506"/>
                </a:lnTo>
                <a:lnTo>
                  <a:pt x="1398" y="503"/>
                </a:lnTo>
                <a:lnTo>
                  <a:pt x="1398" y="505"/>
                </a:lnTo>
                <a:lnTo>
                  <a:pt x="1398" y="504"/>
                </a:lnTo>
                <a:lnTo>
                  <a:pt x="1399" y="504"/>
                </a:lnTo>
                <a:lnTo>
                  <a:pt x="1399" y="507"/>
                </a:lnTo>
                <a:lnTo>
                  <a:pt x="1400" y="506"/>
                </a:lnTo>
                <a:lnTo>
                  <a:pt x="1401" y="506"/>
                </a:lnTo>
                <a:lnTo>
                  <a:pt x="1401" y="505"/>
                </a:lnTo>
                <a:lnTo>
                  <a:pt x="1402" y="510"/>
                </a:lnTo>
                <a:lnTo>
                  <a:pt x="1403" y="508"/>
                </a:lnTo>
                <a:lnTo>
                  <a:pt x="1403" y="508"/>
                </a:lnTo>
                <a:lnTo>
                  <a:pt x="1403" y="508"/>
                </a:lnTo>
                <a:lnTo>
                  <a:pt x="1404" y="506"/>
                </a:lnTo>
                <a:lnTo>
                  <a:pt x="1404" y="508"/>
                </a:lnTo>
                <a:lnTo>
                  <a:pt x="1404" y="508"/>
                </a:lnTo>
                <a:lnTo>
                  <a:pt x="1406" y="508"/>
                </a:lnTo>
                <a:lnTo>
                  <a:pt x="1406" y="506"/>
                </a:lnTo>
                <a:lnTo>
                  <a:pt x="1406" y="507"/>
                </a:lnTo>
                <a:lnTo>
                  <a:pt x="1406" y="506"/>
                </a:lnTo>
                <a:lnTo>
                  <a:pt x="1407" y="506"/>
                </a:lnTo>
                <a:lnTo>
                  <a:pt x="1408" y="509"/>
                </a:lnTo>
                <a:lnTo>
                  <a:pt x="1409" y="508"/>
                </a:lnTo>
                <a:lnTo>
                  <a:pt x="1409" y="509"/>
                </a:lnTo>
                <a:lnTo>
                  <a:pt x="1409" y="509"/>
                </a:lnTo>
                <a:lnTo>
                  <a:pt x="1409" y="507"/>
                </a:lnTo>
                <a:lnTo>
                  <a:pt x="1410" y="507"/>
                </a:lnTo>
                <a:lnTo>
                  <a:pt x="1410" y="508"/>
                </a:lnTo>
                <a:lnTo>
                  <a:pt x="1412" y="510"/>
                </a:lnTo>
                <a:lnTo>
                  <a:pt x="1412" y="509"/>
                </a:lnTo>
                <a:lnTo>
                  <a:pt x="1413" y="509"/>
                </a:lnTo>
                <a:lnTo>
                  <a:pt x="1413" y="510"/>
                </a:lnTo>
                <a:lnTo>
                  <a:pt x="1414" y="508"/>
                </a:lnTo>
                <a:lnTo>
                  <a:pt x="1415" y="509"/>
                </a:lnTo>
                <a:lnTo>
                  <a:pt x="1415" y="509"/>
                </a:lnTo>
                <a:lnTo>
                  <a:pt x="1416" y="509"/>
                </a:lnTo>
                <a:lnTo>
                  <a:pt x="1416" y="508"/>
                </a:lnTo>
                <a:lnTo>
                  <a:pt x="1416" y="508"/>
                </a:lnTo>
                <a:lnTo>
                  <a:pt x="1416" y="508"/>
                </a:lnTo>
                <a:lnTo>
                  <a:pt x="1418" y="508"/>
                </a:lnTo>
                <a:lnTo>
                  <a:pt x="1418" y="510"/>
                </a:lnTo>
                <a:lnTo>
                  <a:pt x="1418" y="509"/>
                </a:lnTo>
                <a:lnTo>
                  <a:pt x="1419" y="509"/>
                </a:lnTo>
                <a:lnTo>
                  <a:pt x="1419" y="509"/>
                </a:lnTo>
                <a:lnTo>
                  <a:pt x="1420" y="513"/>
                </a:lnTo>
                <a:lnTo>
                  <a:pt x="1421" y="512"/>
                </a:lnTo>
                <a:lnTo>
                  <a:pt x="1421" y="512"/>
                </a:lnTo>
                <a:lnTo>
                  <a:pt x="1421" y="512"/>
                </a:lnTo>
                <a:lnTo>
                  <a:pt x="1422" y="525"/>
                </a:lnTo>
                <a:lnTo>
                  <a:pt x="1423" y="524"/>
                </a:lnTo>
                <a:lnTo>
                  <a:pt x="1423" y="523"/>
                </a:lnTo>
                <a:lnTo>
                  <a:pt x="1424" y="508"/>
                </a:lnTo>
                <a:lnTo>
                  <a:pt x="1424" y="509"/>
                </a:lnTo>
                <a:lnTo>
                  <a:pt x="1424" y="510"/>
                </a:lnTo>
                <a:lnTo>
                  <a:pt x="1425" y="512"/>
                </a:lnTo>
                <a:lnTo>
                  <a:pt x="1426" y="509"/>
                </a:lnTo>
                <a:lnTo>
                  <a:pt x="1427" y="510"/>
                </a:lnTo>
                <a:lnTo>
                  <a:pt x="1427" y="510"/>
                </a:lnTo>
                <a:lnTo>
                  <a:pt x="1427" y="511"/>
                </a:lnTo>
                <a:lnTo>
                  <a:pt x="1429" y="508"/>
                </a:lnTo>
                <a:lnTo>
                  <a:pt x="1429" y="509"/>
                </a:lnTo>
                <a:lnTo>
                  <a:pt x="1429" y="509"/>
                </a:lnTo>
                <a:lnTo>
                  <a:pt x="1429" y="509"/>
                </a:lnTo>
                <a:lnTo>
                  <a:pt x="1430" y="508"/>
                </a:lnTo>
                <a:lnTo>
                  <a:pt x="1430" y="509"/>
                </a:lnTo>
                <a:lnTo>
                  <a:pt x="1431" y="508"/>
                </a:lnTo>
                <a:lnTo>
                  <a:pt x="1431" y="509"/>
                </a:lnTo>
                <a:lnTo>
                  <a:pt x="1433" y="507"/>
                </a:lnTo>
                <a:lnTo>
                  <a:pt x="1433" y="507"/>
                </a:lnTo>
                <a:lnTo>
                  <a:pt x="1433" y="507"/>
                </a:lnTo>
                <a:lnTo>
                  <a:pt x="1433" y="509"/>
                </a:lnTo>
                <a:lnTo>
                  <a:pt x="1435" y="506"/>
                </a:lnTo>
                <a:lnTo>
                  <a:pt x="1435" y="507"/>
                </a:lnTo>
                <a:lnTo>
                  <a:pt x="1435" y="506"/>
                </a:lnTo>
                <a:lnTo>
                  <a:pt x="1435" y="507"/>
                </a:lnTo>
                <a:lnTo>
                  <a:pt x="1436" y="505"/>
                </a:lnTo>
                <a:lnTo>
                  <a:pt x="1436" y="505"/>
                </a:lnTo>
                <a:lnTo>
                  <a:pt x="1437" y="505"/>
                </a:lnTo>
                <a:lnTo>
                  <a:pt x="1437" y="506"/>
                </a:lnTo>
                <a:lnTo>
                  <a:pt x="1438" y="505"/>
                </a:lnTo>
                <a:lnTo>
                  <a:pt x="1439" y="505"/>
                </a:lnTo>
                <a:lnTo>
                  <a:pt x="1439" y="505"/>
                </a:lnTo>
                <a:lnTo>
                  <a:pt x="1439" y="505"/>
                </a:lnTo>
                <a:lnTo>
                  <a:pt x="1441" y="500"/>
                </a:lnTo>
                <a:lnTo>
                  <a:pt x="1441" y="501"/>
                </a:lnTo>
                <a:lnTo>
                  <a:pt x="1441" y="501"/>
                </a:lnTo>
                <a:lnTo>
                  <a:pt x="1442" y="498"/>
                </a:lnTo>
                <a:lnTo>
                  <a:pt x="1442" y="499"/>
                </a:lnTo>
                <a:lnTo>
                  <a:pt x="1443" y="499"/>
                </a:lnTo>
                <a:lnTo>
                  <a:pt x="1445" y="497"/>
                </a:lnTo>
                <a:lnTo>
                  <a:pt x="1445" y="497"/>
                </a:lnTo>
                <a:lnTo>
                  <a:pt x="1445" y="498"/>
                </a:lnTo>
                <a:lnTo>
                  <a:pt x="1446" y="494"/>
                </a:lnTo>
                <a:lnTo>
                  <a:pt x="1447" y="494"/>
                </a:lnTo>
                <a:lnTo>
                  <a:pt x="1447" y="494"/>
                </a:lnTo>
                <a:lnTo>
                  <a:pt x="1447" y="495"/>
                </a:lnTo>
                <a:lnTo>
                  <a:pt x="1448" y="492"/>
                </a:lnTo>
                <a:lnTo>
                  <a:pt x="1448" y="492"/>
                </a:lnTo>
                <a:lnTo>
                  <a:pt x="1449" y="492"/>
                </a:lnTo>
                <a:lnTo>
                  <a:pt x="1450" y="487"/>
                </a:lnTo>
                <a:lnTo>
                  <a:pt x="1451" y="487"/>
                </a:lnTo>
                <a:lnTo>
                  <a:pt x="1451" y="487"/>
                </a:lnTo>
                <a:lnTo>
                  <a:pt x="1451" y="488"/>
                </a:lnTo>
                <a:lnTo>
                  <a:pt x="1453" y="484"/>
                </a:lnTo>
                <a:lnTo>
                  <a:pt x="1453" y="483"/>
                </a:lnTo>
                <a:lnTo>
                  <a:pt x="1453" y="484"/>
                </a:lnTo>
                <a:lnTo>
                  <a:pt x="1454" y="479"/>
                </a:lnTo>
                <a:lnTo>
                  <a:pt x="1454" y="480"/>
                </a:lnTo>
                <a:lnTo>
                  <a:pt x="1455" y="480"/>
                </a:lnTo>
                <a:lnTo>
                  <a:pt x="1455" y="480"/>
                </a:lnTo>
                <a:lnTo>
                  <a:pt x="1457" y="476"/>
                </a:lnTo>
                <a:lnTo>
                  <a:pt x="1457" y="476"/>
                </a:lnTo>
                <a:lnTo>
                  <a:pt x="1457" y="477"/>
                </a:lnTo>
                <a:lnTo>
                  <a:pt x="1457" y="477"/>
                </a:lnTo>
                <a:lnTo>
                  <a:pt x="1459" y="471"/>
                </a:lnTo>
                <a:lnTo>
                  <a:pt x="1459" y="472"/>
                </a:lnTo>
                <a:lnTo>
                  <a:pt x="1459" y="472"/>
                </a:lnTo>
                <a:lnTo>
                  <a:pt x="1459" y="472"/>
                </a:lnTo>
                <a:lnTo>
                  <a:pt x="1460" y="468"/>
                </a:lnTo>
                <a:lnTo>
                  <a:pt x="1461" y="468"/>
                </a:lnTo>
                <a:lnTo>
                  <a:pt x="1461" y="468"/>
                </a:lnTo>
                <a:lnTo>
                  <a:pt x="1463" y="464"/>
                </a:lnTo>
                <a:lnTo>
                  <a:pt x="1463" y="465"/>
                </a:lnTo>
                <a:lnTo>
                  <a:pt x="1463" y="465"/>
                </a:lnTo>
                <a:lnTo>
                  <a:pt x="1465" y="459"/>
                </a:lnTo>
                <a:lnTo>
                  <a:pt x="1465" y="459"/>
                </a:lnTo>
                <a:lnTo>
                  <a:pt x="1465" y="460"/>
                </a:lnTo>
                <a:lnTo>
                  <a:pt x="1466" y="455"/>
                </a:lnTo>
                <a:lnTo>
                  <a:pt x="1466" y="456"/>
                </a:lnTo>
                <a:lnTo>
                  <a:pt x="1466" y="456"/>
                </a:lnTo>
                <a:lnTo>
                  <a:pt x="1469" y="451"/>
                </a:lnTo>
                <a:lnTo>
                  <a:pt x="1469" y="451"/>
                </a:lnTo>
                <a:lnTo>
                  <a:pt x="1469" y="452"/>
                </a:lnTo>
                <a:lnTo>
                  <a:pt x="1471" y="448"/>
                </a:lnTo>
                <a:lnTo>
                  <a:pt x="1471" y="448"/>
                </a:lnTo>
                <a:lnTo>
                  <a:pt x="1471" y="448"/>
                </a:lnTo>
                <a:lnTo>
                  <a:pt x="1471" y="448"/>
                </a:lnTo>
                <a:lnTo>
                  <a:pt x="1472" y="443"/>
                </a:lnTo>
                <a:lnTo>
                  <a:pt x="1473" y="443"/>
                </a:lnTo>
                <a:lnTo>
                  <a:pt x="1473" y="443"/>
                </a:lnTo>
                <a:lnTo>
                  <a:pt x="1475" y="440"/>
                </a:lnTo>
                <a:lnTo>
                  <a:pt x="1475" y="440"/>
                </a:lnTo>
                <a:lnTo>
                  <a:pt x="1475" y="440"/>
                </a:lnTo>
                <a:lnTo>
                  <a:pt x="1475" y="440"/>
                </a:lnTo>
                <a:lnTo>
                  <a:pt x="1476" y="436"/>
                </a:lnTo>
                <a:lnTo>
                  <a:pt x="1477" y="438"/>
                </a:lnTo>
                <a:lnTo>
                  <a:pt x="1477" y="438"/>
                </a:lnTo>
                <a:lnTo>
                  <a:pt x="1478" y="432"/>
                </a:lnTo>
                <a:lnTo>
                  <a:pt x="1479" y="433"/>
                </a:lnTo>
                <a:lnTo>
                  <a:pt x="1479" y="434"/>
                </a:lnTo>
                <a:lnTo>
                  <a:pt x="1481" y="431"/>
                </a:lnTo>
                <a:lnTo>
                  <a:pt x="1481" y="431"/>
                </a:lnTo>
                <a:lnTo>
                  <a:pt x="1481" y="431"/>
                </a:lnTo>
                <a:lnTo>
                  <a:pt x="1481" y="432"/>
                </a:lnTo>
                <a:lnTo>
                  <a:pt x="1483" y="427"/>
                </a:lnTo>
                <a:lnTo>
                  <a:pt x="1483" y="427"/>
                </a:lnTo>
                <a:lnTo>
                  <a:pt x="1483" y="427"/>
                </a:lnTo>
                <a:lnTo>
                  <a:pt x="1483" y="429"/>
                </a:lnTo>
                <a:lnTo>
                  <a:pt x="1484" y="424"/>
                </a:lnTo>
                <a:lnTo>
                  <a:pt x="1484" y="424"/>
                </a:lnTo>
                <a:lnTo>
                  <a:pt x="1485" y="424"/>
                </a:lnTo>
                <a:lnTo>
                  <a:pt x="1487" y="421"/>
                </a:lnTo>
                <a:lnTo>
                  <a:pt x="1487" y="422"/>
                </a:lnTo>
                <a:lnTo>
                  <a:pt x="1487" y="423"/>
                </a:lnTo>
                <a:lnTo>
                  <a:pt x="1487" y="423"/>
                </a:lnTo>
                <a:lnTo>
                  <a:pt x="1488" y="420"/>
                </a:lnTo>
                <a:lnTo>
                  <a:pt x="1489" y="422"/>
                </a:lnTo>
                <a:lnTo>
                  <a:pt x="1489" y="421"/>
                </a:lnTo>
                <a:lnTo>
                  <a:pt x="1489" y="421"/>
                </a:lnTo>
                <a:lnTo>
                  <a:pt x="1491" y="416"/>
                </a:lnTo>
                <a:lnTo>
                  <a:pt x="1491" y="417"/>
                </a:lnTo>
                <a:lnTo>
                  <a:pt x="1491" y="417"/>
                </a:lnTo>
                <a:lnTo>
                  <a:pt x="1491" y="418"/>
                </a:lnTo>
                <a:lnTo>
                  <a:pt x="1492" y="415"/>
                </a:lnTo>
                <a:lnTo>
                  <a:pt x="1493" y="415"/>
                </a:lnTo>
                <a:lnTo>
                  <a:pt x="1493" y="415"/>
                </a:lnTo>
                <a:lnTo>
                  <a:pt x="1493" y="415"/>
                </a:lnTo>
                <a:lnTo>
                  <a:pt x="1494" y="414"/>
                </a:lnTo>
                <a:lnTo>
                  <a:pt x="1495" y="415"/>
                </a:lnTo>
                <a:lnTo>
                  <a:pt x="1495" y="414"/>
                </a:lnTo>
                <a:lnTo>
                  <a:pt x="1495" y="415"/>
                </a:lnTo>
                <a:lnTo>
                  <a:pt x="1497" y="412"/>
                </a:lnTo>
                <a:lnTo>
                  <a:pt x="1497" y="413"/>
                </a:lnTo>
                <a:lnTo>
                  <a:pt x="1497" y="413"/>
                </a:lnTo>
                <a:lnTo>
                  <a:pt x="1498" y="410"/>
                </a:lnTo>
                <a:lnTo>
                  <a:pt x="1499" y="411"/>
                </a:lnTo>
                <a:lnTo>
                  <a:pt x="1499" y="411"/>
                </a:lnTo>
                <a:lnTo>
                  <a:pt x="1500" y="410"/>
                </a:lnTo>
                <a:lnTo>
                  <a:pt x="1500" y="411"/>
                </a:lnTo>
                <a:lnTo>
                  <a:pt x="1501" y="410"/>
                </a:lnTo>
                <a:lnTo>
                  <a:pt x="1501" y="410"/>
                </a:lnTo>
                <a:lnTo>
                  <a:pt x="1501" y="410"/>
                </a:lnTo>
                <a:lnTo>
                  <a:pt x="1502" y="409"/>
                </a:lnTo>
                <a:lnTo>
                  <a:pt x="1503" y="409"/>
                </a:lnTo>
                <a:lnTo>
                  <a:pt x="1503" y="409"/>
                </a:lnTo>
                <a:lnTo>
                  <a:pt x="1503" y="408"/>
                </a:lnTo>
                <a:lnTo>
                  <a:pt x="1504" y="410"/>
                </a:lnTo>
                <a:lnTo>
                  <a:pt x="1505" y="409"/>
                </a:lnTo>
                <a:lnTo>
                  <a:pt x="1505" y="409"/>
                </a:lnTo>
                <a:lnTo>
                  <a:pt x="1506" y="408"/>
                </a:lnTo>
                <a:lnTo>
                  <a:pt x="1507" y="410"/>
                </a:lnTo>
                <a:lnTo>
                  <a:pt x="1507" y="409"/>
                </a:lnTo>
                <a:lnTo>
                  <a:pt x="1507" y="409"/>
                </a:lnTo>
                <a:lnTo>
                  <a:pt x="1507" y="409"/>
                </a:lnTo>
                <a:lnTo>
                  <a:pt x="1509" y="411"/>
                </a:lnTo>
                <a:lnTo>
                  <a:pt x="1509" y="411"/>
                </a:lnTo>
                <a:lnTo>
                  <a:pt x="1509" y="411"/>
                </a:lnTo>
                <a:lnTo>
                  <a:pt x="1509" y="410"/>
                </a:lnTo>
                <a:lnTo>
                  <a:pt x="1510" y="412"/>
                </a:lnTo>
                <a:lnTo>
                  <a:pt x="1511" y="411"/>
                </a:lnTo>
                <a:lnTo>
                  <a:pt x="1511" y="411"/>
                </a:lnTo>
                <a:lnTo>
                  <a:pt x="1511" y="411"/>
                </a:lnTo>
                <a:lnTo>
                  <a:pt x="1513" y="415"/>
                </a:lnTo>
                <a:lnTo>
                  <a:pt x="1513" y="415"/>
                </a:lnTo>
                <a:lnTo>
                  <a:pt x="1513" y="414"/>
                </a:lnTo>
                <a:lnTo>
                  <a:pt x="1515" y="417"/>
                </a:lnTo>
                <a:lnTo>
                  <a:pt x="1515" y="417"/>
                </a:lnTo>
                <a:lnTo>
                  <a:pt x="1515" y="417"/>
                </a:lnTo>
                <a:lnTo>
                  <a:pt x="1515" y="416"/>
                </a:lnTo>
                <a:lnTo>
                  <a:pt x="1516" y="419"/>
                </a:lnTo>
                <a:lnTo>
                  <a:pt x="1517" y="418"/>
                </a:lnTo>
                <a:lnTo>
                  <a:pt x="1517" y="419"/>
                </a:lnTo>
                <a:lnTo>
                  <a:pt x="1517" y="418"/>
                </a:lnTo>
                <a:lnTo>
                  <a:pt x="1519" y="423"/>
                </a:lnTo>
                <a:lnTo>
                  <a:pt x="1519" y="423"/>
                </a:lnTo>
                <a:lnTo>
                  <a:pt x="1519" y="423"/>
                </a:lnTo>
                <a:lnTo>
                  <a:pt x="1519" y="422"/>
                </a:lnTo>
                <a:lnTo>
                  <a:pt x="1521" y="426"/>
                </a:lnTo>
                <a:lnTo>
                  <a:pt x="1521" y="425"/>
                </a:lnTo>
                <a:lnTo>
                  <a:pt x="1521" y="425"/>
                </a:lnTo>
                <a:lnTo>
                  <a:pt x="1523" y="430"/>
                </a:lnTo>
                <a:lnTo>
                  <a:pt x="1523" y="430"/>
                </a:lnTo>
                <a:lnTo>
                  <a:pt x="1523" y="430"/>
                </a:lnTo>
                <a:lnTo>
                  <a:pt x="1524" y="433"/>
                </a:lnTo>
                <a:lnTo>
                  <a:pt x="1525" y="432"/>
                </a:lnTo>
                <a:lnTo>
                  <a:pt x="1525" y="432"/>
                </a:lnTo>
                <a:lnTo>
                  <a:pt x="1527" y="437"/>
                </a:lnTo>
                <a:lnTo>
                  <a:pt x="1527" y="437"/>
                </a:lnTo>
                <a:lnTo>
                  <a:pt x="1527" y="437"/>
                </a:lnTo>
                <a:lnTo>
                  <a:pt x="1527" y="436"/>
                </a:lnTo>
                <a:lnTo>
                  <a:pt x="1529" y="442"/>
                </a:lnTo>
                <a:lnTo>
                  <a:pt x="1529" y="442"/>
                </a:lnTo>
                <a:lnTo>
                  <a:pt x="1529" y="442"/>
                </a:lnTo>
                <a:lnTo>
                  <a:pt x="1531" y="446"/>
                </a:lnTo>
                <a:lnTo>
                  <a:pt x="1531" y="446"/>
                </a:lnTo>
                <a:lnTo>
                  <a:pt x="1531" y="445"/>
                </a:lnTo>
                <a:lnTo>
                  <a:pt x="1531" y="445"/>
                </a:lnTo>
                <a:lnTo>
                  <a:pt x="1533" y="451"/>
                </a:lnTo>
                <a:lnTo>
                  <a:pt x="1533" y="451"/>
                </a:lnTo>
                <a:lnTo>
                  <a:pt x="1535" y="456"/>
                </a:lnTo>
                <a:lnTo>
                  <a:pt x="1535" y="456"/>
                </a:lnTo>
                <a:lnTo>
                  <a:pt x="1535" y="455"/>
                </a:lnTo>
                <a:lnTo>
                  <a:pt x="1536" y="460"/>
                </a:lnTo>
                <a:lnTo>
                  <a:pt x="1537" y="459"/>
                </a:lnTo>
                <a:lnTo>
                  <a:pt x="1537" y="459"/>
                </a:lnTo>
                <a:lnTo>
                  <a:pt x="1537" y="459"/>
                </a:lnTo>
                <a:lnTo>
                  <a:pt x="1539" y="465"/>
                </a:lnTo>
                <a:lnTo>
                  <a:pt x="1539" y="466"/>
                </a:lnTo>
                <a:lnTo>
                  <a:pt x="1539" y="464"/>
                </a:lnTo>
                <a:lnTo>
                  <a:pt x="1540" y="469"/>
                </a:lnTo>
                <a:lnTo>
                  <a:pt x="1541" y="468"/>
                </a:lnTo>
                <a:lnTo>
                  <a:pt x="1541" y="468"/>
                </a:lnTo>
                <a:lnTo>
                  <a:pt x="1543" y="473"/>
                </a:lnTo>
                <a:lnTo>
                  <a:pt x="1543" y="473"/>
                </a:lnTo>
                <a:lnTo>
                  <a:pt x="1543" y="473"/>
                </a:lnTo>
                <a:lnTo>
                  <a:pt x="1543" y="471"/>
                </a:lnTo>
                <a:lnTo>
                  <a:pt x="1545" y="474"/>
                </a:lnTo>
                <a:lnTo>
                  <a:pt x="1545" y="474"/>
                </a:lnTo>
                <a:lnTo>
                  <a:pt x="1545" y="474"/>
                </a:lnTo>
                <a:lnTo>
                  <a:pt x="1545" y="474"/>
                </a:lnTo>
                <a:lnTo>
                  <a:pt x="1546" y="479"/>
                </a:lnTo>
                <a:lnTo>
                  <a:pt x="1547" y="479"/>
                </a:lnTo>
                <a:lnTo>
                  <a:pt x="1547" y="479"/>
                </a:lnTo>
                <a:lnTo>
                  <a:pt x="1547" y="478"/>
                </a:lnTo>
                <a:lnTo>
                  <a:pt x="1549" y="483"/>
                </a:lnTo>
                <a:lnTo>
                  <a:pt x="1549" y="481"/>
                </a:lnTo>
                <a:lnTo>
                  <a:pt x="1549" y="482"/>
                </a:lnTo>
                <a:lnTo>
                  <a:pt x="1551" y="487"/>
                </a:lnTo>
                <a:lnTo>
                  <a:pt x="1551" y="486"/>
                </a:lnTo>
                <a:lnTo>
                  <a:pt x="1551" y="486"/>
                </a:lnTo>
                <a:lnTo>
                  <a:pt x="1551" y="486"/>
                </a:lnTo>
                <a:lnTo>
                  <a:pt x="1552" y="490"/>
                </a:lnTo>
                <a:lnTo>
                  <a:pt x="1553" y="489"/>
                </a:lnTo>
                <a:lnTo>
                  <a:pt x="1553" y="489"/>
                </a:lnTo>
                <a:lnTo>
                  <a:pt x="1555" y="494"/>
                </a:lnTo>
                <a:lnTo>
                  <a:pt x="1555" y="494"/>
                </a:lnTo>
                <a:lnTo>
                  <a:pt x="1555" y="493"/>
                </a:lnTo>
                <a:lnTo>
                  <a:pt x="1557" y="498"/>
                </a:lnTo>
                <a:lnTo>
                  <a:pt x="1557" y="497"/>
                </a:lnTo>
                <a:lnTo>
                  <a:pt x="1557" y="497"/>
                </a:lnTo>
                <a:lnTo>
                  <a:pt x="1559" y="500"/>
                </a:lnTo>
                <a:lnTo>
                  <a:pt x="1559" y="500"/>
                </a:lnTo>
                <a:lnTo>
                  <a:pt x="1559" y="500"/>
                </a:lnTo>
                <a:lnTo>
                  <a:pt x="1560" y="503"/>
                </a:lnTo>
                <a:lnTo>
                  <a:pt x="1561" y="503"/>
                </a:lnTo>
                <a:lnTo>
                  <a:pt x="1561" y="503"/>
                </a:lnTo>
                <a:lnTo>
                  <a:pt x="1563" y="508"/>
                </a:lnTo>
                <a:lnTo>
                  <a:pt x="1563" y="508"/>
                </a:lnTo>
                <a:lnTo>
                  <a:pt x="1563" y="508"/>
                </a:lnTo>
                <a:lnTo>
                  <a:pt x="1565" y="511"/>
                </a:lnTo>
                <a:lnTo>
                  <a:pt x="1565" y="510"/>
                </a:lnTo>
                <a:lnTo>
                  <a:pt x="1565" y="510"/>
                </a:lnTo>
                <a:lnTo>
                  <a:pt x="1566" y="514"/>
                </a:lnTo>
                <a:lnTo>
                  <a:pt x="1567" y="514"/>
                </a:lnTo>
                <a:lnTo>
                  <a:pt x="1567" y="515"/>
                </a:lnTo>
                <a:lnTo>
                  <a:pt x="1567" y="514"/>
                </a:lnTo>
                <a:lnTo>
                  <a:pt x="1569" y="519"/>
                </a:lnTo>
                <a:lnTo>
                  <a:pt x="1569" y="519"/>
                </a:lnTo>
                <a:lnTo>
                  <a:pt x="1569" y="518"/>
                </a:lnTo>
                <a:lnTo>
                  <a:pt x="1571" y="522"/>
                </a:lnTo>
                <a:lnTo>
                  <a:pt x="1571" y="522"/>
                </a:lnTo>
                <a:lnTo>
                  <a:pt x="1571" y="522"/>
                </a:lnTo>
                <a:lnTo>
                  <a:pt x="1573" y="527"/>
                </a:lnTo>
                <a:lnTo>
                  <a:pt x="1573" y="527"/>
                </a:lnTo>
                <a:lnTo>
                  <a:pt x="1573" y="527"/>
                </a:lnTo>
                <a:lnTo>
                  <a:pt x="1575" y="532"/>
                </a:lnTo>
                <a:lnTo>
                  <a:pt x="1575" y="532"/>
                </a:lnTo>
                <a:lnTo>
                  <a:pt x="1575" y="531"/>
                </a:lnTo>
                <a:lnTo>
                  <a:pt x="1575" y="531"/>
                </a:lnTo>
                <a:lnTo>
                  <a:pt x="1576" y="537"/>
                </a:lnTo>
                <a:lnTo>
                  <a:pt x="1577" y="536"/>
                </a:lnTo>
                <a:lnTo>
                  <a:pt x="1577" y="536"/>
                </a:lnTo>
                <a:lnTo>
                  <a:pt x="1577" y="536"/>
                </a:lnTo>
                <a:lnTo>
                  <a:pt x="1579" y="541"/>
                </a:lnTo>
                <a:lnTo>
                  <a:pt x="1579" y="540"/>
                </a:lnTo>
                <a:lnTo>
                  <a:pt x="1579" y="540"/>
                </a:lnTo>
                <a:lnTo>
                  <a:pt x="1579" y="540"/>
                </a:lnTo>
                <a:lnTo>
                  <a:pt x="1581" y="544"/>
                </a:lnTo>
                <a:lnTo>
                  <a:pt x="1581" y="544"/>
                </a:lnTo>
                <a:lnTo>
                  <a:pt x="1581" y="544"/>
                </a:lnTo>
                <a:lnTo>
                  <a:pt x="1583" y="549"/>
                </a:lnTo>
                <a:lnTo>
                  <a:pt x="1583" y="549"/>
                </a:lnTo>
                <a:lnTo>
                  <a:pt x="1583" y="549"/>
                </a:lnTo>
                <a:lnTo>
                  <a:pt x="1583" y="548"/>
                </a:lnTo>
                <a:lnTo>
                  <a:pt x="1585" y="553"/>
                </a:lnTo>
                <a:lnTo>
                  <a:pt x="1585" y="553"/>
                </a:lnTo>
                <a:lnTo>
                  <a:pt x="1585" y="553"/>
                </a:lnTo>
                <a:lnTo>
                  <a:pt x="1587" y="556"/>
                </a:lnTo>
                <a:lnTo>
                  <a:pt x="1587" y="556"/>
                </a:lnTo>
                <a:lnTo>
                  <a:pt x="1587" y="555"/>
                </a:lnTo>
                <a:lnTo>
                  <a:pt x="1589" y="559"/>
                </a:lnTo>
                <a:lnTo>
                  <a:pt x="1589" y="559"/>
                </a:lnTo>
                <a:lnTo>
                  <a:pt x="1589" y="559"/>
                </a:lnTo>
                <a:lnTo>
                  <a:pt x="1589" y="559"/>
                </a:lnTo>
                <a:lnTo>
                  <a:pt x="1591" y="563"/>
                </a:lnTo>
                <a:lnTo>
                  <a:pt x="1591" y="562"/>
                </a:lnTo>
                <a:lnTo>
                  <a:pt x="1591" y="563"/>
                </a:lnTo>
                <a:lnTo>
                  <a:pt x="1591" y="562"/>
                </a:lnTo>
                <a:lnTo>
                  <a:pt x="1593" y="566"/>
                </a:lnTo>
                <a:lnTo>
                  <a:pt x="1593" y="565"/>
                </a:lnTo>
                <a:lnTo>
                  <a:pt x="1593" y="565"/>
                </a:lnTo>
                <a:lnTo>
                  <a:pt x="1593" y="564"/>
                </a:lnTo>
                <a:lnTo>
                  <a:pt x="1595" y="569"/>
                </a:lnTo>
                <a:lnTo>
                  <a:pt x="1595" y="568"/>
                </a:lnTo>
                <a:lnTo>
                  <a:pt x="1595" y="568"/>
                </a:lnTo>
                <a:lnTo>
                  <a:pt x="1597" y="571"/>
                </a:lnTo>
                <a:lnTo>
                  <a:pt x="1597" y="571"/>
                </a:lnTo>
                <a:lnTo>
                  <a:pt x="1597" y="571"/>
                </a:lnTo>
                <a:lnTo>
                  <a:pt x="1597" y="571"/>
                </a:lnTo>
                <a:lnTo>
                  <a:pt x="1599" y="575"/>
                </a:lnTo>
                <a:lnTo>
                  <a:pt x="1599" y="574"/>
                </a:lnTo>
                <a:lnTo>
                  <a:pt x="1599" y="574"/>
                </a:lnTo>
                <a:lnTo>
                  <a:pt x="1599" y="574"/>
                </a:lnTo>
                <a:lnTo>
                  <a:pt x="1601" y="577"/>
                </a:lnTo>
                <a:lnTo>
                  <a:pt x="1601" y="577"/>
                </a:lnTo>
                <a:lnTo>
                  <a:pt x="1601" y="576"/>
                </a:lnTo>
                <a:lnTo>
                  <a:pt x="1603" y="579"/>
                </a:lnTo>
                <a:lnTo>
                  <a:pt x="1603" y="578"/>
                </a:lnTo>
                <a:lnTo>
                  <a:pt x="1603" y="579"/>
                </a:lnTo>
                <a:lnTo>
                  <a:pt x="1605" y="582"/>
                </a:lnTo>
                <a:lnTo>
                  <a:pt x="1605" y="582"/>
                </a:lnTo>
                <a:lnTo>
                  <a:pt x="1605" y="582"/>
                </a:lnTo>
                <a:lnTo>
                  <a:pt x="1605" y="581"/>
                </a:lnTo>
                <a:lnTo>
                  <a:pt x="1607" y="583"/>
                </a:lnTo>
                <a:lnTo>
                  <a:pt x="1607" y="583"/>
                </a:lnTo>
                <a:lnTo>
                  <a:pt x="1607" y="583"/>
                </a:lnTo>
                <a:lnTo>
                  <a:pt x="1607" y="583"/>
                </a:lnTo>
                <a:lnTo>
                  <a:pt x="1608" y="585"/>
                </a:lnTo>
                <a:lnTo>
                  <a:pt x="1609" y="585"/>
                </a:lnTo>
                <a:lnTo>
                  <a:pt x="1609" y="586"/>
                </a:lnTo>
                <a:lnTo>
                  <a:pt x="1609" y="585"/>
                </a:lnTo>
                <a:lnTo>
                  <a:pt x="1611" y="588"/>
                </a:lnTo>
                <a:lnTo>
                  <a:pt x="1611" y="587"/>
                </a:lnTo>
                <a:lnTo>
                  <a:pt x="1611" y="588"/>
                </a:lnTo>
                <a:lnTo>
                  <a:pt x="1611" y="588"/>
                </a:lnTo>
                <a:lnTo>
                  <a:pt x="1613" y="591"/>
                </a:lnTo>
                <a:lnTo>
                  <a:pt x="1613" y="591"/>
                </a:lnTo>
                <a:lnTo>
                  <a:pt x="1613" y="589"/>
                </a:lnTo>
                <a:lnTo>
                  <a:pt x="1615" y="592"/>
                </a:lnTo>
                <a:lnTo>
                  <a:pt x="1615" y="591"/>
                </a:lnTo>
                <a:lnTo>
                  <a:pt x="1615" y="591"/>
                </a:lnTo>
                <a:lnTo>
                  <a:pt x="1615" y="591"/>
                </a:lnTo>
                <a:lnTo>
                  <a:pt x="1617" y="593"/>
                </a:lnTo>
                <a:lnTo>
                  <a:pt x="1617" y="593"/>
                </a:lnTo>
                <a:lnTo>
                  <a:pt x="1617" y="592"/>
                </a:lnTo>
                <a:lnTo>
                  <a:pt x="1619" y="595"/>
                </a:lnTo>
                <a:lnTo>
                  <a:pt x="1619" y="594"/>
                </a:lnTo>
                <a:lnTo>
                  <a:pt x="1619" y="594"/>
                </a:lnTo>
                <a:lnTo>
                  <a:pt x="1619" y="594"/>
                </a:lnTo>
                <a:lnTo>
                  <a:pt x="1621" y="597"/>
                </a:lnTo>
                <a:lnTo>
                  <a:pt x="1621" y="597"/>
                </a:lnTo>
                <a:lnTo>
                  <a:pt x="1621" y="595"/>
                </a:lnTo>
                <a:lnTo>
                  <a:pt x="1622" y="597"/>
                </a:lnTo>
                <a:lnTo>
                  <a:pt x="1623" y="597"/>
                </a:lnTo>
                <a:lnTo>
                  <a:pt x="1623" y="597"/>
                </a:lnTo>
                <a:lnTo>
                  <a:pt x="1623" y="597"/>
                </a:lnTo>
                <a:lnTo>
                  <a:pt x="1625" y="600"/>
                </a:lnTo>
                <a:lnTo>
                  <a:pt x="1625" y="600"/>
                </a:lnTo>
                <a:lnTo>
                  <a:pt x="1625" y="600"/>
                </a:lnTo>
                <a:lnTo>
                  <a:pt x="1625" y="599"/>
                </a:lnTo>
                <a:lnTo>
                  <a:pt x="1626" y="603"/>
                </a:lnTo>
                <a:lnTo>
                  <a:pt x="1627" y="601"/>
                </a:lnTo>
                <a:lnTo>
                  <a:pt x="1627" y="601"/>
                </a:lnTo>
                <a:lnTo>
                  <a:pt x="1628" y="600"/>
                </a:lnTo>
                <a:lnTo>
                  <a:pt x="1629" y="603"/>
                </a:lnTo>
                <a:lnTo>
                  <a:pt x="1629" y="603"/>
                </a:lnTo>
                <a:lnTo>
                  <a:pt x="1629" y="603"/>
                </a:lnTo>
                <a:lnTo>
                  <a:pt x="1630" y="602"/>
                </a:lnTo>
                <a:lnTo>
                  <a:pt x="1630" y="604"/>
                </a:lnTo>
                <a:lnTo>
                  <a:pt x="1631" y="603"/>
                </a:lnTo>
                <a:lnTo>
                  <a:pt x="1631" y="603"/>
                </a:lnTo>
                <a:lnTo>
                  <a:pt x="1631" y="603"/>
                </a:lnTo>
                <a:lnTo>
                  <a:pt x="1633" y="606"/>
                </a:lnTo>
                <a:lnTo>
                  <a:pt x="1633" y="606"/>
                </a:lnTo>
                <a:lnTo>
                  <a:pt x="1634" y="605"/>
                </a:lnTo>
                <a:lnTo>
                  <a:pt x="1635" y="608"/>
                </a:lnTo>
                <a:lnTo>
                  <a:pt x="1635" y="608"/>
                </a:lnTo>
                <a:lnTo>
                  <a:pt x="1635" y="607"/>
                </a:lnTo>
                <a:lnTo>
                  <a:pt x="1637" y="610"/>
                </a:lnTo>
                <a:lnTo>
                  <a:pt x="1637" y="610"/>
                </a:lnTo>
                <a:lnTo>
                  <a:pt x="1637" y="609"/>
                </a:lnTo>
                <a:lnTo>
                  <a:pt x="1637" y="609"/>
                </a:lnTo>
                <a:lnTo>
                  <a:pt x="1639" y="612"/>
                </a:lnTo>
                <a:lnTo>
                  <a:pt x="1639" y="612"/>
                </a:lnTo>
                <a:lnTo>
                  <a:pt x="1639" y="612"/>
                </a:lnTo>
                <a:lnTo>
                  <a:pt x="1639" y="611"/>
                </a:lnTo>
                <a:lnTo>
                  <a:pt x="1640" y="614"/>
                </a:lnTo>
                <a:lnTo>
                  <a:pt x="1641" y="613"/>
                </a:lnTo>
                <a:lnTo>
                  <a:pt x="1641" y="613"/>
                </a:lnTo>
                <a:lnTo>
                  <a:pt x="1643" y="616"/>
                </a:lnTo>
                <a:lnTo>
                  <a:pt x="1643" y="616"/>
                </a:lnTo>
                <a:lnTo>
                  <a:pt x="1643" y="616"/>
                </a:lnTo>
                <a:lnTo>
                  <a:pt x="1643" y="615"/>
                </a:lnTo>
                <a:lnTo>
                  <a:pt x="1645" y="619"/>
                </a:lnTo>
                <a:lnTo>
                  <a:pt x="1645" y="617"/>
                </a:lnTo>
                <a:lnTo>
                  <a:pt x="1645" y="618"/>
                </a:lnTo>
                <a:lnTo>
                  <a:pt x="1646" y="617"/>
                </a:lnTo>
                <a:lnTo>
                  <a:pt x="1647" y="620"/>
                </a:lnTo>
                <a:lnTo>
                  <a:pt x="1647" y="619"/>
                </a:lnTo>
                <a:lnTo>
                  <a:pt x="1647" y="618"/>
                </a:lnTo>
                <a:lnTo>
                  <a:pt x="1649" y="622"/>
                </a:lnTo>
                <a:lnTo>
                  <a:pt x="1649" y="621"/>
                </a:lnTo>
                <a:lnTo>
                  <a:pt x="1649" y="621"/>
                </a:lnTo>
                <a:lnTo>
                  <a:pt x="1651" y="624"/>
                </a:lnTo>
                <a:lnTo>
                  <a:pt x="1651" y="623"/>
                </a:lnTo>
                <a:lnTo>
                  <a:pt x="1651" y="623"/>
                </a:lnTo>
                <a:lnTo>
                  <a:pt x="1651" y="623"/>
                </a:lnTo>
                <a:lnTo>
                  <a:pt x="1652" y="624"/>
                </a:lnTo>
                <a:lnTo>
                  <a:pt x="1653" y="624"/>
                </a:lnTo>
                <a:lnTo>
                  <a:pt x="1653" y="624"/>
                </a:lnTo>
                <a:lnTo>
                  <a:pt x="1653" y="623"/>
                </a:lnTo>
                <a:lnTo>
                  <a:pt x="1654" y="625"/>
                </a:lnTo>
                <a:lnTo>
                  <a:pt x="1655" y="624"/>
                </a:lnTo>
                <a:lnTo>
                  <a:pt x="1655" y="624"/>
                </a:lnTo>
                <a:lnTo>
                  <a:pt x="1655" y="624"/>
                </a:lnTo>
                <a:lnTo>
                  <a:pt x="1657" y="626"/>
                </a:lnTo>
                <a:lnTo>
                  <a:pt x="1657" y="624"/>
                </a:lnTo>
                <a:lnTo>
                  <a:pt x="1657" y="625"/>
                </a:lnTo>
                <a:lnTo>
                  <a:pt x="1659" y="627"/>
                </a:lnTo>
                <a:lnTo>
                  <a:pt x="1659" y="626"/>
                </a:lnTo>
                <a:lnTo>
                  <a:pt x="1659" y="626"/>
                </a:lnTo>
                <a:lnTo>
                  <a:pt x="1659" y="625"/>
                </a:lnTo>
                <a:lnTo>
                  <a:pt x="1660" y="627"/>
                </a:lnTo>
                <a:lnTo>
                  <a:pt x="1661" y="627"/>
                </a:lnTo>
                <a:lnTo>
                  <a:pt x="1661" y="627"/>
                </a:lnTo>
                <a:lnTo>
                  <a:pt x="1662" y="626"/>
                </a:lnTo>
                <a:lnTo>
                  <a:pt x="1663" y="629"/>
                </a:lnTo>
                <a:lnTo>
                  <a:pt x="1663" y="627"/>
                </a:lnTo>
                <a:lnTo>
                  <a:pt x="1663" y="628"/>
                </a:lnTo>
                <a:lnTo>
                  <a:pt x="1663" y="627"/>
                </a:lnTo>
                <a:lnTo>
                  <a:pt x="1664" y="629"/>
                </a:lnTo>
                <a:lnTo>
                  <a:pt x="1665" y="627"/>
                </a:lnTo>
                <a:lnTo>
                  <a:pt x="1665" y="627"/>
                </a:lnTo>
                <a:lnTo>
                  <a:pt x="1665" y="627"/>
                </a:lnTo>
                <a:lnTo>
                  <a:pt x="1666" y="629"/>
                </a:lnTo>
                <a:lnTo>
                  <a:pt x="1667" y="628"/>
                </a:lnTo>
                <a:lnTo>
                  <a:pt x="1667" y="629"/>
                </a:lnTo>
                <a:lnTo>
                  <a:pt x="1667" y="628"/>
                </a:lnTo>
                <a:lnTo>
                  <a:pt x="1669" y="630"/>
                </a:lnTo>
                <a:lnTo>
                  <a:pt x="1669" y="629"/>
                </a:lnTo>
                <a:lnTo>
                  <a:pt x="1669" y="629"/>
                </a:lnTo>
                <a:lnTo>
                  <a:pt x="1670" y="628"/>
                </a:lnTo>
                <a:lnTo>
                  <a:pt x="1671" y="630"/>
                </a:lnTo>
                <a:lnTo>
                  <a:pt x="1671" y="630"/>
                </a:lnTo>
                <a:lnTo>
                  <a:pt x="1671" y="630"/>
                </a:lnTo>
                <a:lnTo>
                  <a:pt x="1672" y="630"/>
                </a:lnTo>
                <a:lnTo>
                  <a:pt x="1673" y="628"/>
                </a:lnTo>
                <a:lnTo>
                  <a:pt x="1673" y="629"/>
                </a:lnTo>
                <a:lnTo>
                  <a:pt x="1673" y="629"/>
                </a:lnTo>
                <a:lnTo>
                  <a:pt x="1674" y="628"/>
                </a:lnTo>
                <a:lnTo>
                  <a:pt x="1675" y="630"/>
                </a:lnTo>
                <a:lnTo>
                  <a:pt x="1675" y="629"/>
                </a:lnTo>
                <a:lnTo>
                  <a:pt x="1675" y="629"/>
                </a:lnTo>
                <a:lnTo>
                  <a:pt x="1676" y="630"/>
                </a:lnTo>
                <a:lnTo>
                  <a:pt x="1676" y="627"/>
                </a:lnTo>
                <a:lnTo>
                  <a:pt x="1677" y="628"/>
                </a:lnTo>
                <a:lnTo>
                  <a:pt x="1677" y="628"/>
                </a:lnTo>
                <a:lnTo>
                  <a:pt x="1677" y="629"/>
                </a:lnTo>
                <a:lnTo>
                  <a:pt x="1679" y="626"/>
                </a:lnTo>
                <a:lnTo>
                  <a:pt x="1679" y="626"/>
                </a:lnTo>
                <a:lnTo>
                  <a:pt x="1679" y="626"/>
                </a:lnTo>
                <a:lnTo>
                  <a:pt x="1680" y="627"/>
                </a:lnTo>
                <a:lnTo>
                  <a:pt x="1680" y="625"/>
                </a:lnTo>
                <a:lnTo>
                  <a:pt x="1681" y="625"/>
                </a:lnTo>
                <a:lnTo>
                  <a:pt x="1681" y="625"/>
                </a:lnTo>
                <a:lnTo>
                  <a:pt x="1682" y="625"/>
                </a:lnTo>
                <a:lnTo>
                  <a:pt x="1682" y="624"/>
                </a:lnTo>
                <a:lnTo>
                  <a:pt x="1683" y="624"/>
                </a:lnTo>
                <a:lnTo>
                  <a:pt x="1683" y="624"/>
                </a:lnTo>
                <a:lnTo>
                  <a:pt x="1684" y="626"/>
                </a:lnTo>
                <a:lnTo>
                  <a:pt x="1685" y="624"/>
                </a:lnTo>
                <a:lnTo>
                  <a:pt x="1685" y="624"/>
                </a:lnTo>
                <a:lnTo>
                  <a:pt x="1685" y="624"/>
                </a:lnTo>
                <a:lnTo>
                  <a:pt x="1686" y="625"/>
                </a:lnTo>
                <a:lnTo>
                  <a:pt x="1687" y="623"/>
                </a:lnTo>
                <a:lnTo>
                  <a:pt x="1687" y="623"/>
                </a:lnTo>
                <a:lnTo>
                  <a:pt x="1687" y="624"/>
                </a:lnTo>
                <a:lnTo>
                  <a:pt x="1687" y="624"/>
                </a:lnTo>
                <a:lnTo>
                  <a:pt x="1689" y="621"/>
                </a:lnTo>
                <a:lnTo>
                  <a:pt x="1689" y="622"/>
                </a:lnTo>
                <a:lnTo>
                  <a:pt x="1689" y="621"/>
                </a:lnTo>
                <a:lnTo>
                  <a:pt x="1690" y="621"/>
                </a:lnTo>
                <a:lnTo>
                  <a:pt x="1691" y="618"/>
                </a:lnTo>
                <a:lnTo>
                  <a:pt x="1691" y="618"/>
                </a:lnTo>
                <a:lnTo>
                  <a:pt x="1691" y="618"/>
                </a:lnTo>
                <a:lnTo>
                  <a:pt x="1691" y="620"/>
                </a:lnTo>
                <a:lnTo>
                  <a:pt x="1693" y="617"/>
                </a:lnTo>
                <a:lnTo>
                  <a:pt x="1693" y="618"/>
                </a:lnTo>
                <a:lnTo>
                  <a:pt x="1693" y="618"/>
                </a:lnTo>
                <a:lnTo>
                  <a:pt x="1694" y="615"/>
                </a:lnTo>
                <a:lnTo>
                  <a:pt x="1695" y="616"/>
                </a:lnTo>
                <a:lnTo>
                  <a:pt x="1695" y="616"/>
                </a:lnTo>
                <a:lnTo>
                  <a:pt x="1695" y="616"/>
                </a:lnTo>
                <a:lnTo>
                  <a:pt x="1697" y="613"/>
                </a:lnTo>
                <a:lnTo>
                  <a:pt x="1697" y="614"/>
                </a:lnTo>
                <a:lnTo>
                  <a:pt x="1697" y="614"/>
                </a:lnTo>
                <a:lnTo>
                  <a:pt x="1699" y="610"/>
                </a:lnTo>
                <a:lnTo>
                  <a:pt x="1699" y="610"/>
                </a:lnTo>
                <a:lnTo>
                  <a:pt x="1699" y="610"/>
                </a:lnTo>
                <a:lnTo>
                  <a:pt x="1700" y="610"/>
                </a:lnTo>
                <a:lnTo>
                  <a:pt x="1700" y="608"/>
                </a:lnTo>
                <a:lnTo>
                  <a:pt x="1701" y="609"/>
                </a:lnTo>
                <a:lnTo>
                  <a:pt x="1701" y="609"/>
                </a:lnTo>
                <a:lnTo>
                  <a:pt x="1701" y="609"/>
                </a:lnTo>
                <a:lnTo>
                  <a:pt x="1703" y="606"/>
                </a:lnTo>
                <a:lnTo>
                  <a:pt x="1703" y="606"/>
                </a:lnTo>
                <a:lnTo>
                  <a:pt x="1703" y="606"/>
                </a:lnTo>
                <a:lnTo>
                  <a:pt x="1703" y="606"/>
                </a:lnTo>
                <a:lnTo>
                  <a:pt x="1705" y="603"/>
                </a:lnTo>
                <a:lnTo>
                  <a:pt x="1705" y="603"/>
                </a:lnTo>
                <a:lnTo>
                  <a:pt x="1705" y="603"/>
                </a:lnTo>
                <a:lnTo>
                  <a:pt x="1707" y="600"/>
                </a:lnTo>
                <a:lnTo>
                  <a:pt x="1707" y="599"/>
                </a:lnTo>
                <a:lnTo>
                  <a:pt x="1707" y="601"/>
                </a:lnTo>
                <a:lnTo>
                  <a:pt x="1709" y="596"/>
                </a:lnTo>
                <a:lnTo>
                  <a:pt x="1709" y="597"/>
                </a:lnTo>
                <a:lnTo>
                  <a:pt x="1709" y="597"/>
                </a:lnTo>
                <a:lnTo>
                  <a:pt x="1710" y="597"/>
                </a:lnTo>
                <a:lnTo>
                  <a:pt x="1711" y="592"/>
                </a:lnTo>
                <a:lnTo>
                  <a:pt x="1711" y="592"/>
                </a:lnTo>
                <a:lnTo>
                  <a:pt x="1711" y="593"/>
                </a:lnTo>
                <a:lnTo>
                  <a:pt x="1713" y="589"/>
                </a:lnTo>
                <a:lnTo>
                  <a:pt x="1713" y="590"/>
                </a:lnTo>
                <a:lnTo>
                  <a:pt x="1713" y="590"/>
                </a:lnTo>
                <a:lnTo>
                  <a:pt x="1713" y="590"/>
                </a:lnTo>
                <a:lnTo>
                  <a:pt x="1715" y="585"/>
                </a:lnTo>
                <a:lnTo>
                  <a:pt x="1715" y="585"/>
                </a:lnTo>
                <a:lnTo>
                  <a:pt x="1715" y="585"/>
                </a:lnTo>
                <a:lnTo>
                  <a:pt x="1715" y="586"/>
                </a:lnTo>
                <a:lnTo>
                  <a:pt x="1717" y="580"/>
                </a:lnTo>
                <a:lnTo>
                  <a:pt x="1717" y="581"/>
                </a:lnTo>
                <a:lnTo>
                  <a:pt x="1717" y="581"/>
                </a:lnTo>
                <a:lnTo>
                  <a:pt x="1717" y="581"/>
                </a:lnTo>
                <a:lnTo>
                  <a:pt x="1719" y="578"/>
                </a:lnTo>
                <a:lnTo>
                  <a:pt x="1719" y="578"/>
                </a:lnTo>
                <a:lnTo>
                  <a:pt x="1721" y="573"/>
                </a:lnTo>
                <a:lnTo>
                  <a:pt x="1721" y="573"/>
                </a:lnTo>
                <a:lnTo>
                  <a:pt x="1721" y="574"/>
                </a:lnTo>
                <a:lnTo>
                  <a:pt x="1723" y="568"/>
                </a:lnTo>
                <a:lnTo>
                  <a:pt x="1723" y="568"/>
                </a:lnTo>
                <a:lnTo>
                  <a:pt x="1723" y="568"/>
                </a:lnTo>
                <a:lnTo>
                  <a:pt x="1723" y="569"/>
                </a:lnTo>
                <a:lnTo>
                  <a:pt x="1725" y="562"/>
                </a:lnTo>
                <a:lnTo>
                  <a:pt x="1725" y="562"/>
                </a:lnTo>
                <a:lnTo>
                  <a:pt x="1725" y="562"/>
                </a:lnTo>
                <a:lnTo>
                  <a:pt x="1727" y="557"/>
                </a:lnTo>
                <a:lnTo>
                  <a:pt x="1727" y="557"/>
                </a:lnTo>
                <a:lnTo>
                  <a:pt x="1728" y="557"/>
                </a:lnTo>
                <a:lnTo>
                  <a:pt x="1729" y="553"/>
                </a:lnTo>
                <a:lnTo>
                  <a:pt x="1729" y="552"/>
                </a:lnTo>
                <a:lnTo>
                  <a:pt x="1729" y="553"/>
                </a:lnTo>
                <a:lnTo>
                  <a:pt x="1731" y="548"/>
                </a:lnTo>
                <a:lnTo>
                  <a:pt x="1731" y="548"/>
                </a:lnTo>
                <a:lnTo>
                  <a:pt x="1731" y="548"/>
                </a:lnTo>
                <a:lnTo>
                  <a:pt x="1732" y="548"/>
                </a:lnTo>
                <a:lnTo>
                  <a:pt x="1733" y="542"/>
                </a:lnTo>
                <a:lnTo>
                  <a:pt x="1733" y="542"/>
                </a:lnTo>
                <a:lnTo>
                  <a:pt x="1733" y="542"/>
                </a:lnTo>
                <a:lnTo>
                  <a:pt x="1735" y="538"/>
                </a:lnTo>
                <a:lnTo>
                  <a:pt x="1735" y="537"/>
                </a:lnTo>
                <a:lnTo>
                  <a:pt x="1735" y="538"/>
                </a:lnTo>
                <a:lnTo>
                  <a:pt x="1737" y="533"/>
                </a:lnTo>
                <a:lnTo>
                  <a:pt x="1737" y="533"/>
                </a:lnTo>
                <a:lnTo>
                  <a:pt x="1737" y="533"/>
                </a:lnTo>
                <a:lnTo>
                  <a:pt x="1739" y="528"/>
                </a:lnTo>
                <a:lnTo>
                  <a:pt x="1739" y="527"/>
                </a:lnTo>
                <a:lnTo>
                  <a:pt x="1741" y="521"/>
                </a:lnTo>
                <a:lnTo>
                  <a:pt x="1741" y="521"/>
                </a:lnTo>
                <a:lnTo>
                  <a:pt x="1741" y="521"/>
                </a:lnTo>
                <a:lnTo>
                  <a:pt x="1741" y="522"/>
                </a:lnTo>
                <a:lnTo>
                  <a:pt x="1743" y="517"/>
                </a:lnTo>
                <a:lnTo>
                  <a:pt x="1743" y="516"/>
                </a:lnTo>
                <a:lnTo>
                  <a:pt x="1745" y="512"/>
                </a:lnTo>
                <a:lnTo>
                  <a:pt x="1745" y="512"/>
                </a:lnTo>
                <a:lnTo>
                  <a:pt x="1745" y="511"/>
                </a:lnTo>
                <a:lnTo>
                  <a:pt x="1745" y="512"/>
                </a:lnTo>
                <a:lnTo>
                  <a:pt x="1747" y="506"/>
                </a:lnTo>
                <a:lnTo>
                  <a:pt x="1747" y="506"/>
                </a:lnTo>
                <a:lnTo>
                  <a:pt x="1747" y="506"/>
                </a:lnTo>
                <a:lnTo>
                  <a:pt x="1747" y="506"/>
                </a:lnTo>
                <a:lnTo>
                  <a:pt x="1749" y="501"/>
                </a:lnTo>
                <a:lnTo>
                  <a:pt x="1749" y="500"/>
                </a:lnTo>
                <a:lnTo>
                  <a:pt x="1749" y="501"/>
                </a:lnTo>
                <a:lnTo>
                  <a:pt x="1751" y="495"/>
                </a:lnTo>
                <a:lnTo>
                  <a:pt x="1751" y="495"/>
                </a:lnTo>
                <a:lnTo>
                  <a:pt x="1751" y="495"/>
                </a:lnTo>
                <a:lnTo>
                  <a:pt x="1753" y="488"/>
                </a:lnTo>
                <a:lnTo>
                  <a:pt x="1753" y="489"/>
                </a:lnTo>
                <a:lnTo>
                  <a:pt x="1753" y="489"/>
                </a:lnTo>
                <a:lnTo>
                  <a:pt x="1755" y="483"/>
                </a:lnTo>
                <a:lnTo>
                  <a:pt x="1755" y="483"/>
                </a:lnTo>
                <a:lnTo>
                  <a:pt x="1755" y="483"/>
                </a:lnTo>
                <a:lnTo>
                  <a:pt x="1757" y="477"/>
                </a:lnTo>
                <a:lnTo>
                  <a:pt x="1757" y="477"/>
                </a:lnTo>
                <a:lnTo>
                  <a:pt x="1757" y="477"/>
                </a:lnTo>
                <a:lnTo>
                  <a:pt x="1759" y="471"/>
                </a:lnTo>
                <a:lnTo>
                  <a:pt x="1759" y="471"/>
                </a:lnTo>
                <a:lnTo>
                  <a:pt x="1759" y="471"/>
                </a:lnTo>
                <a:lnTo>
                  <a:pt x="1761" y="465"/>
                </a:lnTo>
                <a:lnTo>
                  <a:pt x="1761" y="465"/>
                </a:lnTo>
                <a:lnTo>
                  <a:pt x="1761" y="465"/>
                </a:lnTo>
                <a:lnTo>
                  <a:pt x="1763" y="459"/>
                </a:lnTo>
                <a:lnTo>
                  <a:pt x="1763" y="460"/>
                </a:lnTo>
                <a:lnTo>
                  <a:pt x="1763" y="460"/>
                </a:lnTo>
                <a:lnTo>
                  <a:pt x="1763" y="461"/>
                </a:lnTo>
                <a:lnTo>
                  <a:pt x="1765" y="452"/>
                </a:lnTo>
                <a:lnTo>
                  <a:pt x="1765" y="453"/>
                </a:lnTo>
                <a:lnTo>
                  <a:pt x="1766" y="453"/>
                </a:lnTo>
                <a:lnTo>
                  <a:pt x="1767" y="446"/>
                </a:lnTo>
                <a:lnTo>
                  <a:pt x="1767" y="446"/>
                </a:lnTo>
                <a:lnTo>
                  <a:pt x="1767" y="446"/>
                </a:lnTo>
                <a:lnTo>
                  <a:pt x="1769" y="440"/>
                </a:lnTo>
                <a:lnTo>
                  <a:pt x="1769" y="441"/>
                </a:lnTo>
                <a:lnTo>
                  <a:pt x="1769" y="440"/>
                </a:lnTo>
                <a:lnTo>
                  <a:pt x="1771" y="435"/>
                </a:lnTo>
                <a:lnTo>
                  <a:pt x="1771" y="436"/>
                </a:lnTo>
                <a:lnTo>
                  <a:pt x="1771" y="436"/>
                </a:lnTo>
                <a:lnTo>
                  <a:pt x="1773" y="429"/>
                </a:lnTo>
                <a:lnTo>
                  <a:pt x="1773" y="429"/>
                </a:lnTo>
                <a:lnTo>
                  <a:pt x="1773" y="429"/>
                </a:lnTo>
                <a:lnTo>
                  <a:pt x="1773" y="429"/>
                </a:lnTo>
                <a:lnTo>
                  <a:pt x="1775" y="423"/>
                </a:lnTo>
                <a:lnTo>
                  <a:pt x="1775" y="423"/>
                </a:lnTo>
                <a:lnTo>
                  <a:pt x="1775" y="423"/>
                </a:lnTo>
                <a:lnTo>
                  <a:pt x="1775" y="423"/>
                </a:lnTo>
                <a:lnTo>
                  <a:pt x="1777" y="417"/>
                </a:lnTo>
                <a:lnTo>
                  <a:pt x="1777" y="417"/>
                </a:lnTo>
                <a:lnTo>
                  <a:pt x="1779" y="411"/>
                </a:lnTo>
                <a:lnTo>
                  <a:pt x="1779" y="411"/>
                </a:lnTo>
                <a:lnTo>
                  <a:pt x="1779" y="411"/>
                </a:lnTo>
                <a:lnTo>
                  <a:pt x="1779" y="411"/>
                </a:lnTo>
                <a:lnTo>
                  <a:pt x="1781" y="406"/>
                </a:lnTo>
                <a:lnTo>
                  <a:pt x="1781" y="406"/>
                </a:lnTo>
                <a:lnTo>
                  <a:pt x="1781" y="406"/>
                </a:lnTo>
                <a:lnTo>
                  <a:pt x="1783" y="399"/>
                </a:lnTo>
                <a:lnTo>
                  <a:pt x="1783" y="399"/>
                </a:lnTo>
                <a:lnTo>
                  <a:pt x="1783" y="399"/>
                </a:lnTo>
                <a:lnTo>
                  <a:pt x="1785" y="394"/>
                </a:lnTo>
                <a:lnTo>
                  <a:pt x="1785" y="395"/>
                </a:lnTo>
                <a:lnTo>
                  <a:pt x="1785" y="394"/>
                </a:lnTo>
                <a:lnTo>
                  <a:pt x="1787" y="389"/>
                </a:lnTo>
                <a:lnTo>
                  <a:pt x="1787" y="389"/>
                </a:lnTo>
                <a:lnTo>
                  <a:pt x="1787" y="390"/>
                </a:lnTo>
                <a:lnTo>
                  <a:pt x="1789" y="384"/>
                </a:lnTo>
                <a:lnTo>
                  <a:pt x="1789" y="384"/>
                </a:lnTo>
                <a:lnTo>
                  <a:pt x="1789" y="384"/>
                </a:lnTo>
                <a:lnTo>
                  <a:pt x="1791" y="379"/>
                </a:lnTo>
                <a:lnTo>
                  <a:pt x="1791" y="379"/>
                </a:lnTo>
                <a:lnTo>
                  <a:pt x="1791" y="379"/>
                </a:lnTo>
                <a:lnTo>
                  <a:pt x="1793" y="374"/>
                </a:lnTo>
                <a:lnTo>
                  <a:pt x="1793" y="374"/>
                </a:lnTo>
                <a:lnTo>
                  <a:pt x="1793" y="374"/>
                </a:lnTo>
                <a:lnTo>
                  <a:pt x="1795" y="369"/>
                </a:lnTo>
                <a:lnTo>
                  <a:pt x="1795" y="370"/>
                </a:lnTo>
                <a:lnTo>
                  <a:pt x="1795" y="370"/>
                </a:lnTo>
                <a:lnTo>
                  <a:pt x="1797" y="365"/>
                </a:lnTo>
                <a:lnTo>
                  <a:pt x="1797" y="365"/>
                </a:lnTo>
                <a:lnTo>
                  <a:pt x="1797" y="365"/>
                </a:lnTo>
                <a:lnTo>
                  <a:pt x="1797" y="365"/>
                </a:lnTo>
                <a:lnTo>
                  <a:pt x="1799" y="360"/>
                </a:lnTo>
                <a:lnTo>
                  <a:pt x="1799" y="361"/>
                </a:lnTo>
                <a:lnTo>
                  <a:pt x="1799" y="361"/>
                </a:lnTo>
                <a:lnTo>
                  <a:pt x="1799" y="361"/>
                </a:lnTo>
                <a:lnTo>
                  <a:pt x="1801" y="357"/>
                </a:lnTo>
                <a:lnTo>
                  <a:pt x="1801" y="357"/>
                </a:lnTo>
                <a:lnTo>
                  <a:pt x="1801" y="357"/>
                </a:lnTo>
                <a:lnTo>
                  <a:pt x="1803" y="353"/>
                </a:lnTo>
                <a:lnTo>
                  <a:pt x="1803" y="353"/>
                </a:lnTo>
                <a:lnTo>
                  <a:pt x="1804" y="354"/>
                </a:lnTo>
                <a:lnTo>
                  <a:pt x="1805" y="350"/>
                </a:lnTo>
                <a:lnTo>
                  <a:pt x="1805" y="350"/>
                </a:lnTo>
                <a:lnTo>
                  <a:pt x="1806" y="351"/>
                </a:lnTo>
                <a:lnTo>
                  <a:pt x="1807" y="347"/>
                </a:lnTo>
                <a:lnTo>
                  <a:pt x="1807" y="347"/>
                </a:lnTo>
                <a:lnTo>
                  <a:pt x="1807" y="347"/>
                </a:lnTo>
                <a:lnTo>
                  <a:pt x="1807" y="348"/>
                </a:lnTo>
                <a:lnTo>
                  <a:pt x="1809" y="344"/>
                </a:lnTo>
                <a:lnTo>
                  <a:pt x="1809" y="345"/>
                </a:lnTo>
                <a:lnTo>
                  <a:pt x="1809" y="345"/>
                </a:lnTo>
                <a:lnTo>
                  <a:pt x="1811" y="341"/>
                </a:lnTo>
                <a:lnTo>
                  <a:pt x="1811" y="342"/>
                </a:lnTo>
                <a:lnTo>
                  <a:pt x="1811" y="342"/>
                </a:lnTo>
                <a:lnTo>
                  <a:pt x="1812" y="342"/>
                </a:lnTo>
                <a:lnTo>
                  <a:pt x="1813" y="340"/>
                </a:lnTo>
                <a:lnTo>
                  <a:pt x="1813" y="340"/>
                </a:lnTo>
                <a:lnTo>
                  <a:pt x="1813" y="341"/>
                </a:lnTo>
                <a:lnTo>
                  <a:pt x="1815" y="338"/>
                </a:lnTo>
                <a:lnTo>
                  <a:pt x="1815" y="339"/>
                </a:lnTo>
                <a:lnTo>
                  <a:pt x="1815" y="338"/>
                </a:lnTo>
                <a:lnTo>
                  <a:pt x="1816" y="338"/>
                </a:lnTo>
                <a:lnTo>
                  <a:pt x="1817" y="335"/>
                </a:lnTo>
                <a:lnTo>
                  <a:pt x="1817" y="337"/>
                </a:lnTo>
                <a:lnTo>
                  <a:pt x="1817" y="336"/>
                </a:lnTo>
                <a:lnTo>
                  <a:pt x="1819" y="333"/>
                </a:lnTo>
                <a:lnTo>
                  <a:pt x="1819" y="334"/>
                </a:lnTo>
                <a:lnTo>
                  <a:pt x="1819" y="334"/>
                </a:lnTo>
                <a:lnTo>
                  <a:pt x="1820" y="332"/>
                </a:lnTo>
                <a:lnTo>
                  <a:pt x="1821" y="334"/>
                </a:lnTo>
                <a:lnTo>
                  <a:pt x="1821" y="334"/>
                </a:lnTo>
                <a:lnTo>
                  <a:pt x="1822" y="334"/>
                </a:lnTo>
                <a:lnTo>
                  <a:pt x="1823" y="332"/>
                </a:lnTo>
                <a:lnTo>
                  <a:pt x="1823" y="332"/>
                </a:lnTo>
                <a:lnTo>
                  <a:pt x="1824" y="331"/>
                </a:lnTo>
                <a:lnTo>
                  <a:pt x="1825" y="333"/>
                </a:lnTo>
                <a:lnTo>
                  <a:pt x="1825" y="331"/>
                </a:lnTo>
                <a:lnTo>
                  <a:pt x="1825" y="332"/>
                </a:lnTo>
                <a:lnTo>
                  <a:pt x="1827" y="330"/>
                </a:lnTo>
                <a:lnTo>
                  <a:pt x="1827" y="332"/>
                </a:lnTo>
                <a:lnTo>
                  <a:pt x="1827" y="332"/>
                </a:lnTo>
                <a:lnTo>
                  <a:pt x="1827" y="332"/>
                </a:lnTo>
                <a:lnTo>
                  <a:pt x="1827" y="332"/>
                </a:lnTo>
                <a:lnTo>
                  <a:pt x="1829" y="330"/>
                </a:lnTo>
                <a:lnTo>
                  <a:pt x="1829" y="330"/>
                </a:lnTo>
                <a:lnTo>
                  <a:pt x="1829" y="330"/>
                </a:lnTo>
                <a:lnTo>
                  <a:pt x="1830" y="329"/>
                </a:lnTo>
                <a:lnTo>
                  <a:pt x="1830" y="331"/>
                </a:lnTo>
                <a:lnTo>
                  <a:pt x="1831" y="331"/>
                </a:lnTo>
                <a:lnTo>
                  <a:pt x="1831" y="331"/>
                </a:lnTo>
                <a:lnTo>
                  <a:pt x="1832" y="329"/>
                </a:lnTo>
                <a:lnTo>
                  <a:pt x="1832" y="331"/>
                </a:lnTo>
                <a:lnTo>
                  <a:pt x="1833" y="330"/>
                </a:lnTo>
                <a:lnTo>
                  <a:pt x="1833" y="330"/>
                </a:lnTo>
                <a:lnTo>
                  <a:pt x="1833" y="331"/>
                </a:lnTo>
                <a:lnTo>
                  <a:pt x="1835" y="329"/>
                </a:lnTo>
                <a:lnTo>
                  <a:pt x="1835" y="330"/>
                </a:lnTo>
                <a:lnTo>
                  <a:pt x="1835" y="330"/>
                </a:lnTo>
                <a:lnTo>
                  <a:pt x="1837" y="331"/>
                </a:lnTo>
                <a:lnTo>
                  <a:pt x="1837" y="329"/>
                </a:lnTo>
                <a:lnTo>
                  <a:pt x="1837" y="330"/>
                </a:lnTo>
                <a:lnTo>
                  <a:pt x="1837" y="330"/>
                </a:lnTo>
                <a:lnTo>
                  <a:pt x="1837" y="329"/>
                </a:lnTo>
                <a:lnTo>
                  <a:pt x="1838" y="332"/>
                </a:lnTo>
                <a:lnTo>
                  <a:pt x="1839" y="331"/>
                </a:lnTo>
                <a:lnTo>
                  <a:pt x="1839" y="331"/>
                </a:lnTo>
                <a:lnTo>
                  <a:pt x="1840" y="330"/>
                </a:lnTo>
                <a:lnTo>
                  <a:pt x="1841" y="332"/>
                </a:lnTo>
                <a:lnTo>
                  <a:pt x="1841" y="332"/>
                </a:lnTo>
                <a:lnTo>
                  <a:pt x="1841" y="332"/>
                </a:lnTo>
                <a:lnTo>
                  <a:pt x="1841" y="332"/>
                </a:lnTo>
                <a:lnTo>
                  <a:pt x="1843" y="335"/>
                </a:lnTo>
                <a:lnTo>
                  <a:pt x="1843" y="334"/>
                </a:lnTo>
                <a:lnTo>
                  <a:pt x="1843" y="334"/>
                </a:lnTo>
                <a:lnTo>
                  <a:pt x="1844" y="332"/>
                </a:lnTo>
                <a:lnTo>
                  <a:pt x="1844" y="335"/>
                </a:lnTo>
                <a:lnTo>
                  <a:pt x="1845" y="335"/>
                </a:lnTo>
                <a:lnTo>
                  <a:pt x="1846" y="335"/>
                </a:lnTo>
                <a:lnTo>
                  <a:pt x="1847" y="333"/>
                </a:lnTo>
                <a:lnTo>
                  <a:pt x="1847" y="335"/>
                </a:lnTo>
                <a:lnTo>
                  <a:pt x="1847" y="335"/>
                </a:lnTo>
                <a:lnTo>
                  <a:pt x="1847" y="335"/>
                </a:lnTo>
                <a:lnTo>
                  <a:pt x="1848" y="335"/>
                </a:lnTo>
                <a:lnTo>
                  <a:pt x="1849" y="336"/>
                </a:lnTo>
                <a:lnTo>
                  <a:pt x="1849" y="335"/>
                </a:lnTo>
                <a:lnTo>
                  <a:pt x="1849" y="336"/>
                </a:lnTo>
                <a:lnTo>
                  <a:pt x="1850" y="335"/>
                </a:lnTo>
                <a:lnTo>
                  <a:pt x="1851" y="338"/>
                </a:lnTo>
                <a:lnTo>
                  <a:pt x="1851" y="337"/>
                </a:lnTo>
                <a:lnTo>
                  <a:pt x="1852" y="338"/>
                </a:lnTo>
                <a:lnTo>
                  <a:pt x="1852" y="337"/>
                </a:lnTo>
                <a:lnTo>
                  <a:pt x="1853" y="339"/>
                </a:lnTo>
                <a:lnTo>
                  <a:pt x="1853" y="338"/>
                </a:lnTo>
                <a:lnTo>
                  <a:pt x="1853" y="338"/>
                </a:lnTo>
                <a:lnTo>
                  <a:pt x="1854" y="341"/>
                </a:lnTo>
                <a:lnTo>
                  <a:pt x="1855" y="341"/>
                </a:lnTo>
                <a:lnTo>
                  <a:pt x="1855" y="341"/>
                </a:lnTo>
                <a:lnTo>
                  <a:pt x="1856" y="340"/>
                </a:lnTo>
                <a:lnTo>
                  <a:pt x="1857" y="342"/>
                </a:lnTo>
                <a:lnTo>
                  <a:pt x="1857" y="341"/>
                </a:lnTo>
                <a:lnTo>
                  <a:pt x="1857" y="341"/>
                </a:lnTo>
                <a:lnTo>
                  <a:pt x="1859" y="343"/>
                </a:lnTo>
                <a:lnTo>
                  <a:pt x="1859" y="343"/>
                </a:lnTo>
                <a:lnTo>
                  <a:pt x="1859" y="342"/>
                </a:lnTo>
                <a:lnTo>
                  <a:pt x="1859" y="342"/>
                </a:lnTo>
                <a:lnTo>
                  <a:pt x="1861" y="345"/>
                </a:lnTo>
                <a:lnTo>
                  <a:pt x="1861" y="344"/>
                </a:lnTo>
                <a:lnTo>
                  <a:pt x="1861" y="344"/>
                </a:lnTo>
                <a:lnTo>
                  <a:pt x="1862" y="344"/>
                </a:lnTo>
                <a:lnTo>
                  <a:pt x="1863" y="346"/>
                </a:lnTo>
                <a:lnTo>
                  <a:pt x="1863" y="346"/>
                </a:lnTo>
                <a:lnTo>
                  <a:pt x="1863" y="346"/>
                </a:lnTo>
                <a:lnTo>
                  <a:pt x="1864" y="345"/>
                </a:lnTo>
                <a:lnTo>
                  <a:pt x="1865" y="348"/>
                </a:lnTo>
                <a:lnTo>
                  <a:pt x="1865" y="347"/>
                </a:lnTo>
                <a:lnTo>
                  <a:pt x="1865" y="346"/>
                </a:lnTo>
                <a:lnTo>
                  <a:pt x="1865" y="346"/>
                </a:lnTo>
                <a:lnTo>
                  <a:pt x="1867" y="349"/>
                </a:lnTo>
                <a:lnTo>
                  <a:pt x="1867" y="350"/>
                </a:lnTo>
                <a:lnTo>
                  <a:pt x="1868" y="348"/>
                </a:lnTo>
                <a:lnTo>
                  <a:pt x="1869" y="350"/>
                </a:lnTo>
                <a:lnTo>
                  <a:pt x="1869" y="349"/>
                </a:lnTo>
                <a:lnTo>
                  <a:pt x="1870" y="349"/>
                </a:lnTo>
                <a:lnTo>
                  <a:pt x="1871" y="348"/>
                </a:lnTo>
                <a:lnTo>
                  <a:pt x="1871" y="350"/>
                </a:lnTo>
                <a:lnTo>
                  <a:pt x="1871" y="349"/>
                </a:lnTo>
                <a:lnTo>
                  <a:pt x="1871" y="349"/>
                </a:lnTo>
                <a:lnTo>
                  <a:pt x="1872" y="348"/>
                </a:lnTo>
                <a:lnTo>
                  <a:pt x="1873" y="350"/>
                </a:lnTo>
                <a:lnTo>
                  <a:pt x="1873" y="349"/>
                </a:lnTo>
                <a:lnTo>
                  <a:pt x="1873" y="349"/>
                </a:lnTo>
                <a:lnTo>
                  <a:pt x="1873" y="349"/>
                </a:lnTo>
                <a:lnTo>
                  <a:pt x="1874" y="350"/>
                </a:lnTo>
                <a:lnTo>
                  <a:pt x="1875" y="350"/>
                </a:lnTo>
                <a:lnTo>
                  <a:pt x="1876" y="350"/>
                </a:lnTo>
                <a:lnTo>
                  <a:pt x="1877" y="348"/>
                </a:lnTo>
                <a:lnTo>
                  <a:pt x="1877" y="349"/>
                </a:lnTo>
                <a:lnTo>
                  <a:pt x="1877" y="350"/>
                </a:lnTo>
                <a:lnTo>
                  <a:pt x="1878" y="350"/>
                </a:lnTo>
                <a:lnTo>
                  <a:pt x="1879" y="348"/>
                </a:lnTo>
                <a:lnTo>
                  <a:pt x="1879" y="349"/>
                </a:lnTo>
                <a:lnTo>
                  <a:pt x="1879" y="349"/>
                </a:lnTo>
                <a:lnTo>
                  <a:pt x="1880" y="350"/>
                </a:lnTo>
                <a:lnTo>
                  <a:pt x="1881" y="347"/>
                </a:lnTo>
                <a:lnTo>
                  <a:pt x="1881" y="348"/>
                </a:lnTo>
                <a:lnTo>
                  <a:pt x="1881" y="348"/>
                </a:lnTo>
                <a:lnTo>
                  <a:pt x="1882" y="349"/>
                </a:lnTo>
                <a:lnTo>
                  <a:pt x="1883" y="346"/>
                </a:lnTo>
                <a:lnTo>
                  <a:pt x="1883" y="347"/>
                </a:lnTo>
                <a:lnTo>
                  <a:pt x="1883" y="347"/>
                </a:lnTo>
                <a:lnTo>
                  <a:pt x="1883" y="347"/>
                </a:lnTo>
                <a:lnTo>
                  <a:pt x="1885" y="344"/>
                </a:lnTo>
                <a:lnTo>
                  <a:pt x="1885" y="345"/>
                </a:lnTo>
                <a:lnTo>
                  <a:pt x="1885" y="345"/>
                </a:lnTo>
                <a:lnTo>
                  <a:pt x="1887" y="343"/>
                </a:lnTo>
                <a:lnTo>
                  <a:pt x="1887" y="343"/>
                </a:lnTo>
                <a:lnTo>
                  <a:pt x="1888" y="344"/>
                </a:lnTo>
                <a:lnTo>
                  <a:pt x="1888" y="344"/>
                </a:lnTo>
                <a:lnTo>
                  <a:pt x="1889" y="342"/>
                </a:lnTo>
                <a:lnTo>
                  <a:pt x="1889" y="342"/>
                </a:lnTo>
                <a:lnTo>
                  <a:pt x="1889" y="343"/>
                </a:lnTo>
                <a:lnTo>
                  <a:pt x="1890" y="343"/>
                </a:lnTo>
                <a:lnTo>
                  <a:pt x="1890" y="341"/>
                </a:lnTo>
                <a:lnTo>
                  <a:pt x="1891" y="341"/>
                </a:lnTo>
                <a:lnTo>
                  <a:pt x="1891" y="341"/>
                </a:lnTo>
                <a:lnTo>
                  <a:pt x="1891" y="342"/>
                </a:lnTo>
                <a:lnTo>
                  <a:pt x="1893" y="339"/>
                </a:lnTo>
                <a:lnTo>
                  <a:pt x="1893" y="340"/>
                </a:lnTo>
                <a:lnTo>
                  <a:pt x="1894" y="339"/>
                </a:lnTo>
                <a:lnTo>
                  <a:pt x="1895" y="335"/>
                </a:lnTo>
                <a:lnTo>
                  <a:pt x="1895" y="336"/>
                </a:lnTo>
                <a:lnTo>
                  <a:pt x="1895" y="336"/>
                </a:lnTo>
                <a:lnTo>
                  <a:pt x="1895" y="337"/>
                </a:lnTo>
                <a:lnTo>
                  <a:pt x="1897" y="334"/>
                </a:lnTo>
                <a:lnTo>
                  <a:pt x="1897" y="335"/>
                </a:lnTo>
                <a:lnTo>
                  <a:pt x="1897" y="334"/>
                </a:lnTo>
                <a:lnTo>
                  <a:pt x="1898" y="335"/>
                </a:lnTo>
                <a:lnTo>
                  <a:pt x="1899" y="331"/>
                </a:lnTo>
                <a:lnTo>
                  <a:pt x="1899" y="331"/>
                </a:lnTo>
                <a:lnTo>
                  <a:pt x="1899" y="331"/>
                </a:lnTo>
                <a:lnTo>
                  <a:pt x="1900" y="332"/>
                </a:lnTo>
                <a:lnTo>
                  <a:pt x="1901" y="329"/>
                </a:lnTo>
                <a:lnTo>
                  <a:pt x="1901" y="329"/>
                </a:lnTo>
                <a:lnTo>
                  <a:pt x="1901" y="330"/>
                </a:lnTo>
                <a:lnTo>
                  <a:pt x="1903" y="326"/>
                </a:lnTo>
                <a:lnTo>
                  <a:pt x="1903" y="326"/>
                </a:lnTo>
                <a:lnTo>
                  <a:pt x="1904" y="328"/>
                </a:lnTo>
                <a:lnTo>
                  <a:pt x="1905" y="322"/>
                </a:lnTo>
                <a:lnTo>
                  <a:pt x="1905" y="323"/>
                </a:lnTo>
                <a:lnTo>
                  <a:pt x="1906" y="323"/>
                </a:lnTo>
                <a:lnTo>
                  <a:pt x="1906" y="323"/>
                </a:lnTo>
                <a:lnTo>
                  <a:pt x="1908" y="321"/>
                </a:lnTo>
                <a:lnTo>
                  <a:pt x="1908" y="321"/>
                </a:lnTo>
                <a:lnTo>
                  <a:pt x="1908" y="322"/>
                </a:lnTo>
                <a:lnTo>
                  <a:pt x="1909" y="317"/>
                </a:lnTo>
                <a:lnTo>
                  <a:pt x="1909" y="318"/>
                </a:lnTo>
                <a:lnTo>
                  <a:pt x="1909" y="318"/>
                </a:lnTo>
                <a:lnTo>
                  <a:pt x="1911" y="314"/>
                </a:lnTo>
                <a:lnTo>
                  <a:pt x="1912" y="314"/>
                </a:lnTo>
                <a:lnTo>
                  <a:pt x="1912" y="315"/>
                </a:lnTo>
                <a:lnTo>
                  <a:pt x="1913" y="312"/>
                </a:lnTo>
                <a:lnTo>
                  <a:pt x="1914" y="312"/>
                </a:lnTo>
                <a:lnTo>
                  <a:pt x="1914" y="312"/>
                </a:lnTo>
                <a:lnTo>
                  <a:pt x="1914" y="312"/>
                </a:lnTo>
                <a:lnTo>
                  <a:pt x="1915" y="308"/>
                </a:lnTo>
                <a:lnTo>
                  <a:pt x="1915" y="309"/>
                </a:lnTo>
                <a:lnTo>
                  <a:pt x="1915" y="308"/>
                </a:lnTo>
                <a:lnTo>
                  <a:pt x="1916" y="309"/>
                </a:lnTo>
                <a:lnTo>
                  <a:pt x="1917" y="305"/>
                </a:lnTo>
                <a:lnTo>
                  <a:pt x="1917" y="307"/>
                </a:lnTo>
                <a:lnTo>
                  <a:pt x="1918" y="307"/>
                </a:lnTo>
                <a:lnTo>
                  <a:pt x="1918" y="307"/>
                </a:lnTo>
                <a:lnTo>
                  <a:pt x="1920" y="302"/>
                </a:lnTo>
                <a:lnTo>
                  <a:pt x="1920" y="302"/>
                </a:lnTo>
                <a:lnTo>
                  <a:pt x="1920" y="303"/>
                </a:lnTo>
                <a:lnTo>
                  <a:pt x="1920" y="303"/>
                </a:lnTo>
                <a:lnTo>
                  <a:pt x="1921" y="301"/>
                </a:lnTo>
                <a:lnTo>
                  <a:pt x="1921" y="302"/>
                </a:lnTo>
                <a:lnTo>
                  <a:pt x="1921" y="302"/>
                </a:lnTo>
                <a:lnTo>
                  <a:pt x="1921" y="302"/>
                </a:lnTo>
                <a:lnTo>
                  <a:pt x="1923" y="298"/>
                </a:lnTo>
                <a:lnTo>
                  <a:pt x="1923" y="298"/>
                </a:lnTo>
                <a:lnTo>
                  <a:pt x="1924" y="300"/>
                </a:lnTo>
                <a:lnTo>
                  <a:pt x="1925" y="296"/>
                </a:lnTo>
                <a:lnTo>
                  <a:pt x="1926" y="297"/>
                </a:lnTo>
                <a:lnTo>
                  <a:pt x="1926" y="297"/>
                </a:lnTo>
                <a:lnTo>
                  <a:pt x="1927" y="294"/>
                </a:lnTo>
                <a:lnTo>
                  <a:pt x="1927" y="294"/>
                </a:lnTo>
                <a:lnTo>
                  <a:pt x="1927" y="294"/>
                </a:lnTo>
                <a:lnTo>
                  <a:pt x="1929" y="295"/>
                </a:lnTo>
                <a:lnTo>
                  <a:pt x="1929" y="291"/>
                </a:lnTo>
                <a:lnTo>
                  <a:pt x="1929" y="291"/>
                </a:lnTo>
                <a:lnTo>
                  <a:pt x="1930" y="292"/>
                </a:lnTo>
                <a:lnTo>
                  <a:pt x="1930" y="293"/>
                </a:lnTo>
                <a:lnTo>
                  <a:pt x="1931" y="289"/>
                </a:lnTo>
                <a:lnTo>
                  <a:pt x="1932" y="290"/>
                </a:lnTo>
                <a:lnTo>
                  <a:pt x="1932" y="290"/>
                </a:lnTo>
                <a:lnTo>
                  <a:pt x="1933" y="288"/>
                </a:lnTo>
                <a:lnTo>
                  <a:pt x="1933" y="288"/>
                </a:lnTo>
                <a:lnTo>
                  <a:pt x="1933" y="288"/>
                </a:lnTo>
                <a:lnTo>
                  <a:pt x="1933" y="288"/>
                </a:lnTo>
                <a:lnTo>
                  <a:pt x="1935" y="285"/>
                </a:lnTo>
                <a:lnTo>
                  <a:pt x="1935" y="285"/>
                </a:lnTo>
                <a:lnTo>
                  <a:pt x="1936" y="285"/>
                </a:lnTo>
                <a:lnTo>
                  <a:pt x="1936" y="286"/>
                </a:lnTo>
                <a:lnTo>
                  <a:pt x="1937" y="283"/>
                </a:lnTo>
                <a:lnTo>
                  <a:pt x="1938" y="284"/>
                </a:lnTo>
                <a:lnTo>
                  <a:pt x="1938" y="284"/>
                </a:lnTo>
                <a:lnTo>
                  <a:pt x="1938" y="284"/>
                </a:lnTo>
                <a:lnTo>
                  <a:pt x="1939" y="282"/>
                </a:lnTo>
                <a:lnTo>
                  <a:pt x="1939" y="283"/>
                </a:lnTo>
                <a:lnTo>
                  <a:pt x="1939" y="282"/>
                </a:lnTo>
                <a:lnTo>
                  <a:pt x="1940" y="282"/>
                </a:lnTo>
                <a:lnTo>
                  <a:pt x="1941" y="280"/>
                </a:lnTo>
                <a:lnTo>
                  <a:pt x="1941" y="280"/>
                </a:lnTo>
                <a:lnTo>
                  <a:pt x="1941" y="280"/>
                </a:lnTo>
                <a:lnTo>
                  <a:pt x="1942" y="280"/>
                </a:lnTo>
                <a:lnTo>
                  <a:pt x="1944" y="277"/>
                </a:lnTo>
                <a:lnTo>
                  <a:pt x="1944" y="278"/>
                </a:lnTo>
                <a:lnTo>
                  <a:pt x="1944" y="278"/>
                </a:lnTo>
                <a:lnTo>
                  <a:pt x="1944" y="278"/>
                </a:lnTo>
                <a:lnTo>
                  <a:pt x="1945" y="274"/>
                </a:lnTo>
                <a:lnTo>
                  <a:pt x="1945" y="275"/>
                </a:lnTo>
                <a:lnTo>
                  <a:pt x="1945" y="276"/>
                </a:lnTo>
                <a:lnTo>
                  <a:pt x="1945" y="276"/>
                </a:lnTo>
                <a:lnTo>
                  <a:pt x="1947" y="273"/>
                </a:lnTo>
                <a:lnTo>
                  <a:pt x="1947" y="274"/>
                </a:lnTo>
                <a:lnTo>
                  <a:pt x="1948" y="273"/>
                </a:lnTo>
                <a:lnTo>
                  <a:pt x="1948" y="274"/>
                </a:lnTo>
                <a:lnTo>
                  <a:pt x="1949" y="270"/>
                </a:lnTo>
                <a:lnTo>
                  <a:pt x="1950" y="271"/>
                </a:lnTo>
                <a:lnTo>
                  <a:pt x="1950" y="271"/>
                </a:lnTo>
                <a:lnTo>
                  <a:pt x="1951" y="268"/>
                </a:lnTo>
                <a:lnTo>
                  <a:pt x="1951" y="268"/>
                </a:lnTo>
                <a:lnTo>
                  <a:pt x="1951" y="269"/>
                </a:lnTo>
                <a:lnTo>
                  <a:pt x="1952" y="269"/>
                </a:lnTo>
                <a:lnTo>
                  <a:pt x="1953" y="266"/>
                </a:lnTo>
                <a:lnTo>
                  <a:pt x="1953" y="266"/>
                </a:lnTo>
                <a:lnTo>
                  <a:pt x="1954" y="266"/>
                </a:lnTo>
                <a:lnTo>
                  <a:pt x="1954" y="267"/>
                </a:lnTo>
                <a:lnTo>
                  <a:pt x="1955" y="264"/>
                </a:lnTo>
                <a:lnTo>
                  <a:pt x="1956" y="266"/>
                </a:lnTo>
                <a:lnTo>
                  <a:pt x="1956" y="266"/>
                </a:lnTo>
                <a:lnTo>
                  <a:pt x="1957" y="262"/>
                </a:lnTo>
                <a:lnTo>
                  <a:pt x="1957" y="263"/>
                </a:lnTo>
                <a:lnTo>
                  <a:pt x="1957" y="263"/>
                </a:lnTo>
                <a:lnTo>
                  <a:pt x="1958" y="263"/>
                </a:lnTo>
                <a:lnTo>
                  <a:pt x="1959" y="261"/>
                </a:lnTo>
                <a:lnTo>
                  <a:pt x="1959" y="263"/>
                </a:lnTo>
                <a:lnTo>
                  <a:pt x="1960" y="262"/>
                </a:lnTo>
                <a:lnTo>
                  <a:pt x="1962" y="260"/>
                </a:lnTo>
                <a:lnTo>
                  <a:pt x="1962" y="260"/>
                </a:lnTo>
                <a:lnTo>
                  <a:pt x="1962" y="261"/>
                </a:lnTo>
                <a:lnTo>
                  <a:pt x="1963" y="259"/>
                </a:lnTo>
                <a:lnTo>
                  <a:pt x="1963" y="260"/>
                </a:lnTo>
                <a:lnTo>
                  <a:pt x="1963" y="260"/>
                </a:lnTo>
                <a:lnTo>
                  <a:pt x="1965" y="256"/>
                </a:lnTo>
                <a:lnTo>
                  <a:pt x="1965" y="257"/>
                </a:lnTo>
                <a:lnTo>
                  <a:pt x="1965" y="257"/>
                </a:lnTo>
                <a:lnTo>
                  <a:pt x="1966" y="258"/>
                </a:lnTo>
                <a:lnTo>
                  <a:pt x="1967" y="256"/>
                </a:lnTo>
                <a:lnTo>
                  <a:pt x="1968" y="256"/>
                </a:lnTo>
                <a:lnTo>
                  <a:pt x="1968" y="256"/>
                </a:lnTo>
                <a:lnTo>
                  <a:pt x="1968" y="257"/>
                </a:lnTo>
                <a:lnTo>
                  <a:pt x="1969" y="255"/>
                </a:lnTo>
                <a:lnTo>
                  <a:pt x="1969" y="255"/>
                </a:lnTo>
                <a:lnTo>
                  <a:pt x="1969" y="255"/>
                </a:lnTo>
                <a:lnTo>
                  <a:pt x="1970" y="256"/>
                </a:lnTo>
                <a:lnTo>
                  <a:pt x="1971" y="253"/>
                </a:lnTo>
                <a:lnTo>
                  <a:pt x="1971" y="253"/>
                </a:lnTo>
                <a:lnTo>
                  <a:pt x="1972" y="253"/>
                </a:lnTo>
                <a:lnTo>
                  <a:pt x="1972" y="254"/>
                </a:lnTo>
                <a:lnTo>
                  <a:pt x="1974" y="251"/>
                </a:lnTo>
                <a:lnTo>
                  <a:pt x="1974" y="252"/>
                </a:lnTo>
                <a:lnTo>
                  <a:pt x="1974" y="252"/>
                </a:lnTo>
                <a:lnTo>
                  <a:pt x="1976" y="247"/>
                </a:lnTo>
                <a:lnTo>
                  <a:pt x="1976" y="249"/>
                </a:lnTo>
                <a:lnTo>
                  <a:pt x="1976" y="249"/>
                </a:lnTo>
                <a:lnTo>
                  <a:pt x="1976" y="249"/>
                </a:lnTo>
                <a:lnTo>
                  <a:pt x="1977" y="247"/>
                </a:lnTo>
                <a:lnTo>
                  <a:pt x="1977" y="247"/>
                </a:lnTo>
                <a:lnTo>
                  <a:pt x="1978" y="247"/>
                </a:lnTo>
                <a:lnTo>
                  <a:pt x="1978" y="247"/>
                </a:lnTo>
                <a:lnTo>
                  <a:pt x="1979" y="246"/>
                </a:lnTo>
                <a:lnTo>
                  <a:pt x="1980" y="246"/>
                </a:lnTo>
                <a:lnTo>
                  <a:pt x="1980" y="246"/>
                </a:lnTo>
                <a:lnTo>
                  <a:pt x="1980" y="246"/>
                </a:lnTo>
                <a:lnTo>
                  <a:pt x="1982" y="243"/>
                </a:lnTo>
                <a:lnTo>
                  <a:pt x="1982" y="243"/>
                </a:lnTo>
                <a:lnTo>
                  <a:pt x="1982" y="244"/>
                </a:lnTo>
                <a:lnTo>
                  <a:pt x="1983" y="241"/>
                </a:lnTo>
                <a:lnTo>
                  <a:pt x="1983" y="241"/>
                </a:lnTo>
                <a:lnTo>
                  <a:pt x="1983" y="242"/>
                </a:lnTo>
                <a:lnTo>
                  <a:pt x="1984" y="242"/>
                </a:lnTo>
                <a:lnTo>
                  <a:pt x="1986" y="239"/>
                </a:lnTo>
                <a:lnTo>
                  <a:pt x="1986" y="239"/>
                </a:lnTo>
                <a:lnTo>
                  <a:pt x="1986" y="240"/>
                </a:lnTo>
                <a:lnTo>
                  <a:pt x="1988" y="235"/>
                </a:lnTo>
                <a:lnTo>
                  <a:pt x="1988" y="235"/>
                </a:lnTo>
                <a:lnTo>
                  <a:pt x="1988" y="235"/>
                </a:lnTo>
                <a:lnTo>
                  <a:pt x="1988" y="235"/>
                </a:lnTo>
                <a:lnTo>
                  <a:pt x="1989" y="232"/>
                </a:lnTo>
                <a:lnTo>
                  <a:pt x="1989" y="232"/>
                </a:lnTo>
                <a:lnTo>
                  <a:pt x="1990" y="232"/>
                </a:lnTo>
                <a:lnTo>
                  <a:pt x="1990" y="232"/>
                </a:lnTo>
                <a:lnTo>
                  <a:pt x="1992" y="228"/>
                </a:lnTo>
                <a:lnTo>
                  <a:pt x="1992" y="228"/>
                </a:lnTo>
                <a:lnTo>
                  <a:pt x="1992" y="229"/>
                </a:lnTo>
                <a:lnTo>
                  <a:pt x="1994" y="227"/>
                </a:lnTo>
                <a:lnTo>
                  <a:pt x="1994" y="227"/>
                </a:lnTo>
                <a:lnTo>
                  <a:pt x="1994" y="227"/>
                </a:lnTo>
                <a:lnTo>
                  <a:pt x="1994" y="227"/>
                </a:lnTo>
                <a:lnTo>
                  <a:pt x="1995" y="223"/>
                </a:lnTo>
                <a:lnTo>
                  <a:pt x="1996" y="223"/>
                </a:lnTo>
                <a:lnTo>
                  <a:pt x="1996" y="225"/>
                </a:lnTo>
                <a:lnTo>
                  <a:pt x="1997" y="219"/>
                </a:lnTo>
                <a:lnTo>
                  <a:pt x="1998" y="219"/>
                </a:lnTo>
                <a:lnTo>
                  <a:pt x="1998" y="219"/>
                </a:lnTo>
                <a:lnTo>
                  <a:pt x="1998" y="220"/>
                </a:lnTo>
                <a:lnTo>
                  <a:pt x="2000" y="216"/>
                </a:lnTo>
                <a:lnTo>
                  <a:pt x="2000" y="216"/>
                </a:lnTo>
                <a:lnTo>
                  <a:pt x="2000" y="216"/>
                </a:lnTo>
                <a:lnTo>
                  <a:pt x="2000" y="217"/>
                </a:lnTo>
                <a:lnTo>
                  <a:pt x="2001" y="213"/>
                </a:lnTo>
                <a:lnTo>
                  <a:pt x="2001" y="214"/>
                </a:lnTo>
                <a:lnTo>
                  <a:pt x="2002" y="214"/>
                </a:lnTo>
                <a:lnTo>
                  <a:pt x="2004" y="210"/>
                </a:lnTo>
                <a:lnTo>
                  <a:pt x="2004" y="209"/>
                </a:lnTo>
                <a:lnTo>
                  <a:pt x="2004" y="210"/>
                </a:lnTo>
                <a:lnTo>
                  <a:pt x="2006" y="205"/>
                </a:lnTo>
                <a:lnTo>
                  <a:pt x="2006" y="206"/>
                </a:lnTo>
                <a:lnTo>
                  <a:pt x="2006" y="207"/>
                </a:lnTo>
                <a:lnTo>
                  <a:pt x="2007" y="202"/>
                </a:lnTo>
                <a:lnTo>
                  <a:pt x="2007" y="203"/>
                </a:lnTo>
                <a:lnTo>
                  <a:pt x="2007" y="202"/>
                </a:lnTo>
                <a:lnTo>
                  <a:pt x="2009" y="197"/>
                </a:lnTo>
                <a:lnTo>
                  <a:pt x="2010" y="199"/>
                </a:lnTo>
                <a:lnTo>
                  <a:pt x="2010" y="198"/>
                </a:lnTo>
                <a:lnTo>
                  <a:pt x="2010" y="199"/>
                </a:lnTo>
                <a:lnTo>
                  <a:pt x="2012" y="193"/>
                </a:lnTo>
                <a:lnTo>
                  <a:pt x="2012" y="193"/>
                </a:lnTo>
                <a:lnTo>
                  <a:pt x="2012" y="194"/>
                </a:lnTo>
                <a:lnTo>
                  <a:pt x="2013" y="190"/>
                </a:lnTo>
                <a:lnTo>
                  <a:pt x="2013" y="190"/>
                </a:lnTo>
                <a:lnTo>
                  <a:pt x="2014" y="190"/>
                </a:lnTo>
                <a:lnTo>
                  <a:pt x="2016" y="185"/>
                </a:lnTo>
                <a:lnTo>
                  <a:pt x="2016" y="184"/>
                </a:lnTo>
                <a:lnTo>
                  <a:pt x="2016" y="185"/>
                </a:lnTo>
                <a:lnTo>
                  <a:pt x="2018" y="180"/>
                </a:lnTo>
                <a:lnTo>
                  <a:pt x="2018" y="181"/>
                </a:lnTo>
                <a:lnTo>
                  <a:pt x="2018" y="181"/>
                </a:lnTo>
                <a:lnTo>
                  <a:pt x="2018" y="181"/>
                </a:lnTo>
                <a:lnTo>
                  <a:pt x="2019" y="176"/>
                </a:lnTo>
                <a:lnTo>
                  <a:pt x="2019" y="176"/>
                </a:lnTo>
                <a:lnTo>
                  <a:pt x="2020" y="176"/>
                </a:lnTo>
                <a:lnTo>
                  <a:pt x="2020" y="177"/>
                </a:lnTo>
                <a:lnTo>
                  <a:pt x="2021" y="173"/>
                </a:lnTo>
                <a:lnTo>
                  <a:pt x="2022" y="173"/>
                </a:lnTo>
                <a:lnTo>
                  <a:pt x="2022" y="172"/>
                </a:lnTo>
                <a:lnTo>
                  <a:pt x="2022" y="173"/>
                </a:lnTo>
                <a:lnTo>
                  <a:pt x="2024" y="169"/>
                </a:lnTo>
                <a:lnTo>
                  <a:pt x="2024" y="170"/>
                </a:lnTo>
                <a:lnTo>
                  <a:pt x="2024" y="170"/>
                </a:lnTo>
                <a:lnTo>
                  <a:pt x="2025" y="164"/>
                </a:lnTo>
                <a:lnTo>
                  <a:pt x="2025" y="165"/>
                </a:lnTo>
                <a:lnTo>
                  <a:pt x="2025" y="165"/>
                </a:lnTo>
                <a:lnTo>
                  <a:pt x="2026" y="165"/>
                </a:lnTo>
                <a:lnTo>
                  <a:pt x="2028" y="161"/>
                </a:lnTo>
                <a:lnTo>
                  <a:pt x="2028" y="162"/>
                </a:lnTo>
                <a:lnTo>
                  <a:pt x="2028" y="162"/>
                </a:lnTo>
                <a:lnTo>
                  <a:pt x="2028" y="162"/>
                </a:lnTo>
                <a:lnTo>
                  <a:pt x="2030" y="158"/>
                </a:lnTo>
                <a:lnTo>
                  <a:pt x="2030" y="159"/>
                </a:lnTo>
                <a:lnTo>
                  <a:pt x="2030" y="159"/>
                </a:lnTo>
                <a:lnTo>
                  <a:pt x="2031" y="155"/>
                </a:lnTo>
                <a:lnTo>
                  <a:pt x="2031" y="156"/>
                </a:lnTo>
                <a:lnTo>
                  <a:pt x="2032" y="156"/>
                </a:lnTo>
                <a:lnTo>
                  <a:pt x="2032" y="156"/>
                </a:lnTo>
                <a:lnTo>
                  <a:pt x="2034" y="152"/>
                </a:lnTo>
                <a:lnTo>
                  <a:pt x="2034" y="152"/>
                </a:lnTo>
                <a:lnTo>
                  <a:pt x="2034" y="153"/>
                </a:lnTo>
                <a:lnTo>
                  <a:pt x="2036" y="148"/>
                </a:lnTo>
                <a:lnTo>
                  <a:pt x="2036" y="149"/>
                </a:lnTo>
                <a:lnTo>
                  <a:pt x="2036" y="149"/>
                </a:lnTo>
                <a:lnTo>
                  <a:pt x="2037" y="146"/>
                </a:lnTo>
                <a:lnTo>
                  <a:pt x="2037" y="146"/>
                </a:lnTo>
                <a:lnTo>
                  <a:pt x="2038" y="146"/>
                </a:lnTo>
                <a:lnTo>
                  <a:pt x="2038" y="146"/>
                </a:lnTo>
                <a:lnTo>
                  <a:pt x="2040" y="142"/>
                </a:lnTo>
                <a:lnTo>
                  <a:pt x="2040" y="142"/>
                </a:lnTo>
                <a:lnTo>
                  <a:pt x="2040" y="143"/>
                </a:lnTo>
                <a:lnTo>
                  <a:pt x="2042" y="138"/>
                </a:lnTo>
                <a:lnTo>
                  <a:pt x="2042" y="139"/>
                </a:lnTo>
                <a:lnTo>
                  <a:pt x="2042" y="140"/>
                </a:lnTo>
                <a:lnTo>
                  <a:pt x="2044" y="137"/>
                </a:lnTo>
                <a:lnTo>
                  <a:pt x="2044" y="137"/>
                </a:lnTo>
                <a:lnTo>
                  <a:pt x="2044" y="137"/>
                </a:lnTo>
                <a:lnTo>
                  <a:pt x="2045" y="137"/>
                </a:lnTo>
                <a:lnTo>
                  <a:pt x="2046" y="136"/>
                </a:lnTo>
                <a:lnTo>
                  <a:pt x="2046" y="136"/>
                </a:lnTo>
                <a:lnTo>
                  <a:pt x="2046" y="137"/>
                </a:lnTo>
                <a:lnTo>
                  <a:pt x="2047" y="132"/>
                </a:lnTo>
                <a:lnTo>
                  <a:pt x="2048" y="134"/>
                </a:lnTo>
                <a:lnTo>
                  <a:pt x="2048" y="134"/>
                </a:lnTo>
                <a:lnTo>
                  <a:pt x="2048" y="135"/>
                </a:lnTo>
                <a:lnTo>
                  <a:pt x="2050" y="131"/>
                </a:lnTo>
                <a:lnTo>
                  <a:pt x="2050" y="132"/>
                </a:lnTo>
                <a:lnTo>
                  <a:pt x="2050" y="131"/>
                </a:lnTo>
                <a:lnTo>
                  <a:pt x="2050" y="132"/>
                </a:lnTo>
                <a:lnTo>
                  <a:pt x="2052" y="131"/>
                </a:lnTo>
                <a:lnTo>
                  <a:pt x="2052" y="131"/>
                </a:lnTo>
                <a:lnTo>
                  <a:pt x="2052" y="130"/>
                </a:lnTo>
                <a:lnTo>
                  <a:pt x="2052" y="131"/>
                </a:lnTo>
                <a:lnTo>
                  <a:pt x="2053" y="129"/>
                </a:lnTo>
                <a:lnTo>
                  <a:pt x="2054" y="129"/>
                </a:lnTo>
                <a:lnTo>
                  <a:pt x="2054" y="129"/>
                </a:lnTo>
                <a:lnTo>
                  <a:pt x="2054" y="131"/>
                </a:lnTo>
                <a:lnTo>
                  <a:pt x="2055" y="128"/>
                </a:lnTo>
                <a:lnTo>
                  <a:pt x="2056" y="130"/>
                </a:lnTo>
                <a:lnTo>
                  <a:pt x="2056" y="130"/>
                </a:lnTo>
                <a:lnTo>
                  <a:pt x="2057" y="127"/>
                </a:lnTo>
                <a:lnTo>
                  <a:pt x="2058" y="127"/>
                </a:lnTo>
                <a:lnTo>
                  <a:pt x="2058" y="127"/>
                </a:lnTo>
                <a:lnTo>
                  <a:pt x="2059" y="129"/>
                </a:lnTo>
                <a:lnTo>
                  <a:pt x="2059" y="127"/>
                </a:lnTo>
                <a:lnTo>
                  <a:pt x="2060" y="127"/>
                </a:lnTo>
                <a:lnTo>
                  <a:pt x="2060" y="127"/>
                </a:lnTo>
                <a:lnTo>
                  <a:pt x="2060" y="126"/>
                </a:lnTo>
                <a:lnTo>
                  <a:pt x="2061" y="128"/>
                </a:lnTo>
                <a:lnTo>
                  <a:pt x="2062" y="127"/>
                </a:lnTo>
                <a:lnTo>
                  <a:pt x="2062" y="126"/>
                </a:lnTo>
                <a:lnTo>
                  <a:pt x="2063" y="129"/>
                </a:lnTo>
                <a:lnTo>
                  <a:pt x="2064" y="128"/>
                </a:lnTo>
                <a:lnTo>
                  <a:pt x="2064" y="128"/>
                </a:lnTo>
                <a:lnTo>
                  <a:pt x="2064" y="127"/>
                </a:lnTo>
                <a:lnTo>
                  <a:pt x="2066" y="130"/>
                </a:lnTo>
                <a:lnTo>
                  <a:pt x="2066" y="129"/>
                </a:lnTo>
                <a:lnTo>
                  <a:pt x="2066" y="129"/>
                </a:lnTo>
                <a:lnTo>
                  <a:pt x="2066" y="129"/>
                </a:lnTo>
                <a:lnTo>
                  <a:pt x="2067" y="131"/>
                </a:lnTo>
                <a:lnTo>
                  <a:pt x="2068" y="131"/>
                </a:lnTo>
                <a:lnTo>
                  <a:pt x="2068" y="131"/>
                </a:lnTo>
                <a:lnTo>
                  <a:pt x="2068" y="130"/>
                </a:lnTo>
                <a:lnTo>
                  <a:pt x="2069" y="132"/>
                </a:lnTo>
                <a:lnTo>
                  <a:pt x="2070" y="131"/>
                </a:lnTo>
                <a:lnTo>
                  <a:pt x="2070" y="131"/>
                </a:lnTo>
                <a:lnTo>
                  <a:pt x="2070" y="130"/>
                </a:lnTo>
                <a:lnTo>
                  <a:pt x="2072" y="133"/>
                </a:lnTo>
                <a:lnTo>
                  <a:pt x="2072" y="133"/>
                </a:lnTo>
                <a:lnTo>
                  <a:pt x="2072" y="133"/>
                </a:lnTo>
                <a:lnTo>
                  <a:pt x="2072" y="132"/>
                </a:lnTo>
                <a:lnTo>
                  <a:pt x="2074" y="137"/>
                </a:lnTo>
                <a:lnTo>
                  <a:pt x="2074" y="136"/>
                </a:lnTo>
                <a:lnTo>
                  <a:pt x="2074" y="136"/>
                </a:lnTo>
                <a:lnTo>
                  <a:pt x="2076" y="139"/>
                </a:lnTo>
                <a:lnTo>
                  <a:pt x="2076" y="139"/>
                </a:lnTo>
                <a:lnTo>
                  <a:pt x="2076" y="138"/>
                </a:lnTo>
                <a:lnTo>
                  <a:pt x="2078" y="141"/>
                </a:lnTo>
                <a:lnTo>
                  <a:pt x="2078" y="141"/>
                </a:lnTo>
                <a:lnTo>
                  <a:pt x="2078" y="140"/>
                </a:lnTo>
                <a:lnTo>
                  <a:pt x="2080" y="144"/>
                </a:lnTo>
                <a:lnTo>
                  <a:pt x="2080" y="144"/>
                </a:lnTo>
                <a:lnTo>
                  <a:pt x="2081" y="147"/>
                </a:lnTo>
                <a:lnTo>
                  <a:pt x="2082" y="147"/>
                </a:lnTo>
                <a:lnTo>
                  <a:pt x="2082" y="148"/>
                </a:lnTo>
                <a:lnTo>
                  <a:pt x="2082" y="147"/>
                </a:lnTo>
                <a:lnTo>
                  <a:pt x="2084" y="152"/>
                </a:lnTo>
                <a:lnTo>
                  <a:pt x="2084" y="152"/>
                </a:lnTo>
                <a:lnTo>
                  <a:pt x="2084" y="152"/>
                </a:lnTo>
                <a:lnTo>
                  <a:pt x="2086" y="157"/>
                </a:lnTo>
                <a:lnTo>
                  <a:pt x="2086" y="157"/>
                </a:lnTo>
                <a:lnTo>
                  <a:pt x="2086" y="156"/>
                </a:lnTo>
                <a:lnTo>
                  <a:pt x="2086" y="156"/>
                </a:lnTo>
                <a:lnTo>
                  <a:pt x="2088" y="160"/>
                </a:lnTo>
                <a:lnTo>
                  <a:pt x="2088" y="160"/>
                </a:lnTo>
                <a:lnTo>
                  <a:pt x="2088" y="159"/>
                </a:lnTo>
                <a:lnTo>
                  <a:pt x="2090" y="165"/>
                </a:lnTo>
                <a:lnTo>
                  <a:pt x="2090" y="165"/>
                </a:lnTo>
                <a:lnTo>
                  <a:pt x="2090" y="164"/>
                </a:lnTo>
                <a:lnTo>
                  <a:pt x="2092" y="168"/>
                </a:lnTo>
                <a:lnTo>
                  <a:pt x="2092" y="168"/>
                </a:lnTo>
                <a:lnTo>
                  <a:pt x="2092" y="168"/>
                </a:lnTo>
                <a:lnTo>
                  <a:pt x="2092" y="167"/>
                </a:lnTo>
                <a:lnTo>
                  <a:pt x="2094" y="172"/>
                </a:lnTo>
                <a:lnTo>
                  <a:pt x="2094" y="172"/>
                </a:lnTo>
                <a:lnTo>
                  <a:pt x="2094" y="171"/>
                </a:lnTo>
                <a:lnTo>
                  <a:pt x="2094" y="171"/>
                </a:lnTo>
                <a:lnTo>
                  <a:pt x="2095" y="176"/>
                </a:lnTo>
                <a:lnTo>
                  <a:pt x="2096" y="176"/>
                </a:lnTo>
                <a:lnTo>
                  <a:pt x="2096" y="176"/>
                </a:lnTo>
                <a:lnTo>
                  <a:pt x="2096" y="176"/>
                </a:lnTo>
                <a:lnTo>
                  <a:pt x="2098" y="181"/>
                </a:lnTo>
                <a:lnTo>
                  <a:pt x="2098" y="181"/>
                </a:lnTo>
                <a:lnTo>
                  <a:pt x="2098" y="181"/>
                </a:lnTo>
                <a:lnTo>
                  <a:pt x="2099" y="186"/>
                </a:lnTo>
                <a:lnTo>
                  <a:pt x="2100" y="186"/>
                </a:lnTo>
                <a:lnTo>
                  <a:pt x="2100" y="186"/>
                </a:lnTo>
                <a:lnTo>
                  <a:pt x="2100" y="186"/>
                </a:lnTo>
                <a:lnTo>
                  <a:pt x="2102" y="192"/>
                </a:lnTo>
                <a:lnTo>
                  <a:pt x="2102" y="192"/>
                </a:lnTo>
                <a:lnTo>
                  <a:pt x="2102" y="191"/>
                </a:lnTo>
                <a:lnTo>
                  <a:pt x="2104" y="196"/>
                </a:lnTo>
                <a:lnTo>
                  <a:pt x="2104" y="196"/>
                </a:lnTo>
                <a:lnTo>
                  <a:pt x="2104" y="196"/>
                </a:lnTo>
                <a:lnTo>
                  <a:pt x="2106" y="202"/>
                </a:lnTo>
                <a:lnTo>
                  <a:pt x="2106" y="201"/>
                </a:lnTo>
                <a:lnTo>
                  <a:pt x="2106" y="201"/>
                </a:lnTo>
                <a:lnTo>
                  <a:pt x="2108" y="207"/>
                </a:lnTo>
                <a:lnTo>
                  <a:pt x="2108" y="206"/>
                </a:lnTo>
                <a:lnTo>
                  <a:pt x="2108" y="206"/>
                </a:lnTo>
                <a:lnTo>
                  <a:pt x="2110" y="213"/>
                </a:lnTo>
                <a:lnTo>
                  <a:pt x="2110" y="212"/>
                </a:lnTo>
                <a:lnTo>
                  <a:pt x="2110" y="213"/>
                </a:lnTo>
                <a:lnTo>
                  <a:pt x="2110" y="212"/>
                </a:lnTo>
                <a:lnTo>
                  <a:pt x="2112" y="217"/>
                </a:lnTo>
                <a:lnTo>
                  <a:pt x="2112" y="217"/>
                </a:lnTo>
                <a:lnTo>
                  <a:pt x="2112" y="217"/>
                </a:lnTo>
                <a:lnTo>
                  <a:pt x="2114" y="223"/>
                </a:lnTo>
                <a:lnTo>
                  <a:pt x="2114" y="223"/>
                </a:lnTo>
                <a:lnTo>
                  <a:pt x="2114" y="224"/>
                </a:lnTo>
                <a:lnTo>
                  <a:pt x="2116" y="229"/>
                </a:lnTo>
                <a:lnTo>
                  <a:pt x="2116" y="228"/>
                </a:lnTo>
                <a:lnTo>
                  <a:pt x="2116" y="227"/>
                </a:lnTo>
                <a:lnTo>
                  <a:pt x="2118" y="234"/>
                </a:lnTo>
                <a:lnTo>
                  <a:pt x="2118" y="234"/>
                </a:lnTo>
                <a:lnTo>
                  <a:pt x="2118" y="234"/>
                </a:lnTo>
                <a:lnTo>
                  <a:pt x="2118" y="233"/>
                </a:lnTo>
                <a:lnTo>
                  <a:pt x="2120" y="239"/>
                </a:lnTo>
                <a:lnTo>
                  <a:pt x="2120" y="239"/>
                </a:lnTo>
                <a:lnTo>
                  <a:pt x="2122" y="244"/>
                </a:lnTo>
                <a:lnTo>
                  <a:pt x="2122" y="244"/>
                </a:lnTo>
                <a:lnTo>
                  <a:pt x="2122" y="245"/>
                </a:lnTo>
                <a:lnTo>
                  <a:pt x="2122" y="245"/>
                </a:lnTo>
                <a:lnTo>
                  <a:pt x="2124" y="250"/>
                </a:lnTo>
                <a:lnTo>
                  <a:pt x="2124" y="249"/>
                </a:lnTo>
                <a:lnTo>
                  <a:pt x="2124" y="248"/>
                </a:lnTo>
                <a:lnTo>
                  <a:pt x="2124" y="248"/>
                </a:lnTo>
                <a:lnTo>
                  <a:pt x="2126" y="256"/>
                </a:lnTo>
                <a:lnTo>
                  <a:pt x="2126" y="257"/>
                </a:lnTo>
                <a:lnTo>
                  <a:pt x="2126" y="256"/>
                </a:lnTo>
                <a:lnTo>
                  <a:pt x="2128" y="261"/>
                </a:lnTo>
                <a:lnTo>
                  <a:pt x="2128" y="261"/>
                </a:lnTo>
                <a:lnTo>
                  <a:pt x="2130" y="267"/>
                </a:lnTo>
                <a:lnTo>
                  <a:pt x="2130" y="267"/>
                </a:lnTo>
                <a:lnTo>
                  <a:pt x="2130" y="267"/>
                </a:lnTo>
                <a:lnTo>
                  <a:pt x="2132" y="274"/>
                </a:lnTo>
                <a:lnTo>
                  <a:pt x="2132" y="273"/>
                </a:lnTo>
                <a:lnTo>
                  <a:pt x="2132" y="272"/>
                </a:lnTo>
                <a:lnTo>
                  <a:pt x="2134" y="279"/>
                </a:lnTo>
                <a:lnTo>
                  <a:pt x="2134" y="279"/>
                </a:lnTo>
                <a:lnTo>
                  <a:pt x="2134" y="279"/>
                </a:lnTo>
                <a:lnTo>
                  <a:pt x="2136" y="285"/>
                </a:lnTo>
                <a:lnTo>
                  <a:pt x="2136" y="285"/>
                </a:lnTo>
                <a:lnTo>
                  <a:pt x="2136" y="284"/>
                </a:lnTo>
                <a:lnTo>
                  <a:pt x="2136" y="284"/>
                </a:lnTo>
                <a:lnTo>
                  <a:pt x="2137" y="290"/>
                </a:lnTo>
                <a:lnTo>
                  <a:pt x="2138" y="290"/>
                </a:lnTo>
                <a:lnTo>
                  <a:pt x="2138" y="291"/>
                </a:lnTo>
                <a:lnTo>
                  <a:pt x="2140" y="296"/>
                </a:lnTo>
                <a:lnTo>
                  <a:pt x="2140" y="295"/>
                </a:lnTo>
                <a:lnTo>
                  <a:pt x="2140" y="296"/>
                </a:lnTo>
                <a:lnTo>
                  <a:pt x="2140" y="296"/>
                </a:lnTo>
                <a:lnTo>
                  <a:pt x="2142" y="302"/>
                </a:lnTo>
                <a:lnTo>
                  <a:pt x="2142" y="302"/>
                </a:lnTo>
                <a:lnTo>
                  <a:pt x="2142" y="301"/>
                </a:lnTo>
                <a:lnTo>
                  <a:pt x="2144" y="308"/>
                </a:lnTo>
                <a:lnTo>
                  <a:pt x="2144" y="307"/>
                </a:lnTo>
                <a:lnTo>
                  <a:pt x="2144" y="306"/>
                </a:lnTo>
                <a:lnTo>
                  <a:pt x="2146" y="312"/>
                </a:lnTo>
                <a:lnTo>
                  <a:pt x="2146" y="311"/>
                </a:lnTo>
                <a:lnTo>
                  <a:pt x="2146" y="311"/>
                </a:lnTo>
                <a:lnTo>
                  <a:pt x="2146" y="311"/>
                </a:lnTo>
                <a:lnTo>
                  <a:pt x="2148" y="316"/>
                </a:lnTo>
                <a:lnTo>
                  <a:pt x="2148" y="316"/>
                </a:lnTo>
                <a:lnTo>
                  <a:pt x="2148" y="316"/>
                </a:lnTo>
                <a:lnTo>
                  <a:pt x="2148" y="315"/>
                </a:lnTo>
                <a:lnTo>
                  <a:pt x="2150" y="320"/>
                </a:lnTo>
                <a:lnTo>
                  <a:pt x="2150" y="320"/>
                </a:lnTo>
                <a:lnTo>
                  <a:pt x="2150" y="321"/>
                </a:lnTo>
                <a:lnTo>
                  <a:pt x="2152" y="324"/>
                </a:lnTo>
                <a:lnTo>
                  <a:pt x="2152" y="325"/>
                </a:lnTo>
                <a:lnTo>
                  <a:pt x="2152" y="324"/>
                </a:lnTo>
                <a:lnTo>
                  <a:pt x="2154" y="328"/>
                </a:lnTo>
                <a:lnTo>
                  <a:pt x="2154" y="328"/>
                </a:lnTo>
                <a:lnTo>
                  <a:pt x="2154" y="327"/>
                </a:lnTo>
                <a:lnTo>
                  <a:pt x="2156" y="332"/>
                </a:lnTo>
                <a:lnTo>
                  <a:pt x="2156" y="331"/>
                </a:lnTo>
                <a:lnTo>
                  <a:pt x="2156" y="330"/>
                </a:lnTo>
                <a:lnTo>
                  <a:pt x="2158" y="334"/>
                </a:lnTo>
                <a:lnTo>
                  <a:pt x="2158" y="333"/>
                </a:lnTo>
                <a:lnTo>
                  <a:pt x="2158" y="333"/>
                </a:lnTo>
                <a:lnTo>
                  <a:pt x="2160" y="336"/>
                </a:lnTo>
                <a:lnTo>
                  <a:pt x="2160" y="336"/>
                </a:lnTo>
                <a:lnTo>
                  <a:pt x="2160" y="335"/>
                </a:lnTo>
                <a:lnTo>
                  <a:pt x="2161" y="339"/>
                </a:lnTo>
                <a:lnTo>
                  <a:pt x="2162" y="338"/>
                </a:lnTo>
                <a:lnTo>
                  <a:pt x="2162" y="338"/>
                </a:lnTo>
                <a:lnTo>
                  <a:pt x="2162" y="338"/>
                </a:lnTo>
                <a:lnTo>
                  <a:pt x="2164" y="341"/>
                </a:lnTo>
                <a:lnTo>
                  <a:pt x="2164" y="340"/>
                </a:lnTo>
                <a:lnTo>
                  <a:pt x="2164" y="339"/>
                </a:lnTo>
                <a:lnTo>
                  <a:pt x="2166" y="342"/>
                </a:lnTo>
                <a:lnTo>
                  <a:pt x="2166" y="342"/>
                </a:lnTo>
                <a:lnTo>
                  <a:pt x="2166" y="342"/>
                </a:lnTo>
                <a:lnTo>
                  <a:pt x="2166" y="342"/>
                </a:lnTo>
                <a:lnTo>
                  <a:pt x="2168" y="344"/>
                </a:lnTo>
                <a:lnTo>
                  <a:pt x="2168" y="344"/>
                </a:lnTo>
                <a:lnTo>
                  <a:pt x="2168" y="343"/>
                </a:lnTo>
                <a:lnTo>
                  <a:pt x="2170" y="346"/>
                </a:lnTo>
                <a:lnTo>
                  <a:pt x="2170" y="345"/>
                </a:lnTo>
                <a:lnTo>
                  <a:pt x="2170" y="345"/>
                </a:lnTo>
                <a:lnTo>
                  <a:pt x="2170" y="344"/>
                </a:lnTo>
                <a:lnTo>
                  <a:pt x="2171" y="346"/>
                </a:lnTo>
                <a:lnTo>
                  <a:pt x="2172" y="346"/>
                </a:lnTo>
                <a:lnTo>
                  <a:pt x="2172" y="345"/>
                </a:lnTo>
                <a:lnTo>
                  <a:pt x="2172" y="345"/>
                </a:lnTo>
                <a:lnTo>
                  <a:pt x="2173" y="347"/>
                </a:lnTo>
                <a:lnTo>
                  <a:pt x="2174" y="347"/>
                </a:lnTo>
                <a:lnTo>
                  <a:pt x="2174" y="347"/>
                </a:lnTo>
                <a:lnTo>
                  <a:pt x="2175" y="346"/>
                </a:lnTo>
                <a:lnTo>
                  <a:pt x="2176" y="348"/>
                </a:lnTo>
                <a:lnTo>
                  <a:pt x="2176" y="347"/>
                </a:lnTo>
                <a:lnTo>
                  <a:pt x="2176" y="347"/>
                </a:lnTo>
                <a:lnTo>
                  <a:pt x="2176" y="347"/>
                </a:lnTo>
                <a:lnTo>
                  <a:pt x="2178" y="349"/>
                </a:lnTo>
                <a:lnTo>
                  <a:pt x="2178" y="347"/>
                </a:lnTo>
                <a:lnTo>
                  <a:pt x="2178" y="347"/>
                </a:lnTo>
                <a:lnTo>
                  <a:pt x="2179" y="350"/>
                </a:lnTo>
                <a:lnTo>
                  <a:pt x="2180" y="349"/>
                </a:lnTo>
                <a:lnTo>
                  <a:pt x="2180" y="349"/>
                </a:lnTo>
                <a:lnTo>
                  <a:pt x="2180" y="349"/>
                </a:lnTo>
                <a:lnTo>
                  <a:pt x="2181" y="348"/>
                </a:lnTo>
                <a:lnTo>
                  <a:pt x="2182" y="349"/>
                </a:lnTo>
                <a:lnTo>
                  <a:pt x="2182" y="349"/>
                </a:lnTo>
                <a:lnTo>
                  <a:pt x="2182" y="348"/>
                </a:lnTo>
                <a:lnTo>
                  <a:pt x="2184" y="350"/>
                </a:lnTo>
                <a:lnTo>
                  <a:pt x="2184" y="350"/>
                </a:lnTo>
                <a:lnTo>
                  <a:pt x="2184" y="350"/>
                </a:lnTo>
                <a:lnTo>
                  <a:pt x="2184" y="350"/>
                </a:lnTo>
                <a:lnTo>
                  <a:pt x="2185" y="349"/>
                </a:lnTo>
                <a:lnTo>
                  <a:pt x="2186" y="350"/>
                </a:lnTo>
                <a:lnTo>
                  <a:pt x="2186" y="349"/>
                </a:lnTo>
                <a:lnTo>
                  <a:pt x="2186" y="349"/>
                </a:lnTo>
                <a:lnTo>
                  <a:pt x="2187" y="350"/>
                </a:lnTo>
                <a:lnTo>
                  <a:pt x="2188" y="349"/>
                </a:lnTo>
                <a:lnTo>
                  <a:pt x="2188" y="349"/>
                </a:lnTo>
                <a:lnTo>
                  <a:pt x="2189" y="350"/>
                </a:lnTo>
                <a:lnTo>
                  <a:pt x="2189" y="348"/>
                </a:lnTo>
                <a:lnTo>
                  <a:pt x="2190" y="349"/>
                </a:lnTo>
                <a:lnTo>
                  <a:pt x="2190" y="349"/>
                </a:lnTo>
                <a:lnTo>
                  <a:pt x="2191" y="350"/>
                </a:lnTo>
                <a:lnTo>
                  <a:pt x="2192" y="347"/>
                </a:lnTo>
                <a:lnTo>
                  <a:pt x="2192" y="347"/>
                </a:lnTo>
                <a:lnTo>
                  <a:pt x="2192" y="348"/>
                </a:lnTo>
                <a:lnTo>
                  <a:pt x="2192" y="349"/>
                </a:lnTo>
                <a:lnTo>
                  <a:pt x="2194" y="347"/>
                </a:lnTo>
                <a:lnTo>
                  <a:pt x="2194" y="348"/>
                </a:lnTo>
                <a:lnTo>
                  <a:pt x="2194" y="347"/>
                </a:lnTo>
                <a:lnTo>
                  <a:pt x="2195" y="348"/>
                </a:lnTo>
                <a:lnTo>
                  <a:pt x="2196" y="346"/>
                </a:lnTo>
                <a:lnTo>
                  <a:pt x="2196" y="347"/>
                </a:lnTo>
                <a:lnTo>
                  <a:pt x="2196" y="346"/>
                </a:lnTo>
                <a:lnTo>
                  <a:pt x="2197" y="347"/>
                </a:lnTo>
                <a:lnTo>
                  <a:pt x="2198" y="345"/>
                </a:lnTo>
                <a:lnTo>
                  <a:pt x="2198" y="345"/>
                </a:lnTo>
                <a:lnTo>
                  <a:pt x="2198" y="346"/>
                </a:lnTo>
                <a:lnTo>
                  <a:pt x="2199" y="344"/>
                </a:lnTo>
                <a:lnTo>
                  <a:pt x="2200" y="346"/>
                </a:lnTo>
                <a:lnTo>
                  <a:pt x="2200" y="344"/>
                </a:lnTo>
                <a:lnTo>
                  <a:pt x="2200" y="345"/>
                </a:lnTo>
                <a:lnTo>
                  <a:pt x="2201" y="346"/>
                </a:lnTo>
                <a:lnTo>
                  <a:pt x="2202" y="344"/>
                </a:lnTo>
                <a:lnTo>
                  <a:pt x="2202" y="344"/>
                </a:lnTo>
                <a:lnTo>
                  <a:pt x="2202" y="345"/>
                </a:lnTo>
                <a:lnTo>
                  <a:pt x="2202" y="345"/>
                </a:lnTo>
                <a:lnTo>
                  <a:pt x="2203" y="342"/>
                </a:lnTo>
                <a:lnTo>
                  <a:pt x="2204" y="344"/>
                </a:lnTo>
                <a:lnTo>
                  <a:pt x="2204" y="343"/>
                </a:lnTo>
                <a:lnTo>
                  <a:pt x="2205" y="344"/>
                </a:lnTo>
                <a:lnTo>
                  <a:pt x="2206" y="342"/>
                </a:lnTo>
                <a:lnTo>
                  <a:pt x="2206" y="344"/>
                </a:lnTo>
                <a:lnTo>
                  <a:pt x="2206" y="344"/>
                </a:lnTo>
                <a:lnTo>
                  <a:pt x="2206" y="344"/>
                </a:lnTo>
                <a:lnTo>
                  <a:pt x="2208" y="342"/>
                </a:lnTo>
                <a:lnTo>
                  <a:pt x="2208" y="343"/>
                </a:lnTo>
                <a:lnTo>
                  <a:pt x="2208" y="343"/>
                </a:lnTo>
                <a:lnTo>
                  <a:pt x="2209" y="344"/>
                </a:lnTo>
                <a:lnTo>
                  <a:pt x="2210" y="341"/>
                </a:lnTo>
                <a:lnTo>
                  <a:pt x="2210" y="341"/>
                </a:lnTo>
                <a:lnTo>
                  <a:pt x="2211" y="341"/>
                </a:lnTo>
                <a:lnTo>
                  <a:pt x="2211" y="342"/>
                </a:lnTo>
                <a:lnTo>
                  <a:pt x="2212" y="341"/>
                </a:lnTo>
                <a:lnTo>
                  <a:pt x="2212" y="340"/>
                </a:lnTo>
                <a:lnTo>
                  <a:pt x="2213" y="341"/>
                </a:lnTo>
                <a:lnTo>
                  <a:pt x="2213" y="339"/>
                </a:lnTo>
                <a:lnTo>
                  <a:pt x="2214" y="340"/>
                </a:lnTo>
                <a:lnTo>
                  <a:pt x="2214" y="340"/>
                </a:lnTo>
                <a:lnTo>
                  <a:pt x="2214" y="340"/>
                </a:lnTo>
                <a:lnTo>
                  <a:pt x="2216" y="338"/>
                </a:lnTo>
                <a:lnTo>
                  <a:pt x="2216" y="339"/>
                </a:lnTo>
                <a:lnTo>
                  <a:pt x="2216" y="339"/>
                </a:lnTo>
                <a:lnTo>
                  <a:pt x="2217" y="339"/>
                </a:lnTo>
                <a:lnTo>
                  <a:pt x="2218" y="337"/>
                </a:lnTo>
                <a:lnTo>
                  <a:pt x="2218" y="338"/>
                </a:lnTo>
                <a:lnTo>
                  <a:pt x="2218" y="338"/>
                </a:lnTo>
                <a:lnTo>
                  <a:pt x="2218" y="339"/>
                </a:lnTo>
                <a:lnTo>
                  <a:pt x="2220" y="337"/>
                </a:lnTo>
                <a:lnTo>
                  <a:pt x="2220" y="338"/>
                </a:lnTo>
                <a:lnTo>
                  <a:pt x="2220" y="337"/>
                </a:lnTo>
                <a:lnTo>
                  <a:pt x="2220" y="338"/>
                </a:lnTo>
                <a:lnTo>
                  <a:pt x="2222" y="335"/>
                </a:lnTo>
                <a:lnTo>
                  <a:pt x="2222" y="336"/>
                </a:lnTo>
                <a:lnTo>
                  <a:pt x="2222" y="336"/>
                </a:lnTo>
                <a:lnTo>
                  <a:pt x="2222" y="335"/>
                </a:lnTo>
                <a:lnTo>
                  <a:pt x="2224" y="337"/>
                </a:lnTo>
                <a:lnTo>
                  <a:pt x="2224" y="335"/>
                </a:lnTo>
                <a:lnTo>
                  <a:pt x="2224" y="335"/>
                </a:lnTo>
                <a:lnTo>
                  <a:pt x="2224" y="336"/>
                </a:lnTo>
                <a:lnTo>
                  <a:pt x="2226" y="334"/>
                </a:lnTo>
                <a:lnTo>
                  <a:pt x="2226" y="334"/>
                </a:lnTo>
                <a:lnTo>
                  <a:pt x="2226" y="335"/>
                </a:lnTo>
                <a:lnTo>
                  <a:pt x="2227" y="336"/>
                </a:lnTo>
                <a:lnTo>
                  <a:pt x="2228" y="334"/>
                </a:lnTo>
                <a:lnTo>
                  <a:pt x="2228" y="335"/>
                </a:lnTo>
                <a:lnTo>
                  <a:pt x="2228" y="334"/>
                </a:lnTo>
                <a:lnTo>
                  <a:pt x="2228" y="335"/>
                </a:lnTo>
                <a:lnTo>
                  <a:pt x="2230" y="332"/>
                </a:lnTo>
                <a:lnTo>
                  <a:pt x="2230" y="333"/>
                </a:lnTo>
                <a:lnTo>
                  <a:pt x="2230" y="333"/>
                </a:lnTo>
                <a:lnTo>
                  <a:pt x="2230" y="333"/>
                </a:lnTo>
                <a:lnTo>
                  <a:pt x="2232" y="331"/>
                </a:lnTo>
                <a:lnTo>
                  <a:pt x="2232" y="330"/>
                </a:lnTo>
                <a:lnTo>
                  <a:pt x="2232" y="331"/>
                </a:lnTo>
                <a:lnTo>
                  <a:pt x="2233" y="329"/>
                </a:lnTo>
                <a:lnTo>
                  <a:pt x="2234" y="329"/>
                </a:lnTo>
                <a:lnTo>
                  <a:pt x="2234" y="329"/>
                </a:lnTo>
                <a:lnTo>
                  <a:pt x="2234" y="330"/>
                </a:lnTo>
                <a:lnTo>
                  <a:pt x="2236" y="328"/>
                </a:lnTo>
                <a:lnTo>
                  <a:pt x="2236" y="328"/>
                </a:lnTo>
                <a:lnTo>
                  <a:pt x="2236" y="329"/>
                </a:lnTo>
                <a:lnTo>
                  <a:pt x="2237" y="329"/>
                </a:lnTo>
                <a:lnTo>
                  <a:pt x="2238" y="326"/>
                </a:lnTo>
                <a:lnTo>
                  <a:pt x="2238" y="327"/>
                </a:lnTo>
                <a:lnTo>
                  <a:pt x="2238" y="327"/>
                </a:lnTo>
                <a:lnTo>
                  <a:pt x="2238" y="327"/>
                </a:lnTo>
                <a:lnTo>
                  <a:pt x="2240" y="324"/>
                </a:lnTo>
                <a:lnTo>
                  <a:pt x="2240" y="324"/>
                </a:lnTo>
                <a:lnTo>
                  <a:pt x="2240" y="324"/>
                </a:lnTo>
                <a:lnTo>
                  <a:pt x="2240" y="325"/>
                </a:lnTo>
                <a:lnTo>
                  <a:pt x="2242" y="322"/>
                </a:lnTo>
                <a:lnTo>
                  <a:pt x="2242" y="323"/>
                </a:lnTo>
                <a:lnTo>
                  <a:pt x="2242" y="323"/>
                </a:lnTo>
                <a:lnTo>
                  <a:pt x="2242" y="323"/>
                </a:lnTo>
                <a:lnTo>
                  <a:pt x="2244" y="321"/>
                </a:lnTo>
                <a:lnTo>
                  <a:pt x="2244" y="321"/>
                </a:lnTo>
                <a:lnTo>
                  <a:pt x="2244" y="321"/>
                </a:lnTo>
                <a:lnTo>
                  <a:pt x="2246" y="318"/>
                </a:lnTo>
                <a:lnTo>
                  <a:pt x="2246" y="318"/>
                </a:lnTo>
                <a:lnTo>
                  <a:pt x="2246" y="318"/>
                </a:lnTo>
                <a:lnTo>
                  <a:pt x="2248" y="315"/>
                </a:lnTo>
                <a:lnTo>
                  <a:pt x="2248" y="316"/>
                </a:lnTo>
                <a:lnTo>
                  <a:pt x="2248" y="316"/>
                </a:lnTo>
                <a:lnTo>
                  <a:pt x="2250" y="311"/>
                </a:lnTo>
                <a:lnTo>
                  <a:pt x="2250" y="311"/>
                </a:lnTo>
                <a:lnTo>
                  <a:pt x="2251" y="312"/>
                </a:lnTo>
                <a:lnTo>
                  <a:pt x="2252" y="309"/>
                </a:lnTo>
                <a:lnTo>
                  <a:pt x="2252" y="309"/>
                </a:lnTo>
                <a:lnTo>
                  <a:pt x="2252" y="309"/>
                </a:lnTo>
                <a:lnTo>
                  <a:pt x="2254" y="306"/>
                </a:lnTo>
                <a:lnTo>
                  <a:pt x="2254" y="307"/>
                </a:lnTo>
                <a:lnTo>
                  <a:pt x="2254" y="307"/>
                </a:lnTo>
                <a:lnTo>
                  <a:pt x="2256" y="301"/>
                </a:lnTo>
                <a:lnTo>
                  <a:pt x="2256" y="302"/>
                </a:lnTo>
                <a:lnTo>
                  <a:pt x="2256" y="302"/>
                </a:lnTo>
                <a:lnTo>
                  <a:pt x="2257" y="302"/>
                </a:lnTo>
                <a:lnTo>
                  <a:pt x="2258" y="295"/>
                </a:lnTo>
                <a:lnTo>
                  <a:pt x="2258" y="296"/>
                </a:lnTo>
                <a:lnTo>
                  <a:pt x="2258" y="296"/>
                </a:lnTo>
                <a:lnTo>
                  <a:pt x="2258" y="296"/>
                </a:lnTo>
                <a:lnTo>
                  <a:pt x="2260" y="291"/>
                </a:lnTo>
                <a:lnTo>
                  <a:pt x="2260" y="291"/>
                </a:lnTo>
                <a:lnTo>
                  <a:pt x="2260" y="291"/>
                </a:lnTo>
                <a:lnTo>
                  <a:pt x="2262" y="287"/>
                </a:lnTo>
                <a:lnTo>
                  <a:pt x="2262" y="287"/>
                </a:lnTo>
                <a:lnTo>
                  <a:pt x="2262" y="287"/>
                </a:lnTo>
                <a:lnTo>
                  <a:pt x="2263" y="288"/>
                </a:lnTo>
                <a:lnTo>
                  <a:pt x="2264" y="283"/>
                </a:lnTo>
                <a:lnTo>
                  <a:pt x="2264" y="284"/>
                </a:lnTo>
                <a:lnTo>
                  <a:pt x="2264" y="285"/>
                </a:lnTo>
                <a:lnTo>
                  <a:pt x="2264" y="285"/>
                </a:lnTo>
                <a:lnTo>
                  <a:pt x="2266" y="279"/>
                </a:lnTo>
                <a:lnTo>
                  <a:pt x="2266" y="279"/>
                </a:lnTo>
                <a:lnTo>
                  <a:pt x="2266" y="280"/>
                </a:lnTo>
                <a:lnTo>
                  <a:pt x="2267" y="274"/>
                </a:lnTo>
                <a:lnTo>
                  <a:pt x="2268" y="274"/>
                </a:lnTo>
                <a:lnTo>
                  <a:pt x="2268" y="274"/>
                </a:lnTo>
                <a:lnTo>
                  <a:pt x="2269" y="274"/>
                </a:lnTo>
                <a:lnTo>
                  <a:pt x="2270" y="270"/>
                </a:lnTo>
                <a:lnTo>
                  <a:pt x="2270" y="270"/>
                </a:lnTo>
                <a:lnTo>
                  <a:pt x="2270" y="269"/>
                </a:lnTo>
                <a:lnTo>
                  <a:pt x="2270" y="269"/>
                </a:lnTo>
                <a:lnTo>
                  <a:pt x="2272" y="264"/>
                </a:lnTo>
                <a:lnTo>
                  <a:pt x="2272" y="264"/>
                </a:lnTo>
                <a:lnTo>
                  <a:pt x="2272" y="264"/>
                </a:lnTo>
                <a:lnTo>
                  <a:pt x="2272" y="264"/>
                </a:lnTo>
                <a:lnTo>
                  <a:pt x="2274" y="261"/>
                </a:lnTo>
                <a:lnTo>
                  <a:pt x="2274" y="262"/>
                </a:lnTo>
                <a:lnTo>
                  <a:pt x="2274" y="262"/>
                </a:lnTo>
                <a:lnTo>
                  <a:pt x="2276" y="257"/>
                </a:lnTo>
                <a:lnTo>
                  <a:pt x="2276" y="257"/>
                </a:lnTo>
                <a:lnTo>
                  <a:pt x="2276" y="256"/>
                </a:lnTo>
                <a:lnTo>
                  <a:pt x="2276" y="257"/>
                </a:lnTo>
                <a:lnTo>
                  <a:pt x="2278" y="251"/>
                </a:lnTo>
                <a:lnTo>
                  <a:pt x="2278" y="252"/>
                </a:lnTo>
                <a:lnTo>
                  <a:pt x="2278" y="252"/>
                </a:lnTo>
                <a:lnTo>
                  <a:pt x="2280" y="247"/>
                </a:lnTo>
                <a:lnTo>
                  <a:pt x="2280" y="249"/>
                </a:lnTo>
                <a:lnTo>
                  <a:pt x="2280" y="248"/>
                </a:lnTo>
                <a:lnTo>
                  <a:pt x="2282" y="243"/>
                </a:lnTo>
                <a:lnTo>
                  <a:pt x="2282" y="242"/>
                </a:lnTo>
                <a:lnTo>
                  <a:pt x="2282" y="243"/>
                </a:lnTo>
                <a:lnTo>
                  <a:pt x="2284" y="238"/>
                </a:lnTo>
                <a:lnTo>
                  <a:pt x="2284" y="238"/>
                </a:lnTo>
                <a:lnTo>
                  <a:pt x="2284" y="239"/>
                </a:lnTo>
                <a:lnTo>
                  <a:pt x="2286" y="235"/>
                </a:lnTo>
                <a:lnTo>
                  <a:pt x="2286" y="234"/>
                </a:lnTo>
                <a:lnTo>
                  <a:pt x="2286" y="235"/>
                </a:lnTo>
                <a:lnTo>
                  <a:pt x="2288" y="230"/>
                </a:lnTo>
                <a:lnTo>
                  <a:pt x="2288" y="230"/>
                </a:lnTo>
                <a:lnTo>
                  <a:pt x="2288" y="230"/>
                </a:lnTo>
                <a:lnTo>
                  <a:pt x="2290" y="226"/>
                </a:lnTo>
                <a:lnTo>
                  <a:pt x="2290" y="227"/>
                </a:lnTo>
                <a:lnTo>
                  <a:pt x="2290" y="226"/>
                </a:lnTo>
                <a:lnTo>
                  <a:pt x="2292" y="221"/>
                </a:lnTo>
                <a:lnTo>
                  <a:pt x="2292" y="221"/>
                </a:lnTo>
                <a:lnTo>
                  <a:pt x="2292" y="222"/>
                </a:lnTo>
                <a:lnTo>
                  <a:pt x="2294" y="218"/>
                </a:lnTo>
                <a:lnTo>
                  <a:pt x="2294" y="218"/>
                </a:lnTo>
                <a:lnTo>
                  <a:pt x="2294" y="218"/>
                </a:lnTo>
                <a:lnTo>
                  <a:pt x="2296" y="214"/>
                </a:lnTo>
                <a:lnTo>
                  <a:pt x="2296" y="214"/>
                </a:lnTo>
                <a:lnTo>
                  <a:pt x="2296" y="215"/>
                </a:lnTo>
                <a:lnTo>
                  <a:pt x="2298" y="210"/>
                </a:lnTo>
                <a:lnTo>
                  <a:pt x="2298" y="210"/>
                </a:lnTo>
                <a:lnTo>
                  <a:pt x="2298" y="210"/>
                </a:lnTo>
                <a:lnTo>
                  <a:pt x="2298" y="210"/>
                </a:lnTo>
                <a:lnTo>
                  <a:pt x="2300" y="206"/>
                </a:lnTo>
                <a:lnTo>
                  <a:pt x="2300" y="206"/>
                </a:lnTo>
                <a:lnTo>
                  <a:pt x="2300" y="207"/>
                </a:lnTo>
                <a:lnTo>
                  <a:pt x="2302" y="201"/>
                </a:lnTo>
                <a:lnTo>
                  <a:pt x="2302" y="202"/>
                </a:lnTo>
                <a:lnTo>
                  <a:pt x="2302" y="202"/>
                </a:lnTo>
                <a:lnTo>
                  <a:pt x="2302" y="202"/>
                </a:lnTo>
                <a:lnTo>
                  <a:pt x="2304" y="197"/>
                </a:lnTo>
                <a:lnTo>
                  <a:pt x="2304" y="198"/>
                </a:lnTo>
                <a:lnTo>
                  <a:pt x="2305" y="199"/>
                </a:lnTo>
                <a:lnTo>
                  <a:pt x="2306" y="194"/>
                </a:lnTo>
                <a:lnTo>
                  <a:pt x="2306" y="194"/>
                </a:lnTo>
                <a:lnTo>
                  <a:pt x="2306" y="195"/>
                </a:lnTo>
                <a:lnTo>
                  <a:pt x="2308" y="191"/>
                </a:lnTo>
                <a:lnTo>
                  <a:pt x="2308" y="191"/>
                </a:lnTo>
                <a:lnTo>
                  <a:pt x="2308" y="192"/>
                </a:lnTo>
                <a:lnTo>
                  <a:pt x="2310" y="188"/>
                </a:lnTo>
                <a:lnTo>
                  <a:pt x="2310" y="188"/>
                </a:lnTo>
                <a:lnTo>
                  <a:pt x="2310" y="188"/>
                </a:lnTo>
                <a:lnTo>
                  <a:pt x="2312" y="185"/>
                </a:lnTo>
                <a:lnTo>
                  <a:pt x="2312" y="185"/>
                </a:lnTo>
                <a:lnTo>
                  <a:pt x="2312" y="186"/>
                </a:lnTo>
                <a:lnTo>
                  <a:pt x="2314" y="182"/>
                </a:lnTo>
                <a:lnTo>
                  <a:pt x="2314" y="182"/>
                </a:lnTo>
                <a:lnTo>
                  <a:pt x="2314" y="182"/>
                </a:lnTo>
                <a:lnTo>
                  <a:pt x="2314" y="181"/>
                </a:lnTo>
                <a:lnTo>
                  <a:pt x="2315" y="184"/>
                </a:lnTo>
                <a:lnTo>
                  <a:pt x="2316" y="183"/>
                </a:lnTo>
                <a:lnTo>
                  <a:pt x="2316" y="183"/>
                </a:lnTo>
                <a:lnTo>
                  <a:pt x="2317" y="194"/>
                </a:lnTo>
                <a:lnTo>
                  <a:pt x="2318" y="189"/>
                </a:lnTo>
                <a:lnTo>
                  <a:pt x="2318" y="189"/>
                </a:lnTo>
                <a:lnTo>
                  <a:pt x="2320" y="176"/>
                </a:lnTo>
                <a:lnTo>
                  <a:pt x="2320" y="177"/>
                </a:lnTo>
                <a:lnTo>
                  <a:pt x="2320" y="177"/>
                </a:lnTo>
                <a:lnTo>
                  <a:pt x="2321" y="177"/>
                </a:lnTo>
                <a:lnTo>
                  <a:pt x="2322" y="174"/>
                </a:lnTo>
                <a:lnTo>
                  <a:pt x="2322" y="176"/>
                </a:lnTo>
                <a:lnTo>
                  <a:pt x="2322" y="175"/>
                </a:lnTo>
                <a:lnTo>
                  <a:pt x="2322" y="176"/>
                </a:lnTo>
                <a:lnTo>
                  <a:pt x="2324" y="171"/>
                </a:lnTo>
                <a:lnTo>
                  <a:pt x="2324" y="171"/>
                </a:lnTo>
                <a:lnTo>
                  <a:pt x="2324" y="171"/>
                </a:lnTo>
                <a:lnTo>
                  <a:pt x="2325" y="172"/>
                </a:lnTo>
                <a:lnTo>
                  <a:pt x="2326" y="169"/>
                </a:lnTo>
                <a:lnTo>
                  <a:pt x="2326" y="169"/>
                </a:lnTo>
                <a:lnTo>
                  <a:pt x="2326" y="169"/>
                </a:lnTo>
                <a:lnTo>
                  <a:pt x="2327" y="170"/>
                </a:lnTo>
                <a:lnTo>
                  <a:pt x="2328" y="168"/>
                </a:lnTo>
                <a:lnTo>
                  <a:pt x="2328" y="168"/>
                </a:lnTo>
                <a:lnTo>
                  <a:pt x="2328" y="167"/>
                </a:lnTo>
                <a:lnTo>
                  <a:pt x="2328" y="168"/>
                </a:lnTo>
                <a:lnTo>
                  <a:pt x="2330" y="165"/>
                </a:lnTo>
                <a:lnTo>
                  <a:pt x="2330" y="165"/>
                </a:lnTo>
                <a:lnTo>
                  <a:pt x="2330" y="165"/>
                </a:lnTo>
                <a:lnTo>
                  <a:pt x="2332" y="162"/>
                </a:lnTo>
                <a:lnTo>
                  <a:pt x="2332" y="163"/>
                </a:lnTo>
                <a:lnTo>
                  <a:pt x="2332" y="163"/>
                </a:lnTo>
                <a:lnTo>
                  <a:pt x="2334" y="159"/>
                </a:lnTo>
                <a:lnTo>
                  <a:pt x="2334" y="161"/>
                </a:lnTo>
                <a:lnTo>
                  <a:pt x="2334" y="160"/>
                </a:lnTo>
                <a:lnTo>
                  <a:pt x="2334" y="161"/>
                </a:lnTo>
                <a:lnTo>
                  <a:pt x="2336" y="158"/>
                </a:lnTo>
                <a:lnTo>
                  <a:pt x="2336" y="158"/>
                </a:lnTo>
                <a:lnTo>
                  <a:pt x="2336" y="157"/>
                </a:lnTo>
                <a:lnTo>
                  <a:pt x="2337" y="158"/>
                </a:lnTo>
                <a:lnTo>
                  <a:pt x="2338" y="156"/>
                </a:lnTo>
                <a:lnTo>
                  <a:pt x="2338" y="157"/>
                </a:lnTo>
                <a:lnTo>
                  <a:pt x="2338" y="157"/>
                </a:lnTo>
                <a:lnTo>
                  <a:pt x="2340" y="154"/>
                </a:lnTo>
                <a:lnTo>
                  <a:pt x="2340" y="155"/>
                </a:lnTo>
                <a:lnTo>
                  <a:pt x="2340" y="154"/>
                </a:lnTo>
                <a:lnTo>
                  <a:pt x="2340" y="155"/>
                </a:lnTo>
                <a:lnTo>
                  <a:pt x="2342" y="151"/>
                </a:lnTo>
                <a:lnTo>
                  <a:pt x="2342" y="152"/>
                </a:lnTo>
                <a:lnTo>
                  <a:pt x="2342" y="152"/>
                </a:lnTo>
                <a:lnTo>
                  <a:pt x="2343" y="152"/>
                </a:lnTo>
                <a:lnTo>
                  <a:pt x="2343" y="150"/>
                </a:lnTo>
                <a:lnTo>
                  <a:pt x="2344" y="151"/>
                </a:lnTo>
                <a:lnTo>
                  <a:pt x="2344" y="151"/>
                </a:lnTo>
                <a:lnTo>
                  <a:pt x="2344" y="151"/>
                </a:lnTo>
                <a:lnTo>
                  <a:pt x="2346" y="147"/>
                </a:lnTo>
                <a:lnTo>
                  <a:pt x="2346" y="148"/>
                </a:lnTo>
                <a:lnTo>
                  <a:pt x="2346" y="148"/>
                </a:lnTo>
                <a:lnTo>
                  <a:pt x="2347" y="149"/>
                </a:lnTo>
                <a:lnTo>
                  <a:pt x="2348" y="145"/>
                </a:lnTo>
                <a:lnTo>
                  <a:pt x="2348" y="146"/>
                </a:lnTo>
                <a:lnTo>
                  <a:pt x="2348" y="146"/>
                </a:lnTo>
                <a:lnTo>
                  <a:pt x="2349" y="146"/>
                </a:lnTo>
                <a:lnTo>
                  <a:pt x="2350" y="142"/>
                </a:lnTo>
                <a:lnTo>
                  <a:pt x="2350" y="142"/>
                </a:lnTo>
                <a:lnTo>
                  <a:pt x="2350" y="143"/>
                </a:lnTo>
                <a:lnTo>
                  <a:pt x="2352" y="141"/>
                </a:lnTo>
                <a:lnTo>
                  <a:pt x="2352" y="141"/>
                </a:lnTo>
                <a:lnTo>
                  <a:pt x="2352" y="141"/>
                </a:lnTo>
                <a:lnTo>
                  <a:pt x="2353" y="141"/>
                </a:lnTo>
                <a:lnTo>
                  <a:pt x="2354" y="138"/>
                </a:lnTo>
                <a:lnTo>
                  <a:pt x="2354" y="138"/>
                </a:lnTo>
                <a:lnTo>
                  <a:pt x="2355" y="138"/>
                </a:lnTo>
                <a:lnTo>
                  <a:pt x="2356" y="135"/>
                </a:lnTo>
                <a:lnTo>
                  <a:pt x="2356" y="137"/>
                </a:lnTo>
                <a:lnTo>
                  <a:pt x="2356" y="137"/>
                </a:lnTo>
                <a:lnTo>
                  <a:pt x="2356" y="137"/>
                </a:lnTo>
                <a:lnTo>
                  <a:pt x="2358" y="134"/>
                </a:lnTo>
                <a:lnTo>
                  <a:pt x="2358" y="134"/>
                </a:lnTo>
                <a:lnTo>
                  <a:pt x="2358" y="133"/>
                </a:lnTo>
                <a:lnTo>
                  <a:pt x="2358" y="134"/>
                </a:lnTo>
                <a:lnTo>
                  <a:pt x="2360" y="130"/>
                </a:lnTo>
                <a:lnTo>
                  <a:pt x="2360" y="131"/>
                </a:lnTo>
                <a:lnTo>
                  <a:pt x="2360" y="131"/>
                </a:lnTo>
                <a:lnTo>
                  <a:pt x="2360" y="131"/>
                </a:lnTo>
                <a:lnTo>
                  <a:pt x="2362" y="128"/>
                </a:lnTo>
                <a:lnTo>
                  <a:pt x="2362" y="127"/>
                </a:lnTo>
                <a:lnTo>
                  <a:pt x="2362" y="128"/>
                </a:lnTo>
                <a:lnTo>
                  <a:pt x="2364" y="124"/>
                </a:lnTo>
                <a:lnTo>
                  <a:pt x="2364" y="125"/>
                </a:lnTo>
                <a:lnTo>
                  <a:pt x="2364" y="125"/>
                </a:lnTo>
                <a:lnTo>
                  <a:pt x="2366" y="121"/>
                </a:lnTo>
                <a:lnTo>
                  <a:pt x="2366" y="122"/>
                </a:lnTo>
                <a:lnTo>
                  <a:pt x="2366" y="121"/>
                </a:lnTo>
                <a:lnTo>
                  <a:pt x="2366" y="122"/>
                </a:lnTo>
                <a:lnTo>
                  <a:pt x="2368" y="119"/>
                </a:lnTo>
                <a:lnTo>
                  <a:pt x="2368" y="120"/>
                </a:lnTo>
                <a:lnTo>
                  <a:pt x="2368" y="120"/>
                </a:lnTo>
                <a:lnTo>
                  <a:pt x="2370" y="115"/>
                </a:lnTo>
                <a:lnTo>
                  <a:pt x="2370" y="115"/>
                </a:lnTo>
                <a:lnTo>
                  <a:pt x="2370" y="115"/>
                </a:lnTo>
                <a:lnTo>
                  <a:pt x="2371" y="115"/>
                </a:lnTo>
                <a:lnTo>
                  <a:pt x="2372" y="114"/>
                </a:lnTo>
                <a:lnTo>
                  <a:pt x="2372" y="114"/>
                </a:lnTo>
                <a:lnTo>
                  <a:pt x="2372" y="111"/>
                </a:lnTo>
                <a:lnTo>
                  <a:pt x="2374" y="104"/>
                </a:lnTo>
                <a:lnTo>
                  <a:pt x="2374" y="105"/>
                </a:lnTo>
                <a:lnTo>
                  <a:pt x="2374" y="104"/>
                </a:lnTo>
                <a:lnTo>
                  <a:pt x="2374" y="105"/>
                </a:lnTo>
                <a:lnTo>
                  <a:pt x="2376" y="102"/>
                </a:lnTo>
                <a:lnTo>
                  <a:pt x="2376" y="103"/>
                </a:lnTo>
                <a:lnTo>
                  <a:pt x="2376" y="102"/>
                </a:lnTo>
                <a:lnTo>
                  <a:pt x="2377" y="103"/>
                </a:lnTo>
                <a:lnTo>
                  <a:pt x="2378" y="100"/>
                </a:lnTo>
                <a:lnTo>
                  <a:pt x="2378" y="101"/>
                </a:lnTo>
                <a:lnTo>
                  <a:pt x="2378" y="101"/>
                </a:lnTo>
                <a:lnTo>
                  <a:pt x="2380" y="98"/>
                </a:lnTo>
                <a:lnTo>
                  <a:pt x="2380" y="99"/>
                </a:lnTo>
                <a:lnTo>
                  <a:pt x="2380" y="99"/>
                </a:lnTo>
                <a:lnTo>
                  <a:pt x="2380" y="99"/>
                </a:lnTo>
                <a:lnTo>
                  <a:pt x="2382" y="96"/>
                </a:lnTo>
                <a:lnTo>
                  <a:pt x="2382" y="96"/>
                </a:lnTo>
                <a:lnTo>
                  <a:pt x="2383" y="97"/>
                </a:lnTo>
                <a:lnTo>
                  <a:pt x="2384" y="95"/>
                </a:lnTo>
                <a:lnTo>
                  <a:pt x="2384" y="95"/>
                </a:lnTo>
                <a:lnTo>
                  <a:pt x="2384" y="95"/>
                </a:lnTo>
                <a:lnTo>
                  <a:pt x="2385" y="96"/>
                </a:lnTo>
                <a:lnTo>
                  <a:pt x="2385" y="94"/>
                </a:lnTo>
                <a:lnTo>
                  <a:pt x="2386" y="94"/>
                </a:lnTo>
                <a:lnTo>
                  <a:pt x="2387" y="94"/>
                </a:lnTo>
                <a:lnTo>
                  <a:pt x="2387" y="95"/>
                </a:lnTo>
                <a:lnTo>
                  <a:pt x="2388" y="93"/>
                </a:lnTo>
                <a:lnTo>
                  <a:pt x="2388" y="93"/>
                </a:lnTo>
                <a:lnTo>
                  <a:pt x="2388" y="93"/>
                </a:lnTo>
                <a:lnTo>
                  <a:pt x="2390" y="94"/>
                </a:lnTo>
                <a:lnTo>
                  <a:pt x="2390" y="92"/>
                </a:lnTo>
                <a:lnTo>
                  <a:pt x="2390" y="94"/>
                </a:lnTo>
                <a:lnTo>
                  <a:pt x="2390" y="93"/>
                </a:lnTo>
                <a:lnTo>
                  <a:pt x="2391" y="94"/>
                </a:lnTo>
                <a:lnTo>
                  <a:pt x="2391" y="93"/>
                </a:lnTo>
                <a:lnTo>
                  <a:pt x="2392" y="93"/>
                </a:lnTo>
                <a:lnTo>
                  <a:pt x="2393" y="93"/>
                </a:lnTo>
                <a:lnTo>
                  <a:pt x="2394" y="95"/>
                </a:lnTo>
                <a:lnTo>
                  <a:pt x="2394" y="93"/>
                </a:lnTo>
                <a:lnTo>
                  <a:pt x="2394" y="93"/>
                </a:lnTo>
                <a:lnTo>
                  <a:pt x="2395" y="92"/>
                </a:lnTo>
                <a:lnTo>
                  <a:pt x="2396" y="94"/>
                </a:lnTo>
                <a:lnTo>
                  <a:pt x="2396" y="94"/>
                </a:lnTo>
                <a:lnTo>
                  <a:pt x="2398" y="93"/>
                </a:lnTo>
                <a:lnTo>
                  <a:pt x="2398" y="95"/>
                </a:lnTo>
                <a:lnTo>
                  <a:pt x="2398" y="95"/>
                </a:lnTo>
                <a:lnTo>
                  <a:pt x="2398" y="95"/>
                </a:lnTo>
                <a:lnTo>
                  <a:pt x="2400" y="96"/>
                </a:lnTo>
                <a:lnTo>
                  <a:pt x="2400" y="93"/>
                </a:lnTo>
                <a:lnTo>
                  <a:pt x="2400" y="94"/>
                </a:lnTo>
                <a:lnTo>
                  <a:pt x="2400" y="95"/>
                </a:lnTo>
                <a:lnTo>
                  <a:pt x="2401" y="94"/>
                </a:lnTo>
                <a:lnTo>
                  <a:pt x="2402" y="98"/>
                </a:lnTo>
                <a:lnTo>
                  <a:pt x="2402" y="97"/>
                </a:lnTo>
                <a:lnTo>
                  <a:pt x="2402" y="97"/>
                </a:lnTo>
                <a:lnTo>
                  <a:pt x="2402" y="96"/>
                </a:lnTo>
                <a:lnTo>
                  <a:pt x="2404" y="99"/>
                </a:lnTo>
                <a:lnTo>
                  <a:pt x="2404" y="98"/>
                </a:lnTo>
                <a:lnTo>
                  <a:pt x="2405" y="99"/>
                </a:lnTo>
                <a:lnTo>
                  <a:pt x="2405" y="98"/>
                </a:lnTo>
                <a:lnTo>
                  <a:pt x="2406" y="101"/>
                </a:lnTo>
                <a:lnTo>
                  <a:pt x="2406" y="101"/>
                </a:lnTo>
                <a:lnTo>
                  <a:pt x="2406" y="100"/>
                </a:lnTo>
                <a:lnTo>
                  <a:pt x="2408" y="103"/>
                </a:lnTo>
                <a:lnTo>
                  <a:pt x="2408" y="102"/>
                </a:lnTo>
                <a:lnTo>
                  <a:pt x="2408" y="104"/>
                </a:lnTo>
                <a:lnTo>
                  <a:pt x="2409" y="102"/>
                </a:lnTo>
                <a:lnTo>
                  <a:pt x="2410" y="104"/>
                </a:lnTo>
                <a:lnTo>
                  <a:pt x="2411" y="105"/>
                </a:lnTo>
                <a:lnTo>
                  <a:pt x="2411" y="103"/>
                </a:lnTo>
                <a:lnTo>
                  <a:pt x="2412" y="106"/>
                </a:lnTo>
                <a:lnTo>
                  <a:pt x="2412" y="106"/>
                </a:lnTo>
                <a:lnTo>
                  <a:pt x="2412" y="105"/>
                </a:lnTo>
                <a:lnTo>
                  <a:pt x="2413" y="105"/>
                </a:lnTo>
                <a:lnTo>
                  <a:pt x="2414" y="108"/>
                </a:lnTo>
                <a:lnTo>
                  <a:pt x="2414" y="108"/>
                </a:lnTo>
                <a:lnTo>
                  <a:pt x="2414" y="108"/>
                </a:lnTo>
                <a:lnTo>
                  <a:pt x="2415" y="107"/>
                </a:lnTo>
                <a:lnTo>
                  <a:pt x="2416" y="109"/>
                </a:lnTo>
                <a:lnTo>
                  <a:pt x="2416" y="109"/>
                </a:lnTo>
                <a:lnTo>
                  <a:pt x="2417" y="108"/>
                </a:lnTo>
                <a:lnTo>
                  <a:pt x="2418" y="112"/>
                </a:lnTo>
                <a:lnTo>
                  <a:pt x="2418" y="112"/>
                </a:lnTo>
                <a:lnTo>
                  <a:pt x="2418" y="111"/>
                </a:lnTo>
                <a:lnTo>
                  <a:pt x="2420" y="115"/>
                </a:lnTo>
                <a:lnTo>
                  <a:pt x="2420" y="115"/>
                </a:lnTo>
                <a:lnTo>
                  <a:pt x="2420" y="115"/>
                </a:lnTo>
                <a:lnTo>
                  <a:pt x="2421" y="115"/>
                </a:lnTo>
                <a:lnTo>
                  <a:pt x="2422" y="118"/>
                </a:lnTo>
                <a:lnTo>
                  <a:pt x="2422" y="117"/>
                </a:lnTo>
                <a:lnTo>
                  <a:pt x="2422" y="118"/>
                </a:lnTo>
                <a:lnTo>
                  <a:pt x="2423" y="117"/>
                </a:lnTo>
                <a:lnTo>
                  <a:pt x="2424" y="120"/>
                </a:lnTo>
                <a:lnTo>
                  <a:pt x="2424" y="120"/>
                </a:lnTo>
                <a:lnTo>
                  <a:pt x="2424" y="120"/>
                </a:lnTo>
                <a:lnTo>
                  <a:pt x="2424" y="120"/>
                </a:lnTo>
                <a:lnTo>
                  <a:pt x="2426" y="125"/>
                </a:lnTo>
                <a:lnTo>
                  <a:pt x="2426" y="124"/>
                </a:lnTo>
                <a:lnTo>
                  <a:pt x="2426" y="125"/>
                </a:lnTo>
                <a:lnTo>
                  <a:pt x="2427" y="124"/>
                </a:lnTo>
                <a:lnTo>
                  <a:pt x="2428" y="129"/>
                </a:lnTo>
                <a:lnTo>
                  <a:pt x="2428" y="129"/>
                </a:lnTo>
                <a:lnTo>
                  <a:pt x="2429" y="129"/>
                </a:lnTo>
                <a:lnTo>
                  <a:pt x="2429" y="128"/>
                </a:lnTo>
                <a:lnTo>
                  <a:pt x="2430" y="133"/>
                </a:lnTo>
                <a:lnTo>
                  <a:pt x="2430" y="133"/>
                </a:lnTo>
                <a:lnTo>
                  <a:pt x="2430" y="133"/>
                </a:lnTo>
                <a:lnTo>
                  <a:pt x="2432" y="137"/>
                </a:lnTo>
                <a:lnTo>
                  <a:pt x="2432" y="137"/>
                </a:lnTo>
                <a:lnTo>
                  <a:pt x="2432" y="137"/>
                </a:lnTo>
                <a:lnTo>
                  <a:pt x="2432" y="137"/>
                </a:lnTo>
                <a:lnTo>
                  <a:pt x="2434" y="142"/>
                </a:lnTo>
                <a:lnTo>
                  <a:pt x="2435" y="142"/>
                </a:lnTo>
                <a:lnTo>
                  <a:pt x="2435" y="141"/>
                </a:lnTo>
                <a:lnTo>
                  <a:pt x="2436" y="146"/>
                </a:lnTo>
                <a:lnTo>
                  <a:pt x="2436" y="146"/>
                </a:lnTo>
                <a:lnTo>
                  <a:pt x="2436" y="146"/>
                </a:lnTo>
                <a:lnTo>
                  <a:pt x="2438" y="149"/>
                </a:lnTo>
                <a:lnTo>
                  <a:pt x="2438" y="145"/>
                </a:lnTo>
                <a:lnTo>
                  <a:pt x="2438" y="147"/>
                </a:lnTo>
                <a:lnTo>
                  <a:pt x="2438" y="147"/>
                </a:lnTo>
                <a:lnTo>
                  <a:pt x="2440" y="152"/>
                </a:lnTo>
                <a:lnTo>
                  <a:pt x="2440" y="152"/>
                </a:lnTo>
                <a:lnTo>
                  <a:pt x="2441" y="152"/>
                </a:lnTo>
                <a:lnTo>
                  <a:pt x="2442" y="159"/>
                </a:lnTo>
              </a:path>
            </a:pathLst>
          </a:custGeom>
          <a:noFill/>
          <a:ln w="9525" cap="flat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683DDE-0197-14A8-C76C-D5DD29736E08}"/>
              </a:ext>
            </a:extLst>
          </p:cNvPr>
          <p:cNvSpPr txBox="1"/>
          <p:nvPr/>
        </p:nvSpPr>
        <p:spPr>
          <a:xfrm>
            <a:off x="5423931" y="3059974"/>
            <a:ext cx="35412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Strongly, but not perfectly conserved. Note the “</a:t>
            </a:r>
            <a:r>
              <a:rPr lang="en-US" sz="1400" b="0" i="0" dirty="0">
                <a:solidFill>
                  <a:srgbClr val="CC00CC"/>
                </a:solidFill>
                <a:effectLst/>
                <a:highlight>
                  <a:srgbClr val="FFFFFF"/>
                </a:highlight>
                <a:latin typeface="Inter"/>
              </a:rPr>
              <a:t>blips</a:t>
            </a:r>
            <a:r>
              <a:rPr lang="en-US" sz="1400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” that only occur in the red instance. We shifted the red time series up for clarity </a:t>
            </a:r>
            <a:endParaRPr lang="en-US" sz="1400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8AD0908-5504-4D99-B283-0ED41503ACBD}"/>
              </a:ext>
            </a:extLst>
          </p:cNvPr>
          <p:cNvCxnSpPr>
            <a:cxnSpLocks/>
          </p:cNvCxnSpPr>
          <p:nvPr/>
        </p:nvCxnSpPr>
        <p:spPr>
          <a:xfrm>
            <a:off x="6278880" y="4610100"/>
            <a:ext cx="0" cy="251460"/>
          </a:xfrm>
          <a:prstGeom prst="straightConnector1">
            <a:avLst/>
          </a:prstGeom>
          <a:ln>
            <a:solidFill>
              <a:srgbClr val="CC00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68426B7-026D-4F97-58F9-DDBF956F793F}"/>
              </a:ext>
            </a:extLst>
          </p:cNvPr>
          <p:cNvCxnSpPr>
            <a:cxnSpLocks/>
          </p:cNvCxnSpPr>
          <p:nvPr/>
        </p:nvCxnSpPr>
        <p:spPr>
          <a:xfrm>
            <a:off x="9685020" y="3870960"/>
            <a:ext cx="0" cy="251460"/>
          </a:xfrm>
          <a:prstGeom prst="straightConnector1">
            <a:avLst/>
          </a:prstGeom>
          <a:ln>
            <a:solidFill>
              <a:srgbClr val="CC00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1C88FEE-75FD-C277-DA78-C9EEFDA55512}"/>
              </a:ext>
            </a:extLst>
          </p:cNvPr>
          <p:cNvCxnSpPr>
            <a:cxnSpLocks/>
          </p:cNvCxnSpPr>
          <p:nvPr/>
        </p:nvCxnSpPr>
        <p:spPr>
          <a:xfrm>
            <a:off x="3192780" y="3413760"/>
            <a:ext cx="0" cy="251460"/>
          </a:xfrm>
          <a:prstGeom prst="straightConnector1">
            <a:avLst/>
          </a:prstGeom>
          <a:ln>
            <a:solidFill>
              <a:srgbClr val="CC00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7B48BE66-6B70-2402-A352-66EEEB3540D2}"/>
              </a:ext>
            </a:extLst>
          </p:cNvPr>
          <p:cNvSpPr txBox="1"/>
          <p:nvPr/>
        </p:nvSpPr>
        <p:spPr>
          <a:xfrm>
            <a:off x="4160901" y="171515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SynchrophasorEventsLarge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997780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768558-4AC7-1BA8-E2D6-C4AA61B41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0200" y="2857500"/>
            <a:ext cx="5334000" cy="4000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378290-2FCC-D0AF-65D3-12DED1232771}"/>
              </a:ext>
            </a:extLst>
          </p:cNvPr>
          <p:cNvSpPr txBox="1"/>
          <p:nvPr/>
        </p:nvSpPr>
        <p:spPr>
          <a:xfrm>
            <a:off x="5236028" y="3972740"/>
            <a:ext cx="626291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&gt;&gt; [</a:t>
            </a:r>
            <a:r>
              <a:rPr lang="en-US" sz="800" dirty="0" err="1"/>
              <a:t>momp_out</a:t>
            </a:r>
            <a:r>
              <a:rPr lang="en-US" sz="800" dirty="0"/>
              <a:t>, </a:t>
            </a:r>
            <a:r>
              <a:rPr lang="en-US" sz="800" dirty="0" err="1"/>
              <a:t>momp_loc</a:t>
            </a:r>
            <a:r>
              <a:rPr lang="en-US" sz="800" dirty="0"/>
              <a:t>] = momp_v5( smooth(volts(1:1:end),256)  , 32768, 1, 0, 0); </a:t>
            </a:r>
          </a:p>
          <a:p>
            <a:r>
              <a:rPr lang="en-US" sz="800" dirty="0"/>
              <a:t>T is length 7583000, and m is set to 32768</a:t>
            </a:r>
          </a:p>
          <a:p>
            <a:r>
              <a:rPr lang="en-US" sz="800" dirty="0"/>
              <a:t>Starting </a:t>
            </a:r>
            <a:r>
              <a:rPr lang="en-US" sz="800" dirty="0" err="1"/>
              <a:t>downsampling</a:t>
            </a:r>
            <a:r>
              <a:rPr lang="en-US" sz="800" dirty="0"/>
              <a:t> rate: 512</a:t>
            </a:r>
          </a:p>
          <a:p>
            <a:r>
              <a:rPr lang="en-US" sz="800" dirty="0"/>
              <a:t>====== MOMP ======</a:t>
            </a:r>
          </a:p>
          <a:p>
            <a:r>
              <a:rPr lang="en-US" sz="800" dirty="0"/>
              <a:t>MOMP : Tpaa1in512 | BSF: 41.94 {6684313, 7342637} | </a:t>
            </a:r>
            <a:r>
              <a:rPr lang="en-US" sz="800" dirty="0" err="1"/>
              <a:t>localBSF</a:t>
            </a:r>
            <a:r>
              <a:rPr lang="en-US" sz="800" dirty="0"/>
              <a:t>: 47.85 {6684161, 7342593} | pruning: 0.0000 | Time: 124.53</a:t>
            </a:r>
          </a:p>
          <a:p>
            <a:r>
              <a:rPr lang="en-US" sz="800" dirty="0"/>
              <a:t>MOMP : Tpaa1in256 | BSF: 41.94 {6684313, 7342637} | </a:t>
            </a:r>
            <a:r>
              <a:rPr lang="en-US" sz="800" dirty="0" err="1"/>
              <a:t>localBSF</a:t>
            </a:r>
            <a:r>
              <a:rPr lang="en-US" sz="800" dirty="0"/>
              <a:t>: 47.83 {6684417, 7342849} | pruning: 0.0000 | Time: 192.23</a:t>
            </a:r>
          </a:p>
          <a:p>
            <a:r>
              <a:rPr lang="en-US" sz="800" dirty="0"/>
              <a:t>MOMP : Tpaa1in128 | BSF: 41.94 {6684313, 7342637} | </a:t>
            </a:r>
            <a:r>
              <a:rPr lang="en-US" sz="800" dirty="0" err="1"/>
              <a:t>localBSF</a:t>
            </a:r>
            <a:r>
              <a:rPr lang="en-US" sz="800" dirty="0"/>
              <a:t>: 42.19 {6684289, 7342593} | pruning: 0.5132 | Time: 281.63</a:t>
            </a:r>
          </a:p>
          <a:p>
            <a:r>
              <a:rPr lang="en-US" sz="800" dirty="0"/>
              <a:t>MOMP : Tpaa1in64 | BSF: 41.94 {6684313, 7342637} | </a:t>
            </a:r>
            <a:r>
              <a:rPr lang="en-US" sz="800" dirty="0" err="1"/>
              <a:t>localBSF</a:t>
            </a:r>
            <a:r>
              <a:rPr lang="en-US" sz="800" dirty="0"/>
              <a:t>: 42.19 {6684289, 7342593} | pruning: 0.8547 | Time: 358.56</a:t>
            </a:r>
          </a:p>
          <a:p>
            <a:r>
              <a:rPr lang="en-US" sz="800" dirty="0"/>
              <a:t>MOMP : Tpaa1in32 | BSF: 41.94 {6684313, 7342637} | </a:t>
            </a:r>
            <a:r>
              <a:rPr lang="en-US" sz="800" dirty="0" err="1"/>
              <a:t>localBSF</a:t>
            </a:r>
            <a:r>
              <a:rPr lang="en-US" sz="800" dirty="0"/>
              <a:t>: 42.01 {6684289, 7342625} | pruning: 0.9293 | Time: 448.97</a:t>
            </a:r>
          </a:p>
          <a:p>
            <a:r>
              <a:rPr lang="en-US" sz="800" dirty="0"/>
              <a:t>MOMP : Tpaa1in16 | BSF: 41.94 {6684313, 7342637} | </a:t>
            </a:r>
            <a:r>
              <a:rPr lang="en-US" sz="800" dirty="0" err="1"/>
              <a:t>localBSF</a:t>
            </a:r>
            <a:r>
              <a:rPr lang="en-US" sz="800" dirty="0"/>
              <a:t>: 41.95 {6684321, 7342641} | pruning: 0.9459 | Time: 511.67</a:t>
            </a:r>
          </a:p>
          <a:p>
            <a:r>
              <a:rPr lang="en-US" sz="800" dirty="0"/>
              <a:t>MOMP : Tpaa1in8 | BSF: 41.94 {6684313, 7342637} | </a:t>
            </a:r>
            <a:r>
              <a:rPr lang="en-US" sz="800" dirty="0" err="1"/>
              <a:t>localBSF</a:t>
            </a:r>
            <a:r>
              <a:rPr lang="en-US" sz="800" dirty="0"/>
              <a:t>: 41.94 {6684313, 7342641} | pruning: 0.9778 | Time: 572.72</a:t>
            </a:r>
          </a:p>
          <a:p>
            <a:r>
              <a:rPr lang="en-US" sz="800" dirty="0"/>
              <a:t>MOMP : Tpaa1in4 | BSF: 41.94 {6684313, 7342637} | </a:t>
            </a:r>
            <a:r>
              <a:rPr lang="en-US" sz="800" dirty="0" err="1"/>
              <a:t>localBSF</a:t>
            </a:r>
            <a:r>
              <a:rPr lang="en-US" sz="800" dirty="0"/>
              <a:t>: 41.94 {6684313, 7342637} | pruning: 0.9868 | Time: 637.17</a:t>
            </a:r>
          </a:p>
          <a:p>
            <a:r>
              <a:rPr lang="en-US" sz="800" dirty="0"/>
              <a:t>MOMP : Tpaa1in2 | BSF: 41.94 {6684313, 7342637} | </a:t>
            </a:r>
            <a:r>
              <a:rPr lang="en-US" sz="800" dirty="0" err="1"/>
              <a:t>localBSF</a:t>
            </a:r>
            <a:r>
              <a:rPr lang="en-US" sz="800" dirty="0"/>
              <a:t>: 41.94 {6684313, 7342637} | pruning: 0.9868 | Time: 726.60</a:t>
            </a:r>
          </a:p>
          <a:p>
            <a:r>
              <a:rPr lang="en-US" sz="800" dirty="0"/>
              <a:t>MOMP : Tpaa1in1 | BSF: 41.94 {6684313, 7342637} | Tot Time: 881.47s </a:t>
            </a:r>
          </a:p>
          <a:p>
            <a:r>
              <a:rPr lang="en-US" sz="800" dirty="0"/>
              <a:t>====== Profiling Summary ======</a:t>
            </a:r>
          </a:p>
          <a:p>
            <a:r>
              <a:rPr lang="en-US" sz="800" dirty="0"/>
              <a:t>Tot KTIP time : 77.56s  (0.09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UAMP time : 159.77s  (0.18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LBMP time : 41.05s  (0.05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Refine time : 438.22s  (0.50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Prune time : 8.43s  (0.01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0C430E-3646-988E-7B4A-EB845649373B}"/>
              </a:ext>
            </a:extLst>
          </p:cNvPr>
          <p:cNvSpPr txBox="1"/>
          <p:nvPr/>
        </p:nvSpPr>
        <p:spPr>
          <a:xfrm>
            <a:off x="5270046" y="6488668"/>
            <a:ext cx="6262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load('F:\Data\</a:t>
            </a:r>
            <a:r>
              <a:rPr lang="en-US" dirty="0" err="1"/>
              <a:t>InsectVectorFeeding</a:t>
            </a:r>
            <a:r>
              <a:rPr lang="en-US" dirty="0"/>
              <a:t>\Lab_FD_061014.mat')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E8645-EE01-3050-C10B-64DD87C56040}"/>
              </a:ext>
            </a:extLst>
          </p:cNvPr>
          <p:cNvSpPr txBox="1"/>
          <p:nvPr/>
        </p:nvSpPr>
        <p:spPr>
          <a:xfrm>
            <a:off x="76912" y="68366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Insect EPG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1A136B-C06B-7F9F-7FBB-1E202919F6AD}"/>
              </a:ext>
            </a:extLst>
          </p:cNvPr>
          <p:cNvSpPr txBox="1"/>
          <p:nvPr/>
        </p:nvSpPr>
        <p:spPr>
          <a:xfrm>
            <a:off x="577850" y="729734"/>
            <a:ext cx="6261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'Flaming Dragon'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8A8383-6182-C4F4-4A4E-8BA6934E4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18218"/>
            <a:ext cx="5849005" cy="26872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scene3d>
            <a:camera prst="perspectiveContrastingLeftFacing"/>
            <a:lightRig rig="threePt" dir="t"/>
          </a:scene3d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FB1782F-6B64-DAC8-995F-FBB1C892A8BE}"/>
              </a:ext>
            </a:extLst>
          </p:cNvPr>
          <p:cNvSpPr txBox="1"/>
          <p:nvPr/>
        </p:nvSpPr>
        <p:spPr>
          <a:xfrm>
            <a:off x="2831348" y="68366"/>
            <a:ext cx="6266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67D17"/>
                </a:solidFill>
                <a:effectLst/>
                <a:latin typeface="JetBrains Mono"/>
              </a:rPr>
              <a:t>Lab_FD_061014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103012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A2510B-F042-01BB-E43A-A1599A693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5600" y="2857500"/>
            <a:ext cx="533400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4D0F2E-31CC-0166-7F13-34F358885AA5}"/>
              </a:ext>
            </a:extLst>
          </p:cNvPr>
          <p:cNvSpPr txBox="1"/>
          <p:nvPr/>
        </p:nvSpPr>
        <p:spPr>
          <a:xfrm>
            <a:off x="5245100" y="3687951"/>
            <a:ext cx="62738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&gt;&gt; [</a:t>
            </a:r>
            <a:r>
              <a:rPr lang="en-US" sz="900" dirty="0" err="1"/>
              <a:t>momp_out</a:t>
            </a:r>
            <a:r>
              <a:rPr lang="en-US" sz="900" dirty="0"/>
              <a:t>, </a:t>
            </a:r>
            <a:r>
              <a:rPr lang="en-US" sz="900" dirty="0" err="1"/>
              <a:t>momp_loc</a:t>
            </a:r>
            <a:r>
              <a:rPr lang="en-US" sz="900" dirty="0"/>
              <a:t>] = momp_v5( smooth(house  , 32768, 1, 0, 0);</a:t>
            </a:r>
          </a:p>
          <a:p>
            <a:r>
              <a:rPr lang="en-US" sz="900" dirty="0"/>
              <a:t>T is length 5153051, and m is set to 32768</a:t>
            </a:r>
          </a:p>
          <a:p>
            <a:r>
              <a:rPr lang="en-US" sz="900" dirty="0"/>
              <a:t>Starting </a:t>
            </a:r>
            <a:r>
              <a:rPr lang="en-US" sz="900" dirty="0" err="1"/>
              <a:t>downsampling</a:t>
            </a:r>
            <a:r>
              <a:rPr lang="en-US" sz="900" dirty="0"/>
              <a:t> rate: 512</a:t>
            </a:r>
          </a:p>
          <a:p>
            <a:r>
              <a:rPr lang="en-US" sz="900" dirty="0"/>
              <a:t>====== MOMP ======</a:t>
            </a:r>
          </a:p>
          <a:p>
            <a:r>
              <a:rPr lang="en-US" sz="900" dirty="0"/>
              <a:t>MOMP : Tpaa1in512 | BSF: 20.95 {617128, 928816} | </a:t>
            </a:r>
            <a:r>
              <a:rPr lang="en-US" sz="900" dirty="0" err="1"/>
              <a:t>localBSF</a:t>
            </a:r>
            <a:r>
              <a:rPr lang="en-US" sz="900" dirty="0"/>
              <a:t>: 22.46 {616961, 928769} | pruning: 0.0000 | Time: 138.80</a:t>
            </a:r>
          </a:p>
          <a:p>
            <a:r>
              <a:rPr lang="en-US" sz="900" dirty="0"/>
              <a:t>MOMP : Tpaa1in256 | BSF: 20.95 {617128, 928816} | </a:t>
            </a:r>
            <a:r>
              <a:rPr lang="en-US" sz="900" dirty="0" err="1"/>
              <a:t>localBSF</a:t>
            </a:r>
            <a:r>
              <a:rPr lang="en-US" sz="900" dirty="0"/>
              <a:t>: 22.46 {616961, 928769} | pruning: 0.0055 | Time: 193.37</a:t>
            </a:r>
          </a:p>
          <a:p>
            <a:r>
              <a:rPr lang="en-US" sz="900" dirty="0"/>
              <a:t>MOMP : Tpaa1in128 | BSF: 20.95 {617128, 928816} | </a:t>
            </a:r>
            <a:r>
              <a:rPr lang="en-US" sz="900" dirty="0" err="1"/>
              <a:t>localBSF</a:t>
            </a:r>
            <a:r>
              <a:rPr lang="en-US" sz="900" dirty="0"/>
              <a:t>: 20.97 {617089, 928769} | pruning: 0.3327 | Time: 255.43</a:t>
            </a:r>
          </a:p>
          <a:p>
            <a:r>
              <a:rPr lang="en-US" sz="900" dirty="0"/>
              <a:t>MOMP : Tpaa1in64 | BSF: 20.95 {617128, 928816} | </a:t>
            </a:r>
            <a:r>
              <a:rPr lang="en-US" sz="900" dirty="0" err="1"/>
              <a:t>localBSF</a:t>
            </a:r>
            <a:r>
              <a:rPr lang="en-US" sz="900" dirty="0"/>
              <a:t>: 20.96 {617153, 928833} | pruning: 0.7403 | Time: 328.45</a:t>
            </a:r>
          </a:p>
          <a:p>
            <a:r>
              <a:rPr lang="en-US" sz="900" dirty="0"/>
              <a:t>MOMP : Tpaa1in32 | BSF: 20.95 {617128, 928816} | </a:t>
            </a:r>
            <a:r>
              <a:rPr lang="en-US" sz="900" dirty="0" err="1"/>
              <a:t>localBSF</a:t>
            </a:r>
            <a:r>
              <a:rPr lang="en-US" sz="900" dirty="0"/>
              <a:t>: 20.96 {617121, 928801} | pruning: 0.8980 | Time: 388.34</a:t>
            </a:r>
          </a:p>
          <a:p>
            <a:r>
              <a:rPr lang="en-US" sz="900" dirty="0"/>
              <a:t>MOMP : Tpaa1in16 | BSF: 20.95 {617148, 928833} | </a:t>
            </a:r>
            <a:r>
              <a:rPr lang="en-US" sz="900" dirty="0" err="1"/>
              <a:t>localBSF</a:t>
            </a:r>
            <a:r>
              <a:rPr lang="en-US" sz="900" dirty="0"/>
              <a:t>: 20.96 {617121, 928817} | pruning: 0.9601 | Time: 440.67</a:t>
            </a:r>
          </a:p>
          <a:p>
            <a:r>
              <a:rPr lang="en-US" sz="900" dirty="0"/>
              <a:t>MOMP : Tpaa1in8 | BSF: 20.95 {617148, 928833} | </a:t>
            </a:r>
            <a:r>
              <a:rPr lang="en-US" sz="900" dirty="0" err="1"/>
              <a:t>localBSF</a:t>
            </a:r>
            <a:r>
              <a:rPr lang="en-US" sz="900" dirty="0"/>
              <a:t>: 20.95 {617129, 928817} | pruning: 0.9798 | Time: 504.48</a:t>
            </a:r>
          </a:p>
          <a:p>
            <a:r>
              <a:rPr lang="en-US" sz="900" dirty="0"/>
              <a:t>MOMP : Tpaa1in4 | BSF: 20.95 {617148, 928833} | </a:t>
            </a:r>
            <a:r>
              <a:rPr lang="en-US" sz="900" dirty="0" err="1"/>
              <a:t>localBSF</a:t>
            </a:r>
            <a:r>
              <a:rPr lang="en-US" sz="900" dirty="0"/>
              <a:t>: 20.95 {617129, 928817} | pruning: 0.9805 | Time: 554.80</a:t>
            </a:r>
          </a:p>
          <a:p>
            <a:r>
              <a:rPr lang="en-US" sz="900" dirty="0"/>
              <a:t>MOMP : Tpaa1in2 | BSF: 20.95 {617148, 928833} | </a:t>
            </a:r>
            <a:r>
              <a:rPr lang="en-US" sz="900" dirty="0" err="1"/>
              <a:t>localBSF</a:t>
            </a:r>
            <a:r>
              <a:rPr lang="en-US" sz="900" dirty="0"/>
              <a:t>: 20.95 {617127, 928815} | pruning: 0.9807 | Time: 633.55</a:t>
            </a:r>
          </a:p>
          <a:p>
            <a:r>
              <a:rPr lang="en-US" sz="900" dirty="0"/>
              <a:t>MOMP : Tpaa1in1 | BSF: 20.95 {617128, 928816} | Tot Time: 750.50s </a:t>
            </a:r>
          </a:p>
          <a:p>
            <a:r>
              <a:rPr lang="en-US" sz="900" dirty="0"/>
              <a:t>====== Profiling Summary ======</a:t>
            </a:r>
          </a:p>
          <a:p>
            <a:r>
              <a:rPr lang="en-US" sz="900" dirty="0"/>
              <a:t>Tot KTIP time : 46.10s  (0.06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UAMP time : 107.25s  (0.14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LBMP time : 22.86s  (0.03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Refine time : 450.74s  (0.60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Tot Prune time : 5.25s  (0.01 of </a:t>
            </a:r>
            <a:r>
              <a:rPr lang="en-US" sz="900" dirty="0" err="1"/>
              <a:t>momp</a:t>
            </a:r>
            <a:r>
              <a:rPr lang="en-US" sz="900" dirty="0"/>
              <a:t> time)</a:t>
            </a:r>
          </a:p>
          <a:p>
            <a:r>
              <a:rPr lang="en-US" sz="900" dirty="0"/>
              <a:t>&gt;&gt; house = smooth(House11(1:1:end ),512);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99805-E393-9396-6415-FBD01939C025}"/>
              </a:ext>
            </a:extLst>
          </p:cNvPr>
          <p:cNvSpPr txBox="1"/>
          <p:nvPr/>
        </p:nvSpPr>
        <p:spPr>
          <a:xfrm>
            <a:off x="165337" y="122608"/>
            <a:ext cx="3171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Household Electrical Demand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76492A-E429-B36F-971B-91415E5A6EAB}"/>
              </a:ext>
            </a:extLst>
          </p:cNvPr>
          <p:cNvSpPr txBox="1"/>
          <p:nvPr/>
        </p:nvSpPr>
        <p:spPr>
          <a:xfrm>
            <a:off x="4138723" y="122608"/>
            <a:ext cx="6278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house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716329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39F3A9-C648-41F9-D5F7-E3421850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918" y="2988609"/>
            <a:ext cx="5334000" cy="4000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88837-D9D6-9281-8CE4-B4666DA4A7C0}"/>
              </a:ext>
            </a:extLst>
          </p:cNvPr>
          <p:cNvSpPr txBox="1"/>
          <p:nvPr/>
        </p:nvSpPr>
        <p:spPr>
          <a:xfrm>
            <a:off x="184895" y="76884"/>
            <a:ext cx="964826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00FF00"/>
                </a:highlight>
              </a:rPr>
              <a:t>Human Activity Recognition from Continuous Ambient Sensor Data</a:t>
            </a:r>
          </a:p>
          <a:p>
            <a:r>
              <a:rPr lang="en-US" sz="2400" dirty="0" err="1">
                <a:highlight>
                  <a:srgbClr val="00FF00"/>
                </a:highlight>
              </a:rPr>
              <a:t>HAR_Ambient_Sensor_Data</a:t>
            </a:r>
            <a:endParaRPr lang="en-US" sz="2400" dirty="0">
              <a:highlight>
                <a:srgbClr val="00FF00"/>
              </a:highlight>
            </a:endParaRPr>
          </a:p>
          <a:p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47F7F-FBC5-912D-9F58-CB94F6C16A6F}"/>
              </a:ext>
            </a:extLst>
          </p:cNvPr>
          <p:cNvSpPr txBox="1"/>
          <p:nvPr/>
        </p:nvSpPr>
        <p:spPr>
          <a:xfrm>
            <a:off x="5222875" y="3492649"/>
            <a:ext cx="72263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&gt;&gt; [</a:t>
            </a:r>
            <a:r>
              <a:rPr lang="en-US" sz="1000" dirty="0" err="1"/>
              <a:t>momp_out</a:t>
            </a:r>
            <a:r>
              <a:rPr lang="en-US" sz="1000" dirty="0"/>
              <a:t>, </a:t>
            </a:r>
            <a:r>
              <a:rPr lang="en-US" sz="1000" dirty="0" err="1"/>
              <a:t>momp_loc</a:t>
            </a:r>
            <a:r>
              <a:rPr lang="en-US" sz="1000" dirty="0"/>
              <a:t>] = momp_v5(</a:t>
            </a:r>
            <a:r>
              <a:rPr lang="en-US" sz="1000" dirty="0" err="1"/>
              <a:t>HAR_Ambient_Sensor_Data</a:t>
            </a:r>
            <a:r>
              <a:rPr lang="en-US" sz="1000" dirty="0"/>
              <a:t> , 4096, 1, 0, 0);</a:t>
            </a:r>
          </a:p>
          <a:p>
            <a:r>
              <a:rPr lang="en-US" sz="1000" dirty="0"/>
              <a:t>T is length 1875227, and m is set to 4096</a:t>
            </a:r>
          </a:p>
          <a:p>
            <a:r>
              <a:rPr lang="en-US" sz="1000" dirty="0"/>
              <a:t>Starting </a:t>
            </a:r>
            <a:r>
              <a:rPr lang="en-US" sz="1000" dirty="0" err="1"/>
              <a:t>downsampling</a:t>
            </a:r>
            <a:r>
              <a:rPr lang="en-US" sz="1000" dirty="0"/>
              <a:t> rate: 64</a:t>
            </a:r>
          </a:p>
          <a:p>
            <a:r>
              <a:rPr lang="en-US" sz="800" dirty="0"/>
              <a:t>====== MOMP ======</a:t>
            </a:r>
          </a:p>
          <a:p>
            <a:r>
              <a:rPr lang="en-US" sz="800" dirty="0"/>
              <a:t>MOMP : Tpaa1in64 | BSF: 13.82 {47814, 1793920} | </a:t>
            </a:r>
            <a:r>
              <a:rPr lang="en-US" sz="800" dirty="0" err="1"/>
              <a:t>localBSF</a:t>
            </a:r>
            <a:r>
              <a:rPr lang="en-US" sz="800" dirty="0"/>
              <a:t>: 13.84 {47809, 1793921} | pruning: 0.0000 | Time: 7.91</a:t>
            </a:r>
          </a:p>
          <a:p>
            <a:r>
              <a:rPr lang="en-US" sz="800" dirty="0"/>
              <a:t>MOMP : Tpaa1in32 | BSF: 13.81 {425966, 1615881} | </a:t>
            </a:r>
            <a:r>
              <a:rPr lang="en-US" sz="800" dirty="0" err="1"/>
              <a:t>localBSF</a:t>
            </a:r>
            <a:r>
              <a:rPr lang="en-US" sz="800" dirty="0"/>
              <a:t>: 13.86 {425953, 1615873} | pruning: 0.0000 | Time: 29.01</a:t>
            </a:r>
          </a:p>
          <a:p>
            <a:r>
              <a:rPr lang="en-US" sz="800" dirty="0"/>
              <a:t>MOMP : Tpaa1in16 | BSF: 13.81 {425966, 1615881} | </a:t>
            </a:r>
            <a:r>
              <a:rPr lang="en-US" sz="800" dirty="0" err="1"/>
              <a:t>localBSF</a:t>
            </a:r>
            <a:r>
              <a:rPr lang="en-US" sz="800" dirty="0"/>
              <a:t>: 13.86 {425953, 1615873} | pruning: 0.2495 | Time: 114.96</a:t>
            </a:r>
          </a:p>
          <a:p>
            <a:r>
              <a:rPr lang="en-US" sz="800" dirty="0"/>
              <a:t>MOMP : Tpaa1in8 | BSF: 13.81 {425966, 1615881} | </a:t>
            </a:r>
            <a:r>
              <a:rPr lang="en-US" sz="800" dirty="0" err="1"/>
              <a:t>localBSF</a:t>
            </a:r>
            <a:r>
              <a:rPr lang="en-US" sz="800" dirty="0"/>
              <a:t>: 13.81 {425969, 1615881} | pruning: 0.9029 | Time: 334.38</a:t>
            </a:r>
          </a:p>
          <a:p>
            <a:r>
              <a:rPr lang="en-US" sz="800" dirty="0"/>
              <a:t>MOMP : Tpaa1in4 | BSF: 13.81 {425966, 1615881} | </a:t>
            </a:r>
            <a:r>
              <a:rPr lang="en-US" sz="800" dirty="0" err="1"/>
              <a:t>localBSF</a:t>
            </a:r>
            <a:r>
              <a:rPr lang="en-US" sz="800" dirty="0"/>
              <a:t>: 13.81 {425965, 1615881} | pruning: 0.9714 | Time: 345.75</a:t>
            </a:r>
          </a:p>
          <a:p>
            <a:r>
              <a:rPr lang="en-US" sz="800" dirty="0"/>
              <a:t>MOMP : Tpaa1in2 | BSF: 13.81 {425966, 1615881} | </a:t>
            </a:r>
            <a:r>
              <a:rPr lang="en-US" sz="800" dirty="0" err="1"/>
              <a:t>localBSF</a:t>
            </a:r>
            <a:r>
              <a:rPr lang="en-US" sz="800" dirty="0"/>
              <a:t>: 13.81 {425965, 1615881} | pruning: 0.9867 | Time: 349.57</a:t>
            </a:r>
          </a:p>
          <a:p>
            <a:r>
              <a:rPr lang="en-US" sz="800" dirty="0"/>
              <a:t>MOMP : Tpaa1in1 | BSF: 13.81 {425966, 1615881} | Tot Time: 351.91s </a:t>
            </a:r>
          </a:p>
          <a:p>
            <a:r>
              <a:rPr lang="en-US" sz="800" dirty="0"/>
              <a:t>====== Profiling Summary ======</a:t>
            </a:r>
          </a:p>
          <a:p>
            <a:r>
              <a:rPr lang="en-US" sz="800" dirty="0"/>
              <a:t>Tot KTIP time : 1.83s  (0.01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UAMP time : 245.15s  (0.70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LBMP time : 98.83s  (0.28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Refine time : 0.88s  (0.00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Prune time : 2.54s  (0.01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&gt;&gt; </a:t>
            </a:r>
            <a:r>
              <a:rPr lang="en-US" sz="800" dirty="0" err="1"/>
              <a:t>HAR_Ambient_Sensor_Data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67CE6-56E1-4C15-782B-71C7889C7FCB}"/>
              </a:ext>
            </a:extLst>
          </p:cNvPr>
          <p:cNvSpPr txBox="1"/>
          <p:nvPr/>
        </p:nvSpPr>
        <p:spPr>
          <a:xfrm>
            <a:off x="5083175" y="6581001"/>
            <a:ext cx="74612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https://archive.ics.uci.edu/dataset/506/human+activity+recognition+from+continuous+ambient+sensor+data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D9F355-7F7D-979E-4411-CADB973438FD}"/>
              </a:ext>
            </a:extLst>
          </p:cNvPr>
          <p:cNvSpPr txBox="1"/>
          <p:nvPr/>
        </p:nvSpPr>
        <p:spPr>
          <a:xfrm>
            <a:off x="5683250" y="1110734"/>
            <a:ext cx="584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load('C:\Users\</a:t>
            </a:r>
            <a:r>
              <a:rPr lang="en-US" dirty="0" err="1"/>
              <a:t>janedoe</a:t>
            </a:r>
            <a:r>
              <a:rPr lang="en-US" dirty="0"/>
              <a:t>\Desktop\</a:t>
            </a:r>
            <a:r>
              <a:rPr lang="en-US" dirty="0" err="1"/>
              <a:t>hc_dwt_corr.mat</a:t>
            </a:r>
            <a:r>
              <a:rPr lang="en-US" dirty="0"/>
              <a:t>')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7CBDD1-853F-F9F3-FD06-7F0859F91005}"/>
              </a:ext>
            </a:extLst>
          </p:cNvPr>
          <p:cNvSpPr txBox="1"/>
          <p:nvPr/>
        </p:nvSpPr>
        <p:spPr>
          <a:xfrm>
            <a:off x="10544175" y="205859"/>
            <a:ext cx="3143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Colum 26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73CB7D2-9A6A-9AAE-C714-5C9395105DA2}"/>
              </a:ext>
            </a:extLst>
          </p:cNvPr>
          <p:cNvSpPr txBox="1"/>
          <p:nvPr/>
        </p:nvSpPr>
        <p:spPr>
          <a:xfrm>
            <a:off x="5009028" y="610293"/>
            <a:ext cx="6921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>
                <a:solidFill>
                  <a:srgbClr val="067D17"/>
                </a:solidFill>
                <a:effectLst/>
                <a:latin typeface="JetBrains Mono"/>
              </a:rPr>
              <a:t>HAR_Ambient_Sensor_Data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190359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BA747C-00FB-0454-8A91-D5405CCF3FA5}"/>
              </a:ext>
            </a:extLst>
          </p:cNvPr>
          <p:cNvSpPr txBox="1"/>
          <p:nvPr/>
        </p:nvSpPr>
        <p:spPr>
          <a:xfrm>
            <a:off x="6963506" y="2687747"/>
            <a:ext cx="557652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&gt;&gt; [</a:t>
            </a:r>
            <a:r>
              <a:rPr lang="en-US" sz="800" dirty="0" err="1"/>
              <a:t>momp_out</a:t>
            </a:r>
            <a:r>
              <a:rPr lang="en-US" sz="800" dirty="0"/>
              <a:t>, </a:t>
            </a:r>
            <a:r>
              <a:rPr lang="en-US" sz="800" dirty="0" err="1"/>
              <a:t>momp_loc</a:t>
            </a:r>
            <a:r>
              <a:rPr lang="en-US" sz="800" dirty="0"/>
              <a:t>] = momp_v3( smooth(val(1,10000:1:end)), 4096,  1, 0, 0);</a:t>
            </a:r>
          </a:p>
          <a:p>
            <a:r>
              <a:rPr lang="en-US" sz="800" dirty="0"/>
              <a:t>T is length 440001, and m is set to 4096</a:t>
            </a:r>
          </a:p>
          <a:p>
            <a:r>
              <a:rPr lang="en-US" sz="800" dirty="0"/>
              <a:t>Starting </a:t>
            </a:r>
            <a:r>
              <a:rPr lang="en-US" sz="800" dirty="0" err="1"/>
              <a:t>downsampling</a:t>
            </a:r>
            <a:r>
              <a:rPr lang="en-US" sz="800" dirty="0"/>
              <a:t> rate: 64</a:t>
            </a:r>
          </a:p>
          <a:p>
            <a:r>
              <a:rPr lang="en-US" sz="800" dirty="0"/>
              <a:t>====== MOMP ======</a:t>
            </a:r>
          </a:p>
          <a:p>
            <a:r>
              <a:rPr lang="en-US" sz="800" dirty="0"/>
              <a:t>MOMP : Tpaa1in64 | BSF: 18.97 {179400, 344711} | </a:t>
            </a:r>
            <a:r>
              <a:rPr lang="en-US" sz="800" dirty="0" err="1"/>
              <a:t>localBSF</a:t>
            </a:r>
            <a:r>
              <a:rPr lang="en-US" sz="800" dirty="0"/>
              <a:t>: 19.03 {179393, 344705} | pruning: 0.0000 | Time: 2.14</a:t>
            </a:r>
          </a:p>
          <a:p>
            <a:r>
              <a:rPr lang="en-US" sz="800" dirty="0"/>
              <a:t>MOMP : Tpaa1in32 | BSF: 18.97 {179400, 344711} | </a:t>
            </a:r>
            <a:r>
              <a:rPr lang="en-US" sz="800" dirty="0" err="1"/>
              <a:t>localBSF</a:t>
            </a:r>
            <a:r>
              <a:rPr lang="en-US" sz="800" dirty="0"/>
              <a:t>: 19.03 {179393, 344705} | pruning: 0.0000 | Time: 19.58</a:t>
            </a:r>
          </a:p>
          <a:p>
            <a:r>
              <a:rPr lang="en-US" sz="800" dirty="0"/>
              <a:t>MOMP : Tpaa1in16 | BSF: 14.20 {353601, 424237} | </a:t>
            </a:r>
            <a:r>
              <a:rPr lang="en-US" sz="800" dirty="0" err="1"/>
              <a:t>localBSF</a:t>
            </a:r>
            <a:r>
              <a:rPr lang="en-US" sz="800" dirty="0"/>
              <a:t>: 15.14 {353601, 424241} | pruning: 0.0000 | Time: 61.91</a:t>
            </a:r>
          </a:p>
          <a:p>
            <a:r>
              <a:rPr lang="en-US" sz="800" dirty="0"/>
              <a:t>MOMP : Tpaa1in8 | BSF: 14.20 {353601, 424237} | </a:t>
            </a:r>
            <a:r>
              <a:rPr lang="en-US" sz="800" dirty="0" err="1"/>
              <a:t>localBSF</a:t>
            </a:r>
            <a:r>
              <a:rPr lang="en-US" sz="800" dirty="0"/>
              <a:t>: 15.14 {353601, 424241} | pruning: 0.4367 | Time: 150.01</a:t>
            </a:r>
          </a:p>
          <a:p>
            <a:r>
              <a:rPr lang="en-US" sz="800" dirty="0"/>
              <a:t>MOMP : Tpaa1in4 | BSF: 14.20 {353601, 424237} | </a:t>
            </a:r>
            <a:r>
              <a:rPr lang="en-US" sz="800" dirty="0" err="1"/>
              <a:t>localBSF</a:t>
            </a:r>
            <a:r>
              <a:rPr lang="en-US" sz="800" dirty="0"/>
              <a:t>: 14.20 {353601, 424237} | pruning: 0.8113 | Time: 249.85</a:t>
            </a:r>
          </a:p>
          <a:p>
            <a:r>
              <a:rPr lang="en-US" sz="800" dirty="0"/>
              <a:t>MOMP : Tpaa1in2 | BSF: 14.20 {353601, 424237} | </a:t>
            </a:r>
            <a:r>
              <a:rPr lang="en-US" sz="800" dirty="0" err="1"/>
              <a:t>localBSF</a:t>
            </a:r>
            <a:r>
              <a:rPr lang="en-US" sz="800" dirty="0"/>
              <a:t>: 14.20 {353601, 424237} | pruning: </a:t>
            </a:r>
            <a:r>
              <a:rPr lang="en-US" sz="1000" dirty="0"/>
              <a:t>0.9528</a:t>
            </a:r>
            <a:r>
              <a:rPr lang="en-US" sz="800" dirty="0"/>
              <a:t> | Time: 299.19</a:t>
            </a:r>
          </a:p>
          <a:p>
            <a:r>
              <a:rPr lang="en-US" sz="800" dirty="0"/>
              <a:t>MOMP : Tpaa1in1 | BSF: 14.20 {353601, 424237} | Tot Time: 300.95s </a:t>
            </a:r>
          </a:p>
          <a:p>
            <a:r>
              <a:rPr lang="en-US" sz="800" dirty="0"/>
              <a:t>====== Profiling Summary ======</a:t>
            </a:r>
          </a:p>
          <a:p>
            <a:r>
              <a:rPr lang="en-US" sz="800" dirty="0"/>
              <a:t>Tot KTIP time : 0.33s  (0.00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UAMP time : 42.22s  (0.14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LBMP time : 255.20s  (0.85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Refine time : 1.20s  (0.00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  <a:p>
            <a:r>
              <a:rPr lang="en-US" sz="800" dirty="0"/>
              <a:t>Tot Prune time : 0.15s  (0.00 of </a:t>
            </a:r>
            <a:r>
              <a:rPr lang="en-US" sz="800" dirty="0" err="1"/>
              <a:t>momp</a:t>
            </a:r>
            <a:r>
              <a:rPr lang="en-US" sz="800" dirty="0"/>
              <a:t> time)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DAC5EE-1A29-4590-66C4-840CC1C9E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80" y="2838450"/>
            <a:ext cx="6668372" cy="2076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C57BEF-7801-BE8D-51F9-E39988B74EC9}"/>
              </a:ext>
            </a:extLst>
          </p:cNvPr>
          <p:cNvSpPr txBox="1"/>
          <p:nvPr/>
        </p:nvSpPr>
        <p:spPr>
          <a:xfrm>
            <a:off x="7924800" y="4985211"/>
            <a:ext cx="6989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Challenge2009TestSetA_101a.mat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1BFFFD-01AB-9D36-7518-68A1AF07A3BF}"/>
              </a:ext>
            </a:extLst>
          </p:cNvPr>
          <p:cNvGrpSpPr/>
          <p:nvPr/>
        </p:nvGrpSpPr>
        <p:grpSpPr>
          <a:xfrm>
            <a:off x="1914525" y="1252538"/>
            <a:ext cx="9759950" cy="1222375"/>
            <a:chOff x="-5016500" y="2166938"/>
            <a:chExt cx="9759950" cy="1222375"/>
          </a:xfrm>
        </p:grpSpPr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7ED37662-B181-E593-0649-BE15AFA15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818063" y="2205038"/>
              <a:ext cx="9453563" cy="876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6">
              <a:extLst>
                <a:ext uri="{FF2B5EF4-FFF2-40B4-BE49-F238E27FC236}">
                  <a16:creationId xmlns:a16="http://schemas.microsoft.com/office/drawing/2014/main" id="{B0BF7344-0A0F-975B-0D8A-F0D2AB21B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4818063" y="3081338"/>
              <a:ext cx="945356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E74F16ED-6936-9A6F-58C9-A5ADD5B5E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4818063" y="2205038"/>
              <a:ext cx="945356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8">
              <a:extLst>
                <a:ext uri="{FF2B5EF4-FFF2-40B4-BE49-F238E27FC236}">
                  <a16:creationId xmlns:a16="http://schemas.microsoft.com/office/drawing/2014/main" id="{B4EAF93B-8C83-4FC7-1EF8-32816709D2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4818063" y="2987676"/>
              <a:ext cx="0" cy="9366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FC0E75A4-436D-C3EA-F240-CED4FE5154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3767138" y="2987676"/>
              <a:ext cx="0" cy="9366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0">
              <a:extLst>
                <a:ext uri="{FF2B5EF4-FFF2-40B4-BE49-F238E27FC236}">
                  <a16:creationId xmlns:a16="http://schemas.microsoft.com/office/drawing/2014/main" id="{007E4AE1-70FE-A2D8-E1AF-F893A8032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2716213" y="2987676"/>
              <a:ext cx="0" cy="9366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13122A4B-55E7-F572-DCB3-B12AE14A77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666875" y="2987676"/>
              <a:ext cx="0" cy="9366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7EC9484A-C069-DA48-D6D8-478809576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615950" y="2987676"/>
              <a:ext cx="0" cy="9366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3">
              <a:extLst>
                <a:ext uri="{FF2B5EF4-FFF2-40B4-BE49-F238E27FC236}">
                  <a16:creationId xmlns:a16="http://schemas.microsoft.com/office/drawing/2014/main" id="{511CE97A-574B-EF35-9C5A-D027A1BDAC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975" y="2987676"/>
              <a:ext cx="0" cy="9366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D5F52E74-AD92-30A7-1E51-11A9519F48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4313" y="2987676"/>
              <a:ext cx="0" cy="9366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15">
              <a:extLst>
                <a:ext uri="{FF2B5EF4-FFF2-40B4-BE49-F238E27FC236}">
                  <a16:creationId xmlns:a16="http://schemas.microsoft.com/office/drawing/2014/main" id="{4F15E6F3-A2A9-FE76-EF6A-17E60F0291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5238" y="2987676"/>
              <a:ext cx="0" cy="9366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D78F8AC7-F3F9-EF81-E842-FFC6B32281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6163" y="2987676"/>
              <a:ext cx="0" cy="9366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8D6BC87E-232F-29F4-E29B-377C14560D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5500" y="2987676"/>
              <a:ext cx="0" cy="9366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09D64CB7-CEB0-D452-F54D-21AAE3ACC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4818063" y="2205038"/>
              <a:ext cx="0" cy="952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A92441F1-3692-86BB-B161-7B0D36A41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3767138" y="2205038"/>
              <a:ext cx="0" cy="952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97CB8570-C61F-AC7F-33C4-25E8B9688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716213" y="2205038"/>
              <a:ext cx="0" cy="952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1">
              <a:extLst>
                <a:ext uri="{FF2B5EF4-FFF2-40B4-BE49-F238E27FC236}">
                  <a16:creationId xmlns:a16="http://schemas.microsoft.com/office/drawing/2014/main" id="{73CBD9A3-6710-E266-02D3-06A705F03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666875" y="2205038"/>
              <a:ext cx="0" cy="952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22">
              <a:extLst>
                <a:ext uri="{FF2B5EF4-FFF2-40B4-BE49-F238E27FC236}">
                  <a16:creationId xmlns:a16="http://schemas.microsoft.com/office/drawing/2014/main" id="{4653A2DA-1AFA-1BBB-16F3-2C3C3C51C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615950" y="2205038"/>
              <a:ext cx="0" cy="952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23">
              <a:extLst>
                <a:ext uri="{FF2B5EF4-FFF2-40B4-BE49-F238E27FC236}">
                  <a16:creationId xmlns:a16="http://schemas.microsoft.com/office/drawing/2014/main" id="{F3A7C6EE-7D81-5147-78EC-80880CBCF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975" y="2205038"/>
              <a:ext cx="0" cy="952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24">
              <a:extLst>
                <a:ext uri="{FF2B5EF4-FFF2-40B4-BE49-F238E27FC236}">
                  <a16:creationId xmlns:a16="http://schemas.microsoft.com/office/drawing/2014/main" id="{84219E2F-BA02-DE44-66FF-920532D5E3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4313" y="2205038"/>
              <a:ext cx="0" cy="952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25">
              <a:extLst>
                <a:ext uri="{FF2B5EF4-FFF2-40B4-BE49-F238E27FC236}">
                  <a16:creationId xmlns:a16="http://schemas.microsoft.com/office/drawing/2014/main" id="{CFACB0AD-54B6-B3BC-D8D6-FD600BEDE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5238" y="2205038"/>
              <a:ext cx="0" cy="952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26">
              <a:extLst>
                <a:ext uri="{FF2B5EF4-FFF2-40B4-BE49-F238E27FC236}">
                  <a16:creationId xmlns:a16="http://schemas.microsoft.com/office/drawing/2014/main" id="{3AB2B0ED-0C31-87C9-F19B-0F51951C8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6163" y="2205038"/>
              <a:ext cx="0" cy="952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52410BCE-4584-9170-AC91-EA7AF105D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500" y="2205038"/>
              <a:ext cx="0" cy="952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676BEC62-55B9-00B2-1016-3F2D4FAA8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840288" y="3121026"/>
              <a:ext cx="920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506295CF-7016-B619-721F-F2F7FD3CD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830638" y="3121026"/>
              <a:ext cx="1682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30">
              <a:extLst>
                <a:ext uri="{FF2B5EF4-FFF2-40B4-BE49-F238E27FC236}">
                  <a16:creationId xmlns:a16="http://schemas.microsoft.com/office/drawing/2014/main" id="{51AECE2E-BFFD-2A29-F021-ACBF9C93B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736850" y="3121026"/>
              <a:ext cx="920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31">
              <a:extLst>
                <a:ext uri="{FF2B5EF4-FFF2-40B4-BE49-F238E27FC236}">
                  <a16:creationId xmlns:a16="http://schemas.microsoft.com/office/drawing/2014/main" id="{E03E3C75-F578-769F-410E-F5FC68682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727200" y="3121026"/>
              <a:ext cx="1682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32">
              <a:extLst>
                <a:ext uri="{FF2B5EF4-FFF2-40B4-BE49-F238E27FC236}">
                  <a16:creationId xmlns:a16="http://schemas.microsoft.com/office/drawing/2014/main" id="{D0337338-4D50-E5DD-BEEF-0D63CBBBC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41350" y="3121026"/>
              <a:ext cx="920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33">
              <a:extLst>
                <a:ext uri="{FF2B5EF4-FFF2-40B4-BE49-F238E27FC236}">
                  <a16:creationId xmlns:a16="http://schemas.microsoft.com/office/drawing/2014/main" id="{5B0DB810-7A29-F12F-4E3C-9EF2CA3A3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38" y="3121026"/>
              <a:ext cx="1682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34">
              <a:extLst>
                <a:ext uri="{FF2B5EF4-FFF2-40B4-BE49-F238E27FC236}">
                  <a16:creationId xmlns:a16="http://schemas.microsoft.com/office/drawing/2014/main" id="{168A3EB1-0816-1293-D7D8-C83D52719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088" y="3121026"/>
              <a:ext cx="920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35">
              <a:extLst>
                <a:ext uri="{FF2B5EF4-FFF2-40B4-BE49-F238E27FC236}">
                  <a16:creationId xmlns:a16="http://schemas.microsoft.com/office/drawing/2014/main" id="{A9159818-9479-51C6-B16D-4FA94BC35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738" y="3121026"/>
              <a:ext cx="1682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36">
              <a:extLst>
                <a:ext uri="{FF2B5EF4-FFF2-40B4-BE49-F238E27FC236}">
                  <a16:creationId xmlns:a16="http://schemas.microsoft.com/office/drawing/2014/main" id="{E2A43DEF-2860-4D2B-93E2-D4C44D231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5525" y="3121026"/>
              <a:ext cx="920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37">
              <a:extLst>
                <a:ext uri="{FF2B5EF4-FFF2-40B4-BE49-F238E27FC236}">
                  <a16:creationId xmlns:a16="http://schemas.microsoft.com/office/drawing/2014/main" id="{F74BF25D-00CD-A86C-BD04-33BEC7AC9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5175" y="3121026"/>
              <a:ext cx="1682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C13F73FB-4432-7FE0-4F41-B700E8F45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5475" y="3294063"/>
              <a:ext cx="41275" cy="41275"/>
            </a:xfrm>
            <a:custGeom>
              <a:avLst/>
              <a:gdLst>
                <a:gd name="T0" fmla="*/ 0 w 87"/>
                <a:gd name="T1" fmla="*/ 83 h 87"/>
                <a:gd name="T2" fmla="*/ 1 w 87"/>
                <a:gd name="T3" fmla="*/ 81 h 87"/>
                <a:gd name="T4" fmla="*/ 38 w 87"/>
                <a:gd name="T5" fmla="*/ 43 h 87"/>
                <a:gd name="T6" fmla="*/ 1 w 87"/>
                <a:gd name="T7" fmla="*/ 6 h 87"/>
                <a:gd name="T8" fmla="*/ 0 w 87"/>
                <a:gd name="T9" fmla="*/ 4 h 87"/>
                <a:gd name="T10" fmla="*/ 1 w 87"/>
                <a:gd name="T11" fmla="*/ 1 h 87"/>
                <a:gd name="T12" fmla="*/ 3 w 87"/>
                <a:gd name="T13" fmla="*/ 0 h 87"/>
                <a:gd name="T14" fmla="*/ 6 w 87"/>
                <a:gd name="T15" fmla="*/ 1 h 87"/>
                <a:gd name="T16" fmla="*/ 44 w 87"/>
                <a:gd name="T17" fmla="*/ 38 h 87"/>
                <a:gd name="T18" fmla="*/ 81 w 87"/>
                <a:gd name="T19" fmla="*/ 1 h 87"/>
                <a:gd name="T20" fmla="*/ 83 w 87"/>
                <a:gd name="T21" fmla="*/ 0 h 87"/>
                <a:gd name="T22" fmla="*/ 86 w 87"/>
                <a:gd name="T23" fmla="*/ 1 h 87"/>
                <a:gd name="T24" fmla="*/ 87 w 87"/>
                <a:gd name="T25" fmla="*/ 4 h 87"/>
                <a:gd name="T26" fmla="*/ 86 w 87"/>
                <a:gd name="T27" fmla="*/ 6 h 87"/>
                <a:gd name="T28" fmla="*/ 48 w 87"/>
                <a:gd name="T29" fmla="*/ 43 h 87"/>
                <a:gd name="T30" fmla="*/ 86 w 87"/>
                <a:gd name="T31" fmla="*/ 81 h 87"/>
                <a:gd name="T32" fmla="*/ 87 w 87"/>
                <a:gd name="T33" fmla="*/ 83 h 87"/>
                <a:gd name="T34" fmla="*/ 86 w 87"/>
                <a:gd name="T35" fmla="*/ 86 h 87"/>
                <a:gd name="T36" fmla="*/ 83 w 87"/>
                <a:gd name="T37" fmla="*/ 87 h 87"/>
                <a:gd name="T38" fmla="*/ 81 w 87"/>
                <a:gd name="T39" fmla="*/ 86 h 87"/>
                <a:gd name="T40" fmla="*/ 44 w 87"/>
                <a:gd name="T41" fmla="*/ 49 h 87"/>
                <a:gd name="T42" fmla="*/ 6 w 87"/>
                <a:gd name="T43" fmla="*/ 86 h 87"/>
                <a:gd name="T44" fmla="*/ 3 w 87"/>
                <a:gd name="T45" fmla="*/ 87 h 87"/>
                <a:gd name="T46" fmla="*/ 1 w 87"/>
                <a:gd name="T47" fmla="*/ 86 h 87"/>
                <a:gd name="T48" fmla="*/ 0 w 87"/>
                <a:gd name="T49" fmla="*/ 8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87">
                  <a:moveTo>
                    <a:pt x="0" y="83"/>
                  </a:moveTo>
                  <a:cubicBezTo>
                    <a:pt x="0" y="82"/>
                    <a:pt x="0" y="82"/>
                    <a:pt x="1" y="81"/>
                  </a:cubicBezTo>
                  <a:lnTo>
                    <a:pt x="38" y="43"/>
                  </a:lnTo>
                  <a:lnTo>
                    <a:pt x="1" y="6"/>
                  </a:lnTo>
                  <a:cubicBezTo>
                    <a:pt x="0" y="5"/>
                    <a:pt x="0" y="5"/>
                    <a:pt x="0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4" y="0"/>
                    <a:pt x="5" y="0"/>
                    <a:pt x="6" y="1"/>
                  </a:cubicBezTo>
                  <a:lnTo>
                    <a:pt x="44" y="38"/>
                  </a:lnTo>
                  <a:lnTo>
                    <a:pt x="81" y="1"/>
                  </a:lnTo>
                  <a:cubicBezTo>
                    <a:pt x="82" y="0"/>
                    <a:pt x="82" y="0"/>
                    <a:pt x="83" y="0"/>
                  </a:cubicBezTo>
                  <a:cubicBezTo>
                    <a:pt x="84" y="0"/>
                    <a:pt x="85" y="0"/>
                    <a:pt x="86" y="1"/>
                  </a:cubicBezTo>
                  <a:cubicBezTo>
                    <a:pt x="87" y="2"/>
                    <a:pt x="87" y="3"/>
                    <a:pt x="87" y="4"/>
                  </a:cubicBezTo>
                  <a:cubicBezTo>
                    <a:pt x="87" y="5"/>
                    <a:pt x="87" y="5"/>
                    <a:pt x="86" y="6"/>
                  </a:cubicBezTo>
                  <a:lnTo>
                    <a:pt x="48" y="43"/>
                  </a:lnTo>
                  <a:lnTo>
                    <a:pt x="86" y="81"/>
                  </a:lnTo>
                  <a:cubicBezTo>
                    <a:pt x="87" y="82"/>
                    <a:pt x="87" y="82"/>
                    <a:pt x="87" y="83"/>
                  </a:cubicBezTo>
                  <a:cubicBezTo>
                    <a:pt x="87" y="84"/>
                    <a:pt x="87" y="85"/>
                    <a:pt x="86" y="86"/>
                  </a:cubicBezTo>
                  <a:cubicBezTo>
                    <a:pt x="85" y="87"/>
                    <a:pt x="84" y="87"/>
                    <a:pt x="83" y="87"/>
                  </a:cubicBezTo>
                  <a:cubicBezTo>
                    <a:pt x="82" y="87"/>
                    <a:pt x="81" y="87"/>
                    <a:pt x="81" y="86"/>
                  </a:cubicBezTo>
                  <a:lnTo>
                    <a:pt x="44" y="49"/>
                  </a:lnTo>
                  <a:lnTo>
                    <a:pt x="6" y="86"/>
                  </a:lnTo>
                  <a:cubicBezTo>
                    <a:pt x="5" y="87"/>
                    <a:pt x="4" y="87"/>
                    <a:pt x="3" y="87"/>
                  </a:cubicBezTo>
                  <a:cubicBezTo>
                    <a:pt x="2" y="87"/>
                    <a:pt x="2" y="87"/>
                    <a:pt x="1" y="86"/>
                  </a:cubicBezTo>
                  <a:cubicBezTo>
                    <a:pt x="0" y="85"/>
                    <a:pt x="0" y="84"/>
                    <a:pt x="0" y="83"/>
                  </a:cubicBezTo>
                  <a:close/>
                </a:path>
              </a:pathLst>
            </a:custGeom>
            <a:solidFill>
              <a:srgbClr val="26262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39">
              <a:extLst>
                <a:ext uri="{FF2B5EF4-FFF2-40B4-BE49-F238E27FC236}">
                  <a16:creationId xmlns:a16="http://schemas.microsoft.com/office/drawing/2014/main" id="{93DD9E2D-0683-CF6E-59F7-2F28D86F5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1038" y="3259138"/>
              <a:ext cx="138113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40">
              <a:extLst>
                <a:ext uri="{FF2B5EF4-FFF2-40B4-BE49-F238E27FC236}">
                  <a16:creationId xmlns:a16="http://schemas.microsoft.com/office/drawing/2014/main" id="{81D5EBB8-6F04-A578-2C4D-D88816AA1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1050" y="3235326"/>
              <a:ext cx="76200" cy="100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18032DAD-330A-6E20-1D0E-430CB973B6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4818063" y="2205038"/>
              <a:ext cx="0" cy="87630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42">
              <a:extLst>
                <a:ext uri="{FF2B5EF4-FFF2-40B4-BE49-F238E27FC236}">
                  <a16:creationId xmlns:a16="http://schemas.microsoft.com/office/drawing/2014/main" id="{E2700807-80E8-A83C-0A42-B3BF357AF4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5500" y="2205038"/>
              <a:ext cx="0" cy="87630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Line 43">
              <a:extLst>
                <a:ext uri="{FF2B5EF4-FFF2-40B4-BE49-F238E27FC236}">
                  <a16:creationId xmlns:a16="http://schemas.microsoft.com/office/drawing/2014/main" id="{EFBA73C9-0666-F96E-4B99-C22B6D932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4818063" y="3071813"/>
              <a:ext cx="95250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44">
              <a:extLst>
                <a:ext uri="{FF2B5EF4-FFF2-40B4-BE49-F238E27FC236}">
                  <a16:creationId xmlns:a16="http://schemas.microsoft.com/office/drawing/2014/main" id="{CAEBBD8F-D8AC-24E8-5736-37315E3BF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4818063" y="2643188"/>
              <a:ext cx="95250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45">
              <a:extLst>
                <a:ext uri="{FF2B5EF4-FFF2-40B4-BE49-F238E27FC236}">
                  <a16:creationId xmlns:a16="http://schemas.microsoft.com/office/drawing/2014/main" id="{94E6DBF3-1638-5464-35CF-05B459BA4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4818063" y="2214563"/>
              <a:ext cx="95250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46">
              <a:extLst>
                <a:ext uri="{FF2B5EF4-FFF2-40B4-BE49-F238E27FC236}">
                  <a16:creationId xmlns:a16="http://schemas.microsoft.com/office/drawing/2014/main" id="{C0F081AE-E79A-00F2-EF72-B00194B964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838" y="3071813"/>
              <a:ext cx="9366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47">
              <a:extLst>
                <a:ext uri="{FF2B5EF4-FFF2-40B4-BE49-F238E27FC236}">
                  <a16:creationId xmlns:a16="http://schemas.microsoft.com/office/drawing/2014/main" id="{A6447C2C-5754-C6E2-BFDF-8CB2A56259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838" y="2643188"/>
              <a:ext cx="9366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48">
              <a:extLst>
                <a:ext uri="{FF2B5EF4-FFF2-40B4-BE49-F238E27FC236}">
                  <a16:creationId xmlns:a16="http://schemas.microsoft.com/office/drawing/2014/main" id="{D97A47B5-C9FA-BD6C-007A-163EFD4C19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838" y="2214563"/>
              <a:ext cx="9366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49">
              <a:extLst>
                <a:ext uri="{FF2B5EF4-FFF2-40B4-BE49-F238E27FC236}">
                  <a16:creationId xmlns:a16="http://schemas.microsoft.com/office/drawing/2014/main" id="{5C2054F9-6008-4407-7A29-D20E49230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016500" y="3028951"/>
              <a:ext cx="222250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50">
              <a:extLst>
                <a:ext uri="{FF2B5EF4-FFF2-40B4-BE49-F238E27FC236}">
                  <a16:creationId xmlns:a16="http://schemas.microsoft.com/office/drawing/2014/main" id="{ED41671A-6408-46CF-909C-6D5ABBF17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894263" y="2598738"/>
              <a:ext cx="92075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51">
              <a:extLst>
                <a:ext uri="{FF2B5EF4-FFF2-40B4-BE49-F238E27FC236}">
                  <a16:creationId xmlns:a16="http://schemas.microsoft.com/office/drawing/2014/main" id="{05F4DBD3-70BB-12FA-61FF-A53F5E813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986338" y="2166938"/>
              <a:ext cx="190500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9497C408-E6CE-3B98-520A-233F972E6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-4816475" y="2205038"/>
              <a:ext cx="9242425" cy="876300"/>
            </a:xfrm>
            <a:custGeom>
              <a:avLst/>
              <a:gdLst>
                <a:gd name="T0" fmla="*/ 101 w 5822"/>
                <a:gd name="T1" fmla="*/ 329 h 552"/>
                <a:gd name="T2" fmla="*/ 189 w 5822"/>
                <a:gd name="T3" fmla="*/ 487 h 552"/>
                <a:gd name="T4" fmla="*/ 272 w 5822"/>
                <a:gd name="T5" fmla="*/ 552 h 552"/>
                <a:gd name="T6" fmla="*/ 356 w 5822"/>
                <a:gd name="T7" fmla="*/ 414 h 552"/>
                <a:gd name="T8" fmla="*/ 443 w 5822"/>
                <a:gd name="T9" fmla="*/ 501 h 552"/>
                <a:gd name="T10" fmla="*/ 527 w 5822"/>
                <a:gd name="T11" fmla="*/ 552 h 552"/>
                <a:gd name="T12" fmla="*/ 612 w 5822"/>
                <a:gd name="T13" fmla="*/ 415 h 552"/>
                <a:gd name="T14" fmla="*/ 695 w 5822"/>
                <a:gd name="T15" fmla="*/ 552 h 552"/>
                <a:gd name="T16" fmla="*/ 777 w 5822"/>
                <a:gd name="T17" fmla="*/ 460 h 552"/>
                <a:gd name="T18" fmla="*/ 856 w 5822"/>
                <a:gd name="T19" fmla="*/ 552 h 552"/>
                <a:gd name="T20" fmla="*/ 938 w 5822"/>
                <a:gd name="T21" fmla="*/ 0 h 552"/>
                <a:gd name="T22" fmla="*/ 1020 w 5822"/>
                <a:gd name="T23" fmla="*/ 552 h 552"/>
                <a:gd name="T24" fmla="*/ 1105 w 5822"/>
                <a:gd name="T25" fmla="*/ 552 h 552"/>
                <a:gd name="T26" fmla="*/ 1194 w 5822"/>
                <a:gd name="T27" fmla="*/ 324 h 552"/>
                <a:gd name="T28" fmla="*/ 1274 w 5822"/>
                <a:gd name="T29" fmla="*/ 552 h 552"/>
                <a:gd name="T30" fmla="*/ 1361 w 5822"/>
                <a:gd name="T31" fmla="*/ 552 h 552"/>
                <a:gd name="T32" fmla="*/ 1446 w 5822"/>
                <a:gd name="T33" fmla="*/ 538 h 552"/>
                <a:gd name="T34" fmla="*/ 1529 w 5822"/>
                <a:gd name="T35" fmla="*/ 552 h 552"/>
                <a:gd name="T36" fmla="*/ 1611 w 5822"/>
                <a:gd name="T37" fmla="*/ 231 h 552"/>
                <a:gd name="T38" fmla="*/ 1694 w 5822"/>
                <a:gd name="T39" fmla="*/ 552 h 552"/>
                <a:gd name="T40" fmla="*/ 1777 w 5822"/>
                <a:gd name="T41" fmla="*/ 406 h 552"/>
                <a:gd name="T42" fmla="*/ 1860 w 5822"/>
                <a:gd name="T43" fmla="*/ 462 h 552"/>
                <a:gd name="T44" fmla="*/ 1949 w 5822"/>
                <a:gd name="T45" fmla="*/ 552 h 552"/>
                <a:gd name="T46" fmla="*/ 2037 w 5822"/>
                <a:gd name="T47" fmla="*/ 524 h 552"/>
                <a:gd name="T48" fmla="*/ 2127 w 5822"/>
                <a:gd name="T49" fmla="*/ 552 h 552"/>
                <a:gd name="T50" fmla="*/ 2222 w 5822"/>
                <a:gd name="T51" fmla="*/ 0 h 552"/>
                <a:gd name="T52" fmla="*/ 2317 w 5822"/>
                <a:gd name="T53" fmla="*/ 552 h 552"/>
                <a:gd name="T54" fmla="*/ 2413 w 5822"/>
                <a:gd name="T55" fmla="*/ 0 h 552"/>
                <a:gd name="T56" fmla="*/ 2510 w 5822"/>
                <a:gd name="T57" fmla="*/ 468 h 552"/>
                <a:gd name="T58" fmla="*/ 2603 w 5822"/>
                <a:gd name="T59" fmla="*/ 552 h 552"/>
                <a:gd name="T60" fmla="*/ 2697 w 5822"/>
                <a:gd name="T61" fmla="*/ 492 h 552"/>
                <a:gd name="T62" fmla="*/ 2788 w 5822"/>
                <a:gd name="T63" fmla="*/ 0 h 552"/>
                <a:gd name="T64" fmla="*/ 2879 w 5822"/>
                <a:gd name="T65" fmla="*/ 552 h 552"/>
                <a:gd name="T66" fmla="*/ 2965 w 5822"/>
                <a:gd name="T67" fmla="*/ 552 h 552"/>
                <a:gd name="T68" fmla="*/ 3055 w 5822"/>
                <a:gd name="T69" fmla="*/ 552 h 552"/>
                <a:gd name="T70" fmla="*/ 3143 w 5822"/>
                <a:gd name="T71" fmla="*/ 552 h 552"/>
                <a:gd name="T72" fmla="*/ 3235 w 5822"/>
                <a:gd name="T73" fmla="*/ 0 h 552"/>
                <a:gd name="T74" fmla="*/ 3329 w 5822"/>
                <a:gd name="T75" fmla="*/ 521 h 552"/>
                <a:gd name="T76" fmla="*/ 3422 w 5822"/>
                <a:gd name="T77" fmla="*/ 552 h 552"/>
                <a:gd name="T78" fmla="*/ 3519 w 5822"/>
                <a:gd name="T79" fmla="*/ 552 h 552"/>
                <a:gd name="T80" fmla="*/ 3616 w 5822"/>
                <a:gd name="T81" fmla="*/ 552 h 552"/>
                <a:gd name="T82" fmla="*/ 3714 w 5822"/>
                <a:gd name="T83" fmla="*/ 411 h 552"/>
                <a:gd name="T84" fmla="*/ 3811 w 5822"/>
                <a:gd name="T85" fmla="*/ 0 h 552"/>
                <a:gd name="T86" fmla="*/ 3903 w 5822"/>
                <a:gd name="T87" fmla="*/ 0 h 552"/>
                <a:gd name="T88" fmla="*/ 3993 w 5822"/>
                <a:gd name="T89" fmla="*/ 486 h 552"/>
                <a:gd name="T90" fmla="*/ 4083 w 5822"/>
                <a:gd name="T91" fmla="*/ 552 h 552"/>
                <a:gd name="T92" fmla="*/ 4175 w 5822"/>
                <a:gd name="T93" fmla="*/ 552 h 552"/>
                <a:gd name="T94" fmla="*/ 4272 w 5822"/>
                <a:gd name="T95" fmla="*/ 552 h 552"/>
                <a:gd name="T96" fmla="*/ 4364 w 5822"/>
                <a:gd name="T97" fmla="*/ 0 h 552"/>
                <a:gd name="T98" fmla="*/ 4458 w 5822"/>
                <a:gd name="T99" fmla="*/ 459 h 552"/>
                <a:gd name="T100" fmla="*/ 4558 w 5822"/>
                <a:gd name="T101" fmla="*/ 552 h 552"/>
                <a:gd name="T102" fmla="*/ 4660 w 5822"/>
                <a:gd name="T103" fmla="*/ 363 h 552"/>
                <a:gd name="T104" fmla="*/ 4760 w 5822"/>
                <a:gd name="T105" fmla="*/ 183 h 552"/>
                <a:gd name="T106" fmla="*/ 4857 w 5822"/>
                <a:gd name="T107" fmla="*/ 0 h 552"/>
                <a:gd name="T108" fmla="*/ 4953 w 5822"/>
                <a:gd name="T109" fmla="*/ 0 h 552"/>
                <a:gd name="T110" fmla="*/ 5047 w 5822"/>
                <a:gd name="T111" fmla="*/ 552 h 552"/>
                <a:gd name="T112" fmla="*/ 5138 w 5822"/>
                <a:gd name="T113" fmla="*/ 0 h 552"/>
                <a:gd name="T114" fmla="*/ 5232 w 5822"/>
                <a:gd name="T115" fmla="*/ 73 h 552"/>
                <a:gd name="T116" fmla="*/ 5323 w 5822"/>
                <a:gd name="T117" fmla="*/ 552 h 552"/>
                <a:gd name="T118" fmla="*/ 5414 w 5822"/>
                <a:gd name="T119" fmla="*/ 0 h 552"/>
                <a:gd name="T120" fmla="*/ 5514 w 5822"/>
                <a:gd name="T121" fmla="*/ 0 h 552"/>
                <a:gd name="T122" fmla="*/ 5617 w 5822"/>
                <a:gd name="T123" fmla="*/ 0 h 552"/>
                <a:gd name="T124" fmla="*/ 5721 w 5822"/>
                <a:gd name="T125" fmla="*/ 463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22" h="552">
                  <a:moveTo>
                    <a:pt x="0" y="415"/>
                  </a:moveTo>
                  <a:lnTo>
                    <a:pt x="1" y="415"/>
                  </a:lnTo>
                  <a:lnTo>
                    <a:pt x="1" y="415"/>
                  </a:lnTo>
                  <a:lnTo>
                    <a:pt x="2" y="415"/>
                  </a:lnTo>
                  <a:lnTo>
                    <a:pt x="2" y="415"/>
                  </a:lnTo>
                  <a:lnTo>
                    <a:pt x="3" y="415"/>
                  </a:lnTo>
                  <a:lnTo>
                    <a:pt x="3" y="415"/>
                  </a:lnTo>
                  <a:lnTo>
                    <a:pt x="4" y="415"/>
                  </a:lnTo>
                  <a:lnTo>
                    <a:pt x="4" y="415"/>
                  </a:lnTo>
                  <a:lnTo>
                    <a:pt x="5" y="415"/>
                  </a:lnTo>
                  <a:lnTo>
                    <a:pt x="6" y="415"/>
                  </a:lnTo>
                  <a:lnTo>
                    <a:pt x="7" y="415"/>
                  </a:lnTo>
                  <a:lnTo>
                    <a:pt x="7" y="415"/>
                  </a:lnTo>
                  <a:lnTo>
                    <a:pt x="8" y="415"/>
                  </a:lnTo>
                  <a:lnTo>
                    <a:pt x="8" y="415"/>
                  </a:lnTo>
                  <a:lnTo>
                    <a:pt x="9" y="415"/>
                  </a:lnTo>
                  <a:lnTo>
                    <a:pt x="9" y="415"/>
                  </a:lnTo>
                  <a:lnTo>
                    <a:pt x="10" y="415"/>
                  </a:lnTo>
                  <a:lnTo>
                    <a:pt x="10" y="415"/>
                  </a:lnTo>
                  <a:lnTo>
                    <a:pt x="11" y="415"/>
                  </a:lnTo>
                  <a:lnTo>
                    <a:pt x="12" y="415"/>
                  </a:lnTo>
                  <a:lnTo>
                    <a:pt x="13" y="415"/>
                  </a:lnTo>
                  <a:lnTo>
                    <a:pt x="13" y="415"/>
                  </a:lnTo>
                  <a:lnTo>
                    <a:pt x="14" y="415"/>
                  </a:lnTo>
                  <a:lnTo>
                    <a:pt x="14" y="415"/>
                  </a:lnTo>
                  <a:lnTo>
                    <a:pt x="15" y="415"/>
                  </a:lnTo>
                  <a:lnTo>
                    <a:pt x="15" y="415"/>
                  </a:lnTo>
                  <a:lnTo>
                    <a:pt x="16" y="415"/>
                  </a:lnTo>
                  <a:lnTo>
                    <a:pt x="16" y="415"/>
                  </a:lnTo>
                  <a:lnTo>
                    <a:pt x="17" y="415"/>
                  </a:lnTo>
                  <a:lnTo>
                    <a:pt x="18" y="415"/>
                  </a:lnTo>
                  <a:lnTo>
                    <a:pt x="19" y="415"/>
                  </a:lnTo>
                  <a:lnTo>
                    <a:pt x="19" y="415"/>
                  </a:lnTo>
                  <a:lnTo>
                    <a:pt x="20" y="415"/>
                  </a:lnTo>
                  <a:lnTo>
                    <a:pt x="20" y="415"/>
                  </a:lnTo>
                  <a:lnTo>
                    <a:pt x="21" y="415"/>
                  </a:lnTo>
                  <a:lnTo>
                    <a:pt x="21" y="415"/>
                  </a:lnTo>
                  <a:lnTo>
                    <a:pt x="22" y="415"/>
                  </a:lnTo>
                  <a:lnTo>
                    <a:pt x="22" y="415"/>
                  </a:lnTo>
                  <a:lnTo>
                    <a:pt x="23" y="415"/>
                  </a:lnTo>
                  <a:lnTo>
                    <a:pt x="23" y="415"/>
                  </a:lnTo>
                  <a:lnTo>
                    <a:pt x="25" y="415"/>
                  </a:lnTo>
                  <a:lnTo>
                    <a:pt x="25" y="415"/>
                  </a:lnTo>
                  <a:lnTo>
                    <a:pt x="26" y="415"/>
                  </a:lnTo>
                  <a:lnTo>
                    <a:pt x="26" y="415"/>
                  </a:lnTo>
                  <a:lnTo>
                    <a:pt x="27" y="415"/>
                  </a:lnTo>
                  <a:lnTo>
                    <a:pt x="27" y="415"/>
                  </a:lnTo>
                  <a:lnTo>
                    <a:pt x="28" y="415"/>
                  </a:lnTo>
                  <a:lnTo>
                    <a:pt x="28" y="415"/>
                  </a:lnTo>
                  <a:lnTo>
                    <a:pt x="29" y="415"/>
                  </a:lnTo>
                  <a:lnTo>
                    <a:pt x="29" y="415"/>
                  </a:lnTo>
                  <a:lnTo>
                    <a:pt x="31" y="415"/>
                  </a:lnTo>
                  <a:lnTo>
                    <a:pt x="31" y="415"/>
                  </a:lnTo>
                  <a:lnTo>
                    <a:pt x="32" y="415"/>
                  </a:lnTo>
                  <a:lnTo>
                    <a:pt x="32" y="415"/>
                  </a:lnTo>
                  <a:lnTo>
                    <a:pt x="33" y="415"/>
                  </a:lnTo>
                  <a:lnTo>
                    <a:pt x="33" y="415"/>
                  </a:lnTo>
                  <a:lnTo>
                    <a:pt x="34" y="415"/>
                  </a:lnTo>
                  <a:lnTo>
                    <a:pt x="34" y="415"/>
                  </a:lnTo>
                  <a:lnTo>
                    <a:pt x="35" y="415"/>
                  </a:lnTo>
                  <a:lnTo>
                    <a:pt x="35" y="415"/>
                  </a:lnTo>
                  <a:lnTo>
                    <a:pt x="37" y="415"/>
                  </a:lnTo>
                  <a:lnTo>
                    <a:pt x="37" y="415"/>
                  </a:lnTo>
                  <a:lnTo>
                    <a:pt x="38" y="415"/>
                  </a:lnTo>
                  <a:lnTo>
                    <a:pt x="38" y="415"/>
                  </a:lnTo>
                  <a:lnTo>
                    <a:pt x="39" y="415"/>
                  </a:lnTo>
                  <a:lnTo>
                    <a:pt x="39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1" y="415"/>
                  </a:lnTo>
                  <a:lnTo>
                    <a:pt x="41" y="415"/>
                  </a:lnTo>
                  <a:lnTo>
                    <a:pt x="43" y="415"/>
                  </a:lnTo>
                  <a:lnTo>
                    <a:pt x="43" y="415"/>
                  </a:lnTo>
                  <a:lnTo>
                    <a:pt x="44" y="415"/>
                  </a:lnTo>
                  <a:lnTo>
                    <a:pt x="44" y="415"/>
                  </a:lnTo>
                  <a:lnTo>
                    <a:pt x="45" y="415"/>
                  </a:lnTo>
                  <a:lnTo>
                    <a:pt x="45" y="415"/>
                  </a:lnTo>
                  <a:lnTo>
                    <a:pt x="46" y="415"/>
                  </a:lnTo>
                  <a:lnTo>
                    <a:pt x="46" y="415"/>
                  </a:lnTo>
                  <a:lnTo>
                    <a:pt x="48" y="415"/>
                  </a:lnTo>
                  <a:lnTo>
                    <a:pt x="48" y="415"/>
                  </a:lnTo>
                  <a:lnTo>
                    <a:pt x="49" y="552"/>
                  </a:lnTo>
                  <a:lnTo>
                    <a:pt x="49" y="552"/>
                  </a:lnTo>
                  <a:lnTo>
                    <a:pt x="49" y="552"/>
                  </a:lnTo>
                  <a:lnTo>
                    <a:pt x="50" y="158"/>
                  </a:lnTo>
                  <a:lnTo>
                    <a:pt x="50" y="234"/>
                  </a:lnTo>
                  <a:lnTo>
                    <a:pt x="50" y="210"/>
                  </a:lnTo>
                  <a:lnTo>
                    <a:pt x="50" y="155"/>
                  </a:lnTo>
                  <a:lnTo>
                    <a:pt x="51" y="552"/>
                  </a:lnTo>
                  <a:lnTo>
                    <a:pt x="51" y="552"/>
                  </a:lnTo>
                  <a:lnTo>
                    <a:pt x="51" y="552"/>
                  </a:lnTo>
                  <a:lnTo>
                    <a:pt x="52" y="548"/>
                  </a:lnTo>
                  <a:lnTo>
                    <a:pt x="52" y="547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5" y="50"/>
                  </a:lnTo>
                  <a:lnTo>
                    <a:pt x="55" y="58"/>
                  </a:lnTo>
                  <a:lnTo>
                    <a:pt x="55" y="119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7" y="410"/>
                  </a:lnTo>
                  <a:lnTo>
                    <a:pt x="57" y="417"/>
                  </a:lnTo>
                  <a:lnTo>
                    <a:pt x="58" y="552"/>
                  </a:lnTo>
                  <a:lnTo>
                    <a:pt x="58" y="410"/>
                  </a:lnTo>
                  <a:lnTo>
                    <a:pt x="58" y="409"/>
                  </a:lnTo>
                  <a:lnTo>
                    <a:pt x="59" y="552"/>
                  </a:lnTo>
                  <a:lnTo>
                    <a:pt x="60" y="247"/>
                  </a:lnTo>
                  <a:lnTo>
                    <a:pt x="60" y="235"/>
                  </a:lnTo>
                  <a:lnTo>
                    <a:pt x="60" y="0"/>
                  </a:lnTo>
                  <a:lnTo>
                    <a:pt x="61" y="303"/>
                  </a:lnTo>
                  <a:lnTo>
                    <a:pt x="61" y="310"/>
                  </a:lnTo>
                  <a:lnTo>
                    <a:pt x="62" y="407"/>
                  </a:lnTo>
                  <a:lnTo>
                    <a:pt x="62" y="253"/>
                  </a:lnTo>
                  <a:lnTo>
                    <a:pt x="62" y="253"/>
                  </a:lnTo>
                  <a:lnTo>
                    <a:pt x="63" y="298"/>
                  </a:lnTo>
                  <a:lnTo>
                    <a:pt x="63" y="0"/>
                  </a:lnTo>
                  <a:lnTo>
                    <a:pt x="63" y="49"/>
                  </a:lnTo>
                  <a:lnTo>
                    <a:pt x="63" y="62"/>
                  </a:lnTo>
                  <a:lnTo>
                    <a:pt x="64" y="552"/>
                  </a:lnTo>
                  <a:lnTo>
                    <a:pt x="64" y="552"/>
                  </a:lnTo>
                  <a:lnTo>
                    <a:pt x="65" y="552"/>
                  </a:lnTo>
                  <a:lnTo>
                    <a:pt x="66" y="525"/>
                  </a:lnTo>
                  <a:lnTo>
                    <a:pt x="66" y="552"/>
                  </a:lnTo>
                  <a:lnTo>
                    <a:pt x="66" y="552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8" y="552"/>
                  </a:lnTo>
                  <a:lnTo>
                    <a:pt x="68" y="552"/>
                  </a:lnTo>
                  <a:lnTo>
                    <a:pt x="68" y="552"/>
                  </a:lnTo>
                  <a:lnTo>
                    <a:pt x="69" y="536"/>
                  </a:lnTo>
                  <a:lnTo>
                    <a:pt x="69" y="530"/>
                  </a:lnTo>
                  <a:lnTo>
                    <a:pt x="70" y="210"/>
                  </a:lnTo>
                  <a:lnTo>
                    <a:pt x="70" y="263"/>
                  </a:lnTo>
                  <a:lnTo>
                    <a:pt x="71" y="255"/>
                  </a:lnTo>
                  <a:lnTo>
                    <a:pt x="71" y="0"/>
                  </a:lnTo>
                  <a:lnTo>
                    <a:pt x="72" y="103"/>
                  </a:lnTo>
                  <a:lnTo>
                    <a:pt x="72" y="119"/>
                  </a:lnTo>
                  <a:lnTo>
                    <a:pt x="72" y="305"/>
                  </a:lnTo>
                  <a:lnTo>
                    <a:pt x="73" y="235"/>
                  </a:lnTo>
                  <a:lnTo>
                    <a:pt x="73" y="236"/>
                  </a:lnTo>
                  <a:lnTo>
                    <a:pt x="73" y="207"/>
                  </a:lnTo>
                  <a:lnTo>
                    <a:pt x="74" y="385"/>
                  </a:lnTo>
                  <a:lnTo>
                    <a:pt x="74" y="391"/>
                  </a:lnTo>
                  <a:lnTo>
                    <a:pt x="75" y="464"/>
                  </a:lnTo>
                  <a:lnTo>
                    <a:pt x="75" y="1"/>
                  </a:lnTo>
                  <a:lnTo>
                    <a:pt x="76" y="0"/>
                  </a:lnTo>
                  <a:lnTo>
                    <a:pt x="76" y="462"/>
                  </a:lnTo>
                  <a:lnTo>
                    <a:pt x="77" y="464"/>
                  </a:lnTo>
                  <a:lnTo>
                    <a:pt x="77" y="552"/>
                  </a:lnTo>
                  <a:lnTo>
                    <a:pt x="78" y="552"/>
                  </a:lnTo>
                  <a:lnTo>
                    <a:pt x="78" y="552"/>
                  </a:lnTo>
                  <a:lnTo>
                    <a:pt x="79" y="510"/>
                  </a:lnTo>
                  <a:lnTo>
                    <a:pt x="79" y="552"/>
                  </a:lnTo>
                  <a:lnTo>
                    <a:pt x="79" y="550"/>
                  </a:lnTo>
                  <a:lnTo>
                    <a:pt x="80" y="0"/>
                  </a:lnTo>
                  <a:lnTo>
                    <a:pt x="80" y="26"/>
                  </a:lnTo>
                  <a:lnTo>
                    <a:pt x="80" y="37"/>
                  </a:lnTo>
                  <a:lnTo>
                    <a:pt x="81" y="548"/>
                  </a:lnTo>
                  <a:lnTo>
                    <a:pt x="81" y="532"/>
                  </a:lnTo>
                  <a:lnTo>
                    <a:pt x="81" y="529"/>
                  </a:lnTo>
                  <a:lnTo>
                    <a:pt x="82" y="393"/>
                  </a:lnTo>
                  <a:lnTo>
                    <a:pt x="82" y="393"/>
                  </a:lnTo>
                  <a:lnTo>
                    <a:pt x="82" y="394"/>
                  </a:lnTo>
                  <a:lnTo>
                    <a:pt x="83" y="519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5" y="552"/>
                  </a:lnTo>
                  <a:lnTo>
                    <a:pt x="85" y="552"/>
                  </a:lnTo>
                  <a:lnTo>
                    <a:pt x="85" y="552"/>
                  </a:lnTo>
                  <a:lnTo>
                    <a:pt x="86" y="458"/>
                  </a:lnTo>
                  <a:lnTo>
                    <a:pt x="86" y="457"/>
                  </a:lnTo>
                  <a:lnTo>
                    <a:pt x="86" y="454"/>
                  </a:lnTo>
                  <a:lnTo>
                    <a:pt x="87" y="552"/>
                  </a:lnTo>
                  <a:lnTo>
                    <a:pt x="87" y="552"/>
                  </a:lnTo>
                  <a:lnTo>
                    <a:pt x="87" y="552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0" y="552"/>
                  </a:lnTo>
                  <a:lnTo>
                    <a:pt x="90" y="552"/>
                  </a:lnTo>
                  <a:lnTo>
                    <a:pt x="90" y="552"/>
                  </a:lnTo>
                  <a:lnTo>
                    <a:pt x="91" y="476"/>
                  </a:lnTo>
                  <a:lnTo>
                    <a:pt x="91" y="472"/>
                  </a:lnTo>
                  <a:lnTo>
                    <a:pt x="92" y="490"/>
                  </a:lnTo>
                  <a:lnTo>
                    <a:pt x="92" y="307"/>
                  </a:lnTo>
                  <a:lnTo>
                    <a:pt x="92" y="293"/>
                  </a:lnTo>
                  <a:lnTo>
                    <a:pt x="92" y="0"/>
                  </a:lnTo>
                  <a:lnTo>
                    <a:pt x="93" y="400"/>
                  </a:lnTo>
                  <a:lnTo>
                    <a:pt x="93" y="405"/>
                  </a:lnTo>
                  <a:lnTo>
                    <a:pt x="94" y="552"/>
                  </a:lnTo>
                  <a:lnTo>
                    <a:pt x="94" y="552"/>
                  </a:lnTo>
                  <a:lnTo>
                    <a:pt x="94" y="552"/>
                  </a:lnTo>
                  <a:lnTo>
                    <a:pt x="96" y="552"/>
                  </a:lnTo>
                  <a:lnTo>
                    <a:pt x="96" y="552"/>
                  </a:lnTo>
                  <a:lnTo>
                    <a:pt x="96" y="0"/>
                  </a:lnTo>
                  <a:lnTo>
                    <a:pt x="97" y="57"/>
                  </a:lnTo>
                  <a:lnTo>
                    <a:pt x="97" y="72"/>
                  </a:lnTo>
                  <a:lnTo>
                    <a:pt x="98" y="535"/>
                  </a:lnTo>
                  <a:lnTo>
                    <a:pt x="98" y="537"/>
                  </a:lnTo>
                  <a:lnTo>
                    <a:pt x="98" y="552"/>
                  </a:lnTo>
                  <a:lnTo>
                    <a:pt x="99" y="162"/>
                  </a:lnTo>
                  <a:lnTo>
                    <a:pt x="99" y="160"/>
                  </a:lnTo>
                  <a:lnTo>
                    <a:pt x="100" y="9"/>
                  </a:lnTo>
                  <a:lnTo>
                    <a:pt x="101" y="330"/>
                  </a:lnTo>
                  <a:lnTo>
                    <a:pt x="101" y="329"/>
                  </a:lnTo>
                  <a:lnTo>
                    <a:pt x="101" y="327"/>
                  </a:lnTo>
                  <a:lnTo>
                    <a:pt x="101" y="552"/>
                  </a:lnTo>
                  <a:lnTo>
                    <a:pt x="102" y="57"/>
                  </a:lnTo>
                  <a:lnTo>
                    <a:pt x="102" y="47"/>
                  </a:lnTo>
                  <a:lnTo>
                    <a:pt x="102" y="0"/>
                  </a:lnTo>
                  <a:lnTo>
                    <a:pt x="103" y="552"/>
                  </a:lnTo>
                  <a:lnTo>
                    <a:pt x="103" y="552"/>
                  </a:lnTo>
                  <a:lnTo>
                    <a:pt x="103" y="552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105" y="129"/>
                  </a:lnTo>
                  <a:lnTo>
                    <a:pt x="105" y="141"/>
                  </a:lnTo>
                  <a:lnTo>
                    <a:pt x="106" y="552"/>
                  </a:lnTo>
                  <a:lnTo>
                    <a:pt x="107" y="422"/>
                  </a:lnTo>
                  <a:lnTo>
                    <a:pt x="107" y="423"/>
                  </a:lnTo>
                  <a:lnTo>
                    <a:pt x="107" y="552"/>
                  </a:lnTo>
                  <a:lnTo>
                    <a:pt x="108" y="511"/>
                  </a:lnTo>
                  <a:lnTo>
                    <a:pt x="108" y="491"/>
                  </a:lnTo>
                  <a:lnTo>
                    <a:pt x="108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0" y="552"/>
                  </a:lnTo>
                  <a:lnTo>
                    <a:pt x="110" y="552"/>
                  </a:lnTo>
                  <a:lnTo>
                    <a:pt x="110" y="552"/>
                  </a:lnTo>
                  <a:lnTo>
                    <a:pt x="111" y="494"/>
                  </a:lnTo>
                  <a:lnTo>
                    <a:pt x="111" y="502"/>
                  </a:lnTo>
                  <a:lnTo>
                    <a:pt x="111" y="504"/>
                  </a:lnTo>
                  <a:lnTo>
                    <a:pt x="112" y="552"/>
                  </a:lnTo>
                  <a:lnTo>
                    <a:pt x="113" y="552"/>
                  </a:lnTo>
                  <a:lnTo>
                    <a:pt x="113" y="552"/>
                  </a:lnTo>
                  <a:lnTo>
                    <a:pt x="113" y="0"/>
                  </a:lnTo>
                  <a:lnTo>
                    <a:pt x="114" y="57"/>
                  </a:lnTo>
                  <a:lnTo>
                    <a:pt x="114" y="70"/>
                  </a:lnTo>
                  <a:lnTo>
                    <a:pt x="115" y="477"/>
                  </a:lnTo>
                  <a:lnTo>
                    <a:pt x="115" y="483"/>
                  </a:lnTo>
                  <a:lnTo>
                    <a:pt x="116" y="552"/>
                  </a:lnTo>
                  <a:lnTo>
                    <a:pt x="116" y="548"/>
                  </a:lnTo>
                  <a:lnTo>
                    <a:pt x="116" y="547"/>
                  </a:lnTo>
                  <a:lnTo>
                    <a:pt x="117" y="264"/>
                  </a:lnTo>
                  <a:lnTo>
                    <a:pt x="117" y="267"/>
                  </a:lnTo>
                  <a:lnTo>
                    <a:pt x="117" y="267"/>
                  </a:lnTo>
                  <a:lnTo>
                    <a:pt x="118" y="289"/>
                  </a:lnTo>
                  <a:lnTo>
                    <a:pt x="119" y="1"/>
                  </a:lnTo>
                  <a:lnTo>
                    <a:pt x="119" y="0"/>
                  </a:lnTo>
                  <a:lnTo>
                    <a:pt x="120" y="12"/>
                  </a:lnTo>
                  <a:lnTo>
                    <a:pt x="120" y="14"/>
                  </a:lnTo>
                  <a:lnTo>
                    <a:pt x="121" y="373"/>
                  </a:lnTo>
                  <a:lnTo>
                    <a:pt x="121" y="378"/>
                  </a:lnTo>
                  <a:lnTo>
                    <a:pt x="121" y="395"/>
                  </a:lnTo>
                  <a:lnTo>
                    <a:pt x="122" y="167"/>
                  </a:lnTo>
                  <a:lnTo>
                    <a:pt x="122" y="201"/>
                  </a:lnTo>
                  <a:lnTo>
                    <a:pt x="122" y="210"/>
                  </a:lnTo>
                  <a:lnTo>
                    <a:pt x="123" y="552"/>
                  </a:lnTo>
                  <a:lnTo>
                    <a:pt x="123" y="552"/>
                  </a:lnTo>
                  <a:lnTo>
                    <a:pt x="123" y="552"/>
                  </a:lnTo>
                  <a:lnTo>
                    <a:pt x="125" y="552"/>
                  </a:lnTo>
                  <a:lnTo>
                    <a:pt x="125" y="552"/>
                  </a:lnTo>
                  <a:lnTo>
                    <a:pt x="126" y="517"/>
                  </a:lnTo>
                  <a:lnTo>
                    <a:pt x="126" y="514"/>
                  </a:lnTo>
                  <a:lnTo>
                    <a:pt x="127" y="248"/>
                  </a:lnTo>
                  <a:lnTo>
                    <a:pt x="127" y="274"/>
                  </a:lnTo>
                  <a:lnTo>
                    <a:pt x="127" y="278"/>
                  </a:lnTo>
                  <a:lnTo>
                    <a:pt x="128" y="410"/>
                  </a:lnTo>
                  <a:lnTo>
                    <a:pt x="128" y="33"/>
                  </a:lnTo>
                  <a:lnTo>
                    <a:pt x="129" y="24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30" y="0"/>
                  </a:lnTo>
                  <a:lnTo>
                    <a:pt x="131" y="543"/>
                  </a:lnTo>
                  <a:lnTo>
                    <a:pt x="131" y="547"/>
                  </a:lnTo>
                  <a:lnTo>
                    <a:pt x="131" y="552"/>
                  </a:lnTo>
                  <a:lnTo>
                    <a:pt x="132" y="552"/>
                  </a:lnTo>
                  <a:lnTo>
                    <a:pt x="132" y="552"/>
                  </a:lnTo>
                  <a:lnTo>
                    <a:pt x="133" y="342"/>
                  </a:lnTo>
                  <a:lnTo>
                    <a:pt x="133" y="321"/>
                  </a:lnTo>
                  <a:lnTo>
                    <a:pt x="134" y="0"/>
                  </a:lnTo>
                  <a:lnTo>
                    <a:pt x="134" y="0"/>
                  </a:lnTo>
                  <a:lnTo>
                    <a:pt x="135" y="0"/>
                  </a:lnTo>
                  <a:lnTo>
                    <a:pt x="135" y="552"/>
                  </a:lnTo>
                  <a:lnTo>
                    <a:pt x="135" y="552"/>
                  </a:lnTo>
                  <a:lnTo>
                    <a:pt x="136" y="55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7" y="0"/>
                  </a:lnTo>
                  <a:lnTo>
                    <a:pt x="138" y="470"/>
                  </a:lnTo>
                  <a:lnTo>
                    <a:pt x="138" y="476"/>
                  </a:lnTo>
                  <a:lnTo>
                    <a:pt x="138" y="552"/>
                  </a:lnTo>
                  <a:lnTo>
                    <a:pt x="139" y="542"/>
                  </a:lnTo>
                  <a:lnTo>
                    <a:pt x="139" y="538"/>
                  </a:lnTo>
                  <a:lnTo>
                    <a:pt x="140" y="552"/>
                  </a:lnTo>
                  <a:lnTo>
                    <a:pt x="140" y="1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41" y="341"/>
                  </a:lnTo>
                  <a:lnTo>
                    <a:pt x="142" y="350"/>
                  </a:lnTo>
                  <a:lnTo>
                    <a:pt x="142" y="552"/>
                  </a:lnTo>
                  <a:lnTo>
                    <a:pt x="143" y="374"/>
                  </a:lnTo>
                  <a:lnTo>
                    <a:pt x="143" y="369"/>
                  </a:lnTo>
                  <a:lnTo>
                    <a:pt x="143" y="552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5" y="552"/>
                  </a:lnTo>
                  <a:lnTo>
                    <a:pt x="145" y="552"/>
                  </a:lnTo>
                  <a:lnTo>
                    <a:pt x="145" y="552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7" y="403"/>
                  </a:lnTo>
                  <a:lnTo>
                    <a:pt x="147" y="409"/>
                  </a:lnTo>
                  <a:lnTo>
                    <a:pt x="148" y="552"/>
                  </a:lnTo>
                  <a:lnTo>
                    <a:pt x="149" y="552"/>
                  </a:lnTo>
                  <a:lnTo>
                    <a:pt x="149" y="552"/>
                  </a:lnTo>
                  <a:lnTo>
                    <a:pt x="150" y="496"/>
                  </a:lnTo>
                  <a:lnTo>
                    <a:pt x="150" y="493"/>
                  </a:lnTo>
                  <a:lnTo>
                    <a:pt x="150" y="552"/>
                  </a:lnTo>
                  <a:lnTo>
                    <a:pt x="151" y="0"/>
                  </a:lnTo>
                  <a:lnTo>
                    <a:pt x="151" y="0"/>
                  </a:lnTo>
                  <a:lnTo>
                    <a:pt x="151" y="0"/>
                  </a:lnTo>
                  <a:lnTo>
                    <a:pt x="152" y="552"/>
                  </a:lnTo>
                  <a:lnTo>
                    <a:pt x="152" y="552"/>
                  </a:lnTo>
                  <a:lnTo>
                    <a:pt x="152" y="552"/>
                  </a:lnTo>
                  <a:lnTo>
                    <a:pt x="154" y="552"/>
                  </a:lnTo>
                  <a:lnTo>
                    <a:pt x="154" y="552"/>
                  </a:lnTo>
                  <a:lnTo>
                    <a:pt x="154" y="0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6" y="190"/>
                  </a:lnTo>
                  <a:lnTo>
                    <a:pt x="156" y="89"/>
                  </a:lnTo>
                  <a:lnTo>
                    <a:pt x="156" y="92"/>
                  </a:lnTo>
                  <a:lnTo>
                    <a:pt x="157" y="552"/>
                  </a:lnTo>
                  <a:lnTo>
                    <a:pt x="157" y="552"/>
                  </a:lnTo>
                  <a:lnTo>
                    <a:pt x="157" y="552"/>
                  </a:lnTo>
                  <a:lnTo>
                    <a:pt x="158" y="437"/>
                  </a:lnTo>
                  <a:lnTo>
                    <a:pt x="158" y="437"/>
                  </a:lnTo>
                  <a:lnTo>
                    <a:pt x="159" y="500"/>
                  </a:lnTo>
                  <a:lnTo>
                    <a:pt x="159" y="0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61" y="552"/>
                  </a:lnTo>
                  <a:lnTo>
                    <a:pt x="161" y="552"/>
                  </a:lnTo>
                  <a:lnTo>
                    <a:pt x="162" y="288"/>
                  </a:lnTo>
                  <a:lnTo>
                    <a:pt x="162" y="372"/>
                  </a:lnTo>
                  <a:lnTo>
                    <a:pt x="162" y="369"/>
                  </a:lnTo>
                  <a:lnTo>
                    <a:pt x="163" y="147"/>
                  </a:lnTo>
                  <a:lnTo>
                    <a:pt x="163" y="552"/>
                  </a:lnTo>
                  <a:lnTo>
                    <a:pt x="163" y="552"/>
                  </a:lnTo>
                  <a:lnTo>
                    <a:pt x="164" y="552"/>
                  </a:lnTo>
                  <a:lnTo>
                    <a:pt x="164" y="552"/>
                  </a:lnTo>
                  <a:lnTo>
                    <a:pt x="166" y="457"/>
                  </a:lnTo>
                  <a:lnTo>
                    <a:pt x="166" y="457"/>
                  </a:lnTo>
                  <a:lnTo>
                    <a:pt x="166" y="457"/>
                  </a:lnTo>
                  <a:lnTo>
                    <a:pt x="166" y="459"/>
                  </a:lnTo>
                  <a:lnTo>
                    <a:pt x="166" y="302"/>
                  </a:lnTo>
                  <a:lnTo>
                    <a:pt x="167" y="372"/>
                  </a:lnTo>
                  <a:lnTo>
                    <a:pt x="167" y="369"/>
                  </a:lnTo>
                  <a:lnTo>
                    <a:pt x="167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9" y="552"/>
                  </a:lnTo>
                  <a:lnTo>
                    <a:pt x="169" y="552"/>
                  </a:lnTo>
                  <a:lnTo>
                    <a:pt x="169" y="552"/>
                  </a:lnTo>
                  <a:lnTo>
                    <a:pt x="170" y="552"/>
                  </a:lnTo>
                  <a:lnTo>
                    <a:pt x="170" y="552"/>
                  </a:lnTo>
                  <a:lnTo>
                    <a:pt x="171" y="529"/>
                  </a:lnTo>
                  <a:lnTo>
                    <a:pt x="172" y="552"/>
                  </a:lnTo>
                  <a:lnTo>
                    <a:pt x="172" y="552"/>
                  </a:lnTo>
                  <a:lnTo>
                    <a:pt x="173" y="0"/>
                  </a:lnTo>
                  <a:lnTo>
                    <a:pt x="173" y="0"/>
                  </a:lnTo>
                  <a:lnTo>
                    <a:pt x="173" y="1"/>
                  </a:lnTo>
                  <a:lnTo>
                    <a:pt x="174" y="453"/>
                  </a:lnTo>
                  <a:lnTo>
                    <a:pt x="174" y="454"/>
                  </a:lnTo>
                  <a:lnTo>
                    <a:pt x="175" y="494"/>
                  </a:lnTo>
                  <a:lnTo>
                    <a:pt x="175" y="478"/>
                  </a:lnTo>
                  <a:lnTo>
                    <a:pt x="175" y="479"/>
                  </a:lnTo>
                  <a:lnTo>
                    <a:pt x="176" y="438"/>
                  </a:lnTo>
                  <a:lnTo>
                    <a:pt x="176" y="542"/>
                  </a:lnTo>
                  <a:lnTo>
                    <a:pt x="176" y="544"/>
                  </a:lnTo>
                  <a:lnTo>
                    <a:pt x="177" y="552"/>
                  </a:lnTo>
                  <a:lnTo>
                    <a:pt x="178" y="5"/>
                  </a:lnTo>
                  <a:lnTo>
                    <a:pt x="178" y="2"/>
                  </a:lnTo>
                  <a:lnTo>
                    <a:pt x="178" y="0"/>
                  </a:lnTo>
                  <a:lnTo>
                    <a:pt x="179" y="232"/>
                  </a:lnTo>
                  <a:lnTo>
                    <a:pt x="179" y="237"/>
                  </a:lnTo>
                  <a:lnTo>
                    <a:pt x="180" y="552"/>
                  </a:lnTo>
                  <a:lnTo>
                    <a:pt x="180" y="552"/>
                  </a:lnTo>
                  <a:lnTo>
                    <a:pt x="180" y="552"/>
                  </a:lnTo>
                  <a:lnTo>
                    <a:pt x="181" y="552"/>
                  </a:lnTo>
                  <a:lnTo>
                    <a:pt x="181" y="552"/>
                  </a:lnTo>
                  <a:lnTo>
                    <a:pt x="182" y="20"/>
                  </a:lnTo>
                  <a:lnTo>
                    <a:pt x="182" y="13"/>
                  </a:lnTo>
                  <a:lnTo>
                    <a:pt x="183" y="0"/>
                  </a:lnTo>
                  <a:lnTo>
                    <a:pt x="184" y="302"/>
                  </a:lnTo>
                  <a:lnTo>
                    <a:pt x="184" y="306"/>
                  </a:lnTo>
                  <a:lnTo>
                    <a:pt x="185" y="428"/>
                  </a:lnTo>
                  <a:lnTo>
                    <a:pt x="185" y="402"/>
                  </a:lnTo>
                  <a:lnTo>
                    <a:pt x="185" y="402"/>
                  </a:lnTo>
                  <a:lnTo>
                    <a:pt x="186" y="447"/>
                  </a:lnTo>
                  <a:lnTo>
                    <a:pt x="186" y="438"/>
                  </a:lnTo>
                  <a:lnTo>
                    <a:pt x="186" y="439"/>
                  </a:lnTo>
                  <a:lnTo>
                    <a:pt x="187" y="516"/>
                  </a:lnTo>
                  <a:lnTo>
                    <a:pt x="187" y="260"/>
                  </a:lnTo>
                  <a:lnTo>
                    <a:pt x="188" y="252"/>
                  </a:lnTo>
                  <a:lnTo>
                    <a:pt x="188" y="0"/>
                  </a:lnTo>
                  <a:lnTo>
                    <a:pt x="188" y="258"/>
                  </a:lnTo>
                  <a:lnTo>
                    <a:pt x="189" y="264"/>
                  </a:lnTo>
                  <a:lnTo>
                    <a:pt x="189" y="487"/>
                  </a:lnTo>
                  <a:lnTo>
                    <a:pt x="190" y="459"/>
                  </a:lnTo>
                  <a:lnTo>
                    <a:pt x="190" y="458"/>
                  </a:lnTo>
                  <a:lnTo>
                    <a:pt x="190" y="461"/>
                  </a:lnTo>
                  <a:lnTo>
                    <a:pt x="191" y="427"/>
                  </a:lnTo>
                  <a:lnTo>
                    <a:pt x="191" y="457"/>
                  </a:lnTo>
                  <a:lnTo>
                    <a:pt x="191" y="460"/>
                  </a:lnTo>
                  <a:lnTo>
                    <a:pt x="191" y="515"/>
                  </a:lnTo>
                  <a:lnTo>
                    <a:pt x="192" y="97"/>
                  </a:lnTo>
                  <a:lnTo>
                    <a:pt x="192" y="86"/>
                  </a:lnTo>
                  <a:lnTo>
                    <a:pt x="192" y="0"/>
                  </a:lnTo>
                  <a:lnTo>
                    <a:pt x="193" y="391"/>
                  </a:lnTo>
                  <a:lnTo>
                    <a:pt x="194" y="393"/>
                  </a:lnTo>
                  <a:lnTo>
                    <a:pt x="194" y="509"/>
                  </a:lnTo>
                  <a:lnTo>
                    <a:pt x="194" y="491"/>
                  </a:lnTo>
                  <a:lnTo>
                    <a:pt x="195" y="490"/>
                  </a:lnTo>
                  <a:lnTo>
                    <a:pt x="196" y="311"/>
                  </a:lnTo>
                  <a:lnTo>
                    <a:pt x="196" y="312"/>
                  </a:lnTo>
                  <a:lnTo>
                    <a:pt x="196" y="314"/>
                  </a:lnTo>
                  <a:lnTo>
                    <a:pt x="196" y="462"/>
                  </a:lnTo>
                  <a:lnTo>
                    <a:pt x="197" y="109"/>
                  </a:lnTo>
                  <a:lnTo>
                    <a:pt x="197" y="95"/>
                  </a:lnTo>
                  <a:lnTo>
                    <a:pt x="197" y="0"/>
                  </a:lnTo>
                  <a:lnTo>
                    <a:pt x="198" y="505"/>
                  </a:lnTo>
                  <a:lnTo>
                    <a:pt x="198" y="510"/>
                  </a:lnTo>
                  <a:lnTo>
                    <a:pt x="198" y="531"/>
                  </a:lnTo>
                  <a:lnTo>
                    <a:pt x="199" y="423"/>
                  </a:lnTo>
                  <a:lnTo>
                    <a:pt x="200" y="421"/>
                  </a:lnTo>
                  <a:lnTo>
                    <a:pt x="200" y="439"/>
                  </a:lnTo>
                  <a:lnTo>
                    <a:pt x="200" y="340"/>
                  </a:lnTo>
                  <a:lnTo>
                    <a:pt x="200" y="351"/>
                  </a:lnTo>
                  <a:lnTo>
                    <a:pt x="201" y="355"/>
                  </a:lnTo>
                  <a:lnTo>
                    <a:pt x="201" y="438"/>
                  </a:lnTo>
                  <a:lnTo>
                    <a:pt x="202" y="0"/>
                  </a:lnTo>
                  <a:lnTo>
                    <a:pt x="202" y="0"/>
                  </a:lnTo>
                  <a:lnTo>
                    <a:pt x="202" y="0"/>
                  </a:lnTo>
                  <a:lnTo>
                    <a:pt x="203" y="337"/>
                  </a:lnTo>
                  <a:lnTo>
                    <a:pt x="203" y="344"/>
                  </a:lnTo>
                  <a:lnTo>
                    <a:pt x="204" y="474"/>
                  </a:lnTo>
                  <a:lnTo>
                    <a:pt x="204" y="467"/>
                  </a:lnTo>
                  <a:lnTo>
                    <a:pt x="204" y="466"/>
                  </a:lnTo>
                  <a:lnTo>
                    <a:pt x="205" y="417"/>
                  </a:lnTo>
                  <a:lnTo>
                    <a:pt x="205" y="497"/>
                  </a:lnTo>
                  <a:lnTo>
                    <a:pt x="205" y="501"/>
                  </a:lnTo>
                  <a:lnTo>
                    <a:pt x="206" y="552"/>
                  </a:lnTo>
                  <a:lnTo>
                    <a:pt x="207" y="4"/>
                  </a:lnTo>
                  <a:lnTo>
                    <a:pt x="207" y="1"/>
                  </a:lnTo>
                  <a:lnTo>
                    <a:pt x="207" y="0"/>
                  </a:lnTo>
                  <a:lnTo>
                    <a:pt x="208" y="476"/>
                  </a:lnTo>
                  <a:lnTo>
                    <a:pt x="208" y="483"/>
                  </a:lnTo>
                  <a:lnTo>
                    <a:pt x="209" y="530"/>
                  </a:lnTo>
                  <a:lnTo>
                    <a:pt x="209" y="472"/>
                  </a:lnTo>
                  <a:lnTo>
                    <a:pt x="209" y="471"/>
                  </a:lnTo>
                  <a:lnTo>
                    <a:pt x="209" y="448"/>
                  </a:lnTo>
                  <a:lnTo>
                    <a:pt x="210" y="540"/>
                  </a:lnTo>
                  <a:lnTo>
                    <a:pt x="210" y="544"/>
                  </a:lnTo>
                  <a:lnTo>
                    <a:pt x="210" y="552"/>
                  </a:lnTo>
                  <a:lnTo>
                    <a:pt x="211" y="0"/>
                  </a:lnTo>
                  <a:lnTo>
                    <a:pt x="211" y="0"/>
                  </a:lnTo>
                  <a:lnTo>
                    <a:pt x="211" y="0"/>
                  </a:lnTo>
                  <a:lnTo>
                    <a:pt x="213" y="339"/>
                  </a:lnTo>
                  <a:lnTo>
                    <a:pt x="213" y="347"/>
                  </a:lnTo>
                  <a:lnTo>
                    <a:pt x="213" y="499"/>
                  </a:lnTo>
                  <a:lnTo>
                    <a:pt x="214" y="464"/>
                  </a:lnTo>
                  <a:lnTo>
                    <a:pt x="214" y="466"/>
                  </a:lnTo>
                  <a:lnTo>
                    <a:pt x="214" y="470"/>
                  </a:lnTo>
                  <a:lnTo>
                    <a:pt x="215" y="394"/>
                  </a:lnTo>
                  <a:lnTo>
                    <a:pt x="215" y="461"/>
                  </a:lnTo>
                  <a:lnTo>
                    <a:pt x="215" y="466"/>
                  </a:lnTo>
                  <a:lnTo>
                    <a:pt x="215" y="552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7" y="513"/>
                  </a:lnTo>
                  <a:lnTo>
                    <a:pt x="217" y="513"/>
                  </a:lnTo>
                  <a:lnTo>
                    <a:pt x="218" y="550"/>
                  </a:lnTo>
                  <a:lnTo>
                    <a:pt x="219" y="347"/>
                  </a:lnTo>
                  <a:lnTo>
                    <a:pt x="219" y="357"/>
                  </a:lnTo>
                  <a:lnTo>
                    <a:pt x="219" y="359"/>
                  </a:lnTo>
                  <a:lnTo>
                    <a:pt x="219" y="321"/>
                  </a:lnTo>
                  <a:lnTo>
                    <a:pt x="219" y="549"/>
                  </a:lnTo>
                  <a:lnTo>
                    <a:pt x="220" y="415"/>
                  </a:lnTo>
                  <a:lnTo>
                    <a:pt x="220" y="403"/>
                  </a:lnTo>
                  <a:lnTo>
                    <a:pt x="220" y="0"/>
                  </a:lnTo>
                  <a:lnTo>
                    <a:pt x="221" y="93"/>
                  </a:lnTo>
                  <a:lnTo>
                    <a:pt x="221" y="94"/>
                  </a:lnTo>
                  <a:lnTo>
                    <a:pt x="222" y="552"/>
                  </a:lnTo>
                  <a:lnTo>
                    <a:pt x="222" y="552"/>
                  </a:lnTo>
                  <a:lnTo>
                    <a:pt x="222" y="552"/>
                  </a:lnTo>
                  <a:lnTo>
                    <a:pt x="223" y="428"/>
                  </a:lnTo>
                  <a:lnTo>
                    <a:pt x="223" y="440"/>
                  </a:lnTo>
                  <a:lnTo>
                    <a:pt x="223" y="442"/>
                  </a:lnTo>
                  <a:lnTo>
                    <a:pt x="224" y="509"/>
                  </a:lnTo>
                  <a:lnTo>
                    <a:pt x="225" y="271"/>
                  </a:lnTo>
                  <a:lnTo>
                    <a:pt x="225" y="256"/>
                  </a:lnTo>
                  <a:lnTo>
                    <a:pt x="225" y="0"/>
                  </a:lnTo>
                  <a:lnTo>
                    <a:pt x="226" y="245"/>
                  </a:lnTo>
                  <a:lnTo>
                    <a:pt x="226" y="261"/>
                  </a:lnTo>
                  <a:lnTo>
                    <a:pt x="226" y="552"/>
                  </a:lnTo>
                  <a:lnTo>
                    <a:pt x="227" y="552"/>
                  </a:lnTo>
                  <a:lnTo>
                    <a:pt x="227" y="552"/>
                  </a:lnTo>
                  <a:lnTo>
                    <a:pt x="228" y="473"/>
                  </a:lnTo>
                  <a:lnTo>
                    <a:pt x="228" y="478"/>
                  </a:lnTo>
                  <a:lnTo>
                    <a:pt x="228" y="480"/>
                  </a:lnTo>
                  <a:lnTo>
                    <a:pt x="229" y="552"/>
                  </a:lnTo>
                  <a:lnTo>
                    <a:pt x="229" y="193"/>
                  </a:lnTo>
                  <a:lnTo>
                    <a:pt x="229" y="179"/>
                  </a:lnTo>
                  <a:lnTo>
                    <a:pt x="230" y="0"/>
                  </a:lnTo>
                  <a:lnTo>
                    <a:pt x="231" y="231"/>
                  </a:lnTo>
                  <a:lnTo>
                    <a:pt x="231" y="238"/>
                  </a:lnTo>
                  <a:lnTo>
                    <a:pt x="231" y="465"/>
                  </a:lnTo>
                  <a:lnTo>
                    <a:pt x="232" y="438"/>
                  </a:lnTo>
                  <a:lnTo>
                    <a:pt x="232" y="438"/>
                  </a:lnTo>
                  <a:lnTo>
                    <a:pt x="232" y="457"/>
                  </a:lnTo>
                  <a:lnTo>
                    <a:pt x="233" y="205"/>
                  </a:lnTo>
                  <a:lnTo>
                    <a:pt x="233" y="386"/>
                  </a:lnTo>
                  <a:lnTo>
                    <a:pt x="233" y="397"/>
                  </a:lnTo>
                  <a:lnTo>
                    <a:pt x="233" y="497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5" y="552"/>
                  </a:lnTo>
                  <a:lnTo>
                    <a:pt x="235" y="552"/>
                  </a:lnTo>
                  <a:lnTo>
                    <a:pt x="235" y="552"/>
                  </a:lnTo>
                  <a:lnTo>
                    <a:pt x="237" y="552"/>
                  </a:lnTo>
                  <a:lnTo>
                    <a:pt x="237" y="552"/>
                  </a:lnTo>
                  <a:lnTo>
                    <a:pt x="238" y="295"/>
                  </a:lnTo>
                  <a:lnTo>
                    <a:pt x="238" y="281"/>
                  </a:lnTo>
                  <a:lnTo>
                    <a:pt x="238" y="0"/>
                  </a:lnTo>
                  <a:lnTo>
                    <a:pt x="239" y="0"/>
                  </a:lnTo>
                  <a:lnTo>
                    <a:pt x="239" y="0"/>
                  </a:lnTo>
                  <a:lnTo>
                    <a:pt x="240" y="546"/>
                  </a:lnTo>
                  <a:lnTo>
                    <a:pt x="240" y="549"/>
                  </a:lnTo>
                  <a:lnTo>
                    <a:pt x="241" y="552"/>
                  </a:lnTo>
                  <a:lnTo>
                    <a:pt x="241" y="486"/>
                  </a:lnTo>
                  <a:lnTo>
                    <a:pt x="241" y="476"/>
                  </a:lnTo>
                  <a:lnTo>
                    <a:pt x="243" y="0"/>
                  </a:lnTo>
                  <a:lnTo>
                    <a:pt x="243" y="0"/>
                  </a:lnTo>
                  <a:lnTo>
                    <a:pt x="243" y="0"/>
                  </a:lnTo>
                  <a:lnTo>
                    <a:pt x="244" y="397"/>
                  </a:lnTo>
                  <a:lnTo>
                    <a:pt x="244" y="402"/>
                  </a:lnTo>
                  <a:lnTo>
                    <a:pt x="244" y="552"/>
                  </a:lnTo>
                  <a:lnTo>
                    <a:pt x="245" y="552"/>
                  </a:lnTo>
                  <a:lnTo>
                    <a:pt x="245" y="552"/>
                  </a:lnTo>
                  <a:lnTo>
                    <a:pt x="246" y="499"/>
                  </a:lnTo>
                  <a:lnTo>
                    <a:pt x="246" y="551"/>
                  </a:lnTo>
                  <a:lnTo>
                    <a:pt x="246" y="552"/>
                  </a:lnTo>
                  <a:lnTo>
                    <a:pt x="247" y="552"/>
                  </a:lnTo>
                  <a:lnTo>
                    <a:pt x="247" y="0"/>
                  </a:lnTo>
                  <a:lnTo>
                    <a:pt x="247" y="0"/>
                  </a:lnTo>
                  <a:lnTo>
                    <a:pt x="247" y="0"/>
                  </a:lnTo>
                  <a:lnTo>
                    <a:pt x="249" y="439"/>
                  </a:lnTo>
                  <a:lnTo>
                    <a:pt x="249" y="444"/>
                  </a:lnTo>
                  <a:lnTo>
                    <a:pt x="250" y="552"/>
                  </a:lnTo>
                  <a:lnTo>
                    <a:pt x="250" y="539"/>
                  </a:lnTo>
                  <a:lnTo>
                    <a:pt x="250" y="538"/>
                  </a:lnTo>
                  <a:lnTo>
                    <a:pt x="250" y="533"/>
                  </a:lnTo>
                  <a:lnTo>
                    <a:pt x="250" y="552"/>
                  </a:lnTo>
                  <a:lnTo>
                    <a:pt x="251" y="552"/>
                  </a:lnTo>
                  <a:lnTo>
                    <a:pt x="251" y="551"/>
                  </a:lnTo>
                  <a:lnTo>
                    <a:pt x="252" y="0"/>
                  </a:lnTo>
                  <a:lnTo>
                    <a:pt x="252" y="137"/>
                  </a:lnTo>
                  <a:lnTo>
                    <a:pt x="253" y="162"/>
                  </a:lnTo>
                  <a:lnTo>
                    <a:pt x="253" y="552"/>
                  </a:lnTo>
                  <a:lnTo>
                    <a:pt x="253" y="499"/>
                  </a:lnTo>
                  <a:lnTo>
                    <a:pt x="254" y="483"/>
                  </a:lnTo>
                  <a:lnTo>
                    <a:pt x="254" y="0"/>
                  </a:lnTo>
                  <a:lnTo>
                    <a:pt x="255" y="104"/>
                  </a:lnTo>
                  <a:lnTo>
                    <a:pt x="255" y="112"/>
                  </a:lnTo>
                  <a:lnTo>
                    <a:pt x="256" y="552"/>
                  </a:lnTo>
                  <a:lnTo>
                    <a:pt x="256" y="535"/>
                  </a:lnTo>
                  <a:lnTo>
                    <a:pt x="256" y="541"/>
                  </a:lnTo>
                  <a:lnTo>
                    <a:pt x="256" y="552"/>
                  </a:lnTo>
                  <a:lnTo>
                    <a:pt x="257" y="552"/>
                  </a:lnTo>
                  <a:lnTo>
                    <a:pt x="257" y="552"/>
                  </a:lnTo>
                  <a:lnTo>
                    <a:pt x="258" y="552"/>
                  </a:lnTo>
                  <a:lnTo>
                    <a:pt x="259" y="552"/>
                  </a:lnTo>
                  <a:lnTo>
                    <a:pt x="259" y="0"/>
                  </a:lnTo>
                  <a:lnTo>
                    <a:pt x="260" y="431"/>
                  </a:lnTo>
                  <a:lnTo>
                    <a:pt x="260" y="448"/>
                  </a:lnTo>
                  <a:lnTo>
                    <a:pt x="260" y="552"/>
                  </a:lnTo>
                  <a:lnTo>
                    <a:pt x="261" y="552"/>
                  </a:lnTo>
                  <a:lnTo>
                    <a:pt x="261" y="552"/>
                  </a:lnTo>
                  <a:lnTo>
                    <a:pt x="261" y="449"/>
                  </a:lnTo>
                  <a:lnTo>
                    <a:pt x="262" y="500"/>
                  </a:lnTo>
                  <a:lnTo>
                    <a:pt x="262" y="500"/>
                  </a:lnTo>
                  <a:lnTo>
                    <a:pt x="263" y="552"/>
                  </a:lnTo>
                  <a:lnTo>
                    <a:pt x="263" y="552"/>
                  </a:lnTo>
                  <a:lnTo>
                    <a:pt x="263" y="552"/>
                  </a:lnTo>
                  <a:lnTo>
                    <a:pt x="264" y="0"/>
                  </a:lnTo>
                  <a:lnTo>
                    <a:pt x="264" y="26"/>
                  </a:lnTo>
                  <a:lnTo>
                    <a:pt x="265" y="38"/>
                  </a:lnTo>
                  <a:lnTo>
                    <a:pt x="265" y="552"/>
                  </a:lnTo>
                  <a:lnTo>
                    <a:pt x="266" y="552"/>
                  </a:lnTo>
                  <a:lnTo>
                    <a:pt x="266" y="552"/>
                  </a:lnTo>
                  <a:lnTo>
                    <a:pt x="267" y="387"/>
                  </a:lnTo>
                  <a:lnTo>
                    <a:pt x="267" y="412"/>
                  </a:lnTo>
                  <a:lnTo>
                    <a:pt x="267" y="416"/>
                  </a:lnTo>
                  <a:lnTo>
                    <a:pt x="268" y="552"/>
                  </a:lnTo>
                  <a:lnTo>
                    <a:pt x="268" y="552"/>
                  </a:lnTo>
                  <a:lnTo>
                    <a:pt x="268" y="552"/>
                  </a:lnTo>
                  <a:lnTo>
                    <a:pt x="269" y="0"/>
                  </a:lnTo>
                  <a:lnTo>
                    <a:pt x="269" y="0"/>
                  </a:lnTo>
                  <a:lnTo>
                    <a:pt x="269" y="0"/>
                  </a:lnTo>
                  <a:lnTo>
                    <a:pt x="270" y="552"/>
                  </a:lnTo>
                  <a:lnTo>
                    <a:pt x="270" y="552"/>
                  </a:lnTo>
                  <a:lnTo>
                    <a:pt x="270" y="552"/>
                  </a:lnTo>
                  <a:lnTo>
                    <a:pt x="272" y="552"/>
                  </a:lnTo>
                  <a:lnTo>
                    <a:pt x="272" y="552"/>
                  </a:lnTo>
                  <a:lnTo>
                    <a:pt x="272" y="526"/>
                  </a:lnTo>
                  <a:lnTo>
                    <a:pt x="272" y="552"/>
                  </a:lnTo>
                  <a:lnTo>
                    <a:pt x="273" y="552"/>
                  </a:lnTo>
                  <a:lnTo>
                    <a:pt x="273" y="552"/>
                  </a:lnTo>
                  <a:lnTo>
                    <a:pt x="273" y="0"/>
                  </a:lnTo>
                  <a:lnTo>
                    <a:pt x="274" y="0"/>
                  </a:lnTo>
                  <a:lnTo>
                    <a:pt x="274" y="0"/>
                  </a:lnTo>
                  <a:lnTo>
                    <a:pt x="275" y="378"/>
                  </a:lnTo>
                  <a:lnTo>
                    <a:pt x="275" y="384"/>
                  </a:lnTo>
                  <a:lnTo>
                    <a:pt x="276" y="552"/>
                  </a:lnTo>
                  <a:lnTo>
                    <a:pt x="276" y="552"/>
                  </a:lnTo>
                  <a:lnTo>
                    <a:pt x="276" y="552"/>
                  </a:lnTo>
                  <a:lnTo>
                    <a:pt x="277" y="552"/>
                  </a:lnTo>
                  <a:lnTo>
                    <a:pt x="277" y="0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8" y="91"/>
                  </a:lnTo>
                  <a:lnTo>
                    <a:pt x="279" y="86"/>
                  </a:lnTo>
                  <a:lnTo>
                    <a:pt x="279" y="89"/>
                  </a:lnTo>
                  <a:lnTo>
                    <a:pt x="279" y="277"/>
                  </a:lnTo>
                  <a:lnTo>
                    <a:pt x="280" y="139"/>
                  </a:lnTo>
                  <a:lnTo>
                    <a:pt x="280" y="139"/>
                  </a:lnTo>
                  <a:lnTo>
                    <a:pt x="281" y="86"/>
                  </a:lnTo>
                  <a:lnTo>
                    <a:pt x="281" y="552"/>
                  </a:lnTo>
                  <a:lnTo>
                    <a:pt x="281" y="552"/>
                  </a:lnTo>
                  <a:lnTo>
                    <a:pt x="282" y="552"/>
                  </a:lnTo>
                  <a:lnTo>
                    <a:pt x="282" y="552"/>
                  </a:lnTo>
                  <a:lnTo>
                    <a:pt x="284" y="307"/>
                  </a:lnTo>
                  <a:lnTo>
                    <a:pt x="284" y="290"/>
                  </a:lnTo>
                  <a:lnTo>
                    <a:pt x="284" y="0"/>
                  </a:lnTo>
                  <a:lnTo>
                    <a:pt x="285" y="5"/>
                  </a:lnTo>
                  <a:lnTo>
                    <a:pt x="285" y="7"/>
                  </a:lnTo>
                  <a:lnTo>
                    <a:pt x="286" y="492"/>
                  </a:lnTo>
                  <a:lnTo>
                    <a:pt x="286" y="499"/>
                  </a:lnTo>
                  <a:lnTo>
                    <a:pt x="286" y="552"/>
                  </a:lnTo>
                  <a:lnTo>
                    <a:pt x="287" y="509"/>
                  </a:lnTo>
                  <a:lnTo>
                    <a:pt x="287" y="498"/>
                  </a:lnTo>
                  <a:lnTo>
                    <a:pt x="288" y="35"/>
                  </a:lnTo>
                  <a:lnTo>
                    <a:pt x="288" y="204"/>
                  </a:lnTo>
                  <a:lnTo>
                    <a:pt x="288" y="209"/>
                  </a:lnTo>
                  <a:lnTo>
                    <a:pt x="290" y="503"/>
                  </a:lnTo>
                  <a:lnTo>
                    <a:pt x="290" y="499"/>
                  </a:lnTo>
                  <a:lnTo>
                    <a:pt x="290" y="497"/>
                  </a:lnTo>
                  <a:lnTo>
                    <a:pt x="291" y="529"/>
                  </a:lnTo>
                  <a:lnTo>
                    <a:pt x="291" y="486"/>
                  </a:lnTo>
                  <a:lnTo>
                    <a:pt x="291" y="483"/>
                  </a:lnTo>
                  <a:lnTo>
                    <a:pt x="291" y="552"/>
                  </a:lnTo>
                  <a:lnTo>
                    <a:pt x="292" y="370"/>
                  </a:lnTo>
                  <a:lnTo>
                    <a:pt x="292" y="360"/>
                  </a:lnTo>
                  <a:lnTo>
                    <a:pt x="293" y="0"/>
                  </a:lnTo>
                  <a:lnTo>
                    <a:pt x="293" y="32"/>
                  </a:lnTo>
                  <a:lnTo>
                    <a:pt x="293" y="41"/>
                  </a:lnTo>
                  <a:lnTo>
                    <a:pt x="294" y="483"/>
                  </a:lnTo>
                  <a:lnTo>
                    <a:pt x="294" y="471"/>
                  </a:lnTo>
                  <a:lnTo>
                    <a:pt x="294" y="471"/>
                  </a:lnTo>
                  <a:lnTo>
                    <a:pt x="296" y="460"/>
                  </a:lnTo>
                  <a:lnTo>
                    <a:pt x="296" y="535"/>
                  </a:lnTo>
                  <a:lnTo>
                    <a:pt x="296" y="540"/>
                  </a:lnTo>
                  <a:lnTo>
                    <a:pt x="296" y="552"/>
                  </a:lnTo>
                  <a:lnTo>
                    <a:pt x="297" y="0"/>
                  </a:lnTo>
                  <a:lnTo>
                    <a:pt x="297" y="0"/>
                  </a:lnTo>
                  <a:lnTo>
                    <a:pt x="297" y="0"/>
                  </a:lnTo>
                  <a:lnTo>
                    <a:pt x="298" y="91"/>
                  </a:lnTo>
                  <a:lnTo>
                    <a:pt x="298" y="96"/>
                  </a:lnTo>
                  <a:lnTo>
                    <a:pt x="299" y="376"/>
                  </a:lnTo>
                  <a:lnTo>
                    <a:pt x="299" y="108"/>
                  </a:lnTo>
                  <a:lnTo>
                    <a:pt x="299" y="101"/>
                  </a:lnTo>
                  <a:lnTo>
                    <a:pt x="300" y="0"/>
                  </a:lnTo>
                  <a:lnTo>
                    <a:pt x="300" y="40"/>
                  </a:lnTo>
                  <a:lnTo>
                    <a:pt x="300" y="46"/>
                  </a:lnTo>
                  <a:lnTo>
                    <a:pt x="302" y="541"/>
                  </a:lnTo>
                  <a:lnTo>
                    <a:pt x="302" y="543"/>
                  </a:lnTo>
                  <a:lnTo>
                    <a:pt x="302" y="514"/>
                  </a:lnTo>
                  <a:lnTo>
                    <a:pt x="302" y="552"/>
                  </a:lnTo>
                  <a:lnTo>
                    <a:pt x="303" y="534"/>
                  </a:lnTo>
                  <a:lnTo>
                    <a:pt x="303" y="529"/>
                  </a:lnTo>
                  <a:lnTo>
                    <a:pt x="303" y="454"/>
                  </a:lnTo>
                  <a:lnTo>
                    <a:pt x="303" y="552"/>
                  </a:lnTo>
                  <a:lnTo>
                    <a:pt x="304" y="552"/>
                  </a:lnTo>
                  <a:lnTo>
                    <a:pt x="304" y="552"/>
                  </a:lnTo>
                  <a:lnTo>
                    <a:pt x="305" y="0"/>
                  </a:lnTo>
                  <a:lnTo>
                    <a:pt x="305" y="0"/>
                  </a:lnTo>
                  <a:lnTo>
                    <a:pt x="305" y="0"/>
                  </a:lnTo>
                  <a:lnTo>
                    <a:pt x="306" y="180"/>
                  </a:lnTo>
                  <a:lnTo>
                    <a:pt x="306" y="135"/>
                  </a:lnTo>
                  <a:lnTo>
                    <a:pt x="306" y="134"/>
                  </a:lnTo>
                  <a:lnTo>
                    <a:pt x="307" y="17"/>
                  </a:lnTo>
                  <a:lnTo>
                    <a:pt x="308" y="208"/>
                  </a:lnTo>
                  <a:lnTo>
                    <a:pt x="308" y="215"/>
                  </a:lnTo>
                  <a:lnTo>
                    <a:pt x="309" y="552"/>
                  </a:lnTo>
                  <a:lnTo>
                    <a:pt x="309" y="398"/>
                  </a:lnTo>
                  <a:lnTo>
                    <a:pt x="309" y="389"/>
                  </a:lnTo>
                  <a:lnTo>
                    <a:pt x="310" y="48"/>
                  </a:lnTo>
                  <a:lnTo>
                    <a:pt x="310" y="195"/>
                  </a:lnTo>
                  <a:lnTo>
                    <a:pt x="310" y="195"/>
                  </a:lnTo>
                  <a:lnTo>
                    <a:pt x="310" y="194"/>
                  </a:lnTo>
                  <a:lnTo>
                    <a:pt x="311" y="473"/>
                  </a:lnTo>
                  <a:lnTo>
                    <a:pt x="311" y="354"/>
                  </a:lnTo>
                  <a:lnTo>
                    <a:pt x="312" y="357"/>
                  </a:lnTo>
                  <a:lnTo>
                    <a:pt x="312" y="552"/>
                  </a:lnTo>
                  <a:lnTo>
                    <a:pt x="313" y="548"/>
                  </a:lnTo>
                  <a:lnTo>
                    <a:pt x="313" y="550"/>
                  </a:lnTo>
                  <a:lnTo>
                    <a:pt x="313" y="552"/>
                  </a:lnTo>
                  <a:lnTo>
                    <a:pt x="314" y="443"/>
                  </a:lnTo>
                  <a:lnTo>
                    <a:pt x="314" y="444"/>
                  </a:lnTo>
                  <a:lnTo>
                    <a:pt x="314" y="445"/>
                  </a:lnTo>
                  <a:lnTo>
                    <a:pt x="314" y="552"/>
                  </a:lnTo>
                  <a:lnTo>
                    <a:pt x="315" y="410"/>
                  </a:lnTo>
                  <a:lnTo>
                    <a:pt x="315" y="395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17" y="289"/>
                  </a:lnTo>
                  <a:lnTo>
                    <a:pt x="317" y="281"/>
                  </a:lnTo>
                  <a:lnTo>
                    <a:pt x="318" y="284"/>
                  </a:lnTo>
                  <a:lnTo>
                    <a:pt x="319" y="486"/>
                  </a:lnTo>
                  <a:lnTo>
                    <a:pt x="319" y="490"/>
                  </a:lnTo>
                  <a:lnTo>
                    <a:pt x="319" y="480"/>
                  </a:lnTo>
                  <a:lnTo>
                    <a:pt x="320" y="552"/>
                  </a:lnTo>
                  <a:lnTo>
                    <a:pt x="320" y="552"/>
                  </a:lnTo>
                  <a:lnTo>
                    <a:pt x="320" y="552"/>
                  </a:lnTo>
                  <a:lnTo>
                    <a:pt x="320" y="549"/>
                  </a:lnTo>
                  <a:lnTo>
                    <a:pt x="321" y="552"/>
                  </a:lnTo>
                  <a:lnTo>
                    <a:pt x="321" y="552"/>
                  </a:lnTo>
                  <a:lnTo>
                    <a:pt x="322" y="0"/>
                  </a:lnTo>
                  <a:lnTo>
                    <a:pt x="322" y="0"/>
                  </a:lnTo>
                  <a:lnTo>
                    <a:pt x="322" y="0"/>
                  </a:lnTo>
                  <a:lnTo>
                    <a:pt x="323" y="371"/>
                  </a:lnTo>
                  <a:lnTo>
                    <a:pt x="324" y="373"/>
                  </a:lnTo>
                  <a:lnTo>
                    <a:pt x="324" y="461"/>
                  </a:lnTo>
                  <a:lnTo>
                    <a:pt x="325" y="440"/>
                  </a:lnTo>
                  <a:lnTo>
                    <a:pt x="325" y="439"/>
                  </a:lnTo>
                  <a:lnTo>
                    <a:pt x="325" y="437"/>
                  </a:lnTo>
                  <a:lnTo>
                    <a:pt x="326" y="552"/>
                  </a:lnTo>
                  <a:lnTo>
                    <a:pt x="326" y="552"/>
                  </a:lnTo>
                  <a:lnTo>
                    <a:pt x="326" y="552"/>
                  </a:lnTo>
                  <a:lnTo>
                    <a:pt x="327" y="0"/>
                  </a:lnTo>
                  <a:lnTo>
                    <a:pt x="327" y="0"/>
                  </a:lnTo>
                  <a:lnTo>
                    <a:pt x="327" y="0"/>
                  </a:lnTo>
                  <a:lnTo>
                    <a:pt x="328" y="199"/>
                  </a:lnTo>
                  <a:lnTo>
                    <a:pt x="328" y="143"/>
                  </a:lnTo>
                  <a:lnTo>
                    <a:pt x="328" y="150"/>
                  </a:lnTo>
                  <a:lnTo>
                    <a:pt x="329" y="293"/>
                  </a:lnTo>
                  <a:lnTo>
                    <a:pt x="329" y="300"/>
                  </a:lnTo>
                  <a:lnTo>
                    <a:pt x="330" y="485"/>
                  </a:lnTo>
                  <a:lnTo>
                    <a:pt x="331" y="0"/>
                  </a:lnTo>
                  <a:lnTo>
                    <a:pt x="331" y="0"/>
                  </a:lnTo>
                  <a:lnTo>
                    <a:pt x="331" y="0"/>
                  </a:lnTo>
                  <a:lnTo>
                    <a:pt x="332" y="236"/>
                  </a:lnTo>
                  <a:lnTo>
                    <a:pt x="332" y="247"/>
                  </a:lnTo>
                  <a:lnTo>
                    <a:pt x="333" y="552"/>
                  </a:lnTo>
                  <a:lnTo>
                    <a:pt x="333" y="490"/>
                  </a:lnTo>
                  <a:lnTo>
                    <a:pt x="333" y="489"/>
                  </a:lnTo>
                  <a:lnTo>
                    <a:pt x="333" y="552"/>
                  </a:lnTo>
                  <a:lnTo>
                    <a:pt x="334" y="153"/>
                  </a:lnTo>
                  <a:lnTo>
                    <a:pt x="334" y="164"/>
                  </a:lnTo>
                  <a:lnTo>
                    <a:pt x="334" y="166"/>
                  </a:lnTo>
                  <a:lnTo>
                    <a:pt x="335" y="526"/>
                  </a:lnTo>
                  <a:lnTo>
                    <a:pt x="335" y="528"/>
                  </a:lnTo>
                  <a:lnTo>
                    <a:pt x="336" y="540"/>
                  </a:lnTo>
                  <a:lnTo>
                    <a:pt x="336" y="400"/>
                  </a:lnTo>
                  <a:lnTo>
                    <a:pt x="337" y="460"/>
                  </a:lnTo>
                  <a:lnTo>
                    <a:pt x="337" y="461"/>
                  </a:lnTo>
                  <a:lnTo>
                    <a:pt x="338" y="551"/>
                  </a:lnTo>
                  <a:lnTo>
                    <a:pt x="338" y="552"/>
                  </a:lnTo>
                  <a:lnTo>
                    <a:pt x="338" y="552"/>
                  </a:lnTo>
                  <a:lnTo>
                    <a:pt x="339" y="0"/>
                  </a:lnTo>
                  <a:lnTo>
                    <a:pt x="339" y="0"/>
                  </a:lnTo>
                  <a:lnTo>
                    <a:pt x="339" y="0"/>
                  </a:lnTo>
                  <a:lnTo>
                    <a:pt x="340" y="515"/>
                  </a:lnTo>
                  <a:lnTo>
                    <a:pt x="340" y="517"/>
                  </a:lnTo>
                  <a:lnTo>
                    <a:pt x="341" y="519"/>
                  </a:lnTo>
                  <a:lnTo>
                    <a:pt x="341" y="446"/>
                  </a:lnTo>
                  <a:lnTo>
                    <a:pt x="341" y="439"/>
                  </a:lnTo>
                  <a:lnTo>
                    <a:pt x="342" y="0"/>
                  </a:lnTo>
                  <a:lnTo>
                    <a:pt x="343" y="0"/>
                  </a:lnTo>
                  <a:lnTo>
                    <a:pt x="343" y="0"/>
                  </a:lnTo>
                  <a:lnTo>
                    <a:pt x="343" y="161"/>
                  </a:lnTo>
                  <a:lnTo>
                    <a:pt x="344" y="14"/>
                  </a:lnTo>
                  <a:lnTo>
                    <a:pt x="344" y="18"/>
                  </a:lnTo>
                  <a:lnTo>
                    <a:pt x="344" y="198"/>
                  </a:lnTo>
                  <a:lnTo>
                    <a:pt x="345" y="0"/>
                  </a:lnTo>
                  <a:lnTo>
                    <a:pt x="345" y="0"/>
                  </a:lnTo>
                  <a:lnTo>
                    <a:pt x="345" y="0"/>
                  </a:lnTo>
                  <a:lnTo>
                    <a:pt x="346" y="327"/>
                  </a:lnTo>
                  <a:lnTo>
                    <a:pt x="346" y="328"/>
                  </a:lnTo>
                  <a:lnTo>
                    <a:pt x="347" y="484"/>
                  </a:lnTo>
                  <a:lnTo>
                    <a:pt x="347" y="492"/>
                  </a:lnTo>
                  <a:lnTo>
                    <a:pt x="348" y="552"/>
                  </a:lnTo>
                  <a:lnTo>
                    <a:pt x="349" y="0"/>
                  </a:lnTo>
                  <a:lnTo>
                    <a:pt x="349" y="0"/>
                  </a:lnTo>
                  <a:lnTo>
                    <a:pt x="349" y="0"/>
                  </a:lnTo>
                  <a:lnTo>
                    <a:pt x="350" y="489"/>
                  </a:lnTo>
                  <a:lnTo>
                    <a:pt x="350" y="497"/>
                  </a:lnTo>
                  <a:lnTo>
                    <a:pt x="350" y="552"/>
                  </a:lnTo>
                  <a:lnTo>
                    <a:pt x="351" y="179"/>
                  </a:lnTo>
                  <a:lnTo>
                    <a:pt x="351" y="179"/>
                  </a:lnTo>
                  <a:lnTo>
                    <a:pt x="352" y="499"/>
                  </a:lnTo>
                  <a:lnTo>
                    <a:pt x="352" y="495"/>
                  </a:lnTo>
                  <a:lnTo>
                    <a:pt x="352" y="493"/>
                  </a:lnTo>
                  <a:lnTo>
                    <a:pt x="353" y="361"/>
                  </a:lnTo>
                  <a:lnTo>
                    <a:pt x="353" y="427"/>
                  </a:lnTo>
                  <a:lnTo>
                    <a:pt x="353" y="427"/>
                  </a:lnTo>
                  <a:lnTo>
                    <a:pt x="355" y="0"/>
                  </a:lnTo>
                  <a:lnTo>
                    <a:pt x="355" y="0"/>
                  </a:lnTo>
                  <a:lnTo>
                    <a:pt x="355" y="0"/>
                  </a:lnTo>
                  <a:lnTo>
                    <a:pt x="356" y="414"/>
                  </a:lnTo>
                  <a:lnTo>
                    <a:pt x="356" y="414"/>
                  </a:lnTo>
                  <a:lnTo>
                    <a:pt x="356" y="414"/>
                  </a:lnTo>
                  <a:lnTo>
                    <a:pt x="356" y="413"/>
                  </a:lnTo>
                  <a:lnTo>
                    <a:pt x="356" y="511"/>
                  </a:lnTo>
                  <a:lnTo>
                    <a:pt x="357" y="477"/>
                  </a:lnTo>
                  <a:lnTo>
                    <a:pt x="357" y="476"/>
                  </a:lnTo>
                  <a:lnTo>
                    <a:pt x="358" y="552"/>
                  </a:lnTo>
                  <a:lnTo>
                    <a:pt x="358" y="402"/>
                  </a:lnTo>
                  <a:lnTo>
                    <a:pt x="358" y="393"/>
                  </a:lnTo>
                  <a:lnTo>
                    <a:pt x="359" y="0"/>
                  </a:lnTo>
                  <a:lnTo>
                    <a:pt x="359" y="0"/>
                  </a:lnTo>
                  <a:lnTo>
                    <a:pt x="359" y="0"/>
                  </a:lnTo>
                  <a:lnTo>
                    <a:pt x="361" y="525"/>
                  </a:lnTo>
                  <a:lnTo>
                    <a:pt x="361" y="528"/>
                  </a:lnTo>
                  <a:lnTo>
                    <a:pt x="362" y="495"/>
                  </a:lnTo>
                  <a:lnTo>
                    <a:pt x="362" y="542"/>
                  </a:lnTo>
                  <a:lnTo>
                    <a:pt x="362" y="538"/>
                  </a:lnTo>
                  <a:lnTo>
                    <a:pt x="362" y="536"/>
                  </a:lnTo>
                  <a:lnTo>
                    <a:pt x="363" y="484"/>
                  </a:lnTo>
                  <a:lnTo>
                    <a:pt x="363" y="538"/>
                  </a:lnTo>
                  <a:lnTo>
                    <a:pt x="363" y="497"/>
                  </a:lnTo>
                  <a:lnTo>
                    <a:pt x="363" y="493"/>
                  </a:lnTo>
                  <a:lnTo>
                    <a:pt x="364" y="0"/>
                  </a:lnTo>
                  <a:lnTo>
                    <a:pt x="364" y="0"/>
                  </a:lnTo>
                  <a:lnTo>
                    <a:pt x="364" y="0"/>
                  </a:lnTo>
                  <a:lnTo>
                    <a:pt x="366" y="167"/>
                  </a:lnTo>
                  <a:lnTo>
                    <a:pt x="366" y="169"/>
                  </a:lnTo>
                  <a:lnTo>
                    <a:pt x="366" y="483"/>
                  </a:lnTo>
                  <a:lnTo>
                    <a:pt x="367" y="471"/>
                  </a:lnTo>
                  <a:lnTo>
                    <a:pt x="367" y="470"/>
                  </a:lnTo>
                  <a:lnTo>
                    <a:pt x="367" y="417"/>
                  </a:lnTo>
                  <a:lnTo>
                    <a:pt x="368" y="529"/>
                  </a:lnTo>
                  <a:lnTo>
                    <a:pt x="368" y="487"/>
                  </a:lnTo>
                  <a:lnTo>
                    <a:pt x="368" y="482"/>
                  </a:lnTo>
                  <a:lnTo>
                    <a:pt x="369" y="0"/>
                  </a:lnTo>
                  <a:lnTo>
                    <a:pt x="369" y="0"/>
                  </a:lnTo>
                  <a:lnTo>
                    <a:pt x="369" y="0"/>
                  </a:lnTo>
                  <a:lnTo>
                    <a:pt x="370" y="351"/>
                  </a:lnTo>
                  <a:lnTo>
                    <a:pt x="370" y="357"/>
                  </a:lnTo>
                  <a:lnTo>
                    <a:pt x="372" y="535"/>
                  </a:lnTo>
                  <a:lnTo>
                    <a:pt x="372" y="539"/>
                  </a:lnTo>
                  <a:lnTo>
                    <a:pt x="372" y="552"/>
                  </a:lnTo>
                  <a:lnTo>
                    <a:pt x="372" y="491"/>
                  </a:lnTo>
                  <a:lnTo>
                    <a:pt x="373" y="505"/>
                  </a:lnTo>
                  <a:lnTo>
                    <a:pt x="373" y="499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4" y="0"/>
                  </a:lnTo>
                  <a:lnTo>
                    <a:pt x="375" y="201"/>
                  </a:lnTo>
                  <a:lnTo>
                    <a:pt x="375" y="202"/>
                  </a:lnTo>
                  <a:lnTo>
                    <a:pt x="376" y="450"/>
                  </a:lnTo>
                  <a:lnTo>
                    <a:pt x="377" y="450"/>
                  </a:lnTo>
                  <a:lnTo>
                    <a:pt x="377" y="444"/>
                  </a:lnTo>
                  <a:lnTo>
                    <a:pt x="377" y="552"/>
                  </a:lnTo>
                  <a:lnTo>
                    <a:pt x="378" y="530"/>
                  </a:lnTo>
                  <a:lnTo>
                    <a:pt x="378" y="526"/>
                  </a:lnTo>
                  <a:lnTo>
                    <a:pt x="379" y="0"/>
                  </a:lnTo>
                  <a:lnTo>
                    <a:pt x="379" y="0"/>
                  </a:lnTo>
                  <a:lnTo>
                    <a:pt x="379" y="0"/>
                  </a:lnTo>
                  <a:lnTo>
                    <a:pt x="380" y="298"/>
                  </a:lnTo>
                  <a:lnTo>
                    <a:pt x="380" y="300"/>
                  </a:lnTo>
                  <a:lnTo>
                    <a:pt x="381" y="430"/>
                  </a:lnTo>
                  <a:lnTo>
                    <a:pt x="381" y="432"/>
                  </a:lnTo>
                  <a:lnTo>
                    <a:pt x="382" y="552"/>
                  </a:lnTo>
                  <a:lnTo>
                    <a:pt x="382" y="335"/>
                  </a:lnTo>
                  <a:lnTo>
                    <a:pt x="383" y="328"/>
                  </a:lnTo>
                  <a:lnTo>
                    <a:pt x="383" y="0"/>
                  </a:lnTo>
                  <a:lnTo>
                    <a:pt x="384" y="30"/>
                  </a:lnTo>
                  <a:lnTo>
                    <a:pt x="384" y="38"/>
                  </a:lnTo>
                  <a:lnTo>
                    <a:pt x="385" y="437"/>
                  </a:lnTo>
                  <a:lnTo>
                    <a:pt x="385" y="440"/>
                  </a:lnTo>
                  <a:lnTo>
                    <a:pt x="385" y="437"/>
                  </a:lnTo>
                  <a:lnTo>
                    <a:pt x="386" y="486"/>
                  </a:lnTo>
                  <a:lnTo>
                    <a:pt x="386" y="486"/>
                  </a:lnTo>
                  <a:lnTo>
                    <a:pt x="386" y="485"/>
                  </a:lnTo>
                  <a:lnTo>
                    <a:pt x="387" y="552"/>
                  </a:lnTo>
                  <a:lnTo>
                    <a:pt x="387" y="336"/>
                  </a:lnTo>
                  <a:lnTo>
                    <a:pt x="387" y="326"/>
                  </a:lnTo>
                  <a:lnTo>
                    <a:pt x="388" y="0"/>
                  </a:lnTo>
                  <a:lnTo>
                    <a:pt x="388" y="0"/>
                  </a:lnTo>
                  <a:lnTo>
                    <a:pt x="389" y="0"/>
                  </a:lnTo>
                  <a:lnTo>
                    <a:pt x="390" y="402"/>
                  </a:lnTo>
                  <a:lnTo>
                    <a:pt x="390" y="409"/>
                  </a:lnTo>
                  <a:lnTo>
                    <a:pt x="390" y="533"/>
                  </a:lnTo>
                  <a:lnTo>
                    <a:pt x="391" y="515"/>
                  </a:lnTo>
                  <a:lnTo>
                    <a:pt x="391" y="514"/>
                  </a:lnTo>
                  <a:lnTo>
                    <a:pt x="392" y="552"/>
                  </a:lnTo>
                  <a:lnTo>
                    <a:pt x="392" y="376"/>
                  </a:lnTo>
                  <a:lnTo>
                    <a:pt x="392" y="366"/>
                  </a:lnTo>
                  <a:lnTo>
                    <a:pt x="393" y="0"/>
                  </a:lnTo>
                  <a:lnTo>
                    <a:pt x="393" y="0"/>
                  </a:lnTo>
                  <a:lnTo>
                    <a:pt x="393" y="0"/>
                  </a:lnTo>
                  <a:lnTo>
                    <a:pt x="394" y="387"/>
                  </a:lnTo>
                  <a:lnTo>
                    <a:pt x="394" y="392"/>
                  </a:lnTo>
                  <a:lnTo>
                    <a:pt x="395" y="503"/>
                  </a:lnTo>
                  <a:lnTo>
                    <a:pt x="396" y="466"/>
                  </a:lnTo>
                  <a:lnTo>
                    <a:pt x="396" y="465"/>
                  </a:lnTo>
                  <a:lnTo>
                    <a:pt x="396" y="423"/>
                  </a:lnTo>
                  <a:lnTo>
                    <a:pt x="397" y="552"/>
                  </a:lnTo>
                  <a:lnTo>
                    <a:pt x="397" y="552"/>
                  </a:lnTo>
                  <a:lnTo>
                    <a:pt x="397" y="552"/>
                  </a:lnTo>
                  <a:lnTo>
                    <a:pt x="398" y="0"/>
                  </a:lnTo>
                  <a:lnTo>
                    <a:pt x="398" y="0"/>
                  </a:lnTo>
                  <a:lnTo>
                    <a:pt x="398" y="0"/>
                  </a:lnTo>
                  <a:lnTo>
                    <a:pt x="399" y="357"/>
                  </a:lnTo>
                  <a:lnTo>
                    <a:pt x="399" y="358"/>
                  </a:lnTo>
                  <a:lnTo>
                    <a:pt x="400" y="516"/>
                  </a:lnTo>
                  <a:lnTo>
                    <a:pt x="400" y="503"/>
                  </a:lnTo>
                  <a:lnTo>
                    <a:pt x="400" y="502"/>
                  </a:lnTo>
                  <a:lnTo>
                    <a:pt x="401" y="476"/>
                  </a:lnTo>
                  <a:lnTo>
                    <a:pt x="401" y="552"/>
                  </a:lnTo>
                  <a:lnTo>
                    <a:pt x="402" y="552"/>
                  </a:lnTo>
                  <a:lnTo>
                    <a:pt x="402" y="550"/>
                  </a:lnTo>
                  <a:lnTo>
                    <a:pt x="403" y="0"/>
                  </a:lnTo>
                  <a:lnTo>
                    <a:pt x="403" y="1"/>
                  </a:lnTo>
                  <a:lnTo>
                    <a:pt x="403" y="3"/>
                  </a:lnTo>
                  <a:lnTo>
                    <a:pt x="404" y="410"/>
                  </a:lnTo>
                  <a:lnTo>
                    <a:pt x="404" y="410"/>
                  </a:lnTo>
                  <a:lnTo>
                    <a:pt x="405" y="446"/>
                  </a:lnTo>
                  <a:lnTo>
                    <a:pt x="405" y="438"/>
                  </a:lnTo>
                  <a:lnTo>
                    <a:pt x="405" y="440"/>
                  </a:lnTo>
                  <a:lnTo>
                    <a:pt x="406" y="552"/>
                  </a:lnTo>
                  <a:lnTo>
                    <a:pt x="406" y="316"/>
                  </a:lnTo>
                  <a:lnTo>
                    <a:pt x="406" y="305"/>
                  </a:lnTo>
                  <a:lnTo>
                    <a:pt x="407" y="0"/>
                  </a:lnTo>
                  <a:lnTo>
                    <a:pt x="408" y="129"/>
                  </a:lnTo>
                  <a:lnTo>
                    <a:pt x="408" y="141"/>
                  </a:lnTo>
                  <a:lnTo>
                    <a:pt x="409" y="552"/>
                  </a:lnTo>
                  <a:lnTo>
                    <a:pt x="409" y="552"/>
                  </a:lnTo>
                  <a:lnTo>
                    <a:pt x="409" y="552"/>
                  </a:lnTo>
                  <a:lnTo>
                    <a:pt x="410" y="499"/>
                  </a:lnTo>
                  <a:lnTo>
                    <a:pt x="410" y="513"/>
                  </a:lnTo>
                  <a:lnTo>
                    <a:pt x="410" y="512"/>
                  </a:lnTo>
                  <a:lnTo>
                    <a:pt x="411" y="439"/>
                  </a:lnTo>
                  <a:lnTo>
                    <a:pt x="411" y="552"/>
                  </a:lnTo>
                  <a:lnTo>
                    <a:pt x="411" y="543"/>
                  </a:lnTo>
                  <a:lnTo>
                    <a:pt x="411" y="539"/>
                  </a:lnTo>
                  <a:lnTo>
                    <a:pt x="412" y="0"/>
                  </a:lnTo>
                  <a:lnTo>
                    <a:pt x="412" y="0"/>
                  </a:lnTo>
                  <a:lnTo>
                    <a:pt x="412" y="0"/>
                  </a:lnTo>
                  <a:lnTo>
                    <a:pt x="414" y="188"/>
                  </a:lnTo>
                  <a:lnTo>
                    <a:pt x="414" y="194"/>
                  </a:lnTo>
                  <a:lnTo>
                    <a:pt x="415" y="368"/>
                  </a:lnTo>
                  <a:lnTo>
                    <a:pt x="415" y="367"/>
                  </a:lnTo>
                  <a:lnTo>
                    <a:pt x="415" y="365"/>
                  </a:lnTo>
                  <a:lnTo>
                    <a:pt x="415" y="339"/>
                  </a:lnTo>
                  <a:lnTo>
                    <a:pt x="416" y="552"/>
                  </a:lnTo>
                  <a:lnTo>
                    <a:pt x="416" y="406"/>
                  </a:lnTo>
                  <a:lnTo>
                    <a:pt x="416" y="397"/>
                  </a:lnTo>
                  <a:lnTo>
                    <a:pt x="417" y="0"/>
                  </a:lnTo>
                  <a:lnTo>
                    <a:pt x="417" y="0"/>
                  </a:lnTo>
                  <a:lnTo>
                    <a:pt x="417" y="0"/>
                  </a:lnTo>
                  <a:lnTo>
                    <a:pt x="418" y="500"/>
                  </a:lnTo>
                  <a:lnTo>
                    <a:pt x="418" y="503"/>
                  </a:lnTo>
                  <a:lnTo>
                    <a:pt x="419" y="552"/>
                  </a:lnTo>
                  <a:lnTo>
                    <a:pt x="420" y="552"/>
                  </a:lnTo>
                  <a:lnTo>
                    <a:pt x="420" y="552"/>
                  </a:lnTo>
                  <a:lnTo>
                    <a:pt x="421" y="399"/>
                  </a:lnTo>
                  <a:lnTo>
                    <a:pt x="421" y="388"/>
                  </a:lnTo>
                  <a:lnTo>
                    <a:pt x="422" y="0"/>
                  </a:lnTo>
                  <a:lnTo>
                    <a:pt x="422" y="105"/>
                  </a:lnTo>
                  <a:lnTo>
                    <a:pt x="422" y="116"/>
                  </a:lnTo>
                  <a:lnTo>
                    <a:pt x="423" y="530"/>
                  </a:lnTo>
                  <a:lnTo>
                    <a:pt x="423" y="526"/>
                  </a:lnTo>
                  <a:lnTo>
                    <a:pt x="423" y="526"/>
                  </a:lnTo>
                  <a:lnTo>
                    <a:pt x="424" y="493"/>
                  </a:lnTo>
                  <a:lnTo>
                    <a:pt x="425" y="539"/>
                  </a:lnTo>
                  <a:lnTo>
                    <a:pt x="425" y="542"/>
                  </a:lnTo>
                  <a:lnTo>
                    <a:pt x="425" y="552"/>
                  </a:lnTo>
                  <a:lnTo>
                    <a:pt x="426" y="16"/>
                  </a:lnTo>
                  <a:lnTo>
                    <a:pt x="426" y="10"/>
                  </a:lnTo>
                  <a:lnTo>
                    <a:pt x="426" y="0"/>
                  </a:lnTo>
                  <a:lnTo>
                    <a:pt x="427" y="276"/>
                  </a:lnTo>
                  <a:lnTo>
                    <a:pt x="427" y="287"/>
                  </a:lnTo>
                  <a:lnTo>
                    <a:pt x="428" y="552"/>
                  </a:lnTo>
                  <a:lnTo>
                    <a:pt x="428" y="535"/>
                  </a:lnTo>
                  <a:lnTo>
                    <a:pt x="428" y="533"/>
                  </a:lnTo>
                  <a:lnTo>
                    <a:pt x="429" y="487"/>
                  </a:lnTo>
                  <a:lnTo>
                    <a:pt x="429" y="501"/>
                  </a:lnTo>
                  <a:lnTo>
                    <a:pt x="429" y="505"/>
                  </a:lnTo>
                  <a:lnTo>
                    <a:pt x="430" y="552"/>
                  </a:lnTo>
                  <a:lnTo>
                    <a:pt x="431" y="52"/>
                  </a:lnTo>
                  <a:lnTo>
                    <a:pt x="431" y="42"/>
                  </a:lnTo>
                  <a:lnTo>
                    <a:pt x="431" y="0"/>
                  </a:lnTo>
                  <a:lnTo>
                    <a:pt x="432" y="314"/>
                  </a:lnTo>
                  <a:lnTo>
                    <a:pt x="432" y="321"/>
                  </a:lnTo>
                  <a:lnTo>
                    <a:pt x="433" y="494"/>
                  </a:lnTo>
                  <a:lnTo>
                    <a:pt x="433" y="486"/>
                  </a:lnTo>
                  <a:lnTo>
                    <a:pt x="433" y="484"/>
                  </a:lnTo>
                  <a:lnTo>
                    <a:pt x="434" y="462"/>
                  </a:lnTo>
                  <a:lnTo>
                    <a:pt x="434" y="552"/>
                  </a:lnTo>
                  <a:lnTo>
                    <a:pt x="434" y="552"/>
                  </a:lnTo>
                  <a:lnTo>
                    <a:pt x="434" y="552"/>
                  </a:lnTo>
                  <a:lnTo>
                    <a:pt x="435" y="0"/>
                  </a:lnTo>
                  <a:lnTo>
                    <a:pt x="435" y="0"/>
                  </a:lnTo>
                  <a:lnTo>
                    <a:pt x="436" y="0"/>
                  </a:lnTo>
                  <a:lnTo>
                    <a:pt x="437" y="340"/>
                  </a:lnTo>
                  <a:lnTo>
                    <a:pt x="437" y="343"/>
                  </a:lnTo>
                  <a:lnTo>
                    <a:pt x="438" y="453"/>
                  </a:lnTo>
                  <a:lnTo>
                    <a:pt x="438" y="455"/>
                  </a:lnTo>
                  <a:lnTo>
                    <a:pt x="438" y="552"/>
                  </a:lnTo>
                  <a:lnTo>
                    <a:pt x="439" y="297"/>
                  </a:lnTo>
                  <a:lnTo>
                    <a:pt x="439" y="283"/>
                  </a:lnTo>
                  <a:lnTo>
                    <a:pt x="440" y="0"/>
                  </a:lnTo>
                  <a:lnTo>
                    <a:pt x="440" y="51"/>
                  </a:lnTo>
                  <a:lnTo>
                    <a:pt x="440" y="56"/>
                  </a:lnTo>
                  <a:lnTo>
                    <a:pt x="441" y="347"/>
                  </a:lnTo>
                  <a:lnTo>
                    <a:pt x="442" y="350"/>
                  </a:lnTo>
                  <a:lnTo>
                    <a:pt x="443" y="501"/>
                  </a:lnTo>
                  <a:lnTo>
                    <a:pt x="443" y="503"/>
                  </a:lnTo>
                  <a:lnTo>
                    <a:pt x="443" y="552"/>
                  </a:lnTo>
                  <a:lnTo>
                    <a:pt x="444" y="87"/>
                  </a:lnTo>
                  <a:lnTo>
                    <a:pt x="444" y="69"/>
                  </a:lnTo>
                  <a:lnTo>
                    <a:pt x="444" y="0"/>
                  </a:lnTo>
                  <a:lnTo>
                    <a:pt x="445" y="121"/>
                  </a:lnTo>
                  <a:lnTo>
                    <a:pt x="445" y="121"/>
                  </a:lnTo>
                  <a:lnTo>
                    <a:pt x="445" y="84"/>
                  </a:lnTo>
                  <a:lnTo>
                    <a:pt x="446" y="498"/>
                  </a:lnTo>
                  <a:lnTo>
                    <a:pt x="447" y="498"/>
                  </a:lnTo>
                  <a:lnTo>
                    <a:pt x="447" y="479"/>
                  </a:lnTo>
                  <a:lnTo>
                    <a:pt x="447" y="503"/>
                  </a:lnTo>
                  <a:lnTo>
                    <a:pt x="447" y="488"/>
                  </a:lnTo>
                  <a:lnTo>
                    <a:pt x="448" y="487"/>
                  </a:lnTo>
                  <a:lnTo>
                    <a:pt x="448" y="552"/>
                  </a:lnTo>
                  <a:lnTo>
                    <a:pt x="449" y="177"/>
                  </a:lnTo>
                  <a:lnTo>
                    <a:pt x="449" y="165"/>
                  </a:lnTo>
                  <a:lnTo>
                    <a:pt x="449" y="0"/>
                  </a:lnTo>
                  <a:lnTo>
                    <a:pt x="450" y="135"/>
                  </a:lnTo>
                  <a:lnTo>
                    <a:pt x="450" y="147"/>
                  </a:lnTo>
                  <a:lnTo>
                    <a:pt x="451" y="513"/>
                  </a:lnTo>
                  <a:lnTo>
                    <a:pt x="451" y="492"/>
                  </a:lnTo>
                  <a:lnTo>
                    <a:pt x="451" y="492"/>
                  </a:lnTo>
                  <a:lnTo>
                    <a:pt x="451" y="552"/>
                  </a:lnTo>
                  <a:lnTo>
                    <a:pt x="452" y="552"/>
                  </a:lnTo>
                  <a:lnTo>
                    <a:pt x="452" y="552"/>
                  </a:lnTo>
                  <a:lnTo>
                    <a:pt x="453" y="139"/>
                  </a:lnTo>
                  <a:lnTo>
                    <a:pt x="453" y="123"/>
                  </a:lnTo>
                  <a:lnTo>
                    <a:pt x="454" y="0"/>
                  </a:lnTo>
                  <a:lnTo>
                    <a:pt x="455" y="0"/>
                  </a:lnTo>
                  <a:lnTo>
                    <a:pt x="455" y="0"/>
                  </a:lnTo>
                  <a:lnTo>
                    <a:pt x="456" y="552"/>
                  </a:lnTo>
                  <a:lnTo>
                    <a:pt x="456" y="552"/>
                  </a:lnTo>
                  <a:lnTo>
                    <a:pt x="456" y="552"/>
                  </a:lnTo>
                  <a:lnTo>
                    <a:pt x="457" y="552"/>
                  </a:lnTo>
                  <a:lnTo>
                    <a:pt x="457" y="552"/>
                  </a:lnTo>
                  <a:lnTo>
                    <a:pt x="458" y="205"/>
                  </a:lnTo>
                  <a:lnTo>
                    <a:pt x="458" y="191"/>
                  </a:lnTo>
                  <a:lnTo>
                    <a:pt x="459" y="0"/>
                  </a:lnTo>
                  <a:lnTo>
                    <a:pt x="459" y="370"/>
                  </a:lnTo>
                  <a:lnTo>
                    <a:pt x="459" y="380"/>
                  </a:lnTo>
                  <a:lnTo>
                    <a:pt x="460" y="552"/>
                  </a:lnTo>
                  <a:lnTo>
                    <a:pt x="461" y="453"/>
                  </a:lnTo>
                  <a:lnTo>
                    <a:pt x="461" y="450"/>
                  </a:lnTo>
                  <a:lnTo>
                    <a:pt x="461" y="437"/>
                  </a:lnTo>
                  <a:lnTo>
                    <a:pt x="461" y="498"/>
                  </a:lnTo>
                  <a:lnTo>
                    <a:pt x="462" y="492"/>
                  </a:lnTo>
                  <a:lnTo>
                    <a:pt x="462" y="492"/>
                  </a:lnTo>
                  <a:lnTo>
                    <a:pt x="462" y="492"/>
                  </a:lnTo>
                  <a:lnTo>
                    <a:pt x="463" y="110"/>
                  </a:lnTo>
                  <a:lnTo>
                    <a:pt x="463" y="92"/>
                  </a:lnTo>
                  <a:lnTo>
                    <a:pt x="463" y="0"/>
                  </a:lnTo>
                  <a:lnTo>
                    <a:pt x="464" y="320"/>
                  </a:lnTo>
                  <a:lnTo>
                    <a:pt x="464" y="325"/>
                  </a:lnTo>
                  <a:lnTo>
                    <a:pt x="465" y="342"/>
                  </a:lnTo>
                  <a:lnTo>
                    <a:pt x="465" y="198"/>
                  </a:lnTo>
                  <a:lnTo>
                    <a:pt x="465" y="239"/>
                  </a:lnTo>
                  <a:lnTo>
                    <a:pt x="465" y="239"/>
                  </a:lnTo>
                  <a:lnTo>
                    <a:pt x="466" y="236"/>
                  </a:lnTo>
                  <a:lnTo>
                    <a:pt x="467" y="456"/>
                  </a:lnTo>
                  <a:lnTo>
                    <a:pt x="467" y="468"/>
                  </a:lnTo>
                  <a:lnTo>
                    <a:pt x="467" y="552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69" y="381"/>
                  </a:lnTo>
                  <a:lnTo>
                    <a:pt x="469" y="383"/>
                  </a:lnTo>
                  <a:lnTo>
                    <a:pt x="470" y="445"/>
                  </a:lnTo>
                  <a:lnTo>
                    <a:pt x="470" y="140"/>
                  </a:lnTo>
                  <a:lnTo>
                    <a:pt x="470" y="183"/>
                  </a:lnTo>
                  <a:lnTo>
                    <a:pt x="470" y="193"/>
                  </a:lnTo>
                  <a:lnTo>
                    <a:pt x="471" y="486"/>
                  </a:lnTo>
                  <a:lnTo>
                    <a:pt x="471" y="0"/>
                  </a:lnTo>
                  <a:lnTo>
                    <a:pt x="471" y="0"/>
                  </a:lnTo>
                  <a:lnTo>
                    <a:pt x="471" y="0"/>
                  </a:lnTo>
                  <a:lnTo>
                    <a:pt x="473" y="310"/>
                  </a:lnTo>
                  <a:lnTo>
                    <a:pt x="473" y="322"/>
                  </a:lnTo>
                  <a:lnTo>
                    <a:pt x="473" y="552"/>
                  </a:lnTo>
                  <a:lnTo>
                    <a:pt x="474" y="552"/>
                  </a:lnTo>
                  <a:lnTo>
                    <a:pt x="474" y="552"/>
                  </a:lnTo>
                  <a:lnTo>
                    <a:pt x="475" y="526"/>
                  </a:lnTo>
                  <a:lnTo>
                    <a:pt x="475" y="531"/>
                  </a:lnTo>
                  <a:lnTo>
                    <a:pt x="475" y="532"/>
                  </a:lnTo>
                  <a:lnTo>
                    <a:pt x="475" y="552"/>
                  </a:lnTo>
                  <a:lnTo>
                    <a:pt x="476" y="303"/>
                  </a:lnTo>
                  <a:lnTo>
                    <a:pt x="476" y="299"/>
                  </a:lnTo>
                  <a:lnTo>
                    <a:pt x="477" y="275"/>
                  </a:lnTo>
                  <a:lnTo>
                    <a:pt x="477" y="508"/>
                  </a:lnTo>
                  <a:lnTo>
                    <a:pt x="478" y="431"/>
                  </a:lnTo>
                  <a:lnTo>
                    <a:pt x="478" y="429"/>
                  </a:lnTo>
                  <a:lnTo>
                    <a:pt x="478" y="266"/>
                  </a:lnTo>
                  <a:lnTo>
                    <a:pt x="479" y="518"/>
                  </a:lnTo>
                  <a:lnTo>
                    <a:pt x="479" y="519"/>
                  </a:lnTo>
                  <a:lnTo>
                    <a:pt x="479" y="552"/>
                  </a:lnTo>
                  <a:lnTo>
                    <a:pt x="480" y="491"/>
                  </a:lnTo>
                  <a:lnTo>
                    <a:pt x="480" y="490"/>
                  </a:lnTo>
                  <a:lnTo>
                    <a:pt x="480" y="463"/>
                  </a:lnTo>
                  <a:lnTo>
                    <a:pt x="481" y="552"/>
                  </a:lnTo>
                  <a:lnTo>
                    <a:pt x="481" y="552"/>
                  </a:lnTo>
                  <a:lnTo>
                    <a:pt x="481" y="552"/>
                  </a:lnTo>
                  <a:lnTo>
                    <a:pt x="482" y="55"/>
                  </a:lnTo>
                  <a:lnTo>
                    <a:pt x="482" y="49"/>
                  </a:lnTo>
                  <a:lnTo>
                    <a:pt x="483" y="24"/>
                  </a:lnTo>
                  <a:lnTo>
                    <a:pt x="484" y="426"/>
                  </a:lnTo>
                  <a:lnTo>
                    <a:pt x="484" y="427"/>
                  </a:lnTo>
                  <a:lnTo>
                    <a:pt x="484" y="417"/>
                  </a:lnTo>
                  <a:lnTo>
                    <a:pt x="485" y="506"/>
                  </a:lnTo>
                  <a:lnTo>
                    <a:pt x="485" y="507"/>
                  </a:lnTo>
                  <a:lnTo>
                    <a:pt x="486" y="364"/>
                  </a:lnTo>
                  <a:lnTo>
                    <a:pt x="486" y="552"/>
                  </a:lnTo>
                  <a:lnTo>
                    <a:pt x="486" y="552"/>
                  </a:lnTo>
                  <a:lnTo>
                    <a:pt x="487" y="547"/>
                  </a:lnTo>
                  <a:lnTo>
                    <a:pt x="487" y="545"/>
                  </a:lnTo>
                  <a:lnTo>
                    <a:pt x="488" y="552"/>
                  </a:lnTo>
                  <a:lnTo>
                    <a:pt x="488" y="463"/>
                  </a:lnTo>
                  <a:lnTo>
                    <a:pt x="488" y="457"/>
                  </a:lnTo>
                  <a:lnTo>
                    <a:pt x="489" y="0"/>
                  </a:lnTo>
                  <a:lnTo>
                    <a:pt x="490" y="177"/>
                  </a:lnTo>
                  <a:lnTo>
                    <a:pt x="490" y="188"/>
                  </a:lnTo>
                  <a:lnTo>
                    <a:pt x="490" y="413"/>
                  </a:lnTo>
                  <a:lnTo>
                    <a:pt x="491" y="397"/>
                  </a:lnTo>
                  <a:lnTo>
                    <a:pt x="491" y="397"/>
                  </a:lnTo>
                  <a:lnTo>
                    <a:pt x="492" y="491"/>
                  </a:lnTo>
                  <a:lnTo>
                    <a:pt x="492" y="497"/>
                  </a:lnTo>
                  <a:lnTo>
                    <a:pt x="492" y="552"/>
                  </a:lnTo>
                  <a:lnTo>
                    <a:pt x="493" y="424"/>
                  </a:lnTo>
                  <a:lnTo>
                    <a:pt x="493" y="423"/>
                  </a:lnTo>
                  <a:lnTo>
                    <a:pt x="493" y="421"/>
                  </a:lnTo>
                  <a:lnTo>
                    <a:pt x="494" y="552"/>
                  </a:lnTo>
                  <a:lnTo>
                    <a:pt x="494" y="491"/>
                  </a:lnTo>
                  <a:lnTo>
                    <a:pt x="494" y="495"/>
                  </a:lnTo>
                  <a:lnTo>
                    <a:pt x="495" y="552"/>
                  </a:lnTo>
                  <a:lnTo>
                    <a:pt x="495" y="462"/>
                  </a:lnTo>
                  <a:lnTo>
                    <a:pt x="496" y="552"/>
                  </a:lnTo>
                  <a:lnTo>
                    <a:pt x="496" y="552"/>
                  </a:lnTo>
                  <a:lnTo>
                    <a:pt x="497" y="547"/>
                  </a:lnTo>
                  <a:lnTo>
                    <a:pt x="497" y="545"/>
                  </a:lnTo>
                  <a:lnTo>
                    <a:pt x="498" y="106"/>
                  </a:lnTo>
                  <a:lnTo>
                    <a:pt x="498" y="96"/>
                  </a:lnTo>
                  <a:lnTo>
                    <a:pt x="498" y="0"/>
                  </a:lnTo>
                  <a:lnTo>
                    <a:pt x="499" y="0"/>
                  </a:lnTo>
                  <a:lnTo>
                    <a:pt x="500" y="0"/>
                  </a:lnTo>
                  <a:lnTo>
                    <a:pt x="500" y="502"/>
                  </a:lnTo>
                  <a:lnTo>
                    <a:pt x="500" y="484"/>
                  </a:lnTo>
                  <a:lnTo>
                    <a:pt x="501" y="483"/>
                  </a:lnTo>
                  <a:lnTo>
                    <a:pt x="501" y="440"/>
                  </a:lnTo>
                  <a:lnTo>
                    <a:pt x="501" y="530"/>
                  </a:lnTo>
                  <a:lnTo>
                    <a:pt x="502" y="509"/>
                  </a:lnTo>
                  <a:lnTo>
                    <a:pt x="502" y="512"/>
                  </a:lnTo>
                  <a:lnTo>
                    <a:pt x="502" y="552"/>
                  </a:lnTo>
                  <a:lnTo>
                    <a:pt x="503" y="0"/>
                  </a:lnTo>
                  <a:lnTo>
                    <a:pt x="503" y="0"/>
                  </a:lnTo>
                  <a:lnTo>
                    <a:pt x="503" y="0"/>
                  </a:lnTo>
                  <a:lnTo>
                    <a:pt x="504" y="308"/>
                  </a:lnTo>
                  <a:lnTo>
                    <a:pt x="504" y="321"/>
                  </a:lnTo>
                  <a:lnTo>
                    <a:pt x="505" y="522"/>
                  </a:lnTo>
                  <a:lnTo>
                    <a:pt x="505" y="266"/>
                  </a:lnTo>
                  <a:lnTo>
                    <a:pt x="506" y="262"/>
                  </a:lnTo>
                  <a:lnTo>
                    <a:pt x="506" y="92"/>
                  </a:lnTo>
                  <a:lnTo>
                    <a:pt x="506" y="513"/>
                  </a:lnTo>
                  <a:lnTo>
                    <a:pt x="507" y="515"/>
                  </a:lnTo>
                  <a:lnTo>
                    <a:pt x="507" y="552"/>
                  </a:lnTo>
                  <a:lnTo>
                    <a:pt x="508" y="207"/>
                  </a:lnTo>
                  <a:lnTo>
                    <a:pt x="508" y="178"/>
                  </a:lnTo>
                  <a:lnTo>
                    <a:pt x="508" y="0"/>
                  </a:lnTo>
                  <a:lnTo>
                    <a:pt x="509" y="182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510" y="0"/>
                  </a:lnTo>
                  <a:lnTo>
                    <a:pt x="510" y="0"/>
                  </a:lnTo>
                  <a:lnTo>
                    <a:pt x="511" y="552"/>
                  </a:lnTo>
                  <a:lnTo>
                    <a:pt x="511" y="552"/>
                  </a:lnTo>
                  <a:lnTo>
                    <a:pt x="512" y="552"/>
                  </a:lnTo>
                  <a:lnTo>
                    <a:pt x="512" y="515"/>
                  </a:lnTo>
                  <a:lnTo>
                    <a:pt x="513" y="508"/>
                  </a:lnTo>
                  <a:lnTo>
                    <a:pt x="513" y="355"/>
                  </a:lnTo>
                  <a:lnTo>
                    <a:pt x="514" y="552"/>
                  </a:lnTo>
                  <a:lnTo>
                    <a:pt x="514" y="552"/>
                  </a:lnTo>
                  <a:lnTo>
                    <a:pt x="514" y="552"/>
                  </a:lnTo>
                  <a:lnTo>
                    <a:pt x="514" y="0"/>
                  </a:lnTo>
                  <a:lnTo>
                    <a:pt x="515" y="517"/>
                  </a:lnTo>
                  <a:lnTo>
                    <a:pt x="515" y="532"/>
                  </a:lnTo>
                  <a:lnTo>
                    <a:pt x="515" y="552"/>
                  </a:lnTo>
                  <a:lnTo>
                    <a:pt x="516" y="496"/>
                  </a:lnTo>
                  <a:lnTo>
                    <a:pt x="516" y="492"/>
                  </a:lnTo>
                  <a:lnTo>
                    <a:pt x="517" y="325"/>
                  </a:lnTo>
                  <a:lnTo>
                    <a:pt x="517" y="325"/>
                  </a:lnTo>
                  <a:lnTo>
                    <a:pt x="518" y="552"/>
                  </a:lnTo>
                  <a:lnTo>
                    <a:pt x="518" y="0"/>
                  </a:lnTo>
                  <a:lnTo>
                    <a:pt x="518" y="0"/>
                  </a:lnTo>
                  <a:lnTo>
                    <a:pt x="518" y="0"/>
                  </a:lnTo>
                  <a:lnTo>
                    <a:pt x="520" y="414"/>
                  </a:lnTo>
                  <a:lnTo>
                    <a:pt x="520" y="428"/>
                  </a:lnTo>
                  <a:lnTo>
                    <a:pt x="520" y="552"/>
                  </a:lnTo>
                  <a:lnTo>
                    <a:pt x="521" y="552"/>
                  </a:lnTo>
                  <a:lnTo>
                    <a:pt x="521" y="552"/>
                  </a:lnTo>
                  <a:lnTo>
                    <a:pt x="522" y="552"/>
                  </a:lnTo>
                  <a:lnTo>
                    <a:pt x="522" y="552"/>
                  </a:lnTo>
                  <a:lnTo>
                    <a:pt x="523" y="29"/>
                  </a:lnTo>
                  <a:lnTo>
                    <a:pt x="523" y="19"/>
                  </a:lnTo>
                  <a:lnTo>
                    <a:pt x="524" y="0"/>
                  </a:lnTo>
                  <a:lnTo>
                    <a:pt x="524" y="552"/>
                  </a:lnTo>
                  <a:lnTo>
                    <a:pt x="524" y="552"/>
                  </a:lnTo>
                  <a:lnTo>
                    <a:pt x="524" y="552"/>
                  </a:lnTo>
                  <a:lnTo>
                    <a:pt x="526" y="552"/>
                  </a:lnTo>
                  <a:lnTo>
                    <a:pt x="526" y="552"/>
                  </a:lnTo>
                  <a:lnTo>
                    <a:pt x="527" y="552"/>
                  </a:lnTo>
                  <a:lnTo>
                    <a:pt x="527" y="552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9" y="289"/>
                  </a:lnTo>
                  <a:lnTo>
                    <a:pt x="529" y="277"/>
                  </a:lnTo>
                  <a:lnTo>
                    <a:pt x="529" y="274"/>
                  </a:lnTo>
                  <a:lnTo>
                    <a:pt x="531" y="76"/>
                  </a:lnTo>
                  <a:lnTo>
                    <a:pt x="531" y="76"/>
                  </a:lnTo>
                  <a:lnTo>
                    <a:pt x="532" y="552"/>
                  </a:lnTo>
                  <a:lnTo>
                    <a:pt x="532" y="552"/>
                  </a:lnTo>
                  <a:lnTo>
                    <a:pt x="532" y="552"/>
                  </a:lnTo>
                  <a:lnTo>
                    <a:pt x="533" y="0"/>
                  </a:lnTo>
                  <a:lnTo>
                    <a:pt x="533" y="0"/>
                  </a:lnTo>
                  <a:lnTo>
                    <a:pt x="533" y="0"/>
                  </a:lnTo>
                  <a:lnTo>
                    <a:pt x="534" y="237"/>
                  </a:lnTo>
                  <a:lnTo>
                    <a:pt x="534" y="194"/>
                  </a:lnTo>
                  <a:lnTo>
                    <a:pt x="534" y="195"/>
                  </a:lnTo>
                  <a:lnTo>
                    <a:pt x="535" y="280"/>
                  </a:lnTo>
                  <a:lnTo>
                    <a:pt x="535" y="255"/>
                  </a:lnTo>
                  <a:lnTo>
                    <a:pt x="535" y="257"/>
                  </a:lnTo>
                  <a:lnTo>
                    <a:pt x="536" y="4"/>
                  </a:lnTo>
                  <a:lnTo>
                    <a:pt x="537" y="436"/>
                  </a:lnTo>
                  <a:lnTo>
                    <a:pt x="537" y="437"/>
                  </a:lnTo>
                  <a:lnTo>
                    <a:pt x="537" y="437"/>
                  </a:lnTo>
                  <a:lnTo>
                    <a:pt x="537" y="0"/>
                  </a:lnTo>
                  <a:lnTo>
                    <a:pt x="538" y="29"/>
                  </a:lnTo>
                  <a:lnTo>
                    <a:pt x="538" y="37"/>
                  </a:lnTo>
                  <a:lnTo>
                    <a:pt x="539" y="280"/>
                  </a:lnTo>
                  <a:lnTo>
                    <a:pt x="539" y="0"/>
                  </a:lnTo>
                  <a:lnTo>
                    <a:pt x="539" y="132"/>
                  </a:lnTo>
                  <a:lnTo>
                    <a:pt x="539" y="145"/>
                  </a:lnTo>
                  <a:lnTo>
                    <a:pt x="540" y="459"/>
                  </a:lnTo>
                  <a:lnTo>
                    <a:pt x="540" y="362"/>
                  </a:lnTo>
                  <a:lnTo>
                    <a:pt x="540" y="345"/>
                  </a:lnTo>
                  <a:lnTo>
                    <a:pt x="540" y="0"/>
                  </a:lnTo>
                  <a:lnTo>
                    <a:pt x="541" y="552"/>
                  </a:lnTo>
                  <a:lnTo>
                    <a:pt x="541" y="524"/>
                  </a:lnTo>
                  <a:lnTo>
                    <a:pt x="541" y="514"/>
                  </a:lnTo>
                  <a:lnTo>
                    <a:pt x="542" y="0"/>
                  </a:lnTo>
                  <a:lnTo>
                    <a:pt x="543" y="254"/>
                  </a:lnTo>
                  <a:lnTo>
                    <a:pt x="543" y="255"/>
                  </a:lnTo>
                  <a:lnTo>
                    <a:pt x="543" y="259"/>
                  </a:lnTo>
                  <a:lnTo>
                    <a:pt x="543" y="0"/>
                  </a:lnTo>
                  <a:lnTo>
                    <a:pt x="544" y="101"/>
                  </a:lnTo>
                  <a:lnTo>
                    <a:pt x="544" y="134"/>
                  </a:lnTo>
                  <a:lnTo>
                    <a:pt x="544" y="552"/>
                  </a:lnTo>
                  <a:lnTo>
                    <a:pt x="545" y="552"/>
                  </a:lnTo>
                  <a:lnTo>
                    <a:pt x="545" y="552"/>
                  </a:lnTo>
                  <a:lnTo>
                    <a:pt x="546" y="0"/>
                  </a:lnTo>
                  <a:lnTo>
                    <a:pt x="546" y="238"/>
                  </a:lnTo>
                  <a:lnTo>
                    <a:pt x="546" y="279"/>
                  </a:lnTo>
                  <a:lnTo>
                    <a:pt x="546" y="552"/>
                  </a:lnTo>
                  <a:lnTo>
                    <a:pt x="547" y="552"/>
                  </a:lnTo>
                  <a:lnTo>
                    <a:pt x="547" y="552"/>
                  </a:lnTo>
                  <a:lnTo>
                    <a:pt x="548" y="0"/>
                  </a:lnTo>
                  <a:lnTo>
                    <a:pt x="549" y="146"/>
                  </a:lnTo>
                  <a:lnTo>
                    <a:pt x="549" y="166"/>
                  </a:lnTo>
                  <a:lnTo>
                    <a:pt x="549" y="552"/>
                  </a:lnTo>
                  <a:lnTo>
                    <a:pt x="550" y="552"/>
                  </a:lnTo>
                  <a:lnTo>
                    <a:pt x="550" y="552"/>
                  </a:lnTo>
                  <a:lnTo>
                    <a:pt x="551" y="488"/>
                  </a:lnTo>
                  <a:lnTo>
                    <a:pt x="551" y="485"/>
                  </a:lnTo>
                  <a:lnTo>
                    <a:pt x="551" y="552"/>
                  </a:lnTo>
                  <a:lnTo>
                    <a:pt x="552" y="18"/>
                  </a:lnTo>
                  <a:lnTo>
                    <a:pt x="552" y="11"/>
                  </a:lnTo>
                  <a:lnTo>
                    <a:pt x="553" y="0"/>
                  </a:lnTo>
                  <a:lnTo>
                    <a:pt x="553" y="0"/>
                  </a:lnTo>
                  <a:lnTo>
                    <a:pt x="553" y="0"/>
                  </a:lnTo>
                  <a:lnTo>
                    <a:pt x="555" y="44"/>
                  </a:lnTo>
                  <a:lnTo>
                    <a:pt x="555" y="52"/>
                  </a:lnTo>
                  <a:lnTo>
                    <a:pt x="556" y="454"/>
                  </a:lnTo>
                  <a:lnTo>
                    <a:pt x="556" y="454"/>
                  </a:lnTo>
                  <a:lnTo>
                    <a:pt x="556" y="396"/>
                  </a:lnTo>
                  <a:lnTo>
                    <a:pt x="557" y="552"/>
                  </a:lnTo>
                  <a:lnTo>
                    <a:pt x="557" y="552"/>
                  </a:lnTo>
                  <a:lnTo>
                    <a:pt x="557" y="552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9" y="0"/>
                  </a:lnTo>
                  <a:lnTo>
                    <a:pt x="559" y="294"/>
                  </a:lnTo>
                  <a:lnTo>
                    <a:pt x="559" y="275"/>
                  </a:lnTo>
                  <a:lnTo>
                    <a:pt x="560" y="278"/>
                  </a:lnTo>
                  <a:lnTo>
                    <a:pt x="560" y="322"/>
                  </a:lnTo>
                  <a:lnTo>
                    <a:pt x="561" y="270"/>
                  </a:lnTo>
                  <a:lnTo>
                    <a:pt x="561" y="290"/>
                  </a:lnTo>
                  <a:lnTo>
                    <a:pt x="561" y="291"/>
                  </a:lnTo>
                  <a:lnTo>
                    <a:pt x="562" y="552"/>
                  </a:lnTo>
                  <a:lnTo>
                    <a:pt x="562" y="552"/>
                  </a:lnTo>
                  <a:lnTo>
                    <a:pt x="562" y="552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4" y="324"/>
                  </a:lnTo>
                  <a:lnTo>
                    <a:pt x="565" y="328"/>
                  </a:lnTo>
                  <a:lnTo>
                    <a:pt x="565" y="423"/>
                  </a:lnTo>
                  <a:lnTo>
                    <a:pt x="565" y="391"/>
                  </a:lnTo>
                  <a:lnTo>
                    <a:pt x="566" y="391"/>
                  </a:lnTo>
                  <a:lnTo>
                    <a:pt x="566" y="369"/>
                  </a:lnTo>
                  <a:lnTo>
                    <a:pt x="566" y="445"/>
                  </a:lnTo>
                  <a:lnTo>
                    <a:pt x="567" y="407"/>
                  </a:lnTo>
                  <a:lnTo>
                    <a:pt x="567" y="402"/>
                  </a:lnTo>
                  <a:lnTo>
                    <a:pt x="567" y="0"/>
                  </a:lnTo>
                  <a:lnTo>
                    <a:pt x="568" y="0"/>
                  </a:lnTo>
                  <a:lnTo>
                    <a:pt x="568" y="0"/>
                  </a:lnTo>
                  <a:lnTo>
                    <a:pt x="569" y="0"/>
                  </a:lnTo>
                  <a:lnTo>
                    <a:pt x="569" y="0"/>
                  </a:lnTo>
                  <a:lnTo>
                    <a:pt x="570" y="185"/>
                  </a:lnTo>
                  <a:lnTo>
                    <a:pt x="571" y="192"/>
                  </a:lnTo>
                  <a:lnTo>
                    <a:pt x="571" y="552"/>
                  </a:lnTo>
                  <a:lnTo>
                    <a:pt x="571" y="549"/>
                  </a:lnTo>
                  <a:lnTo>
                    <a:pt x="572" y="547"/>
                  </a:lnTo>
                  <a:lnTo>
                    <a:pt x="572" y="0"/>
                  </a:lnTo>
                  <a:lnTo>
                    <a:pt x="573" y="426"/>
                  </a:lnTo>
                  <a:lnTo>
                    <a:pt x="573" y="428"/>
                  </a:lnTo>
                  <a:lnTo>
                    <a:pt x="573" y="428"/>
                  </a:lnTo>
                  <a:lnTo>
                    <a:pt x="574" y="263"/>
                  </a:lnTo>
                  <a:lnTo>
                    <a:pt x="574" y="365"/>
                  </a:lnTo>
                  <a:lnTo>
                    <a:pt x="574" y="380"/>
                  </a:lnTo>
                  <a:lnTo>
                    <a:pt x="574" y="552"/>
                  </a:lnTo>
                  <a:lnTo>
                    <a:pt x="575" y="552"/>
                  </a:lnTo>
                  <a:lnTo>
                    <a:pt x="575" y="552"/>
                  </a:lnTo>
                  <a:lnTo>
                    <a:pt x="576" y="157"/>
                  </a:lnTo>
                  <a:lnTo>
                    <a:pt x="576" y="378"/>
                  </a:lnTo>
                  <a:lnTo>
                    <a:pt x="576" y="384"/>
                  </a:lnTo>
                  <a:lnTo>
                    <a:pt x="577" y="421"/>
                  </a:lnTo>
                  <a:lnTo>
                    <a:pt x="577" y="125"/>
                  </a:lnTo>
                  <a:lnTo>
                    <a:pt x="577" y="123"/>
                  </a:lnTo>
                  <a:lnTo>
                    <a:pt x="578" y="123"/>
                  </a:lnTo>
                  <a:lnTo>
                    <a:pt x="579" y="552"/>
                  </a:lnTo>
                  <a:lnTo>
                    <a:pt x="579" y="552"/>
                  </a:lnTo>
                  <a:lnTo>
                    <a:pt x="579" y="552"/>
                  </a:lnTo>
                  <a:lnTo>
                    <a:pt x="580" y="552"/>
                  </a:lnTo>
                  <a:lnTo>
                    <a:pt x="580" y="552"/>
                  </a:lnTo>
                  <a:lnTo>
                    <a:pt x="581" y="0"/>
                  </a:lnTo>
                  <a:lnTo>
                    <a:pt x="581" y="71"/>
                  </a:lnTo>
                  <a:lnTo>
                    <a:pt x="581" y="98"/>
                  </a:lnTo>
                  <a:lnTo>
                    <a:pt x="581" y="552"/>
                  </a:lnTo>
                  <a:lnTo>
                    <a:pt x="582" y="552"/>
                  </a:lnTo>
                  <a:lnTo>
                    <a:pt x="582" y="552"/>
                  </a:lnTo>
                  <a:lnTo>
                    <a:pt x="583" y="0"/>
                  </a:lnTo>
                  <a:lnTo>
                    <a:pt x="584" y="162"/>
                  </a:lnTo>
                  <a:lnTo>
                    <a:pt x="584" y="183"/>
                  </a:lnTo>
                  <a:lnTo>
                    <a:pt x="584" y="342"/>
                  </a:lnTo>
                  <a:lnTo>
                    <a:pt x="584" y="0"/>
                  </a:lnTo>
                  <a:lnTo>
                    <a:pt x="585" y="0"/>
                  </a:lnTo>
                  <a:lnTo>
                    <a:pt x="585" y="0"/>
                  </a:lnTo>
                  <a:lnTo>
                    <a:pt x="585" y="56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87" y="500"/>
                  </a:lnTo>
                  <a:lnTo>
                    <a:pt x="587" y="313"/>
                  </a:lnTo>
                  <a:lnTo>
                    <a:pt x="587" y="306"/>
                  </a:lnTo>
                  <a:lnTo>
                    <a:pt x="587" y="270"/>
                  </a:lnTo>
                  <a:lnTo>
                    <a:pt x="588" y="552"/>
                  </a:lnTo>
                  <a:lnTo>
                    <a:pt x="588" y="552"/>
                  </a:lnTo>
                  <a:lnTo>
                    <a:pt x="588" y="552"/>
                  </a:lnTo>
                  <a:lnTo>
                    <a:pt x="590" y="5"/>
                  </a:lnTo>
                  <a:lnTo>
                    <a:pt x="590" y="4"/>
                  </a:lnTo>
                  <a:lnTo>
                    <a:pt x="590" y="0"/>
                  </a:lnTo>
                  <a:lnTo>
                    <a:pt x="591" y="0"/>
                  </a:lnTo>
                  <a:lnTo>
                    <a:pt x="591" y="0"/>
                  </a:lnTo>
                  <a:lnTo>
                    <a:pt x="592" y="462"/>
                  </a:lnTo>
                  <a:lnTo>
                    <a:pt x="592" y="463"/>
                  </a:lnTo>
                  <a:lnTo>
                    <a:pt x="593" y="476"/>
                  </a:lnTo>
                  <a:lnTo>
                    <a:pt x="593" y="430"/>
                  </a:lnTo>
                  <a:lnTo>
                    <a:pt x="593" y="427"/>
                  </a:lnTo>
                  <a:lnTo>
                    <a:pt x="594" y="158"/>
                  </a:lnTo>
                  <a:lnTo>
                    <a:pt x="594" y="536"/>
                  </a:lnTo>
                  <a:lnTo>
                    <a:pt x="594" y="537"/>
                  </a:lnTo>
                  <a:lnTo>
                    <a:pt x="595" y="539"/>
                  </a:lnTo>
                  <a:lnTo>
                    <a:pt x="595" y="0"/>
                  </a:lnTo>
                  <a:lnTo>
                    <a:pt x="596" y="32"/>
                  </a:lnTo>
                  <a:lnTo>
                    <a:pt x="596" y="42"/>
                  </a:lnTo>
                  <a:lnTo>
                    <a:pt x="597" y="191"/>
                  </a:lnTo>
                  <a:lnTo>
                    <a:pt x="597" y="188"/>
                  </a:lnTo>
                  <a:lnTo>
                    <a:pt x="597" y="186"/>
                  </a:lnTo>
                  <a:lnTo>
                    <a:pt x="598" y="93"/>
                  </a:lnTo>
                  <a:lnTo>
                    <a:pt x="598" y="198"/>
                  </a:lnTo>
                  <a:lnTo>
                    <a:pt x="598" y="207"/>
                  </a:lnTo>
                  <a:lnTo>
                    <a:pt x="599" y="403"/>
                  </a:lnTo>
                  <a:lnTo>
                    <a:pt x="599" y="0"/>
                  </a:lnTo>
                  <a:lnTo>
                    <a:pt x="599" y="0"/>
                  </a:lnTo>
                  <a:lnTo>
                    <a:pt x="599" y="0"/>
                  </a:lnTo>
                  <a:lnTo>
                    <a:pt x="600" y="169"/>
                  </a:lnTo>
                  <a:lnTo>
                    <a:pt x="600" y="168"/>
                  </a:lnTo>
                  <a:lnTo>
                    <a:pt x="600" y="167"/>
                  </a:lnTo>
                  <a:lnTo>
                    <a:pt x="601" y="349"/>
                  </a:lnTo>
                  <a:lnTo>
                    <a:pt x="602" y="102"/>
                  </a:lnTo>
                  <a:lnTo>
                    <a:pt x="602" y="87"/>
                  </a:lnTo>
                  <a:lnTo>
                    <a:pt x="602" y="0"/>
                  </a:lnTo>
                  <a:lnTo>
                    <a:pt x="603" y="415"/>
                  </a:lnTo>
                  <a:lnTo>
                    <a:pt x="603" y="415"/>
                  </a:lnTo>
                  <a:lnTo>
                    <a:pt x="604" y="415"/>
                  </a:lnTo>
                  <a:lnTo>
                    <a:pt x="604" y="415"/>
                  </a:lnTo>
                  <a:lnTo>
                    <a:pt x="605" y="415"/>
                  </a:lnTo>
                  <a:lnTo>
                    <a:pt x="605" y="415"/>
                  </a:lnTo>
                  <a:lnTo>
                    <a:pt x="606" y="415"/>
                  </a:lnTo>
                  <a:lnTo>
                    <a:pt x="606" y="415"/>
                  </a:lnTo>
                  <a:lnTo>
                    <a:pt x="608" y="415"/>
                  </a:lnTo>
                  <a:lnTo>
                    <a:pt x="608" y="415"/>
                  </a:lnTo>
                  <a:lnTo>
                    <a:pt x="609" y="415"/>
                  </a:lnTo>
                  <a:lnTo>
                    <a:pt x="609" y="415"/>
                  </a:lnTo>
                  <a:lnTo>
                    <a:pt x="610" y="415"/>
                  </a:lnTo>
                  <a:lnTo>
                    <a:pt x="610" y="415"/>
                  </a:lnTo>
                  <a:lnTo>
                    <a:pt x="611" y="415"/>
                  </a:lnTo>
                  <a:lnTo>
                    <a:pt x="611" y="415"/>
                  </a:lnTo>
                  <a:lnTo>
                    <a:pt x="612" y="415"/>
                  </a:lnTo>
                  <a:lnTo>
                    <a:pt x="612" y="415"/>
                  </a:lnTo>
                  <a:lnTo>
                    <a:pt x="614" y="415"/>
                  </a:lnTo>
                  <a:lnTo>
                    <a:pt x="614" y="415"/>
                  </a:lnTo>
                  <a:lnTo>
                    <a:pt x="615" y="552"/>
                  </a:lnTo>
                  <a:lnTo>
                    <a:pt x="615" y="362"/>
                  </a:lnTo>
                  <a:lnTo>
                    <a:pt x="615" y="537"/>
                  </a:lnTo>
                  <a:lnTo>
                    <a:pt x="615" y="546"/>
                  </a:lnTo>
                  <a:lnTo>
                    <a:pt x="615" y="552"/>
                  </a:lnTo>
                  <a:lnTo>
                    <a:pt x="616" y="15"/>
                  </a:lnTo>
                  <a:lnTo>
                    <a:pt x="616" y="46"/>
                  </a:lnTo>
                  <a:lnTo>
                    <a:pt x="616" y="37"/>
                  </a:lnTo>
                  <a:lnTo>
                    <a:pt x="616" y="0"/>
                  </a:lnTo>
                  <a:lnTo>
                    <a:pt x="617" y="552"/>
                  </a:lnTo>
                  <a:lnTo>
                    <a:pt x="617" y="552"/>
                  </a:lnTo>
                  <a:lnTo>
                    <a:pt x="617" y="552"/>
                  </a:lnTo>
                  <a:lnTo>
                    <a:pt x="618" y="552"/>
                  </a:lnTo>
                  <a:lnTo>
                    <a:pt x="618" y="552"/>
                  </a:lnTo>
                  <a:lnTo>
                    <a:pt x="620" y="322"/>
                  </a:lnTo>
                  <a:lnTo>
                    <a:pt x="620" y="308"/>
                  </a:lnTo>
                  <a:lnTo>
                    <a:pt x="620" y="0"/>
                  </a:lnTo>
                  <a:lnTo>
                    <a:pt x="621" y="0"/>
                  </a:lnTo>
                  <a:lnTo>
                    <a:pt x="621" y="0"/>
                  </a:lnTo>
                  <a:lnTo>
                    <a:pt x="621" y="552"/>
                  </a:lnTo>
                  <a:lnTo>
                    <a:pt x="622" y="552"/>
                  </a:lnTo>
                  <a:lnTo>
                    <a:pt x="622" y="552"/>
                  </a:lnTo>
                  <a:lnTo>
                    <a:pt x="623" y="541"/>
                  </a:lnTo>
                  <a:lnTo>
                    <a:pt x="623" y="551"/>
                  </a:lnTo>
                  <a:lnTo>
                    <a:pt x="624" y="552"/>
                  </a:lnTo>
                  <a:lnTo>
                    <a:pt x="624" y="552"/>
                  </a:lnTo>
                  <a:lnTo>
                    <a:pt x="624" y="550"/>
                  </a:lnTo>
                  <a:lnTo>
                    <a:pt x="625" y="546"/>
                  </a:lnTo>
                  <a:lnTo>
                    <a:pt x="625" y="0"/>
                  </a:lnTo>
                  <a:lnTo>
                    <a:pt x="626" y="133"/>
                  </a:lnTo>
                  <a:lnTo>
                    <a:pt x="626" y="156"/>
                  </a:lnTo>
                  <a:lnTo>
                    <a:pt x="626" y="552"/>
                  </a:lnTo>
                  <a:lnTo>
                    <a:pt x="627" y="552"/>
                  </a:lnTo>
                  <a:lnTo>
                    <a:pt x="627" y="552"/>
                  </a:lnTo>
                  <a:lnTo>
                    <a:pt x="628" y="369"/>
                  </a:lnTo>
                  <a:lnTo>
                    <a:pt x="628" y="361"/>
                  </a:lnTo>
                  <a:lnTo>
                    <a:pt x="629" y="0"/>
                  </a:lnTo>
                  <a:lnTo>
                    <a:pt x="629" y="0"/>
                  </a:lnTo>
                  <a:lnTo>
                    <a:pt x="630" y="0"/>
                  </a:lnTo>
                  <a:lnTo>
                    <a:pt x="630" y="532"/>
                  </a:lnTo>
                  <a:lnTo>
                    <a:pt x="631" y="539"/>
                  </a:lnTo>
                  <a:lnTo>
                    <a:pt x="631" y="552"/>
                  </a:lnTo>
                  <a:lnTo>
                    <a:pt x="632" y="552"/>
                  </a:lnTo>
                  <a:lnTo>
                    <a:pt x="632" y="552"/>
                  </a:lnTo>
                  <a:lnTo>
                    <a:pt x="633" y="509"/>
                  </a:lnTo>
                  <a:lnTo>
                    <a:pt x="633" y="552"/>
                  </a:lnTo>
                  <a:lnTo>
                    <a:pt x="633" y="552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635" y="552"/>
                  </a:lnTo>
                  <a:lnTo>
                    <a:pt x="635" y="552"/>
                  </a:lnTo>
                  <a:lnTo>
                    <a:pt x="636" y="552"/>
                  </a:lnTo>
                  <a:lnTo>
                    <a:pt x="637" y="552"/>
                  </a:lnTo>
                  <a:lnTo>
                    <a:pt x="637" y="552"/>
                  </a:lnTo>
                  <a:lnTo>
                    <a:pt x="637" y="425"/>
                  </a:lnTo>
                  <a:lnTo>
                    <a:pt x="638" y="552"/>
                  </a:lnTo>
                  <a:lnTo>
                    <a:pt x="638" y="552"/>
                  </a:lnTo>
                  <a:lnTo>
                    <a:pt x="639" y="0"/>
                  </a:lnTo>
                  <a:lnTo>
                    <a:pt x="639" y="0"/>
                  </a:lnTo>
                  <a:lnTo>
                    <a:pt x="639" y="3"/>
                  </a:lnTo>
                  <a:lnTo>
                    <a:pt x="640" y="552"/>
                  </a:lnTo>
                  <a:lnTo>
                    <a:pt x="640" y="372"/>
                  </a:lnTo>
                  <a:lnTo>
                    <a:pt x="640" y="368"/>
                  </a:lnTo>
                  <a:lnTo>
                    <a:pt x="640" y="342"/>
                  </a:lnTo>
                  <a:lnTo>
                    <a:pt x="641" y="552"/>
                  </a:lnTo>
                  <a:lnTo>
                    <a:pt x="641" y="458"/>
                  </a:lnTo>
                  <a:lnTo>
                    <a:pt x="641" y="472"/>
                  </a:lnTo>
                  <a:lnTo>
                    <a:pt x="642" y="552"/>
                  </a:lnTo>
                  <a:lnTo>
                    <a:pt x="643" y="150"/>
                  </a:lnTo>
                  <a:lnTo>
                    <a:pt x="643" y="122"/>
                  </a:lnTo>
                  <a:lnTo>
                    <a:pt x="643" y="0"/>
                  </a:lnTo>
                  <a:lnTo>
                    <a:pt x="643" y="552"/>
                  </a:lnTo>
                  <a:lnTo>
                    <a:pt x="644" y="552"/>
                  </a:lnTo>
                  <a:lnTo>
                    <a:pt x="644" y="550"/>
                  </a:lnTo>
                  <a:lnTo>
                    <a:pt x="644" y="112"/>
                  </a:lnTo>
                  <a:lnTo>
                    <a:pt x="645" y="408"/>
                  </a:lnTo>
                  <a:lnTo>
                    <a:pt x="645" y="413"/>
                  </a:lnTo>
                  <a:lnTo>
                    <a:pt x="646" y="316"/>
                  </a:lnTo>
                  <a:lnTo>
                    <a:pt x="646" y="552"/>
                  </a:lnTo>
                  <a:lnTo>
                    <a:pt x="646" y="552"/>
                  </a:lnTo>
                  <a:lnTo>
                    <a:pt x="646" y="552"/>
                  </a:lnTo>
                  <a:lnTo>
                    <a:pt x="647" y="0"/>
                  </a:lnTo>
                  <a:lnTo>
                    <a:pt x="647" y="0"/>
                  </a:lnTo>
                  <a:lnTo>
                    <a:pt x="647" y="0"/>
                  </a:lnTo>
                  <a:lnTo>
                    <a:pt x="648" y="552"/>
                  </a:lnTo>
                  <a:lnTo>
                    <a:pt x="649" y="552"/>
                  </a:lnTo>
                  <a:lnTo>
                    <a:pt x="649" y="552"/>
                  </a:lnTo>
                  <a:lnTo>
                    <a:pt x="650" y="552"/>
                  </a:lnTo>
                  <a:lnTo>
                    <a:pt x="650" y="552"/>
                  </a:lnTo>
                  <a:lnTo>
                    <a:pt x="651" y="552"/>
                  </a:lnTo>
                  <a:lnTo>
                    <a:pt x="651" y="552"/>
                  </a:lnTo>
                  <a:lnTo>
                    <a:pt x="652" y="0"/>
                  </a:lnTo>
                  <a:lnTo>
                    <a:pt x="652" y="1"/>
                  </a:lnTo>
                  <a:lnTo>
                    <a:pt x="652" y="3"/>
                  </a:lnTo>
                  <a:lnTo>
                    <a:pt x="653" y="515"/>
                  </a:lnTo>
                  <a:lnTo>
                    <a:pt x="653" y="530"/>
                  </a:lnTo>
                  <a:lnTo>
                    <a:pt x="654" y="552"/>
                  </a:lnTo>
                  <a:lnTo>
                    <a:pt x="654" y="50"/>
                  </a:lnTo>
                  <a:lnTo>
                    <a:pt x="655" y="270"/>
                  </a:lnTo>
                  <a:lnTo>
                    <a:pt x="655" y="268"/>
                  </a:lnTo>
                  <a:lnTo>
                    <a:pt x="655" y="284"/>
                  </a:lnTo>
                  <a:lnTo>
                    <a:pt x="655" y="93"/>
                  </a:lnTo>
                  <a:lnTo>
                    <a:pt x="656" y="179"/>
                  </a:lnTo>
                  <a:lnTo>
                    <a:pt x="656" y="178"/>
                  </a:lnTo>
                  <a:lnTo>
                    <a:pt x="656" y="0"/>
                  </a:lnTo>
                  <a:lnTo>
                    <a:pt x="657" y="260"/>
                  </a:lnTo>
                  <a:lnTo>
                    <a:pt x="657" y="286"/>
                  </a:lnTo>
                  <a:lnTo>
                    <a:pt x="657" y="552"/>
                  </a:lnTo>
                  <a:lnTo>
                    <a:pt x="658" y="552"/>
                  </a:lnTo>
                  <a:lnTo>
                    <a:pt x="658" y="552"/>
                  </a:lnTo>
                  <a:lnTo>
                    <a:pt x="659" y="73"/>
                  </a:lnTo>
                  <a:lnTo>
                    <a:pt x="659" y="139"/>
                  </a:lnTo>
                  <a:lnTo>
                    <a:pt x="659" y="149"/>
                  </a:lnTo>
                  <a:lnTo>
                    <a:pt x="660" y="353"/>
                  </a:lnTo>
                  <a:lnTo>
                    <a:pt x="660" y="28"/>
                  </a:lnTo>
                  <a:lnTo>
                    <a:pt x="661" y="31"/>
                  </a:lnTo>
                  <a:lnTo>
                    <a:pt x="661" y="24"/>
                  </a:lnTo>
                  <a:lnTo>
                    <a:pt x="661" y="0"/>
                  </a:lnTo>
                  <a:lnTo>
                    <a:pt x="662" y="496"/>
                  </a:lnTo>
                  <a:lnTo>
                    <a:pt x="662" y="505"/>
                  </a:lnTo>
                  <a:lnTo>
                    <a:pt x="662" y="552"/>
                  </a:lnTo>
                  <a:lnTo>
                    <a:pt x="663" y="552"/>
                  </a:lnTo>
                  <a:lnTo>
                    <a:pt x="663" y="552"/>
                  </a:lnTo>
                  <a:lnTo>
                    <a:pt x="664" y="443"/>
                  </a:lnTo>
                  <a:lnTo>
                    <a:pt x="664" y="432"/>
                  </a:lnTo>
                  <a:lnTo>
                    <a:pt x="665" y="552"/>
                  </a:lnTo>
                  <a:lnTo>
                    <a:pt x="665" y="3"/>
                  </a:lnTo>
                  <a:lnTo>
                    <a:pt x="665" y="1"/>
                  </a:lnTo>
                  <a:lnTo>
                    <a:pt x="666" y="0"/>
                  </a:lnTo>
                  <a:lnTo>
                    <a:pt x="667" y="494"/>
                  </a:lnTo>
                  <a:lnTo>
                    <a:pt x="667" y="505"/>
                  </a:lnTo>
                  <a:lnTo>
                    <a:pt x="667" y="552"/>
                  </a:lnTo>
                  <a:lnTo>
                    <a:pt x="668" y="480"/>
                  </a:lnTo>
                  <a:lnTo>
                    <a:pt x="668" y="529"/>
                  </a:lnTo>
                  <a:lnTo>
                    <a:pt x="668" y="526"/>
                  </a:lnTo>
                  <a:lnTo>
                    <a:pt x="669" y="271"/>
                  </a:lnTo>
                  <a:lnTo>
                    <a:pt x="669" y="337"/>
                  </a:lnTo>
                  <a:lnTo>
                    <a:pt x="669" y="360"/>
                  </a:lnTo>
                  <a:lnTo>
                    <a:pt x="669" y="552"/>
                  </a:lnTo>
                  <a:lnTo>
                    <a:pt x="670" y="0"/>
                  </a:lnTo>
                  <a:lnTo>
                    <a:pt x="670" y="0"/>
                  </a:lnTo>
                  <a:lnTo>
                    <a:pt x="670" y="0"/>
                  </a:lnTo>
                  <a:lnTo>
                    <a:pt x="671" y="552"/>
                  </a:lnTo>
                  <a:lnTo>
                    <a:pt x="671" y="552"/>
                  </a:lnTo>
                  <a:lnTo>
                    <a:pt x="671" y="552"/>
                  </a:lnTo>
                  <a:lnTo>
                    <a:pt x="673" y="552"/>
                  </a:lnTo>
                  <a:lnTo>
                    <a:pt x="673" y="552"/>
                  </a:lnTo>
                  <a:lnTo>
                    <a:pt x="674" y="0"/>
                  </a:lnTo>
                  <a:lnTo>
                    <a:pt x="674" y="81"/>
                  </a:lnTo>
                  <a:lnTo>
                    <a:pt x="674" y="106"/>
                  </a:lnTo>
                  <a:lnTo>
                    <a:pt x="674" y="552"/>
                  </a:lnTo>
                  <a:lnTo>
                    <a:pt x="675" y="552"/>
                  </a:lnTo>
                  <a:lnTo>
                    <a:pt x="675" y="552"/>
                  </a:lnTo>
                  <a:lnTo>
                    <a:pt x="676" y="1"/>
                  </a:lnTo>
                  <a:lnTo>
                    <a:pt x="676" y="0"/>
                  </a:lnTo>
                  <a:lnTo>
                    <a:pt x="677" y="110"/>
                  </a:lnTo>
                  <a:lnTo>
                    <a:pt x="677" y="0"/>
                  </a:lnTo>
                  <a:lnTo>
                    <a:pt x="677" y="0"/>
                  </a:lnTo>
                  <a:lnTo>
                    <a:pt x="679" y="0"/>
                  </a:lnTo>
                  <a:lnTo>
                    <a:pt x="679" y="0"/>
                  </a:lnTo>
                  <a:lnTo>
                    <a:pt x="680" y="528"/>
                  </a:lnTo>
                  <a:lnTo>
                    <a:pt x="680" y="538"/>
                  </a:lnTo>
                  <a:lnTo>
                    <a:pt x="680" y="552"/>
                  </a:lnTo>
                  <a:lnTo>
                    <a:pt x="680" y="462"/>
                  </a:lnTo>
                  <a:lnTo>
                    <a:pt x="681" y="552"/>
                  </a:lnTo>
                  <a:lnTo>
                    <a:pt x="681" y="552"/>
                  </a:lnTo>
                  <a:lnTo>
                    <a:pt x="682" y="478"/>
                  </a:lnTo>
                  <a:lnTo>
                    <a:pt x="682" y="552"/>
                  </a:lnTo>
                  <a:lnTo>
                    <a:pt x="683" y="552"/>
                  </a:lnTo>
                  <a:lnTo>
                    <a:pt x="683" y="0"/>
                  </a:lnTo>
                  <a:lnTo>
                    <a:pt x="683" y="2"/>
                  </a:lnTo>
                  <a:lnTo>
                    <a:pt x="684" y="5"/>
                  </a:lnTo>
                  <a:lnTo>
                    <a:pt x="684" y="294"/>
                  </a:lnTo>
                  <a:lnTo>
                    <a:pt x="685" y="50"/>
                  </a:lnTo>
                  <a:lnTo>
                    <a:pt x="685" y="54"/>
                  </a:lnTo>
                  <a:lnTo>
                    <a:pt x="686" y="512"/>
                  </a:lnTo>
                  <a:lnTo>
                    <a:pt x="686" y="30"/>
                  </a:lnTo>
                  <a:lnTo>
                    <a:pt x="686" y="164"/>
                  </a:lnTo>
                  <a:lnTo>
                    <a:pt x="686" y="195"/>
                  </a:lnTo>
                  <a:lnTo>
                    <a:pt x="686" y="453"/>
                  </a:lnTo>
                  <a:lnTo>
                    <a:pt x="687" y="0"/>
                  </a:lnTo>
                  <a:lnTo>
                    <a:pt x="687" y="299"/>
                  </a:lnTo>
                  <a:lnTo>
                    <a:pt x="687" y="321"/>
                  </a:lnTo>
                  <a:lnTo>
                    <a:pt x="687" y="552"/>
                  </a:lnTo>
                  <a:lnTo>
                    <a:pt x="688" y="552"/>
                  </a:lnTo>
                  <a:lnTo>
                    <a:pt x="689" y="552"/>
                  </a:lnTo>
                  <a:lnTo>
                    <a:pt x="689" y="107"/>
                  </a:lnTo>
                  <a:lnTo>
                    <a:pt x="690" y="330"/>
                  </a:lnTo>
                  <a:lnTo>
                    <a:pt x="690" y="339"/>
                  </a:lnTo>
                  <a:lnTo>
                    <a:pt x="690" y="495"/>
                  </a:lnTo>
                  <a:lnTo>
                    <a:pt x="690" y="114"/>
                  </a:lnTo>
                  <a:lnTo>
                    <a:pt x="691" y="416"/>
                  </a:lnTo>
                  <a:lnTo>
                    <a:pt x="691" y="418"/>
                  </a:lnTo>
                  <a:lnTo>
                    <a:pt x="691" y="418"/>
                  </a:lnTo>
                  <a:lnTo>
                    <a:pt x="691" y="0"/>
                  </a:lnTo>
                  <a:lnTo>
                    <a:pt x="692" y="379"/>
                  </a:lnTo>
                  <a:lnTo>
                    <a:pt x="692" y="383"/>
                  </a:lnTo>
                  <a:lnTo>
                    <a:pt x="692" y="315"/>
                  </a:lnTo>
                  <a:lnTo>
                    <a:pt x="693" y="552"/>
                  </a:lnTo>
                  <a:lnTo>
                    <a:pt x="693" y="513"/>
                  </a:lnTo>
                  <a:lnTo>
                    <a:pt x="693" y="495"/>
                  </a:lnTo>
                  <a:lnTo>
                    <a:pt x="694" y="0"/>
                  </a:lnTo>
                  <a:lnTo>
                    <a:pt x="694" y="492"/>
                  </a:lnTo>
                  <a:lnTo>
                    <a:pt x="695" y="512"/>
                  </a:lnTo>
                  <a:lnTo>
                    <a:pt x="695" y="552"/>
                  </a:lnTo>
                  <a:lnTo>
                    <a:pt x="696" y="0"/>
                  </a:lnTo>
                  <a:lnTo>
                    <a:pt x="696" y="0"/>
                  </a:lnTo>
                  <a:lnTo>
                    <a:pt x="696" y="0"/>
                  </a:lnTo>
                  <a:lnTo>
                    <a:pt x="697" y="552"/>
                  </a:lnTo>
                  <a:lnTo>
                    <a:pt x="697" y="552"/>
                  </a:lnTo>
                  <a:lnTo>
                    <a:pt x="697" y="552"/>
                  </a:lnTo>
                  <a:lnTo>
                    <a:pt x="698" y="0"/>
                  </a:lnTo>
                  <a:lnTo>
                    <a:pt x="698" y="0"/>
                  </a:lnTo>
                  <a:lnTo>
                    <a:pt x="698" y="0"/>
                  </a:lnTo>
                  <a:lnTo>
                    <a:pt x="699" y="552"/>
                  </a:lnTo>
                  <a:lnTo>
                    <a:pt x="699" y="552"/>
                  </a:lnTo>
                  <a:lnTo>
                    <a:pt x="699" y="552"/>
                  </a:lnTo>
                  <a:lnTo>
                    <a:pt x="700" y="0"/>
                  </a:lnTo>
                  <a:lnTo>
                    <a:pt x="700" y="56"/>
                  </a:lnTo>
                  <a:lnTo>
                    <a:pt x="700" y="73"/>
                  </a:lnTo>
                  <a:lnTo>
                    <a:pt x="701" y="541"/>
                  </a:lnTo>
                  <a:lnTo>
                    <a:pt x="701" y="0"/>
                  </a:lnTo>
                  <a:lnTo>
                    <a:pt x="702" y="0"/>
                  </a:lnTo>
                  <a:lnTo>
                    <a:pt x="702" y="0"/>
                  </a:lnTo>
                  <a:lnTo>
                    <a:pt x="703" y="552"/>
                  </a:lnTo>
                  <a:lnTo>
                    <a:pt x="703" y="552"/>
                  </a:lnTo>
                  <a:lnTo>
                    <a:pt x="703" y="55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705" y="527"/>
                  </a:lnTo>
                  <a:lnTo>
                    <a:pt x="705" y="141"/>
                  </a:lnTo>
                  <a:lnTo>
                    <a:pt x="705" y="138"/>
                  </a:lnTo>
                  <a:lnTo>
                    <a:pt x="705" y="0"/>
                  </a:lnTo>
                  <a:lnTo>
                    <a:pt x="706" y="293"/>
                  </a:lnTo>
                  <a:lnTo>
                    <a:pt x="706" y="329"/>
                  </a:lnTo>
                  <a:lnTo>
                    <a:pt x="707" y="552"/>
                  </a:lnTo>
                  <a:lnTo>
                    <a:pt x="708" y="3"/>
                  </a:lnTo>
                  <a:lnTo>
                    <a:pt x="708" y="1"/>
                  </a:lnTo>
                  <a:lnTo>
                    <a:pt x="708" y="0"/>
                  </a:lnTo>
                  <a:lnTo>
                    <a:pt x="709" y="552"/>
                  </a:lnTo>
                  <a:lnTo>
                    <a:pt x="709" y="552"/>
                  </a:lnTo>
                  <a:lnTo>
                    <a:pt x="709" y="552"/>
                  </a:lnTo>
                  <a:lnTo>
                    <a:pt x="710" y="0"/>
                  </a:lnTo>
                  <a:lnTo>
                    <a:pt x="710" y="0"/>
                  </a:lnTo>
                  <a:lnTo>
                    <a:pt x="710" y="0"/>
                  </a:lnTo>
                  <a:lnTo>
                    <a:pt x="711" y="552"/>
                  </a:lnTo>
                  <a:lnTo>
                    <a:pt x="711" y="552"/>
                  </a:lnTo>
                  <a:lnTo>
                    <a:pt x="711" y="552"/>
                  </a:lnTo>
                  <a:lnTo>
                    <a:pt x="712" y="552"/>
                  </a:lnTo>
                  <a:lnTo>
                    <a:pt x="712" y="552"/>
                  </a:lnTo>
                  <a:lnTo>
                    <a:pt x="713" y="413"/>
                  </a:lnTo>
                  <a:lnTo>
                    <a:pt x="714" y="552"/>
                  </a:lnTo>
                  <a:lnTo>
                    <a:pt x="714" y="552"/>
                  </a:lnTo>
                  <a:lnTo>
                    <a:pt x="715" y="552"/>
                  </a:lnTo>
                  <a:lnTo>
                    <a:pt x="715" y="552"/>
                  </a:lnTo>
                  <a:lnTo>
                    <a:pt x="716" y="0"/>
                  </a:lnTo>
                  <a:lnTo>
                    <a:pt x="716" y="0"/>
                  </a:lnTo>
                  <a:lnTo>
                    <a:pt x="716" y="0"/>
                  </a:lnTo>
                  <a:lnTo>
                    <a:pt x="717" y="552"/>
                  </a:lnTo>
                  <a:lnTo>
                    <a:pt x="717" y="539"/>
                  </a:lnTo>
                  <a:lnTo>
                    <a:pt x="717" y="528"/>
                  </a:lnTo>
                  <a:lnTo>
                    <a:pt x="718" y="0"/>
                  </a:lnTo>
                  <a:lnTo>
                    <a:pt x="718" y="484"/>
                  </a:lnTo>
                  <a:lnTo>
                    <a:pt x="718" y="504"/>
                  </a:lnTo>
                  <a:lnTo>
                    <a:pt x="719" y="552"/>
                  </a:lnTo>
                  <a:lnTo>
                    <a:pt x="719" y="0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20" y="552"/>
                  </a:lnTo>
                  <a:lnTo>
                    <a:pt x="721" y="552"/>
                  </a:lnTo>
                  <a:lnTo>
                    <a:pt x="721" y="552"/>
                  </a:lnTo>
                  <a:lnTo>
                    <a:pt x="722" y="314"/>
                  </a:lnTo>
                  <a:lnTo>
                    <a:pt x="722" y="552"/>
                  </a:lnTo>
                  <a:lnTo>
                    <a:pt x="722" y="552"/>
                  </a:lnTo>
                  <a:lnTo>
                    <a:pt x="723" y="0"/>
                  </a:lnTo>
                  <a:lnTo>
                    <a:pt x="723" y="336"/>
                  </a:lnTo>
                  <a:lnTo>
                    <a:pt x="723" y="335"/>
                  </a:lnTo>
                  <a:lnTo>
                    <a:pt x="724" y="10"/>
                  </a:lnTo>
                  <a:lnTo>
                    <a:pt x="724" y="552"/>
                  </a:lnTo>
                  <a:lnTo>
                    <a:pt x="724" y="186"/>
                  </a:lnTo>
                  <a:lnTo>
                    <a:pt x="724" y="160"/>
                  </a:lnTo>
                  <a:lnTo>
                    <a:pt x="725" y="0"/>
                  </a:lnTo>
                  <a:lnTo>
                    <a:pt x="726" y="549"/>
                  </a:lnTo>
                  <a:lnTo>
                    <a:pt x="726" y="552"/>
                  </a:lnTo>
                  <a:lnTo>
                    <a:pt x="726" y="0"/>
                  </a:lnTo>
                  <a:lnTo>
                    <a:pt x="727" y="0"/>
                  </a:lnTo>
                  <a:lnTo>
                    <a:pt x="727" y="0"/>
                  </a:lnTo>
                  <a:lnTo>
                    <a:pt x="728" y="552"/>
                  </a:lnTo>
                  <a:lnTo>
                    <a:pt x="728" y="552"/>
                  </a:lnTo>
                  <a:lnTo>
                    <a:pt x="728" y="552"/>
                  </a:lnTo>
                  <a:lnTo>
                    <a:pt x="729" y="14"/>
                  </a:lnTo>
                  <a:lnTo>
                    <a:pt x="729" y="84"/>
                  </a:lnTo>
                  <a:lnTo>
                    <a:pt x="729" y="89"/>
                  </a:lnTo>
                  <a:lnTo>
                    <a:pt x="730" y="552"/>
                  </a:lnTo>
                  <a:lnTo>
                    <a:pt x="730" y="0"/>
                  </a:lnTo>
                  <a:lnTo>
                    <a:pt x="730" y="0"/>
                  </a:lnTo>
                  <a:lnTo>
                    <a:pt x="730" y="0"/>
                  </a:lnTo>
                  <a:lnTo>
                    <a:pt x="732" y="552"/>
                  </a:lnTo>
                  <a:lnTo>
                    <a:pt x="732" y="552"/>
                  </a:lnTo>
                  <a:lnTo>
                    <a:pt x="733" y="17"/>
                  </a:lnTo>
                  <a:lnTo>
                    <a:pt x="733" y="12"/>
                  </a:lnTo>
                  <a:lnTo>
                    <a:pt x="733" y="0"/>
                  </a:lnTo>
                  <a:lnTo>
                    <a:pt x="734" y="552"/>
                  </a:lnTo>
                  <a:lnTo>
                    <a:pt x="734" y="552"/>
                  </a:lnTo>
                  <a:lnTo>
                    <a:pt x="734" y="552"/>
                  </a:lnTo>
                  <a:lnTo>
                    <a:pt x="735" y="0"/>
                  </a:lnTo>
                  <a:lnTo>
                    <a:pt x="735" y="0"/>
                  </a:lnTo>
                  <a:lnTo>
                    <a:pt x="735" y="0"/>
                  </a:lnTo>
                  <a:lnTo>
                    <a:pt x="736" y="552"/>
                  </a:lnTo>
                  <a:lnTo>
                    <a:pt x="736" y="552"/>
                  </a:lnTo>
                  <a:lnTo>
                    <a:pt x="736" y="552"/>
                  </a:lnTo>
                  <a:lnTo>
                    <a:pt x="737" y="0"/>
                  </a:lnTo>
                  <a:lnTo>
                    <a:pt x="738" y="0"/>
                  </a:lnTo>
                  <a:lnTo>
                    <a:pt x="738" y="0"/>
                  </a:lnTo>
                  <a:lnTo>
                    <a:pt x="739" y="552"/>
                  </a:lnTo>
                  <a:lnTo>
                    <a:pt x="739" y="506"/>
                  </a:lnTo>
                  <a:lnTo>
                    <a:pt x="739" y="488"/>
                  </a:lnTo>
                  <a:lnTo>
                    <a:pt x="740" y="0"/>
                  </a:lnTo>
                  <a:lnTo>
                    <a:pt x="740" y="334"/>
                  </a:lnTo>
                  <a:lnTo>
                    <a:pt x="740" y="367"/>
                  </a:lnTo>
                  <a:lnTo>
                    <a:pt x="740" y="552"/>
                  </a:lnTo>
                  <a:lnTo>
                    <a:pt x="741" y="0"/>
                  </a:lnTo>
                  <a:lnTo>
                    <a:pt x="741" y="0"/>
                  </a:lnTo>
                  <a:lnTo>
                    <a:pt x="741" y="0"/>
                  </a:lnTo>
                  <a:lnTo>
                    <a:pt x="743" y="552"/>
                  </a:lnTo>
                  <a:lnTo>
                    <a:pt x="743" y="552"/>
                  </a:lnTo>
                  <a:lnTo>
                    <a:pt x="743" y="552"/>
                  </a:lnTo>
                  <a:lnTo>
                    <a:pt x="743" y="0"/>
                  </a:lnTo>
                  <a:lnTo>
                    <a:pt x="744" y="0"/>
                  </a:lnTo>
                  <a:lnTo>
                    <a:pt x="744" y="0"/>
                  </a:lnTo>
                  <a:lnTo>
                    <a:pt x="745" y="552"/>
                  </a:lnTo>
                  <a:lnTo>
                    <a:pt x="745" y="552"/>
                  </a:lnTo>
                  <a:lnTo>
                    <a:pt x="745" y="552"/>
                  </a:lnTo>
                  <a:lnTo>
                    <a:pt x="746" y="541"/>
                  </a:lnTo>
                  <a:lnTo>
                    <a:pt x="746" y="541"/>
                  </a:lnTo>
                  <a:lnTo>
                    <a:pt x="746" y="542"/>
                  </a:lnTo>
                  <a:lnTo>
                    <a:pt x="746" y="552"/>
                  </a:lnTo>
                  <a:lnTo>
                    <a:pt x="747" y="76"/>
                  </a:lnTo>
                  <a:lnTo>
                    <a:pt x="748" y="55"/>
                  </a:lnTo>
                  <a:lnTo>
                    <a:pt x="748" y="0"/>
                  </a:lnTo>
                  <a:lnTo>
                    <a:pt x="749" y="552"/>
                  </a:lnTo>
                  <a:lnTo>
                    <a:pt x="749" y="552"/>
                  </a:lnTo>
                  <a:lnTo>
                    <a:pt x="749" y="552"/>
                  </a:lnTo>
                  <a:lnTo>
                    <a:pt x="750" y="270"/>
                  </a:lnTo>
                  <a:lnTo>
                    <a:pt x="750" y="266"/>
                  </a:lnTo>
                  <a:lnTo>
                    <a:pt x="751" y="0"/>
                  </a:lnTo>
                  <a:lnTo>
                    <a:pt x="751" y="164"/>
                  </a:lnTo>
                  <a:lnTo>
                    <a:pt x="751" y="182"/>
                  </a:lnTo>
                  <a:lnTo>
                    <a:pt x="752" y="552"/>
                  </a:lnTo>
                  <a:lnTo>
                    <a:pt x="752" y="3"/>
                  </a:lnTo>
                  <a:lnTo>
                    <a:pt x="752" y="1"/>
                  </a:lnTo>
                  <a:lnTo>
                    <a:pt x="752" y="0"/>
                  </a:lnTo>
                  <a:lnTo>
                    <a:pt x="753" y="552"/>
                  </a:lnTo>
                  <a:lnTo>
                    <a:pt x="753" y="552"/>
                  </a:lnTo>
                  <a:lnTo>
                    <a:pt x="754" y="552"/>
                  </a:lnTo>
                  <a:lnTo>
                    <a:pt x="755" y="363"/>
                  </a:lnTo>
                  <a:lnTo>
                    <a:pt x="755" y="361"/>
                  </a:lnTo>
                  <a:lnTo>
                    <a:pt x="755" y="128"/>
                  </a:lnTo>
                  <a:lnTo>
                    <a:pt x="756" y="547"/>
                  </a:lnTo>
                  <a:lnTo>
                    <a:pt x="756" y="551"/>
                  </a:lnTo>
                  <a:lnTo>
                    <a:pt x="756" y="552"/>
                  </a:lnTo>
                  <a:lnTo>
                    <a:pt x="757" y="0"/>
                  </a:lnTo>
                  <a:lnTo>
                    <a:pt x="757" y="0"/>
                  </a:lnTo>
                  <a:lnTo>
                    <a:pt x="757" y="0"/>
                  </a:lnTo>
                  <a:lnTo>
                    <a:pt x="758" y="552"/>
                  </a:lnTo>
                  <a:lnTo>
                    <a:pt x="758" y="552"/>
                  </a:lnTo>
                  <a:lnTo>
                    <a:pt x="758" y="552"/>
                  </a:lnTo>
                  <a:lnTo>
                    <a:pt x="759" y="208"/>
                  </a:lnTo>
                  <a:lnTo>
                    <a:pt x="760" y="202"/>
                  </a:lnTo>
                  <a:lnTo>
                    <a:pt x="760" y="185"/>
                  </a:lnTo>
                  <a:lnTo>
                    <a:pt x="761" y="552"/>
                  </a:lnTo>
                  <a:lnTo>
                    <a:pt x="761" y="552"/>
                  </a:lnTo>
                  <a:lnTo>
                    <a:pt x="761" y="552"/>
                  </a:lnTo>
                  <a:lnTo>
                    <a:pt x="761" y="0"/>
                  </a:lnTo>
                  <a:lnTo>
                    <a:pt x="762" y="0"/>
                  </a:lnTo>
                  <a:lnTo>
                    <a:pt x="762" y="0"/>
                  </a:lnTo>
                  <a:lnTo>
                    <a:pt x="763" y="552"/>
                  </a:lnTo>
                  <a:lnTo>
                    <a:pt x="763" y="552"/>
                  </a:lnTo>
                  <a:lnTo>
                    <a:pt x="763" y="552"/>
                  </a:lnTo>
                  <a:lnTo>
                    <a:pt x="764" y="0"/>
                  </a:lnTo>
                  <a:lnTo>
                    <a:pt x="764" y="0"/>
                  </a:lnTo>
                  <a:lnTo>
                    <a:pt x="765" y="11"/>
                  </a:lnTo>
                  <a:lnTo>
                    <a:pt x="765" y="19"/>
                  </a:lnTo>
                  <a:lnTo>
                    <a:pt x="766" y="552"/>
                  </a:lnTo>
                  <a:lnTo>
                    <a:pt x="767" y="185"/>
                  </a:lnTo>
                  <a:lnTo>
                    <a:pt x="767" y="161"/>
                  </a:lnTo>
                  <a:lnTo>
                    <a:pt x="767" y="0"/>
                  </a:lnTo>
                  <a:lnTo>
                    <a:pt x="768" y="552"/>
                  </a:lnTo>
                  <a:lnTo>
                    <a:pt x="768" y="552"/>
                  </a:lnTo>
                  <a:lnTo>
                    <a:pt x="768" y="552"/>
                  </a:lnTo>
                  <a:lnTo>
                    <a:pt x="769" y="226"/>
                  </a:lnTo>
                  <a:lnTo>
                    <a:pt x="769" y="221"/>
                  </a:lnTo>
                  <a:lnTo>
                    <a:pt x="770" y="0"/>
                  </a:lnTo>
                  <a:lnTo>
                    <a:pt x="770" y="275"/>
                  </a:lnTo>
                  <a:lnTo>
                    <a:pt x="770" y="307"/>
                  </a:lnTo>
                  <a:lnTo>
                    <a:pt x="771" y="552"/>
                  </a:lnTo>
                  <a:lnTo>
                    <a:pt x="771" y="0"/>
                  </a:lnTo>
                  <a:lnTo>
                    <a:pt x="771" y="0"/>
                  </a:lnTo>
                  <a:lnTo>
                    <a:pt x="771" y="0"/>
                  </a:lnTo>
                  <a:lnTo>
                    <a:pt x="773" y="552"/>
                  </a:lnTo>
                  <a:lnTo>
                    <a:pt x="773" y="552"/>
                  </a:lnTo>
                  <a:lnTo>
                    <a:pt x="773" y="552"/>
                  </a:lnTo>
                  <a:lnTo>
                    <a:pt x="774" y="67"/>
                  </a:lnTo>
                  <a:lnTo>
                    <a:pt x="774" y="59"/>
                  </a:lnTo>
                  <a:lnTo>
                    <a:pt x="774" y="0"/>
                  </a:lnTo>
                  <a:lnTo>
                    <a:pt x="775" y="0"/>
                  </a:lnTo>
                  <a:lnTo>
                    <a:pt x="775" y="0"/>
                  </a:lnTo>
                  <a:lnTo>
                    <a:pt x="776" y="552"/>
                  </a:lnTo>
                  <a:lnTo>
                    <a:pt x="776" y="116"/>
                  </a:lnTo>
                  <a:lnTo>
                    <a:pt x="776" y="93"/>
                  </a:lnTo>
                  <a:lnTo>
                    <a:pt x="777" y="0"/>
                  </a:lnTo>
                  <a:lnTo>
                    <a:pt x="777" y="460"/>
                  </a:lnTo>
                  <a:lnTo>
                    <a:pt x="777" y="485"/>
                  </a:lnTo>
                  <a:lnTo>
                    <a:pt x="778" y="552"/>
                  </a:lnTo>
                  <a:lnTo>
                    <a:pt x="778" y="397"/>
                  </a:lnTo>
                  <a:lnTo>
                    <a:pt x="779" y="444"/>
                  </a:lnTo>
                  <a:lnTo>
                    <a:pt x="779" y="442"/>
                  </a:lnTo>
                  <a:lnTo>
                    <a:pt x="779" y="450"/>
                  </a:lnTo>
                  <a:lnTo>
                    <a:pt x="779" y="256"/>
                  </a:lnTo>
                  <a:lnTo>
                    <a:pt x="780" y="445"/>
                  </a:lnTo>
                  <a:lnTo>
                    <a:pt x="780" y="459"/>
                  </a:lnTo>
                  <a:lnTo>
                    <a:pt x="780" y="552"/>
                  </a:lnTo>
                  <a:lnTo>
                    <a:pt x="781" y="0"/>
                  </a:lnTo>
                  <a:lnTo>
                    <a:pt x="781" y="0"/>
                  </a:lnTo>
                  <a:lnTo>
                    <a:pt x="781" y="0"/>
                  </a:lnTo>
                  <a:lnTo>
                    <a:pt x="782" y="552"/>
                  </a:lnTo>
                  <a:lnTo>
                    <a:pt x="782" y="552"/>
                  </a:lnTo>
                  <a:lnTo>
                    <a:pt x="782" y="552"/>
                  </a:lnTo>
                  <a:lnTo>
                    <a:pt x="783" y="352"/>
                  </a:lnTo>
                  <a:lnTo>
                    <a:pt x="783" y="354"/>
                  </a:lnTo>
                  <a:lnTo>
                    <a:pt x="783" y="355"/>
                  </a:lnTo>
                  <a:lnTo>
                    <a:pt x="784" y="552"/>
                  </a:lnTo>
                  <a:lnTo>
                    <a:pt x="785" y="552"/>
                  </a:lnTo>
                  <a:lnTo>
                    <a:pt x="785" y="552"/>
                  </a:lnTo>
                  <a:lnTo>
                    <a:pt x="786" y="0"/>
                  </a:lnTo>
                  <a:lnTo>
                    <a:pt x="786" y="0"/>
                  </a:lnTo>
                  <a:lnTo>
                    <a:pt x="786" y="0"/>
                  </a:lnTo>
                  <a:lnTo>
                    <a:pt x="787" y="552"/>
                  </a:lnTo>
                  <a:lnTo>
                    <a:pt x="787" y="552"/>
                  </a:lnTo>
                  <a:lnTo>
                    <a:pt x="787" y="552"/>
                  </a:lnTo>
                  <a:lnTo>
                    <a:pt x="788" y="0"/>
                  </a:lnTo>
                  <a:lnTo>
                    <a:pt x="788" y="0"/>
                  </a:lnTo>
                  <a:lnTo>
                    <a:pt x="788" y="0"/>
                  </a:lnTo>
                  <a:lnTo>
                    <a:pt x="789" y="552"/>
                  </a:lnTo>
                  <a:lnTo>
                    <a:pt x="789" y="552"/>
                  </a:lnTo>
                  <a:lnTo>
                    <a:pt x="789" y="552"/>
                  </a:lnTo>
                  <a:lnTo>
                    <a:pt x="790" y="0"/>
                  </a:lnTo>
                  <a:lnTo>
                    <a:pt x="791" y="0"/>
                  </a:lnTo>
                  <a:lnTo>
                    <a:pt x="791" y="0"/>
                  </a:lnTo>
                  <a:lnTo>
                    <a:pt x="791" y="552"/>
                  </a:lnTo>
                  <a:lnTo>
                    <a:pt x="792" y="324"/>
                  </a:lnTo>
                  <a:lnTo>
                    <a:pt x="792" y="315"/>
                  </a:lnTo>
                  <a:lnTo>
                    <a:pt x="793" y="69"/>
                  </a:lnTo>
                  <a:lnTo>
                    <a:pt x="793" y="127"/>
                  </a:lnTo>
                  <a:lnTo>
                    <a:pt x="793" y="134"/>
                  </a:lnTo>
                  <a:lnTo>
                    <a:pt x="794" y="416"/>
                  </a:lnTo>
                  <a:lnTo>
                    <a:pt x="794" y="3"/>
                  </a:lnTo>
                  <a:lnTo>
                    <a:pt x="794" y="0"/>
                  </a:lnTo>
                  <a:lnTo>
                    <a:pt x="796" y="552"/>
                  </a:lnTo>
                  <a:lnTo>
                    <a:pt x="796" y="552"/>
                  </a:lnTo>
                  <a:lnTo>
                    <a:pt x="796" y="552"/>
                  </a:lnTo>
                  <a:lnTo>
                    <a:pt x="797" y="0"/>
                  </a:lnTo>
                  <a:lnTo>
                    <a:pt x="797" y="0"/>
                  </a:lnTo>
                  <a:lnTo>
                    <a:pt x="797" y="0"/>
                  </a:lnTo>
                  <a:lnTo>
                    <a:pt x="798" y="552"/>
                  </a:lnTo>
                  <a:lnTo>
                    <a:pt x="798" y="552"/>
                  </a:lnTo>
                  <a:lnTo>
                    <a:pt x="798" y="552"/>
                  </a:lnTo>
                  <a:lnTo>
                    <a:pt x="799" y="0"/>
                  </a:lnTo>
                  <a:lnTo>
                    <a:pt x="799" y="0"/>
                  </a:lnTo>
                  <a:lnTo>
                    <a:pt x="799" y="0"/>
                  </a:lnTo>
                  <a:lnTo>
                    <a:pt x="800" y="552"/>
                  </a:lnTo>
                  <a:lnTo>
                    <a:pt x="800" y="552"/>
                  </a:lnTo>
                  <a:lnTo>
                    <a:pt x="800" y="552"/>
                  </a:lnTo>
                  <a:lnTo>
                    <a:pt x="802" y="552"/>
                  </a:lnTo>
                  <a:lnTo>
                    <a:pt x="802" y="552"/>
                  </a:lnTo>
                  <a:lnTo>
                    <a:pt x="802" y="0"/>
                  </a:lnTo>
                  <a:lnTo>
                    <a:pt x="803" y="552"/>
                  </a:lnTo>
                  <a:lnTo>
                    <a:pt x="803" y="552"/>
                  </a:lnTo>
                  <a:lnTo>
                    <a:pt x="804" y="50"/>
                  </a:lnTo>
                  <a:lnTo>
                    <a:pt x="804" y="311"/>
                  </a:lnTo>
                  <a:lnTo>
                    <a:pt x="804" y="343"/>
                  </a:lnTo>
                  <a:lnTo>
                    <a:pt x="804" y="552"/>
                  </a:lnTo>
                  <a:lnTo>
                    <a:pt x="805" y="0"/>
                  </a:lnTo>
                  <a:lnTo>
                    <a:pt x="805" y="126"/>
                  </a:lnTo>
                  <a:lnTo>
                    <a:pt x="805" y="113"/>
                  </a:lnTo>
                  <a:lnTo>
                    <a:pt x="806" y="190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807" y="0"/>
                  </a:lnTo>
                  <a:lnTo>
                    <a:pt x="807" y="341"/>
                  </a:lnTo>
                  <a:lnTo>
                    <a:pt x="808" y="11"/>
                  </a:lnTo>
                  <a:lnTo>
                    <a:pt x="808" y="20"/>
                  </a:lnTo>
                  <a:lnTo>
                    <a:pt x="808" y="552"/>
                  </a:lnTo>
                  <a:lnTo>
                    <a:pt x="809" y="442"/>
                  </a:lnTo>
                  <a:lnTo>
                    <a:pt x="809" y="434"/>
                  </a:lnTo>
                  <a:lnTo>
                    <a:pt x="809" y="552"/>
                  </a:lnTo>
                  <a:lnTo>
                    <a:pt x="810" y="0"/>
                  </a:lnTo>
                  <a:lnTo>
                    <a:pt x="810" y="0"/>
                  </a:lnTo>
                  <a:lnTo>
                    <a:pt x="810" y="0"/>
                  </a:lnTo>
                  <a:lnTo>
                    <a:pt x="811" y="198"/>
                  </a:lnTo>
                  <a:lnTo>
                    <a:pt x="811" y="204"/>
                  </a:lnTo>
                  <a:lnTo>
                    <a:pt x="812" y="551"/>
                  </a:lnTo>
                  <a:lnTo>
                    <a:pt x="812" y="0"/>
                  </a:lnTo>
                  <a:lnTo>
                    <a:pt x="812" y="0"/>
                  </a:lnTo>
                  <a:lnTo>
                    <a:pt x="813" y="0"/>
                  </a:lnTo>
                  <a:lnTo>
                    <a:pt x="813" y="552"/>
                  </a:lnTo>
                  <a:lnTo>
                    <a:pt x="814" y="552"/>
                  </a:lnTo>
                  <a:lnTo>
                    <a:pt x="814" y="552"/>
                  </a:lnTo>
                  <a:lnTo>
                    <a:pt x="814" y="0"/>
                  </a:lnTo>
                  <a:lnTo>
                    <a:pt x="815" y="26"/>
                  </a:lnTo>
                  <a:lnTo>
                    <a:pt x="815" y="40"/>
                  </a:lnTo>
                  <a:lnTo>
                    <a:pt x="815" y="417"/>
                  </a:lnTo>
                  <a:lnTo>
                    <a:pt x="816" y="86"/>
                  </a:lnTo>
                  <a:lnTo>
                    <a:pt x="816" y="86"/>
                  </a:lnTo>
                  <a:lnTo>
                    <a:pt x="816" y="86"/>
                  </a:lnTo>
                  <a:lnTo>
                    <a:pt x="817" y="550"/>
                  </a:lnTo>
                  <a:lnTo>
                    <a:pt x="817" y="478"/>
                  </a:lnTo>
                  <a:lnTo>
                    <a:pt x="817" y="470"/>
                  </a:lnTo>
                  <a:lnTo>
                    <a:pt x="818" y="283"/>
                  </a:lnTo>
                  <a:lnTo>
                    <a:pt x="818" y="365"/>
                  </a:lnTo>
                  <a:lnTo>
                    <a:pt x="819" y="367"/>
                  </a:lnTo>
                  <a:lnTo>
                    <a:pt x="819" y="552"/>
                  </a:lnTo>
                  <a:lnTo>
                    <a:pt x="820" y="176"/>
                  </a:lnTo>
                  <a:lnTo>
                    <a:pt x="820" y="172"/>
                  </a:lnTo>
                  <a:lnTo>
                    <a:pt x="821" y="0"/>
                  </a:lnTo>
                  <a:lnTo>
                    <a:pt x="821" y="233"/>
                  </a:lnTo>
                  <a:lnTo>
                    <a:pt x="821" y="254"/>
                  </a:lnTo>
                  <a:lnTo>
                    <a:pt x="822" y="552"/>
                  </a:lnTo>
                  <a:lnTo>
                    <a:pt x="822" y="356"/>
                  </a:lnTo>
                  <a:lnTo>
                    <a:pt x="822" y="347"/>
                  </a:lnTo>
                  <a:lnTo>
                    <a:pt x="822" y="300"/>
                  </a:lnTo>
                  <a:lnTo>
                    <a:pt x="823" y="552"/>
                  </a:lnTo>
                  <a:lnTo>
                    <a:pt x="823" y="402"/>
                  </a:lnTo>
                  <a:lnTo>
                    <a:pt x="824" y="382"/>
                  </a:lnTo>
                  <a:lnTo>
                    <a:pt x="824" y="0"/>
                  </a:lnTo>
                  <a:lnTo>
                    <a:pt x="824" y="0"/>
                  </a:lnTo>
                  <a:lnTo>
                    <a:pt x="824" y="0"/>
                  </a:lnTo>
                  <a:lnTo>
                    <a:pt x="825" y="552"/>
                  </a:lnTo>
                  <a:lnTo>
                    <a:pt x="826" y="552"/>
                  </a:lnTo>
                  <a:lnTo>
                    <a:pt x="826" y="552"/>
                  </a:lnTo>
                  <a:lnTo>
                    <a:pt x="827" y="0"/>
                  </a:lnTo>
                  <a:lnTo>
                    <a:pt x="827" y="377"/>
                  </a:lnTo>
                  <a:lnTo>
                    <a:pt x="827" y="408"/>
                  </a:lnTo>
                  <a:lnTo>
                    <a:pt x="827" y="552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829" y="552"/>
                  </a:lnTo>
                  <a:lnTo>
                    <a:pt x="829" y="552"/>
                  </a:lnTo>
                  <a:lnTo>
                    <a:pt x="829" y="552"/>
                  </a:lnTo>
                  <a:lnTo>
                    <a:pt x="830" y="61"/>
                  </a:lnTo>
                  <a:lnTo>
                    <a:pt x="830" y="56"/>
                  </a:lnTo>
                  <a:lnTo>
                    <a:pt x="831" y="552"/>
                  </a:lnTo>
                  <a:lnTo>
                    <a:pt x="832" y="0"/>
                  </a:lnTo>
                  <a:lnTo>
                    <a:pt x="832" y="0"/>
                  </a:lnTo>
                  <a:lnTo>
                    <a:pt x="832" y="0"/>
                  </a:lnTo>
                  <a:lnTo>
                    <a:pt x="833" y="451"/>
                  </a:lnTo>
                  <a:lnTo>
                    <a:pt x="833" y="479"/>
                  </a:lnTo>
                  <a:lnTo>
                    <a:pt x="833" y="552"/>
                  </a:lnTo>
                  <a:lnTo>
                    <a:pt x="834" y="0"/>
                  </a:lnTo>
                  <a:lnTo>
                    <a:pt x="834" y="0"/>
                  </a:lnTo>
                  <a:lnTo>
                    <a:pt x="834" y="0"/>
                  </a:lnTo>
                  <a:lnTo>
                    <a:pt x="835" y="552"/>
                  </a:lnTo>
                  <a:lnTo>
                    <a:pt x="835" y="187"/>
                  </a:lnTo>
                  <a:lnTo>
                    <a:pt x="835" y="150"/>
                  </a:lnTo>
                  <a:lnTo>
                    <a:pt x="836" y="0"/>
                  </a:lnTo>
                  <a:lnTo>
                    <a:pt x="836" y="0"/>
                  </a:lnTo>
                  <a:lnTo>
                    <a:pt x="836" y="0"/>
                  </a:lnTo>
                  <a:lnTo>
                    <a:pt x="837" y="552"/>
                  </a:lnTo>
                  <a:lnTo>
                    <a:pt x="838" y="5"/>
                  </a:lnTo>
                  <a:lnTo>
                    <a:pt x="838" y="2"/>
                  </a:lnTo>
                  <a:lnTo>
                    <a:pt x="838" y="0"/>
                  </a:lnTo>
                  <a:lnTo>
                    <a:pt x="839" y="552"/>
                  </a:lnTo>
                  <a:lnTo>
                    <a:pt x="839" y="443"/>
                  </a:lnTo>
                  <a:lnTo>
                    <a:pt x="839" y="420"/>
                  </a:lnTo>
                  <a:lnTo>
                    <a:pt x="839" y="0"/>
                  </a:lnTo>
                  <a:lnTo>
                    <a:pt x="840" y="106"/>
                  </a:lnTo>
                  <a:lnTo>
                    <a:pt x="840" y="122"/>
                  </a:lnTo>
                  <a:lnTo>
                    <a:pt x="840" y="552"/>
                  </a:lnTo>
                  <a:lnTo>
                    <a:pt x="841" y="0"/>
                  </a:lnTo>
                  <a:lnTo>
                    <a:pt x="841" y="0"/>
                  </a:lnTo>
                  <a:lnTo>
                    <a:pt x="841" y="0"/>
                  </a:lnTo>
                  <a:lnTo>
                    <a:pt x="842" y="417"/>
                  </a:lnTo>
                  <a:lnTo>
                    <a:pt x="842" y="0"/>
                  </a:lnTo>
                  <a:lnTo>
                    <a:pt x="842" y="0"/>
                  </a:lnTo>
                  <a:lnTo>
                    <a:pt x="844" y="0"/>
                  </a:lnTo>
                  <a:lnTo>
                    <a:pt x="844" y="0"/>
                  </a:lnTo>
                  <a:lnTo>
                    <a:pt x="844" y="552"/>
                  </a:lnTo>
                  <a:lnTo>
                    <a:pt x="845" y="552"/>
                  </a:lnTo>
                  <a:lnTo>
                    <a:pt x="845" y="548"/>
                  </a:lnTo>
                  <a:lnTo>
                    <a:pt x="845" y="0"/>
                  </a:lnTo>
                  <a:lnTo>
                    <a:pt x="846" y="552"/>
                  </a:lnTo>
                  <a:lnTo>
                    <a:pt x="846" y="552"/>
                  </a:lnTo>
                  <a:lnTo>
                    <a:pt x="846" y="552"/>
                  </a:lnTo>
                  <a:lnTo>
                    <a:pt x="847" y="0"/>
                  </a:lnTo>
                  <a:lnTo>
                    <a:pt x="847" y="0"/>
                  </a:lnTo>
                  <a:lnTo>
                    <a:pt x="847" y="0"/>
                  </a:lnTo>
                  <a:lnTo>
                    <a:pt x="849" y="552"/>
                  </a:lnTo>
                  <a:lnTo>
                    <a:pt x="849" y="552"/>
                  </a:lnTo>
                  <a:lnTo>
                    <a:pt x="849" y="552"/>
                  </a:lnTo>
                  <a:lnTo>
                    <a:pt x="849" y="0"/>
                  </a:lnTo>
                  <a:lnTo>
                    <a:pt x="850" y="0"/>
                  </a:lnTo>
                  <a:lnTo>
                    <a:pt x="850" y="0"/>
                  </a:lnTo>
                  <a:lnTo>
                    <a:pt x="850" y="552"/>
                  </a:lnTo>
                  <a:lnTo>
                    <a:pt x="851" y="0"/>
                  </a:lnTo>
                  <a:lnTo>
                    <a:pt x="851" y="0"/>
                  </a:lnTo>
                  <a:lnTo>
                    <a:pt x="852" y="551"/>
                  </a:lnTo>
                  <a:lnTo>
                    <a:pt x="852" y="552"/>
                  </a:lnTo>
                  <a:lnTo>
                    <a:pt x="852" y="552"/>
                  </a:lnTo>
                  <a:lnTo>
                    <a:pt x="853" y="0"/>
                  </a:lnTo>
                  <a:lnTo>
                    <a:pt x="853" y="0"/>
                  </a:lnTo>
                  <a:lnTo>
                    <a:pt x="853" y="0"/>
                  </a:lnTo>
                  <a:lnTo>
                    <a:pt x="854" y="467"/>
                  </a:lnTo>
                  <a:lnTo>
                    <a:pt x="855" y="6"/>
                  </a:lnTo>
                  <a:lnTo>
                    <a:pt x="855" y="2"/>
                  </a:lnTo>
                  <a:lnTo>
                    <a:pt x="855" y="0"/>
                  </a:lnTo>
                  <a:lnTo>
                    <a:pt x="856" y="26"/>
                  </a:lnTo>
                  <a:lnTo>
                    <a:pt x="856" y="0"/>
                  </a:lnTo>
                  <a:lnTo>
                    <a:pt x="856" y="0"/>
                  </a:lnTo>
                  <a:lnTo>
                    <a:pt x="856" y="552"/>
                  </a:lnTo>
                  <a:lnTo>
                    <a:pt x="857" y="552"/>
                  </a:lnTo>
                  <a:lnTo>
                    <a:pt x="857" y="552"/>
                  </a:lnTo>
                  <a:lnTo>
                    <a:pt x="858" y="0"/>
                  </a:lnTo>
                  <a:lnTo>
                    <a:pt x="858" y="540"/>
                  </a:lnTo>
                  <a:lnTo>
                    <a:pt x="858" y="547"/>
                  </a:lnTo>
                  <a:lnTo>
                    <a:pt x="858" y="552"/>
                  </a:lnTo>
                  <a:lnTo>
                    <a:pt x="859" y="0"/>
                  </a:lnTo>
                  <a:lnTo>
                    <a:pt x="859" y="0"/>
                  </a:lnTo>
                  <a:lnTo>
                    <a:pt x="859" y="0"/>
                  </a:lnTo>
                  <a:lnTo>
                    <a:pt x="861" y="552"/>
                  </a:lnTo>
                  <a:lnTo>
                    <a:pt x="861" y="552"/>
                  </a:lnTo>
                  <a:lnTo>
                    <a:pt x="861" y="552"/>
                  </a:lnTo>
                  <a:lnTo>
                    <a:pt x="862" y="0"/>
                  </a:lnTo>
                  <a:lnTo>
                    <a:pt x="862" y="0"/>
                  </a:lnTo>
                  <a:lnTo>
                    <a:pt x="862" y="0"/>
                  </a:lnTo>
                  <a:lnTo>
                    <a:pt x="862" y="552"/>
                  </a:lnTo>
                  <a:lnTo>
                    <a:pt x="863" y="228"/>
                  </a:lnTo>
                  <a:lnTo>
                    <a:pt x="863" y="220"/>
                  </a:lnTo>
                  <a:lnTo>
                    <a:pt x="863" y="105"/>
                  </a:lnTo>
                  <a:lnTo>
                    <a:pt x="864" y="552"/>
                  </a:lnTo>
                  <a:lnTo>
                    <a:pt x="864" y="552"/>
                  </a:lnTo>
                  <a:lnTo>
                    <a:pt x="864" y="552"/>
                  </a:lnTo>
                  <a:lnTo>
                    <a:pt x="865" y="42"/>
                  </a:lnTo>
                  <a:lnTo>
                    <a:pt x="865" y="30"/>
                  </a:lnTo>
                  <a:lnTo>
                    <a:pt x="866" y="0"/>
                  </a:lnTo>
                  <a:lnTo>
                    <a:pt x="867" y="536"/>
                  </a:lnTo>
                  <a:lnTo>
                    <a:pt x="867" y="491"/>
                  </a:lnTo>
                  <a:lnTo>
                    <a:pt x="867" y="480"/>
                  </a:lnTo>
                  <a:lnTo>
                    <a:pt x="867" y="0"/>
                  </a:lnTo>
                  <a:lnTo>
                    <a:pt x="868" y="0"/>
                  </a:lnTo>
                  <a:lnTo>
                    <a:pt x="868" y="0"/>
                  </a:lnTo>
                  <a:lnTo>
                    <a:pt x="869" y="552"/>
                  </a:lnTo>
                  <a:lnTo>
                    <a:pt x="869" y="552"/>
                  </a:lnTo>
                  <a:lnTo>
                    <a:pt x="869" y="552"/>
                  </a:lnTo>
                  <a:lnTo>
                    <a:pt x="870" y="0"/>
                  </a:lnTo>
                  <a:lnTo>
                    <a:pt x="870" y="52"/>
                  </a:lnTo>
                  <a:lnTo>
                    <a:pt x="870" y="62"/>
                  </a:lnTo>
                  <a:lnTo>
                    <a:pt x="871" y="552"/>
                  </a:lnTo>
                  <a:lnTo>
                    <a:pt x="871" y="0"/>
                  </a:lnTo>
                  <a:lnTo>
                    <a:pt x="871" y="0"/>
                  </a:lnTo>
                  <a:lnTo>
                    <a:pt x="872" y="0"/>
                  </a:lnTo>
                  <a:lnTo>
                    <a:pt x="873" y="5"/>
                  </a:lnTo>
                  <a:lnTo>
                    <a:pt x="873" y="12"/>
                  </a:lnTo>
                  <a:lnTo>
                    <a:pt x="873" y="552"/>
                  </a:lnTo>
                  <a:lnTo>
                    <a:pt x="874" y="552"/>
                  </a:lnTo>
                  <a:lnTo>
                    <a:pt x="874" y="552"/>
                  </a:lnTo>
                  <a:lnTo>
                    <a:pt x="875" y="76"/>
                  </a:lnTo>
                  <a:lnTo>
                    <a:pt x="875" y="508"/>
                  </a:lnTo>
                  <a:lnTo>
                    <a:pt x="875" y="522"/>
                  </a:lnTo>
                  <a:lnTo>
                    <a:pt x="875" y="552"/>
                  </a:lnTo>
                  <a:lnTo>
                    <a:pt x="876" y="0"/>
                  </a:lnTo>
                  <a:lnTo>
                    <a:pt x="876" y="0"/>
                  </a:lnTo>
                  <a:lnTo>
                    <a:pt x="877" y="0"/>
                  </a:lnTo>
                  <a:lnTo>
                    <a:pt x="877" y="552"/>
                  </a:lnTo>
                  <a:lnTo>
                    <a:pt x="877" y="552"/>
                  </a:lnTo>
                  <a:lnTo>
                    <a:pt x="878" y="552"/>
                  </a:lnTo>
                  <a:lnTo>
                    <a:pt x="879" y="143"/>
                  </a:lnTo>
                  <a:lnTo>
                    <a:pt x="879" y="130"/>
                  </a:lnTo>
                  <a:lnTo>
                    <a:pt x="879" y="0"/>
                  </a:lnTo>
                  <a:lnTo>
                    <a:pt x="880" y="552"/>
                  </a:lnTo>
                  <a:lnTo>
                    <a:pt x="880" y="64"/>
                  </a:lnTo>
                  <a:lnTo>
                    <a:pt x="880" y="48"/>
                  </a:lnTo>
                  <a:lnTo>
                    <a:pt x="880" y="0"/>
                  </a:lnTo>
                  <a:lnTo>
                    <a:pt x="881" y="0"/>
                  </a:lnTo>
                  <a:lnTo>
                    <a:pt x="881" y="1"/>
                  </a:lnTo>
                  <a:lnTo>
                    <a:pt x="882" y="552"/>
                  </a:lnTo>
                  <a:lnTo>
                    <a:pt x="882" y="552"/>
                  </a:lnTo>
                  <a:lnTo>
                    <a:pt x="883" y="552"/>
                  </a:lnTo>
                  <a:lnTo>
                    <a:pt x="883" y="157"/>
                  </a:lnTo>
                  <a:lnTo>
                    <a:pt x="883" y="552"/>
                  </a:lnTo>
                  <a:lnTo>
                    <a:pt x="884" y="552"/>
                  </a:lnTo>
                  <a:lnTo>
                    <a:pt x="885" y="0"/>
                  </a:lnTo>
                  <a:lnTo>
                    <a:pt x="885" y="0"/>
                  </a:lnTo>
                  <a:lnTo>
                    <a:pt x="885" y="0"/>
                  </a:lnTo>
                  <a:lnTo>
                    <a:pt x="886" y="552"/>
                  </a:lnTo>
                  <a:lnTo>
                    <a:pt x="886" y="552"/>
                  </a:lnTo>
                  <a:lnTo>
                    <a:pt x="886" y="552"/>
                  </a:lnTo>
                  <a:lnTo>
                    <a:pt x="886" y="0"/>
                  </a:lnTo>
                  <a:lnTo>
                    <a:pt x="887" y="0"/>
                  </a:lnTo>
                  <a:lnTo>
                    <a:pt x="887" y="0"/>
                  </a:lnTo>
                  <a:lnTo>
                    <a:pt x="888" y="552"/>
                  </a:lnTo>
                  <a:lnTo>
                    <a:pt x="888" y="0"/>
                  </a:lnTo>
                  <a:lnTo>
                    <a:pt x="888" y="0"/>
                  </a:lnTo>
                  <a:lnTo>
                    <a:pt x="889" y="0"/>
                  </a:lnTo>
                  <a:lnTo>
                    <a:pt x="889" y="0"/>
                  </a:lnTo>
                  <a:lnTo>
                    <a:pt x="890" y="552"/>
                  </a:lnTo>
                  <a:lnTo>
                    <a:pt x="891" y="160"/>
                  </a:lnTo>
                  <a:lnTo>
                    <a:pt x="891" y="128"/>
                  </a:lnTo>
                  <a:lnTo>
                    <a:pt x="891" y="0"/>
                  </a:lnTo>
                  <a:lnTo>
                    <a:pt x="892" y="202"/>
                  </a:lnTo>
                  <a:lnTo>
                    <a:pt x="892" y="223"/>
                  </a:lnTo>
                  <a:lnTo>
                    <a:pt x="892" y="552"/>
                  </a:lnTo>
                  <a:lnTo>
                    <a:pt x="892" y="0"/>
                  </a:lnTo>
                  <a:lnTo>
                    <a:pt x="893" y="0"/>
                  </a:lnTo>
                  <a:lnTo>
                    <a:pt x="893" y="0"/>
                  </a:lnTo>
                  <a:lnTo>
                    <a:pt x="894" y="552"/>
                  </a:lnTo>
                  <a:lnTo>
                    <a:pt x="894" y="552"/>
                  </a:lnTo>
                  <a:lnTo>
                    <a:pt x="894" y="552"/>
                  </a:lnTo>
                  <a:lnTo>
                    <a:pt x="895" y="26"/>
                  </a:lnTo>
                  <a:lnTo>
                    <a:pt x="895" y="552"/>
                  </a:lnTo>
                  <a:lnTo>
                    <a:pt x="895" y="552"/>
                  </a:lnTo>
                  <a:lnTo>
                    <a:pt x="896" y="0"/>
                  </a:lnTo>
                  <a:lnTo>
                    <a:pt x="897" y="5"/>
                  </a:lnTo>
                  <a:lnTo>
                    <a:pt x="897" y="10"/>
                  </a:lnTo>
                  <a:lnTo>
                    <a:pt x="898" y="552"/>
                  </a:lnTo>
                  <a:lnTo>
                    <a:pt x="898" y="552"/>
                  </a:lnTo>
                  <a:lnTo>
                    <a:pt x="898" y="552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900" y="372"/>
                  </a:lnTo>
                  <a:lnTo>
                    <a:pt x="900" y="0"/>
                  </a:lnTo>
                  <a:lnTo>
                    <a:pt x="900" y="0"/>
                  </a:lnTo>
                  <a:lnTo>
                    <a:pt x="902" y="380"/>
                  </a:lnTo>
                  <a:lnTo>
                    <a:pt x="902" y="417"/>
                  </a:lnTo>
                  <a:lnTo>
                    <a:pt x="902" y="552"/>
                  </a:lnTo>
                  <a:lnTo>
                    <a:pt x="903" y="155"/>
                  </a:lnTo>
                  <a:lnTo>
                    <a:pt x="903" y="129"/>
                  </a:lnTo>
                  <a:lnTo>
                    <a:pt x="903" y="0"/>
                  </a:lnTo>
                  <a:lnTo>
                    <a:pt x="904" y="552"/>
                  </a:lnTo>
                  <a:lnTo>
                    <a:pt x="904" y="201"/>
                  </a:lnTo>
                  <a:lnTo>
                    <a:pt x="904" y="170"/>
                  </a:lnTo>
                  <a:lnTo>
                    <a:pt x="904" y="0"/>
                  </a:lnTo>
                  <a:lnTo>
                    <a:pt x="905" y="0"/>
                  </a:lnTo>
                  <a:lnTo>
                    <a:pt x="905" y="0"/>
                  </a:lnTo>
                  <a:lnTo>
                    <a:pt x="906" y="552"/>
                  </a:lnTo>
                  <a:lnTo>
                    <a:pt x="906" y="552"/>
                  </a:lnTo>
                  <a:lnTo>
                    <a:pt x="906" y="552"/>
                  </a:lnTo>
                  <a:lnTo>
                    <a:pt x="907" y="446"/>
                  </a:lnTo>
                  <a:lnTo>
                    <a:pt x="908" y="552"/>
                  </a:lnTo>
                  <a:lnTo>
                    <a:pt x="908" y="552"/>
                  </a:lnTo>
                  <a:lnTo>
                    <a:pt x="908" y="0"/>
                  </a:lnTo>
                  <a:lnTo>
                    <a:pt x="909" y="0"/>
                  </a:lnTo>
                  <a:lnTo>
                    <a:pt x="909" y="0"/>
                  </a:lnTo>
                  <a:lnTo>
                    <a:pt x="910" y="552"/>
                  </a:lnTo>
                  <a:lnTo>
                    <a:pt x="910" y="552"/>
                  </a:lnTo>
                  <a:lnTo>
                    <a:pt x="910" y="552"/>
                  </a:lnTo>
                  <a:lnTo>
                    <a:pt x="911" y="271"/>
                  </a:lnTo>
                  <a:lnTo>
                    <a:pt x="911" y="261"/>
                  </a:lnTo>
                  <a:lnTo>
                    <a:pt x="912" y="552"/>
                  </a:lnTo>
                  <a:lnTo>
                    <a:pt x="912" y="70"/>
                  </a:lnTo>
                  <a:lnTo>
                    <a:pt x="912" y="50"/>
                  </a:lnTo>
                  <a:lnTo>
                    <a:pt x="913" y="0"/>
                  </a:lnTo>
                  <a:lnTo>
                    <a:pt x="914" y="0"/>
                  </a:lnTo>
                  <a:lnTo>
                    <a:pt x="914" y="0"/>
                  </a:lnTo>
                  <a:lnTo>
                    <a:pt x="914" y="552"/>
                  </a:lnTo>
                  <a:lnTo>
                    <a:pt x="915" y="527"/>
                  </a:lnTo>
                  <a:lnTo>
                    <a:pt x="915" y="515"/>
                  </a:lnTo>
                  <a:lnTo>
                    <a:pt x="915" y="0"/>
                  </a:lnTo>
                  <a:lnTo>
                    <a:pt x="916" y="312"/>
                  </a:lnTo>
                  <a:lnTo>
                    <a:pt x="916" y="344"/>
                  </a:lnTo>
                  <a:lnTo>
                    <a:pt x="916" y="552"/>
                  </a:lnTo>
                  <a:lnTo>
                    <a:pt x="917" y="0"/>
                  </a:lnTo>
                  <a:lnTo>
                    <a:pt x="917" y="0"/>
                  </a:lnTo>
                  <a:lnTo>
                    <a:pt x="917" y="0"/>
                  </a:lnTo>
                  <a:lnTo>
                    <a:pt x="918" y="552"/>
                  </a:lnTo>
                  <a:lnTo>
                    <a:pt x="918" y="552"/>
                  </a:lnTo>
                  <a:lnTo>
                    <a:pt x="918" y="552"/>
                  </a:lnTo>
                  <a:lnTo>
                    <a:pt x="920" y="0"/>
                  </a:lnTo>
                  <a:lnTo>
                    <a:pt x="920" y="0"/>
                  </a:lnTo>
                  <a:lnTo>
                    <a:pt x="920" y="0"/>
                  </a:lnTo>
                  <a:lnTo>
                    <a:pt x="920" y="512"/>
                  </a:lnTo>
                  <a:lnTo>
                    <a:pt x="921" y="0"/>
                  </a:lnTo>
                  <a:lnTo>
                    <a:pt x="921" y="0"/>
                  </a:lnTo>
                  <a:lnTo>
                    <a:pt x="922" y="552"/>
                  </a:lnTo>
                  <a:lnTo>
                    <a:pt x="922" y="552"/>
                  </a:lnTo>
                  <a:lnTo>
                    <a:pt x="922" y="552"/>
                  </a:lnTo>
                  <a:lnTo>
                    <a:pt x="923" y="0"/>
                  </a:lnTo>
                  <a:lnTo>
                    <a:pt x="923" y="0"/>
                  </a:lnTo>
                  <a:lnTo>
                    <a:pt x="923" y="0"/>
                  </a:lnTo>
                  <a:lnTo>
                    <a:pt x="924" y="216"/>
                  </a:lnTo>
                  <a:lnTo>
                    <a:pt x="924" y="66"/>
                  </a:lnTo>
                  <a:lnTo>
                    <a:pt x="924" y="52"/>
                  </a:lnTo>
                  <a:lnTo>
                    <a:pt x="925" y="0"/>
                  </a:lnTo>
                  <a:lnTo>
                    <a:pt x="926" y="61"/>
                  </a:lnTo>
                  <a:lnTo>
                    <a:pt x="926" y="61"/>
                  </a:lnTo>
                  <a:lnTo>
                    <a:pt x="926" y="49"/>
                  </a:lnTo>
                  <a:lnTo>
                    <a:pt x="926" y="552"/>
                  </a:lnTo>
                  <a:lnTo>
                    <a:pt x="927" y="267"/>
                  </a:lnTo>
                  <a:lnTo>
                    <a:pt x="927" y="233"/>
                  </a:lnTo>
                  <a:lnTo>
                    <a:pt x="927" y="0"/>
                  </a:lnTo>
                  <a:lnTo>
                    <a:pt x="928" y="225"/>
                  </a:lnTo>
                  <a:lnTo>
                    <a:pt x="928" y="255"/>
                  </a:lnTo>
                  <a:lnTo>
                    <a:pt x="928" y="512"/>
                  </a:lnTo>
                  <a:lnTo>
                    <a:pt x="929" y="0"/>
                  </a:lnTo>
                  <a:lnTo>
                    <a:pt x="929" y="0"/>
                  </a:lnTo>
                  <a:lnTo>
                    <a:pt x="929" y="0"/>
                  </a:lnTo>
                  <a:lnTo>
                    <a:pt x="930" y="552"/>
                  </a:lnTo>
                  <a:lnTo>
                    <a:pt x="930" y="552"/>
                  </a:lnTo>
                  <a:lnTo>
                    <a:pt x="931" y="552"/>
                  </a:lnTo>
                  <a:lnTo>
                    <a:pt x="932" y="74"/>
                  </a:lnTo>
                  <a:lnTo>
                    <a:pt x="932" y="57"/>
                  </a:lnTo>
                  <a:lnTo>
                    <a:pt x="932" y="0"/>
                  </a:lnTo>
                  <a:lnTo>
                    <a:pt x="933" y="361"/>
                  </a:lnTo>
                  <a:lnTo>
                    <a:pt x="933" y="18"/>
                  </a:lnTo>
                  <a:lnTo>
                    <a:pt x="933" y="10"/>
                  </a:lnTo>
                  <a:lnTo>
                    <a:pt x="933" y="0"/>
                  </a:lnTo>
                  <a:lnTo>
                    <a:pt x="934" y="226"/>
                  </a:lnTo>
                  <a:lnTo>
                    <a:pt x="934" y="234"/>
                  </a:lnTo>
                  <a:lnTo>
                    <a:pt x="934" y="552"/>
                  </a:lnTo>
                  <a:lnTo>
                    <a:pt x="935" y="348"/>
                  </a:lnTo>
                  <a:lnTo>
                    <a:pt x="936" y="317"/>
                  </a:lnTo>
                  <a:lnTo>
                    <a:pt x="936" y="0"/>
                  </a:lnTo>
                  <a:lnTo>
                    <a:pt x="936" y="535"/>
                  </a:lnTo>
                  <a:lnTo>
                    <a:pt x="937" y="538"/>
                  </a:lnTo>
                  <a:lnTo>
                    <a:pt x="937" y="539"/>
                  </a:lnTo>
                  <a:lnTo>
                    <a:pt x="937" y="0"/>
                  </a:lnTo>
                  <a:lnTo>
                    <a:pt x="938" y="0"/>
                  </a:lnTo>
                  <a:lnTo>
                    <a:pt x="938" y="0"/>
                  </a:lnTo>
                  <a:lnTo>
                    <a:pt x="939" y="552"/>
                  </a:lnTo>
                  <a:lnTo>
                    <a:pt x="939" y="552"/>
                  </a:lnTo>
                  <a:lnTo>
                    <a:pt x="939" y="552"/>
                  </a:lnTo>
                  <a:lnTo>
                    <a:pt x="939" y="0"/>
                  </a:lnTo>
                  <a:lnTo>
                    <a:pt x="940" y="0"/>
                  </a:lnTo>
                  <a:lnTo>
                    <a:pt x="940" y="0"/>
                  </a:lnTo>
                  <a:lnTo>
                    <a:pt x="941" y="513"/>
                  </a:lnTo>
                  <a:lnTo>
                    <a:pt x="941" y="0"/>
                  </a:lnTo>
                  <a:lnTo>
                    <a:pt x="942" y="0"/>
                  </a:lnTo>
                  <a:lnTo>
                    <a:pt x="942" y="30"/>
                  </a:lnTo>
                  <a:lnTo>
                    <a:pt x="942" y="15"/>
                  </a:lnTo>
                  <a:lnTo>
                    <a:pt x="943" y="26"/>
                  </a:lnTo>
                  <a:lnTo>
                    <a:pt x="943" y="552"/>
                  </a:lnTo>
                  <a:lnTo>
                    <a:pt x="944" y="552"/>
                  </a:lnTo>
                  <a:lnTo>
                    <a:pt x="944" y="552"/>
                  </a:lnTo>
                  <a:lnTo>
                    <a:pt x="944" y="0"/>
                  </a:lnTo>
                  <a:lnTo>
                    <a:pt x="945" y="551"/>
                  </a:lnTo>
                  <a:lnTo>
                    <a:pt x="945" y="552"/>
                  </a:lnTo>
                  <a:lnTo>
                    <a:pt x="946" y="0"/>
                  </a:lnTo>
                  <a:lnTo>
                    <a:pt x="946" y="0"/>
                  </a:lnTo>
                  <a:lnTo>
                    <a:pt x="946" y="0"/>
                  </a:lnTo>
                  <a:lnTo>
                    <a:pt x="947" y="538"/>
                  </a:lnTo>
                  <a:lnTo>
                    <a:pt x="948" y="545"/>
                  </a:lnTo>
                  <a:lnTo>
                    <a:pt x="948" y="552"/>
                  </a:lnTo>
                  <a:lnTo>
                    <a:pt x="948" y="144"/>
                  </a:lnTo>
                  <a:lnTo>
                    <a:pt x="948" y="144"/>
                  </a:lnTo>
                  <a:lnTo>
                    <a:pt x="949" y="0"/>
                  </a:lnTo>
                  <a:lnTo>
                    <a:pt x="950" y="180"/>
                  </a:lnTo>
                  <a:lnTo>
                    <a:pt x="950" y="172"/>
                  </a:lnTo>
                  <a:lnTo>
                    <a:pt x="950" y="169"/>
                  </a:lnTo>
                  <a:lnTo>
                    <a:pt x="950" y="0"/>
                  </a:lnTo>
                  <a:lnTo>
                    <a:pt x="951" y="0"/>
                  </a:lnTo>
                  <a:lnTo>
                    <a:pt x="951" y="0"/>
                  </a:lnTo>
                  <a:lnTo>
                    <a:pt x="952" y="552"/>
                  </a:lnTo>
                  <a:lnTo>
                    <a:pt x="952" y="552"/>
                  </a:lnTo>
                  <a:lnTo>
                    <a:pt x="952" y="552"/>
                  </a:lnTo>
                  <a:lnTo>
                    <a:pt x="953" y="2"/>
                  </a:lnTo>
                  <a:lnTo>
                    <a:pt x="953" y="1"/>
                  </a:lnTo>
                  <a:lnTo>
                    <a:pt x="954" y="0"/>
                  </a:lnTo>
                  <a:lnTo>
                    <a:pt x="954" y="474"/>
                  </a:lnTo>
                  <a:lnTo>
                    <a:pt x="955" y="0"/>
                  </a:lnTo>
                  <a:lnTo>
                    <a:pt x="955" y="0"/>
                  </a:lnTo>
                  <a:lnTo>
                    <a:pt x="956" y="47"/>
                  </a:lnTo>
                  <a:lnTo>
                    <a:pt x="956" y="65"/>
                  </a:lnTo>
                  <a:lnTo>
                    <a:pt x="956" y="552"/>
                  </a:lnTo>
                  <a:lnTo>
                    <a:pt x="957" y="552"/>
                  </a:lnTo>
                  <a:lnTo>
                    <a:pt x="957" y="552"/>
                  </a:lnTo>
                  <a:lnTo>
                    <a:pt x="958" y="101"/>
                  </a:lnTo>
                  <a:lnTo>
                    <a:pt x="958" y="552"/>
                  </a:lnTo>
                  <a:lnTo>
                    <a:pt x="958" y="552"/>
                  </a:lnTo>
                  <a:lnTo>
                    <a:pt x="959" y="0"/>
                  </a:lnTo>
                  <a:lnTo>
                    <a:pt x="959" y="0"/>
                  </a:lnTo>
                  <a:lnTo>
                    <a:pt x="959" y="0"/>
                  </a:lnTo>
                  <a:lnTo>
                    <a:pt x="961" y="552"/>
                  </a:lnTo>
                  <a:lnTo>
                    <a:pt x="961" y="552"/>
                  </a:lnTo>
                  <a:lnTo>
                    <a:pt x="961" y="552"/>
                  </a:lnTo>
                  <a:lnTo>
                    <a:pt x="962" y="0"/>
                  </a:lnTo>
                  <a:lnTo>
                    <a:pt x="962" y="0"/>
                  </a:lnTo>
                  <a:lnTo>
                    <a:pt x="962" y="0"/>
                  </a:lnTo>
                  <a:lnTo>
                    <a:pt x="963" y="552"/>
                  </a:lnTo>
                  <a:lnTo>
                    <a:pt x="963" y="0"/>
                  </a:lnTo>
                  <a:lnTo>
                    <a:pt x="963" y="0"/>
                  </a:lnTo>
                  <a:lnTo>
                    <a:pt x="964" y="0"/>
                  </a:lnTo>
                  <a:lnTo>
                    <a:pt x="964" y="0"/>
                  </a:lnTo>
                  <a:lnTo>
                    <a:pt x="965" y="552"/>
                  </a:lnTo>
                  <a:lnTo>
                    <a:pt x="965" y="552"/>
                  </a:lnTo>
                  <a:lnTo>
                    <a:pt x="965" y="552"/>
                  </a:lnTo>
                  <a:lnTo>
                    <a:pt x="966" y="0"/>
                  </a:lnTo>
                  <a:lnTo>
                    <a:pt x="967" y="473"/>
                  </a:lnTo>
                  <a:lnTo>
                    <a:pt x="967" y="494"/>
                  </a:lnTo>
                  <a:lnTo>
                    <a:pt x="967" y="552"/>
                  </a:lnTo>
                  <a:lnTo>
                    <a:pt x="967" y="0"/>
                  </a:lnTo>
                  <a:lnTo>
                    <a:pt x="968" y="0"/>
                  </a:lnTo>
                  <a:lnTo>
                    <a:pt x="968" y="0"/>
                  </a:lnTo>
                  <a:lnTo>
                    <a:pt x="968" y="552"/>
                  </a:lnTo>
                  <a:lnTo>
                    <a:pt x="969" y="552"/>
                  </a:lnTo>
                  <a:lnTo>
                    <a:pt x="969" y="552"/>
                  </a:lnTo>
                  <a:lnTo>
                    <a:pt x="970" y="0"/>
                  </a:lnTo>
                  <a:lnTo>
                    <a:pt x="970" y="0"/>
                  </a:lnTo>
                  <a:lnTo>
                    <a:pt x="970" y="0"/>
                  </a:lnTo>
                  <a:lnTo>
                    <a:pt x="971" y="552"/>
                  </a:lnTo>
                  <a:lnTo>
                    <a:pt x="971" y="552"/>
                  </a:lnTo>
                  <a:lnTo>
                    <a:pt x="971" y="551"/>
                  </a:lnTo>
                  <a:lnTo>
                    <a:pt x="972" y="0"/>
                  </a:lnTo>
                  <a:lnTo>
                    <a:pt x="973" y="488"/>
                  </a:lnTo>
                  <a:lnTo>
                    <a:pt x="973" y="493"/>
                  </a:lnTo>
                  <a:lnTo>
                    <a:pt x="973" y="0"/>
                  </a:lnTo>
                  <a:lnTo>
                    <a:pt x="974" y="552"/>
                  </a:lnTo>
                  <a:lnTo>
                    <a:pt x="974" y="552"/>
                  </a:lnTo>
                  <a:lnTo>
                    <a:pt x="974" y="552"/>
                  </a:lnTo>
                  <a:lnTo>
                    <a:pt x="975" y="0"/>
                  </a:lnTo>
                  <a:lnTo>
                    <a:pt x="975" y="0"/>
                  </a:lnTo>
                  <a:lnTo>
                    <a:pt x="975" y="0"/>
                  </a:lnTo>
                  <a:lnTo>
                    <a:pt x="976" y="236"/>
                  </a:lnTo>
                  <a:lnTo>
                    <a:pt x="976" y="0"/>
                  </a:lnTo>
                  <a:lnTo>
                    <a:pt x="976" y="0"/>
                  </a:lnTo>
                  <a:lnTo>
                    <a:pt x="977" y="552"/>
                  </a:lnTo>
                  <a:lnTo>
                    <a:pt x="977" y="552"/>
                  </a:lnTo>
                  <a:lnTo>
                    <a:pt x="977" y="552"/>
                  </a:lnTo>
                  <a:lnTo>
                    <a:pt x="979" y="0"/>
                  </a:lnTo>
                  <a:lnTo>
                    <a:pt x="979" y="14"/>
                  </a:lnTo>
                  <a:lnTo>
                    <a:pt x="979" y="25"/>
                  </a:lnTo>
                  <a:lnTo>
                    <a:pt x="979" y="552"/>
                  </a:lnTo>
                  <a:lnTo>
                    <a:pt x="980" y="30"/>
                  </a:lnTo>
                  <a:lnTo>
                    <a:pt x="980" y="19"/>
                  </a:lnTo>
                  <a:lnTo>
                    <a:pt x="980" y="0"/>
                  </a:lnTo>
                  <a:lnTo>
                    <a:pt x="980" y="552"/>
                  </a:lnTo>
                  <a:lnTo>
                    <a:pt x="981" y="552"/>
                  </a:lnTo>
                  <a:lnTo>
                    <a:pt x="981" y="552"/>
                  </a:lnTo>
                  <a:lnTo>
                    <a:pt x="982" y="286"/>
                  </a:lnTo>
                  <a:lnTo>
                    <a:pt x="982" y="257"/>
                  </a:lnTo>
                  <a:lnTo>
                    <a:pt x="983" y="10"/>
                  </a:lnTo>
                  <a:lnTo>
                    <a:pt x="983" y="552"/>
                  </a:lnTo>
                  <a:lnTo>
                    <a:pt x="983" y="551"/>
                  </a:lnTo>
                  <a:lnTo>
                    <a:pt x="983" y="548"/>
                  </a:lnTo>
                  <a:lnTo>
                    <a:pt x="984" y="0"/>
                  </a:lnTo>
                  <a:lnTo>
                    <a:pt x="985" y="0"/>
                  </a:lnTo>
                  <a:lnTo>
                    <a:pt x="985" y="0"/>
                  </a:lnTo>
                  <a:lnTo>
                    <a:pt x="985" y="552"/>
                  </a:lnTo>
                  <a:lnTo>
                    <a:pt x="986" y="552"/>
                  </a:lnTo>
                  <a:lnTo>
                    <a:pt x="986" y="552"/>
                  </a:lnTo>
                  <a:lnTo>
                    <a:pt x="987" y="0"/>
                  </a:lnTo>
                  <a:lnTo>
                    <a:pt x="987" y="0"/>
                  </a:lnTo>
                  <a:lnTo>
                    <a:pt x="987" y="0"/>
                  </a:lnTo>
                  <a:lnTo>
                    <a:pt x="988" y="435"/>
                  </a:lnTo>
                  <a:lnTo>
                    <a:pt x="988" y="440"/>
                  </a:lnTo>
                  <a:lnTo>
                    <a:pt x="989" y="552"/>
                  </a:lnTo>
                  <a:lnTo>
                    <a:pt x="989" y="552"/>
                  </a:lnTo>
                  <a:lnTo>
                    <a:pt x="989" y="552"/>
                  </a:lnTo>
                  <a:lnTo>
                    <a:pt x="990" y="9"/>
                  </a:lnTo>
                  <a:lnTo>
                    <a:pt x="991" y="353"/>
                  </a:lnTo>
                  <a:lnTo>
                    <a:pt x="991" y="320"/>
                  </a:lnTo>
                  <a:lnTo>
                    <a:pt x="991" y="0"/>
                  </a:lnTo>
                  <a:lnTo>
                    <a:pt x="992" y="552"/>
                  </a:lnTo>
                  <a:lnTo>
                    <a:pt x="992" y="231"/>
                  </a:lnTo>
                  <a:lnTo>
                    <a:pt x="992" y="219"/>
                  </a:lnTo>
                  <a:lnTo>
                    <a:pt x="993" y="0"/>
                  </a:lnTo>
                  <a:lnTo>
                    <a:pt x="993" y="407"/>
                  </a:lnTo>
                  <a:lnTo>
                    <a:pt x="993" y="442"/>
                  </a:lnTo>
                  <a:lnTo>
                    <a:pt x="993" y="552"/>
                  </a:lnTo>
                  <a:lnTo>
                    <a:pt x="994" y="0"/>
                  </a:lnTo>
                  <a:lnTo>
                    <a:pt x="994" y="0"/>
                  </a:lnTo>
                  <a:lnTo>
                    <a:pt x="995" y="0"/>
                  </a:lnTo>
                  <a:lnTo>
                    <a:pt x="995" y="552"/>
                  </a:lnTo>
                  <a:lnTo>
                    <a:pt x="995" y="552"/>
                  </a:lnTo>
                  <a:lnTo>
                    <a:pt x="996" y="552"/>
                  </a:lnTo>
                  <a:lnTo>
                    <a:pt x="996" y="0"/>
                  </a:lnTo>
                  <a:lnTo>
                    <a:pt x="997" y="539"/>
                  </a:lnTo>
                  <a:lnTo>
                    <a:pt x="997" y="546"/>
                  </a:lnTo>
                  <a:lnTo>
                    <a:pt x="997" y="552"/>
                  </a:lnTo>
                  <a:lnTo>
                    <a:pt x="997" y="0"/>
                  </a:lnTo>
                  <a:lnTo>
                    <a:pt x="998" y="552"/>
                  </a:lnTo>
                  <a:lnTo>
                    <a:pt x="998" y="552"/>
                  </a:lnTo>
                  <a:lnTo>
                    <a:pt x="999" y="0"/>
                  </a:lnTo>
                  <a:lnTo>
                    <a:pt x="999" y="453"/>
                  </a:lnTo>
                  <a:lnTo>
                    <a:pt x="999" y="480"/>
                  </a:lnTo>
                  <a:lnTo>
                    <a:pt x="999" y="552"/>
                  </a:lnTo>
                  <a:lnTo>
                    <a:pt x="1000" y="428"/>
                  </a:lnTo>
                  <a:lnTo>
                    <a:pt x="1001" y="425"/>
                  </a:lnTo>
                  <a:lnTo>
                    <a:pt x="1001" y="552"/>
                  </a:lnTo>
                  <a:lnTo>
                    <a:pt x="1001" y="343"/>
                  </a:lnTo>
                  <a:lnTo>
                    <a:pt x="1002" y="302"/>
                  </a:lnTo>
                  <a:lnTo>
                    <a:pt x="1002" y="0"/>
                  </a:lnTo>
                  <a:lnTo>
                    <a:pt x="1002" y="441"/>
                  </a:lnTo>
                  <a:lnTo>
                    <a:pt x="1003" y="0"/>
                  </a:lnTo>
                  <a:lnTo>
                    <a:pt x="1003" y="0"/>
                  </a:lnTo>
                  <a:lnTo>
                    <a:pt x="1003" y="552"/>
                  </a:lnTo>
                  <a:lnTo>
                    <a:pt x="1004" y="552"/>
                  </a:lnTo>
                  <a:lnTo>
                    <a:pt x="1004" y="552"/>
                  </a:lnTo>
                  <a:lnTo>
                    <a:pt x="1005" y="178"/>
                  </a:lnTo>
                  <a:lnTo>
                    <a:pt x="1005" y="552"/>
                  </a:lnTo>
                  <a:lnTo>
                    <a:pt x="1005" y="552"/>
                  </a:lnTo>
                  <a:lnTo>
                    <a:pt x="1006" y="0"/>
                  </a:lnTo>
                  <a:lnTo>
                    <a:pt x="1006" y="0"/>
                  </a:lnTo>
                  <a:lnTo>
                    <a:pt x="1007" y="0"/>
                  </a:lnTo>
                  <a:lnTo>
                    <a:pt x="1007" y="552"/>
                  </a:lnTo>
                  <a:lnTo>
                    <a:pt x="1008" y="552"/>
                  </a:lnTo>
                  <a:lnTo>
                    <a:pt x="1008" y="552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0"/>
                  </a:lnTo>
                  <a:lnTo>
                    <a:pt x="1009" y="425"/>
                  </a:lnTo>
                  <a:lnTo>
                    <a:pt x="1010" y="0"/>
                  </a:lnTo>
                  <a:lnTo>
                    <a:pt x="1010" y="0"/>
                  </a:lnTo>
                  <a:lnTo>
                    <a:pt x="1011" y="4"/>
                  </a:lnTo>
                  <a:lnTo>
                    <a:pt x="1011" y="11"/>
                  </a:lnTo>
                  <a:lnTo>
                    <a:pt x="1011" y="552"/>
                  </a:lnTo>
                  <a:lnTo>
                    <a:pt x="1012" y="52"/>
                  </a:lnTo>
                  <a:lnTo>
                    <a:pt x="1012" y="36"/>
                  </a:lnTo>
                  <a:lnTo>
                    <a:pt x="1013" y="0"/>
                  </a:lnTo>
                  <a:lnTo>
                    <a:pt x="1014" y="552"/>
                  </a:lnTo>
                  <a:lnTo>
                    <a:pt x="1014" y="552"/>
                  </a:lnTo>
                  <a:lnTo>
                    <a:pt x="1014" y="549"/>
                  </a:lnTo>
                  <a:lnTo>
                    <a:pt x="1014" y="0"/>
                  </a:lnTo>
                  <a:lnTo>
                    <a:pt x="1014" y="552"/>
                  </a:lnTo>
                  <a:lnTo>
                    <a:pt x="1015" y="552"/>
                  </a:lnTo>
                  <a:lnTo>
                    <a:pt x="1015" y="552"/>
                  </a:lnTo>
                  <a:lnTo>
                    <a:pt x="1016" y="552"/>
                  </a:lnTo>
                  <a:lnTo>
                    <a:pt x="1016" y="549"/>
                  </a:lnTo>
                  <a:lnTo>
                    <a:pt x="1017" y="0"/>
                  </a:lnTo>
                  <a:lnTo>
                    <a:pt x="1017" y="0"/>
                  </a:lnTo>
                  <a:lnTo>
                    <a:pt x="1017" y="0"/>
                  </a:lnTo>
                  <a:lnTo>
                    <a:pt x="1018" y="507"/>
                  </a:lnTo>
                  <a:lnTo>
                    <a:pt x="1018" y="523"/>
                  </a:lnTo>
                  <a:lnTo>
                    <a:pt x="1019" y="552"/>
                  </a:lnTo>
                  <a:lnTo>
                    <a:pt x="1019" y="409"/>
                  </a:lnTo>
                  <a:lnTo>
                    <a:pt x="1020" y="552"/>
                  </a:lnTo>
                  <a:lnTo>
                    <a:pt x="1020" y="551"/>
                  </a:lnTo>
                  <a:lnTo>
                    <a:pt x="1020" y="0"/>
                  </a:lnTo>
                  <a:lnTo>
                    <a:pt x="1021" y="547"/>
                  </a:lnTo>
                  <a:lnTo>
                    <a:pt x="1021" y="550"/>
                  </a:lnTo>
                  <a:lnTo>
                    <a:pt x="1021" y="552"/>
                  </a:lnTo>
                  <a:lnTo>
                    <a:pt x="1022" y="517"/>
                  </a:lnTo>
                  <a:lnTo>
                    <a:pt x="1022" y="508"/>
                  </a:lnTo>
                  <a:lnTo>
                    <a:pt x="1023" y="0"/>
                  </a:lnTo>
                  <a:lnTo>
                    <a:pt x="1023" y="0"/>
                  </a:lnTo>
                  <a:lnTo>
                    <a:pt x="1023" y="0"/>
                  </a:lnTo>
                  <a:lnTo>
                    <a:pt x="1024" y="0"/>
                  </a:lnTo>
                  <a:lnTo>
                    <a:pt x="1024" y="0"/>
                  </a:lnTo>
                  <a:lnTo>
                    <a:pt x="1025" y="375"/>
                  </a:lnTo>
                  <a:lnTo>
                    <a:pt x="1026" y="129"/>
                  </a:lnTo>
                  <a:lnTo>
                    <a:pt x="1026" y="132"/>
                  </a:lnTo>
                  <a:lnTo>
                    <a:pt x="1026" y="552"/>
                  </a:lnTo>
                  <a:lnTo>
                    <a:pt x="1027" y="552"/>
                  </a:lnTo>
                  <a:lnTo>
                    <a:pt x="1027" y="549"/>
                  </a:lnTo>
                  <a:lnTo>
                    <a:pt x="1027" y="0"/>
                  </a:lnTo>
                  <a:lnTo>
                    <a:pt x="1028" y="0"/>
                  </a:lnTo>
                  <a:lnTo>
                    <a:pt x="1028" y="0"/>
                  </a:lnTo>
                  <a:lnTo>
                    <a:pt x="1029" y="255"/>
                  </a:lnTo>
                  <a:lnTo>
                    <a:pt x="1029" y="272"/>
                  </a:lnTo>
                  <a:lnTo>
                    <a:pt x="1029" y="552"/>
                  </a:lnTo>
                  <a:lnTo>
                    <a:pt x="1030" y="0"/>
                  </a:lnTo>
                  <a:lnTo>
                    <a:pt x="1030" y="0"/>
                  </a:lnTo>
                  <a:lnTo>
                    <a:pt x="1030" y="0"/>
                  </a:lnTo>
                  <a:lnTo>
                    <a:pt x="1031" y="552"/>
                  </a:lnTo>
                  <a:lnTo>
                    <a:pt x="1032" y="83"/>
                  </a:lnTo>
                  <a:lnTo>
                    <a:pt x="1032" y="61"/>
                  </a:lnTo>
                  <a:lnTo>
                    <a:pt x="1032" y="0"/>
                  </a:lnTo>
                  <a:lnTo>
                    <a:pt x="1032" y="552"/>
                  </a:lnTo>
                  <a:lnTo>
                    <a:pt x="1033" y="552"/>
                  </a:lnTo>
                  <a:lnTo>
                    <a:pt x="1033" y="552"/>
                  </a:lnTo>
                  <a:lnTo>
                    <a:pt x="1034" y="0"/>
                  </a:lnTo>
                  <a:lnTo>
                    <a:pt x="1034" y="31"/>
                  </a:lnTo>
                  <a:lnTo>
                    <a:pt x="1034" y="47"/>
                  </a:lnTo>
                  <a:lnTo>
                    <a:pt x="1034" y="552"/>
                  </a:lnTo>
                  <a:lnTo>
                    <a:pt x="1035" y="552"/>
                  </a:lnTo>
                  <a:lnTo>
                    <a:pt x="1035" y="552"/>
                  </a:lnTo>
                  <a:lnTo>
                    <a:pt x="1036" y="56"/>
                  </a:lnTo>
                  <a:lnTo>
                    <a:pt x="1036" y="38"/>
                  </a:lnTo>
                  <a:lnTo>
                    <a:pt x="1037" y="0"/>
                  </a:lnTo>
                  <a:lnTo>
                    <a:pt x="1037" y="552"/>
                  </a:lnTo>
                  <a:lnTo>
                    <a:pt x="1038" y="552"/>
                  </a:lnTo>
                  <a:lnTo>
                    <a:pt x="1038" y="552"/>
                  </a:lnTo>
                  <a:lnTo>
                    <a:pt x="1039" y="552"/>
                  </a:lnTo>
                  <a:lnTo>
                    <a:pt x="1039" y="552"/>
                  </a:lnTo>
                  <a:lnTo>
                    <a:pt x="1040" y="0"/>
                  </a:lnTo>
                  <a:lnTo>
                    <a:pt x="1040" y="0"/>
                  </a:lnTo>
                  <a:lnTo>
                    <a:pt x="1040" y="0"/>
                  </a:lnTo>
                  <a:lnTo>
                    <a:pt x="1041" y="552"/>
                  </a:lnTo>
                  <a:lnTo>
                    <a:pt x="1041" y="552"/>
                  </a:lnTo>
                  <a:lnTo>
                    <a:pt x="1041" y="552"/>
                  </a:lnTo>
                  <a:lnTo>
                    <a:pt x="1042" y="373"/>
                  </a:lnTo>
                  <a:lnTo>
                    <a:pt x="1042" y="373"/>
                  </a:lnTo>
                  <a:lnTo>
                    <a:pt x="1043" y="552"/>
                  </a:lnTo>
                  <a:lnTo>
                    <a:pt x="1044" y="552"/>
                  </a:lnTo>
                  <a:lnTo>
                    <a:pt x="1044" y="552"/>
                  </a:lnTo>
                  <a:lnTo>
                    <a:pt x="1044" y="0"/>
                  </a:lnTo>
                  <a:lnTo>
                    <a:pt x="1045" y="134"/>
                  </a:lnTo>
                  <a:lnTo>
                    <a:pt x="1045" y="164"/>
                  </a:lnTo>
                  <a:lnTo>
                    <a:pt x="1045" y="552"/>
                  </a:lnTo>
                  <a:lnTo>
                    <a:pt x="1046" y="0"/>
                  </a:lnTo>
                  <a:lnTo>
                    <a:pt x="1046" y="0"/>
                  </a:lnTo>
                  <a:lnTo>
                    <a:pt x="1046" y="0"/>
                  </a:lnTo>
                  <a:lnTo>
                    <a:pt x="1047" y="552"/>
                  </a:lnTo>
                  <a:lnTo>
                    <a:pt x="1047" y="552"/>
                  </a:lnTo>
                  <a:lnTo>
                    <a:pt x="1047" y="552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049" y="552"/>
                  </a:lnTo>
                  <a:lnTo>
                    <a:pt x="1050" y="552"/>
                  </a:lnTo>
                  <a:lnTo>
                    <a:pt x="1050" y="552"/>
                  </a:lnTo>
                  <a:lnTo>
                    <a:pt x="1051" y="324"/>
                  </a:lnTo>
                  <a:lnTo>
                    <a:pt x="1051" y="320"/>
                  </a:lnTo>
                  <a:lnTo>
                    <a:pt x="1051" y="267"/>
                  </a:lnTo>
                  <a:lnTo>
                    <a:pt x="1052" y="552"/>
                  </a:lnTo>
                  <a:lnTo>
                    <a:pt x="1052" y="356"/>
                  </a:lnTo>
                  <a:lnTo>
                    <a:pt x="1052" y="343"/>
                  </a:lnTo>
                  <a:lnTo>
                    <a:pt x="1053" y="0"/>
                  </a:lnTo>
                  <a:lnTo>
                    <a:pt x="1053" y="160"/>
                  </a:lnTo>
                  <a:lnTo>
                    <a:pt x="1053" y="160"/>
                  </a:lnTo>
                  <a:lnTo>
                    <a:pt x="1054" y="155"/>
                  </a:lnTo>
                  <a:lnTo>
                    <a:pt x="1054" y="552"/>
                  </a:lnTo>
                  <a:lnTo>
                    <a:pt x="1054" y="552"/>
                  </a:lnTo>
                  <a:lnTo>
                    <a:pt x="1055" y="552"/>
                  </a:lnTo>
                  <a:lnTo>
                    <a:pt x="1056" y="38"/>
                  </a:lnTo>
                  <a:lnTo>
                    <a:pt x="1056" y="25"/>
                  </a:lnTo>
                  <a:lnTo>
                    <a:pt x="1056" y="0"/>
                  </a:lnTo>
                  <a:lnTo>
                    <a:pt x="1057" y="552"/>
                  </a:lnTo>
                  <a:lnTo>
                    <a:pt x="1057" y="552"/>
                  </a:lnTo>
                  <a:lnTo>
                    <a:pt x="1057" y="552"/>
                  </a:lnTo>
                  <a:lnTo>
                    <a:pt x="1058" y="536"/>
                  </a:lnTo>
                  <a:lnTo>
                    <a:pt x="1058" y="534"/>
                  </a:lnTo>
                  <a:lnTo>
                    <a:pt x="1058" y="552"/>
                  </a:lnTo>
                  <a:lnTo>
                    <a:pt x="1059" y="358"/>
                  </a:lnTo>
                  <a:lnTo>
                    <a:pt x="1060" y="336"/>
                  </a:lnTo>
                  <a:lnTo>
                    <a:pt x="1060" y="0"/>
                  </a:lnTo>
                  <a:lnTo>
                    <a:pt x="1061" y="92"/>
                  </a:lnTo>
                  <a:lnTo>
                    <a:pt x="1061" y="118"/>
                  </a:lnTo>
                  <a:lnTo>
                    <a:pt x="1061" y="552"/>
                  </a:lnTo>
                  <a:lnTo>
                    <a:pt x="1062" y="552"/>
                  </a:lnTo>
                  <a:lnTo>
                    <a:pt x="1062" y="552"/>
                  </a:lnTo>
                  <a:lnTo>
                    <a:pt x="1062" y="546"/>
                  </a:lnTo>
                  <a:lnTo>
                    <a:pt x="1063" y="552"/>
                  </a:lnTo>
                  <a:lnTo>
                    <a:pt x="1063" y="552"/>
                  </a:lnTo>
                  <a:lnTo>
                    <a:pt x="1064" y="0"/>
                  </a:lnTo>
                  <a:lnTo>
                    <a:pt x="1064" y="0"/>
                  </a:lnTo>
                  <a:lnTo>
                    <a:pt x="1064" y="0"/>
                  </a:lnTo>
                  <a:lnTo>
                    <a:pt x="1065" y="552"/>
                  </a:lnTo>
                  <a:lnTo>
                    <a:pt x="1065" y="552"/>
                  </a:lnTo>
                  <a:lnTo>
                    <a:pt x="1066" y="552"/>
                  </a:lnTo>
                  <a:lnTo>
                    <a:pt x="1067" y="464"/>
                  </a:lnTo>
                  <a:lnTo>
                    <a:pt x="1067" y="503"/>
                  </a:lnTo>
                  <a:lnTo>
                    <a:pt x="1067" y="506"/>
                  </a:lnTo>
                  <a:lnTo>
                    <a:pt x="1067" y="413"/>
                  </a:lnTo>
                  <a:lnTo>
                    <a:pt x="1067" y="552"/>
                  </a:lnTo>
                  <a:lnTo>
                    <a:pt x="1068" y="552"/>
                  </a:lnTo>
                  <a:lnTo>
                    <a:pt x="1068" y="552"/>
                  </a:lnTo>
                  <a:lnTo>
                    <a:pt x="1068" y="0"/>
                  </a:lnTo>
                  <a:lnTo>
                    <a:pt x="1069" y="0"/>
                  </a:lnTo>
                  <a:lnTo>
                    <a:pt x="1069" y="0"/>
                  </a:lnTo>
                  <a:lnTo>
                    <a:pt x="1070" y="552"/>
                  </a:lnTo>
                  <a:lnTo>
                    <a:pt x="1070" y="552"/>
                  </a:lnTo>
                  <a:lnTo>
                    <a:pt x="1070" y="552"/>
                  </a:lnTo>
                  <a:lnTo>
                    <a:pt x="1071" y="552"/>
                  </a:lnTo>
                  <a:lnTo>
                    <a:pt x="1072" y="552"/>
                  </a:lnTo>
                  <a:lnTo>
                    <a:pt x="1073" y="0"/>
                  </a:lnTo>
                  <a:lnTo>
                    <a:pt x="1073" y="0"/>
                  </a:lnTo>
                  <a:lnTo>
                    <a:pt x="1073" y="0"/>
                  </a:lnTo>
                  <a:lnTo>
                    <a:pt x="1074" y="552"/>
                  </a:lnTo>
                  <a:lnTo>
                    <a:pt x="1074" y="552"/>
                  </a:lnTo>
                  <a:lnTo>
                    <a:pt x="1074" y="552"/>
                  </a:lnTo>
                  <a:lnTo>
                    <a:pt x="1075" y="552"/>
                  </a:lnTo>
                  <a:lnTo>
                    <a:pt x="1075" y="552"/>
                  </a:lnTo>
                  <a:lnTo>
                    <a:pt x="1076" y="271"/>
                  </a:lnTo>
                  <a:lnTo>
                    <a:pt x="1076" y="241"/>
                  </a:lnTo>
                  <a:lnTo>
                    <a:pt x="1076" y="0"/>
                  </a:lnTo>
                  <a:lnTo>
                    <a:pt x="1077" y="0"/>
                  </a:lnTo>
                  <a:lnTo>
                    <a:pt x="1077" y="0"/>
                  </a:lnTo>
                  <a:lnTo>
                    <a:pt x="1078" y="552"/>
                  </a:lnTo>
                  <a:lnTo>
                    <a:pt x="1079" y="552"/>
                  </a:lnTo>
                  <a:lnTo>
                    <a:pt x="1079" y="552"/>
                  </a:lnTo>
                  <a:lnTo>
                    <a:pt x="1080" y="552"/>
                  </a:lnTo>
                  <a:lnTo>
                    <a:pt x="1080" y="552"/>
                  </a:lnTo>
                  <a:lnTo>
                    <a:pt x="1081" y="6"/>
                  </a:lnTo>
                  <a:lnTo>
                    <a:pt x="1081" y="2"/>
                  </a:lnTo>
                  <a:lnTo>
                    <a:pt x="1081" y="0"/>
                  </a:lnTo>
                  <a:lnTo>
                    <a:pt x="1082" y="552"/>
                  </a:lnTo>
                  <a:lnTo>
                    <a:pt x="1082" y="552"/>
                  </a:lnTo>
                  <a:lnTo>
                    <a:pt x="1082" y="552"/>
                  </a:lnTo>
                  <a:lnTo>
                    <a:pt x="1083" y="480"/>
                  </a:lnTo>
                  <a:lnTo>
                    <a:pt x="1083" y="478"/>
                  </a:lnTo>
                  <a:lnTo>
                    <a:pt x="1084" y="468"/>
                  </a:lnTo>
                  <a:lnTo>
                    <a:pt x="1084" y="552"/>
                  </a:lnTo>
                  <a:lnTo>
                    <a:pt x="1085" y="552"/>
                  </a:lnTo>
                  <a:lnTo>
                    <a:pt x="1085" y="552"/>
                  </a:lnTo>
                  <a:lnTo>
                    <a:pt x="1085" y="0"/>
                  </a:lnTo>
                  <a:lnTo>
                    <a:pt x="1086" y="0"/>
                  </a:lnTo>
                  <a:lnTo>
                    <a:pt x="1086" y="0"/>
                  </a:lnTo>
                  <a:lnTo>
                    <a:pt x="1087" y="552"/>
                  </a:lnTo>
                  <a:lnTo>
                    <a:pt x="1087" y="552"/>
                  </a:lnTo>
                  <a:lnTo>
                    <a:pt x="1087" y="552"/>
                  </a:lnTo>
                  <a:lnTo>
                    <a:pt x="1088" y="552"/>
                  </a:lnTo>
                  <a:lnTo>
                    <a:pt x="1088" y="552"/>
                  </a:lnTo>
                  <a:lnTo>
                    <a:pt x="1089" y="551"/>
                  </a:lnTo>
                  <a:lnTo>
                    <a:pt x="1089" y="548"/>
                  </a:lnTo>
                  <a:lnTo>
                    <a:pt x="1090" y="0"/>
                  </a:lnTo>
                  <a:lnTo>
                    <a:pt x="1091" y="29"/>
                  </a:lnTo>
                  <a:lnTo>
                    <a:pt x="1091" y="45"/>
                  </a:lnTo>
                  <a:lnTo>
                    <a:pt x="1091" y="552"/>
                  </a:lnTo>
                  <a:lnTo>
                    <a:pt x="1092" y="552"/>
                  </a:lnTo>
                  <a:lnTo>
                    <a:pt x="1092" y="552"/>
                  </a:lnTo>
                  <a:lnTo>
                    <a:pt x="1093" y="488"/>
                  </a:lnTo>
                  <a:lnTo>
                    <a:pt x="1093" y="552"/>
                  </a:lnTo>
                  <a:lnTo>
                    <a:pt x="1093" y="552"/>
                  </a:lnTo>
                  <a:lnTo>
                    <a:pt x="1094" y="0"/>
                  </a:lnTo>
                  <a:lnTo>
                    <a:pt x="1094" y="0"/>
                  </a:lnTo>
                  <a:lnTo>
                    <a:pt x="1094" y="0"/>
                  </a:lnTo>
                  <a:lnTo>
                    <a:pt x="1095" y="552"/>
                  </a:lnTo>
                  <a:lnTo>
                    <a:pt x="1095" y="552"/>
                  </a:lnTo>
                  <a:lnTo>
                    <a:pt x="1095" y="552"/>
                  </a:lnTo>
                  <a:lnTo>
                    <a:pt x="1097" y="512"/>
                  </a:lnTo>
                  <a:lnTo>
                    <a:pt x="1097" y="521"/>
                  </a:lnTo>
                  <a:lnTo>
                    <a:pt x="1097" y="520"/>
                  </a:lnTo>
                  <a:lnTo>
                    <a:pt x="1097" y="476"/>
                  </a:lnTo>
                  <a:lnTo>
                    <a:pt x="1098" y="552"/>
                  </a:lnTo>
                  <a:lnTo>
                    <a:pt x="1098" y="529"/>
                  </a:lnTo>
                  <a:lnTo>
                    <a:pt x="1098" y="523"/>
                  </a:lnTo>
                  <a:lnTo>
                    <a:pt x="1098" y="0"/>
                  </a:lnTo>
                  <a:lnTo>
                    <a:pt x="1099" y="176"/>
                  </a:lnTo>
                  <a:lnTo>
                    <a:pt x="1099" y="205"/>
                  </a:lnTo>
                  <a:lnTo>
                    <a:pt x="1099" y="552"/>
                  </a:lnTo>
                  <a:lnTo>
                    <a:pt x="1100" y="522"/>
                  </a:lnTo>
                  <a:lnTo>
                    <a:pt x="1100" y="516"/>
                  </a:lnTo>
                  <a:lnTo>
                    <a:pt x="1101" y="473"/>
                  </a:lnTo>
                  <a:lnTo>
                    <a:pt x="1101" y="552"/>
                  </a:lnTo>
                  <a:lnTo>
                    <a:pt x="1101" y="552"/>
                  </a:lnTo>
                  <a:lnTo>
                    <a:pt x="1101" y="552"/>
                  </a:lnTo>
                  <a:lnTo>
                    <a:pt x="1102" y="0"/>
                  </a:lnTo>
                  <a:lnTo>
                    <a:pt x="1103" y="0"/>
                  </a:lnTo>
                  <a:lnTo>
                    <a:pt x="1103" y="0"/>
                  </a:lnTo>
                  <a:lnTo>
                    <a:pt x="1103" y="552"/>
                  </a:lnTo>
                  <a:lnTo>
                    <a:pt x="1104" y="552"/>
                  </a:lnTo>
                  <a:lnTo>
                    <a:pt x="1104" y="552"/>
                  </a:lnTo>
                  <a:lnTo>
                    <a:pt x="1104" y="530"/>
                  </a:lnTo>
                  <a:lnTo>
                    <a:pt x="1105" y="552"/>
                  </a:lnTo>
                  <a:lnTo>
                    <a:pt x="1105" y="552"/>
                  </a:lnTo>
                  <a:lnTo>
                    <a:pt x="1106" y="0"/>
                  </a:lnTo>
                  <a:lnTo>
                    <a:pt x="1106" y="0"/>
                  </a:lnTo>
                  <a:lnTo>
                    <a:pt x="1106" y="0"/>
                  </a:lnTo>
                  <a:lnTo>
                    <a:pt x="1107" y="552"/>
                  </a:lnTo>
                  <a:lnTo>
                    <a:pt x="1107" y="552"/>
                  </a:lnTo>
                  <a:lnTo>
                    <a:pt x="1107" y="552"/>
                  </a:lnTo>
                  <a:lnTo>
                    <a:pt x="1108" y="484"/>
                  </a:lnTo>
                  <a:lnTo>
                    <a:pt x="1109" y="551"/>
                  </a:lnTo>
                  <a:lnTo>
                    <a:pt x="1109" y="552"/>
                  </a:lnTo>
                  <a:lnTo>
                    <a:pt x="1109" y="552"/>
                  </a:lnTo>
                  <a:lnTo>
                    <a:pt x="1110" y="552"/>
                  </a:lnTo>
                  <a:lnTo>
                    <a:pt x="1110" y="552"/>
                  </a:lnTo>
                  <a:lnTo>
                    <a:pt x="1110" y="0"/>
                  </a:lnTo>
                  <a:lnTo>
                    <a:pt x="1111" y="0"/>
                  </a:lnTo>
                  <a:lnTo>
                    <a:pt x="1111" y="0"/>
                  </a:lnTo>
                  <a:lnTo>
                    <a:pt x="1112" y="552"/>
                  </a:lnTo>
                  <a:lnTo>
                    <a:pt x="1112" y="552"/>
                  </a:lnTo>
                  <a:lnTo>
                    <a:pt x="1112" y="552"/>
                  </a:lnTo>
                  <a:lnTo>
                    <a:pt x="1113" y="440"/>
                  </a:lnTo>
                  <a:lnTo>
                    <a:pt x="1113" y="487"/>
                  </a:lnTo>
                  <a:lnTo>
                    <a:pt x="1113" y="489"/>
                  </a:lnTo>
                  <a:lnTo>
                    <a:pt x="1114" y="552"/>
                  </a:lnTo>
                  <a:lnTo>
                    <a:pt x="1115" y="145"/>
                  </a:lnTo>
                  <a:lnTo>
                    <a:pt x="1115" y="122"/>
                  </a:lnTo>
                  <a:lnTo>
                    <a:pt x="1115" y="0"/>
                  </a:lnTo>
                  <a:lnTo>
                    <a:pt x="1116" y="334"/>
                  </a:lnTo>
                  <a:lnTo>
                    <a:pt x="1116" y="357"/>
                  </a:lnTo>
                  <a:lnTo>
                    <a:pt x="1116" y="552"/>
                  </a:lnTo>
                  <a:lnTo>
                    <a:pt x="1117" y="552"/>
                  </a:lnTo>
                  <a:lnTo>
                    <a:pt x="1117" y="552"/>
                  </a:lnTo>
                  <a:lnTo>
                    <a:pt x="1118" y="552"/>
                  </a:lnTo>
                  <a:lnTo>
                    <a:pt x="1119" y="552"/>
                  </a:lnTo>
                  <a:lnTo>
                    <a:pt x="1120" y="0"/>
                  </a:lnTo>
                  <a:lnTo>
                    <a:pt x="1120" y="0"/>
                  </a:lnTo>
                  <a:lnTo>
                    <a:pt x="1120" y="0"/>
                  </a:lnTo>
                  <a:lnTo>
                    <a:pt x="1120" y="552"/>
                  </a:lnTo>
                  <a:lnTo>
                    <a:pt x="1121" y="552"/>
                  </a:lnTo>
                  <a:lnTo>
                    <a:pt x="1121" y="552"/>
                  </a:lnTo>
                  <a:lnTo>
                    <a:pt x="1122" y="552"/>
                  </a:lnTo>
                  <a:lnTo>
                    <a:pt x="1122" y="552"/>
                  </a:lnTo>
                  <a:lnTo>
                    <a:pt x="1123" y="482"/>
                  </a:lnTo>
                  <a:lnTo>
                    <a:pt x="1123" y="458"/>
                  </a:lnTo>
                  <a:lnTo>
                    <a:pt x="1123" y="0"/>
                  </a:lnTo>
                  <a:lnTo>
                    <a:pt x="1124" y="87"/>
                  </a:lnTo>
                  <a:lnTo>
                    <a:pt x="1125" y="110"/>
                  </a:lnTo>
                  <a:lnTo>
                    <a:pt x="1125" y="552"/>
                  </a:lnTo>
                  <a:lnTo>
                    <a:pt x="1126" y="552"/>
                  </a:lnTo>
                  <a:lnTo>
                    <a:pt x="1126" y="552"/>
                  </a:lnTo>
                  <a:lnTo>
                    <a:pt x="1127" y="478"/>
                  </a:lnTo>
                  <a:lnTo>
                    <a:pt x="1127" y="456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29" y="552"/>
                  </a:lnTo>
                  <a:lnTo>
                    <a:pt x="1129" y="552"/>
                  </a:lnTo>
                  <a:lnTo>
                    <a:pt x="1129" y="552"/>
                  </a:lnTo>
                  <a:lnTo>
                    <a:pt x="1130" y="552"/>
                  </a:lnTo>
                  <a:lnTo>
                    <a:pt x="1131" y="552"/>
                  </a:lnTo>
                  <a:lnTo>
                    <a:pt x="1132" y="429"/>
                  </a:lnTo>
                  <a:lnTo>
                    <a:pt x="1132" y="409"/>
                  </a:lnTo>
                  <a:lnTo>
                    <a:pt x="1132" y="0"/>
                  </a:lnTo>
                  <a:lnTo>
                    <a:pt x="1133" y="0"/>
                  </a:lnTo>
                  <a:lnTo>
                    <a:pt x="1133" y="0"/>
                  </a:lnTo>
                  <a:lnTo>
                    <a:pt x="1133" y="552"/>
                  </a:lnTo>
                  <a:lnTo>
                    <a:pt x="1134" y="552"/>
                  </a:lnTo>
                  <a:lnTo>
                    <a:pt x="1134" y="552"/>
                  </a:lnTo>
                  <a:lnTo>
                    <a:pt x="1135" y="552"/>
                  </a:lnTo>
                  <a:lnTo>
                    <a:pt x="1135" y="552"/>
                  </a:lnTo>
                  <a:lnTo>
                    <a:pt x="1136" y="0"/>
                  </a:lnTo>
                  <a:lnTo>
                    <a:pt x="1136" y="0"/>
                  </a:lnTo>
                  <a:lnTo>
                    <a:pt x="1136" y="0"/>
                  </a:lnTo>
                  <a:lnTo>
                    <a:pt x="1137" y="552"/>
                  </a:lnTo>
                  <a:lnTo>
                    <a:pt x="1138" y="552"/>
                  </a:lnTo>
                  <a:lnTo>
                    <a:pt x="1138" y="552"/>
                  </a:lnTo>
                  <a:lnTo>
                    <a:pt x="1139" y="552"/>
                  </a:lnTo>
                  <a:lnTo>
                    <a:pt x="1139" y="552"/>
                  </a:lnTo>
                  <a:lnTo>
                    <a:pt x="1140" y="552"/>
                  </a:lnTo>
                  <a:lnTo>
                    <a:pt x="1140" y="552"/>
                  </a:lnTo>
                  <a:lnTo>
                    <a:pt x="1141" y="0"/>
                  </a:lnTo>
                  <a:lnTo>
                    <a:pt x="1141" y="0"/>
                  </a:lnTo>
                  <a:lnTo>
                    <a:pt x="1141" y="0"/>
                  </a:lnTo>
                  <a:lnTo>
                    <a:pt x="1142" y="552"/>
                  </a:lnTo>
                  <a:lnTo>
                    <a:pt x="1142" y="552"/>
                  </a:lnTo>
                  <a:lnTo>
                    <a:pt x="1142" y="552"/>
                  </a:lnTo>
                  <a:lnTo>
                    <a:pt x="1143" y="520"/>
                  </a:lnTo>
                  <a:lnTo>
                    <a:pt x="1144" y="552"/>
                  </a:lnTo>
                  <a:lnTo>
                    <a:pt x="1144" y="552"/>
                  </a:lnTo>
                  <a:lnTo>
                    <a:pt x="1145" y="0"/>
                  </a:lnTo>
                  <a:lnTo>
                    <a:pt x="1145" y="0"/>
                  </a:lnTo>
                  <a:lnTo>
                    <a:pt x="1145" y="0"/>
                  </a:lnTo>
                  <a:lnTo>
                    <a:pt x="1146" y="552"/>
                  </a:lnTo>
                  <a:lnTo>
                    <a:pt x="1146" y="552"/>
                  </a:lnTo>
                  <a:lnTo>
                    <a:pt x="1146" y="552"/>
                  </a:lnTo>
                  <a:lnTo>
                    <a:pt x="1147" y="552"/>
                  </a:lnTo>
                  <a:lnTo>
                    <a:pt x="1147" y="552"/>
                  </a:lnTo>
                  <a:lnTo>
                    <a:pt x="1148" y="484"/>
                  </a:lnTo>
                  <a:lnTo>
                    <a:pt x="1148" y="461"/>
                  </a:lnTo>
                  <a:lnTo>
                    <a:pt x="1149" y="0"/>
                  </a:lnTo>
                  <a:lnTo>
                    <a:pt x="1150" y="0"/>
                  </a:lnTo>
                  <a:lnTo>
                    <a:pt x="1150" y="0"/>
                  </a:lnTo>
                  <a:lnTo>
                    <a:pt x="1150" y="552"/>
                  </a:lnTo>
                  <a:lnTo>
                    <a:pt x="1151" y="552"/>
                  </a:lnTo>
                  <a:lnTo>
                    <a:pt x="1151" y="552"/>
                  </a:lnTo>
                  <a:lnTo>
                    <a:pt x="1152" y="551"/>
                  </a:lnTo>
                  <a:lnTo>
                    <a:pt x="1152" y="552"/>
                  </a:lnTo>
                  <a:lnTo>
                    <a:pt x="1152" y="552"/>
                  </a:lnTo>
                  <a:lnTo>
                    <a:pt x="1153" y="59"/>
                  </a:lnTo>
                  <a:lnTo>
                    <a:pt x="1153" y="46"/>
                  </a:lnTo>
                  <a:lnTo>
                    <a:pt x="1154" y="0"/>
                  </a:lnTo>
                  <a:lnTo>
                    <a:pt x="1154" y="440"/>
                  </a:lnTo>
                  <a:lnTo>
                    <a:pt x="1154" y="469"/>
                  </a:lnTo>
                  <a:lnTo>
                    <a:pt x="1155" y="552"/>
                  </a:lnTo>
                  <a:lnTo>
                    <a:pt x="1156" y="552"/>
                  </a:lnTo>
                  <a:lnTo>
                    <a:pt x="1156" y="552"/>
                  </a:lnTo>
                  <a:lnTo>
                    <a:pt x="1156" y="540"/>
                  </a:lnTo>
                  <a:lnTo>
                    <a:pt x="1157" y="552"/>
                  </a:lnTo>
                  <a:lnTo>
                    <a:pt x="1157" y="552"/>
                  </a:lnTo>
                  <a:lnTo>
                    <a:pt x="1158" y="0"/>
                  </a:lnTo>
                  <a:lnTo>
                    <a:pt x="1158" y="0"/>
                  </a:lnTo>
                  <a:lnTo>
                    <a:pt x="1158" y="0"/>
                  </a:lnTo>
                  <a:lnTo>
                    <a:pt x="1159" y="552"/>
                  </a:lnTo>
                  <a:lnTo>
                    <a:pt x="1159" y="552"/>
                  </a:lnTo>
                  <a:lnTo>
                    <a:pt x="1159" y="552"/>
                  </a:lnTo>
                  <a:lnTo>
                    <a:pt x="1160" y="489"/>
                  </a:lnTo>
                  <a:lnTo>
                    <a:pt x="1160" y="492"/>
                  </a:lnTo>
                  <a:lnTo>
                    <a:pt x="1160" y="493"/>
                  </a:lnTo>
                  <a:lnTo>
                    <a:pt x="1161" y="552"/>
                  </a:lnTo>
                  <a:lnTo>
                    <a:pt x="1162" y="552"/>
                  </a:lnTo>
                  <a:lnTo>
                    <a:pt x="1162" y="552"/>
                  </a:lnTo>
                  <a:lnTo>
                    <a:pt x="1163" y="0"/>
                  </a:lnTo>
                  <a:lnTo>
                    <a:pt x="1163" y="0"/>
                  </a:lnTo>
                  <a:lnTo>
                    <a:pt x="1163" y="0"/>
                  </a:lnTo>
                  <a:lnTo>
                    <a:pt x="1164" y="552"/>
                  </a:lnTo>
                  <a:lnTo>
                    <a:pt x="1164" y="552"/>
                  </a:lnTo>
                  <a:lnTo>
                    <a:pt x="1164" y="552"/>
                  </a:lnTo>
                  <a:lnTo>
                    <a:pt x="1165" y="518"/>
                  </a:lnTo>
                  <a:lnTo>
                    <a:pt x="1165" y="529"/>
                  </a:lnTo>
                  <a:lnTo>
                    <a:pt x="1165" y="531"/>
                  </a:lnTo>
                  <a:lnTo>
                    <a:pt x="1166" y="552"/>
                  </a:lnTo>
                  <a:lnTo>
                    <a:pt x="1166" y="533"/>
                  </a:lnTo>
                  <a:lnTo>
                    <a:pt x="1166" y="525"/>
                  </a:lnTo>
                  <a:lnTo>
                    <a:pt x="1167" y="0"/>
                  </a:lnTo>
                  <a:lnTo>
                    <a:pt x="1168" y="0"/>
                  </a:lnTo>
                  <a:lnTo>
                    <a:pt x="1168" y="0"/>
                  </a:lnTo>
                  <a:lnTo>
                    <a:pt x="1169" y="552"/>
                  </a:lnTo>
                  <a:lnTo>
                    <a:pt x="1169" y="552"/>
                  </a:lnTo>
                  <a:lnTo>
                    <a:pt x="1169" y="552"/>
                  </a:lnTo>
                  <a:lnTo>
                    <a:pt x="1170" y="497"/>
                  </a:lnTo>
                  <a:lnTo>
                    <a:pt x="1170" y="502"/>
                  </a:lnTo>
                  <a:lnTo>
                    <a:pt x="1170" y="501"/>
                  </a:lnTo>
                  <a:lnTo>
                    <a:pt x="1170" y="487"/>
                  </a:lnTo>
                  <a:lnTo>
                    <a:pt x="1171" y="552"/>
                  </a:lnTo>
                  <a:lnTo>
                    <a:pt x="1171" y="532"/>
                  </a:lnTo>
                  <a:lnTo>
                    <a:pt x="1171" y="519"/>
                  </a:lnTo>
                  <a:lnTo>
                    <a:pt x="1172" y="0"/>
                  </a:lnTo>
                  <a:lnTo>
                    <a:pt x="1173" y="30"/>
                  </a:lnTo>
                  <a:lnTo>
                    <a:pt x="1173" y="44"/>
                  </a:lnTo>
                  <a:lnTo>
                    <a:pt x="1173" y="552"/>
                  </a:lnTo>
                  <a:lnTo>
                    <a:pt x="1174" y="552"/>
                  </a:lnTo>
                  <a:lnTo>
                    <a:pt x="1174" y="552"/>
                  </a:lnTo>
                  <a:lnTo>
                    <a:pt x="1175" y="523"/>
                  </a:lnTo>
                  <a:lnTo>
                    <a:pt x="1175" y="552"/>
                  </a:lnTo>
                  <a:lnTo>
                    <a:pt x="1175" y="552"/>
                  </a:lnTo>
                  <a:lnTo>
                    <a:pt x="1176" y="27"/>
                  </a:lnTo>
                  <a:lnTo>
                    <a:pt x="1176" y="17"/>
                  </a:lnTo>
                  <a:lnTo>
                    <a:pt x="1176" y="0"/>
                  </a:lnTo>
                  <a:lnTo>
                    <a:pt x="1177" y="552"/>
                  </a:lnTo>
                  <a:lnTo>
                    <a:pt x="1177" y="552"/>
                  </a:lnTo>
                  <a:lnTo>
                    <a:pt x="1179" y="522"/>
                  </a:lnTo>
                  <a:lnTo>
                    <a:pt x="1179" y="523"/>
                  </a:lnTo>
                  <a:lnTo>
                    <a:pt x="1179" y="524"/>
                  </a:lnTo>
                  <a:lnTo>
                    <a:pt x="1179" y="552"/>
                  </a:lnTo>
                  <a:lnTo>
                    <a:pt x="1179" y="493"/>
                  </a:lnTo>
                  <a:lnTo>
                    <a:pt x="1180" y="552"/>
                  </a:lnTo>
                  <a:lnTo>
                    <a:pt x="1180" y="552"/>
                  </a:lnTo>
                  <a:lnTo>
                    <a:pt x="1180" y="552"/>
                  </a:lnTo>
                  <a:lnTo>
                    <a:pt x="1181" y="1"/>
                  </a:lnTo>
                  <a:lnTo>
                    <a:pt x="1181" y="0"/>
                  </a:lnTo>
                  <a:lnTo>
                    <a:pt x="1182" y="399"/>
                  </a:lnTo>
                  <a:lnTo>
                    <a:pt x="1182" y="429"/>
                  </a:lnTo>
                  <a:lnTo>
                    <a:pt x="1182" y="552"/>
                  </a:lnTo>
                  <a:lnTo>
                    <a:pt x="1183" y="552"/>
                  </a:lnTo>
                  <a:lnTo>
                    <a:pt x="1184" y="552"/>
                  </a:lnTo>
                  <a:lnTo>
                    <a:pt x="1185" y="537"/>
                  </a:lnTo>
                  <a:lnTo>
                    <a:pt x="1185" y="552"/>
                  </a:lnTo>
                  <a:lnTo>
                    <a:pt x="1185" y="552"/>
                  </a:lnTo>
                  <a:lnTo>
                    <a:pt x="1186" y="46"/>
                  </a:lnTo>
                  <a:lnTo>
                    <a:pt x="1186" y="32"/>
                  </a:lnTo>
                  <a:lnTo>
                    <a:pt x="1186" y="0"/>
                  </a:lnTo>
                  <a:lnTo>
                    <a:pt x="1187" y="544"/>
                  </a:lnTo>
                  <a:lnTo>
                    <a:pt x="1187" y="549"/>
                  </a:lnTo>
                  <a:lnTo>
                    <a:pt x="1187" y="552"/>
                  </a:lnTo>
                  <a:lnTo>
                    <a:pt x="1188" y="552"/>
                  </a:lnTo>
                  <a:lnTo>
                    <a:pt x="1188" y="552"/>
                  </a:lnTo>
                  <a:lnTo>
                    <a:pt x="1189" y="318"/>
                  </a:lnTo>
                  <a:lnTo>
                    <a:pt x="1189" y="370"/>
                  </a:lnTo>
                  <a:lnTo>
                    <a:pt x="1190" y="382"/>
                  </a:lnTo>
                  <a:lnTo>
                    <a:pt x="1190" y="552"/>
                  </a:lnTo>
                  <a:lnTo>
                    <a:pt x="1191" y="374"/>
                  </a:lnTo>
                  <a:lnTo>
                    <a:pt x="1191" y="354"/>
                  </a:lnTo>
                  <a:lnTo>
                    <a:pt x="1191" y="0"/>
                  </a:lnTo>
                  <a:lnTo>
                    <a:pt x="1192" y="132"/>
                  </a:lnTo>
                  <a:lnTo>
                    <a:pt x="1192" y="157"/>
                  </a:lnTo>
                  <a:lnTo>
                    <a:pt x="1192" y="552"/>
                  </a:lnTo>
                  <a:lnTo>
                    <a:pt x="1193" y="434"/>
                  </a:lnTo>
                  <a:lnTo>
                    <a:pt x="1193" y="429"/>
                  </a:lnTo>
                  <a:lnTo>
                    <a:pt x="1194" y="324"/>
                  </a:lnTo>
                  <a:lnTo>
                    <a:pt x="1194" y="552"/>
                  </a:lnTo>
                  <a:lnTo>
                    <a:pt x="1194" y="552"/>
                  </a:lnTo>
                  <a:lnTo>
                    <a:pt x="1195" y="552"/>
                  </a:lnTo>
                  <a:lnTo>
                    <a:pt x="1195" y="29"/>
                  </a:lnTo>
                  <a:lnTo>
                    <a:pt x="1196" y="18"/>
                  </a:lnTo>
                  <a:lnTo>
                    <a:pt x="1196" y="0"/>
                  </a:lnTo>
                  <a:lnTo>
                    <a:pt x="1197" y="259"/>
                  </a:lnTo>
                  <a:lnTo>
                    <a:pt x="1197" y="300"/>
                  </a:lnTo>
                  <a:lnTo>
                    <a:pt x="1197" y="552"/>
                  </a:lnTo>
                  <a:lnTo>
                    <a:pt x="1198" y="135"/>
                  </a:lnTo>
                  <a:lnTo>
                    <a:pt x="1198" y="127"/>
                  </a:lnTo>
                  <a:lnTo>
                    <a:pt x="1198" y="8"/>
                  </a:lnTo>
                  <a:lnTo>
                    <a:pt x="1199" y="421"/>
                  </a:lnTo>
                  <a:lnTo>
                    <a:pt x="1199" y="426"/>
                  </a:lnTo>
                  <a:lnTo>
                    <a:pt x="1199" y="552"/>
                  </a:lnTo>
                  <a:lnTo>
                    <a:pt x="1200" y="1"/>
                  </a:lnTo>
                  <a:lnTo>
                    <a:pt x="1200" y="0"/>
                  </a:lnTo>
                  <a:lnTo>
                    <a:pt x="1201" y="546"/>
                  </a:lnTo>
                  <a:lnTo>
                    <a:pt x="1201" y="550"/>
                  </a:lnTo>
                  <a:lnTo>
                    <a:pt x="1202" y="552"/>
                  </a:lnTo>
                  <a:lnTo>
                    <a:pt x="1203" y="437"/>
                  </a:lnTo>
                  <a:lnTo>
                    <a:pt x="1203" y="433"/>
                  </a:lnTo>
                  <a:lnTo>
                    <a:pt x="1203" y="337"/>
                  </a:lnTo>
                  <a:lnTo>
                    <a:pt x="1204" y="552"/>
                  </a:lnTo>
                  <a:lnTo>
                    <a:pt x="1204" y="552"/>
                  </a:lnTo>
                  <a:lnTo>
                    <a:pt x="1204" y="552"/>
                  </a:lnTo>
                  <a:lnTo>
                    <a:pt x="1205" y="0"/>
                  </a:lnTo>
                  <a:lnTo>
                    <a:pt x="1205" y="0"/>
                  </a:lnTo>
                  <a:lnTo>
                    <a:pt x="1205" y="0"/>
                  </a:lnTo>
                  <a:lnTo>
                    <a:pt x="1206" y="552"/>
                  </a:lnTo>
                  <a:lnTo>
                    <a:pt x="1206" y="550"/>
                  </a:lnTo>
                  <a:lnTo>
                    <a:pt x="1206" y="548"/>
                  </a:lnTo>
                  <a:lnTo>
                    <a:pt x="1207" y="311"/>
                  </a:lnTo>
                  <a:lnTo>
                    <a:pt x="1207" y="311"/>
                  </a:lnTo>
                  <a:lnTo>
                    <a:pt x="1207" y="312"/>
                  </a:lnTo>
                  <a:lnTo>
                    <a:pt x="1208" y="552"/>
                  </a:lnTo>
                  <a:lnTo>
                    <a:pt x="1209" y="552"/>
                  </a:lnTo>
                  <a:lnTo>
                    <a:pt x="1209" y="552"/>
                  </a:lnTo>
                  <a:lnTo>
                    <a:pt x="1210" y="0"/>
                  </a:lnTo>
                  <a:lnTo>
                    <a:pt x="1210" y="0"/>
                  </a:lnTo>
                  <a:lnTo>
                    <a:pt x="1210" y="0"/>
                  </a:lnTo>
                  <a:lnTo>
                    <a:pt x="1211" y="552"/>
                  </a:lnTo>
                  <a:lnTo>
                    <a:pt x="1211" y="541"/>
                  </a:lnTo>
                  <a:lnTo>
                    <a:pt x="1211" y="540"/>
                  </a:lnTo>
                  <a:lnTo>
                    <a:pt x="1211" y="490"/>
                  </a:lnTo>
                  <a:lnTo>
                    <a:pt x="1212" y="552"/>
                  </a:lnTo>
                  <a:lnTo>
                    <a:pt x="1212" y="552"/>
                  </a:lnTo>
                  <a:lnTo>
                    <a:pt x="1212" y="552"/>
                  </a:lnTo>
                  <a:lnTo>
                    <a:pt x="1213" y="552"/>
                  </a:lnTo>
                  <a:lnTo>
                    <a:pt x="1213" y="552"/>
                  </a:lnTo>
                  <a:lnTo>
                    <a:pt x="1214" y="0"/>
                  </a:lnTo>
                  <a:lnTo>
                    <a:pt x="1215" y="47"/>
                  </a:lnTo>
                  <a:lnTo>
                    <a:pt x="1215" y="61"/>
                  </a:lnTo>
                  <a:lnTo>
                    <a:pt x="1215" y="552"/>
                  </a:lnTo>
                  <a:lnTo>
                    <a:pt x="1216" y="552"/>
                  </a:lnTo>
                  <a:lnTo>
                    <a:pt x="1216" y="552"/>
                  </a:lnTo>
                  <a:lnTo>
                    <a:pt x="1217" y="500"/>
                  </a:lnTo>
                  <a:lnTo>
                    <a:pt x="1217" y="536"/>
                  </a:lnTo>
                  <a:lnTo>
                    <a:pt x="1217" y="539"/>
                  </a:lnTo>
                  <a:lnTo>
                    <a:pt x="1217" y="552"/>
                  </a:lnTo>
                  <a:lnTo>
                    <a:pt x="1218" y="157"/>
                  </a:lnTo>
                  <a:lnTo>
                    <a:pt x="1218" y="129"/>
                  </a:lnTo>
                  <a:lnTo>
                    <a:pt x="1219" y="0"/>
                  </a:lnTo>
                  <a:lnTo>
                    <a:pt x="1219" y="324"/>
                  </a:lnTo>
                  <a:lnTo>
                    <a:pt x="1219" y="354"/>
                  </a:lnTo>
                  <a:lnTo>
                    <a:pt x="1220" y="552"/>
                  </a:lnTo>
                  <a:lnTo>
                    <a:pt x="1221" y="552"/>
                  </a:lnTo>
                  <a:lnTo>
                    <a:pt x="1221" y="552"/>
                  </a:lnTo>
                  <a:lnTo>
                    <a:pt x="1222" y="475"/>
                  </a:lnTo>
                  <a:lnTo>
                    <a:pt x="1222" y="552"/>
                  </a:lnTo>
                  <a:lnTo>
                    <a:pt x="1222" y="552"/>
                  </a:lnTo>
                  <a:lnTo>
                    <a:pt x="1223" y="0"/>
                  </a:lnTo>
                  <a:lnTo>
                    <a:pt x="1223" y="0"/>
                  </a:lnTo>
                  <a:lnTo>
                    <a:pt x="1223" y="0"/>
                  </a:lnTo>
                  <a:lnTo>
                    <a:pt x="1224" y="552"/>
                  </a:lnTo>
                  <a:lnTo>
                    <a:pt x="1224" y="552"/>
                  </a:lnTo>
                  <a:lnTo>
                    <a:pt x="1224" y="552"/>
                  </a:lnTo>
                  <a:lnTo>
                    <a:pt x="1225" y="456"/>
                  </a:lnTo>
                  <a:lnTo>
                    <a:pt x="1226" y="552"/>
                  </a:lnTo>
                  <a:lnTo>
                    <a:pt x="1226" y="552"/>
                  </a:lnTo>
                  <a:lnTo>
                    <a:pt x="1227" y="0"/>
                  </a:lnTo>
                  <a:lnTo>
                    <a:pt x="1227" y="0"/>
                  </a:lnTo>
                  <a:lnTo>
                    <a:pt x="1227" y="0"/>
                  </a:lnTo>
                  <a:lnTo>
                    <a:pt x="1228" y="552"/>
                  </a:lnTo>
                  <a:lnTo>
                    <a:pt x="1228" y="552"/>
                  </a:lnTo>
                  <a:lnTo>
                    <a:pt x="1228" y="552"/>
                  </a:lnTo>
                  <a:lnTo>
                    <a:pt x="1229" y="552"/>
                  </a:lnTo>
                  <a:lnTo>
                    <a:pt x="1229" y="552"/>
                  </a:lnTo>
                  <a:lnTo>
                    <a:pt x="1230" y="447"/>
                  </a:lnTo>
                  <a:lnTo>
                    <a:pt x="1230" y="552"/>
                  </a:lnTo>
                  <a:lnTo>
                    <a:pt x="1230" y="552"/>
                  </a:lnTo>
                  <a:lnTo>
                    <a:pt x="1231" y="0"/>
                  </a:lnTo>
                  <a:lnTo>
                    <a:pt x="1232" y="0"/>
                  </a:lnTo>
                  <a:lnTo>
                    <a:pt x="1232" y="0"/>
                  </a:lnTo>
                  <a:lnTo>
                    <a:pt x="1232" y="552"/>
                  </a:lnTo>
                  <a:lnTo>
                    <a:pt x="1233" y="527"/>
                  </a:lnTo>
                  <a:lnTo>
                    <a:pt x="1233" y="529"/>
                  </a:lnTo>
                  <a:lnTo>
                    <a:pt x="1233" y="533"/>
                  </a:lnTo>
                  <a:lnTo>
                    <a:pt x="1233" y="0"/>
                  </a:lnTo>
                  <a:lnTo>
                    <a:pt x="1234" y="186"/>
                  </a:lnTo>
                  <a:lnTo>
                    <a:pt x="1234" y="215"/>
                  </a:lnTo>
                  <a:lnTo>
                    <a:pt x="1235" y="552"/>
                  </a:lnTo>
                  <a:lnTo>
                    <a:pt x="1235" y="486"/>
                  </a:lnTo>
                  <a:lnTo>
                    <a:pt x="1235" y="458"/>
                  </a:lnTo>
                  <a:lnTo>
                    <a:pt x="1235" y="0"/>
                  </a:lnTo>
                  <a:lnTo>
                    <a:pt x="1236" y="552"/>
                  </a:lnTo>
                  <a:lnTo>
                    <a:pt x="1236" y="552"/>
                  </a:lnTo>
                  <a:lnTo>
                    <a:pt x="1236" y="552"/>
                  </a:lnTo>
                  <a:lnTo>
                    <a:pt x="1237" y="1"/>
                  </a:lnTo>
                  <a:lnTo>
                    <a:pt x="1238" y="21"/>
                  </a:lnTo>
                  <a:lnTo>
                    <a:pt x="1238" y="21"/>
                  </a:lnTo>
                  <a:lnTo>
                    <a:pt x="1238" y="348"/>
                  </a:lnTo>
                  <a:lnTo>
                    <a:pt x="1239" y="0"/>
                  </a:lnTo>
                  <a:lnTo>
                    <a:pt x="1239" y="0"/>
                  </a:lnTo>
                  <a:lnTo>
                    <a:pt x="1239" y="0"/>
                  </a:lnTo>
                  <a:lnTo>
                    <a:pt x="1239" y="552"/>
                  </a:lnTo>
                  <a:lnTo>
                    <a:pt x="1240" y="126"/>
                  </a:lnTo>
                  <a:lnTo>
                    <a:pt x="1240" y="103"/>
                  </a:lnTo>
                  <a:lnTo>
                    <a:pt x="1240" y="0"/>
                  </a:lnTo>
                  <a:lnTo>
                    <a:pt x="1241" y="552"/>
                  </a:lnTo>
                  <a:lnTo>
                    <a:pt x="1241" y="552"/>
                  </a:lnTo>
                  <a:lnTo>
                    <a:pt x="1241" y="552"/>
                  </a:lnTo>
                  <a:lnTo>
                    <a:pt x="1242" y="0"/>
                  </a:lnTo>
                  <a:lnTo>
                    <a:pt x="1242" y="0"/>
                  </a:lnTo>
                  <a:lnTo>
                    <a:pt x="1243" y="0"/>
                  </a:lnTo>
                  <a:lnTo>
                    <a:pt x="1243" y="552"/>
                  </a:lnTo>
                  <a:lnTo>
                    <a:pt x="1244" y="552"/>
                  </a:lnTo>
                  <a:lnTo>
                    <a:pt x="1244" y="552"/>
                  </a:lnTo>
                  <a:lnTo>
                    <a:pt x="1245" y="0"/>
                  </a:lnTo>
                  <a:lnTo>
                    <a:pt x="1245" y="0"/>
                  </a:lnTo>
                  <a:lnTo>
                    <a:pt x="1245" y="0"/>
                  </a:lnTo>
                  <a:lnTo>
                    <a:pt x="1246" y="552"/>
                  </a:lnTo>
                  <a:lnTo>
                    <a:pt x="1246" y="552"/>
                  </a:lnTo>
                  <a:lnTo>
                    <a:pt x="1246" y="552"/>
                  </a:lnTo>
                  <a:lnTo>
                    <a:pt x="1247" y="0"/>
                  </a:lnTo>
                  <a:lnTo>
                    <a:pt x="1247" y="1"/>
                  </a:lnTo>
                  <a:lnTo>
                    <a:pt x="1248" y="1"/>
                  </a:lnTo>
                  <a:lnTo>
                    <a:pt x="1248" y="0"/>
                  </a:lnTo>
                  <a:lnTo>
                    <a:pt x="1248" y="552"/>
                  </a:lnTo>
                  <a:lnTo>
                    <a:pt x="1248" y="552"/>
                  </a:lnTo>
                  <a:lnTo>
                    <a:pt x="1249" y="552"/>
                  </a:lnTo>
                  <a:lnTo>
                    <a:pt x="1249" y="0"/>
                  </a:lnTo>
                  <a:lnTo>
                    <a:pt x="1250" y="370"/>
                  </a:lnTo>
                  <a:lnTo>
                    <a:pt x="1250" y="387"/>
                  </a:lnTo>
                  <a:lnTo>
                    <a:pt x="1250" y="552"/>
                  </a:lnTo>
                  <a:lnTo>
                    <a:pt x="1251" y="0"/>
                  </a:lnTo>
                  <a:lnTo>
                    <a:pt x="1251" y="0"/>
                  </a:lnTo>
                  <a:lnTo>
                    <a:pt x="1251" y="0"/>
                  </a:lnTo>
                  <a:lnTo>
                    <a:pt x="1252" y="537"/>
                  </a:lnTo>
                  <a:lnTo>
                    <a:pt x="1252" y="543"/>
                  </a:lnTo>
                  <a:lnTo>
                    <a:pt x="1252" y="552"/>
                  </a:lnTo>
                  <a:lnTo>
                    <a:pt x="1253" y="545"/>
                  </a:lnTo>
                  <a:lnTo>
                    <a:pt x="1254" y="540"/>
                  </a:lnTo>
                  <a:lnTo>
                    <a:pt x="1254" y="0"/>
                  </a:lnTo>
                  <a:lnTo>
                    <a:pt x="1254" y="254"/>
                  </a:lnTo>
                  <a:lnTo>
                    <a:pt x="1255" y="275"/>
                  </a:lnTo>
                  <a:lnTo>
                    <a:pt x="1255" y="552"/>
                  </a:lnTo>
                  <a:lnTo>
                    <a:pt x="1256" y="473"/>
                  </a:lnTo>
                  <a:lnTo>
                    <a:pt x="1256" y="459"/>
                  </a:lnTo>
                  <a:lnTo>
                    <a:pt x="1256" y="148"/>
                  </a:lnTo>
                  <a:lnTo>
                    <a:pt x="1257" y="552"/>
                  </a:lnTo>
                  <a:lnTo>
                    <a:pt x="1257" y="552"/>
                  </a:lnTo>
                  <a:lnTo>
                    <a:pt x="1257" y="552"/>
                  </a:lnTo>
                  <a:lnTo>
                    <a:pt x="1257" y="6"/>
                  </a:lnTo>
                  <a:lnTo>
                    <a:pt x="1258" y="502"/>
                  </a:lnTo>
                  <a:lnTo>
                    <a:pt x="1258" y="485"/>
                  </a:lnTo>
                  <a:lnTo>
                    <a:pt x="1259" y="0"/>
                  </a:lnTo>
                  <a:lnTo>
                    <a:pt x="1259" y="198"/>
                  </a:lnTo>
                  <a:lnTo>
                    <a:pt x="1259" y="225"/>
                  </a:lnTo>
                  <a:lnTo>
                    <a:pt x="1260" y="552"/>
                  </a:lnTo>
                  <a:lnTo>
                    <a:pt x="1260" y="511"/>
                  </a:lnTo>
                  <a:lnTo>
                    <a:pt x="1260" y="514"/>
                  </a:lnTo>
                  <a:lnTo>
                    <a:pt x="1261" y="552"/>
                  </a:lnTo>
                  <a:lnTo>
                    <a:pt x="1262" y="87"/>
                  </a:lnTo>
                  <a:lnTo>
                    <a:pt x="1262" y="90"/>
                  </a:lnTo>
                  <a:lnTo>
                    <a:pt x="1262" y="93"/>
                  </a:lnTo>
                  <a:lnTo>
                    <a:pt x="1263" y="552"/>
                  </a:lnTo>
                  <a:lnTo>
                    <a:pt x="1263" y="402"/>
                  </a:lnTo>
                  <a:lnTo>
                    <a:pt x="1263" y="384"/>
                  </a:lnTo>
                  <a:lnTo>
                    <a:pt x="1264" y="0"/>
                  </a:lnTo>
                  <a:lnTo>
                    <a:pt x="1264" y="552"/>
                  </a:lnTo>
                  <a:lnTo>
                    <a:pt x="1264" y="552"/>
                  </a:lnTo>
                  <a:lnTo>
                    <a:pt x="1265" y="389"/>
                  </a:lnTo>
                  <a:lnTo>
                    <a:pt x="1265" y="372"/>
                  </a:lnTo>
                  <a:lnTo>
                    <a:pt x="1266" y="0"/>
                  </a:lnTo>
                  <a:lnTo>
                    <a:pt x="1266" y="298"/>
                  </a:lnTo>
                  <a:lnTo>
                    <a:pt x="1266" y="304"/>
                  </a:lnTo>
                  <a:lnTo>
                    <a:pt x="1267" y="296"/>
                  </a:lnTo>
                  <a:lnTo>
                    <a:pt x="1268" y="430"/>
                  </a:lnTo>
                  <a:lnTo>
                    <a:pt x="1268" y="427"/>
                  </a:lnTo>
                  <a:lnTo>
                    <a:pt x="1268" y="425"/>
                  </a:lnTo>
                  <a:lnTo>
                    <a:pt x="1268" y="0"/>
                  </a:lnTo>
                  <a:lnTo>
                    <a:pt x="1269" y="483"/>
                  </a:lnTo>
                  <a:lnTo>
                    <a:pt x="1269" y="506"/>
                  </a:lnTo>
                  <a:lnTo>
                    <a:pt x="1269" y="552"/>
                  </a:lnTo>
                  <a:lnTo>
                    <a:pt x="1270" y="91"/>
                  </a:lnTo>
                  <a:lnTo>
                    <a:pt x="1270" y="83"/>
                  </a:lnTo>
                  <a:lnTo>
                    <a:pt x="1270" y="20"/>
                  </a:lnTo>
                  <a:lnTo>
                    <a:pt x="1271" y="552"/>
                  </a:lnTo>
                  <a:lnTo>
                    <a:pt x="1271" y="418"/>
                  </a:lnTo>
                  <a:lnTo>
                    <a:pt x="1271" y="396"/>
                  </a:lnTo>
                  <a:lnTo>
                    <a:pt x="1272" y="0"/>
                  </a:lnTo>
                  <a:lnTo>
                    <a:pt x="1272" y="117"/>
                  </a:lnTo>
                  <a:lnTo>
                    <a:pt x="1272" y="109"/>
                  </a:lnTo>
                  <a:lnTo>
                    <a:pt x="1273" y="0"/>
                  </a:lnTo>
                  <a:lnTo>
                    <a:pt x="1274" y="552"/>
                  </a:lnTo>
                  <a:lnTo>
                    <a:pt x="1274" y="552"/>
                  </a:lnTo>
                  <a:lnTo>
                    <a:pt x="1274" y="552"/>
                  </a:lnTo>
                  <a:lnTo>
                    <a:pt x="1275" y="0"/>
                  </a:lnTo>
                  <a:lnTo>
                    <a:pt x="1275" y="0"/>
                  </a:lnTo>
                  <a:lnTo>
                    <a:pt x="1275" y="0"/>
                  </a:lnTo>
                  <a:lnTo>
                    <a:pt x="1276" y="552"/>
                  </a:lnTo>
                  <a:lnTo>
                    <a:pt x="1276" y="552"/>
                  </a:lnTo>
                  <a:lnTo>
                    <a:pt x="1276" y="552"/>
                  </a:lnTo>
                  <a:lnTo>
                    <a:pt x="1277" y="307"/>
                  </a:lnTo>
                  <a:lnTo>
                    <a:pt x="1277" y="344"/>
                  </a:lnTo>
                  <a:lnTo>
                    <a:pt x="1277" y="347"/>
                  </a:lnTo>
                  <a:lnTo>
                    <a:pt x="1278" y="339"/>
                  </a:lnTo>
                  <a:lnTo>
                    <a:pt x="1279" y="552"/>
                  </a:lnTo>
                  <a:lnTo>
                    <a:pt x="1279" y="552"/>
                  </a:lnTo>
                  <a:lnTo>
                    <a:pt x="1279" y="552"/>
                  </a:lnTo>
                  <a:lnTo>
                    <a:pt x="1280" y="0"/>
                  </a:lnTo>
                  <a:lnTo>
                    <a:pt x="1280" y="0"/>
                  </a:lnTo>
                  <a:lnTo>
                    <a:pt x="1280" y="0"/>
                  </a:lnTo>
                  <a:lnTo>
                    <a:pt x="1280" y="552"/>
                  </a:lnTo>
                  <a:lnTo>
                    <a:pt x="1281" y="353"/>
                  </a:lnTo>
                  <a:lnTo>
                    <a:pt x="1281" y="335"/>
                  </a:lnTo>
                  <a:lnTo>
                    <a:pt x="1282" y="0"/>
                  </a:lnTo>
                  <a:lnTo>
                    <a:pt x="1282" y="0"/>
                  </a:lnTo>
                  <a:lnTo>
                    <a:pt x="1282" y="0"/>
                  </a:lnTo>
                  <a:lnTo>
                    <a:pt x="1283" y="552"/>
                  </a:lnTo>
                  <a:lnTo>
                    <a:pt x="1283" y="552"/>
                  </a:lnTo>
                  <a:lnTo>
                    <a:pt x="1283" y="552"/>
                  </a:lnTo>
                  <a:lnTo>
                    <a:pt x="1284" y="0"/>
                  </a:lnTo>
                  <a:lnTo>
                    <a:pt x="1285" y="0"/>
                  </a:lnTo>
                  <a:lnTo>
                    <a:pt x="1285" y="0"/>
                  </a:lnTo>
                  <a:lnTo>
                    <a:pt x="1285" y="552"/>
                  </a:lnTo>
                  <a:lnTo>
                    <a:pt x="1286" y="387"/>
                  </a:lnTo>
                  <a:lnTo>
                    <a:pt x="1286" y="386"/>
                  </a:lnTo>
                  <a:lnTo>
                    <a:pt x="1286" y="515"/>
                  </a:lnTo>
                  <a:lnTo>
                    <a:pt x="1287" y="361"/>
                  </a:lnTo>
                  <a:lnTo>
                    <a:pt x="1287" y="454"/>
                  </a:lnTo>
                  <a:lnTo>
                    <a:pt x="1287" y="459"/>
                  </a:lnTo>
                  <a:lnTo>
                    <a:pt x="1288" y="552"/>
                  </a:lnTo>
                  <a:lnTo>
                    <a:pt x="1288" y="552"/>
                  </a:lnTo>
                  <a:lnTo>
                    <a:pt x="1288" y="549"/>
                  </a:lnTo>
                  <a:lnTo>
                    <a:pt x="1289" y="0"/>
                  </a:lnTo>
                  <a:lnTo>
                    <a:pt x="1289" y="0"/>
                  </a:lnTo>
                  <a:lnTo>
                    <a:pt x="1289" y="0"/>
                  </a:lnTo>
                  <a:lnTo>
                    <a:pt x="1291" y="169"/>
                  </a:lnTo>
                  <a:lnTo>
                    <a:pt x="1291" y="169"/>
                  </a:lnTo>
                  <a:lnTo>
                    <a:pt x="1291" y="169"/>
                  </a:lnTo>
                  <a:lnTo>
                    <a:pt x="1291" y="167"/>
                  </a:lnTo>
                  <a:lnTo>
                    <a:pt x="1291" y="552"/>
                  </a:lnTo>
                  <a:lnTo>
                    <a:pt x="1292" y="552"/>
                  </a:lnTo>
                  <a:lnTo>
                    <a:pt x="1292" y="552"/>
                  </a:lnTo>
                  <a:lnTo>
                    <a:pt x="1293" y="552"/>
                  </a:lnTo>
                  <a:lnTo>
                    <a:pt x="1293" y="550"/>
                  </a:lnTo>
                  <a:lnTo>
                    <a:pt x="1294" y="0"/>
                  </a:lnTo>
                  <a:lnTo>
                    <a:pt x="1294" y="106"/>
                  </a:lnTo>
                  <a:lnTo>
                    <a:pt x="1294" y="135"/>
                  </a:lnTo>
                  <a:lnTo>
                    <a:pt x="1294" y="552"/>
                  </a:lnTo>
                  <a:lnTo>
                    <a:pt x="1295" y="474"/>
                  </a:lnTo>
                  <a:lnTo>
                    <a:pt x="1295" y="475"/>
                  </a:lnTo>
                  <a:lnTo>
                    <a:pt x="1296" y="552"/>
                  </a:lnTo>
                  <a:lnTo>
                    <a:pt x="1297" y="552"/>
                  </a:lnTo>
                  <a:lnTo>
                    <a:pt x="1297" y="552"/>
                  </a:lnTo>
                  <a:lnTo>
                    <a:pt x="1297" y="552"/>
                  </a:lnTo>
                  <a:lnTo>
                    <a:pt x="1298" y="59"/>
                  </a:lnTo>
                  <a:lnTo>
                    <a:pt x="1298" y="43"/>
                  </a:lnTo>
                  <a:lnTo>
                    <a:pt x="1298" y="0"/>
                  </a:lnTo>
                  <a:lnTo>
                    <a:pt x="1299" y="508"/>
                  </a:lnTo>
                  <a:lnTo>
                    <a:pt x="1299" y="463"/>
                  </a:lnTo>
                  <a:lnTo>
                    <a:pt x="1299" y="451"/>
                  </a:lnTo>
                  <a:lnTo>
                    <a:pt x="1300" y="458"/>
                  </a:lnTo>
                  <a:lnTo>
                    <a:pt x="1300" y="248"/>
                  </a:lnTo>
                  <a:lnTo>
                    <a:pt x="1300" y="233"/>
                  </a:lnTo>
                  <a:lnTo>
                    <a:pt x="1300" y="157"/>
                  </a:lnTo>
                  <a:lnTo>
                    <a:pt x="1301" y="552"/>
                  </a:lnTo>
                  <a:lnTo>
                    <a:pt x="1301" y="552"/>
                  </a:lnTo>
                  <a:lnTo>
                    <a:pt x="1301" y="549"/>
                  </a:lnTo>
                  <a:lnTo>
                    <a:pt x="1302" y="0"/>
                  </a:lnTo>
                  <a:lnTo>
                    <a:pt x="1303" y="176"/>
                  </a:lnTo>
                  <a:lnTo>
                    <a:pt x="1303" y="210"/>
                  </a:lnTo>
                  <a:lnTo>
                    <a:pt x="1303" y="552"/>
                  </a:lnTo>
                  <a:lnTo>
                    <a:pt x="1304" y="145"/>
                  </a:lnTo>
                  <a:lnTo>
                    <a:pt x="1304" y="189"/>
                  </a:lnTo>
                  <a:lnTo>
                    <a:pt x="1304" y="186"/>
                  </a:lnTo>
                  <a:lnTo>
                    <a:pt x="1304" y="183"/>
                  </a:lnTo>
                  <a:lnTo>
                    <a:pt x="1305" y="552"/>
                  </a:lnTo>
                  <a:lnTo>
                    <a:pt x="1305" y="552"/>
                  </a:lnTo>
                  <a:lnTo>
                    <a:pt x="1305" y="552"/>
                  </a:lnTo>
                  <a:lnTo>
                    <a:pt x="1306" y="0"/>
                  </a:lnTo>
                  <a:lnTo>
                    <a:pt x="1306" y="0"/>
                  </a:lnTo>
                  <a:lnTo>
                    <a:pt x="1307" y="0"/>
                  </a:lnTo>
                  <a:lnTo>
                    <a:pt x="1307" y="552"/>
                  </a:lnTo>
                  <a:lnTo>
                    <a:pt x="1307" y="552"/>
                  </a:lnTo>
                  <a:lnTo>
                    <a:pt x="1308" y="552"/>
                  </a:lnTo>
                  <a:lnTo>
                    <a:pt x="1309" y="552"/>
                  </a:lnTo>
                  <a:lnTo>
                    <a:pt x="1309" y="552"/>
                  </a:lnTo>
                  <a:lnTo>
                    <a:pt x="1310" y="552"/>
                  </a:lnTo>
                  <a:lnTo>
                    <a:pt x="1310" y="552"/>
                  </a:lnTo>
                  <a:lnTo>
                    <a:pt x="1311" y="0"/>
                  </a:lnTo>
                  <a:lnTo>
                    <a:pt x="1311" y="0"/>
                  </a:lnTo>
                  <a:lnTo>
                    <a:pt x="1311" y="0"/>
                  </a:lnTo>
                  <a:lnTo>
                    <a:pt x="1312" y="552"/>
                  </a:lnTo>
                  <a:lnTo>
                    <a:pt x="1312" y="552"/>
                  </a:lnTo>
                  <a:lnTo>
                    <a:pt x="1313" y="552"/>
                  </a:lnTo>
                  <a:lnTo>
                    <a:pt x="1313" y="539"/>
                  </a:lnTo>
                  <a:lnTo>
                    <a:pt x="1313" y="552"/>
                  </a:lnTo>
                  <a:lnTo>
                    <a:pt x="1314" y="552"/>
                  </a:lnTo>
                  <a:lnTo>
                    <a:pt x="1315" y="552"/>
                  </a:lnTo>
                  <a:lnTo>
                    <a:pt x="1315" y="552"/>
                  </a:lnTo>
                  <a:lnTo>
                    <a:pt x="1316" y="0"/>
                  </a:lnTo>
                  <a:lnTo>
                    <a:pt x="1316" y="0"/>
                  </a:lnTo>
                  <a:lnTo>
                    <a:pt x="1316" y="0"/>
                  </a:lnTo>
                  <a:lnTo>
                    <a:pt x="1317" y="552"/>
                  </a:lnTo>
                  <a:lnTo>
                    <a:pt x="1317" y="552"/>
                  </a:lnTo>
                  <a:lnTo>
                    <a:pt x="1317" y="552"/>
                  </a:lnTo>
                  <a:lnTo>
                    <a:pt x="1318" y="552"/>
                  </a:lnTo>
                  <a:lnTo>
                    <a:pt x="1319" y="552"/>
                  </a:lnTo>
                  <a:lnTo>
                    <a:pt x="1319" y="552"/>
                  </a:lnTo>
                  <a:lnTo>
                    <a:pt x="1320" y="552"/>
                  </a:lnTo>
                  <a:lnTo>
                    <a:pt x="1320" y="0"/>
                  </a:lnTo>
                  <a:lnTo>
                    <a:pt x="1321" y="0"/>
                  </a:lnTo>
                  <a:lnTo>
                    <a:pt x="1321" y="0"/>
                  </a:lnTo>
                  <a:lnTo>
                    <a:pt x="1322" y="552"/>
                  </a:lnTo>
                  <a:lnTo>
                    <a:pt x="1322" y="552"/>
                  </a:lnTo>
                  <a:lnTo>
                    <a:pt x="1322" y="552"/>
                  </a:lnTo>
                  <a:lnTo>
                    <a:pt x="1323" y="552"/>
                  </a:lnTo>
                  <a:lnTo>
                    <a:pt x="1323" y="552"/>
                  </a:lnTo>
                  <a:lnTo>
                    <a:pt x="1323" y="545"/>
                  </a:lnTo>
                  <a:lnTo>
                    <a:pt x="1324" y="552"/>
                  </a:lnTo>
                  <a:lnTo>
                    <a:pt x="1324" y="552"/>
                  </a:lnTo>
                  <a:lnTo>
                    <a:pt x="1325" y="0"/>
                  </a:lnTo>
                  <a:lnTo>
                    <a:pt x="1325" y="0"/>
                  </a:lnTo>
                  <a:lnTo>
                    <a:pt x="1325" y="0"/>
                  </a:lnTo>
                  <a:lnTo>
                    <a:pt x="1326" y="552"/>
                  </a:lnTo>
                  <a:lnTo>
                    <a:pt x="1327" y="552"/>
                  </a:lnTo>
                  <a:lnTo>
                    <a:pt x="1327" y="552"/>
                  </a:lnTo>
                  <a:lnTo>
                    <a:pt x="1328" y="552"/>
                  </a:lnTo>
                  <a:lnTo>
                    <a:pt x="1328" y="552"/>
                  </a:lnTo>
                  <a:lnTo>
                    <a:pt x="1329" y="480"/>
                  </a:lnTo>
                  <a:lnTo>
                    <a:pt x="1329" y="552"/>
                  </a:lnTo>
                  <a:lnTo>
                    <a:pt x="1329" y="552"/>
                  </a:lnTo>
                  <a:lnTo>
                    <a:pt x="1330" y="0"/>
                  </a:lnTo>
                  <a:lnTo>
                    <a:pt x="1330" y="0"/>
                  </a:lnTo>
                  <a:lnTo>
                    <a:pt x="1330" y="0"/>
                  </a:lnTo>
                  <a:lnTo>
                    <a:pt x="1331" y="552"/>
                  </a:lnTo>
                  <a:lnTo>
                    <a:pt x="1332" y="552"/>
                  </a:lnTo>
                  <a:lnTo>
                    <a:pt x="1332" y="552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4" y="552"/>
                  </a:lnTo>
                  <a:lnTo>
                    <a:pt x="1334" y="552"/>
                  </a:lnTo>
                  <a:lnTo>
                    <a:pt x="1335" y="0"/>
                  </a:lnTo>
                  <a:lnTo>
                    <a:pt x="1335" y="0"/>
                  </a:lnTo>
                  <a:lnTo>
                    <a:pt x="1335" y="0"/>
                  </a:lnTo>
                  <a:lnTo>
                    <a:pt x="1336" y="552"/>
                  </a:lnTo>
                  <a:lnTo>
                    <a:pt x="1336" y="552"/>
                  </a:lnTo>
                  <a:lnTo>
                    <a:pt x="1336" y="552"/>
                  </a:lnTo>
                  <a:lnTo>
                    <a:pt x="1337" y="490"/>
                  </a:lnTo>
                  <a:lnTo>
                    <a:pt x="1338" y="552"/>
                  </a:lnTo>
                  <a:lnTo>
                    <a:pt x="1338" y="552"/>
                  </a:lnTo>
                  <a:lnTo>
                    <a:pt x="1339" y="552"/>
                  </a:lnTo>
                  <a:lnTo>
                    <a:pt x="1339" y="552"/>
                  </a:lnTo>
                  <a:lnTo>
                    <a:pt x="1340" y="0"/>
                  </a:lnTo>
                  <a:lnTo>
                    <a:pt x="1340" y="0"/>
                  </a:lnTo>
                  <a:lnTo>
                    <a:pt x="1340" y="0"/>
                  </a:lnTo>
                  <a:lnTo>
                    <a:pt x="1341" y="552"/>
                  </a:lnTo>
                  <a:lnTo>
                    <a:pt x="1341" y="552"/>
                  </a:lnTo>
                  <a:lnTo>
                    <a:pt x="1341" y="552"/>
                  </a:lnTo>
                  <a:lnTo>
                    <a:pt x="1342" y="552"/>
                  </a:lnTo>
                  <a:lnTo>
                    <a:pt x="1342" y="552"/>
                  </a:lnTo>
                  <a:lnTo>
                    <a:pt x="1344" y="328"/>
                  </a:lnTo>
                  <a:lnTo>
                    <a:pt x="1344" y="311"/>
                  </a:lnTo>
                  <a:lnTo>
                    <a:pt x="1344" y="0"/>
                  </a:lnTo>
                  <a:lnTo>
                    <a:pt x="1344" y="343"/>
                  </a:lnTo>
                  <a:lnTo>
                    <a:pt x="1345" y="324"/>
                  </a:lnTo>
                  <a:lnTo>
                    <a:pt x="1345" y="353"/>
                  </a:lnTo>
                  <a:lnTo>
                    <a:pt x="1345" y="552"/>
                  </a:lnTo>
                  <a:lnTo>
                    <a:pt x="1346" y="552"/>
                  </a:lnTo>
                  <a:lnTo>
                    <a:pt x="1346" y="552"/>
                  </a:lnTo>
                  <a:lnTo>
                    <a:pt x="1347" y="552"/>
                  </a:lnTo>
                  <a:lnTo>
                    <a:pt x="1347" y="552"/>
                  </a:lnTo>
                  <a:lnTo>
                    <a:pt x="1348" y="0"/>
                  </a:lnTo>
                  <a:lnTo>
                    <a:pt x="1348" y="0"/>
                  </a:lnTo>
                  <a:lnTo>
                    <a:pt x="1348" y="0"/>
                  </a:lnTo>
                  <a:lnTo>
                    <a:pt x="1350" y="234"/>
                  </a:lnTo>
                  <a:lnTo>
                    <a:pt x="1350" y="255"/>
                  </a:lnTo>
                  <a:lnTo>
                    <a:pt x="1350" y="552"/>
                  </a:lnTo>
                  <a:lnTo>
                    <a:pt x="1351" y="552"/>
                  </a:lnTo>
                  <a:lnTo>
                    <a:pt x="1351" y="552"/>
                  </a:lnTo>
                  <a:lnTo>
                    <a:pt x="1352" y="552"/>
                  </a:lnTo>
                  <a:lnTo>
                    <a:pt x="1352" y="552"/>
                  </a:lnTo>
                  <a:lnTo>
                    <a:pt x="1353" y="245"/>
                  </a:lnTo>
                  <a:lnTo>
                    <a:pt x="1353" y="230"/>
                  </a:lnTo>
                  <a:lnTo>
                    <a:pt x="1353" y="0"/>
                  </a:lnTo>
                  <a:lnTo>
                    <a:pt x="1354" y="0"/>
                  </a:lnTo>
                  <a:lnTo>
                    <a:pt x="1354" y="0"/>
                  </a:lnTo>
                  <a:lnTo>
                    <a:pt x="1355" y="552"/>
                  </a:lnTo>
                  <a:lnTo>
                    <a:pt x="1356" y="552"/>
                  </a:lnTo>
                  <a:lnTo>
                    <a:pt x="1356" y="552"/>
                  </a:lnTo>
                  <a:lnTo>
                    <a:pt x="1356" y="478"/>
                  </a:lnTo>
                  <a:lnTo>
                    <a:pt x="1357" y="552"/>
                  </a:lnTo>
                  <a:lnTo>
                    <a:pt x="1357" y="552"/>
                  </a:lnTo>
                  <a:lnTo>
                    <a:pt x="1358" y="0"/>
                  </a:lnTo>
                  <a:lnTo>
                    <a:pt x="1358" y="0"/>
                  </a:lnTo>
                  <a:lnTo>
                    <a:pt x="1358" y="0"/>
                  </a:lnTo>
                  <a:lnTo>
                    <a:pt x="1359" y="552"/>
                  </a:lnTo>
                  <a:lnTo>
                    <a:pt x="1359" y="552"/>
                  </a:lnTo>
                  <a:lnTo>
                    <a:pt x="1359" y="552"/>
                  </a:lnTo>
                  <a:lnTo>
                    <a:pt x="1360" y="447"/>
                  </a:lnTo>
                  <a:lnTo>
                    <a:pt x="1360" y="544"/>
                  </a:lnTo>
                  <a:lnTo>
                    <a:pt x="1360" y="544"/>
                  </a:lnTo>
                  <a:lnTo>
                    <a:pt x="1361" y="552"/>
                  </a:lnTo>
                  <a:lnTo>
                    <a:pt x="1362" y="378"/>
                  </a:lnTo>
                  <a:lnTo>
                    <a:pt x="1362" y="361"/>
                  </a:lnTo>
                  <a:lnTo>
                    <a:pt x="1362" y="0"/>
                  </a:lnTo>
                  <a:lnTo>
                    <a:pt x="1363" y="0"/>
                  </a:lnTo>
                  <a:lnTo>
                    <a:pt x="1363" y="0"/>
                  </a:lnTo>
                  <a:lnTo>
                    <a:pt x="1364" y="552"/>
                  </a:lnTo>
                  <a:lnTo>
                    <a:pt x="1364" y="552"/>
                  </a:lnTo>
                  <a:lnTo>
                    <a:pt x="1364" y="552"/>
                  </a:lnTo>
                  <a:lnTo>
                    <a:pt x="1365" y="552"/>
                  </a:lnTo>
                  <a:lnTo>
                    <a:pt x="1366" y="552"/>
                  </a:lnTo>
                  <a:lnTo>
                    <a:pt x="1366" y="472"/>
                  </a:lnTo>
                  <a:lnTo>
                    <a:pt x="1367" y="453"/>
                  </a:lnTo>
                  <a:lnTo>
                    <a:pt x="1367" y="0"/>
                  </a:lnTo>
                  <a:lnTo>
                    <a:pt x="1368" y="273"/>
                  </a:lnTo>
                  <a:lnTo>
                    <a:pt x="1368" y="289"/>
                  </a:lnTo>
                  <a:lnTo>
                    <a:pt x="1368" y="552"/>
                  </a:lnTo>
                  <a:lnTo>
                    <a:pt x="1369" y="552"/>
                  </a:lnTo>
                  <a:lnTo>
                    <a:pt x="1369" y="552"/>
                  </a:lnTo>
                  <a:lnTo>
                    <a:pt x="1370" y="456"/>
                  </a:lnTo>
                  <a:lnTo>
                    <a:pt x="1370" y="448"/>
                  </a:lnTo>
                  <a:lnTo>
                    <a:pt x="1371" y="0"/>
                  </a:lnTo>
                  <a:lnTo>
                    <a:pt x="1371" y="3"/>
                  </a:lnTo>
                  <a:lnTo>
                    <a:pt x="1372" y="6"/>
                  </a:lnTo>
                  <a:lnTo>
                    <a:pt x="1372" y="552"/>
                  </a:lnTo>
                  <a:lnTo>
                    <a:pt x="1372" y="552"/>
                  </a:lnTo>
                  <a:lnTo>
                    <a:pt x="1373" y="552"/>
                  </a:lnTo>
                  <a:lnTo>
                    <a:pt x="1374" y="436"/>
                  </a:lnTo>
                  <a:lnTo>
                    <a:pt x="1374" y="441"/>
                  </a:lnTo>
                  <a:lnTo>
                    <a:pt x="1374" y="443"/>
                  </a:lnTo>
                  <a:lnTo>
                    <a:pt x="1374" y="542"/>
                  </a:lnTo>
                  <a:lnTo>
                    <a:pt x="1375" y="0"/>
                  </a:lnTo>
                  <a:lnTo>
                    <a:pt x="1375" y="0"/>
                  </a:lnTo>
                  <a:lnTo>
                    <a:pt x="1375" y="0"/>
                  </a:lnTo>
                  <a:lnTo>
                    <a:pt x="1376" y="552"/>
                  </a:lnTo>
                  <a:lnTo>
                    <a:pt x="1376" y="552"/>
                  </a:lnTo>
                  <a:lnTo>
                    <a:pt x="1376" y="552"/>
                  </a:lnTo>
                  <a:lnTo>
                    <a:pt x="1377" y="552"/>
                  </a:lnTo>
                  <a:lnTo>
                    <a:pt x="1378" y="552"/>
                  </a:lnTo>
                  <a:lnTo>
                    <a:pt x="1378" y="484"/>
                  </a:lnTo>
                  <a:lnTo>
                    <a:pt x="1379" y="474"/>
                  </a:lnTo>
                  <a:lnTo>
                    <a:pt x="1379" y="0"/>
                  </a:lnTo>
                  <a:lnTo>
                    <a:pt x="1380" y="9"/>
                  </a:lnTo>
                  <a:lnTo>
                    <a:pt x="1380" y="16"/>
                  </a:lnTo>
                  <a:lnTo>
                    <a:pt x="1380" y="552"/>
                  </a:lnTo>
                  <a:lnTo>
                    <a:pt x="1381" y="552"/>
                  </a:lnTo>
                  <a:lnTo>
                    <a:pt x="1381" y="552"/>
                  </a:lnTo>
                  <a:lnTo>
                    <a:pt x="1382" y="0"/>
                  </a:lnTo>
                  <a:lnTo>
                    <a:pt x="1382" y="0"/>
                  </a:lnTo>
                  <a:lnTo>
                    <a:pt x="1382" y="0"/>
                  </a:lnTo>
                  <a:lnTo>
                    <a:pt x="1383" y="0"/>
                  </a:lnTo>
                  <a:lnTo>
                    <a:pt x="1383" y="0"/>
                  </a:lnTo>
                  <a:lnTo>
                    <a:pt x="1385" y="552"/>
                  </a:lnTo>
                  <a:lnTo>
                    <a:pt x="1385" y="552"/>
                  </a:lnTo>
                  <a:lnTo>
                    <a:pt x="1385" y="552"/>
                  </a:lnTo>
                  <a:lnTo>
                    <a:pt x="1386" y="552"/>
                  </a:lnTo>
                  <a:lnTo>
                    <a:pt x="1386" y="552"/>
                  </a:lnTo>
                  <a:lnTo>
                    <a:pt x="1387" y="479"/>
                  </a:lnTo>
                  <a:lnTo>
                    <a:pt x="1387" y="552"/>
                  </a:lnTo>
                  <a:lnTo>
                    <a:pt x="1387" y="552"/>
                  </a:lnTo>
                  <a:lnTo>
                    <a:pt x="1388" y="305"/>
                  </a:lnTo>
                  <a:lnTo>
                    <a:pt x="1388" y="480"/>
                  </a:lnTo>
                  <a:lnTo>
                    <a:pt x="1388" y="480"/>
                  </a:lnTo>
                  <a:lnTo>
                    <a:pt x="1389" y="552"/>
                  </a:lnTo>
                  <a:lnTo>
                    <a:pt x="1389" y="552"/>
                  </a:lnTo>
                  <a:lnTo>
                    <a:pt x="1389" y="552"/>
                  </a:lnTo>
                  <a:lnTo>
                    <a:pt x="1391" y="552"/>
                  </a:lnTo>
                  <a:lnTo>
                    <a:pt x="1391" y="552"/>
                  </a:lnTo>
                  <a:lnTo>
                    <a:pt x="1392" y="50"/>
                  </a:lnTo>
                  <a:lnTo>
                    <a:pt x="1392" y="37"/>
                  </a:lnTo>
                  <a:lnTo>
                    <a:pt x="1392" y="0"/>
                  </a:lnTo>
                  <a:lnTo>
                    <a:pt x="1393" y="552"/>
                  </a:lnTo>
                  <a:lnTo>
                    <a:pt x="1393" y="552"/>
                  </a:lnTo>
                  <a:lnTo>
                    <a:pt x="1393" y="552"/>
                  </a:lnTo>
                  <a:lnTo>
                    <a:pt x="1394" y="243"/>
                  </a:lnTo>
                  <a:lnTo>
                    <a:pt x="1394" y="259"/>
                  </a:lnTo>
                  <a:lnTo>
                    <a:pt x="1394" y="260"/>
                  </a:lnTo>
                  <a:lnTo>
                    <a:pt x="1395" y="228"/>
                  </a:lnTo>
                  <a:lnTo>
                    <a:pt x="1395" y="351"/>
                  </a:lnTo>
                  <a:lnTo>
                    <a:pt x="1395" y="229"/>
                  </a:lnTo>
                  <a:lnTo>
                    <a:pt x="1395" y="213"/>
                  </a:lnTo>
                  <a:lnTo>
                    <a:pt x="1396" y="0"/>
                  </a:lnTo>
                  <a:lnTo>
                    <a:pt x="1397" y="0"/>
                  </a:lnTo>
                  <a:lnTo>
                    <a:pt x="1397" y="0"/>
                  </a:lnTo>
                  <a:lnTo>
                    <a:pt x="1397" y="552"/>
                  </a:lnTo>
                  <a:lnTo>
                    <a:pt x="1398" y="552"/>
                  </a:lnTo>
                  <a:lnTo>
                    <a:pt x="1398" y="552"/>
                  </a:lnTo>
                  <a:lnTo>
                    <a:pt x="1399" y="552"/>
                  </a:lnTo>
                  <a:lnTo>
                    <a:pt x="1399" y="552"/>
                  </a:lnTo>
                  <a:lnTo>
                    <a:pt x="1400" y="216"/>
                  </a:lnTo>
                  <a:lnTo>
                    <a:pt x="1400" y="205"/>
                  </a:lnTo>
                  <a:lnTo>
                    <a:pt x="1400" y="0"/>
                  </a:lnTo>
                  <a:lnTo>
                    <a:pt x="1401" y="552"/>
                  </a:lnTo>
                  <a:lnTo>
                    <a:pt x="1401" y="552"/>
                  </a:lnTo>
                  <a:lnTo>
                    <a:pt x="1401" y="552"/>
                  </a:lnTo>
                  <a:lnTo>
                    <a:pt x="1403" y="552"/>
                  </a:lnTo>
                  <a:lnTo>
                    <a:pt x="1403" y="552"/>
                  </a:lnTo>
                  <a:lnTo>
                    <a:pt x="1404" y="552"/>
                  </a:lnTo>
                  <a:lnTo>
                    <a:pt x="1404" y="552"/>
                  </a:lnTo>
                  <a:lnTo>
                    <a:pt x="1404" y="0"/>
                  </a:lnTo>
                  <a:lnTo>
                    <a:pt x="1405" y="0"/>
                  </a:lnTo>
                  <a:lnTo>
                    <a:pt x="1405" y="0"/>
                  </a:lnTo>
                  <a:lnTo>
                    <a:pt x="1406" y="552"/>
                  </a:lnTo>
                  <a:lnTo>
                    <a:pt x="1406" y="552"/>
                  </a:lnTo>
                  <a:lnTo>
                    <a:pt x="1406" y="552"/>
                  </a:lnTo>
                  <a:lnTo>
                    <a:pt x="1407" y="258"/>
                  </a:lnTo>
                  <a:lnTo>
                    <a:pt x="1407" y="264"/>
                  </a:lnTo>
                  <a:lnTo>
                    <a:pt x="1407" y="268"/>
                  </a:lnTo>
                  <a:lnTo>
                    <a:pt x="1408" y="552"/>
                  </a:lnTo>
                  <a:lnTo>
                    <a:pt x="1409" y="358"/>
                  </a:lnTo>
                  <a:lnTo>
                    <a:pt x="1409" y="341"/>
                  </a:lnTo>
                  <a:lnTo>
                    <a:pt x="1409" y="0"/>
                  </a:lnTo>
                  <a:lnTo>
                    <a:pt x="1410" y="447"/>
                  </a:lnTo>
                  <a:lnTo>
                    <a:pt x="1410" y="473"/>
                  </a:lnTo>
                  <a:lnTo>
                    <a:pt x="1410" y="552"/>
                  </a:lnTo>
                  <a:lnTo>
                    <a:pt x="1411" y="552"/>
                  </a:lnTo>
                  <a:lnTo>
                    <a:pt x="1411" y="552"/>
                  </a:lnTo>
                  <a:lnTo>
                    <a:pt x="1412" y="378"/>
                  </a:lnTo>
                  <a:lnTo>
                    <a:pt x="1412" y="395"/>
                  </a:lnTo>
                  <a:lnTo>
                    <a:pt x="1412" y="400"/>
                  </a:lnTo>
                  <a:lnTo>
                    <a:pt x="1413" y="552"/>
                  </a:lnTo>
                  <a:lnTo>
                    <a:pt x="1413" y="161"/>
                  </a:lnTo>
                  <a:lnTo>
                    <a:pt x="1413" y="143"/>
                  </a:lnTo>
                  <a:lnTo>
                    <a:pt x="1414" y="0"/>
                  </a:lnTo>
                  <a:lnTo>
                    <a:pt x="1415" y="552"/>
                  </a:lnTo>
                  <a:lnTo>
                    <a:pt x="1415" y="552"/>
                  </a:lnTo>
                  <a:lnTo>
                    <a:pt x="1415" y="552"/>
                  </a:lnTo>
                  <a:lnTo>
                    <a:pt x="1416" y="454"/>
                  </a:lnTo>
                  <a:lnTo>
                    <a:pt x="1416" y="452"/>
                  </a:lnTo>
                  <a:lnTo>
                    <a:pt x="1416" y="434"/>
                  </a:lnTo>
                  <a:lnTo>
                    <a:pt x="1417" y="552"/>
                  </a:lnTo>
                  <a:lnTo>
                    <a:pt x="1417" y="552"/>
                  </a:lnTo>
                  <a:lnTo>
                    <a:pt x="1417" y="552"/>
                  </a:lnTo>
                  <a:lnTo>
                    <a:pt x="1418" y="0"/>
                  </a:lnTo>
                  <a:lnTo>
                    <a:pt x="1418" y="0"/>
                  </a:lnTo>
                  <a:lnTo>
                    <a:pt x="1418" y="0"/>
                  </a:lnTo>
                  <a:lnTo>
                    <a:pt x="1419" y="552"/>
                  </a:lnTo>
                  <a:lnTo>
                    <a:pt x="1419" y="552"/>
                  </a:lnTo>
                  <a:lnTo>
                    <a:pt x="1419" y="552"/>
                  </a:lnTo>
                  <a:lnTo>
                    <a:pt x="1421" y="509"/>
                  </a:lnTo>
                  <a:lnTo>
                    <a:pt x="1421" y="508"/>
                  </a:lnTo>
                  <a:lnTo>
                    <a:pt x="1421" y="532"/>
                  </a:lnTo>
                  <a:lnTo>
                    <a:pt x="1422" y="410"/>
                  </a:lnTo>
                  <a:lnTo>
                    <a:pt x="1422" y="416"/>
                  </a:lnTo>
                  <a:lnTo>
                    <a:pt x="1422" y="418"/>
                  </a:lnTo>
                  <a:lnTo>
                    <a:pt x="1422" y="439"/>
                  </a:lnTo>
                  <a:lnTo>
                    <a:pt x="1423" y="0"/>
                  </a:lnTo>
                  <a:lnTo>
                    <a:pt x="1423" y="0"/>
                  </a:lnTo>
                  <a:lnTo>
                    <a:pt x="1423" y="0"/>
                  </a:lnTo>
                  <a:lnTo>
                    <a:pt x="1424" y="552"/>
                  </a:lnTo>
                  <a:lnTo>
                    <a:pt x="1424" y="329"/>
                  </a:lnTo>
                  <a:lnTo>
                    <a:pt x="1424" y="325"/>
                  </a:lnTo>
                  <a:lnTo>
                    <a:pt x="1425" y="316"/>
                  </a:lnTo>
                  <a:lnTo>
                    <a:pt x="1425" y="552"/>
                  </a:lnTo>
                  <a:lnTo>
                    <a:pt x="1425" y="552"/>
                  </a:lnTo>
                  <a:lnTo>
                    <a:pt x="1425" y="552"/>
                  </a:lnTo>
                  <a:lnTo>
                    <a:pt x="1427" y="0"/>
                  </a:lnTo>
                  <a:lnTo>
                    <a:pt x="1427" y="0"/>
                  </a:lnTo>
                  <a:lnTo>
                    <a:pt x="1427" y="0"/>
                  </a:lnTo>
                  <a:lnTo>
                    <a:pt x="1428" y="552"/>
                  </a:lnTo>
                  <a:lnTo>
                    <a:pt x="1428" y="552"/>
                  </a:lnTo>
                  <a:lnTo>
                    <a:pt x="1428" y="552"/>
                  </a:lnTo>
                  <a:lnTo>
                    <a:pt x="1429" y="475"/>
                  </a:lnTo>
                  <a:lnTo>
                    <a:pt x="1429" y="475"/>
                  </a:lnTo>
                  <a:lnTo>
                    <a:pt x="1429" y="475"/>
                  </a:lnTo>
                  <a:lnTo>
                    <a:pt x="1430" y="552"/>
                  </a:lnTo>
                  <a:lnTo>
                    <a:pt x="1430" y="537"/>
                  </a:lnTo>
                  <a:lnTo>
                    <a:pt x="1431" y="529"/>
                  </a:lnTo>
                  <a:lnTo>
                    <a:pt x="1431" y="0"/>
                  </a:lnTo>
                  <a:lnTo>
                    <a:pt x="1431" y="233"/>
                  </a:lnTo>
                  <a:lnTo>
                    <a:pt x="1432" y="262"/>
                  </a:lnTo>
                  <a:lnTo>
                    <a:pt x="1432" y="552"/>
                  </a:lnTo>
                  <a:lnTo>
                    <a:pt x="1433" y="552"/>
                  </a:lnTo>
                  <a:lnTo>
                    <a:pt x="1433" y="551"/>
                  </a:lnTo>
                  <a:lnTo>
                    <a:pt x="1434" y="398"/>
                  </a:lnTo>
                  <a:lnTo>
                    <a:pt x="1434" y="433"/>
                  </a:lnTo>
                  <a:lnTo>
                    <a:pt x="1434" y="438"/>
                  </a:lnTo>
                  <a:lnTo>
                    <a:pt x="1435" y="552"/>
                  </a:lnTo>
                  <a:lnTo>
                    <a:pt x="1435" y="498"/>
                  </a:lnTo>
                  <a:lnTo>
                    <a:pt x="1435" y="483"/>
                  </a:lnTo>
                  <a:lnTo>
                    <a:pt x="1436" y="0"/>
                  </a:lnTo>
                  <a:lnTo>
                    <a:pt x="1436" y="253"/>
                  </a:lnTo>
                  <a:lnTo>
                    <a:pt x="1437" y="274"/>
                  </a:lnTo>
                  <a:lnTo>
                    <a:pt x="1437" y="520"/>
                  </a:lnTo>
                  <a:lnTo>
                    <a:pt x="1438" y="451"/>
                  </a:lnTo>
                  <a:lnTo>
                    <a:pt x="1438" y="451"/>
                  </a:lnTo>
                  <a:lnTo>
                    <a:pt x="1439" y="501"/>
                  </a:lnTo>
                  <a:lnTo>
                    <a:pt x="1439" y="506"/>
                  </a:lnTo>
                  <a:lnTo>
                    <a:pt x="1439" y="552"/>
                  </a:lnTo>
                  <a:lnTo>
                    <a:pt x="1440" y="161"/>
                  </a:lnTo>
                  <a:lnTo>
                    <a:pt x="1440" y="144"/>
                  </a:lnTo>
                  <a:lnTo>
                    <a:pt x="1440" y="0"/>
                  </a:lnTo>
                  <a:lnTo>
                    <a:pt x="1441" y="500"/>
                  </a:lnTo>
                  <a:lnTo>
                    <a:pt x="1441" y="496"/>
                  </a:lnTo>
                  <a:lnTo>
                    <a:pt x="1441" y="494"/>
                  </a:lnTo>
                  <a:lnTo>
                    <a:pt x="1441" y="407"/>
                  </a:lnTo>
                  <a:lnTo>
                    <a:pt x="1442" y="496"/>
                  </a:lnTo>
                  <a:lnTo>
                    <a:pt x="1442" y="492"/>
                  </a:lnTo>
                  <a:lnTo>
                    <a:pt x="1443" y="490"/>
                  </a:lnTo>
                  <a:lnTo>
                    <a:pt x="1443" y="470"/>
                  </a:lnTo>
                  <a:lnTo>
                    <a:pt x="1444" y="552"/>
                  </a:lnTo>
                  <a:lnTo>
                    <a:pt x="1444" y="552"/>
                  </a:lnTo>
                  <a:lnTo>
                    <a:pt x="1444" y="552"/>
                  </a:lnTo>
                  <a:lnTo>
                    <a:pt x="1445" y="0"/>
                  </a:lnTo>
                  <a:lnTo>
                    <a:pt x="1445" y="0"/>
                  </a:lnTo>
                  <a:lnTo>
                    <a:pt x="1445" y="0"/>
                  </a:lnTo>
                  <a:lnTo>
                    <a:pt x="1446" y="536"/>
                  </a:lnTo>
                  <a:lnTo>
                    <a:pt x="1446" y="538"/>
                  </a:lnTo>
                  <a:lnTo>
                    <a:pt x="1446" y="538"/>
                  </a:lnTo>
                  <a:lnTo>
                    <a:pt x="1447" y="307"/>
                  </a:lnTo>
                  <a:lnTo>
                    <a:pt x="1447" y="445"/>
                  </a:lnTo>
                  <a:lnTo>
                    <a:pt x="1447" y="444"/>
                  </a:lnTo>
                  <a:lnTo>
                    <a:pt x="1447" y="421"/>
                  </a:lnTo>
                  <a:lnTo>
                    <a:pt x="1448" y="552"/>
                  </a:lnTo>
                  <a:lnTo>
                    <a:pt x="1448" y="552"/>
                  </a:lnTo>
                  <a:lnTo>
                    <a:pt x="1448" y="552"/>
                  </a:lnTo>
                  <a:lnTo>
                    <a:pt x="1449" y="0"/>
                  </a:lnTo>
                  <a:lnTo>
                    <a:pt x="1450" y="0"/>
                  </a:lnTo>
                  <a:lnTo>
                    <a:pt x="1450" y="0"/>
                  </a:lnTo>
                  <a:lnTo>
                    <a:pt x="1451" y="552"/>
                  </a:lnTo>
                  <a:lnTo>
                    <a:pt x="1451" y="552"/>
                  </a:lnTo>
                  <a:lnTo>
                    <a:pt x="1451" y="552"/>
                  </a:lnTo>
                  <a:lnTo>
                    <a:pt x="1452" y="460"/>
                  </a:lnTo>
                  <a:lnTo>
                    <a:pt x="1452" y="477"/>
                  </a:lnTo>
                  <a:lnTo>
                    <a:pt x="1452" y="478"/>
                  </a:lnTo>
                  <a:lnTo>
                    <a:pt x="1453" y="468"/>
                  </a:lnTo>
                  <a:lnTo>
                    <a:pt x="1453" y="552"/>
                  </a:lnTo>
                  <a:lnTo>
                    <a:pt x="1453" y="552"/>
                  </a:lnTo>
                  <a:lnTo>
                    <a:pt x="1453" y="552"/>
                  </a:lnTo>
                  <a:lnTo>
                    <a:pt x="1454" y="0"/>
                  </a:lnTo>
                  <a:lnTo>
                    <a:pt x="1454" y="0"/>
                  </a:lnTo>
                  <a:lnTo>
                    <a:pt x="1454" y="0"/>
                  </a:lnTo>
                  <a:lnTo>
                    <a:pt x="1455" y="336"/>
                  </a:lnTo>
                  <a:lnTo>
                    <a:pt x="1456" y="0"/>
                  </a:lnTo>
                  <a:lnTo>
                    <a:pt x="1456" y="0"/>
                  </a:lnTo>
                  <a:lnTo>
                    <a:pt x="1457" y="89"/>
                  </a:lnTo>
                  <a:lnTo>
                    <a:pt x="1457" y="90"/>
                  </a:lnTo>
                  <a:lnTo>
                    <a:pt x="1458" y="552"/>
                  </a:lnTo>
                  <a:lnTo>
                    <a:pt x="1458" y="458"/>
                  </a:lnTo>
                  <a:lnTo>
                    <a:pt x="1458" y="436"/>
                  </a:lnTo>
                  <a:lnTo>
                    <a:pt x="1458" y="0"/>
                  </a:lnTo>
                  <a:lnTo>
                    <a:pt x="1459" y="508"/>
                  </a:lnTo>
                  <a:lnTo>
                    <a:pt x="1459" y="510"/>
                  </a:lnTo>
                  <a:lnTo>
                    <a:pt x="1460" y="552"/>
                  </a:lnTo>
                  <a:lnTo>
                    <a:pt x="1460" y="552"/>
                  </a:lnTo>
                  <a:lnTo>
                    <a:pt x="1460" y="552"/>
                  </a:lnTo>
                  <a:lnTo>
                    <a:pt x="1462" y="399"/>
                  </a:lnTo>
                  <a:lnTo>
                    <a:pt x="1462" y="397"/>
                  </a:lnTo>
                  <a:lnTo>
                    <a:pt x="1462" y="393"/>
                  </a:lnTo>
                  <a:lnTo>
                    <a:pt x="1463" y="552"/>
                  </a:lnTo>
                  <a:lnTo>
                    <a:pt x="1463" y="552"/>
                  </a:lnTo>
                  <a:lnTo>
                    <a:pt x="1463" y="552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5" y="552"/>
                  </a:lnTo>
                  <a:lnTo>
                    <a:pt x="1465" y="552"/>
                  </a:lnTo>
                  <a:lnTo>
                    <a:pt x="1465" y="552"/>
                  </a:lnTo>
                  <a:lnTo>
                    <a:pt x="1466" y="394"/>
                  </a:lnTo>
                  <a:lnTo>
                    <a:pt x="1466" y="485"/>
                  </a:lnTo>
                  <a:lnTo>
                    <a:pt x="1466" y="487"/>
                  </a:lnTo>
                  <a:lnTo>
                    <a:pt x="1467" y="543"/>
                  </a:lnTo>
                  <a:lnTo>
                    <a:pt x="1467" y="441"/>
                  </a:lnTo>
                  <a:lnTo>
                    <a:pt x="1468" y="456"/>
                  </a:lnTo>
                  <a:lnTo>
                    <a:pt x="1468" y="456"/>
                  </a:lnTo>
                  <a:lnTo>
                    <a:pt x="1468" y="446"/>
                  </a:lnTo>
                  <a:lnTo>
                    <a:pt x="1469" y="552"/>
                  </a:lnTo>
                  <a:lnTo>
                    <a:pt x="1469" y="552"/>
                  </a:lnTo>
                  <a:lnTo>
                    <a:pt x="1469" y="552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1" y="523"/>
                  </a:lnTo>
                  <a:lnTo>
                    <a:pt x="1471" y="495"/>
                  </a:lnTo>
                  <a:lnTo>
                    <a:pt x="1471" y="495"/>
                  </a:lnTo>
                  <a:lnTo>
                    <a:pt x="1472" y="375"/>
                  </a:lnTo>
                  <a:lnTo>
                    <a:pt x="1472" y="433"/>
                  </a:lnTo>
                  <a:lnTo>
                    <a:pt x="1472" y="436"/>
                  </a:lnTo>
                  <a:lnTo>
                    <a:pt x="1473" y="416"/>
                  </a:lnTo>
                  <a:lnTo>
                    <a:pt x="1474" y="552"/>
                  </a:lnTo>
                  <a:lnTo>
                    <a:pt x="1474" y="552"/>
                  </a:lnTo>
                  <a:lnTo>
                    <a:pt x="1475" y="108"/>
                  </a:lnTo>
                  <a:lnTo>
                    <a:pt x="1475" y="98"/>
                  </a:lnTo>
                  <a:lnTo>
                    <a:pt x="1475" y="0"/>
                  </a:lnTo>
                  <a:lnTo>
                    <a:pt x="1476" y="384"/>
                  </a:lnTo>
                  <a:lnTo>
                    <a:pt x="1476" y="386"/>
                  </a:lnTo>
                  <a:lnTo>
                    <a:pt x="1476" y="395"/>
                  </a:lnTo>
                  <a:lnTo>
                    <a:pt x="1477" y="196"/>
                  </a:lnTo>
                  <a:lnTo>
                    <a:pt x="1477" y="198"/>
                  </a:lnTo>
                  <a:lnTo>
                    <a:pt x="1477" y="198"/>
                  </a:lnTo>
                  <a:lnTo>
                    <a:pt x="1478" y="153"/>
                  </a:lnTo>
                  <a:lnTo>
                    <a:pt x="1478" y="241"/>
                  </a:lnTo>
                  <a:lnTo>
                    <a:pt x="1478" y="218"/>
                  </a:lnTo>
                  <a:lnTo>
                    <a:pt x="1478" y="218"/>
                  </a:lnTo>
                  <a:lnTo>
                    <a:pt x="1479" y="212"/>
                  </a:lnTo>
                  <a:lnTo>
                    <a:pt x="1479" y="552"/>
                  </a:lnTo>
                  <a:lnTo>
                    <a:pt x="1480" y="500"/>
                  </a:lnTo>
                  <a:lnTo>
                    <a:pt x="1480" y="495"/>
                  </a:lnTo>
                  <a:lnTo>
                    <a:pt x="1481" y="0"/>
                  </a:lnTo>
                  <a:lnTo>
                    <a:pt x="1481" y="15"/>
                  </a:lnTo>
                  <a:lnTo>
                    <a:pt x="1481" y="23"/>
                  </a:lnTo>
                  <a:lnTo>
                    <a:pt x="1481" y="464"/>
                  </a:lnTo>
                  <a:lnTo>
                    <a:pt x="1482" y="317"/>
                  </a:lnTo>
                  <a:lnTo>
                    <a:pt x="1482" y="314"/>
                  </a:lnTo>
                  <a:lnTo>
                    <a:pt x="1482" y="308"/>
                  </a:lnTo>
                  <a:lnTo>
                    <a:pt x="1483" y="552"/>
                  </a:lnTo>
                  <a:lnTo>
                    <a:pt x="1483" y="500"/>
                  </a:lnTo>
                  <a:lnTo>
                    <a:pt x="1483" y="495"/>
                  </a:lnTo>
                  <a:lnTo>
                    <a:pt x="1484" y="422"/>
                  </a:lnTo>
                  <a:lnTo>
                    <a:pt x="1484" y="516"/>
                  </a:lnTo>
                  <a:lnTo>
                    <a:pt x="1484" y="522"/>
                  </a:lnTo>
                  <a:lnTo>
                    <a:pt x="1485" y="550"/>
                  </a:lnTo>
                  <a:lnTo>
                    <a:pt x="1486" y="184"/>
                  </a:lnTo>
                  <a:lnTo>
                    <a:pt x="1486" y="176"/>
                  </a:lnTo>
                  <a:lnTo>
                    <a:pt x="1486" y="0"/>
                  </a:lnTo>
                  <a:lnTo>
                    <a:pt x="1487" y="466"/>
                  </a:lnTo>
                  <a:lnTo>
                    <a:pt x="1487" y="467"/>
                  </a:lnTo>
                  <a:lnTo>
                    <a:pt x="1487" y="468"/>
                  </a:lnTo>
                  <a:lnTo>
                    <a:pt x="1488" y="385"/>
                  </a:lnTo>
                  <a:lnTo>
                    <a:pt x="1488" y="385"/>
                  </a:lnTo>
                  <a:lnTo>
                    <a:pt x="1488" y="386"/>
                  </a:lnTo>
                  <a:lnTo>
                    <a:pt x="1489" y="360"/>
                  </a:lnTo>
                  <a:lnTo>
                    <a:pt x="1489" y="493"/>
                  </a:lnTo>
                  <a:lnTo>
                    <a:pt x="1490" y="493"/>
                  </a:lnTo>
                  <a:lnTo>
                    <a:pt x="1490" y="552"/>
                  </a:lnTo>
                  <a:lnTo>
                    <a:pt x="1491" y="457"/>
                  </a:lnTo>
                  <a:lnTo>
                    <a:pt x="1491" y="448"/>
                  </a:lnTo>
                  <a:lnTo>
                    <a:pt x="1492" y="193"/>
                  </a:lnTo>
                  <a:lnTo>
                    <a:pt x="1492" y="299"/>
                  </a:lnTo>
                  <a:lnTo>
                    <a:pt x="1492" y="309"/>
                  </a:lnTo>
                  <a:lnTo>
                    <a:pt x="1492" y="519"/>
                  </a:lnTo>
                  <a:lnTo>
                    <a:pt x="1493" y="439"/>
                  </a:lnTo>
                  <a:lnTo>
                    <a:pt x="1493" y="434"/>
                  </a:lnTo>
                  <a:lnTo>
                    <a:pt x="1494" y="362"/>
                  </a:lnTo>
                  <a:lnTo>
                    <a:pt x="1494" y="423"/>
                  </a:lnTo>
                  <a:lnTo>
                    <a:pt x="1494" y="423"/>
                  </a:lnTo>
                  <a:lnTo>
                    <a:pt x="1495" y="552"/>
                  </a:lnTo>
                  <a:lnTo>
                    <a:pt x="1495" y="552"/>
                  </a:lnTo>
                  <a:lnTo>
                    <a:pt x="1496" y="551"/>
                  </a:lnTo>
                  <a:lnTo>
                    <a:pt x="1496" y="0"/>
                  </a:lnTo>
                  <a:lnTo>
                    <a:pt x="1497" y="0"/>
                  </a:lnTo>
                  <a:lnTo>
                    <a:pt x="1497" y="0"/>
                  </a:lnTo>
                  <a:lnTo>
                    <a:pt x="1497" y="291"/>
                  </a:lnTo>
                  <a:lnTo>
                    <a:pt x="1498" y="279"/>
                  </a:lnTo>
                  <a:lnTo>
                    <a:pt x="1498" y="282"/>
                  </a:lnTo>
                  <a:lnTo>
                    <a:pt x="1499" y="406"/>
                  </a:lnTo>
                  <a:lnTo>
                    <a:pt x="1499" y="406"/>
                  </a:lnTo>
                  <a:lnTo>
                    <a:pt x="1499" y="398"/>
                  </a:lnTo>
                  <a:lnTo>
                    <a:pt x="1500" y="552"/>
                  </a:lnTo>
                  <a:lnTo>
                    <a:pt x="1500" y="552"/>
                  </a:lnTo>
                  <a:lnTo>
                    <a:pt x="1500" y="552"/>
                  </a:lnTo>
                  <a:lnTo>
                    <a:pt x="1501" y="0"/>
                  </a:lnTo>
                  <a:lnTo>
                    <a:pt x="1501" y="0"/>
                  </a:lnTo>
                  <a:lnTo>
                    <a:pt x="1502" y="0"/>
                  </a:lnTo>
                  <a:lnTo>
                    <a:pt x="1502" y="462"/>
                  </a:lnTo>
                  <a:lnTo>
                    <a:pt x="1503" y="385"/>
                  </a:lnTo>
                  <a:lnTo>
                    <a:pt x="1503" y="384"/>
                  </a:lnTo>
                  <a:lnTo>
                    <a:pt x="1503" y="400"/>
                  </a:lnTo>
                  <a:lnTo>
                    <a:pt x="1504" y="0"/>
                  </a:lnTo>
                  <a:lnTo>
                    <a:pt x="1504" y="0"/>
                  </a:lnTo>
                  <a:lnTo>
                    <a:pt x="1504" y="0"/>
                  </a:lnTo>
                  <a:lnTo>
                    <a:pt x="1505" y="46"/>
                  </a:lnTo>
                  <a:lnTo>
                    <a:pt x="1505" y="0"/>
                  </a:lnTo>
                  <a:lnTo>
                    <a:pt x="1505" y="0"/>
                  </a:lnTo>
                  <a:lnTo>
                    <a:pt x="1506" y="435"/>
                  </a:lnTo>
                  <a:lnTo>
                    <a:pt x="1506" y="440"/>
                  </a:lnTo>
                  <a:lnTo>
                    <a:pt x="1506" y="552"/>
                  </a:lnTo>
                  <a:lnTo>
                    <a:pt x="1507" y="552"/>
                  </a:lnTo>
                  <a:lnTo>
                    <a:pt x="1507" y="552"/>
                  </a:lnTo>
                  <a:lnTo>
                    <a:pt x="1509" y="359"/>
                  </a:lnTo>
                  <a:lnTo>
                    <a:pt x="1509" y="340"/>
                  </a:lnTo>
                  <a:lnTo>
                    <a:pt x="1509" y="0"/>
                  </a:lnTo>
                  <a:lnTo>
                    <a:pt x="1510" y="0"/>
                  </a:lnTo>
                  <a:lnTo>
                    <a:pt x="1510" y="0"/>
                  </a:lnTo>
                  <a:lnTo>
                    <a:pt x="1511" y="552"/>
                  </a:lnTo>
                  <a:lnTo>
                    <a:pt x="1511" y="552"/>
                  </a:lnTo>
                  <a:lnTo>
                    <a:pt x="1511" y="552"/>
                  </a:lnTo>
                  <a:lnTo>
                    <a:pt x="1512" y="445"/>
                  </a:lnTo>
                  <a:lnTo>
                    <a:pt x="1512" y="489"/>
                  </a:lnTo>
                  <a:lnTo>
                    <a:pt x="1512" y="494"/>
                  </a:lnTo>
                  <a:lnTo>
                    <a:pt x="1512" y="552"/>
                  </a:lnTo>
                  <a:lnTo>
                    <a:pt x="1513" y="201"/>
                  </a:lnTo>
                  <a:lnTo>
                    <a:pt x="1513" y="184"/>
                  </a:lnTo>
                  <a:lnTo>
                    <a:pt x="1514" y="0"/>
                  </a:lnTo>
                  <a:lnTo>
                    <a:pt x="1515" y="0"/>
                  </a:lnTo>
                  <a:lnTo>
                    <a:pt x="1515" y="0"/>
                  </a:lnTo>
                  <a:lnTo>
                    <a:pt x="1516" y="552"/>
                  </a:lnTo>
                  <a:lnTo>
                    <a:pt x="1516" y="552"/>
                  </a:lnTo>
                  <a:lnTo>
                    <a:pt x="1516" y="552"/>
                  </a:lnTo>
                  <a:lnTo>
                    <a:pt x="1517" y="552"/>
                  </a:lnTo>
                  <a:lnTo>
                    <a:pt x="1517" y="552"/>
                  </a:lnTo>
                  <a:lnTo>
                    <a:pt x="1518" y="0"/>
                  </a:lnTo>
                  <a:lnTo>
                    <a:pt x="1518" y="0"/>
                  </a:lnTo>
                  <a:lnTo>
                    <a:pt x="1518" y="0"/>
                  </a:lnTo>
                  <a:lnTo>
                    <a:pt x="1519" y="519"/>
                  </a:lnTo>
                  <a:lnTo>
                    <a:pt x="1519" y="530"/>
                  </a:lnTo>
                  <a:lnTo>
                    <a:pt x="1520" y="552"/>
                  </a:lnTo>
                  <a:lnTo>
                    <a:pt x="1521" y="552"/>
                  </a:lnTo>
                  <a:lnTo>
                    <a:pt x="1521" y="552"/>
                  </a:lnTo>
                  <a:lnTo>
                    <a:pt x="1521" y="524"/>
                  </a:lnTo>
                  <a:lnTo>
                    <a:pt x="1522" y="552"/>
                  </a:lnTo>
                  <a:lnTo>
                    <a:pt x="1522" y="552"/>
                  </a:lnTo>
                  <a:lnTo>
                    <a:pt x="1523" y="0"/>
                  </a:lnTo>
                  <a:lnTo>
                    <a:pt x="1523" y="0"/>
                  </a:lnTo>
                  <a:lnTo>
                    <a:pt x="1523" y="0"/>
                  </a:lnTo>
                  <a:lnTo>
                    <a:pt x="1524" y="552"/>
                  </a:lnTo>
                  <a:lnTo>
                    <a:pt x="1524" y="552"/>
                  </a:lnTo>
                  <a:lnTo>
                    <a:pt x="1524" y="552"/>
                  </a:lnTo>
                  <a:lnTo>
                    <a:pt x="1525" y="552"/>
                  </a:lnTo>
                  <a:lnTo>
                    <a:pt x="1525" y="552"/>
                  </a:lnTo>
                  <a:lnTo>
                    <a:pt x="1526" y="518"/>
                  </a:lnTo>
                  <a:lnTo>
                    <a:pt x="1527" y="552"/>
                  </a:lnTo>
                  <a:lnTo>
                    <a:pt x="1527" y="552"/>
                  </a:lnTo>
                  <a:lnTo>
                    <a:pt x="1527" y="0"/>
                  </a:lnTo>
                  <a:lnTo>
                    <a:pt x="1528" y="0"/>
                  </a:lnTo>
                  <a:lnTo>
                    <a:pt x="1528" y="0"/>
                  </a:lnTo>
                  <a:lnTo>
                    <a:pt x="1529" y="552"/>
                  </a:lnTo>
                  <a:lnTo>
                    <a:pt x="1529" y="552"/>
                  </a:lnTo>
                  <a:lnTo>
                    <a:pt x="1529" y="552"/>
                  </a:lnTo>
                  <a:lnTo>
                    <a:pt x="1530" y="513"/>
                  </a:lnTo>
                  <a:lnTo>
                    <a:pt x="1530" y="512"/>
                  </a:lnTo>
                  <a:lnTo>
                    <a:pt x="1531" y="499"/>
                  </a:lnTo>
                  <a:lnTo>
                    <a:pt x="1531" y="552"/>
                  </a:lnTo>
                  <a:lnTo>
                    <a:pt x="1531" y="552"/>
                  </a:lnTo>
                  <a:lnTo>
                    <a:pt x="1531" y="552"/>
                  </a:lnTo>
                  <a:lnTo>
                    <a:pt x="1532" y="0"/>
                  </a:lnTo>
                  <a:lnTo>
                    <a:pt x="1533" y="27"/>
                  </a:lnTo>
                  <a:lnTo>
                    <a:pt x="1533" y="36"/>
                  </a:lnTo>
                  <a:lnTo>
                    <a:pt x="1533" y="552"/>
                  </a:lnTo>
                  <a:lnTo>
                    <a:pt x="1534" y="530"/>
                  </a:lnTo>
                  <a:lnTo>
                    <a:pt x="1534" y="529"/>
                  </a:lnTo>
                  <a:lnTo>
                    <a:pt x="1534" y="552"/>
                  </a:lnTo>
                  <a:lnTo>
                    <a:pt x="1535" y="515"/>
                  </a:lnTo>
                  <a:lnTo>
                    <a:pt x="1535" y="552"/>
                  </a:lnTo>
                  <a:lnTo>
                    <a:pt x="1535" y="552"/>
                  </a:lnTo>
                  <a:lnTo>
                    <a:pt x="1536" y="0"/>
                  </a:lnTo>
                  <a:lnTo>
                    <a:pt x="1536" y="0"/>
                  </a:lnTo>
                  <a:lnTo>
                    <a:pt x="1536" y="0"/>
                  </a:lnTo>
                  <a:lnTo>
                    <a:pt x="1537" y="471"/>
                  </a:lnTo>
                  <a:lnTo>
                    <a:pt x="1537" y="466"/>
                  </a:lnTo>
                  <a:lnTo>
                    <a:pt x="1537" y="463"/>
                  </a:lnTo>
                  <a:lnTo>
                    <a:pt x="1538" y="413"/>
                  </a:lnTo>
                  <a:lnTo>
                    <a:pt x="1539" y="552"/>
                  </a:lnTo>
                  <a:lnTo>
                    <a:pt x="1539" y="552"/>
                  </a:lnTo>
                  <a:lnTo>
                    <a:pt x="1539" y="552"/>
                  </a:lnTo>
                  <a:lnTo>
                    <a:pt x="1539" y="549"/>
                  </a:lnTo>
                  <a:lnTo>
                    <a:pt x="1540" y="552"/>
                  </a:lnTo>
                  <a:lnTo>
                    <a:pt x="1540" y="552"/>
                  </a:lnTo>
                  <a:lnTo>
                    <a:pt x="1541" y="0"/>
                  </a:lnTo>
                  <a:lnTo>
                    <a:pt x="1541" y="0"/>
                  </a:lnTo>
                  <a:lnTo>
                    <a:pt x="1541" y="0"/>
                  </a:lnTo>
                  <a:lnTo>
                    <a:pt x="1542" y="493"/>
                  </a:lnTo>
                  <a:lnTo>
                    <a:pt x="1542" y="407"/>
                  </a:lnTo>
                  <a:lnTo>
                    <a:pt x="1542" y="401"/>
                  </a:lnTo>
                  <a:lnTo>
                    <a:pt x="1543" y="381"/>
                  </a:lnTo>
                  <a:lnTo>
                    <a:pt x="1543" y="552"/>
                  </a:lnTo>
                  <a:lnTo>
                    <a:pt x="1544" y="552"/>
                  </a:lnTo>
                  <a:lnTo>
                    <a:pt x="1544" y="552"/>
                  </a:lnTo>
                  <a:lnTo>
                    <a:pt x="1545" y="34"/>
                  </a:lnTo>
                  <a:lnTo>
                    <a:pt x="1545" y="21"/>
                  </a:lnTo>
                  <a:lnTo>
                    <a:pt x="1545" y="0"/>
                  </a:lnTo>
                  <a:lnTo>
                    <a:pt x="1546" y="329"/>
                  </a:lnTo>
                  <a:lnTo>
                    <a:pt x="1546" y="342"/>
                  </a:lnTo>
                  <a:lnTo>
                    <a:pt x="1547" y="155"/>
                  </a:lnTo>
                  <a:lnTo>
                    <a:pt x="1547" y="552"/>
                  </a:lnTo>
                  <a:lnTo>
                    <a:pt x="1547" y="552"/>
                  </a:lnTo>
                  <a:lnTo>
                    <a:pt x="1547" y="552"/>
                  </a:lnTo>
                  <a:lnTo>
                    <a:pt x="1548" y="552"/>
                  </a:lnTo>
                  <a:lnTo>
                    <a:pt x="1548" y="552"/>
                  </a:lnTo>
                  <a:lnTo>
                    <a:pt x="1549" y="0"/>
                  </a:lnTo>
                  <a:lnTo>
                    <a:pt x="1550" y="14"/>
                  </a:lnTo>
                  <a:lnTo>
                    <a:pt x="1550" y="22"/>
                  </a:lnTo>
                  <a:lnTo>
                    <a:pt x="1550" y="0"/>
                  </a:lnTo>
                  <a:lnTo>
                    <a:pt x="1551" y="486"/>
                  </a:lnTo>
                  <a:lnTo>
                    <a:pt x="1551" y="502"/>
                  </a:lnTo>
                  <a:lnTo>
                    <a:pt x="1551" y="552"/>
                  </a:lnTo>
                  <a:lnTo>
                    <a:pt x="1552" y="552"/>
                  </a:lnTo>
                  <a:lnTo>
                    <a:pt x="1552" y="552"/>
                  </a:lnTo>
                  <a:lnTo>
                    <a:pt x="1553" y="542"/>
                  </a:lnTo>
                  <a:lnTo>
                    <a:pt x="1553" y="552"/>
                  </a:lnTo>
                  <a:lnTo>
                    <a:pt x="1553" y="552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555" y="0"/>
                  </a:lnTo>
                  <a:lnTo>
                    <a:pt x="1556" y="552"/>
                  </a:lnTo>
                  <a:lnTo>
                    <a:pt x="1556" y="552"/>
                  </a:lnTo>
                  <a:lnTo>
                    <a:pt x="1556" y="552"/>
                  </a:lnTo>
                  <a:lnTo>
                    <a:pt x="1557" y="552"/>
                  </a:lnTo>
                  <a:lnTo>
                    <a:pt x="1557" y="552"/>
                  </a:lnTo>
                  <a:lnTo>
                    <a:pt x="1558" y="548"/>
                  </a:lnTo>
                  <a:lnTo>
                    <a:pt x="1558" y="552"/>
                  </a:lnTo>
                  <a:lnTo>
                    <a:pt x="1558" y="552"/>
                  </a:lnTo>
                  <a:lnTo>
                    <a:pt x="1559" y="5"/>
                  </a:lnTo>
                  <a:lnTo>
                    <a:pt x="1559" y="2"/>
                  </a:lnTo>
                  <a:lnTo>
                    <a:pt x="1559" y="0"/>
                  </a:lnTo>
                  <a:lnTo>
                    <a:pt x="1560" y="2"/>
                  </a:lnTo>
                  <a:lnTo>
                    <a:pt x="1561" y="4"/>
                  </a:lnTo>
                  <a:lnTo>
                    <a:pt x="1561" y="552"/>
                  </a:lnTo>
                  <a:lnTo>
                    <a:pt x="1562" y="552"/>
                  </a:lnTo>
                  <a:lnTo>
                    <a:pt x="1562" y="552"/>
                  </a:lnTo>
                  <a:lnTo>
                    <a:pt x="1562" y="417"/>
                  </a:lnTo>
                  <a:lnTo>
                    <a:pt x="1563" y="547"/>
                  </a:lnTo>
                  <a:lnTo>
                    <a:pt x="1563" y="550"/>
                  </a:lnTo>
                  <a:lnTo>
                    <a:pt x="1563" y="552"/>
                  </a:lnTo>
                  <a:lnTo>
                    <a:pt x="1564" y="0"/>
                  </a:lnTo>
                  <a:lnTo>
                    <a:pt x="1564" y="0"/>
                  </a:lnTo>
                  <a:lnTo>
                    <a:pt x="1564" y="0"/>
                  </a:lnTo>
                  <a:lnTo>
                    <a:pt x="1565" y="552"/>
                  </a:lnTo>
                  <a:lnTo>
                    <a:pt x="1565" y="552"/>
                  </a:lnTo>
                  <a:lnTo>
                    <a:pt x="1565" y="552"/>
                  </a:lnTo>
                  <a:lnTo>
                    <a:pt x="1566" y="552"/>
                  </a:lnTo>
                  <a:lnTo>
                    <a:pt x="1567" y="552"/>
                  </a:lnTo>
                  <a:lnTo>
                    <a:pt x="1568" y="552"/>
                  </a:lnTo>
                  <a:lnTo>
                    <a:pt x="1568" y="552"/>
                  </a:lnTo>
                  <a:lnTo>
                    <a:pt x="1569" y="24"/>
                  </a:lnTo>
                  <a:lnTo>
                    <a:pt x="1569" y="14"/>
                  </a:lnTo>
                  <a:lnTo>
                    <a:pt x="1569" y="0"/>
                  </a:lnTo>
                  <a:lnTo>
                    <a:pt x="1570" y="543"/>
                  </a:lnTo>
                  <a:lnTo>
                    <a:pt x="1570" y="544"/>
                  </a:lnTo>
                  <a:lnTo>
                    <a:pt x="1570" y="547"/>
                  </a:lnTo>
                  <a:lnTo>
                    <a:pt x="1571" y="356"/>
                  </a:lnTo>
                  <a:lnTo>
                    <a:pt x="1571" y="493"/>
                  </a:lnTo>
                  <a:lnTo>
                    <a:pt x="1571" y="494"/>
                  </a:lnTo>
                  <a:lnTo>
                    <a:pt x="1572" y="552"/>
                  </a:lnTo>
                  <a:lnTo>
                    <a:pt x="1572" y="552"/>
                  </a:lnTo>
                  <a:lnTo>
                    <a:pt x="1572" y="552"/>
                  </a:lnTo>
                  <a:lnTo>
                    <a:pt x="1574" y="23"/>
                  </a:lnTo>
                  <a:lnTo>
                    <a:pt x="1574" y="15"/>
                  </a:lnTo>
                  <a:lnTo>
                    <a:pt x="1574" y="0"/>
                  </a:lnTo>
                  <a:lnTo>
                    <a:pt x="1575" y="549"/>
                  </a:lnTo>
                  <a:lnTo>
                    <a:pt x="1575" y="551"/>
                  </a:lnTo>
                  <a:lnTo>
                    <a:pt x="1575" y="552"/>
                  </a:lnTo>
                  <a:lnTo>
                    <a:pt x="1576" y="299"/>
                  </a:lnTo>
                  <a:lnTo>
                    <a:pt x="1576" y="412"/>
                  </a:lnTo>
                  <a:lnTo>
                    <a:pt x="1576" y="417"/>
                  </a:lnTo>
                  <a:lnTo>
                    <a:pt x="1577" y="538"/>
                  </a:lnTo>
                  <a:lnTo>
                    <a:pt x="1577" y="527"/>
                  </a:lnTo>
                  <a:lnTo>
                    <a:pt x="1577" y="525"/>
                  </a:lnTo>
                  <a:lnTo>
                    <a:pt x="1578" y="552"/>
                  </a:lnTo>
                  <a:lnTo>
                    <a:pt x="1578" y="245"/>
                  </a:lnTo>
                  <a:lnTo>
                    <a:pt x="1578" y="232"/>
                  </a:lnTo>
                  <a:lnTo>
                    <a:pt x="1579" y="0"/>
                  </a:lnTo>
                  <a:lnTo>
                    <a:pt x="1580" y="243"/>
                  </a:lnTo>
                  <a:lnTo>
                    <a:pt x="1580" y="258"/>
                  </a:lnTo>
                  <a:lnTo>
                    <a:pt x="1581" y="402"/>
                  </a:lnTo>
                  <a:lnTo>
                    <a:pt x="1581" y="355"/>
                  </a:lnTo>
                  <a:lnTo>
                    <a:pt x="1581" y="355"/>
                  </a:lnTo>
                  <a:lnTo>
                    <a:pt x="1582" y="419"/>
                  </a:lnTo>
                  <a:lnTo>
                    <a:pt x="1582" y="422"/>
                  </a:lnTo>
                  <a:lnTo>
                    <a:pt x="1583" y="552"/>
                  </a:lnTo>
                  <a:lnTo>
                    <a:pt x="1583" y="552"/>
                  </a:lnTo>
                  <a:lnTo>
                    <a:pt x="1583" y="552"/>
                  </a:lnTo>
                  <a:lnTo>
                    <a:pt x="1584" y="0"/>
                  </a:lnTo>
                  <a:lnTo>
                    <a:pt x="1584" y="0"/>
                  </a:lnTo>
                  <a:lnTo>
                    <a:pt x="1584" y="0"/>
                  </a:lnTo>
                  <a:lnTo>
                    <a:pt x="1585" y="412"/>
                  </a:lnTo>
                  <a:lnTo>
                    <a:pt x="1586" y="256"/>
                  </a:lnTo>
                  <a:lnTo>
                    <a:pt x="1586" y="255"/>
                  </a:lnTo>
                  <a:lnTo>
                    <a:pt x="1586" y="271"/>
                  </a:lnTo>
                  <a:lnTo>
                    <a:pt x="1587" y="171"/>
                  </a:lnTo>
                  <a:lnTo>
                    <a:pt x="1587" y="180"/>
                  </a:lnTo>
                  <a:lnTo>
                    <a:pt x="1587" y="183"/>
                  </a:lnTo>
                  <a:lnTo>
                    <a:pt x="1588" y="468"/>
                  </a:lnTo>
                  <a:lnTo>
                    <a:pt x="1588" y="473"/>
                  </a:lnTo>
                  <a:lnTo>
                    <a:pt x="1588" y="552"/>
                  </a:lnTo>
                  <a:lnTo>
                    <a:pt x="1589" y="335"/>
                  </a:lnTo>
                  <a:lnTo>
                    <a:pt x="1589" y="326"/>
                  </a:lnTo>
                  <a:lnTo>
                    <a:pt x="1590" y="0"/>
                  </a:lnTo>
                  <a:lnTo>
                    <a:pt x="1590" y="187"/>
                  </a:lnTo>
                  <a:lnTo>
                    <a:pt x="1590" y="186"/>
                  </a:lnTo>
                  <a:lnTo>
                    <a:pt x="1592" y="13"/>
                  </a:lnTo>
                  <a:lnTo>
                    <a:pt x="1592" y="10"/>
                  </a:lnTo>
                  <a:lnTo>
                    <a:pt x="1592" y="0"/>
                  </a:lnTo>
                  <a:lnTo>
                    <a:pt x="1593" y="414"/>
                  </a:lnTo>
                  <a:lnTo>
                    <a:pt x="1593" y="417"/>
                  </a:lnTo>
                  <a:lnTo>
                    <a:pt x="1594" y="552"/>
                  </a:lnTo>
                  <a:lnTo>
                    <a:pt x="1594" y="487"/>
                  </a:lnTo>
                  <a:lnTo>
                    <a:pt x="1594" y="483"/>
                  </a:lnTo>
                  <a:lnTo>
                    <a:pt x="1595" y="0"/>
                  </a:lnTo>
                  <a:lnTo>
                    <a:pt x="1595" y="44"/>
                  </a:lnTo>
                  <a:lnTo>
                    <a:pt x="1595" y="50"/>
                  </a:lnTo>
                  <a:lnTo>
                    <a:pt x="1596" y="241"/>
                  </a:lnTo>
                  <a:lnTo>
                    <a:pt x="1597" y="98"/>
                  </a:lnTo>
                  <a:lnTo>
                    <a:pt x="1597" y="96"/>
                  </a:lnTo>
                  <a:lnTo>
                    <a:pt x="1597" y="90"/>
                  </a:lnTo>
                  <a:lnTo>
                    <a:pt x="1597" y="552"/>
                  </a:lnTo>
                  <a:lnTo>
                    <a:pt x="1598" y="452"/>
                  </a:lnTo>
                  <a:lnTo>
                    <a:pt x="1598" y="453"/>
                  </a:lnTo>
                  <a:lnTo>
                    <a:pt x="1598" y="419"/>
                  </a:lnTo>
                  <a:lnTo>
                    <a:pt x="1599" y="551"/>
                  </a:lnTo>
                  <a:lnTo>
                    <a:pt x="1599" y="552"/>
                  </a:lnTo>
                  <a:lnTo>
                    <a:pt x="1599" y="552"/>
                  </a:lnTo>
                  <a:lnTo>
                    <a:pt x="1600" y="0"/>
                  </a:lnTo>
                  <a:lnTo>
                    <a:pt x="1600" y="0"/>
                  </a:lnTo>
                  <a:lnTo>
                    <a:pt x="1600" y="0"/>
                  </a:lnTo>
                  <a:lnTo>
                    <a:pt x="1601" y="440"/>
                  </a:lnTo>
                  <a:lnTo>
                    <a:pt x="1601" y="401"/>
                  </a:lnTo>
                  <a:lnTo>
                    <a:pt x="1601" y="403"/>
                  </a:lnTo>
                  <a:lnTo>
                    <a:pt x="1602" y="403"/>
                  </a:lnTo>
                  <a:lnTo>
                    <a:pt x="1602" y="525"/>
                  </a:lnTo>
                  <a:lnTo>
                    <a:pt x="1603" y="516"/>
                  </a:lnTo>
                  <a:lnTo>
                    <a:pt x="1603" y="516"/>
                  </a:lnTo>
                  <a:lnTo>
                    <a:pt x="1603" y="499"/>
                  </a:lnTo>
                  <a:lnTo>
                    <a:pt x="1604" y="546"/>
                  </a:lnTo>
                  <a:lnTo>
                    <a:pt x="1604" y="547"/>
                  </a:lnTo>
                  <a:lnTo>
                    <a:pt x="1604" y="552"/>
                  </a:lnTo>
                  <a:lnTo>
                    <a:pt x="1605" y="0"/>
                  </a:lnTo>
                  <a:lnTo>
                    <a:pt x="1605" y="0"/>
                  </a:lnTo>
                  <a:lnTo>
                    <a:pt x="1605" y="0"/>
                  </a:lnTo>
                  <a:lnTo>
                    <a:pt x="1606" y="424"/>
                  </a:lnTo>
                  <a:lnTo>
                    <a:pt x="1606" y="399"/>
                  </a:lnTo>
                  <a:lnTo>
                    <a:pt x="1606" y="397"/>
                  </a:lnTo>
                  <a:lnTo>
                    <a:pt x="1606" y="405"/>
                  </a:lnTo>
                  <a:lnTo>
                    <a:pt x="1607" y="278"/>
                  </a:lnTo>
                  <a:lnTo>
                    <a:pt x="1607" y="345"/>
                  </a:lnTo>
                  <a:lnTo>
                    <a:pt x="1607" y="348"/>
                  </a:lnTo>
                  <a:lnTo>
                    <a:pt x="1609" y="547"/>
                  </a:lnTo>
                  <a:lnTo>
                    <a:pt x="1609" y="549"/>
                  </a:lnTo>
                  <a:lnTo>
                    <a:pt x="1609" y="552"/>
                  </a:lnTo>
                  <a:lnTo>
                    <a:pt x="1610" y="235"/>
                  </a:lnTo>
                  <a:lnTo>
                    <a:pt x="1610" y="225"/>
                  </a:lnTo>
                  <a:lnTo>
                    <a:pt x="1610" y="0"/>
                  </a:lnTo>
                  <a:lnTo>
                    <a:pt x="1611" y="230"/>
                  </a:lnTo>
                  <a:lnTo>
                    <a:pt x="1611" y="231"/>
                  </a:lnTo>
                  <a:lnTo>
                    <a:pt x="1611" y="231"/>
                  </a:lnTo>
                  <a:lnTo>
                    <a:pt x="1612" y="151"/>
                  </a:lnTo>
                  <a:lnTo>
                    <a:pt x="1612" y="155"/>
                  </a:lnTo>
                  <a:lnTo>
                    <a:pt x="1612" y="153"/>
                  </a:lnTo>
                  <a:lnTo>
                    <a:pt x="1612" y="149"/>
                  </a:lnTo>
                  <a:lnTo>
                    <a:pt x="1613" y="376"/>
                  </a:lnTo>
                  <a:lnTo>
                    <a:pt x="1614" y="379"/>
                  </a:lnTo>
                  <a:lnTo>
                    <a:pt x="1614" y="552"/>
                  </a:lnTo>
                  <a:lnTo>
                    <a:pt x="1615" y="344"/>
                  </a:lnTo>
                  <a:lnTo>
                    <a:pt x="1615" y="338"/>
                  </a:lnTo>
                  <a:lnTo>
                    <a:pt x="1615" y="0"/>
                  </a:lnTo>
                  <a:lnTo>
                    <a:pt x="1616" y="24"/>
                  </a:lnTo>
                  <a:lnTo>
                    <a:pt x="1616" y="35"/>
                  </a:lnTo>
                  <a:lnTo>
                    <a:pt x="1616" y="441"/>
                  </a:lnTo>
                  <a:lnTo>
                    <a:pt x="1617" y="347"/>
                  </a:lnTo>
                  <a:lnTo>
                    <a:pt x="1617" y="349"/>
                  </a:lnTo>
                  <a:lnTo>
                    <a:pt x="1618" y="515"/>
                  </a:lnTo>
                  <a:lnTo>
                    <a:pt x="1618" y="515"/>
                  </a:lnTo>
                  <a:lnTo>
                    <a:pt x="1619" y="552"/>
                  </a:lnTo>
                  <a:lnTo>
                    <a:pt x="1619" y="474"/>
                  </a:lnTo>
                  <a:lnTo>
                    <a:pt x="1620" y="465"/>
                  </a:lnTo>
                  <a:lnTo>
                    <a:pt x="1620" y="0"/>
                  </a:lnTo>
                  <a:lnTo>
                    <a:pt x="1621" y="0"/>
                  </a:lnTo>
                  <a:lnTo>
                    <a:pt x="1621" y="0"/>
                  </a:lnTo>
                  <a:lnTo>
                    <a:pt x="1622" y="327"/>
                  </a:lnTo>
                  <a:lnTo>
                    <a:pt x="1622" y="331"/>
                  </a:lnTo>
                  <a:lnTo>
                    <a:pt x="1623" y="481"/>
                  </a:lnTo>
                  <a:lnTo>
                    <a:pt x="1623" y="482"/>
                  </a:lnTo>
                  <a:lnTo>
                    <a:pt x="1624" y="552"/>
                  </a:lnTo>
                  <a:lnTo>
                    <a:pt x="1624" y="435"/>
                  </a:lnTo>
                  <a:lnTo>
                    <a:pt x="1625" y="423"/>
                  </a:lnTo>
                  <a:lnTo>
                    <a:pt x="1625" y="0"/>
                  </a:lnTo>
                  <a:lnTo>
                    <a:pt x="1625" y="0"/>
                  </a:lnTo>
                  <a:lnTo>
                    <a:pt x="1626" y="0"/>
                  </a:lnTo>
                  <a:lnTo>
                    <a:pt x="1626" y="460"/>
                  </a:lnTo>
                  <a:lnTo>
                    <a:pt x="1627" y="414"/>
                  </a:lnTo>
                  <a:lnTo>
                    <a:pt x="1627" y="414"/>
                  </a:lnTo>
                  <a:lnTo>
                    <a:pt x="1627" y="414"/>
                  </a:lnTo>
                  <a:lnTo>
                    <a:pt x="1628" y="498"/>
                  </a:lnTo>
                  <a:lnTo>
                    <a:pt x="1628" y="475"/>
                  </a:lnTo>
                  <a:lnTo>
                    <a:pt x="1628" y="476"/>
                  </a:lnTo>
                  <a:lnTo>
                    <a:pt x="1628" y="552"/>
                  </a:lnTo>
                  <a:lnTo>
                    <a:pt x="1629" y="300"/>
                  </a:lnTo>
                  <a:lnTo>
                    <a:pt x="1629" y="290"/>
                  </a:lnTo>
                  <a:lnTo>
                    <a:pt x="1630" y="0"/>
                  </a:lnTo>
                  <a:lnTo>
                    <a:pt x="1630" y="99"/>
                  </a:lnTo>
                  <a:lnTo>
                    <a:pt x="1631" y="122"/>
                  </a:lnTo>
                  <a:lnTo>
                    <a:pt x="1631" y="552"/>
                  </a:lnTo>
                  <a:lnTo>
                    <a:pt x="1631" y="552"/>
                  </a:lnTo>
                  <a:lnTo>
                    <a:pt x="1631" y="552"/>
                  </a:lnTo>
                  <a:lnTo>
                    <a:pt x="1632" y="480"/>
                  </a:lnTo>
                  <a:lnTo>
                    <a:pt x="1633" y="521"/>
                  </a:lnTo>
                  <a:lnTo>
                    <a:pt x="1633" y="519"/>
                  </a:lnTo>
                  <a:lnTo>
                    <a:pt x="1633" y="552"/>
                  </a:lnTo>
                  <a:lnTo>
                    <a:pt x="1634" y="153"/>
                  </a:lnTo>
                  <a:lnTo>
                    <a:pt x="1634" y="135"/>
                  </a:lnTo>
                  <a:lnTo>
                    <a:pt x="1634" y="0"/>
                  </a:lnTo>
                  <a:lnTo>
                    <a:pt x="1635" y="244"/>
                  </a:lnTo>
                  <a:lnTo>
                    <a:pt x="1635" y="266"/>
                  </a:lnTo>
                  <a:lnTo>
                    <a:pt x="1635" y="552"/>
                  </a:lnTo>
                  <a:lnTo>
                    <a:pt x="1636" y="492"/>
                  </a:lnTo>
                  <a:lnTo>
                    <a:pt x="1636" y="495"/>
                  </a:lnTo>
                  <a:lnTo>
                    <a:pt x="1637" y="479"/>
                  </a:lnTo>
                  <a:lnTo>
                    <a:pt x="1637" y="552"/>
                  </a:lnTo>
                  <a:lnTo>
                    <a:pt x="1637" y="552"/>
                  </a:lnTo>
                  <a:lnTo>
                    <a:pt x="1637" y="552"/>
                  </a:lnTo>
                  <a:lnTo>
                    <a:pt x="1639" y="0"/>
                  </a:lnTo>
                  <a:lnTo>
                    <a:pt x="1639" y="0"/>
                  </a:lnTo>
                  <a:lnTo>
                    <a:pt x="1639" y="0"/>
                  </a:lnTo>
                  <a:lnTo>
                    <a:pt x="1640" y="490"/>
                  </a:lnTo>
                  <a:lnTo>
                    <a:pt x="1640" y="494"/>
                  </a:lnTo>
                  <a:lnTo>
                    <a:pt x="1640" y="468"/>
                  </a:lnTo>
                  <a:lnTo>
                    <a:pt x="1641" y="525"/>
                  </a:lnTo>
                  <a:lnTo>
                    <a:pt x="1641" y="526"/>
                  </a:lnTo>
                  <a:lnTo>
                    <a:pt x="1642" y="449"/>
                  </a:lnTo>
                  <a:lnTo>
                    <a:pt x="1642" y="552"/>
                  </a:lnTo>
                  <a:lnTo>
                    <a:pt x="1642" y="552"/>
                  </a:lnTo>
                  <a:lnTo>
                    <a:pt x="1642" y="552"/>
                  </a:lnTo>
                  <a:lnTo>
                    <a:pt x="1643" y="0"/>
                  </a:lnTo>
                  <a:lnTo>
                    <a:pt x="1643" y="0"/>
                  </a:lnTo>
                  <a:lnTo>
                    <a:pt x="1643" y="0"/>
                  </a:lnTo>
                  <a:lnTo>
                    <a:pt x="1645" y="485"/>
                  </a:lnTo>
                  <a:lnTo>
                    <a:pt x="1645" y="479"/>
                  </a:lnTo>
                  <a:lnTo>
                    <a:pt x="1645" y="479"/>
                  </a:lnTo>
                  <a:lnTo>
                    <a:pt x="1645" y="552"/>
                  </a:lnTo>
                  <a:lnTo>
                    <a:pt x="1646" y="460"/>
                  </a:lnTo>
                  <a:lnTo>
                    <a:pt x="1646" y="458"/>
                  </a:lnTo>
                  <a:lnTo>
                    <a:pt x="1646" y="447"/>
                  </a:lnTo>
                  <a:lnTo>
                    <a:pt x="1647" y="552"/>
                  </a:lnTo>
                  <a:lnTo>
                    <a:pt x="1647" y="552"/>
                  </a:lnTo>
                  <a:lnTo>
                    <a:pt x="1647" y="552"/>
                  </a:lnTo>
                  <a:lnTo>
                    <a:pt x="1648" y="0"/>
                  </a:lnTo>
                  <a:lnTo>
                    <a:pt x="1648" y="0"/>
                  </a:lnTo>
                  <a:lnTo>
                    <a:pt x="1648" y="0"/>
                  </a:lnTo>
                  <a:lnTo>
                    <a:pt x="1650" y="413"/>
                  </a:lnTo>
                  <a:lnTo>
                    <a:pt x="1650" y="415"/>
                  </a:lnTo>
                  <a:lnTo>
                    <a:pt x="1650" y="483"/>
                  </a:lnTo>
                  <a:lnTo>
                    <a:pt x="1651" y="345"/>
                  </a:lnTo>
                  <a:lnTo>
                    <a:pt x="1651" y="340"/>
                  </a:lnTo>
                  <a:lnTo>
                    <a:pt x="1651" y="304"/>
                  </a:lnTo>
                  <a:lnTo>
                    <a:pt x="1652" y="552"/>
                  </a:lnTo>
                  <a:lnTo>
                    <a:pt x="1652" y="552"/>
                  </a:lnTo>
                  <a:lnTo>
                    <a:pt x="1652" y="552"/>
                  </a:lnTo>
                  <a:lnTo>
                    <a:pt x="1653" y="0"/>
                  </a:lnTo>
                  <a:lnTo>
                    <a:pt x="1653" y="0"/>
                  </a:lnTo>
                  <a:lnTo>
                    <a:pt x="1653" y="0"/>
                  </a:lnTo>
                  <a:lnTo>
                    <a:pt x="1654" y="490"/>
                  </a:lnTo>
                  <a:lnTo>
                    <a:pt x="1654" y="491"/>
                  </a:lnTo>
                  <a:lnTo>
                    <a:pt x="1655" y="396"/>
                  </a:lnTo>
                  <a:lnTo>
                    <a:pt x="1655" y="552"/>
                  </a:lnTo>
                  <a:lnTo>
                    <a:pt x="1656" y="552"/>
                  </a:lnTo>
                  <a:lnTo>
                    <a:pt x="1656" y="552"/>
                  </a:lnTo>
                  <a:lnTo>
                    <a:pt x="1657" y="11"/>
                  </a:lnTo>
                  <a:lnTo>
                    <a:pt x="1657" y="32"/>
                  </a:lnTo>
                  <a:lnTo>
                    <a:pt x="1657" y="45"/>
                  </a:lnTo>
                  <a:lnTo>
                    <a:pt x="1657" y="432"/>
                  </a:lnTo>
                  <a:lnTo>
                    <a:pt x="1658" y="44"/>
                  </a:lnTo>
                  <a:lnTo>
                    <a:pt x="1658" y="35"/>
                  </a:lnTo>
                  <a:lnTo>
                    <a:pt x="1658" y="0"/>
                  </a:lnTo>
                  <a:lnTo>
                    <a:pt x="1659" y="322"/>
                  </a:lnTo>
                  <a:lnTo>
                    <a:pt x="1659" y="324"/>
                  </a:lnTo>
                  <a:lnTo>
                    <a:pt x="1659" y="334"/>
                  </a:lnTo>
                  <a:lnTo>
                    <a:pt x="1660" y="214"/>
                  </a:lnTo>
                  <a:lnTo>
                    <a:pt x="1660" y="256"/>
                  </a:lnTo>
                  <a:lnTo>
                    <a:pt x="1660" y="255"/>
                  </a:lnTo>
                  <a:lnTo>
                    <a:pt x="1661" y="215"/>
                  </a:lnTo>
                  <a:lnTo>
                    <a:pt x="1662" y="552"/>
                  </a:lnTo>
                  <a:lnTo>
                    <a:pt x="1662" y="552"/>
                  </a:lnTo>
                  <a:lnTo>
                    <a:pt x="1662" y="552"/>
                  </a:lnTo>
                  <a:lnTo>
                    <a:pt x="1663" y="0"/>
                  </a:lnTo>
                  <a:lnTo>
                    <a:pt x="1663" y="0"/>
                  </a:lnTo>
                  <a:lnTo>
                    <a:pt x="1663" y="0"/>
                  </a:lnTo>
                  <a:lnTo>
                    <a:pt x="1664" y="0"/>
                  </a:lnTo>
                  <a:lnTo>
                    <a:pt x="1664" y="0"/>
                  </a:lnTo>
                  <a:lnTo>
                    <a:pt x="1665" y="535"/>
                  </a:lnTo>
                  <a:lnTo>
                    <a:pt x="1665" y="509"/>
                  </a:lnTo>
                  <a:lnTo>
                    <a:pt x="1665" y="508"/>
                  </a:lnTo>
                  <a:lnTo>
                    <a:pt x="1666" y="530"/>
                  </a:lnTo>
                  <a:lnTo>
                    <a:pt x="1666" y="481"/>
                  </a:lnTo>
                  <a:lnTo>
                    <a:pt x="1666" y="485"/>
                  </a:lnTo>
                  <a:lnTo>
                    <a:pt x="1666" y="487"/>
                  </a:lnTo>
                  <a:lnTo>
                    <a:pt x="1667" y="552"/>
                  </a:lnTo>
                  <a:lnTo>
                    <a:pt x="1668" y="552"/>
                  </a:lnTo>
                  <a:lnTo>
                    <a:pt x="1668" y="552"/>
                  </a:lnTo>
                  <a:lnTo>
                    <a:pt x="1668" y="0"/>
                  </a:lnTo>
                  <a:lnTo>
                    <a:pt x="1669" y="0"/>
                  </a:lnTo>
                  <a:lnTo>
                    <a:pt x="1669" y="0"/>
                  </a:lnTo>
                  <a:lnTo>
                    <a:pt x="1670" y="225"/>
                  </a:lnTo>
                  <a:lnTo>
                    <a:pt x="1670" y="209"/>
                  </a:lnTo>
                  <a:lnTo>
                    <a:pt x="1670" y="205"/>
                  </a:lnTo>
                  <a:lnTo>
                    <a:pt x="1670" y="170"/>
                  </a:lnTo>
                  <a:lnTo>
                    <a:pt x="1671" y="468"/>
                  </a:lnTo>
                  <a:lnTo>
                    <a:pt x="1671" y="465"/>
                  </a:lnTo>
                  <a:lnTo>
                    <a:pt x="1671" y="463"/>
                  </a:lnTo>
                  <a:lnTo>
                    <a:pt x="1671" y="460"/>
                  </a:lnTo>
                  <a:lnTo>
                    <a:pt x="1672" y="550"/>
                  </a:lnTo>
                  <a:lnTo>
                    <a:pt x="1672" y="552"/>
                  </a:lnTo>
                  <a:lnTo>
                    <a:pt x="1673" y="552"/>
                  </a:lnTo>
                  <a:lnTo>
                    <a:pt x="1674" y="261"/>
                  </a:lnTo>
                  <a:lnTo>
                    <a:pt x="1674" y="252"/>
                  </a:lnTo>
                  <a:lnTo>
                    <a:pt x="1674" y="0"/>
                  </a:lnTo>
                  <a:lnTo>
                    <a:pt x="1675" y="118"/>
                  </a:lnTo>
                  <a:lnTo>
                    <a:pt x="1675" y="123"/>
                  </a:lnTo>
                  <a:lnTo>
                    <a:pt x="1675" y="194"/>
                  </a:lnTo>
                  <a:lnTo>
                    <a:pt x="1676" y="82"/>
                  </a:lnTo>
                  <a:lnTo>
                    <a:pt x="1676" y="153"/>
                  </a:lnTo>
                  <a:lnTo>
                    <a:pt x="1676" y="157"/>
                  </a:lnTo>
                  <a:lnTo>
                    <a:pt x="1677" y="341"/>
                  </a:lnTo>
                  <a:lnTo>
                    <a:pt x="1678" y="343"/>
                  </a:lnTo>
                  <a:lnTo>
                    <a:pt x="1678" y="552"/>
                  </a:lnTo>
                  <a:lnTo>
                    <a:pt x="1678" y="552"/>
                  </a:lnTo>
                  <a:lnTo>
                    <a:pt x="1679" y="552"/>
                  </a:lnTo>
                  <a:lnTo>
                    <a:pt x="1679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81" y="273"/>
                  </a:lnTo>
                  <a:lnTo>
                    <a:pt x="1681" y="276"/>
                  </a:lnTo>
                  <a:lnTo>
                    <a:pt x="1682" y="213"/>
                  </a:lnTo>
                  <a:lnTo>
                    <a:pt x="1682" y="427"/>
                  </a:lnTo>
                  <a:lnTo>
                    <a:pt x="1682" y="430"/>
                  </a:lnTo>
                  <a:lnTo>
                    <a:pt x="1683" y="410"/>
                  </a:lnTo>
                  <a:lnTo>
                    <a:pt x="1683" y="533"/>
                  </a:lnTo>
                  <a:lnTo>
                    <a:pt x="1684" y="539"/>
                  </a:lnTo>
                  <a:lnTo>
                    <a:pt x="1684" y="552"/>
                  </a:lnTo>
                  <a:lnTo>
                    <a:pt x="1684" y="269"/>
                  </a:lnTo>
                  <a:lnTo>
                    <a:pt x="1685" y="261"/>
                  </a:lnTo>
                  <a:lnTo>
                    <a:pt x="1685" y="0"/>
                  </a:lnTo>
                  <a:lnTo>
                    <a:pt x="1686" y="174"/>
                  </a:lnTo>
                  <a:lnTo>
                    <a:pt x="1686" y="180"/>
                  </a:lnTo>
                  <a:lnTo>
                    <a:pt x="1686" y="254"/>
                  </a:lnTo>
                  <a:lnTo>
                    <a:pt x="1687" y="155"/>
                  </a:lnTo>
                  <a:lnTo>
                    <a:pt x="1687" y="166"/>
                  </a:lnTo>
                  <a:lnTo>
                    <a:pt x="1687" y="169"/>
                  </a:lnTo>
                  <a:lnTo>
                    <a:pt x="1688" y="346"/>
                  </a:lnTo>
                  <a:lnTo>
                    <a:pt x="1688" y="345"/>
                  </a:lnTo>
                  <a:lnTo>
                    <a:pt x="1688" y="347"/>
                  </a:lnTo>
                  <a:lnTo>
                    <a:pt x="1689" y="552"/>
                  </a:lnTo>
                  <a:lnTo>
                    <a:pt x="1689" y="482"/>
                  </a:lnTo>
                  <a:lnTo>
                    <a:pt x="1690" y="475"/>
                  </a:lnTo>
                  <a:lnTo>
                    <a:pt x="1690" y="0"/>
                  </a:lnTo>
                  <a:lnTo>
                    <a:pt x="1690" y="0"/>
                  </a:lnTo>
                  <a:lnTo>
                    <a:pt x="1691" y="0"/>
                  </a:lnTo>
                  <a:lnTo>
                    <a:pt x="1692" y="182"/>
                  </a:lnTo>
                  <a:lnTo>
                    <a:pt x="1692" y="155"/>
                  </a:lnTo>
                  <a:lnTo>
                    <a:pt x="1692" y="153"/>
                  </a:lnTo>
                  <a:lnTo>
                    <a:pt x="1692" y="149"/>
                  </a:lnTo>
                  <a:lnTo>
                    <a:pt x="1693" y="362"/>
                  </a:lnTo>
                  <a:lnTo>
                    <a:pt x="1693" y="364"/>
                  </a:lnTo>
                  <a:lnTo>
                    <a:pt x="1694" y="552"/>
                  </a:lnTo>
                  <a:lnTo>
                    <a:pt x="1694" y="552"/>
                  </a:lnTo>
                  <a:lnTo>
                    <a:pt x="1694" y="552"/>
                  </a:lnTo>
                  <a:lnTo>
                    <a:pt x="1695" y="0"/>
                  </a:lnTo>
                  <a:lnTo>
                    <a:pt x="1695" y="0"/>
                  </a:lnTo>
                  <a:lnTo>
                    <a:pt x="1695" y="0"/>
                  </a:lnTo>
                  <a:lnTo>
                    <a:pt x="1696" y="405"/>
                  </a:lnTo>
                  <a:lnTo>
                    <a:pt x="1696" y="403"/>
                  </a:lnTo>
                  <a:lnTo>
                    <a:pt x="1696" y="401"/>
                  </a:lnTo>
                  <a:lnTo>
                    <a:pt x="1697" y="358"/>
                  </a:lnTo>
                  <a:lnTo>
                    <a:pt x="1698" y="439"/>
                  </a:lnTo>
                  <a:lnTo>
                    <a:pt x="1698" y="433"/>
                  </a:lnTo>
                  <a:lnTo>
                    <a:pt x="1698" y="431"/>
                  </a:lnTo>
                  <a:lnTo>
                    <a:pt x="1698" y="394"/>
                  </a:lnTo>
                  <a:lnTo>
                    <a:pt x="1699" y="532"/>
                  </a:lnTo>
                  <a:lnTo>
                    <a:pt x="1699" y="538"/>
                  </a:lnTo>
                  <a:lnTo>
                    <a:pt x="1699" y="552"/>
                  </a:lnTo>
                  <a:lnTo>
                    <a:pt x="1700" y="282"/>
                  </a:lnTo>
                  <a:lnTo>
                    <a:pt x="1700" y="271"/>
                  </a:lnTo>
                  <a:lnTo>
                    <a:pt x="1701" y="0"/>
                  </a:lnTo>
                  <a:lnTo>
                    <a:pt x="1701" y="20"/>
                  </a:lnTo>
                  <a:lnTo>
                    <a:pt x="1701" y="27"/>
                  </a:lnTo>
                  <a:lnTo>
                    <a:pt x="1703" y="281"/>
                  </a:lnTo>
                  <a:lnTo>
                    <a:pt x="1703" y="287"/>
                  </a:lnTo>
                  <a:lnTo>
                    <a:pt x="1704" y="414"/>
                  </a:lnTo>
                  <a:lnTo>
                    <a:pt x="1704" y="414"/>
                  </a:lnTo>
                  <a:lnTo>
                    <a:pt x="1704" y="552"/>
                  </a:lnTo>
                  <a:lnTo>
                    <a:pt x="1705" y="475"/>
                  </a:lnTo>
                  <a:lnTo>
                    <a:pt x="1705" y="469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7" y="331"/>
                  </a:lnTo>
                  <a:lnTo>
                    <a:pt x="1707" y="179"/>
                  </a:lnTo>
                  <a:lnTo>
                    <a:pt x="1707" y="175"/>
                  </a:lnTo>
                  <a:lnTo>
                    <a:pt x="1708" y="155"/>
                  </a:lnTo>
                  <a:lnTo>
                    <a:pt x="1708" y="223"/>
                  </a:lnTo>
                  <a:lnTo>
                    <a:pt x="1709" y="189"/>
                  </a:lnTo>
                  <a:lnTo>
                    <a:pt x="1709" y="189"/>
                  </a:lnTo>
                  <a:lnTo>
                    <a:pt x="1709" y="143"/>
                  </a:lnTo>
                  <a:lnTo>
                    <a:pt x="1709" y="552"/>
                  </a:lnTo>
                  <a:lnTo>
                    <a:pt x="1710" y="506"/>
                  </a:lnTo>
                  <a:lnTo>
                    <a:pt x="1710" y="495"/>
                  </a:lnTo>
                  <a:lnTo>
                    <a:pt x="1711" y="0"/>
                  </a:lnTo>
                  <a:lnTo>
                    <a:pt x="1711" y="0"/>
                  </a:lnTo>
                  <a:lnTo>
                    <a:pt x="1711" y="0"/>
                  </a:lnTo>
                  <a:lnTo>
                    <a:pt x="1712" y="446"/>
                  </a:lnTo>
                  <a:lnTo>
                    <a:pt x="1712" y="450"/>
                  </a:lnTo>
                  <a:lnTo>
                    <a:pt x="1713" y="552"/>
                  </a:lnTo>
                  <a:lnTo>
                    <a:pt x="1713" y="552"/>
                  </a:lnTo>
                  <a:lnTo>
                    <a:pt x="1713" y="552"/>
                  </a:lnTo>
                  <a:lnTo>
                    <a:pt x="1715" y="547"/>
                  </a:lnTo>
                  <a:lnTo>
                    <a:pt x="1715" y="541"/>
                  </a:lnTo>
                  <a:lnTo>
                    <a:pt x="1715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7" y="544"/>
                  </a:lnTo>
                  <a:lnTo>
                    <a:pt x="1717" y="547"/>
                  </a:lnTo>
                  <a:lnTo>
                    <a:pt x="1717" y="552"/>
                  </a:lnTo>
                  <a:lnTo>
                    <a:pt x="1718" y="488"/>
                  </a:lnTo>
                  <a:lnTo>
                    <a:pt x="1718" y="528"/>
                  </a:lnTo>
                  <a:lnTo>
                    <a:pt x="1718" y="528"/>
                  </a:lnTo>
                  <a:lnTo>
                    <a:pt x="1718" y="523"/>
                  </a:lnTo>
                  <a:lnTo>
                    <a:pt x="1719" y="552"/>
                  </a:lnTo>
                  <a:lnTo>
                    <a:pt x="1719" y="539"/>
                  </a:lnTo>
                  <a:lnTo>
                    <a:pt x="1719" y="533"/>
                  </a:lnTo>
                  <a:lnTo>
                    <a:pt x="1720" y="0"/>
                  </a:lnTo>
                  <a:lnTo>
                    <a:pt x="1721" y="0"/>
                  </a:lnTo>
                  <a:lnTo>
                    <a:pt x="1721" y="0"/>
                  </a:lnTo>
                  <a:lnTo>
                    <a:pt x="1721" y="552"/>
                  </a:lnTo>
                  <a:lnTo>
                    <a:pt x="1722" y="552"/>
                  </a:lnTo>
                  <a:lnTo>
                    <a:pt x="1722" y="552"/>
                  </a:lnTo>
                  <a:lnTo>
                    <a:pt x="1723" y="426"/>
                  </a:lnTo>
                  <a:lnTo>
                    <a:pt x="1723" y="475"/>
                  </a:lnTo>
                  <a:lnTo>
                    <a:pt x="1723" y="479"/>
                  </a:lnTo>
                  <a:lnTo>
                    <a:pt x="1724" y="552"/>
                  </a:lnTo>
                  <a:lnTo>
                    <a:pt x="1724" y="494"/>
                  </a:lnTo>
                  <a:lnTo>
                    <a:pt x="1724" y="482"/>
                  </a:lnTo>
                  <a:lnTo>
                    <a:pt x="1725" y="0"/>
                  </a:lnTo>
                  <a:lnTo>
                    <a:pt x="1725" y="0"/>
                  </a:lnTo>
                  <a:lnTo>
                    <a:pt x="1725" y="0"/>
                  </a:lnTo>
                  <a:lnTo>
                    <a:pt x="1727" y="482"/>
                  </a:lnTo>
                  <a:lnTo>
                    <a:pt x="1727" y="490"/>
                  </a:lnTo>
                  <a:lnTo>
                    <a:pt x="1727" y="552"/>
                  </a:lnTo>
                  <a:lnTo>
                    <a:pt x="1728" y="422"/>
                  </a:lnTo>
                  <a:lnTo>
                    <a:pt x="1728" y="436"/>
                  </a:lnTo>
                  <a:lnTo>
                    <a:pt x="1728" y="438"/>
                  </a:lnTo>
                  <a:lnTo>
                    <a:pt x="1729" y="552"/>
                  </a:lnTo>
                  <a:lnTo>
                    <a:pt x="1729" y="539"/>
                  </a:lnTo>
                  <a:lnTo>
                    <a:pt x="1729" y="533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731" y="454"/>
                  </a:lnTo>
                  <a:lnTo>
                    <a:pt x="1731" y="430"/>
                  </a:lnTo>
                  <a:lnTo>
                    <a:pt x="1731" y="433"/>
                  </a:lnTo>
                  <a:lnTo>
                    <a:pt x="1732" y="417"/>
                  </a:lnTo>
                  <a:lnTo>
                    <a:pt x="1733" y="552"/>
                  </a:lnTo>
                  <a:lnTo>
                    <a:pt x="1733" y="552"/>
                  </a:lnTo>
                  <a:lnTo>
                    <a:pt x="1733" y="552"/>
                  </a:lnTo>
                  <a:lnTo>
                    <a:pt x="1734" y="418"/>
                  </a:lnTo>
                  <a:lnTo>
                    <a:pt x="1734" y="405"/>
                  </a:lnTo>
                  <a:lnTo>
                    <a:pt x="1734" y="0"/>
                  </a:lnTo>
                  <a:lnTo>
                    <a:pt x="1735" y="13"/>
                  </a:lnTo>
                  <a:lnTo>
                    <a:pt x="1735" y="22"/>
                  </a:lnTo>
                  <a:lnTo>
                    <a:pt x="1736" y="552"/>
                  </a:lnTo>
                  <a:lnTo>
                    <a:pt x="1736" y="552"/>
                  </a:lnTo>
                  <a:lnTo>
                    <a:pt x="1736" y="552"/>
                  </a:lnTo>
                  <a:lnTo>
                    <a:pt x="1737" y="421"/>
                  </a:lnTo>
                  <a:lnTo>
                    <a:pt x="1737" y="480"/>
                  </a:lnTo>
                  <a:lnTo>
                    <a:pt x="1738" y="481"/>
                  </a:lnTo>
                  <a:lnTo>
                    <a:pt x="1738" y="552"/>
                  </a:lnTo>
                  <a:lnTo>
                    <a:pt x="1739" y="98"/>
                  </a:lnTo>
                  <a:lnTo>
                    <a:pt x="1739" y="85"/>
                  </a:lnTo>
                  <a:lnTo>
                    <a:pt x="1739" y="0"/>
                  </a:lnTo>
                  <a:lnTo>
                    <a:pt x="1740" y="9"/>
                  </a:lnTo>
                  <a:lnTo>
                    <a:pt x="1740" y="16"/>
                  </a:lnTo>
                  <a:lnTo>
                    <a:pt x="1741" y="552"/>
                  </a:lnTo>
                  <a:lnTo>
                    <a:pt x="1741" y="552"/>
                  </a:lnTo>
                  <a:lnTo>
                    <a:pt x="1741" y="552"/>
                  </a:lnTo>
                  <a:lnTo>
                    <a:pt x="1742" y="378"/>
                  </a:lnTo>
                  <a:lnTo>
                    <a:pt x="1742" y="405"/>
                  </a:lnTo>
                  <a:lnTo>
                    <a:pt x="1743" y="407"/>
                  </a:lnTo>
                  <a:lnTo>
                    <a:pt x="1743" y="552"/>
                  </a:lnTo>
                  <a:lnTo>
                    <a:pt x="1743" y="399"/>
                  </a:lnTo>
                  <a:lnTo>
                    <a:pt x="1744" y="387"/>
                  </a:lnTo>
                  <a:lnTo>
                    <a:pt x="1744" y="0"/>
                  </a:lnTo>
                  <a:lnTo>
                    <a:pt x="1745" y="27"/>
                  </a:lnTo>
                  <a:lnTo>
                    <a:pt x="1745" y="37"/>
                  </a:lnTo>
                  <a:lnTo>
                    <a:pt x="1746" y="493"/>
                  </a:lnTo>
                  <a:lnTo>
                    <a:pt x="1746" y="491"/>
                  </a:lnTo>
                  <a:lnTo>
                    <a:pt x="1746" y="490"/>
                  </a:lnTo>
                  <a:lnTo>
                    <a:pt x="1746" y="337"/>
                  </a:lnTo>
                  <a:lnTo>
                    <a:pt x="1747" y="405"/>
                  </a:lnTo>
                  <a:lnTo>
                    <a:pt x="1747" y="406"/>
                  </a:lnTo>
                  <a:lnTo>
                    <a:pt x="1748" y="552"/>
                  </a:lnTo>
                  <a:lnTo>
                    <a:pt x="1748" y="378"/>
                  </a:lnTo>
                  <a:lnTo>
                    <a:pt x="1749" y="361"/>
                  </a:lnTo>
                  <a:lnTo>
                    <a:pt x="1749" y="0"/>
                  </a:lnTo>
                  <a:lnTo>
                    <a:pt x="1749" y="40"/>
                  </a:lnTo>
                  <a:lnTo>
                    <a:pt x="1750" y="52"/>
                  </a:lnTo>
                  <a:lnTo>
                    <a:pt x="1751" y="471"/>
                  </a:lnTo>
                  <a:lnTo>
                    <a:pt x="1751" y="472"/>
                  </a:lnTo>
                  <a:lnTo>
                    <a:pt x="1751" y="485"/>
                  </a:lnTo>
                  <a:lnTo>
                    <a:pt x="1752" y="394"/>
                  </a:lnTo>
                  <a:lnTo>
                    <a:pt x="1752" y="413"/>
                  </a:lnTo>
                  <a:lnTo>
                    <a:pt x="1752" y="417"/>
                  </a:lnTo>
                  <a:lnTo>
                    <a:pt x="1752" y="552"/>
                  </a:lnTo>
                  <a:lnTo>
                    <a:pt x="1753" y="87"/>
                  </a:lnTo>
                  <a:lnTo>
                    <a:pt x="1753" y="72"/>
                  </a:lnTo>
                  <a:lnTo>
                    <a:pt x="1753" y="0"/>
                  </a:lnTo>
                  <a:lnTo>
                    <a:pt x="1754" y="228"/>
                  </a:lnTo>
                  <a:lnTo>
                    <a:pt x="1755" y="238"/>
                  </a:lnTo>
                  <a:lnTo>
                    <a:pt x="1755" y="469"/>
                  </a:lnTo>
                  <a:lnTo>
                    <a:pt x="1756" y="416"/>
                  </a:lnTo>
                  <a:lnTo>
                    <a:pt x="1756" y="415"/>
                  </a:lnTo>
                  <a:lnTo>
                    <a:pt x="1756" y="414"/>
                  </a:lnTo>
                  <a:lnTo>
                    <a:pt x="1757" y="539"/>
                  </a:lnTo>
                  <a:lnTo>
                    <a:pt x="1757" y="544"/>
                  </a:lnTo>
                  <a:lnTo>
                    <a:pt x="1757" y="552"/>
                  </a:lnTo>
                  <a:lnTo>
                    <a:pt x="1758" y="163"/>
                  </a:lnTo>
                  <a:lnTo>
                    <a:pt x="1758" y="151"/>
                  </a:lnTo>
                  <a:lnTo>
                    <a:pt x="1758" y="0"/>
                  </a:lnTo>
                  <a:lnTo>
                    <a:pt x="1759" y="460"/>
                  </a:lnTo>
                  <a:lnTo>
                    <a:pt x="1759" y="461"/>
                  </a:lnTo>
                  <a:lnTo>
                    <a:pt x="1760" y="417"/>
                  </a:lnTo>
                  <a:lnTo>
                    <a:pt x="1760" y="498"/>
                  </a:lnTo>
                  <a:lnTo>
                    <a:pt x="1760" y="498"/>
                  </a:lnTo>
                  <a:lnTo>
                    <a:pt x="1761" y="405"/>
                  </a:lnTo>
                  <a:lnTo>
                    <a:pt x="1762" y="486"/>
                  </a:lnTo>
                  <a:lnTo>
                    <a:pt x="1762" y="496"/>
                  </a:lnTo>
                  <a:lnTo>
                    <a:pt x="1762" y="552"/>
                  </a:lnTo>
                  <a:lnTo>
                    <a:pt x="1763" y="232"/>
                  </a:lnTo>
                  <a:lnTo>
                    <a:pt x="1763" y="219"/>
                  </a:lnTo>
                  <a:lnTo>
                    <a:pt x="1763" y="0"/>
                  </a:lnTo>
                  <a:lnTo>
                    <a:pt x="1764" y="261"/>
                  </a:lnTo>
                  <a:lnTo>
                    <a:pt x="1764" y="271"/>
                  </a:lnTo>
                  <a:lnTo>
                    <a:pt x="1765" y="418"/>
                  </a:lnTo>
                  <a:lnTo>
                    <a:pt x="1765" y="408"/>
                  </a:lnTo>
                  <a:lnTo>
                    <a:pt x="1765" y="407"/>
                  </a:lnTo>
                  <a:lnTo>
                    <a:pt x="1765" y="402"/>
                  </a:lnTo>
                  <a:lnTo>
                    <a:pt x="1766" y="460"/>
                  </a:lnTo>
                  <a:lnTo>
                    <a:pt x="1766" y="457"/>
                  </a:lnTo>
                  <a:lnTo>
                    <a:pt x="1766" y="459"/>
                  </a:lnTo>
                  <a:lnTo>
                    <a:pt x="1767" y="552"/>
                  </a:lnTo>
                  <a:lnTo>
                    <a:pt x="1768" y="365"/>
                  </a:lnTo>
                  <a:lnTo>
                    <a:pt x="1768" y="354"/>
                  </a:lnTo>
                  <a:lnTo>
                    <a:pt x="1768" y="0"/>
                  </a:lnTo>
                  <a:lnTo>
                    <a:pt x="1769" y="147"/>
                  </a:lnTo>
                  <a:lnTo>
                    <a:pt x="1769" y="163"/>
                  </a:lnTo>
                  <a:lnTo>
                    <a:pt x="1769" y="326"/>
                  </a:lnTo>
                  <a:lnTo>
                    <a:pt x="1770" y="324"/>
                  </a:lnTo>
                  <a:lnTo>
                    <a:pt x="1770" y="325"/>
                  </a:lnTo>
                  <a:lnTo>
                    <a:pt x="1771" y="313"/>
                  </a:lnTo>
                  <a:lnTo>
                    <a:pt x="1771" y="400"/>
                  </a:lnTo>
                  <a:lnTo>
                    <a:pt x="1771" y="403"/>
                  </a:lnTo>
                  <a:lnTo>
                    <a:pt x="1772" y="552"/>
                  </a:lnTo>
                  <a:lnTo>
                    <a:pt x="1772" y="455"/>
                  </a:lnTo>
                  <a:lnTo>
                    <a:pt x="1772" y="447"/>
                  </a:lnTo>
                  <a:lnTo>
                    <a:pt x="1773" y="0"/>
                  </a:lnTo>
                  <a:lnTo>
                    <a:pt x="1774" y="0"/>
                  </a:lnTo>
                  <a:lnTo>
                    <a:pt x="1774" y="1"/>
                  </a:lnTo>
                  <a:lnTo>
                    <a:pt x="1775" y="307"/>
                  </a:lnTo>
                  <a:lnTo>
                    <a:pt x="1775" y="315"/>
                  </a:lnTo>
                  <a:lnTo>
                    <a:pt x="1775" y="552"/>
                  </a:lnTo>
                  <a:lnTo>
                    <a:pt x="1776" y="420"/>
                  </a:lnTo>
                  <a:lnTo>
                    <a:pt x="1776" y="423"/>
                  </a:lnTo>
                  <a:lnTo>
                    <a:pt x="1777" y="552"/>
                  </a:lnTo>
                  <a:lnTo>
                    <a:pt x="1777" y="406"/>
                  </a:lnTo>
                  <a:lnTo>
                    <a:pt x="1777" y="398"/>
                  </a:lnTo>
                  <a:lnTo>
                    <a:pt x="1778" y="0"/>
                  </a:lnTo>
                  <a:lnTo>
                    <a:pt x="1778" y="26"/>
                  </a:lnTo>
                  <a:lnTo>
                    <a:pt x="1778" y="35"/>
                  </a:lnTo>
                  <a:lnTo>
                    <a:pt x="1780" y="509"/>
                  </a:lnTo>
                  <a:lnTo>
                    <a:pt x="1780" y="452"/>
                  </a:lnTo>
                  <a:lnTo>
                    <a:pt x="1780" y="445"/>
                  </a:lnTo>
                  <a:lnTo>
                    <a:pt x="1780" y="234"/>
                  </a:lnTo>
                  <a:lnTo>
                    <a:pt x="1781" y="457"/>
                  </a:lnTo>
                  <a:lnTo>
                    <a:pt x="1781" y="463"/>
                  </a:lnTo>
                  <a:lnTo>
                    <a:pt x="1781" y="552"/>
                  </a:lnTo>
                  <a:lnTo>
                    <a:pt x="1782" y="308"/>
                  </a:lnTo>
                  <a:lnTo>
                    <a:pt x="1782" y="297"/>
                  </a:lnTo>
                  <a:lnTo>
                    <a:pt x="1783" y="0"/>
                  </a:lnTo>
                  <a:lnTo>
                    <a:pt x="1783" y="204"/>
                  </a:lnTo>
                  <a:lnTo>
                    <a:pt x="1783" y="216"/>
                  </a:lnTo>
                  <a:lnTo>
                    <a:pt x="1784" y="421"/>
                  </a:lnTo>
                  <a:lnTo>
                    <a:pt x="1784" y="422"/>
                  </a:lnTo>
                  <a:lnTo>
                    <a:pt x="1785" y="419"/>
                  </a:lnTo>
                  <a:lnTo>
                    <a:pt x="1786" y="552"/>
                  </a:lnTo>
                  <a:lnTo>
                    <a:pt x="1786" y="552"/>
                  </a:lnTo>
                  <a:lnTo>
                    <a:pt x="1786" y="552"/>
                  </a:lnTo>
                  <a:lnTo>
                    <a:pt x="1787" y="204"/>
                  </a:lnTo>
                  <a:lnTo>
                    <a:pt x="1787" y="192"/>
                  </a:lnTo>
                  <a:lnTo>
                    <a:pt x="1787" y="0"/>
                  </a:lnTo>
                  <a:lnTo>
                    <a:pt x="1788" y="172"/>
                  </a:lnTo>
                  <a:lnTo>
                    <a:pt x="1788" y="183"/>
                  </a:lnTo>
                  <a:lnTo>
                    <a:pt x="1789" y="409"/>
                  </a:lnTo>
                  <a:lnTo>
                    <a:pt x="1789" y="370"/>
                  </a:lnTo>
                  <a:lnTo>
                    <a:pt x="1789" y="373"/>
                  </a:lnTo>
                  <a:lnTo>
                    <a:pt x="1790" y="440"/>
                  </a:lnTo>
                  <a:lnTo>
                    <a:pt x="1790" y="399"/>
                  </a:lnTo>
                  <a:lnTo>
                    <a:pt x="1790" y="401"/>
                  </a:lnTo>
                  <a:lnTo>
                    <a:pt x="1791" y="552"/>
                  </a:lnTo>
                  <a:lnTo>
                    <a:pt x="1792" y="346"/>
                  </a:lnTo>
                  <a:lnTo>
                    <a:pt x="1792" y="347"/>
                  </a:lnTo>
                  <a:lnTo>
                    <a:pt x="1792" y="347"/>
                  </a:lnTo>
                  <a:lnTo>
                    <a:pt x="1792" y="368"/>
                  </a:lnTo>
                  <a:lnTo>
                    <a:pt x="1793" y="0"/>
                  </a:lnTo>
                  <a:lnTo>
                    <a:pt x="1793" y="0"/>
                  </a:lnTo>
                  <a:lnTo>
                    <a:pt x="1793" y="1"/>
                  </a:lnTo>
                  <a:lnTo>
                    <a:pt x="1794" y="409"/>
                  </a:lnTo>
                  <a:lnTo>
                    <a:pt x="1794" y="412"/>
                  </a:lnTo>
                  <a:lnTo>
                    <a:pt x="1794" y="439"/>
                  </a:lnTo>
                  <a:lnTo>
                    <a:pt x="1795" y="287"/>
                  </a:lnTo>
                  <a:lnTo>
                    <a:pt x="1795" y="286"/>
                  </a:lnTo>
                  <a:lnTo>
                    <a:pt x="1796" y="552"/>
                  </a:lnTo>
                  <a:lnTo>
                    <a:pt x="1796" y="100"/>
                  </a:lnTo>
                  <a:lnTo>
                    <a:pt x="1796" y="85"/>
                  </a:lnTo>
                  <a:lnTo>
                    <a:pt x="1797" y="0"/>
                  </a:lnTo>
                  <a:lnTo>
                    <a:pt x="1798" y="116"/>
                  </a:lnTo>
                  <a:lnTo>
                    <a:pt x="1798" y="127"/>
                  </a:lnTo>
                  <a:lnTo>
                    <a:pt x="1798" y="552"/>
                  </a:lnTo>
                  <a:lnTo>
                    <a:pt x="1799" y="552"/>
                  </a:lnTo>
                  <a:lnTo>
                    <a:pt x="1799" y="552"/>
                  </a:lnTo>
                  <a:lnTo>
                    <a:pt x="1799" y="442"/>
                  </a:lnTo>
                  <a:lnTo>
                    <a:pt x="1800" y="492"/>
                  </a:lnTo>
                  <a:lnTo>
                    <a:pt x="1800" y="493"/>
                  </a:lnTo>
                  <a:lnTo>
                    <a:pt x="1801" y="552"/>
                  </a:lnTo>
                  <a:lnTo>
                    <a:pt x="1801" y="241"/>
                  </a:lnTo>
                  <a:lnTo>
                    <a:pt x="1802" y="230"/>
                  </a:lnTo>
                  <a:lnTo>
                    <a:pt x="1802" y="0"/>
                  </a:lnTo>
                  <a:lnTo>
                    <a:pt x="1802" y="0"/>
                  </a:lnTo>
                  <a:lnTo>
                    <a:pt x="1803" y="0"/>
                  </a:lnTo>
                  <a:lnTo>
                    <a:pt x="1803" y="552"/>
                  </a:lnTo>
                  <a:lnTo>
                    <a:pt x="1804" y="539"/>
                  </a:lnTo>
                  <a:lnTo>
                    <a:pt x="1804" y="538"/>
                  </a:lnTo>
                  <a:lnTo>
                    <a:pt x="1805" y="481"/>
                  </a:lnTo>
                  <a:lnTo>
                    <a:pt x="1805" y="491"/>
                  </a:lnTo>
                  <a:lnTo>
                    <a:pt x="1805" y="491"/>
                  </a:lnTo>
                  <a:lnTo>
                    <a:pt x="1805" y="552"/>
                  </a:lnTo>
                  <a:lnTo>
                    <a:pt x="1806" y="395"/>
                  </a:lnTo>
                  <a:lnTo>
                    <a:pt x="1806" y="383"/>
                  </a:lnTo>
                  <a:lnTo>
                    <a:pt x="1807" y="0"/>
                  </a:lnTo>
                  <a:lnTo>
                    <a:pt x="1807" y="2"/>
                  </a:lnTo>
                  <a:lnTo>
                    <a:pt x="1808" y="5"/>
                  </a:lnTo>
                  <a:lnTo>
                    <a:pt x="1808" y="523"/>
                  </a:lnTo>
                  <a:lnTo>
                    <a:pt x="1808" y="514"/>
                  </a:lnTo>
                  <a:lnTo>
                    <a:pt x="1809" y="515"/>
                  </a:lnTo>
                  <a:lnTo>
                    <a:pt x="1809" y="515"/>
                  </a:lnTo>
                  <a:lnTo>
                    <a:pt x="1809" y="484"/>
                  </a:lnTo>
                  <a:lnTo>
                    <a:pt x="1810" y="487"/>
                  </a:lnTo>
                  <a:lnTo>
                    <a:pt x="1810" y="486"/>
                  </a:lnTo>
                  <a:lnTo>
                    <a:pt x="1810" y="552"/>
                  </a:lnTo>
                  <a:lnTo>
                    <a:pt x="1811" y="463"/>
                  </a:lnTo>
                  <a:lnTo>
                    <a:pt x="1811" y="45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3" y="549"/>
                  </a:lnTo>
                  <a:lnTo>
                    <a:pt x="1814" y="550"/>
                  </a:lnTo>
                  <a:lnTo>
                    <a:pt x="1814" y="552"/>
                  </a:lnTo>
                  <a:lnTo>
                    <a:pt x="1815" y="473"/>
                  </a:lnTo>
                  <a:lnTo>
                    <a:pt x="1815" y="480"/>
                  </a:lnTo>
                  <a:lnTo>
                    <a:pt x="1815" y="480"/>
                  </a:lnTo>
                  <a:lnTo>
                    <a:pt x="1815" y="479"/>
                  </a:lnTo>
                  <a:lnTo>
                    <a:pt x="1815" y="552"/>
                  </a:lnTo>
                  <a:lnTo>
                    <a:pt x="1816" y="552"/>
                  </a:lnTo>
                  <a:lnTo>
                    <a:pt x="1816" y="552"/>
                  </a:lnTo>
                  <a:lnTo>
                    <a:pt x="1817" y="0"/>
                  </a:lnTo>
                  <a:lnTo>
                    <a:pt x="1817" y="0"/>
                  </a:lnTo>
                  <a:lnTo>
                    <a:pt x="1817" y="0"/>
                  </a:lnTo>
                  <a:lnTo>
                    <a:pt x="1818" y="518"/>
                  </a:lnTo>
                  <a:lnTo>
                    <a:pt x="1818" y="464"/>
                  </a:lnTo>
                  <a:lnTo>
                    <a:pt x="1818" y="463"/>
                  </a:lnTo>
                  <a:lnTo>
                    <a:pt x="1819" y="431"/>
                  </a:lnTo>
                  <a:lnTo>
                    <a:pt x="1819" y="468"/>
                  </a:lnTo>
                  <a:lnTo>
                    <a:pt x="1819" y="469"/>
                  </a:lnTo>
                  <a:lnTo>
                    <a:pt x="1820" y="552"/>
                  </a:lnTo>
                  <a:lnTo>
                    <a:pt x="1821" y="552"/>
                  </a:lnTo>
                  <a:lnTo>
                    <a:pt x="1821" y="552"/>
                  </a:lnTo>
                  <a:lnTo>
                    <a:pt x="1821" y="0"/>
                  </a:lnTo>
                  <a:lnTo>
                    <a:pt x="1822" y="0"/>
                  </a:lnTo>
                  <a:lnTo>
                    <a:pt x="1822" y="0"/>
                  </a:lnTo>
                  <a:lnTo>
                    <a:pt x="1823" y="311"/>
                  </a:lnTo>
                  <a:lnTo>
                    <a:pt x="1823" y="285"/>
                  </a:lnTo>
                  <a:lnTo>
                    <a:pt x="1823" y="284"/>
                  </a:lnTo>
                  <a:lnTo>
                    <a:pt x="1824" y="357"/>
                  </a:lnTo>
                  <a:lnTo>
                    <a:pt x="1824" y="243"/>
                  </a:lnTo>
                  <a:lnTo>
                    <a:pt x="1824" y="248"/>
                  </a:lnTo>
                  <a:lnTo>
                    <a:pt x="1824" y="249"/>
                  </a:lnTo>
                  <a:lnTo>
                    <a:pt x="1825" y="550"/>
                  </a:lnTo>
                  <a:lnTo>
                    <a:pt x="1825" y="0"/>
                  </a:lnTo>
                  <a:lnTo>
                    <a:pt x="1825" y="0"/>
                  </a:lnTo>
                  <a:lnTo>
                    <a:pt x="1825" y="0"/>
                  </a:lnTo>
                  <a:lnTo>
                    <a:pt x="1827" y="150"/>
                  </a:lnTo>
                  <a:lnTo>
                    <a:pt x="1827" y="168"/>
                  </a:lnTo>
                  <a:lnTo>
                    <a:pt x="1827" y="552"/>
                  </a:lnTo>
                  <a:lnTo>
                    <a:pt x="1828" y="552"/>
                  </a:lnTo>
                  <a:lnTo>
                    <a:pt x="1828" y="552"/>
                  </a:lnTo>
                  <a:lnTo>
                    <a:pt x="1829" y="518"/>
                  </a:lnTo>
                  <a:lnTo>
                    <a:pt x="1829" y="510"/>
                  </a:lnTo>
                  <a:lnTo>
                    <a:pt x="1830" y="0"/>
                  </a:lnTo>
                  <a:lnTo>
                    <a:pt x="1830" y="544"/>
                  </a:lnTo>
                  <a:lnTo>
                    <a:pt x="1830" y="548"/>
                  </a:lnTo>
                  <a:lnTo>
                    <a:pt x="1830" y="552"/>
                  </a:lnTo>
                  <a:lnTo>
                    <a:pt x="1831" y="299"/>
                  </a:lnTo>
                  <a:lnTo>
                    <a:pt x="1831" y="289"/>
                  </a:lnTo>
                  <a:lnTo>
                    <a:pt x="1832" y="0"/>
                  </a:lnTo>
                  <a:lnTo>
                    <a:pt x="1833" y="552"/>
                  </a:lnTo>
                  <a:lnTo>
                    <a:pt x="1833" y="552"/>
                  </a:lnTo>
                  <a:lnTo>
                    <a:pt x="1833" y="552"/>
                  </a:lnTo>
                  <a:lnTo>
                    <a:pt x="1834" y="552"/>
                  </a:lnTo>
                  <a:lnTo>
                    <a:pt x="1834" y="552"/>
                  </a:lnTo>
                  <a:lnTo>
                    <a:pt x="1835" y="552"/>
                  </a:lnTo>
                  <a:lnTo>
                    <a:pt x="1835" y="552"/>
                  </a:lnTo>
                  <a:lnTo>
                    <a:pt x="1836" y="516"/>
                  </a:lnTo>
                  <a:lnTo>
                    <a:pt x="1836" y="504"/>
                  </a:lnTo>
                  <a:lnTo>
                    <a:pt x="1837" y="0"/>
                  </a:lnTo>
                  <a:lnTo>
                    <a:pt x="1837" y="0"/>
                  </a:lnTo>
                  <a:lnTo>
                    <a:pt x="1837" y="0"/>
                  </a:lnTo>
                  <a:lnTo>
                    <a:pt x="1838" y="552"/>
                  </a:lnTo>
                  <a:lnTo>
                    <a:pt x="1839" y="482"/>
                  </a:lnTo>
                  <a:lnTo>
                    <a:pt x="1839" y="480"/>
                  </a:lnTo>
                  <a:lnTo>
                    <a:pt x="1839" y="510"/>
                  </a:lnTo>
                  <a:lnTo>
                    <a:pt x="1840" y="469"/>
                  </a:lnTo>
                  <a:lnTo>
                    <a:pt x="1840" y="482"/>
                  </a:lnTo>
                  <a:lnTo>
                    <a:pt x="1840" y="482"/>
                  </a:lnTo>
                  <a:lnTo>
                    <a:pt x="1841" y="552"/>
                  </a:lnTo>
                  <a:lnTo>
                    <a:pt x="1841" y="552"/>
                  </a:lnTo>
                  <a:lnTo>
                    <a:pt x="1841" y="552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3" y="552"/>
                  </a:lnTo>
                  <a:lnTo>
                    <a:pt x="1843" y="552"/>
                  </a:lnTo>
                  <a:lnTo>
                    <a:pt x="1843" y="552"/>
                  </a:lnTo>
                  <a:lnTo>
                    <a:pt x="1845" y="542"/>
                  </a:lnTo>
                  <a:lnTo>
                    <a:pt x="1845" y="542"/>
                  </a:lnTo>
                  <a:lnTo>
                    <a:pt x="1845" y="515"/>
                  </a:lnTo>
                  <a:lnTo>
                    <a:pt x="1845" y="552"/>
                  </a:lnTo>
                  <a:lnTo>
                    <a:pt x="1846" y="552"/>
                  </a:lnTo>
                  <a:lnTo>
                    <a:pt x="1846" y="552"/>
                  </a:lnTo>
                  <a:lnTo>
                    <a:pt x="1847" y="0"/>
                  </a:lnTo>
                  <a:lnTo>
                    <a:pt x="1847" y="0"/>
                  </a:lnTo>
                  <a:lnTo>
                    <a:pt x="1847" y="0"/>
                  </a:lnTo>
                  <a:lnTo>
                    <a:pt x="1848" y="552"/>
                  </a:lnTo>
                  <a:lnTo>
                    <a:pt x="1848" y="552"/>
                  </a:lnTo>
                  <a:lnTo>
                    <a:pt x="1848" y="552"/>
                  </a:lnTo>
                  <a:lnTo>
                    <a:pt x="1849" y="0"/>
                  </a:lnTo>
                  <a:lnTo>
                    <a:pt x="1849" y="0"/>
                  </a:lnTo>
                  <a:lnTo>
                    <a:pt x="1849" y="3"/>
                  </a:lnTo>
                  <a:lnTo>
                    <a:pt x="1850" y="552"/>
                  </a:lnTo>
                  <a:lnTo>
                    <a:pt x="1851" y="454"/>
                  </a:lnTo>
                  <a:lnTo>
                    <a:pt x="1851" y="440"/>
                  </a:lnTo>
                  <a:lnTo>
                    <a:pt x="1851" y="194"/>
                  </a:lnTo>
                  <a:lnTo>
                    <a:pt x="1852" y="552"/>
                  </a:lnTo>
                  <a:lnTo>
                    <a:pt x="1852" y="552"/>
                  </a:lnTo>
                  <a:lnTo>
                    <a:pt x="1852" y="552"/>
                  </a:lnTo>
                  <a:lnTo>
                    <a:pt x="1853" y="0"/>
                  </a:lnTo>
                  <a:lnTo>
                    <a:pt x="1853" y="0"/>
                  </a:lnTo>
                  <a:lnTo>
                    <a:pt x="1853" y="0"/>
                  </a:lnTo>
                  <a:lnTo>
                    <a:pt x="1854" y="552"/>
                  </a:lnTo>
                  <a:lnTo>
                    <a:pt x="1854" y="552"/>
                  </a:lnTo>
                  <a:lnTo>
                    <a:pt x="1854" y="552"/>
                  </a:lnTo>
                  <a:lnTo>
                    <a:pt x="1855" y="206"/>
                  </a:lnTo>
                  <a:lnTo>
                    <a:pt x="1855" y="179"/>
                  </a:lnTo>
                  <a:lnTo>
                    <a:pt x="1856" y="0"/>
                  </a:lnTo>
                  <a:lnTo>
                    <a:pt x="1857" y="0"/>
                  </a:lnTo>
                  <a:lnTo>
                    <a:pt x="1857" y="0"/>
                  </a:lnTo>
                  <a:lnTo>
                    <a:pt x="1858" y="0"/>
                  </a:lnTo>
                  <a:lnTo>
                    <a:pt x="1858" y="0"/>
                  </a:lnTo>
                  <a:lnTo>
                    <a:pt x="1859" y="552"/>
                  </a:lnTo>
                  <a:lnTo>
                    <a:pt x="1859" y="552"/>
                  </a:lnTo>
                  <a:lnTo>
                    <a:pt x="1859" y="552"/>
                  </a:lnTo>
                  <a:lnTo>
                    <a:pt x="1860" y="165"/>
                  </a:lnTo>
                  <a:lnTo>
                    <a:pt x="1860" y="449"/>
                  </a:lnTo>
                  <a:lnTo>
                    <a:pt x="1860" y="462"/>
                  </a:lnTo>
                  <a:lnTo>
                    <a:pt x="1861" y="552"/>
                  </a:lnTo>
                  <a:lnTo>
                    <a:pt x="1861" y="552"/>
                  </a:lnTo>
                  <a:lnTo>
                    <a:pt x="1862" y="552"/>
                  </a:lnTo>
                  <a:lnTo>
                    <a:pt x="1863" y="0"/>
                  </a:lnTo>
                  <a:lnTo>
                    <a:pt x="1863" y="0"/>
                  </a:lnTo>
                  <a:lnTo>
                    <a:pt x="1863" y="0"/>
                  </a:lnTo>
                  <a:lnTo>
                    <a:pt x="1863" y="552"/>
                  </a:lnTo>
                  <a:lnTo>
                    <a:pt x="1864" y="552"/>
                  </a:lnTo>
                  <a:lnTo>
                    <a:pt x="1864" y="552"/>
                  </a:lnTo>
                  <a:lnTo>
                    <a:pt x="1865" y="552"/>
                  </a:lnTo>
                  <a:lnTo>
                    <a:pt x="1865" y="552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7" y="0"/>
                  </a:lnTo>
                  <a:lnTo>
                    <a:pt x="1868" y="543"/>
                  </a:lnTo>
                  <a:lnTo>
                    <a:pt x="1868" y="549"/>
                  </a:lnTo>
                  <a:lnTo>
                    <a:pt x="1868" y="552"/>
                  </a:lnTo>
                  <a:lnTo>
                    <a:pt x="1869" y="552"/>
                  </a:lnTo>
                  <a:lnTo>
                    <a:pt x="1869" y="552"/>
                  </a:lnTo>
                  <a:lnTo>
                    <a:pt x="1870" y="529"/>
                  </a:lnTo>
                  <a:lnTo>
                    <a:pt x="1870" y="535"/>
                  </a:lnTo>
                  <a:lnTo>
                    <a:pt x="1870" y="534"/>
                  </a:lnTo>
                  <a:lnTo>
                    <a:pt x="1871" y="552"/>
                  </a:lnTo>
                  <a:lnTo>
                    <a:pt x="1871" y="0"/>
                  </a:lnTo>
                  <a:lnTo>
                    <a:pt x="1871" y="0"/>
                  </a:lnTo>
                  <a:lnTo>
                    <a:pt x="1871" y="0"/>
                  </a:lnTo>
                  <a:lnTo>
                    <a:pt x="1872" y="278"/>
                  </a:lnTo>
                  <a:lnTo>
                    <a:pt x="1873" y="304"/>
                  </a:lnTo>
                  <a:lnTo>
                    <a:pt x="1873" y="552"/>
                  </a:lnTo>
                  <a:lnTo>
                    <a:pt x="1874" y="552"/>
                  </a:lnTo>
                  <a:lnTo>
                    <a:pt x="1874" y="552"/>
                  </a:lnTo>
                  <a:lnTo>
                    <a:pt x="1875" y="552"/>
                  </a:lnTo>
                  <a:lnTo>
                    <a:pt x="1875" y="552"/>
                  </a:lnTo>
                  <a:lnTo>
                    <a:pt x="1876" y="0"/>
                  </a:lnTo>
                  <a:lnTo>
                    <a:pt x="1876" y="0"/>
                  </a:lnTo>
                  <a:lnTo>
                    <a:pt x="1876" y="0"/>
                  </a:lnTo>
                  <a:lnTo>
                    <a:pt x="1877" y="72"/>
                  </a:lnTo>
                  <a:lnTo>
                    <a:pt x="1877" y="93"/>
                  </a:lnTo>
                  <a:lnTo>
                    <a:pt x="1878" y="552"/>
                  </a:lnTo>
                  <a:lnTo>
                    <a:pt x="1878" y="552"/>
                  </a:lnTo>
                  <a:lnTo>
                    <a:pt x="1879" y="552"/>
                  </a:lnTo>
                  <a:lnTo>
                    <a:pt x="1880" y="552"/>
                  </a:lnTo>
                  <a:lnTo>
                    <a:pt x="1880" y="552"/>
                  </a:lnTo>
                  <a:lnTo>
                    <a:pt x="1881" y="28"/>
                  </a:lnTo>
                  <a:lnTo>
                    <a:pt x="1881" y="19"/>
                  </a:lnTo>
                  <a:lnTo>
                    <a:pt x="1881" y="0"/>
                  </a:lnTo>
                  <a:lnTo>
                    <a:pt x="1882" y="363"/>
                  </a:lnTo>
                  <a:lnTo>
                    <a:pt x="1882" y="390"/>
                  </a:lnTo>
                  <a:lnTo>
                    <a:pt x="1882" y="552"/>
                  </a:lnTo>
                  <a:lnTo>
                    <a:pt x="1883" y="552"/>
                  </a:lnTo>
                  <a:lnTo>
                    <a:pt x="1883" y="552"/>
                  </a:lnTo>
                  <a:lnTo>
                    <a:pt x="1884" y="552"/>
                  </a:lnTo>
                  <a:lnTo>
                    <a:pt x="1884" y="552"/>
                  </a:lnTo>
                  <a:lnTo>
                    <a:pt x="1886" y="292"/>
                  </a:lnTo>
                  <a:lnTo>
                    <a:pt x="1886" y="277"/>
                  </a:lnTo>
                  <a:lnTo>
                    <a:pt x="1886" y="0"/>
                  </a:lnTo>
                  <a:lnTo>
                    <a:pt x="1887" y="53"/>
                  </a:lnTo>
                  <a:lnTo>
                    <a:pt x="1887" y="69"/>
                  </a:lnTo>
                  <a:lnTo>
                    <a:pt x="1887" y="552"/>
                  </a:lnTo>
                  <a:lnTo>
                    <a:pt x="1888" y="552"/>
                  </a:lnTo>
                  <a:lnTo>
                    <a:pt x="1888" y="552"/>
                  </a:lnTo>
                  <a:lnTo>
                    <a:pt x="1889" y="552"/>
                  </a:lnTo>
                  <a:lnTo>
                    <a:pt x="1889" y="552"/>
                  </a:lnTo>
                  <a:lnTo>
                    <a:pt x="1890" y="4"/>
                  </a:lnTo>
                  <a:lnTo>
                    <a:pt x="1890" y="2"/>
                  </a:lnTo>
                  <a:lnTo>
                    <a:pt x="1891" y="0"/>
                  </a:lnTo>
                  <a:lnTo>
                    <a:pt x="1892" y="310"/>
                  </a:lnTo>
                  <a:lnTo>
                    <a:pt x="1892" y="331"/>
                  </a:lnTo>
                  <a:lnTo>
                    <a:pt x="1892" y="552"/>
                  </a:lnTo>
                  <a:lnTo>
                    <a:pt x="1893" y="552"/>
                  </a:lnTo>
                  <a:lnTo>
                    <a:pt x="1893" y="552"/>
                  </a:lnTo>
                  <a:lnTo>
                    <a:pt x="1894" y="541"/>
                  </a:lnTo>
                  <a:lnTo>
                    <a:pt x="1894" y="540"/>
                  </a:lnTo>
                  <a:lnTo>
                    <a:pt x="1894" y="552"/>
                  </a:lnTo>
                  <a:lnTo>
                    <a:pt x="1895" y="379"/>
                  </a:lnTo>
                  <a:lnTo>
                    <a:pt x="1895" y="373"/>
                  </a:lnTo>
                  <a:lnTo>
                    <a:pt x="1896" y="163"/>
                  </a:lnTo>
                  <a:lnTo>
                    <a:pt x="1896" y="230"/>
                  </a:lnTo>
                  <a:lnTo>
                    <a:pt x="1896" y="241"/>
                  </a:lnTo>
                  <a:lnTo>
                    <a:pt x="1897" y="552"/>
                  </a:lnTo>
                  <a:lnTo>
                    <a:pt x="1898" y="552"/>
                  </a:lnTo>
                  <a:lnTo>
                    <a:pt x="1898" y="552"/>
                  </a:lnTo>
                  <a:lnTo>
                    <a:pt x="1898" y="529"/>
                  </a:lnTo>
                  <a:lnTo>
                    <a:pt x="1899" y="539"/>
                  </a:lnTo>
                  <a:lnTo>
                    <a:pt x="1899" y="538"/>
                  </a:lnTo>
                  <a:lnTo>
                    <a:pt x="1900" y="552"/>
                  </a:lnTo>
                  <a:lnTo>
                    <a:pt x="1900" y="443"/>
                  </a:lnTo>
                  <a:lnTo>
                    <a:pt x="1900" y="439"/>
                  </a:lnTo>
                  <a:lnTo>
                    <a:pt x="1901" y="0"/>
                  </a:lnTo>
                  <a:lnTo>
                    <a:pt x="1901" y="0"/>
                  </a:lnTo>
                  <a:lnTo>
                    <a:pt x="1901" y="1"/>
                  </a:lnTo>
                  <a:lnTo>
                    <a:pt x="1902" y="552"/>
                  </a:lnTo>
                  <a:lnTo>
                    <a:pt x="1902" y="552"/>
                  </a:lnTo>
                  <a:lnTo>
                    <a:pt x="1902" y="552"/>
                  </a:lnTo>
                  <a:lnTo>
                    <a:pt x="1904" y="452"/>
                  </a:lnTo>
                  <a:lnTo>
                    <a:pt x="1904" y="452"/>
                  </a:lnTo>
                  <a:lnTo>
                    <a:pt x="1905" y="550"/>
                  </a:lnTo>
                  <a:lnTo>
                    <a:pt x="1905" y="268"/>
                  </a:lnTo>
                  <a:lnTo>
                    <a:pt x="1905" y="260"/>
                  </a:lnTo>
                  <a:lnTo>
                    <a:pt x="1905" y="0"/>
                  </a:lnTo>
                  <a:lnTo>
                    <a:pt x="1906" y="4"/>
                  </a:lnTo>
                  <a:lnTo>
                    <a:pt x="1906" y="8"/>
                  </a:lnTo>
                  <a:lnTo>
                    <a:pt x="1907" y="552"/>
                  </a:lnTo>
                  <a:lnTo>
                    <a:pt x="1907" y="552"/>
                  </a:lnTo>
                  <a:lnTo>
                    <a:pt x="1907" y="552"/>
                  </a:lnTo>
                  <a:lnTo>
                    <a:pt x="1908" y="476"/>
                  </a:lnTo>
                  <a:lnTo>
                    <a:pt x="1908" y="499"/>
                  </a:lnTo>
                  <a:lnTo>
                    <a:pt x="1908" y="500"/>
                  </a:lnTo>
                  <a:lnTo>
                    <a:pt x="1909" y="493"/>
                  </a:lnTo>
                  <a:lnTo>
                    <a:pt x="1910" y="552"/>
                  </a:lnTo>
                  <a:lnTo>
                    <a:pt x="1910" y="542"/>
                  </a:lnTo>
                  <a:lnTo>
                    <a:pt x="1910" y="537"/>
                  </a:lnTo>
                  <a:lnTo>
                    <a:pt x="1911" y="0"/>
                  </a:lnTo>
                  <a:lnTo>
                    <a:pt x="1911" y="0"/>
                  </a:lnTo>
                  <a:lnTo>
                    <a:pt x="1911" y="0"/>
                  </a:lnTo>
                  <a:lnTo>
                    <a:pt x="1912" y="536"/>
                  </a:lnTo>
                  <a:lnTo>
                    <a:pt x="1912" y="540"/>
                  </a:lnTo>
                  <a:lnTo>
                    <a:pt x="1912" y="552"/>
                  </a:lnTo>
                  <a:lnTo>
                    <a:pt x="1913" y="552"/>
                  </a:lnTo>
                  <a:lnTo>
                    <a:pt x="1913" y="552"/>
                  </a:lnTo>
                  <a:lnTo>
                    <a:pt x="1914" y="523"/>
                  </a:lnTo>
                  <a:lnTo>
                    <a:pt x="1914" y="552"/>
                  </a:lnTo>
                  <a:lnTo>
                    <a:pt x="1914" y="552"/>
                  </a:lnTo>
                  <a:lnTo>
                    <a:pt x="1914" y="552"/>
                  </a:lnTo>
                  <a:lnTo>
                    <a:pt x="1915" y="0"/>
                  </a:lnTo>
                  <a:lnTo>
                    <a:pt x="1916" y="0"/>
                  </a:lnTo>
                  <a:lnTo>
                    <a:pt x="1916" y="0"/>
                  </a:lnTo>
                  <a:lnTo>
                    <a:pt x="1917" y="552"/>
                  </a:lnTo>
                  <a:lnTo>
                    <a:pt x="1917" y="552"/>
                  </a:lnTo>
                  <a:lnTo>
                    <a:pt x="1917" y="552"/>
                  </a:lnTo>
                  <a:lnTo>
                    <a:pt x="1918" y="527"/>
                  </a:lnTo>
                  <a:lnTo>
                    <a:pt x="1918" y="526"/>
                  </a:lnTo>
                  <a:lnTo>
                    <a:pt x="1919" y="482"/>
                  </a:lnTo>
                  <a:lnTo>
                    <a:pt x="1919" y="499"/>
                  </a:lnTo>
                  <a:lnTo>
                    <a:pt x="1919" y="502"/>
                  </a:lnTo>
                  <a:lnTo>
                    <a:pt x="1920" y="552"/>
                  </a:lnTo>
                  <a:lnTo>
                    <a:pt x="1921" y="0"/>
                  </a:lnTo>
                  <a:lnTo>
                    <a:pt x="1921" y="0"/>
                  </a:lnTo>
                  <a:lnTo>
                    <a:pt x="1921" y="0"/>
                  </a:lnTo>
                  <a:lnTo>
                    <a:pt x="1922" y="505"/>
                  </a:lnTo>
                  <a:lnTo>
                    <a:pt x="1922" y="511"/>
                  </a:lnTo>
                  <a:lnTo>
                    <a:pt x="1922" y="552"/>
                  </a:lnTo>
                  <a:lnTo>
                    <a:pt x="1923" y="552"/>
                  </a:lnTo>
                  <a:lnTo>
                    <a:pt x="1923" y="552"/>
                  </a:lnTo>
                  <a:lnTo>
                    <a:pt x="1924" y="489"/>
                  </a:lnTo>
                  <a:lnTo>
                    <a:pt x="1924" y="489"/>
                  </a:lnTo>
                  <a:lnTo>
                    <a:pt x="1925" y="552"/>
                  </a:lnTo>
                  <a:lnTo>
                    <a:pt x="1925" y="250"/>
                  </a:lnTo>
                  <a:lnTo>
                    <a:pt x="1926" y="243"/>
                  </a:lnTo>
                  <a:lnTo>
                    <a:pt x="1926" y="0"/>
                  </a:lnTo>
                  <a:lnTo>
                    <a:pt x="1927" y="237"/>
                  </a:lnTo>
                  <a:lnTo>
                    <a:pt x="1927" y="248"/>
                  </a:lnTo>
                  <a:lnTo>
                    <a:pt x="1928" y="530"/>
                  </a:lnTo>
                  <a:lnTo>
                    <a:pt x="1928" y="530"/>
                  </a:lnTo>
                  <a:lnTo>
                    <a:pt x="1928" y="453"/>
                  </a:lnTo>
                  <a:lnTo>
                    <a:pt x="1929" y="502"/>
                  </a:lnTo>
                  <a:lnTo>
                    <a:pt x="1929" y="504"/>
                  </a:lnTo>
                  <a:lnTo>
                    <a:pt x="1929" y="511"/>
                  </a:lnTo>
                  <a:lnTo>
                    <a:pt x="1930" y="243"/>
                  </a:lnTo>
                  <a:lnTo>
                    <a:pt x="1930" y="234"/>
                  </a:lnTo>
                  <a:lnTo>
                    <a:pt x="1931" y="0"/>
                  </a:lnTo>
                  <a:lnTo>
                    <a:pt x="1931" y="380"/>
                  </a:lnTo>
                  <a:lnTo>
                    <a:pt x="1932" y="386"/>
                  </a:lnTo>
                  <a:lnTo>
                    <a:pt x="1933" y="523"/>
                  </a:lnTo>
                  <a:lnTo>
                    <a:pt x="1933" y="496"/>
                  </a:lnTo>
                  <a:lnTo>
                    <a:pt x="1933" y="492"/>
                  </a:lnTo>
                  <a:lnTo>
                    <a:pt x="1933" y="426"/>
                  </a:lnTo>
                  <a:lnTo>
                    <a:pt x="1934" y="552"/>
                  </a:lnTo>
                  <a:lnTo>
                    <a:pt x="1934" y="552"/>
                  </a:lnTo>
                  <a:lnTo>
                    <a:pt x="1934" y="552"/>
                  </a:lnTo>
                  <a:lnTo>
                    <a:pt x="1935" y="496"/>
                  </a:lnTo>
                  <a:lnTo>
                    <a:pt x="1935" y="551"/>
                  </a:lnTo>
                  <a:lnTo>
                    <a:pt x="1935" y="549"/>
                  </a:lnTo>
                  <a:lnTo>
                    <a:pt x="1936" y="0"/>
                  </a:lnTo>
                  <a:lnTo>
                    <a:pt x="1936" y="0"/>
                  </a:lnTo>
                  <a:lnTo>
                    <a:pt x="1936" y="0"/>
                  </a:lnTo>
                  <a:lnTo>
                    <a:pt x="1937" y="325"/>
                  </a:lnTo>
                  <a:lnTo>
                    <a:pt x="1937" y="240"/>
                  </a:lnTo>
                  <a:lnTo>
                    <a:pt x="1938" y="238"/>
                  </a:lnTo>
                  <a:lnTo>
                    <a:pt x="1938" y="236"/>
                  </a:lnTo>
                  <a:lnTo>
                    <a:pt x="1938" y="461"/>
                  </a:lnTo>
                  <a:lnTo>
                    <a:pt x="1939" y="404"/>
                  </a:lnTo>
                  <a:lnTo>
                    <a:pt x="1939" y="404"/>
                  </a:lnTo>
                  <a:lnTo>
                    <a:pt x="1940" y="552"/>
                  </a:lnTo>
                  <a:lnTo>
                    <a:pt x="1940" y="552"/>
                  </a:lnTo>
                  <a:lnTo>
                    <a:pt x="1940" y="550"/>
                  </a:lnTo>
                  <a:lnTo>
                    <a:pt x="1941" y="0"/>
                  </a:lnTo>
                  <a:lnTo>
                    <a:pt x="1941" y="0"/>
                  </a:lnTo>
                  <a:lnTo>
                    <a:pt x="1941" y="0"/>
                  </a:lnTo>
                  <a:lnTo>
                    <a:pt x="1942" y="552"/>
                  </a:lnTo>
                  <a:lnTo>
                    <a:pt x="1942" y="552"/>
                  </a:lnTo>
                  <a:lnTo>
                    <a:pt x="1942" y="552"/>
                  </a:lnTo>
                  <a:lnTo>
                    <a:pt x="1943" y="510"/>
                  </a:lnTo>
                  <a:lnTo>
                    <a:pt x="1943" y="533"/>
                  </a:lnTo>
                  <a:lnTo>
                    <a:pt x="1943" y="525"/>
                  </a:lnTo>
                  <a:lnTo>
                    <a:pt x="1944" y="358"/>
                  </a:lnTo>
                  <a:lnTo>
                    <a:pt x="1945" y="388"/>
                  </a:lnTo>
                  <a:lnTo>
                    <a:pt x="1945" y="391"/>
                  </a:lnTo>
                  <a:lnTo>
                    <a:pt x="1945" y="435"/>
                  </a:lnTo>
                  <a:lnTo>
                    <a:pt x="1946" y="0"/>
                  </a:lnTo>
                  <a:lnTo>
                    <a:pt x="1946" y="0"/>
                  </a:lnTo>
                  <a:lnTo>
                    <a:pt x="1946" y="0"/>
                  </a:lnTo>
                  <a:lnTo>
                    <a:pt x="1947" y="517"/>
                  </a:lnTo>
                  <a:lnTo>
                    <a:pt x="1947" y="521"/>
                  </a:lnTo>
                  <a:lnTo>
                    <a:pt x="1948" y="552"/>
                  </a:lnTo>
                  <a:lnTo>
                    <a:pt x="1948" y="464"/>
                  </a:lnTo>
                  <a:lnTo>
                    <a:pt x="1948" y="464"/>
                  </a:lnTo>
                  <a:lnTo>
                    <a:pt x="1949" y="552"/>
                  </a:lnTo>
                  <a:lnTo>
                    <a:pt x="1949" y="552"/>
                  </a:lnTo>
                  <a:lnTo>
                    <a:pt x="1949" y="552"/>
                  </a:lnTo>
                  <a:lnTo>
                    <a:pt x="1951" y="0"/>
                  </a:lnTo>
                  <a:lnTo>
                    <a:pt x="1951" y="0"/>
                  </a:lnTo>
                  <a:lnTo>
                    <a:pt x="1951" y="0"/>
                  </a:lnTo>
                  <a:lnTo>
                    <a:pt x="1952" y="552"/>
                  </a:lnTo>
                  <a:lnTo>
                    <a:pt x="1952" y="552"/>
                  </a:lnTo>
                  <a:lnTo>
                    <a:pt x="1952" y="552"/>
                  </a:lnTo>
                  <a:lnTo>
                    <a:pt x="1953" y="515"/>
                  </a:lnTo>
                  <a:lnTo>
                    <a:pt x="1953" y="514"/>
                  </a:lnTo>
                  <a:lnTo>
                    <a:pt x="1953" y="552"/>
                  </a:lnTo>
                  <a:lnTo>
                    <a:pt x="1954" y="552"/>
                  </a:lnTo>
                  <a:lnTo>
                    <a:pt x="1954" y="552"/>
                  </a:lnTo>
                  <a:lnTo>
                    <a:pt x="1955" y="0"/>
                  </a:lnTo>
                  <a:lnTo>
                    <a:pt x="1955" y="0"/>
                  </a:lnTo>
                  <a:lnTo>
                    <a:pt x="1955" y="0"/>
                  </a:lnTo>
                  <a:lnTo>
                    <a:pt x="1956" y="552"/>
                  </a:lnTo>
                  <a:lnTo>
                    <a:pt x="1957" y="267"/>
                  </a:lnTo>
                  <a:lnTo>
                    <a:pt x="1957" y="261"/>
                  </a:lnTo>
                  <a:lnTo>
                    <a:pt x="1957" y="255"/>
                  </a:lnTo>
                  <a:lnTo>
                    <a:pt x="1957" y="552"/>
                  </a:lnTo>
                  <a:lnTo>
                    <a:pt x="1958" y="552"/>
                  </a:lnTo>
                  <a:lnTo>
                    <a:pt x="1958" y="552"/>
                  </a:lnTo>
                  <a:lnTo>
                    <a:pt x="1959" y="552"/>
                  </a:lnTo>
                  <a:lnTo>
                    <a:pt x="1959" y="552"/>
                  </a:lnTo>
                  <a:lnTo>
                    <a:pt x="1960" y="29"/>
                  </a:lnTo>
                  <a:lnTo>
                    <a:pt x="1960" y="20"/>
                  </a:lnTo>
                  <a:lnTo>
                    <a:pt x="1961" y="0"/>
                  </a:lnTo>
                  <a:lnTo>
                    <a:pt x="1961" y="552"/>
                  </a:lnTo>
                  <a:lnTo>
                    <a:pt x="1961" y="552"/>
                  </a:lnTo>
                  <a:lnTo>
                    <a:pt x="1961" y="552"/>
                  </a:lnTo>
                  <a:lnTo>
                    <a:pt x="1963" y="551"/>
                  </a:lnTo>
                  <a:lnTo>
                    <a:pt x="1963" y="551"/>
                  </a:lnTo>
                  <a:lnTo>
                    <a:pt x="1963" y="552"/>
                  </a:lnTo>
                  <a:lnTo>
                    <a:pt x="1964" y="490"/>
                  </a:lnTo>
                  <a:lnTo>
                    <a:pt x="1964" y="531"/>
                  </a:lnTo>
                  <a:lnTo>
                    <a:pt x="1964" y="520"/>
                  </a:lnTo>
                  <a:lnTo>
                    <a:pt x="1964" y="0"/>
                  </a:lnTo>
                  <a:lnTo>
                    <a:pt x="1965" y="0"/>
                  </a:lnTo>
                  <a:lnTo>
                    <a:pt x="1965" y="0"/>
                  </a:lnTo>
                  <a:lnTo>
                    <a:pt x="1966" y="552"/>
                  </a:lnTo>
                  <a:lnTo>
                    <a:pt x="1966" y="552"/>
                  </a:lnTo>
                  <a:lnTo>
                    <a:pt x="1966" y="552"/>
                  </a:lnTo>
                  <a:lnTo>
                    <a:pt x="1967" y="552"/>
                  </a:lnTo>
                  <a:lnTo>
                    <a:pt x="1967" y="552"/>
                  </a:lnTo>
                  <a:lnTo>
                    <a:pt x="1968" y="547"/>
                  </a:lnTo>
                  <a:lnTo>
                    <a:pt x="1969" y="552"/>
                  </a:lnTo>
                  <a:lnTo>
                    <a:pt x="1969" y="549"/>
                  </a:lnTo>
                  <a:lnTo>
                    <a:pt x="1969" y="0"/>
                  </a:lnTo>
                  <a:lnTo>
                    <a:pt x="1970" y="0"/>
                  </a:lnTo>
                  <a:lnTo>
                    <a:pt x="1970" y="0"/>
                  </a:lnTo>
                  <a:lnTo>
                    <a:pt x="1971" y="552"/>
                  </a:lnTo>
                  <a:lnTo>
                    <a:pt x="1971" y="552"/>
                  </a:lnTo>
                  <a:lnTo>
                    <a:pt x="1971" y="552"/>
                  </a:lnTo>
                  <a:lnTo>
                    <a:pt x="1972" y="552"/>
                  </a:lnTo>
                  <a:lnTo>
                    <a:pt x="1972" y="552"/>
                  </a:lnTo>
                  <a:lnTo>
                    <a:pt x="1974" y="552"/>
                  </a:lnTo>
                  <a:lnTo>
                    <a:pt x="1974" y="552"/>
                  </a:lnTo>
                  <a:lnTo>
                    <a:pt x="1974" y="0"/>
                  </a:lnTo>
                  <a:lnTo>
                    <a:pt x="1975" y="0"/>
                  </a:lnTo>
                  <a:lnTo>
                    <a:pt x="1975" y="0"/>
                  </a:lnTo>
                  <a:lnTo>
                    <a:pt x="1976" y="552"/>
                  </a:lnTo>
                  <a:lnTo>
                    <a:pt x="1976" y="552"/>
                  </a:lnTo>
                  <a:lnTo>
                    <a:pt x="1976" y="552"/>
                  </a:lnTo>
                  <a:lnTo>
                    <a:pt x="1977" y="552"/>
                  </a:lnTo>
                  <a:lnTo>
                    <a:pt x="1977" y="552"/>
                  </a:lnTo>
                  <a:lnTo>
                    <a:pt x="1978" y="552"/>
                  </a:lnTo>
                  <a:lnTo>
                    <a:pt x="1978" y="552"/>
                  </a:lnTo>
                  <a:lnTo>
                    <a:pt x="1979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552"/>
                  </a:lnTo>
                  <a:lnTo>
                    <a:pt x="1981" y="552"/>
                  </a:lnTo>
                  <a:lnTo>
                    <a:pt x="1981" y="552"/>
                  </a:lnTo>
                  <a:lnTo>
                    <a:pt x="1982" y="552"/>
                  </a:lnTo>
                  <a:lnTo>
                    <a:pt x="1982" y="551"/>
                  </a:lnTo>
                  <a:lnTo>
                    <a:pt x="1983" y="552"/>
                  </a:lnTo>
                  <a:lnTo>
                    <a:pt x="1983" y="272"/>
                  </a:lnTo>
                  <a:lnTo>
                    <a:pt x="1983" y="258"/>
                  </a:lnTo>
                  <a:lnTo>
                    <a:pt x="1983" y="0"/>
                  </a:lnTo>
                  <a:lnTo>
                    <a:pt x="1984" y="1"/>
                  </a:lnTo>
                  <a:lnTo>
                    <a:pt x="1984" y="4"/>
                  </a:lnTo>
                  <a:lnTo>
                    <a:pt x="1985" y="552"/>
                  </a:lnTo>
                  <a:lnTo>
                    <a:pt x="1986" y="552"/>
                  </a:lnTo>
                  <a:lnTo>
                    <a:pt x="1986" y="552"/>
                  </a:lnTo>
                  <a:lnTo>
                    <a:pt x="1987" y="552"/>
                  </a:lnTo>
                  <a:lnTo>
                    <a:pt x="1987" y="552"/>
                  </a:lnTo>
                  <a:lnTo>
                    <a:pt x="1988" y="173"/>
                  </a:lnTo>
                  <a:lnTo>
                    <a:pt x="1988" y="162"/>
                  </a:lnTo>
                  <a:lnTo>
                    <a:pt x="1988" y="0"/>
                  </a:lnTo>
                  <a:lnTo>
                    <a:pt x="1989" y="271"/>
                  </a:lnTo>
                  <a:lnTo>
                    <a:pt x="1989" y="302"/>
                  </a:lnTo>
                  <a:lnTo>
                    <a:pt x="1989" y="552"/>
                  </a:lnTo>
                  <a:lnTo>
                    <a:pt x="1990" y="552"/>
                  </a:lnTo>
                  <a:lnTo>
                    <a:pt x="1991" y="552"/>
                  </a:lnTo>
                  <a:lnTo>
                    <a:pt x="1991" y="487"/>
                  </a:lnTo>
                  <a:lnTo>
                    <a:pt x="1992" y="511"/>
                  </a:lnTo>
                  <a:lnTo>
                    <a:pt x="1992" y="512"/>
                  </a:lnTo>
                  <a:lnTo>
                    <a:pt x="1992" y="0"/>
                  </a:lnTo>
                  <a:lnTo>
                    <a:pt x="1993" y="0"/>
                  </a:lnTo>
                  <a:lnTo>
                    <a:pt x="1993" y="0"/>
                  </a:lnTo>
                  <a:lnTo>
                    <a:pt x="1994" y="508"/>
                  </a:lnTo>
                  <a:lnTo>
                    <a:pt x="1994" y="514"/>
                  </a:lnTo>
                  <a:lnTo>
                    <a:pt x="1994" y="552"/>
                  </a:lnTo>
                  <a:lnTo>
                    <a:pt x="1995" y="510"/>
                  </a:lnTo>
                  <a:lnTo>
                    <a:pt x="1995" y="504"/>
                  </a:lnTo>
                  <a:lnTo>
                    <a:pt x="1996" y="0"/>
                  </a:lnTo>
                  <a:lnTo>
                    <a:pt x="1996" y="30"/>
                  </a:lnTo>
                  <a:lnTo>
                    <a:pt x="1997" y="36"/>
                  </a:lnTo>
                  <a:lnTo>
                    <a:pt x="1997" y="0"/>
                  </a:lnTo>
                  <a:lnTo>
                    <a:pt x="1998" y="284"/>
                  </a:lnTo>
                  <a:lnTo>
                    <a:pt x="1998" y="259"/>
                  </a:lnTo>
                  <a:lnTo>
                    <a:pt x="1998" y="246"/>
                  </a:lnTo>
                  <a:lnTo>
                    <a:pt x="1998" y="111"/>
                  </a:lnTo>
                  <a:lnTo>
                    <a:pt x="1998" y="552"/>
                  </a:lnTo>
                  <a:lnTo>
                    <a:pt x="1999" y="534"/>
                  </a:lnTo>
                  <a:lnTo>
                    <a:pt x="1999" y="540"/>
                  </a:lnTo>
                  <a:lnTo>
                    <a:pt x="1999" y="552"/>
                  </a:lnTo>
                  <a:lnTo>
                    <a:pt x="2000" y="480"/>
                  </a:lnTo>
                  <a:lnTo>
                    <a:pt x="2000" y="474"/>
                  </a:lnTo>
                  <a:lnTo>
                    <a:pt x="2001" y="345"/>
                  </a:lnTo>
                  <a:lnTo>
                    <a:pt x="2001" y="547"/>
                  </a:lnTo>
                  <a:lnTo>
                    <a:pt x="2001" y="545"/>
                  </a:lnTo>
                  <a:lnTo>
                    <a:pt x="2002" y="543"/>
                  </a:lnTo>
                  <a:lnTo>
                    <a:pt x="2002" y="453"/>
                  </a:lnTo>
                  <a:lnTo>
                    <a:pt x="2002" y="552"/>
                  </a:lnTo>
                  <a:lnTo>
                    <a:pt x="2002" y="543"/>
                  </a:lnTo>
                  <a:lnTo>
                    <a:pt x="2003" y="538"/>
                  </a:lnTo>
                  <a:lnTo>
                    <a:pt x="2003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5" y="552"/>
                  </a:lnTo>
                  <a:lnTo>
                    <a:pt x="2005" y="552"/>
                  </a:lnTo>
                  <a:lnTo>
                    <a:pt x="2005" y="552"/>
                  </a:lnTo>
                  <a:lnTo>
                    <a:pt x="2006" y="552"/>
                  </a:lnTo>
                  <a:lnTo>
                    <a:pt x="2006" y="552"/>
                  </a:lnTo>
                  <a:lnTo>
                    <a:pt x="2007" y="488"/>
                  </a:lnTo>
                  <a:lnTo>
                    <a:pt x="2007" y="552"/>
                  </a:lnTo>
                  <a:lnTo>
                    <a:pt x="2007" y="552"/>
                  </a:lnTo>
                  <a:lnTo>
                    <a:pt x="2008" y="0"/>
                  </a:lnTo>
                  <a:lnTo>
                    <a:pt x="2008" y="0"/>
                  </a:lnTo>
                  <a:lnTo>
                    <a:pt x="2008" y="0"/>
                  </a:lnTo>
                  <a:lnTo>
                    <a:pt x="2009" y="552"/>
                  </a:lnTo>
                  <a:lnTo>
                    <a:pt x="2010" y="552"/>
                  </a:lnTo>
                  <a:lnTo>
                    <a:pt x="2010" y="552"/>
                  </a:lnTo>
                  <a:lnTo>
                    <a:pt x="2011" y="495"/>
                  </a:lnTo>
                  <a:lnTo>
                    <a:pt x="2011" y="550"/>
                  </a:lnTo>
                  <a:lnTo>
                    <a:pt x="2011" y="551"/>
                  </a:lnTo>
                  <a:lnTo>
                    <a:pt x="2011" y="552"/>
                  </a:lnTo>
                  <a:lnTo>
                    <a:pt x="2012" y="290"/>
                  </a:lnTo>
                  <a:lnTo>
                    <a:pt x="2012" y="268"/>
                  </a:lnTo>
                  <a:lnTo>
                    <a:pt x="2012" y="0"/>
                  </a:lnTo>
                  <a:lnTo>
                    <a:pt x="2013" y="149"/>
                  </a:lnTo>
                  <a:lnTo>
                    <a:pt x="2013" y="174"/>
                  </a:lnTo>
                  <a:lnTo>
                    <a:pt x="2014" y="552"/>
                  </a:lnTo>
                  <a:lnTo>
                    <a:pt x="2014" y="422"/>
                  </a:lnTo>
                  <a:lnTo>
                    <a:pt x="2014" y="438"/>
                  </a:lnTo>
                  <a:lnTo>
                    <a:pt x="2015" y="552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7" y="0"/>
                  </a:lnTo>
                  <a:lnTo>
                    <a:pt x="2017" y="0"/>
                  </a:lnTo>
                  <a:lnTo>
                    <a:pt x="2018" y="552"/>
                  </a:lnTo>
                  <a:lnTo>
                    <a:pt x="2018" y="552"/>
                  </a:lnTo>
                  <a:lnTo>
                    <a:pt x="2018" y="552"/>
                  </a:lnTo>
                  <a:lnTo>
                    <a:pt x="2019" y="207"/>
                  </a:lnTo>
                  <a:lnTo>
                    <a:pt x="2019" y="552"/>
                  </a:lnTo>
                  <a:lnTo>
                    <a:pt x="2019" y="552"/>
                  </a:lnTo>
                  <a:lnTo>
                    <a:pt x="2020" y="0"/>
                  </a:lnTo>
                  <a:lnTo>
                    <a:pt x="2020" y="0"/>
                  </a:lnTo>
                  <a:lnTo>
                    <a:pt x="2020" y="0"/>
                  </a:lnTo>
                  <a:lnTo>
                    <a:pt x="2022" y="202"/>
                  </a:lnTo>
                  <a:lnTo>
                    <a:pt x="2022" y="220"/>
                  </a:lnTo>
                  <a:lnTo>
                    <a:pt x="2022" y="552"/>
                  </a:lnTo>
                  <a:lnTo>
                    <a:pt x="2023" y="503"/>
                  </a:lnTo>
                  <a:lnTo>
                    <a:pt x="2023" y="498"/>
                  </a:lnTo>
                  <a:lnTo>
                    <a:pt x="2024" y="0"/>
                  </a:lnTo>
                  <a:lnTo>
                    <a:pt x="2024" y="0"/>
                  </a:lnTo>
                  <a:lnTo>
                    <a:pt x="2024" y="0"/>
                  </a:lnTo>
                  <a:lnTo>
                    <a:pt x="2025" y="552"/>
                  </a:lnTo>
                  <a:lnTo>
                    <a:pt x="2025" y="552"/>
                  </a:lnTo>
                  <a:lnTo>
                    <a:pt x="2025" y="552"/>
                  </a:lnTo>
                  <a:lnTo>
                    <a:pt x="2026" y="0"/>
                  </a:lnTo>
                  <a:lnTo>
                    <a:pt x="2027" y="552"/>
                  </a:lnTo>
                  <a:lnTo>
                    <a:pt x="2027" y="552"/>
                  </a:lnTo>
                  <a:lnTo>
                    <a:pt x="2028" y="552"/>
                  </a:lnTo>
                  <a:lnTo>
                    <a:pt x="2028" y="552"/>
                  </a:lnTo>
                  <a:lnTo>
                    <a:pt x="2028" y="519"/>
                  </a:lnTo>
                  <a:lnTo>
                    <a:pt x="2029" y="552"/>
                  </a:lnTo>
                  <a:lnTo>
                    <a:pt x="2029" y="552"/>
                  </a:lnTo>
                  <a:lnTo>
                    <a:pt x="2030" y="0"/>
                  </a:lnTo>
                  <a:lnTo>
                    <a:pt x="2030" y="0"/>
                  </a:lnTo>
                  <a:lnTo>
                    <a:pt x="2030" y="0"/>
                  </a:lnTo>
                  <a:lnTo>
                    <a:pt x="2031" y="552"/>
                  </a:lnTo>
                  <a:lnTo>
                    <a:pt x="2031" y="552"/>
                  </a:lnTo>
                  <a:lnTo>
                    <a:pt x="2031" y="552"/>
                  </a:lnTo>
                  <a:lnTo>
                    <a:pt x="2033" y="552"/>
                  </a:lnTo>
                  <a:lnTo>
                    <a:pt x="2033" y="552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552"/>
                  </a:lnTo>
                  <a:lnTo>
                    <a:pt x="2035" y="552"/>
                  </a:lnTo>
                  <a:lnTo>
                    <a:pt x="2035" y="552"/>
                  </a:lnTo>
                  <a:lnTo>
                    <a:pt x="2036" y="552"/>
                  </a:lnTo>
                  <a:lnTo>
                    <a:pt x="2036" y="552"/>
                  </a:lnTo>
                  <a:lnTo>
                    <a:pt x="2037" y="524"/>
                  </a:lnTo>
                  <a:lnTo>
                    <a:pt x="2037" y="520"/>
                  </a:lnTo>
                  <a:lnTo>
                    <a:pt x="2038" y="0"/>
                  </a:lnTo>
                  <a:lnTo>
                    <a:pt x="2039" y="0"/>
                  </a:lnTo>
                  <a:lnTo>
                    <a:pt x="2039" y="0"/>
                  </a:lnTo>
                  <a:lnTo>
                    <a:pt x="2040" y="552"/>
                  </a:lnTo>
                  <a:lnTo>
                    <a:pt x="2040" y="552"/>
                  </a:lnTo>
                  <a:lnTo>
                    <a:pt x="2040" y="552"/>
                  </a:lnTo>
                  <a:lnTo>
                    <a:pt x="2041" y="0"/>
                  </a:lnTo>
                  <a:lnTo>
                    <a:pt x="2041" y="0"/>
                  </a:lnTo>
                  <a:lnTo>
                    <a:pt x="2042" y="552"/>
                  </a:lnTo>
                  <a:lnTo>
                    <a:pt x="2042" y="552"/>
                  </a:lnTo>
                  <a:lnTo>
                    <a:pt x="2042" y="552"/>
                  </a:lnTo>
                  <a:lnTo>
                    <a:pt x="2043" y="552"/>
                  </a:lnTo>
                  <a:lnTo>
                    <a:pt x="2043" y="552"/>
                  </a:lnTo>
                  <a:lnTo>
                    <a:pt x="2045" y="552"/>
                  </a:lnTo>
                  <a:lnTo>
                    <a:pt x="2045" y="552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7" y="552"/>
                  </a:lnTo>
                  <a:lnTo>
                    <a:pt x="2047" y="552"/>
                  </a:lnTo>
                  <a:lnTo>
                    <a:pt x="2047" y="552"/>
                  </a:lnTo>
                  <a:lnTo>
                    <a:pt x="2048" y="503"/>
                  </a:lnTo>
                  <a:lnTo>
                    <a:pt x="2048" y="503"/>
                  </a:lnTo>
                  <a:lnTo>
                    <a:pt x="2048" y="512"/>
                  </a:lnTo>
                  <a:lnTo>
                    <a:pt x="2049" y="472"/>
                  </a:lnTo>
                  <a:lnTo>
                    <a:pt x="2049" y="494"/>
                  </a:lnTo>
                  <a:lnTo>
                    <a:pt x="2050" y="497"/>
                  </a:lnTo>
                  <a:lnTo>
                    <a:pt x="2050" y="552"/>
                  </a:lnTo>
                  <a:lnTo>
                    <a:pt x="2051" y="0"/>
                  </a:lnTo>
                  <a:lnTo>
                    <a:pt x="2051" y="0"/>
                  </a:lnTo>
                  <a:lnTo>
                    <a:pt x="2051" y="0"/>
                  </a:lnTo>
                  <a:lnTo>
                    <a:pt x="2052" y="552"/>
                  </a:lnTo>
                  <a:lnTo>
                    <a:pt x="2052" y="552"/>
                  </a:lnTo>
                  <a:lnTo>
                    <a:pt x="2052" y="552"/>
                  </a:lnTo>
                  <a:lnTo>
                    <a:pt x="2053" y="552"/>
                  </a:lnTo>
                  <a:lnTo>
                    <a:pt x="2053" y="552"/>
                  </a:lnTo>
                  <a:lnTo>
                    <a:pt x="2054" y="534"/>
                  </a:lnTo>
                  <a:lnTo>
                    <a:pt x="2054" y="552"/>
                  </a:lnTo>
                  <a:lnTo>
                    <a:pt x="2055" y="552"/>
                  </a:lnTo>
                  <a:lnTo>
                    <a:pt x="2055" y="132"/>
                  </a:lnTo>
                  <a:lnTo>
                    <a:pt x="2056" y="117"/>
                  </a:lnTo>
                  <a:lnTo>
                    <a:pt x="2056" y="0"/>
                  </a:lnTo>
                  <a:lnTo>
                    <a:pt x="2057" y="457"/>
                  </a:lnTo>
                  <a:lnTo>
                    <a:pt x="2057" y="482"/>
                  </a:lnTo>
                  <a:lnTo>
                    <a:pt x="2057" y="552"/>
                  </a:lnTo>
                  <a:lnTo>
                    <a:pt x="2058" y="552"/>
                  </a:lnTo>
                  <a:lnTo>
                    <a:pt x="2058" y="552"/>
                  </a:lnTo>
                  <a:lnTo>
                    <a:pt x="2059" y="325"/>
                  </a:lnTo>
                  <a:lnTo>
                    <a:pt x="2059" y="313"/>
                  </a:lnTo>
                  <a:lnTo>
                    <a:pt x="2060" y="32"/>
                  </a:lnTo>
                  <a:lnTo>
                    <a:pt x="2060" y="183"/>
                  </a:lnTo>
                  <a:lnTo>
                    <a:pt x="2061" y="179"/>
                  </a:lnTo>
                  <a:lnTo>
                    <a:pt x="2061" y="0"/>
                  </a:lnTo>
                  <a:lnTo>
                    <a:pt x="2061" y="126"/>
                  </a:lnTo>
                  <a:lnTo>
                    <a:pt x="2062" y="145"/>
                  </a:lnTo>
                  <a:lnTo>
                    <a:pt x="2062" y="547"/>
                  </a:lnTo>
                  <a:lnTo>
                    <a:pt x="2063" y="528"/>
                  </a:lnTo>
                  <a:lnTo>
                    <a:pt x="2063" y="528"/>
                  </a:lnTo>
                  <a:lnTo>
                    <a:pt x="2063" y="528"/>
                  </a:lnTo>
                  <a:lnTo>
                    <a:pt x="2064" y="470"/>
                  </a:lnTo>
                  <a:lnTo>
                    <a:pt x="2064" y="476"/>
                  </a:lnTo>
                  <a:lnTo>
                    <a:pt x="2064" y="476"/>
                  </a:lnTo>
                  <a:lnTo>
                    <a:pt x="2064" y="479"/>
                  </a:lnTo>
                  <a:lnTo>
                    <a:pt x="2065" y="391"/>
                  </a:lnTo>
                  <a:lnTo>
                    <a:pt x="2065" y="379"/>
                  </a:lnTo>
                  <a:lnTo>
                    <a:pt x="2066" y="0"/>
                  </a:lnTo>
                  <a:lnTo>
                    <a:pt x="2066" y="0"/>
                  </a:lnTo>
                  <a:lnTo>
                    <a:pt x="2066" y="0"/>
                  </a:lnTo>
                  <a:lnTo>
                    <a:pt x="2067" y="552"/>
                  </a:lnTo>
                  <a:lnTo>
                    <a:pt x="2067" y="552"/>
                  </a:lnTo>
                  <a:lnTo>
                    <a:pt x="2067" y="552"/>
                  </a:lnTo>
                  <a:lnTo>
                    <a:pt x="2069" y="530"/>
                  </a:lnTo>
                  <a:lnTo>
                    <a:pt x="2069" y="552"/>
                  </a:lnTo>
                  <a:lnTo>
                    <a:pt x="2069" y="552"/>
                  </a:lnTo>
                  <a:lnTo>
                    <a:pt x="2070" y="488"/>
                  </a:lnTo>
                  <a:lnTo>
                    <a:pt x="2070" y="472"/>
                  </a:lnTo>
                  <a:lnTo>
                    <a:pt x="2070" y="0"/>
                  </a:lnTo>
                  <a:lnTo>
                    <a:pt x="2071" y="2"/>
                  </a:lnTo>
                  <a:lnTo>
                    <a:pt x="2071" y="5"/>
                  </a:lnTo>
                  <a:lnTo>
                    <a:pt x="2072" y="552"/>
                  </a:lnTo>
                  <a:lnTo>
                    <a:pt x="2072" y="552"/>
                  </a:lnTo>
                  <a:lnTo>
                    <a:pt x="2072" y="552"/>
                  </a:lnTo>
                  <a:lnTo>
                    <a:pt x="2073" y="552"/>
                  </a:lnTo>
                  <a:lnTo>
                    <a:pt x="2073" y="552"/>
                  </a:lnTo>
                  <a:lnTo>
                    <a:pt x="2075" y="552"/>
                  </a:lnTo>
                  <a:lnTo>
                    <a:pt x="2075" y="552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7" y="552"/>
                  </a:lnTo>
                  <a:lnTo>
                    <a:pt x="2077" y="552"/>
                  </a:lnTo>
                  <a:lnTo>
                    <a:pt x="2077" y="552"/>
                  </a:lnTo>
                  <a:lnTo>
                    <a:pt x="2078" y="552"/>
                  </a:lnTo>
                  <a:lnTo>
                    <a:pt x="2078" y="552"/>
                  </a:lnTo>
                  <a:lnTo>
                    <a:pt x="2080" y="468"/>
                  </a:lnTo>
                  <a:lnTo>
                    <a:pt x="2080" y="462"/>
                  </a:lnTo>
                  <a:lnTo>
                    <a:pt x="2080" y="0"/>
                  </a:lnTo>
                  <a:lnTo>
                    <a:pt x="2081" y="0"/>
                  </a:lnTo>
                  <a:lnTo>
                    <a:pt x="2081" y="0"/>
                  </a:lnTo>
                  <a:lnTo>
                    <a:pt x="2081" y="552"/>
                  </a:lnTo>
                  <a:lnTo>
                    <a:pt x="2082" y="552"/>
                  </a:lnTo>
                  <a:lnTo>
                    <a:pt x="2082" y="552"/>
                  </a:lnTo>
                  <a:lnTo>
                    <a:pt x="2083" y="552"/>
                  </a:lnTo>
                  <a:lnTo>
                    <a:pt x="2083" y="552"/>
                  </a:lnTo>
                  <a:lnTo>
                    <a:pt x="2084" y="287"/>
                  </a:lnTo>
                  <a:lnTo>
                    <a:pt x="2084" y="273"/>
                  </a:lnTo>
                  <a:lnTo>
                    <a:pt x="2085" y="0"/>
                  </a:lnTo>
                  <a:lnTo>
                    <a:pt x="2086" y="407"/>
                  </a:lnTo>
                  <a:lnTo>
                    <a:pt x="2086" y="440"/>
                  </a:lnTo>
                  <a:lnTo>
                    <a:pt x="2086" y="552"/>
                  </a:lnTo>
                  <a:lnTo>
                    <a:pt x="2087" y="552"/>
                  </a:lnTo>
                  <a:lnTo>
                    <a:pt x="2087" y="552"/>
                  </a:lnTo>
                  <a:lnTo>
                    <a:pt x="2088" y="552"/>
                  </a:lnTo>
                  <a:lnTo>
                    <a:pt x="2088" y="552"/>
                  </a:lnTo>
                  <a:lnTo>
                    <a:pt x="2089" y="0"/>
                  </a:lnTo>
                  <a:lnTo>
                    <a:pt x="2089" y="0"/>
                  </a:lnTo>
                  <a:lnTo>
                    <a:pt x="2089" y="0"/>
                  </a:lnTo>
                  <a:lnTo>
                    <a:pt x="2090" y="552"/>
                  </a:lnTo>
                  <a:lnTo>
                    <a:pt x="2090" y="552"/>
                  </a:lnTo>
                  <a:lnTo>
                    <a:pt x="2090" y="552"/>
                  </a:lnTo>
                  <a:lnTo>
                    <a:pt x="2092" y="552"/>
                  </a:lnTo>
                  <a:lnTo>
                    <a:pt x="2092" y="552"/>
                  </a:lnTo>
                  <a:lnTo>
                    <a:pt x="2093" y="552"/>
                  </a:lnTo>
                  <a:lnTo>
                    <a:pt x="2093" y="552"/>
                  </a:lnTo>
                  <a:lnTo>
                    <a:pt x="2094" y="0"/>
                  </a:lnTo>
                  <a:lnTo>
                    <a:pt x="2094" y="0"/>
                  </a:lnTo>
                  <a:lnTo>
                    <a:pt x="2094" y="0"/>
                  </a:lnTo>
                  <a:lnTo>
                    <a:pt x="2095" y="552"/>
                  </a:lnTo>
                  <a:lnTo>
                    <a:pt x="2095" y="552"/>
                  </a:lnTo>
                  <a:lnTo>
                    <a:pt x="2095" y="552"/>
                  </a:lnTo>
                  <a:lnTo>
                    <a:pt x="2096" y="552"/>
                  </a:lnTo>
                  <a:lnTo>
                    <a:pt x="2096" y="552"/>
                  </a:lnTo>
                  <a:lnTo>
                    <a:pt x="2097" y="545"/>
                  </a:lnTo>
                  <a:lnTo>
                    <a:pt x="2098" y="552"/>
                  </a:lnTo>
                  <a:lnTo>
                    <a:pt x="2098" y="552"/>
                  </a:lnTo>
                  <a:lnTo>
                    <a:pt x="2098" y="0"/>
                  </a:lnTo>
                  <a:lnTo>
                    <a:pt x="2099" y="0"/>
                  </a:lnTo>
                  <a:lnTo>
                    <a:pt x="2099" y="0"/>
                  </a:lnTo>
                  <a:lnTo>
                    <a:pt x="2100" y="552"/>
                  </a:lnTo>
                  <a:lnTo>
                    <a:pt x="2100" y="552"/>
                  </a:lnTo>
                  <a:lnTo>
                    <a:pt x="2100" y="552"/>
                  </a:lnTo>
                  <a:lnTo>
                    <a:pt x="2101" y="552"/>
                  </a:lnTo>
                  <a:lnTo>
                    <a:pt x="2101" y="552"/>
                  </a:lnTo>
                  <a:lnTo>
                    <a:pt x="2102" y="552"/>
                  </a:lnTo>
                  <a:lnTo>
                    <a:pt x="2102" y="552"/>
                  </a:lnTo>
                  <a:lnTo>
                    <a:pt x="2104" y="0"/>
                  </a:lnTo>
                  <a:lnTo>
                    <a:pt x="2104" y="0"/>
                  </a:lnTo>
                  <a:lnTo>
                    <a:pt x="2104" y="0"/>
                  </a:lnTo>
                  <a:lnTo>
                    <a:pt x="2105" y="552"/>
                  </a:lnTo>
                  <a:lnTo>
                    <a:pt x="2105" y="552"/>
                  </a:lnTo>
                  <a:lnTo>
                    <a:pt x="2105" y="552"/>
                  </a:lnTo>
                  <a:lnTo>
                    <a:pt x="2106" y="434"/>
                  </a:lnTo>
                  <a:lnTo>
                    <a:pt x="2106" y="434"/>
                  </a:lnTo>
                  <a:lnTo>
                    <a:pt x="2106" y="435"/>
                  </a:lnTo>
                  <a:lnTo>
                    <a:pt x="2107" y="427"/>
                  </a:lnTo>
                  <a:lnTo>
                    <a:pt x="2107" y="552"/>
                  </a:lnTo>
                  <a:lnTo>
                    <a:pt x="2107" y="536"/>
                  </a:lnTo>
                  <a:lnTo>
                    <a:pt x="2107" y="535"/>
                  </a:lnTo>
                  <a:lnTo>
                    <a:pt x="2108" y="552"/>
                  </a:lnTo>
                  <a:lnTo>
                    <a:pt x="2108" y="0"/>
                  </a:lnTo>
                  <a:lnTo>
                    <a:pt x="2108" y="0"/>
                  </a:lnTo>
                  <a:lnTo>
                    <a:pt x="2108" y="0"/>
                  </a:lnTo>
                  <a:lnTo>
                    <a:pt x="2110" y="499"/>
                  </a:lnTo>
                  <a:lnTo>
                    <a:pt x="2110" y="482"/>
                  </a:lnTo>
                  <a:lnTo>
                    <a:pt x="2110" y="478"/>
                  </a:lnTo>
                  <a:lnTo>
                    <a:pt x="2110" y="422"/>
                  </a:lnTo>
                  <a:lnTo>
                    <a:pt x="2111" y="552"/>
                  </a:lnTo>
                  <a:lnTo>
                    <a:pt x="2111" y="505"/>
                  </a:lnTo>
                  <a:lnTo>
                    <a:pt x="2111" y="503"/>
                  </a:lnTo>
                  <a:lnTo>
                    <a:pt x="2111" y="492"/>
                  </a:lnTo>
                  <a:lnTo>
                    <a:pt x="2112" y="552"/>
                  </a:lnTo>
                  <a:lnTo>
                    <a:pt x="2112" y="552"/>
                  </a:lnTo>
                  <a:lnTo>
                    <a:pt x="2112" y="552"/>
                  </a:lnTo>
                  <a:lnTo>
                    <a:pt x="2113" y="0"/>
                  </a:lnTo>
                  <a:lnTo>
                    <a:pt x="2113" y="0"/>
                  </a:lnTo>
                  <a:lnTo>
                    <a:pt x="2114" y="0"/>
                  </a:lnTo>
                  <a:lnTo>
                    <a:pt x="2114" y="552"/>
                  </a:lnTo>
                  <a:lnTo>
                    <a:pt x="2114" y="552"/>
                  </a:lnTo>
                  <a:lnTo>
                    <a:pt x="2115" y="552"/>
                  </a:lnTo>
                  <a:lnTo>
                    <a:pt x="2116" y="552"/>
                  </a:lnTo>
                  <a:lnTo>
                    <a:pt x="2116" y="552"/>
                  </a:lnTo>
                  <a:lnTo>
                    <a:pt x="2117" y="552"/>
                  </a:lnTo>
                  <a:lnTo>
                    <a:pt x="2117" y="552"/>
                  </a:lnTo>
                  <a:lnTo>
                    <a:pt x="2118" y="115"/>
                  </a:lnTo>
                  <a:lnTo>
                    <a:pt x="2118" y="99"/>
                  </a:lnTo>
                  <a:lnTo>
                    <a:pt x="2118" y="0"/>
                  </a:lnTo>
                  <a:lnTo>
                    <a:pt x="2119" y="451"/>
                  </a:lnTo>
                  <a:lnTo>
                    <a:pt x="2120" y="467"/>
                  </a:lnTo>
                  <a:lnTo>
                    <a:pt x="2120" y="552"/>
                  </a:lnTo>
                  <a:lnTo>
                    <a:pt x="2120" y="290"/>
                  </a:lnTo>
                  <a:lnTo>
                    <a:pt x="2120" y="415"/>
                  </a:lnTo>
                  <a:lnTo>
                    <a:pt x="2121" y="417"/>
                  </a:lnTo>
                  <a:lnTo>
                    <a:pt x="2121" y="408"/>
                  </a:lnTo>
                  <a:lnTo>
                    <a:pt x="2122" y="526"/>
                  </a:lnTo>
                  <a:lnTo>
                    <a:pt x="2122" y="527"/>
                  </a:lnTo>
                  <a:lnTo>
                    <a:pt x="2122" y="552"/>
                  </a:lnTo>
                  <a:lnTo>
                    <a:pt x="2123" y="552"/>
                  </a:lnTo>
                  <a:lnTo>
                    <a:pt x="2123" y="552"/>
                  </a:lnTo>
                  <a:lnTo>
                    <a:pt x="2124" y="0"/>
                  </a:lnTo>
                  <a:lnTo>
                    <a:pt x="2124" y="0"/>
                  </a:lnTo>
                  <a:lnTo>
                    <a:pt x="2124" y="0"/>
                  </a:lnTo>
                  <a:lnTo>
                    <a:pt x="2125" y="552"/>
                  </a:lnTo>
                  <a:lnTo>
                    <a:pt x="2125" y="552"/>
                  </a:lnTo>
                  <a:lnTo>
                    <a:pt x="2126" y="552"/>
                  </a:lnTo>
                  <a:lnTo>
                    <a:pt x="2126" y="525"/>
                  </a:lnTo>
                  <a:lnTo>
                    <a:pt x="2127" y="524"/>
                  </a:lnTo>
                  <a:lnTo>
                    <a:pt x="2127" y="514"/>
                  </a:lnTo>
                  <a:lnTo>
                    <a:pt x="2127" y="552"/>
                  </a:lnTo>
                  <a:lnTo>
                    <a:pt x="2128" y="552"/>
                  </a:lnTo>
                  <a:lnTo>
                    <a:pt x="2128" y="552"/>
                  </a:lnTo>
                  <a:lnTo>
                    <a:pt x="2129" y="0"/>
                  </a:lnTo>
                  <a:lnTo>
                    <a:pt x="2129" y="0"/>
                  </a:lnTo>
                  <a:lnTo>
                    <a:pt x="2129" y="0"/>
                  </a:lnTo>
                  <a:lnTo>
                    <a:pt x="2130" y="425"/>
                  </a:lnTo>
                  <a:lnTo>
                    <a:pt x="2130" y="431"/>
                  </a:lnTo>
                  <a:lnTo>
                    <a:pt x="2131" y="505"/>
                  </a:lnTo>
                  <a:lnTo>
                    <a:pt x="2131" y="418"/>
                  </a:lnTo>
                  <a:lnTo>
                    <a:pt x="2131" y="494"/>
                  </a:lnTo>
                  <a:lnTo>
                    <a:pt x="2131" y="495"/>
                  </a:lnTo>
                  <a:lnTo>
                    <a:pt x="2133" y="545"/>
                  </a:lnTo>
                  <a:lnTo>
                    <a:pt x="2133" y="548"/>
                  </a:lnTo>
                  <a:lnTo>
                    <a:pt x="2133" y="552"/>
                  </a:lnTo>
                  <a:lnTo>
                    <a:pt x="2134" y="372"/>
                  </a:lnTo>
                  <a:lnTo>
                    <a:pt x="2134" y="360"/>
                  </a:lnTo>
                  <a:lnTo>
                    <a:pt x="2134" y="0"/>
                  </a:lnTo>
                  <a:lnTo>
                    <a:pt x="2135" y="0"/>
                  </a:lnTo>
                  <a:lnTo>
                    <a:pt x="2135" y="0"/>
                  </a:lnTo>
                  <a:lnTo>
                    <a:pt x="2136" y="410"/>
                  </a:lnTo>
                  <a:lnTo>
                    <a:pt x="2136" y="413"/>
                  </a:lnTo>
                  <a:lnTo>
                    <a:pt x="2137" y="552"/>
                  </a:lnTo>
                  <a:lnTo>
                    <a:pt x="2137" y="552"/>
                  </a:lnTo>
                  <a:lnTo>
                    <a:pt x="2137" y="551"/>
                  </a:lnTo>
                  <a:lnTo>
                    <a:pt x="2138" y="0"/>
                  </a:lnTo>
                  <a:lnTo>
                    <a:pt x="2139" y="0"/>
                  </a:lnTo>
                  <a:lnTo>
                    <a:pt x="2139" y="0"/>
                  </a:lnTo>
                  <a:lnTo>
                    <a:pt x="2139" y="552"/>
                  </a:lnTo>
                  <a:lnTo>
                    <a:pt x="2140" y="552"/>
                  </a:lnTo>
                  <a:lnTo>
                    <a:pt x="2140" y="552"/>
                  </a:lnTo>
                  <a:lnTo>
                    <a:pt x="2141" y="552"/>
                  </a:lnTo>
                  <a:lnTo>
                    <a:pt x="2141" y="552"/>
                  </a:lnTo>
                  <a:lnTo>
                    <a:pt x="2142" y="552"/>
                  </a:lnTo>
                  <a:lnTo>
                    <a:pt x="2142" y="552"/>
                  </a:lnTo>
                  <a:lnTo>
                    <a:pt x="2143" y="0"/>
                  </a:lnTo>
                  <a:lnTo>
                    <a:pt x="2143" y="0"/>
                  </a:lnTo>
                  <a:lnTo>
                    <a:pt x="2143" y="0"/>
                  </a:lnTo>
                  <a:lnTo>
                    <a:pt x="2144" y="552"/>
                  </a:lnTo>
                  <a:lnTo>
                    <a:pt x="2145" y="552"/>
                  </a:lnTo>
                  <a:lnTo>
                    <a:pt x="2145" y="552"/>
                  </a:lnTo>
                  <a:lnTo>
                    <a:pt x="2146" y="552"/>
                  </a:lnTo>
                  <a:lnTo>
                    <a:pt x="2146" y="552"/>
                  </a:lnTo>
                  <a:lnTo>
                    <a:pt x="2147" y="552"/>
                  </a:lnTo>
                  <a:lnTo>
                    <a:pt x="2147" y="552"/>
                  </a:lnTo>
                  <a:lnTo>
                    <a:pt x="2148" y="0"/>
                  </a:lnTo>
                  <a:lnTo>
                    <a:pt x="2148" y="0"/>
                  </a:lnTo>
                  <a:lnTo>
                    <a:pt x="2148" y="0"/>
                  </a:lnTo>
                  <a:lnTo>
                    <a:pt x="2149" y="552"/>
                  </a:lnTo>
                  <a:lnTo>
                    <a:pt x="2149" y="552"/>
                  </a:lnTo>
                  <a:lnTo>
                    <a:pt x="2149" y="552"/>
                  </a:lnTo>
                  <a:lnTo>
                    <a:pt x="2151" y="552"/>
                  </a:lnTo>
                  <a:lnTo>
                    <a:pt x="2151" y="552"/>
                  </a:lnTo>
                  <a:lnTo>
                    <a:pt x="2151" y="545"/>
                  </a:lnTo>
                  <a:lnTo>
                    <a:pt x="2152" y="552"/>
                  </a:lnTo>
                  <a:lnTo>
                    <a:pt x="2152" y="552"/>
                  </a:lnTo>
                  <a:lnTo>
                    <a:pt x="2152" y="0"/>
                  </a:lnTo>
                  <a:lnTo>
                    <a:pt x="2153" y="0"/>
                  </a:lnTo>
                  <a:lnTo>
                    <a:pt x="2153" y="0"/>
                  </a:lnTo>
                  <a:lnTo>
                    <a:pt x="2154" y="552"/>
                  </a:lnTo>
                  <a:lnTo>
                    <a:pt x="2154" y="552"/>
                  </a:lnTo>
                  <a:lnTo>
                    <a:pt x="2154" y="552"/>
                  </a:lnTo>
                  <a:lnTo>
                    <a:pt x="2155" y="515"/>
                  </a:lnTo>
                  <a:lnTo>
                    <a:pt x="2155" y="552"/>
                  </a:lnTo>
                  <a:lnTo>
                    <a:pt x="2155" y="552"/>
                  </a:lnTo>
                  <a:lnTo>
                    <a:pt x="2157" y="0"/>
                  </a:lnTo>
                  <a:lnTo>
                    <a:pt x="2157" y="0"/>
                  </a:lnTo>
                  <a:lnTo>
                    <a:pt x="2157" y="0"/>
                  </a:lnTo>
                  <a:lnTo>
                    <a:pt x="2158" y="552"/>
                  </a:lnTo>
                  <a:lnTo>
                    <a:pt x="2158" y="552"/>
                  </a:lnTo>
                  <a:lnTo>
                    <a:pt x="2158" y="552"/>
                  </a:lnTo>
                  <a:lnTo>
                    <a:pt x="2159" y="552"/>
                  </a:lnTo>
                  <a:lnTo>
                    <a:pt x="2159" y="552"/>
                  </a:lnTo>
                  <a:lnTo>
                    <a:pt x="2160" y="552"/>
                  </a:lnTo>
                  <a:lnTo>
                    <a:pt x="2160" y="552"/>
                  </a:lnTo>
                  <a:lnTo>
                    <a:pt x="2161" y="0"/>
                  </a:lnTo>
                  <a:lnTo>
                    <a:pt x="2161" y="0"/>
                  </a:lnTo>
                  <a:lnTo>
                    <a:pt x="2161" y="0"/>
                  </a:lnTo>
                  <a:lnTo>
                    <a:pt x="2162" y="552"/>
                  </a:lnTo>
                  <a:lnTo>
                    <a:pt x="2163" y="552"/>
                  </a:lnTo>
                  <a:lnTo>
                    <a:pt x="2163" y="552"/>
                  </a:lnTo>
                  <a:lnTo>
                    <a:pt x="2164" y="511"/>
                  </a:lnTo>
                  <a:lnTo>
                    <a:pt x="2164" y="529"/>
                  </a:lnTo>
                  <a:lnTo>
                    <a:pt x="2164" y="531"/>
                  </a:lnTo>
                  <a:lnTo>
                    <a:pt x="2164" y="522"/>
                  </a:lnTo>
                  <a:lnTo>
                    <a:pt x="2165" y="552"/>
                  </a:lnTo>
                  <a:lnTo>
                    <a:pt x="2165" y="552"/>
                  </a:lnTo>
                  <a:lnTo>
                    <a:pt x="2165" y="552"/>
                  </a:lnTo>
                  <a:lnTo>
                    <a:pt x="2166" y="0"/>
                  </a:lnTo>
                  <a:lnTo>
                    <a:pt x="2166" y="0"/>
                  </a:lnTo>
                  <a:lnTo>
                    <a:pt x="2166" y="0"/>
                  </a:lnTo>
                  <a:lnTo>
                    <a:pt x="2167" y="552"/>
                  </a:lnTo>
                  <a:lnTo>
                    <a:pt x="2167" y="552"/>
                  </a:lnTo>
                  <a:lnTo>
                    <a:pt x="2167" y="552"/>
                  </a:lnTo>
                  <a:lnTo>
                    <a:pt x="2169" y="552"/>
                  </a:lnTo>
                  <a:lnTo>
                    <a:pt x="2169" y="552"/>
                  </a:lnTo>
                  <a:lnTo>
                    <a:pt x="2170" y="524"/>
                  </a:lnTo>
                  <a:lnTo>
                    <a:pt x="2170" y="516"/>
                  </a:lnTo>
                  <a:lnTo>
                    <a:pt x="2170" y="0"/>
                  </a:lnTo>
                  <a:lnTo>
                    <a:pt x="2171" y="0"/>
                  </a:lnTo>
                  <a:lnTo>
                    <a:pt x="2171" y="0"/>
                  </a:lnTo>
                  <a:lnTo>
                    <a:pt x="2172" y="552"/>
                  </a:lnTo>
                  <a:lnTo>
                    <a:pt x="2172" y="552"/>
                  </a:lnTo>
                  <a:lnTo>
                    <a:pt x="2173" y="552"/>
                  </a:lnTo>
                  <a:lnTo>
                    <a:pt x="2173" y="552"/>
                  </a:lnTo>
                  <a:lnTo>
                    <a:pt x="2174" y="552"/>
                  </a:lnTo>
                  <a:lnTo>
                    <a:pt x="2175" y="257"/>
                  </a:lnTo>
                  <a:lnTo>
                    <a:pt x="2175" y="239"/>
                  </a:lnTo>
                  <a:lnTo>
                    <a:pt x="2175" y="0"/>
                  </a:lnTo>
                  <a:lnTo>
                    <a:pt x="2176" y="502"/>
                  </a:lnTo>
                  <a:lnTo>
                    <a:pt x="2176" y="518"/>
                  </a:lnTo>
                  <a:lnTo>
                    <a:pt x="2176" y="552"/>
                  </a:lnTo>
                  <a:lnTo>
                    <a:pt x="2177" y="552"/>
                  </a:lnTo>
                  <a:lnTo>
                    <a:pt x="2177" y="552"/>
                  </a:lnTo>
                  <a:lnTo>
                    <a:pt x="2178" y="552"/>
                  </a:lnTo>
                  <a:lnTo>
                    <a:pt x="2179" y="552"/>
                  </a:lnTo>
                  <a:lnTo>
                    <a:pt x="2179" y="4"/>
                  </a:lnTo>
                  <a:lnTo>
                    <a:pt x="2180" y="2"/>
                  </a:lnTo>
                  <a:lnTo>
                    <a:pt x="2180" y="0"/>
                  </a:lnTo>
                  <a:lnTo>
                    <a:pt x="2181" y="552"/>
                  </a:lnTo>
                  <a:lnTo>
                    <a:pt x="2181" y="552"/>
                  </a:lnTo>
                  <a:lnTo>
                    <a:pt x="2181" y="552"/>
                  </a:lnTo>
                  <a:lnTo>
                    <a:pt x="2182" y="552"/>
                  </a:lnTo>
                  <a:lnTo>
                    <a:pt x="2182" y="552"/>
                  </a:lnTo>
                  <a:lnTo>
                    <a:pt x="2183" y="552"/>
                  </a:lnTo>
                  <a:lnTo>
                    <a:pt x="2183" y="552"/>
                  </a:lnTo>
                  <a:lnTo>
                    <a:pt x="2184" y="0"/>
                  </a:lnTo>
                  <a:lnTo>
                    <a:pt x="2184" y="0"/>
                  </a:lnTo>
                  <a:lnTo>
                    <a:pt x="2185" y="0"/>
                  </a:lnTo>
                  <a:lnTo>
                    <a:pt x="2185" y="552"/>
                  </a:lnTo>
                  <a:lnTo>
                    <a:pt x="2186" y="552"/>
                  </a:lnTo>
                  <a:lnTo>
                    <a:pt x="2186" y="552"/>
                  </a:lnTo>
                  <a:lnTo>
                    <a:pt x="2187" y="552"/>
                  </a:lnTo>
                  <a:lnTo>
                    <a:pt x="2187" y="552"/>
                  </a:lnTo>
                  <a:lnTo>
                    <a:pt x="2188" y="552"/>
                  </a:lnTo>
                  <a:lnTo>
                    <a:pt x="2188" y="552"/>
                  </a:lnTo>
                  <a:lnTo>
                    <a:pt x="2189" y="0"/>
                  </a:lnTo>
                  <a:lnTo>
                    <a:pt x="2189" y="0"/>
                  </a:lnTo>
                  <a:lnTo>
                    <a:pt x="2189" y="0"/>
                  </a:lnTo>
                  <a:lnTo>
                    <a:pt x="2190" y="552"/>
                  </a:lnTo>
                  <a:lnTo>
                    <a:pt x="2190" y="552"/>
                  </a:lnTo>
                  <a:lnTo>
                    <a:pt x="2190" y="552"/>
                  </a:lnTo>
                  <a:lnTo>
                    <a:pt x="2192" y="552"/>
                  </a:lnTo>
                  <a:lnTo>
                    <a:pt x="2192" y="552"/>
                  </a:lnTo>
                  <a:lnTo>
                    <a:pt x="2193" y="406"/>
                  </a:lnTo>
                  <a:lnTo>
                    <a:pt x="2193" y="389"/>
                  </a:lnTo>
                  <a:lnTo>
                    <a:pt x="2193" y="0"/>
                  </a:lnTo>
                  <a:lnTo>
                    <a:pt x="2194" y="0"/>
                  </a:lnTo>
                  <a:lnTo>
                    <a:pt x="2194" y="1"/>
                  </a:lnTo>
                  <a:lnTo>
                    <a:pt x="2195" y="552"/>
                  </a:lnTo>
                  <a:lnTo>
                    <a:pt x="2195" y="552"/>
                  </a:lnTo>
                  <a:lnTo>
                    <a:pt x="2195" y="552"/>
                  </a:lnTo>
                  <a:lnTo>
                    <a:pt x="2196" y="552"/>
                  </a:lnTo>
                  <a:lnTo>
                    <a:pt x="2196" y="552"/>
                  </a:lnTo>
                  <a:lnTo>
                    <a:pt x="2198" y="168"/>
                  </a:lnTo>
                  <a:lnTo>
                    <a:pt x="2198" y="151"/>
                  </a:lnTo>
                  <a:lnTo>
                    <a:pt x="2198" y="0"/>
                  </a:lnTo>
                  <a:lnTo>
                    <a:pt x="2199" y="189"/>
                  </a:lnTo>
                  <a:lnTo>
                    <a:pt x="2199" y="215"/>
                  </a:lnTo>
                  <a:lnTo>
                    <a:pt x="2199" y="552"/>
                  </a:lnTo>
                  <a:lnTo>
                    <a:pt x="2200" y="552"/>
                  </a:lnTo>
                  <a:lnTo>
                    <a:pt x="2200" y="552"/>
                  </a:lnTo>
                  <a:lnTo>
                    <a:pt x="2201" y="552"/>
                  </a:lnTo>
                  <a:lnTo>
                    <a:pt x="2201" y="552"/>
                  </a:lnTo>
                  <a:lnTo>
                    <a:pt x="2202" y="160"/>
                  </a:lnTo>
                  <a:lnTo>
                    <a:pt x="2202" y="145"/>
                  </a:lnTo>
                  <a:lnTo>
                    <a:pt x="2203" y="0"/>
                  </a:lnTo>
                  <a:lnTo>
                    <a:pt x="2204" y="552"/>
                  </a:lnTo>
                  <a:lnTo>
                    <a:pt x="2204" y="552"/>
                  </a:lnTo>
                  <a:lnTo>
                    <a:pt x="2204" y="552"/>
                  </a:lnTo>
                  <a:lnTo>
                    <a:pt x="2205" y="552"/>
                  </a:lnTo>
                  <a:lnTo>
                    <a:pt x="2205" y="552"/>
                  </a:lnTo>
                  <a:lnTo>
                    <a:pt x="2206" y="552"/>
                  </a:lnTo>
                  <a:lnTo>
                    <a:pt x="2206" y="552"/>
                  </a:lnTo>
                  <a:lnTo>
                    <a:pt x="2207" y="0"/>
                  </a:lnTo>
                  <a:lnTo>
                    <a:pt x="2207" y="0"/>
                  </a:lnTo>
                  <a:lnTo>
                    <a:pt x="2207" y="0"/>
                  </a:lnTo>
                  <a:lnTo>
                    <a:pt x="2208" y="552"/>
                  </a:lnTo>
                  <a:lnTo>
                    <a:pt x="2208" y="552"/>
                  </a:lnTo>
                  <a:lnTo>
                    <a:pt x="2208" y="552"/>
                  </a:lnTo>
                  <a:lnTo>
                    <a:pt x="2210" y="552"/>
                  </a:lnTo>
                  <a:lnTo>
                    <a:pt x="2210" y="552"/>
                  </a:lnTo>
                  <a:lnTo>
                    <a:pt x="2211" y="552"/>
                  </a:lnTo>
                  <a:lnTo>
                    <a:pt x="2211" y="552"/>
                  </a:lnTo>
                  <a:lnTo>
                    <a:pt x="2212" y="0"/>
                  </a:lnTo>
                  <a:lnTo>
                    <a:pt x="2212" y="0"/>
                  </a:lnTo>
                  <a:lnTo>
                    <a:pt x="2212" y="0"/>
                  </a:lnTo>
                  <a:lnTo>
                    <a:pt x="2213" y="552"/>
                  </a:lnTo>
                  <a:lnTo>
                    <a:pt x="2213" y="552"/>
                  </a:lnTo>
                  <a:lnTo>
                    <a:pt x="2213" y="552"/>
                  </a:lnTo>
                  <a:lnTo>
                    <a:pt x="2214" y="552"/>
                  </a:lnTo>
                  <a:lnTo>
                    <a:pt x="2214" y="552"/>
                  </a:lnTo>
                  <a:lnTo>
                    <a:pt x="2215" y="515"/>
                  </a:lnTo>
                  <a:lnTo>
                    <a:pt x="2216" y="552"/>
                  </a:lnTo>
                  <a:lnTo>
                    <a:pt x="2216" y="552"/>
                  </a:lnTo>
                  <a:lnTo>
                    <a:pt x="2217" y="0"/>
                  </a:lnTo>
                  <a:lnTo>
                    <a:pt x="2217" y="0"/>
                  </a:lnTo>
                  <a:lnTo>
                    <a:pt x="2217" y="0"/>
                  </a:lnTo>
                  <a:lnTo>
                    <a:pt x="2218" y="552"/>
                  </a:lnTo>
                  <a:lnTo>
                    <a:pt x="2218" y="552"/>
                  </a:lnTo>
                  <a:lnTo>
                    <a:pt x="2218" y="552"/>
                  </a:lnTo>
                  <a:lnTo>
                    <a:pt x="2219" y="552"/>
                  </a:lnTo>
                  <a:lnTo>
                    <a:pt x="2219" y="552"/>
                  </a:lnTo>
                  <a:lnTo>
                    <a:pt x="2220" y="543"/>
                  </a:lnTo>
                  <a:lnTo>
                    <a:pt x="2220" y="552"/>
                  </a:lnTo>
                  <a:lnTo>
                    <a:pt x="2220" y="552"/>
                  </a:lnTo>
                  <a:lnTo>
                    <a:pt x="2221" y="0"/>
                  </a:lnTo>
                  <a:lnTo>
                    <a:pt x="2222" y="0"/>
                  </a:lnTo>
                  <a:lnTo>
                    <a:pt x="2222" y="0"/>
                  </a:lnTo>
                  <a:lnTo>
                    <a:pt x="2223" y="552"/>
                  </a:lnTo>
                  <a:lnTo>
                    <a:pt x="2223" y="552"/>
                  </a:lnTo>
                  <a:lnTo>
                    <a:pt x="2223" y="552"/>
                  </a:lnTo>
                  <a:lnTo>
                    <a:pt x="2224" y="552"/>
                  </a:lnTo>
                  <a:lnTo>
                    <a:pt x="2224" y="551"/>
                  </a:lnTo>
                  <a:lnTo>
                    <a:pt x="2224" y="542"/>
                  </a:lnTo>
                  <a:lnTo>
                    <a:pt x="2225" y="552"/>
                  </a:lnTo>
                  <a:lnTo>
                    <a:pt x="2225" y="552"/>
                  </a:lnTo>
                  <a:lnTo>
                    <a:pt x="2225" y="552"/>
                  </a:lnTo>
                  <a:lnTo>
                    <a:pt x="2226" y="0"/>
                  </a:lnTo>
                  <a:lnTo>
                    <a:pt x="2226" y="0"/>
                  </a:lnTo>
                  <a:lnTo>
                    <a:pt x="2226" y="0"/>
                  </a:lnTo>
                  <a:lnTo>
                    <a:pt x="2228" y="552"/>
                  </a:lnTo>
                  <a:lnTo>
                    <a:pt x="2228" y="552"/>
                  </a:lnTo>
                  <a:lnTo>
                    <a:pt x="2228" y="552"/>
                  </a:lnTo>
                  <a:lnTo>
                    <a:pt x="2229" y="552"/>
                  </a:lnTo>
                  <a:lnTo>
                    <a:pt x="2229" y="552"/>
                  </a:lnTo>
                  <a:lnTo>
                    <a:pt x="2230" y="544"/>
                  </a:lnTo>
                  <a:lnTo>
                    <a:pt x="2230" y="552"/>
                  </a:lnTo>
                  <a:lnTo>
                    <a:pt x="2230" y="552"/>
                  </a:lnTo>
                  <a:lnTo>
                    <a:pt x="2231" y="31"/>
                  </a:lnTo>
                  <a:lnTo>
                    <a:pt x="2231" y="21"/>
                  </a:lnTo>
                  <a:lnTo>
                    <a:pt x="2232" y="0"/>
                  </a:lnTo>
                  <a:lnTo>
                    <a:pt x="2232" y="552"/>
                  </a:lnTo>
                  <a:lnTo>
                    <a:pt x="2232" y="552"/>
                  </a:lnTo>
                  <a:lnTo>
                    <a:pt x="2232" y="552"/>
                  </a:lnTo>
                  <a:lnTo>
                    <a:pt x="2234" y="552"/>
                  </a:lnTo>
                  <a:lnTo>
                    <a:pt x="2234" y="552"/>
                  </a:lnTo>
                  <a:lnTo>
                    <a:pt x="2235" y="495"/>
                  </a:lnTo>
                  <a:lnTo>
                    <a:pt x="2235" y="513"/>
                  </a:lnTo>
                  <a:lnTo>
                    <a:pt x="2235" y="515"/>
                  </a:lnTo>
                  <a:lnTo>
                    <a:pt x="2235" y="552"/>
                  </a:lnTo>
                  <a:lnTo>
                    <a:pt x="2236" y="0"/>
                  </a:lnTo>
                  <a:lnTo>
                    <a:pt x="2236" y="0"/>
                  </a:lnTo>
                  <a:lnTo>
                    <a:pt x="2237" y="552"/>
                  </a:lnTo>
                  <a:lnTo>
                    <a:pt x="2237" y="552"/>
                  </a:lnTo>
                  <a:lnTo>
                    <a:pt x="2238" y="552"/>
                  </a:lnTo>
                  <a:lnTo>
                    <a:pt x="2239" y="552"/>
                  </a:lnTo>
                  <a:lnTo>
                    <a:pt x="2239" y="552"/>
                  </a:lnTo>
                  <a:lnTo>
                    <a:pt x="2240" y="552"/>
                  </a:lnTo>
                  <a:lnTo>
                    <a:pt x="2240" y="552"/>
                  </a:lnTo>
                  <a:lnTo>
                    <a:pt x="2241" y="25"/>
                  </a:lnTo>
                  <a:lnTo>
                    <a:pt x="2241" y="14"/>
                  </a:lnTo>
                  <a:lnTo>
                    <a:pt x="2241" y="0"/>
                  </a:lnTo>
                  <a:lnTo>
                    <a:pt x="2242" y="552"/>
                  </a:lnTo>
                  <a:lnTo>
                    <a:pt x="2242" y="552"/>
                  </a:lnTo>
                  <a:lnTo>
                    <a:pt x="2242" y="552"/>
                  </a:lnTo>
                  <a:lnTo>
                    <a:pt x="2243" y="552"/>
                  </a:lnTo>
                  <a:lnTo>
                    <a:pt x="2244" y="552"/>
                  </a:lnTo>
                  <a:lnTo>
                    <a:pt x="2244" y="503"/>
                  </a:lnTo>
                  <a:lnTo>
                    <a:pt x="2244" y="552"/>
                  </a:lnTo>
                  <a:lnTo>
                    <a:pt x="2245" y="552"/>
                  </a:lnTo>
                  <a:lnTo>
                    <a:pt x="2245" y="552"/>
                  </a:lnTo>
                  <a:lnTo>
                    <a:pt x="2245" y="0"/>
                  </a:lnTo>
                  <a:lnTo>
                    <a:pt x="2246" y="0"/>
                  </a:lnTo>
                  <a:lnTo>
                    <a:pt x="2246" y="0"/>
                  </a:lnTo>
                  <a:lnTo>
                    <a:pt x="2247" y="552"/>
                  </a:lnTo>
                  <a:lnTo>
                    <a:pt x="2247" y="552"/>
                  </a:lnTo>
                  <a:lnTo>
                    <a:pt x="2247" y="552"/>
                  </a:lnTo>
                  <a:lnTo>
                    <a:pt x="2248" y="552"/>
                  </a:lnTo>
                  <a:lnTo>
                    <a:pt x="2248" y="552"/>
                  </a:lnTo>
                  <a:lnTo>
                    <a:pt x="2249" y="552"/>
                  </a:lnTo>
                  <a:lnTo>
                    <a:pt x="2250" y="552"/>
                  </a:lnTo>
                  <a:lnTo>
                    <a:pt x="2250" y="0"/>
                  </a:lnTo>
                  <a:lnTo>
                    <a:pt x="2251" y="0"/>
                  </a:lnTo>
                  <a:lnTo>
                    <a:pt x="2251" y="0"/>
                  </a:lnTo>
                  <a:lnTo>
                    <a:pt x="2251" y="552"/>
                  </a:lnTo>
                  <a:lnTo>
                    <a:pt x="2252" y="552"/>
                  </a:lnTo>
                  <a:lnTo>
                    <a:pt x="2252" y="552"/>
                  </a:lnTo>
                  <a:lnTo>
                    <a:pt x="2253" y="552"/>
                  </a:lnTo>
                  <a:lnTo>
                    <a:pt x="2253" y="552"/>
                  </a:lnTo>
                  <a:lnTo>
                    <a:pt x="2254" y="447"/>
                  </a:lnTo>
                  <a:lnTo>
                    <a:pt x="2254" y="420"/>
                  </a:lnTo>
                  <a:lnTo>
                    <a:pt x="2254" y="0"/>
                  </a:lnTo>
                  <a:lnTo>
                    <a:pt x="2255" y="22"/>
                  </a:lnTo>
                  <a:lnTo>
                    <a:pt x="2255" y="34"/>
                  </a:lnTo>
                  <a:lnTo>
                    <a:pt x="2256" y="552"/>
                  </a:lnTo>
                  <a:lnTo>
                    <a:pt x="2257" y="552"/>
                  </a:lnTo>
                  <a:lnTo>
                    <a:pt x="2257" y="552"/>
                  </a:lnTo>
                  <a:lnTo>
                    <a:pt x="2258" y="523"/>
                  </a:lnTo>
                  <a:lnTo>
                    <a:pt x="2258" y="522"/>
                  </a:lnTo>
                  <a:lnTo>
                    <a:pt x="2258" y="552"/>
                  </a:lnTo>
                  <a:lnTo>
                    <a:pt x="2259" y="142"/>
                  </a:lnTo>
                  <a:lnTo>
                    <a:pt x="2259" y="119"/>
                  </a:lnTo>
                  <a:lnTo>
                    <a:pt x="2259" y="0"/>
                  </a:lnTo>
                  <a:lnTo>
                    <a:pt x="2260" y="546"/>
                  </a:lnTo>
                  <a:lnTo>
                    <a:pt x="2260" y="550"/>
                  </a:lnTo>
                  <a:lnTo>
                    <a:pt x="2260" y="552"/>
                  </a:lnTo>
                  <a:lnTo>
                    <a:pt x="2261" y="552"/>
                  </a:lnTo>
                  <a:lnTo>
                    <a:pt x="2261" y="552"/>
                  </a:lnTo>
                  <a:lnTo>
                    <a:pt x="2263" y="552"/>
                  </a:lnTo>
                  <a:lnTo>
                    <a:pt x="2263" y="552"/>
                  </a:lnTo>
                  <a:lnTo>
                    <a:pt x="2264" y="0"/>
                  </a:lnTo>
                  <a:lnTo>
                    <a:pt x="2264" y="0"/>
                  </a:lnTo>
                  <a:lnTo>
                    <a:pt x="2264" y="0"/>
                  </a:lnTo>
                  <a:lnTo>
                    <a:pt x="2265" y="552"/>
                  </a:lnTo>
                  <a:lnTo>
                    <a:pt x="2265" y="552"/>
                  </a:lnTo>
                  <a:lnTo>
                    <a:pt x="2265" y="552"/>
                  </a:lnTo>
                  <a:lnTo>
                    <a:pt x="2266" y="552"/>
                  </a:lnTo>
                  <a:lnTo>
                    <a:pt x="2266" y="552"/>
                  </a:lnTo>
                  <a:lnTo>
                    <a:pt x="2267" y="552"/>
                  </a:lnTo>
                  <a:lnTo>
                    <a:pt x="2267" y="552"/>
                  </a:lnTo>
                  <a:lnTo>
                    <a:pt x="2268" y="0"/>
                  </a:lnTo>
                  <a:lnTo>
                    <a:pt x="2269" y="0"/>
                  </a:lnTo>
                  <a:lnTo>
                    <a:pt x="2269" y="0"/>
                  </a:lnTo>
                  <a:lnTo>
                    <a:pt x="2269" y="552"/>
                  </a:lnTo>
                  <a:lnTo>
                    <a:pt x="2270" y="552"/>
                  </a:lnTo>
                  <a:lnTo>
                    <a:pt x="2270" y="552"/>
                  </a:lnTo>
                  <a:lnTo>
                    <a:pt x="2271" y="552"/>
                  </a:lnTo>
                  <a:lnTo>
                    <a:pt x="2271" y="552"/>
                  </a:lnTo>
                  <a:lnTo>
                    <a:pt x="2272" y="552"/>
                  </a:lnTo>
                  <a:lnTo>
                    <a:pt x="2272" y="552"/>
                  </a:lnTo>
                  <a:lnTo>
                    <a:pt x="2273" y="0"/>
                  </a:lnTo>
                  <a:lnTo>
                    <a:pt x="2273" y="0"/>
                  </a:lnTo>
                  <a:lnTo>
                    <a:pt x="2273" y="0"/>
                  </a:lnTo>
                  <a:lnTo>
                    <a:pt x="2275" y="0"/>
                  </a:lnTo>
                  <a:lnTo>
                    <a:pt x="2275" y="0"/>
                  </a:lnTo>
                  <a:lnTo>
                    <a:pt x="2275" y="552"/>
                  </a:lnTo>
                  <a:lnTo>
                    <a:pt x="2276" y="172"/>
                  </a:lnTo>
                  <a:lnTo>
                    <a:pt x="2276" y="141"/>
                  </a:lnTo>
                  <a:lnTo>
                    <a:pt x="2276" y="0"/>
                  </a:lnTo>
                  <a:lnTo>
                    <a:pt x="2277" y="552"/>
                  </a:lnTo>
                  <a:lnTo>
                    <a:pt x="2277" y="552"/>
                  </a:lnTo>
                  <a:lnTo>
                    <a:pt x="2277" y="552"/>
                  </a:lnTo>
                  <a:lnTo>
                    <a:pt x="2278" y="552"/>
                  </a:lnTo>
                  <a:lnTo>
                    <a:pt x="2278" y="552"/>
                  </a:lnTo>
                  <a:lnTo>
                    <a:pt x="2279" y="552"/>
                  </a:lnTo>
                  <a:lnTo>
                    <a:pt x="2279" y="552"/>
                  </a:lnTo>
                  <a:lnTo>
                    <a:pt x="2281" y="552"/>
                  </a:lnTo>
                  <a:lnTo>
                    <a:pt x="2281" y="552"/>
                  </a:lnTo>
                  <a:lnTo>
                    <a:pt x="2282" y="0"/>
                  </a:lnTo>
                  <a:lnTo>
                    <a:pt x="2282" y="0"/>
                  </a:lnTo>
                  <a:lnTo>
                    <a:pt x="2282" y="0"/>
                  </a:lnTo>
                  <a:lnTo>
                    <a:pt x="2282" y="552"/>
                  </a:lnTo>
                  <a:lnTo>
                    <a:pt x="2283" y="552"/>
                  </a:lnTo>
                  <a:lnTo>
                    <a:pt x="2283" y="552"/>
                  </a:lnTo>
                  <a:lnTo>
                    <a:pt x="2284" y="499"/>
                  </a:lnTo>
                  <a:lnTo>
                    <a:pt x="2284" y="499"/>
                  </a:lnTo>
                  <a:lnTo>
                    <a:pt x="2285" y="552"/>
                  </a:lnTo>
                  <a:lnTo>
                    <a:pt x="2285" y="301"/>
                  </a:lnTo>
                  <a:lnTo>
                    <a:pt x="2285" y="284"/>
                  </a:lnTo>
                  <a:lnTo>
                    <a:pt x="2286" y="0"/>
                  </a:lnTo>
                  <a:lnTo>
                    <a:pt x="2287" y="198"/>
                  </a:lnTo>
                  <a:lnTo>
                    <a:pt x="2287" y="235"/>
                  </a:lnTo>
                  <a:lnTo>
                    <a:pt x="2287" y="552"/>
                  </a:lnTo>
                  <a:lnTo>
                    <a:pt x="2288" y="552"/>
                  </a:lnTo>
                  <a:lnTo>
                    <a:pt x="2288" y="552"/>
                  </a:lnTo>
                  <a:lnTo>
                    <a:pt x="2288" y="530"/>
                  </a:lnTo>
                  <a:lnTo>
                    <a:pt x="2289" y="552"/>
                  </a:lnTo>
                  <a:lnTo>
                    <a:pt x="2289" y="552"/>
                  </a:lnTo>
                  <a:lnTo>
                    <a:pt x="2290" y="552"/>
                  </a:lnTo>
                  <a:lnTo>
                    <a:pt x="2290" y="552"/>
                  </a:lnTo>
                  <a:lnTo>
                    <a:pt x="2291" y="0"/>
                  </a:lnTo>
                  <a:lnTo>
                    <a:pt x="2292" y="0"/>
                  </a:lnTo>
                  <a:lnTo>
                    <a:pt x="2292" y="0"/>
                  </a:lnTo>
                  <a:lnTo>
                    <a:pt x="2292" y="552"/>
                  </a:lnTo>
                  <a:lnTo>
                    <a:pt x="2293" y="552"/>
                  </a:lnTo>
                  <a:lnTo>
                    <a:pt x="2293" y="552"/>
                  </a:lnTo>
                  <a:lnTo>
                    <a:pt x="2294" y="552"/>
                  </a:lnTo>
                  <a:lnTo>
                    <a:pt x="2294" y="552"/>
                  </a:lnTo>
                  <a:lnTo>
                    <a:pt x="2295" y="552"/>
                  </a:lnTo>
                  <a:lnTo>
                    <a:pt x="2295" y="552"/>
                  </a:lnTo>
                  <a:lnTo>
                    <a:pt x="2296" y="0"/>
                  </a:lnTo>
                  <a:lnTo>
                    <a:pt x="2296" y="0"/>
                  </a:lnTo>
                  <a:lnTo>
                    <a:pt x="2297" y="0"/>
                  </a:lnTo>
                  <a:lnTo>
                    <a:pt x="2297" y="552"/>
                  </a:lnTo>
                  <a:lnTo>
                    <a:pt x="2298" y="552"/>
                  </a:lnTo>
                  <a:lnTo>
                    <a:pt x="2298" y="552"/>
                  </a:lnTo>
                  <a:lnTo>
                    <a:pt x="2299" y="552"/>
                  </a:lnTo>
                  <a:lnTo>
                    <a:pt x="2299" y="552"/>
                  </a:lnTo>
                  <a:lnTo>
                    <a:pt x="2300" y="552"/>
                  </a:lnTo>
                  <a:lnTo>
                    <a:pt x="2300" y="552"/>
                  </a:lnTo>
                  <a:lnTo>
                    <a:pt x="2301" y="0"/>
                  </a:lnTo>
                  <a:lnTo>
                    <a:pt x="2301" y="0"/>
                  </a:lnTo>
                  <a:lnTo>
                    <a:pt x="2301" y="0"/>
                  </a:lnTo>
                  <a:lnTo>
                    <a:pt x="2302" y="552"/>
                  </a:lnTo>
                  <a:lnTo>
                    <a:pt x="2302" y="552"/>
                  </a:lnTo>
                  <a:lnTo>
                    <a:pt x="2303" y="552"/>
                  </a:lnTo>
                  <a:lnTo>
                    <a:pt x="2304" y="552"/>
                  </a:lnTo>
                  <a:lnTo>
                    <a:pt x="2304" y="552"/>
                  </a:lnTo>
                  <a:lnTo>
                    <a:pt x="2305" y="552"/>
                  </a:lnTo>
                  <a:lnTo>
                    <a:pt x="2305" y="552"/>
                  </a:lnTo>
                  <a:lnTo>
                    <a:pt x="2306" y="0"/>
                  </a:lnTo>
                  <a:lnTo>
                    <a:pt x="2306" y="0"/>
                  </a:lnTo>
                  <a:lnTo>
                    <a:pt x="2306" y="0"/>
                  </a:lnTo>
                  <a:lnTo>
                    <a:pt x="2307" y="552"/>
                  </a:lnTo>
                  <a:lnTo>
                    <a:pt x="2307" y="552"/>
                  </a:lnTo>
                  <a:lnTo>
                    <a:pt x="2307" y="552"/>
                  </a:lnTo>
                  <a:lnTo>
                    <a:pt x="2308" y="552"/>
                  </a:lnTo>
                  <a:lnTo>
                    <a:pt x="2309" y="552"/>
                  </a:lnTo>
                  <a:lnTo>
                    <a:pt x="2310" y="440"/>
                  </a:lnTo>
                  <a:lnTo>
                    <a:pt x="2310" y="420"/>
                  </a:lnTo>
                  <a:lnTo>
                    <a:pt x="2310" y="0"/>
                  </a:lnTo>
                  <a:lnTo>
                    <a:pt x="2311" y="0"/>
                  </a:lnTo>
                  <a:lnTo>
                    <a:pt x="2311" y="0"/>
                  </a:lnTo>
                  <a:lnTo>
                    <a:pt x="2311" y="552"/>
                  </a:lnTo>
                  <a:lnTo>
                    <a:pt x="2312" y="552"/>
                  </a:lnTo>
                  <a:lnTo>
                    <a:pt x="2312" y="552"/>
                  </a:lnTo>
                  <a:lnTo>
                    <a:pt x="2313" y="552"/>
                  </a:lnTo>
                  <a:lnTo>
                    <a:pt x="2313" y="552"/>
                  </a:lnTo>
                  <a:lnTo>
                    <a:pt x="2314" y="245"/>
                  </a:lnTo>
                  <a:lnTo>
                    <a:pt x="2314" y="226"/>
                  </a:lnTo>
                  <a:lnTo>
                    <a:pt x="2315" y="0"/>
                  </a:lnTo>
                  <a:lnTo>
                    <a:pt x="2316" y="234"/>
                  </a:lnTo>
                  <a:lnTo>
                    <a:pt x="2316" y="259"/>
                  </a:lnTo>
                  <a:lnTo>
                    <a:pt x="2316" y="552"/>
                  </a:lnTo>
                  <a:lnTo>
                    <a:pt x="2317" y="552"/>
                  </a:lnTo>
                  <a:lnTo>
                    <a:pt x="2317" y="552"/>
                  </a:lnTo>
                  <a:lnTo>
                    <a:pt x="2318" y="552"/>
                  </a:lnTo>
                  <a:lnTo>
                    <a:pt x="2318" y="552"/>
                  </a:lnTo>
                  <a:lnTo>
                    <a:pt x="2319" y="241"/>
                  </a:lnTo>
                  <a:lnTo>
                    <a:pt x="2319" y="208"/>
                  </a:lnTo>
                  <a:lnTo>
                    <a:pt x="2320" y="0"/>
                  </a:lnTo>
                  <a:lnTo>
                    <a:pt x="2320" y="26"/>
                  </a:lnTo>
                  <a:lnTo>
                    <a:pt x="2320" y="25"/>
                  </a:lnTo>
                  <a:lnTo>
                    <a:pt x="2321" y="0"/>
                  </a:lnTo>
                  <a:lnTo>
                    <a:pt x="2321" y="552"/>
                  </a:lnTo>
                  <a:lnTo>
                    <a:pt x="2322" y="552"/>
                  </a:lnTo>
                  <a:lnTo>
                    <a:pt x="2322" y="552"/>
                  </a:lnTo>
                  <a:lnTo>
                    <a:pt x="2323" y="552"/>
                  </a:lnTo>
                  <a:lnTo>
                    <a:pt x="2323" y="552"/>
                  </a:lnTo>
                  <a:lnTo>
                    <a:pt x="2324" y="415"/>
                  </a:lnTo>
                  <a:lnTo>
                    <a:pt x="2324" y="392"/>
                  </a:lnTo>
                  <a:lnTo>
                    <a:pt x="2325" y="0"/>
                  </a:lnTo>
                  <a:lnTo>
                    <a:pt x="2325" y="59"/>
                  </a:lnTo>
                  <a:lnTo>
                    <a:pt x="2325" y="81"/>
                  </a:lnTo>
                  <a:lnTo>
                    <a:pt x="2326" y="552"/>
                  </a:lnTo>
                  <a:lnTo>
                    <a:pt x="2326" y="552"/>
                  </a:lnTo>
                  <a:lnTo>
                    <a:pt x="2326" y="552"/>
                  </a:lnTo>
                  <a:lnTo>
                    <a:pt x="2328" y="552"/>
                  </a:lnTo>
                  <a:lnTo>
                    <a:pt x="2328" y="552"/>
                  </a:lnTo>
                  <a:lnTo>
                    <a:pt x="2329" y="524"/>
                  </a:lnTo>
                  <a:lnTo>
                    <a:pt x="2329" y="510"/>
                  </a:lnTo>
                  <a:lnTo>
                    <a:pt x="2329" y="0"/>
                  </a:lnTo>
                  <a:lnTo>
                    <a:pt x="2330" y="0"/>
                  </a:lnTo>
                  <a:lnTo>
                    <a:pt x="2330" y="0"/>
                  </a:lnTo>
                  <a:lnTo>
                    <a:pt x="2331" y="552"/>
                  </a:lnTo>
                  <a:lnTo>
                    <a:pt x="2331" y="552"/>
                  </a:lnTo>
                  <a:lnTo>
                    <a:pt x="2331" y="552"/>
                  </a:lnTo>
                  <a:lnTo>
                    <a:pt x="2332" y="552"/>
                  </a:lnTo>
                  <a:lnTo>
                    <a:pt x="2332" y="552"/>
                  </a:lnTo>
                  <a:lnTo>
                    <a:pt x="2334" y="550"/>
                  </a:lnTo>
                  <a:lnTo>
                    <a:pt x="2334" y="546"/>
                  </a:lnTo>
                  <a:lnTo>
                    <a:pt x="2334" y="0"/>
                  </a:lnTo>
                  <a:lnTo>
                    <a:pt x="2335" y="155"/>
                  </a:lnTo>
                  <a:lnTo>
                    <a:pt x="2335" y="189"/>
                  </a:lnTo>
                  <a:lnTo>
                    <a:pt x="2335" y="552"/>
                  </a:lnTo>
                  <a:lnTo>
                    <a:pt x="2336" y="552"/>
                  </a:lnTo>
                  <a:lnTo>
                    <a:pt x="2336" y="552"/>
                  </a:lnTo>
                  <a:lnTo>
                    <a:pt x="2337" y="547"/>
                  </a:lnTo>
                  <a:lnTo>
                    <a:pt x="2337" y="545"/>
                  </a:lnTo>
                  <a:lnTo>
                    <a:pt x="2338" y="552"/>
                  </a:lnTo>
                  <a:lnTo>
                    <a:pt x="2338" y="473"/>
                  </a:lnTo>
                  <a:lnTo>
                    <a:pt x="2338" y="452"/>
                  </a:lnTo>
                  <a:lnTo>
                    <a:pt x="2339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552"/>
                  </a:lnTo>
                  <a:lnTo>
                    <a:pt x="2341" y="552"/>
                  </a:lnTo>
                  <a:lnTo>
                    <a:pt x="2341" y="552"/>
                  </a:lnTo>
                  <a:lnTo>
                    <a:pt x="2342" y="552"/>
                  </a:lnTo>
                  <a:lnTo>
                    <a:pt x="2342" y="552"/>
                  </a:lnTo>
                  <a:lnTo>
                    <a:pt x="2343" y="519"/>
                  </a:lnTo>
                  <a:lnTo>
                    <a:pt x="2343" y="507"/>
                  </a:lnTo>
                  <a:lnTo>
                    <a:pt x="2344" y="0"/>
                  </a:lnTo>
                  <a:lnTo>
                    <a:pt x="2345" y="0"/>
                  </a:lnTo>
                  <a:lnTo>
                    <a:pt x="2345" y="0"/>
                  </a:lnTo>
                  <a:lnTo>
                    <a:pt x="2345" y="552"/>
                  </a:lnTo>
                  <a:lnTo>
                    <a:pt x="2346" y="552"/>
                  </a:lnTo>
                  <a:lnTo>
                    <a:pt x="2346" y="552"/>
                  </a:lnTo>
                  <a:lnTo>
                    <a:pt x="2347" y="552"/>
                  </a:lnTo>
                  <a:lnTo>
                    <a:pt x="2347" y="552"/>
                  </a:lnTo>
                  <a:lnTo>
                    <a:pt x="2348" y="552"/>
                  </a:lnTo>
                  <a:lnTo>
                    <a:pt x="2348" y="552"/>
                  </a:lnTo>
                  <a:lnTo>
                    <a:pt x="2349" y="0"/>
                  </a:lnTo>
                  <a:lnTo>
                    <a:pt x="2349" y="0"/>
                  </a:lnTo>
                  <a:lnTo>
                    <a:pt x="2349" y="0"/>
                  </a:lnTo>
                  <a:lnTo>
                    <a:pt x="2350" y="552"/>
                  </a:lnTo>
                  <a:lnTo>
                    <a:pt x="2351" y="552"/>
                  </a:lnTo>
                  <a:lnTo>
                    <a:pt x="2351" y="552"/>
                  </a:lnTo>
                  <a:lnTo>
                    <a:pt x="2352" y="552"/>
                  </a:lnTo>
                  <a:lnTo>
                    <a:pt x="2352" y="552"/>
                  </a:lnTo>
                  <a:lnTo>
                    <a:pt x="2353" y="551"/>
                  </a:lnTo>
                  <a:lnTo>
                    <a:pt x="2353" y="552"/>
                  </a:lnTo>
                  <a:lnTo>
                    <a:pt x="2353" y="552"/>
                  </a:lnTo>
                  <a:lnTo>
                    <a:pt x="2354" y="0"/>
                  </a:lnTo>
                  <a:lnTo>
                    <a:pt x="2354" y="0"/>
                  </a:lnTo>
                  <a:lnTo>
                    <a:pt x="2354" y="0"/>
                  </a:lnTo>
                  <a:lnTo>
                    <a:pt x="2355" y="552"/>
                  </a:lnTo>
                  <a:lnTo>
                    <a:pt x="2355" y="552"/>
                  </a:lnTo>
                  <a:lnTo>
                    <a:pt x="2355" y="552"/>
                  </a:lnTo>
                  <a:lnTo>
                    <a:pt x="2357" y="552"/>
                  </a:lnTo>
                  <a:lnTo>
                    <a:pt x="2357" y="552"/>
                  </a:lnTo>
                  <a:lnTo>
                    <a:pt x="2357" y="537"/>
                  </a:lnTo>
                  <a:lnTo>
                    <a:pt x="2358" y="552"/>
                  </a:lnTo>
                  <a:lnTo>
                    <a:pt x="2358" y="552"/>
                  </a:lnTo>
                  <a:lnTo>
                    <a:pt x="2359" y="0"/>
                  </a:lnTo>
                  <a:lnTo>
                    <a:pt x="2359" y="0"/>
                  </a:lnTo>
                  <a:lnTo>
                    <a:pt x="2359" y="0"/>
                  </a:lnTo>
                  <a:lnTo>
                    <a:pt x="2360" y="552"/>
                  </a:lnTo>
                  <a:lnTo>
                    <a:pt x="2360" y="552"/>
                  </a:lnTo>
                  <a:lnTo>
                    <a:pt x="2360" y="552"/>
                  </a:lnTo>
                  <a:lnTo>
                    <a:pt x="2361" y="552"/>
                  </a:lnTo>
                  <a:lnTo>
                    <a:pt x="2362" y="552"/>
                  </a:lnTo>
                  <a:lnTo>
                    <a:pt x="2362" y="514"/>
                  </a:lnTo>
                  <a:lnTo>
                    <a:pt x="2362" y="552"/>
                  </a:lnTo>
                  <a:lnTo>
                    <a:pt x="2363" y="551"/>
                  </a:lnTo>
                  <a:lnTo>
                    <a:pt x="2363" y="546"/>
                  </a:lnTo>
                  <a:lnTo>
                    <a:pt x="2363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552"/>
                  </a:lnTo>
                  <a:lnTo>
                    <a:pt x="2365" y="552"/>
                  </a:lnTo>
                  <a:lnTo>
                    <a:pt x="2365" y="552"/>
                  </a:lnTo>
                  <a:lnTo>
                    <a:pt x="2366" y="552"/>
                  </a:lnTo>
                  <a:lnTo>
                    <a:pt x="2366" y="552"/>
                  </a:lnTo>
                  <a:lnTo>
                    <a:pt x="2367" y="532"/>
                  </a:lnTo>
                  <a:lnTo>
                    <a:pt x="2367" y="552"/>
                  </a:lnTo>
                  <a:lnTo>
                    <a:pt x="2367" y="552"/>
                  </a:lnTo>
                  <a:lnTo>
                    <a:pt x="2368" y="552"/>
                  </a:lnTo>
                  <a:lnTo>
                    <a:pt x="2368" y="0"/>
                  </a:lnTo>
                  <a:lnTo>
                    <a:pt x="2369" y="0"/>
                  </a:lnTo>
                  <a:lnTo>
                    <a:pt x="2369" y="0"/>
                  </a:lnTo>
                  <a:lnTo>
                    <a:pt x="2369" y="552"/>
                  </a:lnTo>
                  <a:lnTo>
                    <a:pt x="2370" y="552"/>
                  </a:lnTo>
                  <a:lnTo>
                    <a:pt x="2370" y="552"/>
                  </a:lnTo>
                  <a:lnTo>
                    <a:pt x="2371" y="552"/>
                  </a:lnTo>
                  <a:lnTo>
                    <a:pt x="2371" y="552"/>
                  </a:lnTo>
                  <a:lnTo>
                    <a:pt x="2372" y="524"/>
                  </a:lnTo>
                  <a:lnTo>
                    <a:pt x="2373" y="524"/>
                  </a:lnTo>
                  <a:lnTo>
                    <a:pt x="2373" y="552"/>
                  </a:lnTo>
                  <a:lnTo>
                    <a:pt x="2373" y="5"/>
                  </a:lnTo>
                  <a:lnTo>
                    <a:pt x="2374" y="2"/>
                  </a:lnTo>
                  <a:lnTo>
                    <a:pt x="2374" y="0"/>
                  </a:lnTo>
                  <a:lnTo>
                    <a:pt x="2375" y="80"/>
                  </a:lnTo>
                  <a:lnTo>
                    <a:pt x="2375" y="94"/>
                  </a:lnTo>
                  <a:lnTo>
                    <a:pt x="2375" y="552"/>
                  </a:lnTo>
                  <a:lnTo>
                    <a:pt x="2376" y="552"/>
                  </a:lnTo>
                  <a:lnTo>
                    <a:pt x="2376" y="552"/>
                  </a:lnTo>
                  <a:lnTo>
                    <a:pt x="2377" y="552"/>
                  </a:lnTo>
                  <a:lnTo>
                    <a:pt x="2377" y="552"/>
                  </a:lnTo>
                  <a:lnTo>
                    <a:pt x="2378" y="0"/>
                  </a:lnTo>
                  <a:lnTo>
                    <a:pt x="2378" y="0"/>
                  </a:lnTo>
                  <a:lnTo>
                    <a:pt x="2378" y="0"/>
                  </a:lnTo>
                  <a:lnTo>
                    <a:pt x="2379" y="261"/>
                  </a:lnTo>
                  <a:lnTo>
                    <a:pt x="2379" y="284"/>
                  </a:lnTo>
                  <a:lnTo>
                    <a:pt x="2380" y="552"/>
                  </a:lnTo>
                  <a:lnTo>
                    <a:pt x="2381" y="552"/>
                  </a:lnTo>
                  <a:lnTo>
                    <a:pt x="2381" y="552"/>
                  </a:lnTo>
                  <a:lnTo>
                    <a:pt x="2382" y="552"/>
                  </a:lnTo>
                  <a:lnTo>
                    <a:pt x="2382" y="552"/>
                  </a:lnTo>
                  <a:lnTo>
                    <a:pt x="2383" y="113"/>
                  </a:lnTo>
                  <a:lnTo>
                    <a:pt x="2383" y="93"/>
                  </a:lnTo>
                  <a:lnTo>
                    <a:pt x="2383" y="0"/>
                  </a:lnTo>
                  <a:lnTo>
                    <a:pt x="2384" y="281"/>
                  </a:lnTo>
                  <a:lnTo>
                    <a:pt x="2384" y="304"/>
                  </a:lnTo>
                  <a:lnTo>
                    <a:pt x="2385" y="552"/>
                  </a:lnTo>
                  <a:lnTo>
                    <a:pt x="2385" y="552"/>
                  </a:lnTo>
                  <a:lnTo>
                    <a:pt x="2385" y="552"/>
                  </a:lnTo>
                  <a:lnTo>
                    <a:pt x="2387" y="552"/>
                  </a:lnTo>
                  <a:lnTo>
                    <a:pt x="2387" y="552"/>
                  </a:lnTo>
                  <a:lnTo>
                    <a:pt x="2387" y="552"/>
                  </a:lnTo>
                  <a:lnTo>
                    <a:pt x="2387" y="552"/>
                  </a:lnTo>
                  <a:lnTo>
                    <a:pt x="2388" y="210"/>
                  </a:lnTo>
                  <a:lnTo>
                    <a:pt x="2388" y="186"/>
                  </a:lnTo>
                  <a:lnTo>
                    <a:pt x="2388" y="0"/>
                  </a:lnTo>
                  <a:lnTo>
                    <a:pt x="2389" y="261"/>
                  </a:lnTo>
                  <a:lnTo>
                    <a:pt x="2389" y="285"/>
                  </a:lnTo>
                  <a:lnTo>
                    <a:pt x="2389" y="552"/>
                  </a:lnTo>
                  <a:lnTo>
                    <a:pt x="2390" y="552"/>
                  </a:lnTo>
                  <a:lnTo>
                    <a:pt x="2390" y="552"/>
                  </a:lnTo>
                  <a:lnTo>
                    <a:pt x="2391" y="552"/>
                  </a:lnTo>
                  <a:lnTo>
                    <a:pt x="2391" y="552"/>
                  </a:lnTo>
                  <a:lnTo>
                    <a:pt x="2393" y="472"/>
                  </a:lnTo>
                  <a:lnTo>
                    <a:pt x="2393" y="456"/>
                  </a:lnTo>
                  <a:lnTo>
                    <a:pt x="2393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552"/>
                  </a:lnTo>
                  <a:lnTo>
                    <a:pt x="2395" y="552"/>
                  </a:lnTo>
                  <a:lnTo>
                    <a:pt x="2395" y="552"/>
                  </a:lnTo>
                  <a:lnTo>
                    <a:pt x="2396" y="552"/>
                  </a:lnTo>
                  <a:lnTo>
                    <a:pt x="2396" y="552"/>
                  </a:lnTo>
                  <a:lnTo>
                    <a:pt x="2398" y="523"/>
                  </a:lnTo>
                  <a:lnTo>
                    <a:pt x="2398" y="508"/>
                  </a:lnTo>
                  <a:lnTo>
                    <a:pt x="2398" y="0"/>
                  </a:lnTo>
                  <a:lnTo>
                    <a:pt x="2399" y="0"/>
                  </a:lnTo>
                  <a:lnTo>
                    <a:pt x="2399" y="0"/>
                  </a:lnTo>
                  <a:lnTo>
                    <a:pt x="2399" y="552"/>
                  </a:lnTo>
                  <a:lnTo>
                    <a:pt x="2400" y="552"/>
                  </a:lnTo>
                  <a:lnTo>
                    <a:pt x="2400" y="552"/>
                  </a:lnTo>
                  <a:lnTo>
                    <a:pt x="2401" y="552"/>
                  </a:lnTo>
                  <a:lnTo>
                    <a:pt x="2401" y="552"/>
                  </a:lnTo>
                  <a:lnTo>
                    <a:pt x="2402" y="494"/>
                  </a:lnTo>
                  <a:lnTo>
                    <a:pt x="2402" y="477"/>
                  </a:lnTo>
                  <a:lnTo>
                    <a:pt x="2403" y="0"/>
                  </a:lnTo>
                  <a:lnTo>
                    <a:pt x="2404" y="0"/>
                  </a:lnTo>
                  <a:lnTo>
                    <a:pt x="2404" y="0"/>
                  </a:lnTo>
                  <a:lnTo>
                    <a:pt x="2404" y="552"/>
                  </a:lnTo>
                  <a:lnTo>
                    <a:pt x="2405" y="552"/>
                  </a:lnTo>
                  <a:lnTo>
                    <a:pt x="2405" y="552"/>
                  </a:lnTo>
                  <a:lnTo>
                    <a:pt x="2406" y="552"/>
                  </a:lnTo>
                  <a:lnTo>
                    <a:pt x="2406" y="552"/>
                  </a:lnTo>
                  <a:lnTo>
                    <a:pt x="2407" y="528"/>
                  </a:lnTo>
                  <a:lnTo>
                    <a:pt x="2407" y="516"/>
                  </a:lnTo>
                  <a:lnTo>
                    <a:pt x="2408" y="0"/>
                  </a:lnTo>
                  <a:lnTo>
                    <a:pt x="2408" y="0"/>
                  </a:lnTo>
                  <a:lnTo>
                    <a:pt x="2408" y="0"/>
                  </a:lnTo>
                  <a:lnTo>
                    <a:pt x="2409" y="552"/>
                  </a:lnTo>
                  <a:lnTo>
                    <a:pt x="2410" y="552"/>
                  </a:lnTo>
                  <a:lnTo>
                    <a:pt x="2410" y="552"/>
                  </a:lnTo>
                  <a:lnTo>
                    <a:pt x="2411" y="552"/>
                  </a:lnTo>
                  <a:lnTo>
                    <a:pt x="2411" y="552"/>
                  </a:lnTo>
                  <a:lnTo>
                    <a:pt x="2412" y="552"/>
                  </a:lnTo>
                  <a:lnTo>
                    <a:pt x="2412" y="552"/>
                  </a:lnTo>
                  <a:lnTo>
                    <a:pt x="2413" y="0"/>
                  </a:lnTo>
                  <a:lnTo>
                    <a:pt x="2413" y="0"/>
                  </a:lnTo>
                  <a:lnTo>
                    <a:pt x="2413" y="0"/>
                  </a:lnTo>
                  <a:lnTo>
                    <a:pt x="2414" y="552"/>
                  </a:lnTo>
                  <a:lnTo>
                    <a:pt x="2414" y="552"/>
                  </a:lnTo>
                  <a:lnTo>
                    <a:pt x="2414" y="552"/>
                  </a:lnTo>
                  <a:lnTo>
                    <a:pt x="2416" y="552"/>
                  </a:lnTo>
                  <a:lnTo>
                    <a:pt x="2416" y="552"/>
                  </a:lnTo>
                  <a:lnTo>
                    <a:pt x="2417" y="549"/>
                  </a:lnTo>
                  <a:lnTo>
                    <a:pt x="2417" y="545"/>
                  </a:lnTo>
                  <a:lnTo>
                    <a:pt x="2417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9" y="552"/>
                  </a:lnTo>
                  <a:lnTo>
                    <a:pt x="2419" y="552"/>
                  </a:lnTo>
                  <a:lnTo>
                    <a:pt x="2419" y="552"/>
                  </a:lnTo>
                  <a:lnTo>
                    <a:pt x="2420" y="552"/>
                  </a:lnTo>
                  <a:lnTo>
                    <a:pt x="2421" y="552"/>
                  </a:lnTo>
                  <a:lnTo>
                    <a:pt x="2422" y="552"/>
                  </a:lnTo>
                  <a:lnTo>
                    <a:pt x="2422" y="552"/>
                  </a:lnTo>
                  <a:lnTo>
                    <a:pt x="2422" y="0"/>
                  </a:lnTo>
                  <a:lnTo>
                    <a:pt x="2423" y="0"/>
                  </a:lnTo>
                  <a:lnTo>
                    <a:pt x="2423" y="0"/>
                  </a:lnTo>
                  <a:lnTo>
                    <a:pt x="2424" y="552"/>
                  </a:lnTo>
                  <a:lnTo>
                    <a:pt x="2424" y="552"/>
                  </a:lnTo>
                  <a:lnTo>
                    <a:pt x="2424" y="552"/>
                  </a:lnTo>
                  <a:lnTo>
                    <a:pt x="2425" y="552"/>
                  </a:lnTo>
                  <a:lnTo>
                    <a:pt x="2426" y="552"/>
                  </a:lnTo>
                  <a:lnTo>
                    <a:pt x="2426" y="492"/>
                  </a:lnTo>
                  <a:lnTo>
                    <a:pt x="2427" y="477"/>
                  </a:lnTo>
                  <a:lnTo>
                    <a:pt x="2427" y="0"/>
                  </a:lnTo>
                  <a:lnTo>
                    <a:pt x="2428" y="0"/>
                  </a:lnTo>
                  <a:lnTo>
                    <a:pt x="2428" y="2"/>
                  </a:lnTo>
                  <a:lnTo>
                    <a:pt x="2428" y="552"/>
                  </a:lnTo>
                  <a:lnTo>
                    <a:pt x="2429" y="552"/>
                  </a:lnTo>
                  <a:lnTo>
                    <a:pt x="2429" y="552"/>
                  </a:lnTo>
                  <a:lnTo>
                    <a:pt x="2430" y="536"/>
                  </a:lnTo>
                  <a:lnTo>
                    <a:pt x="2430" y="536"/>
                  </a:lnTo>
                  <a:lnTo>
                    <a:pt x="2430" y="552"/>
                  </a:lnTo>
                  <a:lnTo>
                    <a:pt x="2431" y="257"/>
                  </a:lnTo>
                  <a:lnTo>
                    <a:pt x="2432" y="239"/>
                  </a:lnTo>
                  <a:lnTo>
                    <a:pt x="2432" y="0"/>
                  </a:lnTo>
                  <a:lnTo>
                    <a:pt x="2432" y="50"/>
                  </a:lnTo>
                  <a:lnTo>
                    <a:pt x="2433" y="68"/>
                  </a:lnTo>
                  <a:lnTo>
                    <a:pt x="2433" y="552"/>
                  </a:lnTo>
                  <a:lnTo>
                    <a:pt x="2434" y="552"/>
                  </a:lnTo>
                  <a:lnTo>
                    <a:pt x="2434" y="552"/>
                  </a:lnTo>
                  <a:lnTo>
                    <a:pt x="2435" y="552"/>
                  </a:lnTo>
                  <a:lnTo>
                    <a:pt x="2435" y="552"/>
                  </a:lnTo>
                  <a:lnTo>
                    <a:pt x="2436" y="552"/>
                  </a:lnTo>
                  <a:lnTo>
                    <a:pt x="2436" y="552"/>
                  </a:lnTo>
                  <a:lnTo>
                    <a:pt x="2437" y="0"/>
                  </a:lnTo>
                  <a:lnTo>
                    <a:pt x="2437" y="0"/>
                  </a:lnTo>
                  <a:lnTo>
                    <a:pt x="2437" y="0"/>
                  </a:lnTo>
                  <a:lnTo>
                    <a:pt x="2438" y="552"/>
                  </a:lnTo>
                  <a:lnTo>
                    <a:pt x="2438" y="552"/>
                  </a:lnTo>
                  <a:lnTo>
                    <a:pt x="2438" y="552"/>
                  </a:lnTo>
                  <a:lnTo>
                    <a:pt x="2440" y="552"/>
                  </a:lnTo>
                  <a:lnTo>
                    <a:pt x="2440" y="552"/>
                  </a:lnTo>
                  <a:lnTo>
                    <a:pt x="2441" y="552"/>
                  </a:lnTo>
                  <a:lnTo>
                    <a:pt x="2441" y="552"/>
                  </a:lnTo>
                  <a:lnTo>
                    <a:pt x="2441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3" y="552"/>
                  </a:lnTo>
                  <a:lnTo>
                    <a:pt x="2443" y="552"/>
                  </a:lnTo>
                  <a:lnTo>
                    <a:pt x="2443" y="552"/>
                  </a:lnTo>
                  <a:lnTo>
                    <a:pt x="2444" y="552"/>
                  </a:lnTo>
                  <a:lnTo>
                    <a:pt x="2444" y="552"/>
                  </a:lnTo>
                  <a:lnTo>
                    <a:pt x="2446" y="552"/>
                  </a:lnTo>
                  <a:lnTo>
                    <a:pt x="2446" y="551"/>
                  </a:lnTo>
                  <a:lnTo>
                    <a:pt x="2446" y="0"/>
                  </a:lnTo>
                  <a:lnTo>
                    <a:pt x="2447" y="0"/>
                  </a:lnTo>
                  <a:lnTo>
                    <a:pt x="2447" y="0"/>
                  </a:lnTo>
                  <a:lnTo>
                    <a:pt x="2448" y="552"/>
                  </a:lnTo>
                  <a:lnTo>
                    <a:pt x="2448" y="552"/>
                  </a:lnTo>
                  <a:lnTo>
                    <a:pt x="2448" y="552"/>
                  </a:lnTo>
                  <a:lnTo>
                    <a:pt x="2449" y="552"/>
                  </a:lnTo>
                  <a:lnTo>
                    <a:pt x="2449" y="552"/>
                  </a:lnTo>
                  <a:lnTo>
                    <a:pt x="2451" y="541"/>
                  </a:lnTo>
                  <a:lnTo>
                    <a:pt x="2451" y="533"/>
                  </a:lnTo>
                  <a:lnTo>
                    <a:pt x="2451" y="0"/>
                  </a:lnTo>
                  <a:lnTo>
                    <a:pt x="2452" y="0"/>
                  </a:lnTo>
                  <a:lnTo>
                    <a:pt x="2452" y="0"/>
                  </a:lnTo>
                  <a:lnTo>
                    <a:pt x="2452" y="552"/>
                  </a:lnTo>
                  <a:lnTo>
                    <a:pt x="2453" y="552"/>
                  </a:lnTo>
                  <a:lnTo>
                    <a:pt x="2453" y="552"/>
                  </a:lnTo>
                  <a:lnTo>
                    <a:pt x="2454" y="552"/>
                  </a:lnTo>
                  <a:lnTo>
                    <a:pt x="2454" y="552"/>
                  </a:lnTo>
                  <a:lnTo>
                    <a:pt x="2455" y="0"/>
                  </a:lnTo>
                  <a:lnTo>
                    <a:pt x="2455" y="0"/>
                  </a:lnTo>
                  <a:lnTo>
                    <a:pt x="2455" y="0"/>
                  </a:lnTo>
                  <a:lnTo>
                    <a:pt x="2457" y="552"/>
                  </a:lnTo>
                  <a:lnTo>
                    <a:pt x="2457" y="552"/>
                  </a:lnTo>
                  <a:lnTo>
                    <a:pt x="2457" y="552"/>
                  </a:lnTo>
                  <a:lnTo>
                    <a:pt x="2458" y="552"/>
                  </a:lnTo>
                  <a:lnTo>
                    <a:pt x="2458" y="552"/>
                  </a:lnTo>
                  <a:lnTo>
                    <a:pt x="2459" y="552"/>
                  </a:lnTo>
                  <a:lnTo>
                    <a:pt x="2459" y="552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1" y="552"/>
                  </a:lnTo>
                  <a:lnTo>
                    <a:pt x="2461" y="552"/>
                  </a:lnTo>
                  <a:lnTo>
                    <a:pt x="2461" y="552"/>
                  </a:lnTo>
                  <a:lnTo>
                    <a:pt x="2463" y="552"/>
                  </a:lnTo>
                  <a:lnTo>
                    <a:pt x="2463" y="552"/>
                  </a:lnTo>
                  <a:lnTo>
                    <a:pt x="2464" y="543"/>
                  </a:lnTo>
                  <a:lnTo>
                    <a:pt x="2464" y="538"/>
                  </a:lnTo>
                  <a:lnTo>
                    <a:pt x="2464" y="0"/>
                  </a:lnTo>
                  <a:lnTo>
                    <a:pt x="2465" y="0"/>
                  </a:lnTo>
                  <a:lnTo>
                    <a:pt x="2465" y="0"/>
                  </a:lnTo>
                  <a:lnTo>
                    <a:pt x="2466" y="552"/>
                  </a:lnTo>
                  <a:lnTo>
                    <a:pt x="2466" y="552"/>
                  </a:lnTo>
                  <a:lnTo>
                    <a:pt x="2466" y="552"/>
                  </a:lnTo>
                  <a:lnTo>
                    <a:pt x="2467" y="552"/>
                  </a:lnTo>
                  <a:lnTo>
                    <a:pt x="2467" y="552"/>
                  </a:lnTo>
                  <a:lnTo>
                    <a:pt x="2469" y="430"/>
                  </a:lnTo>
                  <a:lnTo>
                    <a:pt x="2469" y="415"/>
                  </a:lnTo>
                  <a:lnTo>
                    <a:pt x="2469" y="0"/>
                  </a:lnTo>
                  <a:lnTo>
                    <a:pt x="2470" y="0"/>
                  </a:lnTo>
                  <a:lnTo>
                    <a:pt x="2470" y="0"/>
                  </a:lnTo>
                  <a:lnTo>
                    <a:pt x="2471" y="552"/>
                  </a:lnTo>
                  <a:lnTo>
                    <a:pt x="2471" y="552"/>
                  </a:lnTo>
                  <a:lnTo>
                    <a:pt x="2471" y="552"/>
                  </a:lnTo>
                  <a:lnTo>
                    <a:pt x="2472" y="552"/>
                  </a:lnTo>
                  <a:lnTo>
                    <a:pt x="2472" y="552"/>
                  </a:lnTo>
                  <a:lnTo>
                    <a:pt x="2473" y="552"/>
                  </a:lnTo>
                  <a:lnTo>
                    <a:pt x="2473" y="550"/>
                  </a:lnTo>
                  <a:lnTo>
                    <a:pt x="2474" y="0"/>
                  </a:lnTo>
                  <a:lnTo>
                    <a:pt x="2475" y="0"/>
                  </a:lnTo>
                  <a:lnTo>
                    <a:pt x="2475" y="0"/>
                  </a:lnTo>
                  <a:lnTo>
                    <a:pt x="2475" y="552"/>
                  </a:lnTo>
                  <a:lnTo>
                    <a:pt x="2476" y="552"/>
                  </a:lnTo>
                  <a:lnTo>
                    <a:pt x="2476" y="552"/>
                  </a:lnTo>
                  <a:lnTo>
                    <a:pt x="2477" y="552"/>
                  </a:lnTo>
                  <a:lnTo>
                    <a:pt x="2477" y="552"/>
                  </a:lnTo>
                  <a:lnTo>
                    <a:pt x="2478" y="503"/>
                  </a:lnTo>
                  <a:lnTo>
                    <a:pt x="2478" y="486"/>
                  </a:lnTo>
                  <a:lnTo>
                    <a:pt x="2479" y="0"/>
                  </a:lnTo>
                  <a:lnTo>
                    <a:pt x="2479" y="1"/>
                  </a:lnTo>
                  <a:lnTo>
                    <a:pt x="2479" y="3"/>
                  </a:lnTo>
                  <a:lnTo>
                    <a:pt x="2480" y="552"/>
                  </a:lnTo>
                  <a:lnTo>
                    <a:pt x="2481" y="552"/>
                  </a:lnTo>
                  <a:lnTo>
                    <a:pt x="2481" y="552"/>
                  </a:lnTo>
                  <a:lnTo>
                    <a:pt x="2482" y="552"/>
                  </a:lnTo>
                  <a:lnTo>
                    <a:pt x="2482" y="552"/>
                  </a:lnTo>
                  <a:lnTo>
                    <a:pt x="2483" y="80"/>
                  </a:lnTo>
                  <a:lnTo>
                    <a:pt x="2483" y="62"/>
                  </a:lnTo>
                  <a:lnTo>
                    <a:pt x="2483" y="0"/>
                  </a:lnTo>
                  <a:lnTo>
                    <a:pt x="2484" y="552"/>
                  </a:lnTo>
                  <a:lnTo>
                    <a:pt x="2484" y="552"/>
                  </a:lnTo>
                  <a:lnTo>
                    <a:pt x="2485" y="552"/>
                  </a:lnTo>
                  <a:lnTo>
                    <a:pt x="2485" y="552"/>
                  </a:lnTo>
                  <a:lnTo>
                    <a:pt x="2486" y="552"/>
                  </a:lnTo>
                  <a:lnTo>
                    <a:pt x="2487" y="552"/>
                  </a:lnTo>
                  <a:lnTo>
                    <a:pt x="2487" y="552"/>
                  </a:lnTo>
                  <a:lnTo>
                    <a:pt x="2488" y="0"/>
                  </a:lnTo>
                  <a:lnTo>
                    <a:pt x="2488" y="0"/>
                  </a:lnTo>
                  <a:lnTo>
                    <a:pt x="2488" y="0"/>
                  </a:lnTo>
                  <a:lnTo>
                    <a:pt x="2489" y="552"/>
                  </a:lnTo>
                  <a:lnTo>
                    <a:pt x="2489" y="552"/>
                  </a:lnTo>
                  <a:lnTo>
                    <a:pt x="2489" y="552"/>
                  </a:lnTo>
                  <a:lnTo>
                    <a:pt x="2490" y="552"/>
                  </a:lnTo>
                  <a:lnTo>
                    <a:pt x="2491" y="552"/>
                  </a:lnTo>
                  <a:lnTo>
                    <a:pt x="2491" y="552"/>
                  </a:lnTo>
                  <a:lnTo>
                    <a:pt x="2492" y="552"/>
                  </a:lnTo>
                  <a:lnTo>
                    <a:pt x="2493" y="0"/>
                  </a:lnTo>
                  <a:lnTo>
                    <a:pt x="2493" y="0"/>
                  </a:lnTo>
                  <a:lnTo>
                    <a:pt x="2493" y="0"/>
                  </a:lnTo>
                  <a:lnTo>
                    <a:pt x="2494" y="527"/>
                  </a:lnTo>
                  <a:lnTo>
                    <a:pt x="2494" y="536"/>
                  </a:lnTo>
                  <a:lnTo>
                    <a:pt x="2494" y="552"/>
                  </a:lnTo>
                  <a:lnTo>
                    <a:pt x="2495" y="552"/>
                  </a:lnTo>
                  <a:lnTo>
                    <a:pt x="2495" y="552"/>
                  </a:lnTo>
                  <a:lnTo>
                    <a:pt x="2496" y="552"/>
                  </a:lnTo>
                  <a:lnTo>
                    <a:pt x="2497" y="552"/>
                  </a:lnTo>
                  <a:lnTo>
                    <a:pt x="2497" y="227"/>
                  </a:lnTo>
                  <a:lnTo>
                    <a:pt x="2498" y="215"/>
                  </a:lnTo>
                  <a:lnTo>
                    <a:pt x="2498" y="0"/>
                  </a:lnTo>
                  <a:lnTo>
                    <a:pt x="2499" y="64"/>
                  </a:lnTo>
                  <a:lnTo>
                    <a:pt x="2499" y="82"/>
                  </a:lnTo>
                  <a:lnTo>
                    <a:pt x="2499" y="552"/>
                  </a:lnTo>
                  <a:lnTo>
                    <a:pt x="2500" y="529"/>
                  </a:lnTo>
                  <a:lnTo>
                    <a:pt x="2500" y="526"/>
                  </a:lnTo>
                  <a:lnTo>
                    <a:pt x="2500" y="455"/>
                  </a:lnTo>
                  <a:lnTo>
                    <a:pt x="2501" y="552"/>
                  </a:lnTo>
                  <a:lnTo>
                    <a:pt x="2501" y="552"/>
                  </a:lnTo>
                  <a:lnTo>
                    <a:pt x="2501" y="552"/>
                  </a:lnTo>
                  <a:lnTo>
                    <a:pt x="2502" y="552"/>
                  </a:lnTo>
                  <a:lnTo>
                    <a:pt x="2502" y="552"/>
                  </a:lnTo>
                  <a:lnTo>
                    <a:pt x="2503" y="0"/>
                  </a:lnTo>
                  <a:lnTo>
                    <a:pt x="2503" y="0"/>
                  </a:lnTo>
                  <a:lnTo>
                    <a:pt x="2503" y="0"/>
                  </a:lnTo>
                  <a:lnTo>
                    <a:pt x="2505" y="552"/>
                  </a:lnTo>
                  <a:lnTo>
                    <a:pt x="2505" y="512"/>
                  </a:lnTo>
                  <a:lnTo>
                    <a:pt x="2505" y="510"/>
                  </a:lnTo>
                  <a:lnTo>
                    <a:pt x="2505" y="467"/>
                  </a:lnTo>
                  <a:lnTo>
                    <a:pt x="2506" y="552"/>
                  </a:lnTo>
                  <a:lnTo>
                    <a:pt x="2506" y="552"/>
                  </a:lnTo>
                  <a:lnTo>
                    <a:pt x="2506" y="552"/>
                  </a:lnTo>
                  <a:lnTo>
                    <a:pt x="2507" y="552"/>
                  </a:lnTo>
                  <a:lnTo>
                    <a:pt x="2507" y="552"/>
                  </a:lnTo>
                  <a:lnTo>
                    <a:pt x="2508" y="0"/>
                  </a:lnTo>
                  <a:lnTo>
                    <a:pt x="2508" y="0"/>
                  </a:lnTo>
                  <a:lnTo>
                    <a:pt x="2508" y="0"/>
                  </a:lnTo>
                  <a:lnTo>
                    <a:pt x="2510" y="473"/>
                  </a:lnTo>
                  <a:lnTo>
                    <a:pt x="2510" y="469"/>
                  </a:lnTo>
                  <a:lnTo>
                    <a:pt x="2510" y="468"/>
                  </a:lnTo>
                  <a:lnTo>
                    <a:pt x="2510" y="421"/>
                  </a:lnTo>
                  <a:lnTo>
                    <a:pt x="2510" y="552"/>
                  </a:lnTo>
                  <a:lnTo>
                    <a:pt x="2511" y="552"/>
                  </a:lnTo>
                  <a:lnTo>
                    <a:pt x="2511" y="552"/>
                  </a:lnTo>
                  <a:lnTo>
                    <a:pt x="2512" y="552"/>
                  </a:lnTo>
                  <a:lnTo>
                    <a:pt x="2512" y="552"/>
                  </a:lnTo>
                  <a:lnTo>
                    <a:pt x="2513" y="0"/>
                  </a:lnTo>
                  <a:lnTo>
                    <a:pt x="2513" y="0"/>
                  </a:lnTo>
                  <a:lnTo>
                    <a:pt x="2513" y="0"/>
                  </a:lnTo>
                  <a:lnTo>
                    <a:pt x="2514" y="552"/>
                  </a:lnTo>
                  <a:lnTo>
                    <a:pt x="2514" y="552"/>
                  </a:lnTo>
                  <a:lnTo>
                    <a:pt x="2514" y="552"/>
                  </a:lnTo>
                  <a:lnTo>
                    <a:pt x="2515" y="382"/>
                  </a:lnTo>
                  <a:lnTo>
                    <a:pt x="2516" y="516"/>
                  </a:lnTo>
                  <a:lnTo>
                    <a:pt x="2516" y="522"/>
                  </a:lnTo>
                  <a:lnTo>
                    <a:pt x="2516" y="552"/>
                  </a:lnTo>
                  <a:lnTo>
                    <a:pt x="2517" y="552"/>
                  </a:lnTo>
                  <a:lnTo>
                    <a:pt x="2517" y="552"/>
                  </a:lnTo>
                  <a:lnTo>
                    <a:pt x="2518" y="0"/>
                  </a:lnTo>
                  <a:lnTo>
                    <a:pt x="2518" y="0"/>
                  </a:lnTo>
                  <a:lnTo>
                    <a:pt x="2518" y="0"/>
                  </a:lnTo>
                  <a:lnTo>
                    <a:pt x="2519" y="469"/>
                  </a:lnTo>
                  <a:lnTo>
                    <a:pt x="2519" y="472"/>
                  </a:lnTo>
                  <a:lnTo>
                    <a:pt x="2520" y="552"/>
                  </a:lnTo>
                  <a:lnTo>
                    <a:pt x="2520" y="552"/>
                  </a:lnTo>
                  <a:lnTo>
                    <a:pt x="2520" y="552"/>
                  </a:lnTo>
                  <a:lnTo>
                    <a:pt x="2522" y="552"/>
                  </a:lnTo>
                  <a:lnTo>
                    <a:pt x="2522" y="552"/>
                  </a:lnTo>
                  <a:lnTo>
                    <a:pt x="2523" y="0"/>
                  </a:lnTo>
                  <a:lnTo>
                    <a:pt x="2523" y="0"/>
                  </a:lnTo>
                  <a:lnTo>
                    <a:pt x="2523" y="0"/>
                  </a:lnTo>
                  <a:lnTo>
                    <a:pt x="2524" y="552"/>
                  </a:lnTo>
                  <a:lnTo>
                    <a:pt x="2524" y="552"/>
                  </a:lnTo>
                  <a:lnTo>
                    <a:pt x="2524" y="552"/>
                  </a:lnTo>
                  <a:lnTo>
                    <a:pt x="2525" y="518"/>
                  </a:lnTo>
                  <a:lnTo>
                    <a:pt x="2525" y="552"/>
                  </a:lnTo>
                  <a:lnTo>
                    <a:pt x="2525" y="552"/>
                  </a:lnTo>
                  <a:lnTo>
                    <a:pt x="2526" y="552"/>
                  </a:lnTo>
                  <a:lnTo>
                    <a:pt x="2526" y="552"/>
                  </a:lnTo>
                  <a:lnTo>
                    <a:pt x="2528" y="0"/>
                  </a:lnTo>
                  <a:lnTo>
                    <a:pt x="2528" y="0"/>
                  </a:lnTo>
                  <a:lnTo>
                    <a:pt x="2528" y="0"/>
                  </a:lnTo>
                  <a:lnTo>
                    <a:pt x="2529" y="552"/>
                  </a:lnTo>
                  <a:lnTo>
                    <a:pt x="2529" y="552"/>
                  </a:lnTo>
                  <a:lnTo>
                    <a:pt x="2529" y="552"/>
                  </a:lnTo>
                  <a:lnTo>
                    <a:pt x="2530" y="497"/>
                  </a:lnTo>
                  <a:lnTo>
                    <a:pt x="2530" y="552"/>
                  </a:lnTo>
                  <a:lnTo>
                    <a:pt x="2530" y="552"/>
                  </a:lnTo>
                  <a:lnTo>
                    <a:pt x="2531" y="552"/>
                  </a:lnTo>
                  <a:lnTo>
                    <a:pt x="2531" y="552"/>
                  </a:lnTo>
                  <a:lnTo>
                    <a:pt x="2532" y="0"/>
                  </a:lnTo>
                  <a:lnTo>
                    <a:pt x="2532" y="0"/>
                  </a:lnTo>
                  <a:lnTo>
                    <a:pt x="2532" y="0"/>
                  </a:lnTo>
                  <a:lnTo>
                    <a:pt x="2534" y="509"/>
                  </a:lnTo>
                  <a:lnTo>
                    <a:pt x="2534" y="518"/>
                  </a:lnTo>
                  <a:lnTo>
                    <a:pt x="2534" y="549"/>
                  </a:lnTo>
                  <a:lnTo>
                    <a:pt x="2534" y="486"/>
                  </a:lnTo>
                  <a:lnTo>
                    <a:pt x="2535" y="513"/>
                  </a:lnTo>
                  <a:lnTo>
                    <a:pt x="2535" y="516"/>
                  </a:lnTo>
                  <a:lnTo>
                    <a:pt x="2535" y="552"/>
                  </a:lnTo>
                  <a:lnTo>
                    <a:pt x="2536" y="552"/>
                  </a:lnTo>
                  <a:lnTo>
                    <a:pt x="2536" y="552"/>
                  </a:lnTo>
                  <a:lnTo>
                    <a:pt x="2537" y="81"/>
                  </a:lnTo>
                  <a:lnTo>
                    <a:pt x="2537" y="63"/>
                  </a:lnTo>
                  <a:lnTo>
                    <a:pt x="2538" y="0"/>
                  </a:lnTo>
                  <a:lnTo>
                    <a:pt x="2538" y="391"/>
                  </a:lnTo>
                  <a:lnTo>
                    <a:pt x="2538" y="394"/>
                  </a:lnTo>
                  <a:lnTo>
                    <a:pt x="2539" y="349"/>
                  </a:lnTo>
                  <a:lnTo>
                    <a:pt x="2540" y="552"/>
                  </a:lnTo>
                  <a:lnTo>
                    <a:pt x="2540" y="552"/>
                  </a:lnTo>
                  <a:lnTo>
                    <a:pt x="2540" y="552"/>
                  </a:lnTo>
                  <a:lnTo>
                    <a:pt x="2541" y="552"/>
                  </a:lnTo>
                  <a:lnTo>
                    <a:pt x="2541" y="552"/>
                  </a:lnTo>
                  <a:lnTo>
                    <a:pt x="2542" y="0"/>
                  </a:lnTo>
                  <a:lnTo>
                    <a:pt x="2542" y="0"/>
                  </a:lnTo>
                  <a:lnTo>
                    <a:pt x="2542" y="0"/>
                  </a:lnTo>
                  <a:lnTo>
                    <a:pt x="2543" y="464"/>
                  </a:lnTo>
                  <a:lnTo>
                    <a:pt x="2544" y="476"/>
                  </a:lnTo>
                  <a:lnTo>
                    <a:pt x="2544" y="441"/>
                  </a:lnTo>
                  <a:lnTo>
                    <a:pt x="2544" y="551"/>
                  </a:lnTo>
                  <a:lnTo>
                    <a:pt x="2545" y="552"/>
                  </a:lnTo>
                  <a:lnTo>
                    <a:pt x="2545" y="552"/>
                  </a:lnTo>
                  <a:lnTo>
                    <a:pt x="2546" y="552"/>
                  </a:lnTo>
                  <a:lnTo>
                    <a:pt x="2546" y="552"/>
                  </a:lnTo>
                  <a:lnTo>
                    <a:pt x="2547" y="549"/>
                  </a:lnTo>
                  <a:lnTo>
                    <a:pt x="2547" y="552"/>
                  </a:lnTo>
                  <a:lnTo>
                    <a:pt x="2547" y="551"/>
                  </a:lnTo>
                  <a:lnTo>
                    <a:pt x="2547" y="0"/>
                  </a:lnTo>
                  <a:lnTo>
                    <a:pt x="2548" y="0"/>
                  </a:lnTo>
                  <a:lnTo>
                    <a:pt x="2548" y="0"/>
                  </a:lnTo>
                  <a:lnTo>
                    <a:pt x="2549" y="552"/>
                  </a:lnTo>
                  <a:lnTo>
                    <a:pt x="2549" y="552"/>
                  </a:lnTo>
                  <a:lnTo>
                    <a:pt x="2550" y="552"/>
                  </a:lnTo>
                  <a:lnTo>
                    <a:pt x="2550" y="552"/>
                  </a:lnTo>
                  <a:lnTo>
                    <a:pt x="2551" y="552"/>
                  </a:lnTo>
                  <a:lnTo>
                    <a:pt x="2552" y="552"/>
                  </a:lnTo>
                  <a:lnTo>
                    <a:pt x="2552" y="552"/>
                  </a:lnTo>
                  <a:lnTo>
                    <a:pt x="2553" y="0"/>
                  </a:lnTo>
                  <a:lnTo>
                    <a:pt x="2553" y="0"/>
                  </a:lnTo>
                  <a:lnTo>
                    <a:pt x="2553" y="0"/>
                  </a:lnTo>
                  <a:lnTo>
                    <a:pt x="2554" y="552"/>
                  </a:lnTo>
                  <a:lnTo>
                    <a:pt x="2554" y="552"/>
                  </a:lnTo>
                  <a:lnTo>
                    <a:pt x="2554" y="552"/>
                  </a:lnTo>
                  <a:lnTo>
                    <a:pt x="2555" y="552"/>
                  </a:lnTo>
                  <a:lnTo>
                    <a:pt x="2556" y="552"/>
                  </a:lnTo>
                  <a:lnTo>
                    <a:pt x="2556" y="552"/>
                  </a:lnTo>
                  <a:lnTo>
                    <a:pt x="2557" y="552"/>
                  </a:lnTo>
                  <a:lnTo>
                    <a:pt x="2558" y="0"/>
                  </a:lnTo>
                  <a:lnTo>
                    <a:pt x="2558" y="0"/>
                  </a:lnTo>
                  <a:lnTo>
                    <a:pt x="2558" y="0"/>
                  </a:lnTo>
                  <a:lnTo>
                    <a:pt x="2559" y="552"/>
                  </a:lnTo>
                  <a:lnTo>
                    <a:pt x="2559" y="552"/>
                  </a:lnTo>
                  <a:lnTo>
                    <a:pt x="2559" y="552"/>
                  </a:lnTo>
                  <a:lnTo>
                    <a:pt x="2560" y="552"/>
                  </a:lnTo>
                  <a:lnTo>
                    <a:pt x="2560" y="552"/>
                  </a:lnTo>
                  <a:lnTo>
                    <a:pt x="2561" y="552"/>
                  </a:lnTo>
                  <a:lnTo>
                    <a:pt x="2561" y="552"/>
                  </a:lnTo>
                  <a:lnTo>
                    <a:pt x="2563" y="0"/>
                  </a:lnTo>
                  <a:lnTo>
                    <a:pt x="2563" y="0"/>
                  </a:lnTo>
                  <a:lnTo>
                    <a:pt x="2563" y="0"/>
                  </a:lnTo>
                  <a:lnTo>
                    <a:pt x="2564" y="552"/>
                  </a:lnTo>
                  <a:lnTo>
                    <a:pt x="2564" y="552"/>
                  </a:lnTo>
                  <a:lnTo>
                    <a:pt x="2564" y="552"/>
                  </a:lnTo>
                  <a:lnTo>
                    <a:pt x="2565" y="552"/>
                  </a:lnTo>
                  <a:lnTo>
                    <a:pt x="2565" y="552"/>
                  </a:lnTo>
                  <a:lnTo>
                    <a:pt x="2566" y="552"/>
                  </a:lnTo>
                  <a:lnTo>
                    <a:pt x="2566" y="552"/>
                  </a:lnTo>
                  <a:lnTo>
                    <a:pt x="2567" y="0"/>
                  </a:lnTo>
                  <a:lnTo>
                    <a:pt x="2567" y="0"/>
                  </a:lnTo>
                  <a:lnTo>
                    <a:pt x="2567" y="0"/>
                  </a:lnTo>
                  <a:lnTo>
                    <a:pt x="2569" y="468"/>
                  </a:lnTo>
                  <a:lnTo>
                    <a:pt x="2569" y="489"/>
                  </a:lnTo>
                  <a:lnTo>
                    <a:pt x="2569" y="552"/>
                  </a:lnTo>
                  <a:lnTo>
                    <a:pt x="2570" y="552"/>
                  </a:lnTo>
                  <a:lnTo>
                    <a:pt x="2570" y="552"/>
                  </a:lnTo>
                  <a:lnTo>
                    <a:pt x="2571" y="552"/>
                  </a:lnTo>
                  <a:lnTo>
                    <a:pt x="2571" y="552"/>
                  </a:lnTo>
                  <a:lnTo>
                    <a:pt x="2572" y="87"/>
                  </a:lnTo>
                  <a:lnTo>
                    <a:pt x="2572" y="73"/>
                  </a:lnTo>
                  <a:lnTo>
                    <a:pt x="2572" y="0"/>
                  </a:lnTo>
                  <a:lnTo>
                    <a:pt x="2573" y="270"/>
                  </a:lnTo>
                  <a:lnTo>
                    <a:pt x="2573" y="289"/>
                  </a:lnTo>
                  <a:lnTo>
                    <a:pt x="2574" y="552"/>
                  </a:lnTo>
                  <a:lnTo>
                    <a:pt x="2575" y="552"/>
                  </a:lnTo>
                  <a:lnTo>
                    <a:pt x="2575" y="552"/>
                  </a:lnTo>
                  <a:lnTo>
                    <a:pt x="2576" y="552"/>
                  </a:lnTo>
                  <a:lnTo>
                    <a:pt x="2576" y="552"/>
                  </a:lnTo>
                  <a:lnTo>
                    <a:pt x="2577" y="20"/>
                  </a:lnTo>
                  <a:lnTo>
                    <a:pt x="2577" y="13"/>
                  </a:lnTo>
                  <a:lnTo>
                    <a:pt x="2577" y="0"/>
                  </a:lnTo>
                  <a:lnTo>
                    <a:pt x="2578" y="375"/>
                  </a:lnTo>
                  <a:lnTo>
                    <a:pt x="2578" y="399"/>
                  </a:lnTo>
                  <a:lnTo>
                    <a:pt x="2578" y="552"/>
                  </a:lnTo>
                  <a:lnTo>
                    <a:pt x="2579" y="552"/>
                  </a:lnTo>
                  <a:lnTo>
                    <a:pt x="2579" y="552"/>
                  </a:lnTo>
                  <a:lnTo>
                    <a:pt x="2581" y="552"/>
                  </a:lnTo>
                  <a:lnTo>
                    <a:pt x="2581" y="552"/>
                  </a:lnTo>
                  <a:lnTo>
                    <a:pt x="2581" y="0"/>
                  </a:lnTo>
                  <a:lnTo>
                    <a:pt x="2582" y="0"/>
                  </a:lnTo>
                  <a:lnTo>
                    <a:pt x="2582" y="0"/>
                  </a:lnTo>
                  <a:lnTo>
                    <a:pt x="2583" y="552"/>
                  </a:lnTo>
                  <a:lnTo>
                    <a:pt x="2583" y="552"/>
                  </a:lnTo>
                  <a:lnTo>
                    <a:pt x="2583" y="552"/>
                  </a:lnTo>
                  <a:lnTo>
                    <a:pt x="2584" y="552"/>
                  </a:lnTo>
                  <a:lnTo>
                    <a:pt x="2584" y="552"/>
                  </a:lnTo>
                  <a:lnTo>
                    <a:pt x="2585" y="552"/>
                  </a:lnTo>
                  <a:lnTo>
                    <a:pt x="2585" y="552"/>
                  </a:lnTo>
                  <a:lnTo>
                    <a:pt x="2586" y="0"/>
                  </a:lnTo>
                  <a:lnTo>
                    <a:pt x="2587" y="0"/>
                  </a:lnTo>
                  <a:lnTo>
                    <a:pt x="2587" y="0"/>
                  </a:lnTo>
                  <a:lnTo>
                    <a:pt x="2588" y="552"/>
                  </a:lnTo>
                  <a:lnTo>
                    <a:pt x="2588" y="552"/>
                  </a:lnTo>
                  <a:lnTo>
                    <a:pt x="2588" y="552"/>
                  </a:lnTo>
                  <a:lnTo>
                    <a:pt x="2589" y="552"/>
                  </a:lnTo>
                  <a:lnTo>
                    <a:pt x="2589" y="552"/>
                  </a:lnTo>
                  <a:lnTo>
                    <a:pt x="2590" y="552"/>
                  </a:lnTo>
                  <a:lnTo>
                    <a:pt x="2590" y="552"/>
                  </a:lnTo>
                  <a:lnTo>
                    <a:pt x="2591" y="0"/>
                  </a:lnTo>
                  <a:lnTo>
                    <a:pt x="2591" y="0"/>
                  </a:lnTo>
                  <a:lnTo>
                    <a:pt x="2591" y="0"/>
                  </a:lnTo>
                  <a:lnTo>
                    <a:pt x="2592" y="552"/>
                  </a:lnTo>
                  <a:lnTo>
                    <a:pt x="2593" y="552"/>
                  </a:lnTo>
                  <a:lnTo>
                    <a:pt x="2593" y="552"/>
                  </a:lnTo>
                  <a:lnTo>
                    <a:pt x="2594" y="552"/>
                  </a:lnTo>
                  <a:lnTo>
                    <a:pt x="2594" y="552"/>
                  </a:lnTo>
                  <a:lnTo>
                    <a:pt x="2595" y="552"/>
                  </a:lnTo>
                  <a:lnTo>
                    <a:pt x="2595" y="552"/>
                  </a:lnTo>
                  <a:lnTo>
                    <a:pt x="2596" y="0"/>
                  </a:lnTo>
                  <a:lnTo>
                    <a:pt x="2596" y="0"/>
                  </a:lnTo>
                  <a:lnTo>
                    <a:pt x="2596" y="0"/>
                  </a:lnTo>
                  <a:lnTo>
                    <a:pt x="2597" y="552"/>
                  </a:lnTo>
                  <a:lnTo>
                    <a:pt x="2597" y="552"/>
                  </a:lnTo>
                  <a:lnTo>
                    <a:pt x="2597" y="552"/>
                  </a:lnTo>
                  <a:lnTo>
                    <a:pt x="2599" y="463"/>
                  </a:lnTo>
                  <a:lnTo>
                    <a:pt x="2599" y="532"/>
                  </a:lnTo>
                  <a:lnTo>
                    <a:pt x="2599" y="534"/>
                  </a:lnTo>
                  <a:lnTo>
                    <a:pt x="2599" y="552"/>
                  </a:lnTo>
                  <a:lnTo>
                    <a:pt x="2600" y="540"/>
                  </a:lnTo>
                  <a:lnTo>
                    <a:pt x="2600" y="541"/>
                  </a:lnTo>
                  <a:lnTo>
                    <a:pt x="2600" y="552"/>
                  </a:lnTo>
                  <a:lnTo>
                    <a:pt x="2601" y="0"/>
                  </a:lnTo>
                  <a:lnTo>
                    <a:pt x="2601" y="0"/>
                  </a:lnTo>
                  <a:lnTo>
                    <a:pt x="2601" y="0"/>
                  </a:lnTo>
                  <a:lnTo>
                    <a:pt x="2602" y="504"/>
                  </a:lnTo>
                  <a:lnTo>
                    <a:pt x="2602" y="505"/>
                  </a:lnTo>
                  <a:lnTo>
                    <a:pt x="2603" y="552"/>
                  </a:lnTo>
                  <a:lnTo>
                    <a:pt x="2603" y="552"/>
                  </a:lnTo>
                  <a:lnTo>
                    <a:pt x="2603" y="552"/>
                  </a:lnTo>
                  <a:lnTo>
                    <a:pt x="2604" y="543"/>
                  </a:lnTo>
                  <a:lnTo>
                    <a:pt x="2605" y="552"/>
                  </a:lnTo>
                  <a:lnTo>
                    <a:pt x="2605" y="552"/>
                  </a:lnTo>
                  <a:lnTo>
                    <a:pt x="2606" y="0"/>
                  </a:lnTo>
                  <a:lnTo>
                    <a:pt x="2606" y="0"/>
                  </a:lnTo>
                  <a:lnTo>
                    <a:pt x="2606" y="0"/>
                  </a:lnTo>
                  <a:lnTo>
                    <a:pt x="2607" y="491"/>
                  </a:lnTo>
                  <a:lnTo>
                    <a:pt x="2607" y="496"/>
                  </a:lnTo>
                  <a:lnTo>
                    <a:pt x="2607" y="552"/>
                  </a:lnTo>
                  <a:lnTo>
                    <a:pt x="2608" y="474"/>
                  </a:lnTo>
                  <a:lnTo>
                    <a:pt x="2608" y="477"/>
                  </a:lnTo>
                  <a:lnTo>
                    <a:pt x="2609" y="478"/>
                  </a:lnTo>
                  <a:lnTo>
                    <a:pt x="2609" y="552"/>
                  </a:lnTo>
                  <a:lnTo>
                    <a:pt x="2609" y="525"/>
                  </a:lnTo>
                  <a:lnTo>
                    <a:pt x="2610" y="526"/>
                  </a:lnTo>
                  <a:lnTo>
                    <a:pt x="2610" y="552"/>
                  </a:lnTo>
                  <a:lnTo>
                    <a:pt x="2611" y="552"/>
                  </a:lnTo>
                  <a:lnTo>
                    <a:pt x="2611" y="552"/>
                  </a:lnTo>
                  <a:lnTo>
                    <a:pt x="2611" y="0"/>
                  </a:lnTo>
                  <a:lnTo>
                    <a:pt x="2612" y="0"/>
                  </a:lnTo>
                  <a:lnTo>
                    <a:pt x="2612" y="0"/>
                  </a:lnTo>
                  <a:lnTo>
                    <a:pt x="2613" y="552"/>
                  </a:lnTo>
                  <a:lnTo>
                    <a:pt x="2613" y="522"/>
                  </a:lnTo>
                  <a:lnTo>
                    <a:pt x="2613" y="515"/>
                  </a:lnTo>
                  <a:lnTo>
                    <a:pt x="2613" y="475"/>
                  </a:lnTo>
                  <a:lnTo>
                    <a:pt x="2614" y="552"/>
                  </a:lnTo>
                  <a:lnTo>
                    <a:pt x="2614" y="552"/>
                  </a:lnTo>
                  <a:lnTo>
                    <a:pt x="2615" y="552"/>
                  </a:lnTo>
                  <a:lnTo>
                    <a:pt x="2616" y="492"/>
                  </a:lnTo>
                  <a:lnTo>
                    <a:pt x="2616" y="476"/>
                  </a:lnTo>
                  <a:lnTo>
                    <a:pt x="2616" y="0"/>
                  </a:lnTo>
                  <a:lnTo>
                    <a:pt x="2617" y="288"/>
                  </a:lnTo>
                  <a:lnTo>
                    <a:pt x="2617" y="311"/>
                  </a:lnTo>
                  <a:lnTo>
                    <a:pt x="2617" y="498"/>
                  </a:lnTo>
                  <a:lnTo>
                    <a:pt x="2618" y="406"/>
                  </a:lnTo>
                  <a:lnTo>
                    <a:pt x="2618" y="410"/>
                  </a:lnTo>
                  <a:lnTo>
                    <a:pt x="2619" y="543"/>
                  </a:lnTo>
                  <a:lnTo>
                    <a:pt x="2619" y="531"/>
                  </a:lnTo>
                  <a:lnTo>
                    <a:pt x="2619" y="529"/>
                  </a:lnTo>
                  <a:lnTo>
                    <a:pt x="2620" y="552"/>
                  </a:lnTo>
                  <a:lnTo>
                    <a:pt x="2620" y="486"/>
                  </a:lnTo>
                  <a:lnTo>
                    <a:pt x="2621" y="471"/>
                  </a:lnTo>
                  <a:lnTo>
                    <a:pt x="2621" y="0"/>
                  </a:lnTo>
                  <a:lnTo>
                    <a:pt x="2622" y="85"/>
                  </a:lnTo>
                  <a:lnTo>
                    <a:pt x="2622" y="105"/>
                  </a:lnTo>
                  <a:lnTo>
                    <a:pt x="2622" y="549"/>
                  </a:lnTo>
                  <a:lnTo>
                    <a:pt x="2623" y="444"/>
                  </a:lnTo>
                  <a:lnTo>
                    <a:pt x="2623" y="445"/>
                  </a:lnTo>
                  <a:lnTo>
                    <a:pt x="2623" y="552"/>
                  </a:lnTo>
                  <a:lnTo>
                    <a:pt x="2624" y="552"/>
                  </a:lnTo>
                  <a:lnTo>
                    <a:pt x="2624" y="552"/>
                  </a:lnTo>
                  <a:lnTo>
                    <a:pt x="2625" y="486"/>
                  </a:lnTo>
                  <a:lnTo>
                    <a:pt x="2625" y="471"/>
                  </a:lnTo>
                  <a:lnTo>
                    <a:pt x="2626" y="0"/>
                  </a:lnTo>
                  <a:lnTo>
                    <a:pt x="2626" y="224"/>
                  </a:lnTo>
                  <a:lnTo>
                    <a:pt x="2626" y="252"/>
                  </a:lnTo>
                  <a:lnTo>
                    <a:pt x="2628" y="552"/>
                  </a:lnTo>
                  <a:lnTo>
                    <a:pt x="2628" y="552"/>
                  </a:lnTo>
                  <a:lnTo>
                    <a:pt x="2628" y="551"/>
                  </a:lnTo>
                  <a:lnTo>
                    <a:pt x="2629" y="552"/>
                  </a:lnTo>
                  <a:lnTo>
                    <a:pt x="2629" y="552"/>
                  </a:lnTo>
                  <a:lnTo>
                    <a:pt x="2630" y="428"/>
                  </a:lnTo>
                  <a:lnTo>
                    <a:pt x="2630" y="409"/>
                  </a:lnTo>
                  <a:lnTo>
                    <a:pt x="2631" y="0"/>
                  </a:lnTo>
                  <a:lnTo>
                    <a:pt x="2631" y="73"/>
                  </a:lnTo>
                  <a:lnTo>
                    <a:pt x="2631" y="93"/>
                  </a:lnTo>
                  <a:lnTo>
                    <a:pt x="2632" y="552"/>
                  </a:lnTo>
                  <a:lnTo>
                    <a:pt x="2632" y="552"/>
                  </a:lnTo>
                  <a:lnTo>
                    <a:pt x="2632" y="552"/>
                  </a:lnTo>
                  <a:lnTo>
                    <a:pt x="2634" y="552"/>
                  </a:lnTo>
                  <a:lnTo>
                    <a:pt x="2634" y="552"/>
                  </a:lnTo>
                  <a:lnTo>
                    <a:pt x="2635" y="319"/>
                  </a:lnTo>
                  <a:lnTo>
                    <a:pt x="2635" y="300"/>
                  </a:lnTo>
                  <a:lnTo>
                    <a:pt x="2635" y="0"/>
                  </a:lnTo>
                  <a:lnTo>
                    <a:pt x="2636" y="162"/>
                  </a:lnTo>
                  <a:lnTo>
                    <a:pt x="2636" y="183"/>
                  </a:lnTo>
                  <a:lnTo>
                    <a:pt x="2637" y="552"/>
                  </a:lnTo>
                  <a:lnTo>
                    <a:pt x="2637" y="552"/>
                  </a:lnTo>
                  <a:lnTo>
                    <a:pt x="2637" y="552"/>
                  </a:lnTo>
                  <a:lnTo>
                    <a:pt x="2638" y="551"/>
                  </a:lnTo>
                  <a:lnTo>
                    <a:pt x="2638" y="552"/>
                  </a:lnTo>
                  <a:lnTo>
                    <a:pt x="2638" y="552"/>
                  </a:lnTo>
                  <a:lnTo>
                    <a:pt x="2640" y="121"/>
                  </a:lnTo>
                  <a:lnTo>
                    <a:pt x="2640" y="99"/>
                  </a:lnTo>
                  <a:lnTo>
                    <a:pt x="2640" y="0"/>
                  </a:lnTo>
                  <a:lnTo>
                    <a:pt x="2641" y="277"/>
                  </a:lnTo>
                  <a:lnTo>
                    <a:pt x="2641" y="292"/>
                  </a:lnTo>
                  <a:lnTo>
                    <a:pt x="2642" y="552"/>
                  </a:lnTo>
                  <a:lnTo>
                    <a:pt x="2642" y="543"/>
                  </a:lnTo>
                  <a:lnTo>
                    <a:pt x="2642" y="542"/>
                  </a:lnTo>
                  <a:lnTo>
                    <a:pt x="2643" y="536"/>
                  </a:lnTo>
                  <a:lnTo>
                    <a:pt x="2643" y="552"/>
                  </a:lnTo>
                  <a:lnTo>
                    <a:pt x="2643" y="552"/>
                  </a:lnTo>
                  <a:lnTo>
                    <a:pt x="2643" y="552"/>
                  </a:lnTo>
                  <a:lnTo>
                    <a:pt x="2644" y="0"/>
                  </a:lnTo>
                  <a:lnTo>
                    <a:pt x="2644" y="0"/>
                  </a:lnTo>
                  <a:lnTo>
                    <a:pt x="2644" y="0"/>
                  </a:lnTo>
                  <a:lnTo>
                    <a:pt x="2646" y="500"/>
                  </a:lnTo>
                  <a:lnTo>
                    <a:pt x="2646" y="510"/>
                  </a:lnTo>
                  <a:lnTo>
                    <a:pt x="2646" y="552"/>
                  </a:lnTo>
                  <a:lnTo>
                    <a:pt x="2647" y="552"/>
                  </a:lnTo>
                  <a:lnTo>
                    <a:pt x="2647" y="552"/>
                  </a:lnTo>
                  <a:lnTo>
                    <a:pt x="2648" y="552"/>
                  </a:lnTo>
                  <a:lnTo>
                    <a:pt x="2648" y="552"/>
                  </a:lnTo>
                  <a:lnTo>
                    <a:pt x="2649" y="0"/>
                  </a:lnTo>
                  <a:lnTo>
                    <a:pt x="2649" y="0"/>
                  </a:lnTo>
                  <a:lnTo>
                    <a:pt x="2649" y="0"/>
                  </a:lnTo>
                  <a:lnTo>
                    <a:pt x="2650" y="552"/>
                  </a:lnTo>
                  <a:lnTo>
                    <a:pt x="2650" y="552"/>
                  </a:lnTo>
                  <a:lnTo>
                    <a:pt x="2650" y="552"/>
                  </a:lnTo>
                  <a:lnTo>
                    <a:pt x="2652" y="552"/>
                  </a:lnTo>
                  <a:lnTo>
                    <a:pt x="2652" y="552"/>
                  </a:lnTo>
                  <a:lnTo>
                    <a:pt x="2653" y="552"/>
                  </a:lnTo>
                  <a:lnTo>
                    <a:pt x="2653" y="552"/>
                  </a:lnTo>
                  <a:lnTo>
                    <a:pt x="2654" y="0"/>
                  </a:lnTo>
                  <a:lnTo>
                    <a:pt x="2654" y="0"/>
                  </a:lnTo>
                  <a:lnTo>
                    <a:pt x="2654" y="0"/>
                  </a:lnTo>
                  <a:lnTo>
                    <a:pt x="2655" y="552"/>
                  </a:lnTo>
                  <a:lnTo>
                    <a:pt x="2655" y="552"/>
                  </a:lnTo>
                  <a:lnTo>
                    <a:pt x="2655" y="552"/>
                  </a:lnTo>
                  <a:lnTo>
                    <a:pt x="2656" y="552"/>
                  </a:lnTo>
                  <a:lnTo>
                    <a:pt x="2656" y="552"/>
                  </a:lnTo>
                  <a:lnTo>
                    <a:pt x="2658" y="552"/>
                  </a:lnTo>
                  <a:lnTo>
                    <a:pt x="2658" y="552"/>
                  </a:lnTo>
                  <a:lnTo>
                    <a:pt x="2659" y="0"/>
                  </a:lnTo>
                  <a:lnTo>
                    <a:pt x="2659" y="0"/>
                  </a:lnTo>
                  <a:lnTo>
                    <a:pt x="2659" y="0"/>
                  </a:lnTo>
                  <a:lnTo>
                    <a:pt x="2659" y="552"/>
                  </a:lnTo>
                  <a:lnTo>
                    <a:pt x="2660" y="552"/>
                  </a:lnTo>
                  <a:lnTo>
                    <a:pt x="2660" y="552"/>
                  </a:lnTo>
                  <a:lnTo>
                    <a:pt x="2661" y="552"/>
                  </a:lnTo>
                  <a:lnTo>
                    <a:pt x="2661" y="552"/>
                  </a:lnTo>
                  <a:lnTo>
                    <a:pt x="2662" y="125"/>
                  </a:lnTo>
                  <a:lnTo>
                    <a:pt x="2662" y="104"/>
                  </a:lnTo>
                  <a:lnTo>
                    <a:pt x="2663" y="0"/>
                  </a:lnTo>
                  <a:lnTo>
                    <a:pt x="2664" y="528"/>
                  </a:lnTo>
                  <a:lnTo>
                    <a:pt x="2664" y="537"/>
                  </a:lnTo>
                  <a:lnTo>
                    <a:pt x="2664" y="552"/>
                  </a:lnTo>
                  <a:lnTo>
                    <a:pt x="2665" y="552"/>
                  </a:lnTo>
                  <a:lnTo>
                    <a:pt x="2665" y="552"/>
                  </a:lnTo>
                  <a:lnTo>
                    <a:pt x="2666" y="551"/>
                  </a:lnTo>
                  <a:lnTo>
                    <a:pt x="2666" y="552"/>
                  </a:lnTo>
                  <a:lnTo>
                    <a:pt x="2666" y="552"/>
                  </a:lnTo>
                  <a:lnTo>
                    <a:pt x="2667" y="0"/>
                  </a:lnTo>
                  <a:lnTo>
                    <a:pt x="2667" y="0"/>
                  </a:lnTo>
                  <a:lnTo>
                    <a:pt x="2668" y="0"/>
                  </a:lnTo>
                  <a:lnTo>
                    <a:pt x="2669" y="552"/>
                  </a:lnTo>
                  <a:lnTo>
                    <a:pt x="2669" y="552"/>
                  </a:lnTo>
                  <a:lnTo>
                    <a:pt x="2669" y="552"/>
                  </a:lnTo>
                  <a:lnTo>
                    <a:pt x="2670" y="552"/>
                  </a:lnTo>
                  <a:lnTo>
                    <a:pt x="2670" y="552"/>
                  </a:lnTo>
                  <a:lnTo>
                    <a:pt x="2671" y="552"/>
                  </a:lnTo>
                  <a:lnTo>
                    <a:pt x="2671" y="552"/>
                  </a:lnTo>
                  <a:lnTo>
                    <a:pt x="2672" y="0"/>
                  </a:lnTo>
                  <a:lnTo>
                    <a:pt x="2672" y="0"/>
                  </a:lnTo>
                  <a:lnTo>
                    <a:pt x="2672" y="0"/>
                  </a:lnTo>
                  <a:lnTo>
                    <a:pt x="2673" y="552"/>
                  </a:lnTo>
                  <a:lnTo>
                    <a:pt x="2673" y="552"/>
                  </a:lnTo>
                  <a:lnTo>
                    <a:pt x="2674" y="552"/>
                  </a:lnTo>
                  <a:lnTo>
                    <a:pt x="2675" y="552"/>
                  </a:lnTo>
                  <a:lnTo>
                    <a:pt x="2675" y="552"/>
                  </a:lnTo>
                  <a:lnTo>
                    <a:pt x="2676" y="552"/>
                  </a:lnTo>
                  <a:lnTo>
                    <a:pt x="2676" y="552"/>
                  </a:lnTo>
                  <a:lnTo>
                    <a:pt x="2677" y="0"/>
                  </a:lnTo>
                  <a:lnTo>
                    <a:pt x="2677" y="0"/>
                  </a:lnTo>
                  <a:lnTo>
                    <a:pt x="2677" y="0"/>
                  </a:lnTo>
                  <a:lnTo>
                    <a:pt x="2678" y="552"/>
                  </a:lnTo>
                  <a:lnTo>
                    <a:pt x="2678" y="552"/>
                  </a:lnTo>
                  <a:lnTo>
                    <a:pt x="2678" y="552"/>
                  </a:lnTo>
                  <a:lnTo>
                    <a:pt x="2679" y="552"/>
                  </a:lnTo>
                  <a:lnTo>
                    <a:pt x="2680" y="552"/>
                  </a:lnTo>
                  <a:lnTo>
                    <a:pt x="2681" y="552"/>
                  </a:lnTo>
                  <a:lnTo>
                    <a:pt x="2681" y="552"/>
                  </a:lnTo>
                  <a:lnTo>
                    <a:pt x="2682" y="0"/>
                  </a:lnTo>
                  <a:lnTo>
                    <a:pt x="2682" y="0"/>
                  </a:lnTo>
                  <a:lnTo>
                    <a:pt x="2682" y="0"/>
                  </a:lnTo>
                  <a:lnTo>
                    <a:pt x="2683" y="552"/>
                  </a:lnTo>
                  <a:lnTo>
                    <a:pt x="2683" y="552"/>
                  </a:lnTo>
                  <a:lnTo>
                    <a:pt x="2683" y="552"/>
                  </a:lnTo>
                  <a:lnTo>
                    <a:pt x="2684" y="552"/>
                  </a:lnTo>
                  <a:lnTo>
                    <a:pt x="2684" y="552"/>
                  </a:lnTo>
                  <a:lnTo>
                    <a:pt x="2685" y="516"/>
                  </a:lnTo>
                  <a:lnTo>
                    <a:pt x="2685" y="552"/>
                  </a:lnTo>
                  <a:lnTo>
                    <a:pt x="2685" y="552"/>
                  </a:lnTo>
                  <a:lnTo>
                    <a:pt x="2687" y="0"/>
                  </a:lnTo>
                  <a:lnTo>
                    <a:pt x="2687" y="0"/>
                  </a:lnTo>
                  <a:lnTo>
                    <a:pt x="2687" y="0"/>
                  </a:lnTo>
                  <a:lnTo>
                    <a:pt x="2688" y="552"/>
                  </a:lnTo>
                  <a:lnTo>
                    <a:pt x="2688" y="552"/>
                  </a:lnTo>
                  <a:lnTo>
                    <a:pt x="2688" y="552"/>
                  </a:lnTo>
                  <a:lnTo>
                    <a:pt x="2689" y="552"/>
                  </a:lnTo>
                  <a:lnTo>
                    <a:pt x="2689" y="552"/>
                  </a:lnTo>
                  <a:lnTo>
                    <a:pt x="2690" y="552"/>
                  </a:lnTo>
                  <a:lnTo>
                    <a:pt x="2690" y="552"/>
                  </a:lnTo>
                  <a:lnTo>
                    <a:pt x="2691" y="170"/>
                  </a:lnTo>
                  <a:lnTo>
                    <a:pt x="2691" y="153"/>
                  </a:lnTo>
                  <a:lnTo>
                    <a:pt x="2692" y="0"/>
                  </a:lnTo>
                  <a:lnTo>
                    <a:pt x="2693" y="549"/>
                  </a:lnTo>
                  <a:lnTo>
                    <a:pt x="2693" y="552"/>
                  </a:lnTo>
                  <a:lnTo>
                    <a:pt x="2693" y="552"/>
                  </a:lnTo>
                  <a:lnTo>
                    <a:pt x="2694" y="552"/>
                  </a:lnTo>
                  <a:lnTo>
                    <a:pt x="2694" y="552"/>
                  </a:lnTo>
                  <a:lnTo>
                    <a:pt x="2695" y="552"/>
                  </a:lnTo>
                  <a:lnTo>
                    <a:pt x="2695" y="552"/>
                  </a:lnTo>
                  <a:lnTo>
                    <a:pt x="2696" y="12"/>
                  </a:lnTo>
                  <a:lnTo>
                    <a:pt x="2696" y="7"/>
                  </a:lnTo>
                  <a:lnTo>
                    <a:pt x="2697" y="0"/>
                  </a:lnTo>
                  <a:lnTo>
                    <a:pt x="2697" y="492"/>
                  </a:lnTo>
                  <a:lnTo>
                    <a:pt x="2697" y="499"/>
                  </a:lnTo>
                  <a:lnTo>
                    <a:pt x="2698" y="539"/>
                  </a:lnTo>
                  <a:lnTo>
                    <a:pt x="2698" y="371"/>
                  </a:lnTo>
                  <a:lnTo>
                    <a:pt x="2699" y="459"/>
                  </a:lnTo>
                  <a:lnTo>
                    <a:pt x="2699" y="463"/>
                  </a:lnTo>
                  <a:lnTo>
                    <a:pt x="2699" y="552"/>
                  </a:lnTo>
                  <a:lnTo>
                    <a:pt x="2700" y="552"/>
                  </a:lnTo>
                  <a:lnTo>
                    <a:pt x="2700" y="552"/>
                  </a:lnTo>
                  <a:lnTo>
                    <a:pt x="2701" y="408"/>
                  </a:lnTo>
                  <a:lnTo>
                    <a:pt x="2701" y="394"/>
                  </a:lnTo>
                  <a:lnTo>
                    <a:pt x="2702" y="0"/>
                  </a:lnTo>
                  <a:lnTo>
                    <a:pt x="2702" y="86"/>
                  </a:lnTo>
                  <a:lnTo>
                    <a:pt x="2702" y="108"/>
                  </a:lnTo>
                  <a:lnTo>
                    <a:pt x="2703" y="496"/>
                  </a:lnTo>
                  <a:lnTo>
                    <a:pt x="2703" y="122"/>
                  </a:lnTo>
                  <a:lnTo>
                    <a:pt x="2703" y="122"/>
                  </a:lnTo>
                  <a:lnTo>
                    <a:pt x="2704" y="121"/>
                  </a:lnTo>
                  <a:lnTo>
                    <a:pt x="2705" y="541"/>
                  </a:lnTo>
                  <a:lnTo>
                    <a:pt x="2705" y="546"/>
                  </a:lnTo>
                  <a:lnTo>
                    <a:pt x="2705" y="552"/>
                  </a:lnTo>
                  <a:lnTo>
                    <a:pt x="2706" y="526"/>
                  </a:lnTo>
                  <a:lnTo>
                    <a:pt x="2706" y="552"/>
                  </a:lnTo>
                  <a:lnTo>
                    <a:pt x="2706" y="552"/>
                  </a:lnTo>
                  <a:lnTo>
                    <a:pt x="2707" y="0"/>
                  </a:lnTo>
                  <a:lnTo>
                    <a:pt x="2707" y="0"/>
                  </a:lnTo>
                  <a:lnTo>
                    <a:pt x="2707" y="0"/>
                  </a:lnTo>
                  <a:lnTo>
                    <a:pt x="2708" y="552"/>
                  </a:lnTo>
                  <a:lnTo>
                    <a:pt x="2708" y="552"/>
                  </a:lnTo>
                  <a:lnTo>
                    <a:pt x="2708" y="552"/>
                  </a:lnTo>
                  <a:lnTo>
                    <a:pt x="2709" y="432"/>
                  </a:lnTo>
                  <a:lnTo>
                    <a:pt x="2709" y="552"/>
                  </a:lnTo>
                  <a:lnTo>
                    <a:pt x="2709" y="552"/>
                  </a:lnTo>
                  <a:lnTo>
                    <a:pt x="2711" y="552"/>
                  </a:lnTo>
                  <a:lnTo>
                    <a:pt x="2711" y="552"/>
                  </a:lnTo>
                  <a:lnTo>
                    <a:pt x="2712" y="202"/>
                  </a:lnTo>
                  <a:lnTo>
                    <a:pt x="2712" y="193"/>
                  </a:lnTo>
                  <a:lnTo>
                    <a:pt x="2712" y="0"/>
                  </a:lnTo>
                  <a:lnTo>
                    <a:pt x="2713" y="6"/>
                  </a:lnTo>
                  <a:lnTo>
                    <a:pt x="2713" y="10"/>
                  </a:lnTo>
                  <a:lnTo>
                    <a:pt x="2714" y="552"/>
                  </a:lnTo>
                  <a:lnTo>
                    <a:pt x="2714" y="467"/>
                  </a:lnTo>
                  <a:lnTo>
                    <a:pt x="2714" y="468"/>
                  </a:lnTo>
                  <a:lnTo>
                    <a:pt x="2715" y="552"/>
                  </a:lnTo>
                  <a:lnTo>
                    <a:pt x="2715" y="552"/>
                  </a:lnTo>
                  <a:lnTo>
                    <a:pt x="2715" y="552"/>
                  </a:lnTo>
                  <a:lnTo>
                    <a:pt x="2716" y="218"/>
                  </a:lnTo>
                  <a:lnTo>
                    <a:pt x="2717" y="470"/>
                  </a:lnTo>
                  <a:lnTo>
                    <a:pt x="2717" y="479"/>
                  </a:lnTo>
                  <a:lnTo>
                    <a:pt x="2717" y="521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9" y="417"/>
                  </a:lnTo>
                  <a:lnTo>
                    <a:pt x="2719" y="420"/>
                  </a:lnTo>
                  <a:lnTo>
                    <a:pt x="2720" y="552"/>
                  </a:lnTo>
                  <a:lnTo>
                    <a:pt x="2720" y="509"/>
                  </a:lnTo>
                  <a:lnTo>
                    <a:pt x="2720" y="510"/>
                  </a:lnTo>
                  <a:lnTo>
                    <a:pt x="2721" y="415"/>
                  </a:lnTo>
                  <a:lnTo>
                    <a:pt x="2722" y="552"/>
                  </a:lnTo>
                  <a:lnTo>
                    <a:pt x="2722" y="552"/>
                  </a:lnTo>
                  <a:lnTo>
                    <a:pt x="2722" y="552"/>
                  </a:lnTo>
                  <a:lnTo>
                    <a:pt x="2723" y="0"/>
                  </a:lnTo>
                  <a:lnTo>
                    <a:pt x="2723" y="0"/>
                  </a:lnTo>
                  <a:lnTo>
                    <a:pt x="2723" y="0"/>
                  </a:lnTo>
                  <a:lnTo>
                    <a:pt x="2724" y="413"/>
                  </a:lnTo>
                  <a:lnTo>
                    <a:pt x="2724" y="373"/>
                  </a:lnTo>
                  <a:lnTo>
                    <a:pt x="2724" y="366"/>
                  </a:lnTo>
                  <a:lnTo>
                    <a:pt x="2725" y="192"/>
                  </a:lnTo>
                  <a:lnTo>
                    <a:pt x="2725" y="507"/>
                  </a:lnTo>
                  <a:lnTo>
                    <a:pt x="2725" y="511"/>
                  </a:lnTo>
                  <a:lnTo>
                    <a:pt x="2725" y="552"/>
                  </a:lnTo>
                  <a:lnTo>
                    <a:pt x="2726" y="552"/>
                  </a:lnTo>
                  <a:lnTo>
                    <a:pt x="2726" y="552"/>
                  </a:lnTo>
                  <a:lnTo>
                    <a:pt x="2728" y="325"/>
                  </a:lnTo>
                  <a:lnTo>
                    <a:pt x="2728" y="304"/>
                  </a:lnTo>
                  <a:lnTo>
                    <a:pt x="2728" y="0"/>
                  </a:lnTo>
                  <a:lnTo>
                    <a:pt x="2729" y="298"/>
                  </a:lnTo>
                  <a:lnTo>
                    <a:pt x="2729" y="313"/>
                  </a:lnTo>
                  <a:lnTo>
                    <a:pt x="2729" y="536"/>
                  </a:lnTo>
                  <a:lnTo>
                    <a:pt x="2730" y="430"/>
                  </a:lnTo>
                  <a:lnTo>
                    <a:pt x="2730" y="433"/>
                  </a:lnTo>
                  <a:lnTo>
                    <a:pt x="2731" y="552"/>
                  </a:lnTo>
                  <a:lnTo>
                    <a:pt x="2731" y="552"/>
                  </a:lnTo>
                  <a:lnTo>
                    <a:pt x="2731" y="552"/>
                  </a:lnTo>
                  <a:lnTo>
                    <a:pt x="2732" y="505"/>
                  </a:lnTo>
                  <a:lnTo>
                    <a:pt x="2732" y="552"/>
                  </a:lnTo>
                  <a:lnTo>
                    <a:pt x="2733" y="549"/>
                  </a:lnTo>
                  <a:lnTo>
                    <a:pt x="2733" y="0"/>
                  </a:lnTo>
                  <a:lnTo>
                    <a:pt x="2734" y="0"/>
                  </a:lnTo>
                  <a:lnTo>
                    <a:pt x="2734" y="0"/>
                  </a:lnTo>
                  <a:lnTo>
                    <a:pt x="2734" y="508"/>
                  </a:lnTo>
                  <a:lnTo>
                    <a:pt x="2735" y="457"/>
                  </a:lnTo>
                  <a:lnTo>
                    <a:pt x="2735" y="456"/>
                  </a:lnTo>
                  <a:lnTo>
                    <a:pt x="2735" y="427"/>
                  </a:lnTo>
                  <a:lnTo>
                    <a:pt x="2736" y="552"/>
                  </a:lnTo>
                  <a:lnTo>
                    <a:pt x="2736" y="552"/>
                  </a:lnTo>
                  <a:lnTo>
                    <a:pt x="2736" y="552"/>
                  </a:lnTo>
                  <a:lnTo>
                    <a:pt x="2737" y="534"/>
                  </a:lnTo>
                  <a:lnTo>
                    <a:pt x="2737" y="552"/>
                  </a:lnTo>
                  <a:lnTo>
                    <a:pt x="2737" y="552"/>
                  </a:lnTo>
                  <a:lnTo>
                    <a:pt x="2738" y="0"/>
                  </a:lnTo>
                  <a:lnTo>
                    <a:pt x="2738" y="0"/>
                  </a:lnTo>
                  <a:lnTo>
                    <a:pt x="2739" y="0"/>
                  </a:lnTo>
                  <a:lnTo>
                    <a:pt x="2740" y="441"/>
                  </a:lnTo>
                  <a:lnTo>
                    <a:pt x="2740" y="451"/>
                  </a:lnTo>
                  <a:lnTo>
                    <a:pt x="2740" y="546"/>
                  </a:lnTo>
                  <a:lnTo>
                    <a:pt x="2741" y="522"/>
                  </a:lnTo>
                  <a:lnTo>
                    <a:pt x="2741" y="523"/>
                  </a:lnTo>
                  <a:lnTo>
                    <a:pt x="2741" y="552"/>
                  </a:lnTo>
                  <a:lnTo>
                    <a:pt x="2742" y="552"/>
                  </a:lnTo>
                  <a:lnTo>
                    <a:pt x="2742" y="552"/>
                  </a:lnTo>
                  <a:lnTo>
                    <a:pt x="2743" y="1"/>
                  </a:lnTo>
                  <a:lnTo>
                    <a:pt x="2743" y="0"/>
                  </a:lnTo>
                  <a:lnTo>
                    <a:pt x="2744" y="106"/>
                  </a:lnTo>
                  <a:lnTo>
                    <a:pt x="2745" y="115"/>
                  </a:lnTo>
                  <a:lnTo>
                    <a:pt x="2746" y="463"/>
                  </a:lnTo>
                  <a:lnTo>
                    <a:pt x="2746" y="470"/>
                  </a:lnTo>
                  <a:lnTo>
                    <a:pt x="2746" y="552"/>
                  </a:lnTo>
                  <a:lnTo>
                    <a:pt x="2747" y="546"/>
                  </a:lnTo>
                  <a:lnTo>
                    <a:pt x="2747" y="547"/>
                  </a:lnTo>
                  <a:lnTo>
                    <a:pt x="2747" y="552"/>
                  </a:lnTo>
                  <a:lnTo>
                    <a:pt x="2748" y="178"/>
                  </a:lnTo>
                  <a:lnTo>
                    <a:pt x="2748" y="161"/>
                  </a:lnTo>
                  <a:lnTo>
                    <a:pt x="2748" y="0"/>
                  </a:lnTo>
                  <a:lnTo>
                    <a:pt x="2749" y="240"/>
                  </a:lnTo>
                  <a:lnTo>
                    <a:pt x="2749" y="268"/>
                  </a:lnTo>
                  <a:lnTo>
                    <a:pt x="2750" y="552"/>
                  </a:lnTo>
                  <a:lnTo>
                    <a:pt x="2750" y="552"/>
                  </a:lnTo>
                  <a:lnTo>
                    <a:pt x="2750" y="552"/>
                  </a:lnTo>
                  <a:lnTo>
                    <a:pt x="2752" y="552"/>
                  </a:lnTo>
                  <a:lnTo>
                    <a:pt x="2752" y="552"/>
                  </a:lnTo>
                  <a:lnTo>
                    <a:pt x="2752" y="552"/>
                  </a:lnTo>
                  <a:lnTo>
                    <a:pt x="2753" y="96"/>
                  </a:lnTo>
                  <a:lnTo>
                    <a:pt x="2753" y="77"/>
                  </a:lnTo>
                  <a:lnTo>
                    <a:pt x="2753" y="0"/>
                  </a:lnTo>
                  <a:lnTo>
                    <a:pt x="2754" y="76"/>
                  </a:lnTo>
                  <a:lnTo>
                    <a:pt x="2754" y="99"/>
                  </a:lnTo>
                  <a:lnTo>
                    <a:pt x="2755" y="552"/>
                  </a:lnTo>
                  <a:lnTo>
                    <a:pt x="2755" y="552"/>
                  </a:lnTo>
                  <a:lnTo>
                    <a:pt x="2755" y="552"/>
                  </a:lnTo>
                  <a:lnTo>
                    <a:pt x="2756" y="552"/>
                  </a:lnTo>
                  <a:lnTo>
                    <a:pt x="2756" y="552"/>
                  </a:lnTo>
                  <a:lnTo>
                    <a:pt x="2758" y="322"/>
                  </a:lnTo>
                  <a:lnTo>
                    <a:pt x="2758" y="303"/>
                  </a:lnTo>
                  <a:lnTo>
                    <a:pt x="2758" y="0"/>
                  </a:lnTo>
                  <a:lnTo>
                    <a:pt x="2759" y="9"/>
                  </a:lnTo>
                  <a:lnTo>
                    <a:pt x="2759" y="17"/>
                  </a:lnTo>
                  <a:lnTo>
                    <a:pt x="2759" y="552"/>
                  </a:lnTo>
                  <a:lnTo>
                    <a:pt x="2760" y="552"/>
                  </a:lnTo>
                  <a:lnTo>
                    <a:pt x="2760" y="552"/>
                  </a:lnTo>
                  <a:lnTo>
                    <a:pt x="2761" y="552"/>
                  </a:lnTo>
                  <a:lnTo>
                    <a:pt x="2761" y="552"/>
                  </a:lnTo>
                  <a:lnTo>
                    <a:pt x="2762" y="463"/>
                  </a:lnTo>
                  <a:lnTo>
                    <a:pt x="2762" y="442"/>
                  </a:lnTo>
                  <a:lnTo>
                    <a:pt x="2763" y="0"/>
                  </a:lnTo>
                  <a:lnTo>
                    <a:pt x="2764" y="0"/>
                  </a:lnTo>
                  <a:lnTo>
                    <a:pt x="2764" y="2"/>
                  </a:lnTo>
                  <a:lnTo>
                    <a:pt x="2764" y="552"/>
                  </a:lnTo>
                  <a:lnTo>
                    <a:pt x="2765" y="552"/>
                  </a:lnTo>
                  <a:lnTo>
                    <a:pt x="2765" y="552"/>
                  </a:lnTo>
                  <a:lnTo>
                    <a:pt x="2766" y="552"/>
                  </a:lnTo>
                  <a:lnTo>
                    <a:pt x="2766" y="552"/>
                  </a:lnTo>
                  <a:lnTo>
                    <a:pt x="2767" y="169"/>
                  </a:lnTo>
                  <a:lnTo>
                    <a:pt x="2767" y="142"/>
                  </a:lnTo>
                  <a:lnTo>
                    <a:pt x="2768" y="0"/>
                  </a:lnTo>
                  <a:lnTo>
                    <a:pt x="2768" y="83"/>
                  </a:lnTo>
                  <a:lnTo>
                    <a:pt x="2768" y="102"/>
                  </a:lnTo>
                  <a:lnTo>
                    <a:pt x="2769" y="552"/>
                  </a:lnTo>
                  <a:lnTo>
                    <a:pt x="2770" y="552"/>
                  </a:lnTo>
                  <a:lnTo>
                    <a:pt x="2770" y="552"/>
                  </a:lnTo>
                  <a:lnTo>
                    <a:pt x="2771" y="552"/>
                  </a:lnTo>
                  <a:lnTo>
                    <a:pt x="2771" y="552"/>
                  </a:lnTo>
                  <a:lnTo>
                    <a:pt x="2772" y="2"/>
                  </a:lnTo>
                  <a:lnTo>
                    <a:pt x="2772" y="0"/>
                  </a:lnTo>
                  <a:lnTo>
                    <a:pt x="2773" y="552"/>
                  </a:lnTo>
                  <a:lnTo>
                    <a:pt x="2773" y="552"/>
                  </a:lnTo>
                  <a:lnTo>
                    <a:pt x="2775" y="552"/>
                  </a:lnTo>
                  <a:lnTo>
                    <a:pt x="2775" y="552"/>
                  </a:lnTo>
                  <a:lnTo>
                    <a:pt x="2775" y="498"/>
                  </a:lnTo>
                  <a:lnTo>
                    <a:pt x="2776" y="552"/>
                  </a:lnTo>
                  <a:lnTo>
                    <a:pt x="2776" y="552"/>
                  </a:lnTo>
                  <a:lnTo>
                    <a:pt x="2777" y="105"/>
                  </a:lnTo>
                  <a:lnTo>
                    <a:pt x="2777" y="84"/>
                  </a:lnTo>
                  <a:lnTo>
                    <a:pt x="2777" y="0"/>
                  </a:lnTo>
                  <a:lnTo>
                    <a:pt x="2778" y="298"/>
                  </a:lnTo>
                  <a:lnTo>
                    <a:pt x="2778" y="323"/>
                  </a:lnTo>
                  <a:lnTo>
                    <a:pt x="2778" y="552"/>
                  </a:lnTo>
                  <a:lnTo>
                    <a:pt x="2779" y="552"/>
                  </a:lnTo>
                  <a:lnTo>
                    <a:pt x="2779" y="552"/>
                  </a:lnTo>
                  <a:lnTo>
                    <a:pt x="2781" y="547"/>
                  </a:lnTo>
                  <a:lnTo>
                    <a:pt x="2781" y="548"/>
                  </a:lnTo>
                  <a:lnTo>
                    <a:pt x="2781" y="552"/>
                  </a:lnTo>
                  <a:lnTo>
                    <a:pt x="2782" y="344"/>
                  </a:lnTo>
                  <a:lnTo>
                    <a:pt x="2782" y="331"/>
                  </a:lnTo>
                  <a:lnTo>
                    <a:pt x="2782" y="0"/>
                  </a:lnTo>
                  <a:lnTo>
                    <a:pt x="2783" y="0"/>
                  </a:lnTo>
                  <a:lnTo>
                    <a:pt x="2783" y="0"/>
                  </a:lnTo>
                  <a:lnTo>
                    <a:pt x="2784" y="552"/>
                  </a:lnTo>
                  <a:lnTo>
                    <a:pt x="2784" y="552"/>
                  </a:lnTo>
                  <a:lnTo>
                    <a:pt x="2784" y="552"/>
                  </a:lnTo>
                  <a:lnTo>
                    <a:pt x="2785" y="552"/>
                  </a:lnTo>
                  <a:lnTo>
                    <a:pt x="2785" y="552"/>
                  </a:lnTo>
                  <a:lnTo>
                    <a:pt x="2786" y="507"/>
                  </a:lnTo>
                  <a:lnTo>
                    <a:pt x="2787" y="552"/>
                  </a:lnTo>
                  <a:lnTo>
                    <a:pt x="2787" y="552"/>
                  </a:lnTo>
                  <a:lnTo>
                    <a:pt x="2788" y="0"/>
                  </a:lnTo>
                  <a:lnTo>
                    <a:pt x="2788" y="0"/>
                  </a:lnTo>
                  <a:lnTo>
                    <a:pt x="2788" y="0"/>
                  </a:lnTo>
                  <a:lnTo>
                    <a:pt x="2789" y="277"/>
                  </a:lnTo>
                  <a:lnTo>
                    <a:pt x="2789" y="299"/>
                  </a:lnTo>
                  <a:lnTo>
                    <a:pt x="2789" y="552"/>
                  </a:lnTo>
                  <a:lnTo>
                    <a:pt x="2790" y="552"/>
                  </a:lnTo>
                  <a:lnTo>
                    <a:pt x="2790" y="552"/>
                  </a:lnTo>
                  <a:lnTo>
                    <a:pt x="2791" y="552"/>
                  </a:lnTo>
                  <a:lnTo>
                    <a:pt x="2792" y="552"/>
                  </a:lnTo>
                  <a:lnTo>
                    <a:pt x="2793" y="543"/>
                  </a:lnTo>
                  <a:lnTo>
                    <a:pt x="2793" y="537"/>
                  </a:lnTo>
                  <a:lnTo>
                    <a:pt x="2793" y="0"/>
                  </a:lnTo>
                  <a:lnTo>
                    <a:pt x="2794" y="0"/>
                  </a:lnTo>
                  <a:lnTo>
                    <a:pt x="2794" y="0"/>
                  </a:lnTo>
                  <a:lnTo>
                    <a:pt x="2794" y="552"/>
                  </a:lnTo>
                  <a:lnTo>
                    <a:pt x="2795" y="552"/>
                  </a:lnTo>
                  <a:lnTo>
                    <a:pt x="2795" y="552"/>
                  </a:lnTo>
                  <a:lnTo>
                    <a:pt x="2796" y="552"/>
                  </a:lnTo>
                  <a:lnTo>
                    <a:pt x="2796" y="552"/>
                  </a:lnTo>
                  <a:lnTo>
                    <a:pt x="2797" y="552"/>
                  </a:lnTo>
                  <a:lnTo>
                    <a:pt x="2798" y="552"/>
                  </a:lnTo>
                  <a:lnTo>
                    <a:pt x="2798" y="0"/>
                  </a:lnTo>
                  <a:lnTo>
                    <a:pt x="2799" y="4"/>
                  </a:lnTo>
                  <a:lnTo>
                    <a:pt x="2799" y="8"/>
                  </a:lnTo>
                  <a:lnTo>
                    <a:pt x="2799" y="552"/>
                  </a:lnTo>
                  <a:lnTo>
                    <a:pt x="2800" y="552"/>
                  </a:lnTo>
                  <a:lnTo>
                    <a:pt x="2800" y="552"/>
                  </a:lnTo>
                  <a:lnTo>
                    <a:pt x="2801" y="552"/>
                  </a:lnTo>
                  <a:lnTo>
                    <a:pt x="2801" y="552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3" y="0"/>
                  </a:lnTo>
                  <a:lnTo>
                    <a:pt x="2803" y="532"/>
                  </a:lnTo>
                  <a:lnTo>
                    <a:pt x="2804" y="538"/>
                  </a:lnTo>
                  <a:lnTo>
                    <a:pt x="2804" y="552"/>
                  </a:lnTo>
                  <a:lnTo>
                    <a:pt x="2805" y="288"/>
                  </a:lnTo>
                  <a:lnTo>
                    <a:pt x="2805" y="305"/>
                  </a:lnTo>
                  <a:lnTo>
                    <a:pt x="2805" y="308"/>
                  </a:lnTo>
                  <a:lnTo>
                    <a:pt x="2805" y="0"/>
                  </a:lnTo>
                  <a:lnTo>
                    <a:pt x="2806" y="552"/>
                  </a:lnTo>
                  <a:lnTo>
                    <a:pt x="2806" y="552"/>
                  </a:lnTo>
                  <a:lnTo>
                    <a:pt x="2806" y="552"/>
                  </a:lnTo>
                  <a:lnTo>
                    <a:pt x="2807" y="526"/>
                  </a:lnTo>
                  <a:lnTo>
                    <a:pt x="2807" y="552"/>
                  </a:lnTo>
                  <a:lnTo>
                    <a:pt x="2807" y="552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9" y="0"/>
                  </a:lnTo>
                  <a:lnTo>
                    <a:pt x="2809" y="552"/>
                  </a:lnTo>
                  <a:lnTo>
                    <a:pt x="2809" y="552"/>
                  </a:lnTo>
                  <a:lnTo>
                    <a:pt x="2809" y="552"/>
                  </a:lnTo>
                  <a:lnTo>
                    <a:pt x="2810" y="258"/>
                  </a:lnTo>
                  <a:lnTo>
                    <a:pt x="2811" y="552"/>
                  </a:lnTo>
                  <a:lnTo>
                    <a:pt x="2811" y="552"/>
                  </a:lnTo>
                  <a:lnTo>
                    <a:pt x="2812" y="159"/>
                  </a:lnTo>
                  <a:lnTo>
                    <a:pt x="2812" y="148"/>
                  </a:lnTo>
                  <a:lnTo>
                    <a:pt x="2812" y="0"/>
                  </a:lnTo>
                  <a:lnTo>
                    <a:pt x="2813" y="0"/>
                  </a:lnTo>
                  <a:lnTo>
                    <a:pt x="2813" y="0"/>
                  </a:lnTo>
                  <a:lnTo>
                    <a:pt x="2814" y="447"/>
                  </a:lnTo>
                  <a:lnTo>
                    <a:pt x="2814" y="457"/>
                  </a:lnTo>
                  <a:lnTo>
                    <a:pt x="2815" y="552"/>
                  </a:lnTo>
                  <a:lnTo>
                    <a:pt x="2815" y="552"/>
                  </a:lnTo>
                  <a:lnTo>
                    <a:pt x="2815" y="552"/>
                  </a:lnTo>
                  <a:lnTo>
                    <a:pt x="2817" y="552"/>
                  </a:lnTo>
                  <a:lnTo>
                    <a:pt x="2817" y="552"/>
                  </a:lnTo>
                  <a:lnTo>
                    <a:pt x="2818" y="0"/>
                  </a:lnTo>
                  <a:lnTo>
                    <a:pt x="2818" y="0"/>
                  </a:lnTo>
                  <a:lnTo>
                    <a:pt x="2818" y="0"/>
                  </a:lnTo>
                  <a:lnTo>
                    <a:pt x="2818" y="552"/>
                  </a:lnTo>
                  <a:lnTo>
                    <a:pt x="2819" y="552"/>
                  </a:lnTo>
                  <a:lnTo>
                    <a:pt x="2819" y="552"/>
                  </a:lnTo>
                  <a:lnTo>
                    <a:pt x="2820" y="552"/>
                  </a:lnTo>
                  <a:lnTo>
                    <a:pt x="2820" y="552"/>
                  </a:lnTo>
                  <a:lnTo>
                    <a:pt x="2821" y="552"/>
                  </a:lnTo>
                  <a:lnTo>
                    <a:pt x="2821" y="552"/>
                  </a:lnTo>
                  <a:lnTo>
                    <a:pt x="2823" y="0"/>
                  </a:lnTo>
                  <a:lnTo>
                    <a:pt x="2823" y="0"/>
                  </a:lnTo>
                  <a:lnTo>
                    <a:pt x="2823" y="0"/>
                  </a:lnTo>
                  <a:lnTo>
                    <a:pt x="2824" y="505"/>
                  </a:lnTo>
                  <a:lnTo>
                    <a:pt x="2824" y="518"/>
                  </a:lnTo>
                  <a:lnTo>
                    <a:pt x="2824" y="552"/>
                  </a:lnTo>
                  <a:lnTo>
                    <a:pt x="2825" y="552"/>
                  </a:lnTo>
                  <a:lnTo>
                    <a:pt x="2825" y="552"/>
                  </a:lnTo>
                  <a:lnTo>
                    <a:pt x="2826" y="552"/>
                  </a:lnTo>
                  <a:lnTo>
                    <a:pt x="2826" y="552"/>
                  </a:lnTo>
                  <a:lnTo>
                    <a:pt x="2828" y="369"/>
                  </a:lnTo>
                  <a:lnTo>
                    <a:pt x="2828" y="361"/>
                  </a:lnTo>
                  <a:lnTo>
                    <a:pt x="2828" y="0"/>
                  </a:lnTo>
                  <a:lnTo>
                    <a:pt x="2829" y="0"/>
                  </a:lnTo>
                  <a:lnTo>
                    <a:pt x="2829" y="0"/>
                  </a:lnTo>
                  <a:lnTo>
                    <a:pt x="2829" y="552"/>
                  </a:lnTo>
                  <a:lnTo>
                    <a:pt x="2830" y="552"/>
                  </a:lnTo>
                  <a:lnTo>
                    <a:pt x="2830" y="552"/>
                  </a:lnTo>
                  <a:lnTo>
                    <a:pt x="2831" y="547"/>
                  </a:lnTo>
                  <a:lnTo>
                    <a:pt x="2831" y="552"/>
                  </a:lnTo>
                  <a:lnTo>
                    <a:pt x="2831" y="552"/>
                  </a:lnTo>
                  <a:lnTo>
                    <a:pt x="2832" y="453"/>
                  </a:lnTo>
                  <a:lnTo>
                    <a:pt x="2832" y="454"/>
                  </a:lnTo>
                  <a:lnTo>
                    <a:pt x="2832" y="452"/>
                  </a:lnTo>
                  <a:lnTo>
                    <a:pt x="2833" y="408"/>
                  </a:lnTo>
                  <a:lnTo>
                    <a:pt x="2834" y="546"/>
                  </a:lnTo>
                  <a:lnTo>
                    <a:pt x="2834" y="520"/>
                  </a:lnTo>
                  <a:lnTo>
                    <a:pt x="2834" y="516"/>
                  </a:lnTo>
                  <a:lnTo>
                    <a:pt x="2835" y="0"/>
                  </a:lnTo>
                  <a:lnTo>
                    <a:pt x="2835" y="0"/>
                  </a:lnTo>
                  <a:lnTo>
                    <a:pt x="2835" y="0"/>
                  </a:lnTo>
                  <a:lnTo>
                    <a:pt x="2836" y="552"/>
                  </a:lnTo>
                  <a:lnTo>
                    <a:pt x="2836" y="483"/>
                  </a:lnTo>
                  <a:lnTo>
                    <a:pt x="2836" y="468"/>
                  </a:lnTo>
                  <a:lnTo>
                    <a:pt x="2837" y="0"/>
                  </a:lnTo>
                  <a:lnTo>
                    <a:pt x="2837" y="552"/>
                  </a:lnTo>
                  <a:lnTo>
                    <a:pt x="2837" y="552"/>
                  </a:lnTo>
                  <a:lnTo>
                    <a:pt x="2837" y="552"/>
                  </a:lnTo>
                  <a:lnTo>
                    <a:pt x="2838" y="552"/>
                  </a:lnTo>
                  <a:lnTo>
                    <a:pt x="2838" y="552"/>
                  </a:lnTo>
                  <a:lnTo>
                    <a:pt x="2840" y="526"/>
                  </a:lnTo>
                  <a:lnTo>
                    <a:pt x="2840" y="524"/>
                  </a:lnTo>
                  <a:lnTo>
                    <a:pt x="2840" y="0"/>
                  </a:lnTo>
                  <a:lnTo>
                    <a:pt x="2841" y="0"/>
                  </a:lnTo>
                  <a:lnTo>
                    <a:pt x="2841" y="0"/>
                  </a:lnTo>
                  <a:lnTo>
                    <a:pt x="2842" y="359"/>
                  </a:lnTo>
                  <a:lnTo>
                    <a:pt x="2842" y="370"/>
                  </a:lnTo>
                  <a:lnTo>
                    <a:pt x="2842" y="552"/>
                  </a:lnTo>
                  <a:lnTo>
                    <a:pt x="2843" y="552"/>
                  </a:lnTo>
                  <a:lnTo>
                    <a:pt x="2843" y="552"/>
                  </a:lnTo>
                  <a:lnTo>
                    <a:pt x="2844" y="552"/>
                  </a:lnTo>
                  <a:lnTo>
                    <a:pt x="2844" y="552"/>
                  </a:lnTo>
                  <a:lnTo>
                    <a:pt x="2846" y="0"/>
                  </a:lnTo>
                  <a:lnTo>
                    <a:pt x="2846" y="0"/>
                  </a:lnTo>
                  <a:lnTo>
                    <a:pt x="2846" y="0"/>
                  </a:lnTo>
                  <a:lnTo>
                    <a:pt x="2847" y="0"/>
                  </a:lnTo>
                  <a:lnTo>
                    <a:pt x="2847" y="0"/>
                  </a:lnTo>
                  <a:lnTo>
                    <a:pt x="2848" y="0"/>
                  </a:lnTo>
                  <a:lnTo>
                    <a:pt x="2848" y="0"/>
                  </a:lnTo>
                  <a:lnTo>
                    <a:pt x="2849" y="0"/>
                  </a:lnTo>
                  <a:lnTo>
                    <a:pt x="2849" y="0"/>
                  </a:lnTo>
                  <a:lnTo>
                    <a:pt x="2850" y="552"/>
                  </a:lnTo>
                  <a:lnTo>
                    <a:pt x="2850" y="552"/>
                  </a:lnTo>
                  <a:lnTo>
                    <a:pt x="2850" y="552"/>
                  </a:lnTo>
                  <a:lnTo>
                    <a:pt x="2852" y="552"/>
                  </a:lnTo>
                  <a:lnTo>
                    <a:pt x="2852" y="552"/>
                  </a:lnTo>
                  <a:lnTo>
                    <a:pt x="2853" y="552"/>
                  </a:lnTo>
                  <a:lnTo>
                    <a:pt x="2853" y="552"/>
                  </a:lnTo>
                  <a:lnTo>
                    <a:pt x="2854" y="467"/>
                  </a:lnTo>
                  <a:lnTo>
                    <a:pt x="2854" y="473"/>
                  </a:lnTo>
                  <a:lnTo>
                    <a:pt x="2854" y="474"/>
                  </a:lnTo>
                  <a:lnTo>
                    <a:pt x="2855" y="438"/>
                  </a:lnTo>
                  <a:lnTo>
                    <a:pt x="2855" y="490"/>
                  </a:lnTo>
                  <a:lnTo>
                    <a:pt x="2855" y="467"/>
                  </a:lnTo>
                  <a:lnTo>
                    <a:pt x="2856" y="465"/>
                  </a:lnTo>
                  <a:lnTo>
                    <a:pt x="2856" y="467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7" y="0"/>
                  </a:lnTo>
                  <a:lnTo>
                    <a:pt x="2857" y="445"/>
                  </a:lnTo>
                  <a:lnTo>
                    <a:pt x="2858" y="0"/>
                  </a:lnTo>
                  <a:lnTo>
                    <a:pt x="2858" y="0"/>
                  </a:lnTo>
                  <a:lnTo>
                    <a:pt x="2859" y="484"/>
                  </a:lnTo>
                  <a:lnTo>
                    <a:pt x="2859" y="503"/>
                  </a:lnTo>
                  <a:lnTo>
                    <a:pt x="2859" y="552"/>
                  </a:lnTo>
                  <a:lnTo>
                    <a:pt x="2860" y="552"/>
                  </a:lnTo>
                  <a:lnTo>
                    <a:pt x="2860" y="552"/>
                  </a:lnTo>
                  <a:lnTo>
                    <a:pt x="2861" y="507"/>
                  </a:lnTo>
                  <a:lnTo>
                    <a:pt x="2861" y="526"/>
                  </a:lnTo>
                  <a:lnTo>
                    <a:pt x="2862" y="528"/>
                  </a:lnTo>
                  <a:lnTo>
                    <a:pt x="2862" y="539"/>
                  </a:lnTo>
                  <a:lnTo>
                    <a:pt x="2862" y="479"/>
                  </a:lnTo>
                  <a:lnTo>
                    <a:pt x="2862" y="517"/>
                  </a:lnTo>
                  <a:lnTo>
                    <a:pt x="2863" y="517"/>
                  </a:lnTo>
                  <a:lnTo>
                    <a:pt x="2863" y="0"/>
                  </a:lnTo>
                  <a:lnTo>
                    <a:pt x="2864" y="0"/>
                  </a:lnTo>
                  <a:lnTo>
                    <a:pt x="2864" y="0"/>
                  </a:lnTo>
                  <a:lnTo>
                    <a:pt x="2865" y="552"/>
                  </a:lnTo>
                  <a:lnTo>
                    <a:pt x="2865" y="552"/>
                  </a:lnTo>
                  <a:lnTo>
                    <a:pt x="2865" y="552"/>
                  </a:lnTo>
                  <a:lnTo>
                    <a:pt x="2866" y="526"/>
                  </a:lnTo>
                  <a:lnTo>
                    <a:pt x="2866" y="515"/>
                  </a:lnTo>
                  <a:lnTo>
                    <a:pt x="2867" y="0"/>
                  </a:lnTo>
                  <a:lnTo>
                    <a:pt x="2867" y="0"/>
                  </a:lnTo>
                  <a:lnTo>
                    <a:pt x="2868" y="0"/>
                  </a:lnTo>
                  <a:lnTo>
                    <a:pt x="2868" y="240"/>
                  </a:lnTo>
                  <a:lnTo>
                    <a:pt x="2869" y="241"/>
                  </a:lnTo>
                  <a:lnTo>
                    <a:pt x="2869" y="206"/>
                  </a:lnTo>
                  <a:lnTo>
                    <a:pt x="2870" y="276"/>
                  </a:lnTo>
                  <a:lnTo>
                    <a:pt x="2870" y="278"/>
                  </a:lnTo>
                  <a:lnTo>
                    <a:pt x="2871" y="552"/>
                  </a:lnTo>
                  <a:lnTo>
                    <a:pt x="2871" y="268"/>
                  </a:lnTo>
                  <a:lnTo>
                    <a:pt x="2871" y="251"/>
                  </a:lnTo>
                  <a:lnTo>
                    <a:pt x="2871" y="0"/>
                  </a:lnTo>
                  <a:lnTo>
                    <a:pt x="2872" y="394"/>
                  </a:lnTo>
                  <a:lnTo>
                    <a:pt x="2872" y="407"/>
                  </a:lnTo>
                  <a:lnTo>
                    <a:pt x="2872" y="552"/>
                  </a:lnTo>
                  <a:lnTo>
                    <a:pt x="2873" y="549"/>
                  </a:lnTo>
                  <a:lnTo>
                    <a:pt x="2873" y="547"/>
                  </a:lnTo>
                  <a:lnTo>
                    <a:pt x="2874" y="532"/>
                  </a:lnTo>
                  <a:lnTo>
                    <a:pt x="2874" y="552"/>
                  </a:lnTo>
                  <a:lnTo>
                    <a:pt x="2874" y="552"/>
                  </a:lnTo>
                  <a:lnTo>
                    <a:pt x="2874" y="552"/>
                  </a:lnTo>
                  <a:lnTo>
                    <a:pt x="2876" y="525"/>
                  </a:lnTo>
                  <a:lnTo>
                    <a:pt x="2876" y="523"/>
                  </a:lnTo>
                  <a:lnTo>
                    <a:pt x="2877" y="410"/>
                  </a:lnTo>
                  <a:lnTo>
                    <a:pt x="2877" y="549"/>
                  </a:lnTo>
                  <a:lnTo>
                    <a:pt x="2877" y="534"/>
                  </a:lnTo>
                  <a:lnTo>
                    <a:pt x="2877" y="529"/>
                  </a:lnTo>
                  <a:lnTo>
                    <a:pt x="2878" y="0"/>
                  </a:lnTo>
                  <a:lnTo>
                    <a:pt x="2878" y="0"/>
                  </a:lnTo>
                  <a:lnTo>
                    <a:pt x="2878" y="0"/>
                  </a:lnTo>
                  <a:lnTo>
                    <a:pt x="2879" y="552"/>
                  </a:lnTo>
                  <a:lnTo>
                    <a:pt x="2879" y="552"/>
                  </a:lnTo>
                  <a:lnTo>
                    <a:pt x="2879" y="552"/>
                  </a:lnTo>
                  <a:lnTo>
                    <a:pt x="2881" y="438"/>
                  </a:lnTo>
                  <a:lnTo>
                    <a:pt x="2881" y="437"/>
                  </a:lnTo>
                  <a:lnTo>
                    <a:pt x="2881" y="410"/>
                  </a:lnTo>
                  <a:lnTo>
                    <a:pt x="2882" y="516"/>
                  </a:lnTo>
                  <a:lnTo>
                    <a:pt x="2882" y="517"/>
                  </a:lnTo>
                  <a:lnTo>
                    <a:pt x="2882" y="552"/>
                  </a:lnTo>
                  <a:lnTo>
                    <a:pt x="2883" y="151"/>
                  </a:lnTo>
                  <a:lnTo>
                    <a:pt x="2883" y="127"/>
                  </a:lnTo>
                  <a:lnTo>
                    <a:pt x="2883" y="0"/>
                  </a:lnTo>
                  <a:lnTo>
                    <a:pt x="2884" y="511"/>
                  </a:lnTo>
                  <a:lnTo>
                    <a:pt x="2884" y="516"/>
                  </a:lnTo>
                  <a:lnTo>
                    <a:pt x="2884" y="552"/>
                  </a:lnTo>
                  <a:lnTo>
                    <a:pt x="2885" y="421"/>
                  </a:lnTo>
                  <a:lnTo>
                    <a:pt x="2885" y="552"/>
                  </a:lnTo>
                  <a:lnTo>
                    <a:pt x="2885" y="552"/>
                  </a:lnTo>
                  <a:lnTo>
                    <a:pt x="2886" y="552"/>
                  </a:lnTo>
                  <a:lnTo>
                    <a:pt x="2887" y="527"/>
                  </a:lnTo>
                  <a:lnTo>
                    <a:pt x="2887" y="527"/>
                  </a:lnTo>
                  <a:lnTo>
                    <a:pt x="2887" y="528"/>
                  </a:lnTo>
                  <a:lnTo>
                    <a:pt x="2887" y="552"/>
                  </a:lnTo>
                  <a:lnTo>
                    <a:pt x="2888" y="541"/>
                  </a:lnTo>
                  <a:lnTo>
                    <a:pt x="2888" y="537"/>
                  </a:lnTo>
                  <a:lnTo>
                    <a:pt x="2889" y="92"/>
                  </a:lnTo>
                  <a:lnTo>
                    <a:pt x="2889" y="455"/>
                  </a:lnTo>
                  <a:lnTo>
                    <a:pt x="2889" y="463"/>
                  </a:lnTo>
                  <a:lnTo>
                    <a:pt x="2890" y="548"/>
                  </a:lnTo>
                  <a:lnTo>
                    <a:pt x="2890" y="467"/>
                  </a:lnTo>
                  <a:lnTo>
                    <a:pt x="2890" y="468"/>
                  </a:lnTo>
                  <a:lnTo>
                    <a:pt x="2891" y="446"/>
                  </a:lnTo>
                  <a:lnTo>
                    <a:pt x="2891" y="494"/>
                  </a:lnTo>
                  <a:lnTo>
                    <a:pt x="2891" y="491"/>
                  </a:lnTo>
                  <a:lnTo>
                    <a:pt x="2891" y="490"/>
                  </a:lnTo>
                  <a:lnTo>
                    <a:pt x="2892" y="490"/>
                  </a:lnTo>
                  <a:lnTo>
                    <a:pt x="2893" y="458"/>
                  </a:lnTo>
                  <a:lnTo>
                    <a:pt x="2893" y="458"/>
                  </a:lnTo>
                  <a:lnTo>
                    <a:pt x="2893" y="459"/>
                  </a:lnTo>
                  <a:lnTo>
                    <a:pt x="2893" y="459"/>
                  </a:lnTo>
                  <a:lnTo>
                    <a:pt x="2894" y="0"/>
                  </a:lnTo>
                  <a:lnTo>
                    <a:pt x="2894" y="0"/>
                  </a:lnTo>
                  <a:lnTo>
                    <a:pt x="2894" y="0"/>
                  </a:lnTo>
                  <a:lnTo>
                    <a:pt x="2895" y="552"/>
                  </a:lnTo>
                  <a:lnTo>
                    <a:pt x="2895" y="552"/>
                  </a:lnTo>
                  <a:lnTo>
                    <a:pt x="2895" y="552"/>
                  </a:lnTo>
                  <a:lnTo>
                    <a:pt x="2896" y="483"/>
                  </a:lnTo>
                  <a:lnTo>
                    <a:pt x="2896" y="485"/>
                  </a:lnTo>
                  <a:lnTo>
                    <a:pt x="2896" y="485"/>
                  </a:lnTo>
                  <a:lnTo>
                    <a:pt x="2896" y="486"/>
                  </a:lnTo>
                  <a:lnTo>
                    <a:pt x="2897" y="448"/>
                  </a:lnTo>
                  <a:lnTo>
                    <a:pt x="2897" y="447"/>
                  </a:lnTo>
                  <a:lnTo>
                    <a:pt x="2898" y="552"/>
                  </a:lnTo>
                  <a:lnTo>
                    <a:pt x="2899" y="313"/>
                  </a:lnTo>
                  <a:lnTo>
                    <a:pt x="2899" y="298"/>
                  </a:lnTo>
                  <a:lnTo>
                    <a:pt x="2899" y="0"/>
                  </a:lnTo>
                  <a:lnTo>
                    <a:pt x="2900" y="520"/>
                  </a:lnTo>
                  <a:lnTo>
                    <a:pt x="2900" y="530"/>
                  </a:lnTo>
                  <a:lnTo>
                    <a:pt x="2900" y="552"/>
                  </a:lnTo>
                  <a:lnTo>
                    <a:pt x="2901" y="402"/>
                  </a:lnTo>
                  <a:lnTo>
                    <a:pt x="2901" y="397"/>
                  </a:lnTo>
                  <a:lnTo>
                    <a:pt x="2901" y="384"/>
                  </a:lnTo>
                  <a:lnTo>
                    <a:pt x="2902" y="518"/>
                  </a:lnTo>
                  <a:lnTo>
                    <a:pt x="2902" y="467"/>
                  </a:lnTo>
                  <a:lnTo>
                    <a:pt x="2902" y="466"/>
                  </a:lnTo>
                  <a:lnTo>
                    <a:pt x="2903" y="0"/>
                  </a:lnTo>
                  <a:lnTo>
                    <a:pt x="2903" y="0"/>
                  </a:lnTo>
                  <a:lnTo>
                    <a:pt x="2903" y="0"/>
                  </a:lnTo>
                  <a:lnTo>
                    <a:pt x="2905" y="551"/>
                  </a:lnTo>
                  <a:lnTo>
                    <a:pt x="2905" y="552"/>
                  </a:lnTo>
                  <a:lnTo>
                    <a:pt x="2906" y="552"/>
                  </a:lnTo>
                  <a:lnTo>
                    <a:pt x="2906" y="552"/>
                  </a:lnTo>
                  <a:lnTo>
                    <a:pt x="2907" y="552"/>
                  </a:lnTo>
                  <a:lnTo>
                    <a:pt x="2907" y="552"/>
                  </a:lnTo>
                  <a:lnTo>
                    <a:pt x="2908" y="0"/>
                  </a:lnTo>
                  <a:lnTo>
                    <a:pt x="2908" y="0"/>
                  </a:lnTo>
                  <a:lnTo>
                    <a:pt x="2908" y="0"/>
                  </a:lnTo>
                  <a:lnTo>
                    <a:pt x="2909" y="552"/>
                  </a:lnTo>
                  <a:lnTo>
                    <a:pt x="2909" y="552"/>
                  </a:lnTo>
                  <a:lnTo>
                    <a:pt x="2909" y="552"/>
                  </a:lnTo>
                  <a:lnTo>
                    <a:pt x="2911" y="552"/>
                  </a:lnTo>
                  <a:lnTo>
                    <a:pt x="2911" y="552"/>
                  </a:lnTo>
                  <a:lnTo>
                    <a:pt x="2912" y="294"/>
                  </a:lnTo>
                  <a:lnTo>
                    <a:pt x="2912" y="275"/>
                  </a:lnTo>
                  <a:lnTo>
                    <a:pt x="2912" y="0"/>
                  </a:lnTo>
                  <a:lnTo>
                    <a:pt x="2913" y="100"/>
                  </a:lnTo>
                  <a:lnTo>
                    <a:pt x="2913" y="125"/>
                  </a:lnTo>
                  <a:lnTo>
                    <a:pt x="2913" y="552"/>
                  </a:lnTo>
                  <a:lnTo>
                    <a:pt x="2914" y="552"/>
                  </a:lnTo>
                  <a:lnTo>
                    <a:pt x="2914" y="552"/>
                  </a:lnTo>
                  <a:lnTo>
                    <a:pt x="2915" y="552"/>
                  </a:lnTo>
                  <a:lnTo>
                    <a:pt x="2916" y="552"/>
                  </a:lnTo>
                  <a:lnTo>
                    <a:pt x="2917" y="552"/>
                  </a:lnTo>
                  <a:lnTo>
                    <a:pt x="2917" y="552"/>
                  </a:lnTo>
                  <a:lnTo>
                    <a:pt x="2917" y="0"/>
                  </a:lnTo>
                  <a:lnTo>
                    <a:pt x="2918" y="0"/>
                  </a:lnTo>
                  <a:lnTo>
                    <a:pt x="2918" y="0"/>
                  </a:lnTo>
                  <a:lnTo>
                    <a:pt x="2918" y="552"/>
                  </a:lnTo>
                  <a:lnTo>
                    <a:pt x="2919" y="552"/>
                  </a:lnTo>
                  <a:lnTo>
                    <a:pt x="2919" y="552"/>
                  </a:lnTo>
                  <a:lnTo>
                    <a:pt x="2920" y="0"/>
                  </a:lnTo>
                  <a:lnTo>
                    <a:pt x="2920" y="469"/>
                  </a:lnTo>
                  <a:lnTo>
                    <a:pt x="2921" y="481"/>
                  </a:lnTo>
                  <a:lnTo>
                    <a:pt x="2921" y="530"/>
                  </a:lnTo>
                  <a:lnTo>
                    <a:pt x="2921" y="0"/>
                  </a:lnTo>
                  <a:lnTo>
                    <a:pt x="2921" y="0"/>
                  </a:lnTo>
                  <a:lnTo>
                    <a:pt x="2922" y="0"/>
                  </a:lnTo>
                  <a:lnTo>
                    <a:pt x="2922" y="552"/>
                  </a:lnTo>
                  <a:lnTo>
                    <a:pt x="2923" y="552"/>
                  </a:lnTo>
                  <a:lnTo>
                    <a:pt x="2923" y="552"/>
                  </a:lnTo>
                  <a:lnTo>
                    <a:pt x="2924" y="0"/>
                  </a:lnTo>
                  <a:lnTo>
                    <a:pt x="2924" y="3"/>
                  </a:lnTo>
                  <a:lnTo>
                    <a:pt x="2924" y="5"/>
                  </a:lnTo>
                  <a:lnTo>
                    <a:pt x="2925" y="552"/>
                  </a:lnTo>
                  <a:lnTo>
                    <a:pt x="2925" y="552"/>
                  </a:lnTo>
                  <a:lnTo>
                    <a:pt x="2925" y="552"/>
                  </a:lnTo>
                  <a:lnTo>
                    <a:pt x="2926" y="0"/>
                  </a:lnTo>
                  <a:lnTo>
                    <a:pt x="2926" y="0"/>
                  </a:lnTo>
                  <a:lnTo>
                    <a:pt x="2927" y="2"/>
                  </a:lnTo>
                  <a:lnTo>
                    <a:pt x="2927" y="147"/>
                  </a:lnTo>
                  <a:lnTo>
                    <a:pt x="2927" y="0"/>
                  </a:lnTo>
                  <a:lnTo>
                    <a:pt x="2927" y="0"/>
                  </a:lnTo>
                  <a:lnTo>
                    <a:pt x="2928" y="0"/>
                  </a:lnTo>
                  <a:lnTo>
                    <a:pt x="2929" y="337"/>
                  </a:lnTo>
                  <a:lnTo>
                    <a:pt x="2929" y="344"/>
                  </a:lnTo>
                  <a:lnTo>
                    <a:pt x="2929" y="552"/>
                  </a:lnTo>
                  <a:lnTo>
                    <a:pt x="2930" y="552"/>
                  </a:lnTo>
                  <a:lnTo>
                    <a:pt x="2930" y="552"/>
                  </a:lnTo>
                  <a:lnTo>
                    <a:pt x="2931" y="0"/>
                  </a:lnTo>
                  <a:lnTo>
                    <a:pt x="2931" y="0"/>
                  </a:lnTo>
                  <a:lnTo>
                    <a:pt x="2931" y="0"/>
                  </a:lnTo>
                  <a:lnTo>
                    <a:pt x="2932" y="552"/>
                  </a:lnTo>
                  <a:lnTo>
                    <a:pt x="2932" y="552"/>
                  </a:lnTo>
                  <a:lnTo>
                    <a:pt x="2933" y="552"/>
                  </a:lnTo>
                  <a:lnTo>
                    <a:pt x="2934" y="552"/>
                  </a:lnTo>
                  <a:lnTo>
                    <a:pt x="2934" y="552"/>
                  </a:lnTo>
                  <a:lnTo>
                    <a:pt x="2935" y="456"/>
                  </a:lnTo>
                  <a:lnTo>
                    <a:pt x="2935" y="452"/>
                  </a:lnTo>
                  <a:lnTo>
                    <a:pt x="2936" y="0"/>
                  </a:lnTo>
                  <a:lnTo>
                    <a:pt x="2936" y="0"/>
                  </a:lnTo>
                  <a:lnTo>
                    <a:pt x="2936" y="0"/>
                  </a:lnTo>
                  <a:lnTo>
                    <a:pt x="2937" y="552"/>
                  </a:lnTo>
                  <a:lnTo>
                    <a:pt x="2937" y="294"/>
                  </a:lnTo>
                  <a:lnTo>
                    <a:pt x="2937" y="276"/>
                  </a:lnTo>
                  <a:lnTo>
                    <a:pt x="2937" y="0"/>
                  </a:lnTo>
                  <a:lnTo>
                    <a:pt x="2938" y="0"/>
                  </a:lnTo>
                  <a:lnTo>
                    <a:pt x="2938" y="0"/>
                  </a:lnTo>
                  <a:lnTo>
                    <a:pt x="2939" y="552"/>
                  </a:lnTo>
                  <a:lnTo>
                    <a:pt x="2940" y="535"/>
                  </a:lnTo>
                  <a:lnTo>
                    <a:pt x="2940" y="527"/>
                  </a:lnTo>
                  <a:lnTo>
                    <a:pt x="2940" y="99"/>
                  </a:lnTo>
                  <a:lnTo>
                    <a:pt x="2941" y="249"/>
                  </a:lnTo>
                  <a:lnTo>
                    <a:pt x="2941" y="239"/>
                  </a:lnTo>
                  <a:lnTo>
                    <a:pt x="2941" y="0"/>
                  </a:lnTo>
                  <a:lnTo>
                    <a:pt x="2942" y="345"/>
                  </a:lnTo>
                  <a:lnTo>
                    <a:pt x="2942" y="383"/>
                  </a:lnTo>
                  <a:lnTo>
                    <a:pt x="2942" y="552"/>
                  </a:lnTo>
                  <a:lnTo>
                    <a:pt x="2943" y="0"/>
                  </a:lnTo>
                  <a:lnTo>
                    <a:pt x="2943" y="0"/>
                  </a:lnTo>
                  <a:lnTo>
                    <a:pt x="2943" y="0"/>
                  </a:lnTo>
                  <a:lnTo>
                    <a:pt x="2944" y="187"/>
                  </a:lnTo>
                  <a:lnTo>
                    <a:pt x="2944" y="200"/>
                  </a:lnTo>
                  <a:lnTo>
                    <a:pt x="2945" y="259"/>
                  </a:lnTo>
                  <a:lnTo>
                    <a:pt x="2945" y="0"/>
                  </a:lnTo>
                  <a:lnTo>
                    <a:pt x="2946" y="3"/>
                  </a:lnTo>
                  <a:lnTo>
                    <a:pt x="2946" y="4"/>
                  </a:lnTo>
                  <a:lnTo>
                    <a:pt x="2946" y="0"/>
                  </a:lnTo>
                  <a:lnTo>
                    <a:pt x="2947" y="235"/>
                  </a:lnTo>
                  <a:lnTo>
                    <a:pt x="2947" y="245"/>
                  </a:lnTo>
                  <a:lnTo>
                    <a:pt x="2947" y="382"/>
                  </a:lnTo>
                  <a:lnTo>
                    <a:pt x="2948" y="0"/>
                  </a:lnTo>
                  <a:lnTo>
                    <a:pt x="2948" y="0"/>
                  </a:lnTo>
                  <a:lnTo>
                    <a:pt x="2948" y="0"/>
                  </a:lnTo>
                  <a:lnTo>
                    <a:pt x="2949" y="552"/>
                  </a:lnTo>
                  <a:lnTo>
                    <a:pt x="2949" y="552"/>
                  </a:lnTo>
                  <a:lnTo>
                    <a:pt x="2949" y="552"/>
                  </a:lnTo>
                  <a:lnTo>
                    <a:pt x="2950" y="379"/>
                  </a:lnTo>
                  <a:lnTo>
                    <a:pt x="2950" y="377"/>
                  </a:lnTo>
                  <a:lnTo>
                    <a:pt x="2951" y="371"/>
                  </a:lnTo>
                  <a:lnTo>
                    <a:pt x="2951" y="552"/>
                  </a:lnTo>
                  <a:lnTo>
                    <a:pt x="2952" y="552"/>
                  </a:lnTo>
                  <a:lnTo>
                    <a:pt x="2952" y="552"/>
                  </a:lnTo>
                  <a:lnTo>
                    <a:pt x="2953" y="521"/>
                  </a:lnTo>
                  <a:lnTo>
                    <a:pt x="2953" y="513"/>
                  </a:lnTo>
                  <a:lnTo>
                    <a:pt x="2954" y="0"/>
                  </a:lnTo>
                  <a:lnTo>
                    <a:pt x="2954" y="0"/>
                  </a:lnTo>
                  <a:lnTo>
                    <a:pt x="2954" y="0"/>
                  </a:lnTo>
                  <a:lnTo>
                    <a:pt x="2955" y="0"/>
                  </a:lnTo>
                  <a:lnTo>
                    <a:pt x="2955" y="0"/>
                  </a:lnTo>
                  <a:lnTo>
                    <a:pt x="2956" y="552"/>
                  </a:lnTo>
                  <a:lnTo>
                    <a:pt x="2956" y="552"/>
                  </a:lnTo>
                  <a:lnTo>
                    <a:pt x="2956" y="552"/>
                  </a:lnTo>
                  <a:lnTo>
                    <a:pt x="2958" y="425"/>
                  </a:lnTo>
                  <a:lnTo>
                    <a:pt x="2958" y="418"/>
                  </a:lnTo>
                  <a:lnTo>
                    <a:pt x="2958" y="0"/>
                  </a:lnTo>
                  <a:lnTo>
                    <a:pt x="2959" y="56"/>
                  </a:lnTo>
                  <a:lnTo>
                    <a:pt x="2959" y="73"/>
                  </a:lnTo>
                  <a:lnTo>
                    <a:pt x="2959" y="552"/>
                  </a:lnTo>
                  <a:lnTo>
                    <a:pt x="2960" y="552"/>
                  </a:lnTo>
                  <a:lnTo>
                    <a:pt x="2960" y="552"/>
                  </a:lnTo>
                  <a:lnTo>
                    <a:pt x="2961" y="552"/>
                  </a:lnTo>
                  <a:lnTo>
                    <a:pt x="2961" y="552"/>
                  </a:lnTo>
                  <a:lnTo>
                    <a:pt x="2962" y="0"/>
                  </a:lnTo>
                  <a:lnTo>
                    <a:pt x="2962" y="0"/>
                  </a:lnTo>
                  <a:lnTo>
                    <a:pt x="2962" y="0"/>
                  </a:lnTo>
                  <a:lnTo>
                    <a:pt x="2964" y="376"/>
                  </a:lnTo>
                  <a:lnTo>
                    <a:pt x="2964" y="396"/>
                  </a:lnTo>
                  <a:lnTo>
                    <a:pt x="2964" y="552"/>
                  </a:lnTo>
                  <a:lnTo>
                    <a:pt x="2965" y="552"/>
                  </a:lnTo>
                  <a:lnTo>
                    <a:pt x="2965" y="552"/>
                  </a:lnTo>
                  <a:lnTo>
                    <a:pt x="2966" y="533"/>
                  </a:lnTo>
                  <a:lnTo>
                    <a:pt x="2966" y="532"/>
                  </a:lnTo>
                  <a:lnTo>
                    <a:pt x="2966" y="552"/>
                  </a:lnTo>
                  <a:lnTo>
                    <a:pt x="2967" y="451"/>
                  </a:lnTo>
                  <a:lnTo>
                    <a:pt x="2967" y="440"/>
                  </a:lnTo>
                  <a:lnTo>
                    <a:pt x="2968" y="0"/>
                  </a:lnTo>
                  <a:lnTo>
                    <a:pt x="2968" y="0"/>
                  </a:lnTo>
                  <a:lnTo>
                    <a:pt x="2968" y="0"/>
                  </a:lnTo>
                  <a:lnTo>
                    <a:pt x="2970" y="552"/>
                  </a:lnTo>
                  <a:lnTo>
                    <a:pt x="2970" y="552"/>
                  </a:lnTo>
                  <a:lnTo>
                    <a:pt x="2970" y="552"/>
                  </a:lnTo>
                  <a:lnTo>
                    <a:pt x="2971" y="552"/>
                  </a:lnTo>
                  <a:lnTo>
                    <a:pt x="2971" y="552"/>
                  </a:lnTo>
                  <a:lnTo>
                    <a:pt x="2972" y="0"/>
                  </a:lnTo>
                  <a:lnTo>
                    <a:pt x="2972" y="0"/>
                  </a:lnTo>
                  <a:lnTo>
                    <a:pt x="2972" y="0"/>
                  </a:lnTo>
                  <a:lnTo>
                    <a:pt x="2973" y="552"/>
                  </a:lnTo>
                  <a:lnTo>
                    <a:pt x="2973" y="552"/>
                  </a:lnTo>
                  <a:lnTo>
                    <a:pt x="2973" y="552"/>
                  </a:lnTo>
                  <a:lnTo>
                    <a:pt x="2974" y="543"/>
                  </a:lnTo>
                  <a:lnTo>
                    <a:pt x="2974" y="545"/>
                  </a:lnTo>
                  <a:lnTo>
                    <a:pt x="2974" y="545"/>
                  </a:lnTo>
                  <a:lnTo>
                    <a:pt x="2975" y="552"/>
                  </a:lnTo>
                  <a:lnTo>
                    <a:pt x="2976" y="88"/>
                  </a:lnTo>
                  <a:lnTo>
                    <a:pt x="2976" y="79"/>
                  </a:lnTo>
                  <a:lnTo>
                    <a:pt x="2976" y="0"/>
                  </a:lnTo>
                  <a:lnTo>
                    <a:pt x="2977" y="197"/>
                  </a:lnTo>
                  <a:lnTo>
                    <a:pt x="2977" y="203"/>
                  </a:lnTo>
                  <a:lnTo>
                    <a:pt x="2978" y="291"/>
                  </a:lnTo>
                  <a:lnTo>
                    <a:pt x="2978" y="256"/>
                  </a:lnTo>
                  <a:lnTo>
                    <a:pt x="2978" y="254"/>
                  </a:lnTo>
                  <a:lnTo>
                    <a:pt x="2979" y="0"/>
                  </a:lnTo>
                  <a:lnTo>
                    <a:pt x="2979" y="0"/>
                  </a:lnTo>
                  <a:lnTo>
                    <a:pt x="2980" y="0"/>
                  </a:lnTo>
                  <a:lnTo>
                    <a:pt x="2980" y="306"/>
                  </a:lnTo>
                  <a:lnTo>
                    <a:pt x="2981" y="317"/>
                  </a:lnTo>
                  <a:lnTo>
                    <a:pt x="2981" y="443"/>
                  </a:lnTo>
                  <a:lnTo>
                    <a:pt x="2982" y="25"/>
                  </a:lnTo>
                  <a:lnTo>
                    <a:pt x="2982" y="16"/>
                  </a:lnTo>
                  <a:lnTo>
                    <a:pt x="2982" y="0"/>
                  </a:lnTo>
                  <a:lnTo>
                    <a:pt x="2983" y="147"/>
                  </a:lnTo>
                  <a:lnTo>
                    <a:pt x="2983" y="157"/>
                  </a:lnTo>
                  <a:lnTo>
                    <a:pt x="2984" y="552"/>
                  </a:lnTo>
                  <a:lnTo>
                    <a:pt x="2984" y="552"/>
                  </a:lnTo>
                  <a:lnTo>
                    <a:pt x="2984" y="552"/>
                  </a:lnTo>
                  <a:lnTo>
                    <a:pt x="2985" y="467"/>
                  </a:lnTo>
                  <a:lnTo>
                    <a:pt x="2986" y="458"/>
                  </a:lnTo>
                  <a:lnTo>
                    <a:pt x="2986" y="0"/>
                  </a:lnTo>
                  <a:lnTo>
                    <a:pt x="2987" y="0"/>
                  </a:lnTo>
                  <a:lnTo>
                    <a:pt x="2987" y="0"/>
                  </a:lnTo>
                  <a:lnTo>
                    <a:pt x="2987" y="552"/>
                  </a:lnTo>
                  <a:lnTo>
                    <a:pt x="2988" y="552"/>
                  </a:lnTo>
                  <a:lnTo>
                    <a:pt x="2988" y="552"/>
                  </a:lnTo>
                  <a:lnTo>
                    <a:pt x="2989" y="552"/>
                  </a:lnTo>
                  <a:lnTo>
                    <a:pt x="2989" y="552"/>
                  </a:lnTo>
                  <a:lnTo>
                    <a:pt x="2990" y="0"/>
                  </a:lnTo>
                  <a:lnTo>
                    <a:pt x="2990" y="0"/>
                  </a:lnTo>
                  <a:lnTo>
                    <a:pt x="2990" y="0"/>
                  </a:lnTo>
                  <a:lnTo>
                    <a:pt x="2991" y="188"/>
                  </a:lnTo>
                  <a:lnTo>
                    <a:pt x="2992" y="192"/>
                  </a:lnTo>
                  <a:lnTo>
                    <a:pt x="2992" y="552"/>
                  </a:lnTo>
                  <a:lnTo>
                    <a:pt x="2993" y="552"/>
                  </a:lnTo>
                  <a:lnTo>
                    <a:pt x="2993" y="550"/>
                  </a:lnTo>
                  <a:lnTo>
                    <a:pt x="2993" y="535"/>
                  </a:lnTo>
                  <a:lnTo>
                    <a:pt x="2993" y="552"/>
                  </a:lnTo>
                  <a:lnTo>
                    <a:pt x="2994" y="552"/>
                  </a:lnTo>
                  <a:lnTo>
                    <a:pt x="2994" y="552"/>
                  </a:lnTo>
                  <a:lnTo>
                    <a:pt x="2995" y="0"/>
                  </a:lnTo>
                  <a:lnTo>
                    <a:pt x="2995" y="0"/>
                  </a:lnTo>
                  <a:lnTo>
                    <a:pt x="2995" y="0"/>
                  </a:lnTo>
                  <a:lnTo>
                    <a:pt x="2996" y="552"/>
                  </a:lnTo>
                  <a:lnTo>
                    <a:pt x="2996" y="542"/>
                  </a:lnTo>
                  <a:lnTo>
                    <a:pt x="2996" y="545"/>
                  </a:lnTo>
                  <a:lnTo>
                    <a:pt x="2997" y="552"/>
                  </a:lnTo>
                  <a:lnTo>
                    <a:pt x="2997" y="533"/>
                  </a:lnTo>
                  <a:lnTo>
                    <a:pt x="2997" y="534"/>
                  </a:lnTo>
                  <a:lnTo>
                    <a:pt x="2997" y="534"/>
                  </a:lnTo>
                  <a:lnTo>
                    <a:pt x="2998" y="552"/>
                  </a:lnTo>
                  <a:lnTo>
                    <a:pt x="2999" y="89"/>
                  </a:lnTo>
                  <a:lnTo>
                    <a:pt x="2999" y="73"/>
                  </a:lnTo>
                  <a:lnTo>
                    <a:pt x="2999" y="0"/>
                  </a:lnTo>
                  <a:lnTo>
                    <a:pt x="3000" y="144"/>
                  </a:lnTo>
                  <a:lnTo>
                    <a:pt x="3000" y="162"/>
                  </a:lnTo>
                  <a:lnTo>
                    <a:pt x="3000" y="552"/>
                  </a:lnTo>
                  <a:lnTo>
                    <a:pt x="3001" y="17"/>
                  </a:lnTo>
                  <a:lnTo>
                    <a:pt x="3001" y="50"/>
                  </a:lnTo>
                  <a:lnTo>
                    <a:pt x="3001" y="56"/>
                  </a:lnTo>
                  <a:lnTo>
                    <a:pt x="3002" y="552"/>
                  </a:lnTo>
                  <a:lnTo>
                    <a:pt x="3002" y="552"/>
                  </a:lnTo>
                  <a:lnTo>
                    <a:pt x="3002" y="552"/>
                  </a:lnTo>
                  <a:lnTo>
                    <a:pt x="3003" y="517"/>
                  </a:lnTo>
                  <a:lnTo>
                    <a:pt x="3003" y="531"/>
                  </a:lnTo>
                  <a:lnTo>
                    <a:pt x="3003" y="530"/>
                  </a:lnTo>
                  <a:lnTo>
                    <a:pt x="3005" y="0"/>
                  </a:lnTo>
                  <a:lnTo>
                    <a:pt x="3005" y="0"/>
                  </a:lnTo>
                  <a:lnTo>
                    <a:pt x="3005" y="0"/>
                  </a:lnTo>
                  <a:lnTo>
                    <a:pt x="3006" y="406"/>
                  </a:lnTo>
                  <a:lnTo>
                    <a:pt x="3006" y="419"/>
                  </a:lnTo>
                  <a:lnTo>
                    <a:pt x="3006" y="552"/>
                  </a:lnTo>
                  <a:lnTo>
                    <a:pt x="3007" y="552"/>
                  </a:lnTo>
                  <a:lnTo>
                    <a:pt x="3007" y="552"/>
                  </a:lnTo>
                  <a:lnTo>
                    <a:pt x="3008" y="439"/>
                  </a:lnTo>
                  <a:lnTo>
                    <a:pt x="3008" y="435"/>
                  </a:lnTo>
                  <a:lnTo>
                    <a:pt x="3009" y="0"/>
                  </a:lnTo>
                  <a:lnTo>
                    <a:pt x="3009" y="0"/>
                  </a:lnTo>
                  <a:lnTo>
                    <a:pt x="3009" y="0"/>
                  </a:lnTo>
                  <a:lnTo>
                    <a:pt x="3011" y="552"/>
                  </a:lnTo>
                  <a:lnTo>
                    <a:pt x="3011" y="552"/>
                  </a:lnTo>
                  <a:lnTo>
                    <a:pt x="3011" y="552"/>
                  </a:lnTo>
                  <a:lnTo>
                    <a:pt x="3012" y="552"/>
                  </a:lnTo>
                  <a:lnTo>
                    <a:pt x="3012" y="552"/>
                  </a:lnTo>
                  <a:lnTo>
                    <a:pt x="3013" y="300"/>
                  </a:lnTo>
                  <a:lnTo>
                    <a:pt x="3013" y="288"/>
                  </a:lnTo>
                  <a:lnTo>
                    <a:pt x="3014" y="0"/>
                  </a:lnTo>
                  <a:lnTo>
                    <a:pt x="3014" y="0"/>
                  </a:lnTo>
                  <a:lnTo>
                    <a:pt x="3014" y="0"/>
                  </a:lnTo>
                  <a:lnTo>
                    <a:pt x="3015" y="414"/>
                  </a:lnTo>
                  <a:lnTo>
                    <a:pt x="3015" y="416"/>
                  </a:lnTo>
                  <a:lnTo>
                    <a:pt x="3016" y="414"/>
                  </a:lnTo>
                  <a:lnTo>
                    <a:pt x="3017" y="552"/>
                  </a:lnTo>
                  <a:lnTo>
                    <a:pt x="3017" y="552"/>
                  </a:lnTo>
                  <a:lnTo>
                    <a:pt x="3017" y="552"/>
                  </a:lnTo>
                  <a:lnTo>
                    <a:pt x="3018" y="552"/>
                  </a:lnTo>
                  <a:lnTo>
                    <a:pt x="3018" y="552"/>
                  </a:lnTo>
                  <a:lnTo>
                    <a:pt x="3019" y="0"/>
                  </a:lnTo>
                  <a:lnTo>
                    <a:pt x="3019" y="0"/>
                  </a:lnTo>
                  <a:lnTo>
                    <a:pt x="3019" y="0"/>
                  </a:lnTo>
                  <a:lnTo>
                    <a:pt x="3020" y="552"/>
                  </a:lnTo>
                  <a:lnTo>
                    <a:pt x="3020" y="552"/>
                  </a:lnTo>
                  <a:lnTo>
                    <a:pt x="3020" y="552"/>
                  </a:lnTo>
                  <a:lnTo>
                    <a:pt x="3021" y="552"/>
                  </a:lnTo>
                  <a:lnTo>
                    <a:pt x="3021" y="552"/>
                  </a:lnTo>
                  <a:lnTo>
                    <a:pt x="3023" y="0"/>
                  </a:lnTo>
                  <a:lnTo>
                    <a:pt x="3023" y="0"/>
                  </a:lnTo>
                  <a:lnTo>
                    <a:pt x="3023" y="0"/>
                  </a:lnTo>
                  <a:lnTo>
                    <a:pt x="3024" y="252"/>
                  </a:lnTo>
                  <a:lnTo>
                    <a:pt x="3024" y="261"/>
                  </a:lnTo>
                  <a:lnTo>
                    <a:pt x="3024" y="552"/>
                  </a:lnTo>
                  <a:lnTo>
                    <a:pt x="3025" y="552"/>
                  </a:lnTo>
                  <a:lnTo>
                    <a:pt x="3025" y="552"/>
                  </a:lnTo>
                  <a:lnTo>
                    <a:pt x="3026" y="394"/>
                  </a:lnTo>
                  <a:lnTo>
                    <a:pt x="3026" y="388"/>
                  </a:lnTo>
                  <a:lnTo>
                    <a:pt x="3027" y="0"/>
                  </a:lnTo>
                  <a:lnTo>
                    <a:pt x="3027" y="0"/>
                  </a:lnTo>
                  <a:lnTo>
                    <a:pt x="3027" y="0"/>
                  </a:lnTo>
                  <a:lnTo>
                    <a:pt x="3028" y="552"/>
                  </a:lnTo>
                  <a:lnTo>
                    <a:pt x="3029" y="552"/>
                  </a:lnTo>
                  <a:lnTo>
                    <a:pt x="3029" y="552"/>
                  </a:lnTo>
                  <a:lnTo>
                    <a:pt x="3030" y="296"/>
                  </a:lnTo>
                  <a:lnTo>
                    <a:pt x="3030" y="293"/>
                  </a:lnTo>
                  <a:lnTo>
                    <a:pt x="3030" y="277"/>
                  </a:lnTo>
                  <a:lnTo>
                    <a:pt x="3031" y="552"/>
                  </a:lnTo>
                  <a:lnTo>
                    <a:pt x="3031" y="552"/>
                  </a:lnTo>
                  <a:lnTo>
                    <a:pt x="3031" y="552"/>
                  </a:lnTo>
                  <a:lnTo>
                    <a:pt x="3032" y="552"/>
                  </a:lnTo>
                  <a:lnTo>
                    <a:pt x="3032" y="552"/>
                  </a:lnTo>
                  <a:lnTo>
                    <a:pt x="3033" y="0"/>
                  </a:lnTo>
                  <a:lnTo>
                    <a:pt x="3033" y="0"/>
                  </a:lnTo>
                  <a:lnTo>
                    <a:pt x="3033" y="0"/>
                  </a:lnTo>
                  <a:lnTo>
                    <a:pt x="3035" y="409"/>
                  </a:lnTo>
                  <a:lnTo>
                    <a:pt x="3035" y="417"/>
                  </a:lnTo>
                  <a:lnTo>
                    <a:pt x="3035" y="552"/>
                  </a:lnTo>
                  <a:lnTo>
                    <a:pt x="3036" y="552"/>
                  </a:lnTo>
                  <a:lnTo>
                    <a:pt x="3036" y="552"/>
                  </a:lnTo>
                  <a:lnTo>
                    <a:pt x="3037" y="251"/>
                  </a:lnTo>
                  <a:lnTo>
                    <a:pt x="3037" y="232"/>
                  </a:lnTo>
                  <a:lnTo>
                    <a:pt x="3037" y="0"/>
                  </a:lnTo>
                  <a:lnTo>
                    <a:pt x="3038" y="0"/>
                  </a:lnTo>
                  <a:lnTo>
                    <a:pt x="3038" y="0"/>
                  </a:lnTo>
                  <a:lnTo>
                    <a:pt x="3040" y="290"/>
                  </a:lnTo>
                  <a:lnTo>
                    <a:pt x="3040" y="295"/>
                  </a:lnTo>
                  <a:lnTo>
                    <a:pt x="3040" y="552"/>
                  </a:lnTo>
                  <a:lnTo>
                    <a:pt x="3041" y="552"/>
                  </a:lnTo>
                  <a:lnTo>
                    <a:pt x="3041" y="552"/>
                  </a:lnTo>
                  <a:lnTo>
                    <a:pt x="3042" y="552"/>
                  </a:lnTo>
                  <a:lnTo>
                    <a:pt x="3042" y="552"/>
                  </a:lnTo>
                  <a:lnTo>
                    <a:pt x="3043" y="0"/>
                  </a:lnTo>
                  <a:lnTo>
                    <a:pt x="3043" y="0"/>
                  </a:lnTo>
                  <a:lnTo>
                    <a:pt x="3043" y="0"/>
                  </a:lnTo>
                  <a:lnTo>
                    <a:pt x="3044" y="548"/>
                  </a:lnTo>
                  <a:lnTo>
                    <a:pt x="3045" y="551"/>
                  </a:lnTo>
                  <a:lnTo>
                    <a:pt x="3045" y="552"/>
                  </a:lnTo>
                  <a:lnTo>
                    <a:pt x="3046" y="552"/>
                  </a:lnTo>
                  <a:lnTo>
                    <a:pt x="3046" y="552"/>
                  </a:lnTo>
                  <a:lnTo>
                    <a:pt x="3046" y="323"/>
                  </a:lnTo>
                  <a:lnTo>
                    <a:pt x="3047" y="552"/>
                  </a:lnTo>
                  <a:lnTo>
                    <a:pt x="3047" y="552"/>
                  </a:lnTo>
                  <a:lnTo>
                    <a:pt x="3048" y="0"/>
                  </a:lnTo>
                  <a:lnTo>
                    <a:pt x="3048" y="0"/>
                  </a:lnTo>
                  <a:lnTo>
                    <a:pt x="3048" y="0"/>
                  </a:lnTo>
                  <a:lnTo>
                    <a:pt x="3049" y="552"/>
                  </a:lnTo>
                  <a:lnTo>
                    <a:pt x="3049" y="552"/>
                  </a:lnTo>
                  <a:lnTo>
                    <a:pt x="3049" y="552"/>
                  </a:lnTo>
                  <a:lnTo>
                    <a:pt x="3050" y="514"/>
                  </a:lnTo>
                  <a:lnTo>
                    <a:pt x="3051" y="511"/>
                  </a:lnTo>
                  <a:lnTo>
                    <a:pt x="3051" y="552"/>
                  </a:lnTo>
                  <a:lnTo>
                    <a:pt x="3052" y="427"/>
                  </a:lnTo>
                  <a:lnTo>
                    <a:pt x="3052" y="427"/>
                  </a:lnTo>
                  <a:lnTo>
                    <a:pt x="3052" y="491"/>
                  </a:lnTo>
                  <a:lnTo>
                    <a:pt x="3053" y="0"/>
                  </a:lnTo>
                  <a:lnTo>
                    <a:pt x="3053" y="0"/>
                  </a:lnTo>
                  <a:lnTo>
                    <a:pt x="3053" y="0"/>
                  </a:lnTo>
                  <a:lnTo>
                    <a:pt x="3054" y="8"/>
                  </a:lnTo>
                  <a:lnTo>
                    <a:pt x="3054" y="14"/>
                  </a:lnTo>
                  <a:lnTo>
                    <a:pt x="3055" y="552"/>
                  </a:lnTo>
                  <a:lnTo>
                    <a:pt x="3055" y="538"/>
                  </a:lnTo>
                  <a:lnTo>
                    <a:pt x="3055" y="539"/>
                  </a:lnTo>
                  <a:lnTo>
                    <a:pt x="3055" y="552"/>
                  </a:lnTo>
                  <a:lnTo>
                    <a:pt x="3056" y="0"/>
                  </a:lnTo>
                  <a:lnTo>
                    <a:pt x="3056" y="0"/>
                  </a:lnTo>
                  <a:lnTo>
                    <a:pt x="3057" y="2"/>
                  </a:lnTo>
                  <a:lnTo>
                    <a:pt x="3057" y="552"/>
                  </a:lnTo>
                  <a:lnTo>
                    <a:pt x="3058" y="552"/>
                  </a:lnTo>
                  <a:lnTo>
                    <a:pt x="3058" y="552"/>
                  </a:lnTo>
                  <a:lnTo>
                    <a:pt x="3059" y="99"/>
                  </a:lnTo>
                  <a:lnTo>
                    <a:pt x="3059" y="171"/>
                  </a:lnTo>
                  <a:lnTo>
                    <a:pt x="3059" y="181"/>
                  </a:lnTo>
                  <a:lnTo>
                    <a:pt x="3059" y="552"/>
                  </a:lnTo>
                  <a:lnTo>
                    <a:pt x="3060" y="552"/>
                  </a:lnTo>
                  <a:lnTo>
                    <a:pt x="3060" y="552"/>
                  </a:lnTo>
                  <a:lnTo>
                    <a:pt x="3061" y="498"/>
                  </a:lnTo>
                  <a:lnTo>
                    <a:pt x="3061" y="484"/>
                  </a:lnTo>
                  <a:lnTo>
                    <a:pt x="3062" y="0"/>
                  </a:lnTo>
                  <a:lnTo>
                    <a:pt x="3062" y="0"/>
                  </a:lnTo>
                  <a:lnTo>
                    <a:pt x="3062" y="0"/>
                  </a:lnTo>
                  <a:lnTo>
                    <a:pt x="3064" y="0"/>
                  </a:lnTo>
                  <a:lnTo>
                    <a:pt x="3064" y="0"/>
                  </a:lnTo>
                  <a:lnTo>
                    <a:pt x="3065" y="552"/>
                  </a:lnTo>
                  <a:lnTo>
                    <a:pt x="3065" y="543"/>
                  </a:lnTo>
                  <a:lnTo>
                    <a:pt x="3065" y="539"/>
                  </a:lnTo>
                  <a:lnTo>
                    <a:pt x="3065" y="447"/>
                  </a:lnTo>
                  <a:lnTo>
                    <a:pt x="3066" y="552"/>
                  </a:lnTo>
                  <a:lnTo>
                    <a:pt x="3066" y="552"/>
                  </a:lnTo>
                  <a:lnTo>
                    <a:pt x="3066" y="552"/>
                  </a:lnTo>
                  <a:lnTo>
                    <a:pt x="3067" y="0"/>
                  </a:lnTo>
                  <a:lnTo>
                    <a:pt x="3067" y="0"/>
                  </a:lnTo>
                  <a:lnTo>
                    <a:pt x="3067" y="0"/>
                  </a:lnTo>
                  <a:lnTo>
                    <a:pt x="3068" y="434"/>
                  </a:lnTo>
                  <a:lnTo>
                    <a:pt x="3068" y="440"/>
                  </a:lnTo>
                  <a:lnTo>
                    <a:pt x="3069" y="552"/>
                  </a:lnTo>
                  <a:lnTo>
                    <a:pt x="3070" y="409"/>
                  </a:lnTo>
                  <a:lnTo>
                    <a:pt x="3070" y="405"/>
                  </a:lnTo>
                  <a:lnTo>
                    <a:pt x="3071" y="80"/>
                  </a:lnTo>
                  <a:lnTo>
                    <a:pt x="3071" y="376"/>
                  </a:lnTo>
                  <a:lnTo>
                    <a:pt x="3071" y="396"/>
                  </a:lnTo>
                  <a:lnTo>
                    <a:pt x="3071" y="491"/>
                  </a:lnTo>
                  <a:lnTo>
                    <a:pt x="3072" y="0"/>
                  </a:lnTo>
                  <a:lnTo>
                    <a:pt x="3072" y="0"/>
                  </a:lnTo>
                  <a:lnTo>
                    <a:pt x="3072" y="0"/>
                  </a:lnTo>
                  <a:lnTo>
                    <a:pt x="3073" y="456"/>
                  </a:lnTo>
                  <a:lnTo>
                    <a:pt x="3073" y="466"/>
                  </a:lnTo>
                  <a:lnTo>
                    <a:pt x="3074" y="552"/>
                  </a:lnTo>
                  <a:lnTo>
                    <a:pt x="3074" y="552"/>
                  </a:lnTo>
                  <a:lnTo>
                    <a:pt x="3074" y="552"/>
                  </a:lnTo>
                  <a:lnTo>
                    <a:pt x="3076" y="0"/>
                  </a:lnTo>
                  <a:lnTo>
                    <a:pt x="3076" y="0"/>
                  </a:lnTo>
                  <a:lnTo>
                    <a:pt x="3076" y="0"/>
                  </a:lnTo>
                  <a:lnTo>
                    <a:pt x="3077" y="6"/>
                  </a:lnTo>
                  <a:lnTo>
                    <a:pt x="3077" y="9"/>
                  </a:lnTo>
                  <a:lnTo>
                    <a:pt x="3078" y="552"/>
                  </a:lnTo>
                  <a:lnTo>
                    <a:pt x="3078" y="552"/>
                  </a:lnTo>
                  <a:lnTo>
                    <a:pt x="3078" y="552"/>
                  </a:lnTo>
                  <a:lnTo>
                    <a:pt x="3079" y="546"/>
                  </a:lnTo>
                  <a:lnTo>
                    <a:pt x="3079" y="552"/>
                  </a:lnTo>
                  <a:lnTo>
                    <a:pt x="3079" y="552"/>
                  </a:lnTo>
                  <a:lnTo>
                    <a:pt x="3080" y="0"/>
                  </a:lnTo>
                  <a:lnTo>
                    <a:pt x="3080" y="0"/>
                  </a:lnTo>
                  <a:lnTo>
                    <a:pt x="3080" y="0"/>
                  </a:lnTo>
                  <a:lnTo>
                    <a:pt x="3081" y="552"/>
                  </a:lnTo>
                  <a:lnTo>
                    <a:pt x="3082" y="552"/>
                  </a:lnTo>
                  <a:lnTo>
                    <a:pt x="3082" y="552"/>
                  </a:lnTo>
                  <a:lnTo>
                    <a:pt x="3083" y="0"/>
                  </a:lnTo>
                  <a:lnTo>
                    <a:pt x="3083" y="122"/>
                  </a:lnTo>
                  <a:lnTo>
                    <a:pt x="3083" y="145"/>
                  </a:lnTo>
                  <a:lnTo>
                    <a:pt x="3083" y="273"/>
                  </a:lnTo>
                  <a:lnTo>
                    <a:pt x="3083" y="0"/>
                  </a:lnTo>
                  <a:lnTo>
                    <a:pt x="3084" y="214"/>
                  </a:lnTo>
                  <a:lnTo>
                    <a:pt x="3084" y="205"/>
                  </a:lnTo>
                  <a:lnTo>
                    <a:pt x="3084" y="0"/>
                  </a:lnTo>
                  <a:lnTo>
                    <a:pt x="3085" y="0"/>
                  </a:lnTo>
                  <a:lnTo>
                    <a:pt x="3085" y="0"/>
                  </a:lnTo>
                  <a:lnTo>
                    <a:pt x="3086" y="69"/>
                  </a:lnTo>
                  <a:lnTo>
                    <a:pt x="3086" y="79"/>
                  </a:lnTo>
                  <a:lnTo>
                    <a:pt x="3087" y="552"/>
                  </a:lnTo>
                  <a:lnTo>
                    <a:pt x="3088" y="552"/>
                  </a:lnTo>
                  <a:lnTo>
                    <a:pt x="3088" y="552"/>
                  </a:lnTo>
                  <a:lnTo>
                    <a:pt x="3089" y="552"/>
                  </a:lnTo>
                  <a:lnTo>
                    <a:pt x="3089" y="552"/>
                  </a:lnTo>
                  <a:lnTo>
                    <a:pt x="3090" y="0"/>
                  </a:lnTo>
                  <a:lnTo>
                    <a:pt x="3090" y="0"/>
                  </a:lnTo>
                  <a:lnTo>
                    <a:pt x="3090" y="0"/>
                  </a:lnTo>
                  <a:lnTo>
                    <a:pt x="3091" y="465"/>
                  </a:lnTo>
                  <a:lnTo>
                    <a:pt x="3091" y="483"/>
                  </a:lnTo>
                  <a:lnTo>
                    <a:pt x="3092" y="552"/>
                  </a:lnTo>
                  <a:lnTo>
                    <a:pt x="3093" y="237"/>
                  </a:lnTo>
                  <a:lnTo>
                    <a:pt x="3093" y="225"/>
                  </a:lnTo>
                  <a:lnTo>
                    <a:pt x="3094" y="16"/>
                  </a:lnTo>
                  <a:lnTo>
                    <a:pt x="3094" y="11"/>
                  </a:lnTo>
                  <a:lnTo>
                    <a:pt x="3094" y="0"/>
                  </a:lnTo>
                  <a:lnTo>
                    <a:pt x="3095" y="465"/>
                  </a:lnTo>
                  <a:lnTo>
                    <a:pt x="3095" y="463"/>
                  </a:lnTo>
                  <a:lnTo>
                    <a:pt x="3095" y="462"/>
                  </a:lnTo>
                  <a:lnTo>
                    <a:pt x="3096" y="411"/>
                  </a:lnTo>
                  <a:lnTo>
                    <a:pt x="3096" y="552"/>
                  </a:lnTo>
                  <a:lnTo>
                    <a:pt x="3096" y="488"/>
                  </a:lnTo>
                  <a:lnTo>
                    <a:pt x="3096" y="489"/>
                  </a:lnTo>
                  <a:lnTo>
                    <a:pt x="3097" y="422"/>
                  </a:lnTo>
                  <a:lnTo>
                    <a:pt x="3097" y="552"/>
                  </a:lnTo>
                  <a:lnTo>
                    <a:pt x="3097" y="552"/>
                  </a:lnTo>
                  <a:lnTo>
                    <a:pt x="3097" y="552"/>
                  </a:lnTo>
                  <a:lnTo>
                    <a:pt x="3099" y="410"/>
                  </a:lnTo>
                  <a:lnTo>
                    <a:pt x="3099" y="408"/>
                  </a:lnTo>
                  <a:lnTo>
                    <a:pt x="3099" y="401"/>
                  </a:lnTo>
                  <a:lnTo>
                    <a:pt x="3099" y="552"/>
                  </a:lnTo>
                  <a:lnTo>
                    <a:pt x="3100" y="417"/>
                  </a:lnTo>
                  <a:lnTo>
                    <a:pt x="3100" y="387"/>
                  </a:lnTo>
                  <a:lnTo>
                    <a:pt x="3100" y="0"/>
                  </a:lnTo>
                  <a:lnTo>
                    <a:pt x="3101" y="0"/>
                  </a:lnTo>
                  <a:lnTo>
                    <a:pt x="3101" y="0"/>
                  </a:lnTo>
                  <a:lnTo>
                    <a:pt x="3102" y="552"/>
                  </a:lnTo>
                  <a:lnTo>
                    <a:pt x="3102" y="552"/>
                  </a:lnTo>
                  <a:lnTo>
                    <a:pt x="3102" y="552"/>
                  </a:lnTo>
                  <a:lnTo>
                    <a:pt x="3103" y="533"/>
                  </a:lnTo>
                  <a:lnTo>
                    <a:pt x="3103" y="552"/>
                  </a:lnTo>
                  <a:lnTo>
                    <a:pt x="3104" y="552"/>
                  </a:lnTo>
                  <a:lnTo>
                    <a:pt x="3105" y="50"/>
                  </a:lnTo>
                  <a:lnTo>
                    <a:pt x="3105" y="36"/>
                  </a:lnTo>
                  <a:lnTo>
                    <a:pt x="3105" y="0"/>
                  </a:lnTo>
                  <a:lnTo>
                    <a:pt x="3106" y="11"/>
                  </a:lnTo>
                  <a:lnTo>
                    <a:pt x="3106" y="17"/>
                  </a:lnTo>
                  <a:lnTo>
                    <a:pt x="3106" y="552"/>
                  </a:lnTo>
                  <a:lnTo>
                    <a:pt x="3107" y="552"/>
                  </a:lnTo>
                  <a:lnTo>
                    <a:pt x="3107" y="552"/>
                  </a:lnTo>
                  <a:lnTo>
                    <a:pt x="3108" y="63"/>
                  </a:lnTo>
                  <a:lnTo>
                    <a:pt x="3108" y="113"/>
                  </a:lnTo>
                  <a:lnTo>
                    <a:pt x="3108" y="121"/>
                  </a:lnTo>
                  <a:lnTo>
                    <a:pt x="3109" y="495"/>
                  </a:lnTo>
                  <a:lnTo>
                    <a:pt x="3109" y="412"/>
                  </a:lnTo>
                  <a:lnTo>
                    <a:pt x="3110" y="404"/>
                  </a:lnTo>
                  <a:lnTo>
                    <a:pt x="3110" y="0"/>
                  </a:lnTo>
                  <a:lnTo>
                    <a:pt x="3111" y="104"/>
                  </a:lnTo>
                  <a:lnTo>
                    <a:pt x="3111" y="120"/>
                  </a:lnTo>
                  <a:lnTo>
                    <a:pt x="3111" y="552"/>
                  </a:lnTo>
                  <a:lnTo>
                    <a:pt x="3112" y="552"/>
                  </a:lnTo>
                  <a:lnTo>
                    <a:pt x="3112" y="550"/>
                  </a:lnTo>
                  <a:lnTo>
                    <a:pt x="3113" y="0"/>
                  </a:lnTo>
                  <a:lnTo>
                    <a:pt x="3113" y="0"/>
                  </a:lnTo>
                  <a:lnTo>
                    <a:pt x="3113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5" y="208"/>
                  </a:lnTo>
                  <a:lnTo>
                    <a:pt x="3115" y="165"/>
                  </a:lnTo>
                  <a:lnTo>
                    <a:pt x="3116" y="156"/>
                  </a:lnTo>
                  <a:lnTo>
                    <a:pt x="3116" y="0"/>
                  </a:lnTo>
                  <a:lnTo>
                    <a:pt x="3117" y="0"/>
                  </a:lnTo>
                  <a:lnTo>
                    <a:pt x="3117" y="0"/>
                  </a:lnTo>
                  <a:lnTo>
                    <a:pt x="3117" y="552"/>
                  </a:lnTo>
                  <a:lnTo>
                    <a:pt x="3118" y="552"/>
                  </a:lnTo>
                  <a:lnTo>
                    <a:pt x="3118" y="552"/>
                  </a:lnTo>
                  <a:lnTo>
                    <a:pt x="3119" y="552"/>
                  </a:lnTo>
                  <a:lnTo>
                    <a:pt x="3119" y="552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1" y="547"/>
                  </a:lnTo>
                  <a:lnTo>
                    <a:pt x="3121" y="550"/>
                  </a:lnTo>
                  <a:lnTo>
                    <a:pt x="3122" y="552"/>
                  </a:lnTo>
                  <a:lnTo>
                    <a:pt x="3123" y="552"/>
                  </a:lnTo>
                  <a:lnTo>
                    <a:pt x="3123" y="552"/>
                  </a:lnTo>
                  <a:lnTo>
                    <a:pt x="3124" y="552"/>
                  </a:lnTo>
                  <a:lnTo>
                    <a:pt x="3124" y="552"/>
                  </a:lnTo>
                  <a:lnTo>
                    <a:pt x="3124" y="0"/>
                  </a:lnTo>
                  <a:lnTo>
                    <a:pt x="3125" y="0"/>
                  </a:lnTo>
                  <a:lnTo>
                    <a:pt x="3125" y="0"/>
                  </a:lnTo>
                  <a:lnTo>
                    <a:pt x="3126" y="552"/>
                  </a:lnTo>
                  <a:lnTo>
                    <a:pt x="3126" y="552"/>
                  </a:lnTo>
                  <a:lnTo>
                    <a:pt x="3126" y="552"/>
                  </a:lnTo>
                  <a:lnTo>
                    <a:pt x="3127" y="477"/>
                  </a:lnTo>
                  <a:lnTo>
                    <a:pt x="3127" y="469"/>
                  </a:lnTo>
                  <a:lnTo>
                    <a:pt x="3128" y="413"/>
                  </a:lnTo>
                  <a:lnTo>
                    <a:pt x="3128" y="552"/>
                  </a:lnTo>
                  <a:lnTo>
                    <a:pt x="3129" y="552"/>
                  </a:lnTo>
                  <a:lnTo>
                    <a:pt x="3129" y="552"/>
                  </a:lnTo>
                  <a:lnTo>
                    <a:pt x="3130" y="0"/>
                  </a:lnTo>
                  <a:lnTo>
                    <a:pt x="3130" y="0"/>
                  </a:lnTo>
                  <a:lnTo>
                    <a:pt x="3130" y="0"/>
                  </a:lnTo>
                  <a:lnTo>
                    <a:pt x="3131" y="552"/>
                  </a:lnTo>
                  <a:lnTo>
                    <a:pt x="3131" y="552"/>
                  </a:lnTo>
                  <a:lnTo>
                    <a:pt x="3131" y="552"/>
                  </a:lnTo>
                  <a:lnTo>
                    <a:pt x="3132" y="538"/>
                  </a:lnTo>
                  <a:lnTo>
                    <a:pt x="3132" y="533"/>
                  </a:lnTo>
                  <a:lnTo>
                    <a:pt x="3133" y="452"/>
                  </a:lnTo>
                  <a:lnTo>
                    <a:pt x="3133" y="457"/>
                  </a:lnTo>
                  <a:lnTo>
                    <a:pt x="3133" y="459"/>
                  </a:lnTo>
                  <a:lnTo>
                    <a:pt x="3134" y="462"/>
                  </a:lnTo>
                  <a:lnTo>
                    <a:pt x="3135" y="0"/>
                  </a:lnTo>
                  <a:lnTo>
                    <a:pt x="3135" y="0"/>
                  </a:lnTo>
                  <a:lnTo>
                    <a:pt x="3135" y="0"/>
                  </a:lnTo>
                  <a:lnTo>
                    <a:pt x="3136" y="290"/>
                  </a:lnTo>
                  <a:lnTo>
                    <a:pt x="3136" y="294"/>
                  </a:lnTo>
                  <a:lnTo>
                    <a:pt x="3136" y="273"/>
                  </a:lnTo>
                  <a:lnTo>
                    <a:pt x="3137" y="552"/>
                  </a:lnTo>
                  <a:lnTo>
                    <a:pt x="3137" y="552"/>
                  </a:lnTo>
                  <a:lnTo>
                    <a:pt x="3137" y="552"/>
                  </a:lnTo>
                  <a:lnTo>
                    <a:pt x="3138" y="552"/>
                  </a:lnTo>
                  <a:lnTo>
                    <a:pt x="3138" y="552"/>
                  </a:lnTo>
                  <a:lnTo>
                    <a:pt x="3139" y="552"/>
                  </a:lnTo>
                  <a:lnTo>
                    <a:pt x="3139" y="552"/>
                  </a:lnTo>
                  <a:lnTo>
                    <a:pt x="3140" y="0"/>
                  </a:lnTo>
                  <a:lnTo>
                    <a:pt x="3141" y="0"/>
                  </a:lnTo>
                  <a:lnTo>
                    <a:pt x="3141" y="0"/>
                  </a:lnTo>
                  <a:lnTo>
                    <a:pt x="3141" y="552"/>
                  </a:lnTo>
                  <a:lnTo>
                    <a:pt x="3142" y="552"/>
                  </a:lnTo>
                  <a:lnTo>
                    <a:pt x="3142" y="552"/>
                  </a:lnTo>
                  <a:lnTo>
                    <a:pt x="3143" y="552"/>
                  </a:lnTo>
                  <a:lnTo>
                    <a:pt x="3143" y="552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5" y="552"/>
                  </a:lnTo>
                  <a:lnTo>
                    <a:pt x="3146" y="552"/>
                  </a:lnTo>
                  <a:lnTo>
                    <a:pt x="3146" y="552"/>
                  </a:lnTo>
                  <a:lnTo>
                    <a:pt x="3147" y="552"/>
                  </a:lnTo>
                  <a:lnTo>
                    <a:pt x="3147" y="552"/>
                  </a:lnTo>
                  <a:lnTo>
                    <a:pt x="3148" y="0"/>
                  </a:lnTo>
                  <a:lnTo>
                    <a:pt x="3148" y="0"/>
                  </a:lnTo>
                  <a:lnTo>
                    <a:pt x="3148" y="0"/>
                  </a:lnTo>
                  <a:lnTo>
                    <a:pt x="3149" y="296"/>
                  </a:lnTo>
                  <a:lnTo>
                    <a:pt x="3149" y="303"/>
                  </a:lnTo>
                  <a:lnTo>
                    <a:pt x="3150" y="294"/>
                  </a:lnTo>
                  <a:lnTo>
                    <a:pt x="3150" y="466"/>
                  </a:lnTo>
                  <a:lnTo>
                    <a:pt x="3150" y="475"/>
                  </a:lnTo>
                  <a:lnTo>
                    <a:pt x="3151" y="552"/>
                  </a:lnTo>
                  <a:lnTo>
                    <a:pt x="3152" y="552"/>
                  </a:lnTo>
                  <a:lnTo>
                    <a:pt x="3152" y="552"/>
                  </a:lnTo>
                  <a:lnTo>
                    <a:pt x="3153" y="552"/>
                  </a:lnTo>
                  <a:lnTo>
                    <a:pt x="3153" y="552"/>
                  </a:lnTo>
                  <a:lnTo>
                    <a:pt x="3154" y="490"/>
                  </a:lnTo>
                  <a:lnTo>
                    <a:pt x="3154" y="521"/>
                  </a:lnTo>
                  <a:lnTo>
                    <a:pt x="3154" y="526"/>
                  </a:lnTo>
                  <a:lnTo>
                    <a:pt x="3154" y="552"/>
                  </a:lnTo>
                  <a:lnTo>
                    <a:pt x="3155" y="317"/>
                  </a:lnTo>
                  <a:lnTo>
                    <a:pt x="3155" y="312"/>
                  </a:lnTo>
                  <a:lnTo>
                    <a:pt x="3156" y="0"/>
                  </a:lnTo>
                  <a:lnTo>
                    <a:pt x="3156" y="72"/>
                  </a:lnTo>
                  <a:lnTo>
                    <a:pt x="3156" y="86"/>
                  </a:lnTo>
                  <a:lnTo>
                    <a:pt x="3158" y="552"/>
                  </a:lnTo>
                  <a:lnTo>
                    <a:pt x="3158" y="552"/>
                  </a:lnTo>
                  <a:lnTo>
                    <a:pt x="3158" y="552"/>
                  </a:lnTo>
                  <a:lnTo>
                    <a:pt x="3158" y="266"/>
                  </a:lnTo>
                  <a:lnTo>
                    <a:pt x="3159" y="468"/>
                  </a:lnTo>
                  <a:lnTo>
                    <a:pt x="3159" y="463"/>
                  </a:lnTo>
                  <a:lnTo>
                    <a:pt x="3159" y="423"/>
                  </a:lnTo>
                  <a:lnTo>
                    <a:pt x="3159" y="552"/>
                  </a:lnTo>
                  <a:lnTo>
                    <a:pt x="3160" y="552"/>
                  </a:lnTo>
                  <a:lnTo>
                    <a:pt x="3160" y="552"/>
                  </a:lnTo>
                  <a:lnTo>
                    <a:pt x="3161" y="365"/>
                  </a:lnTo>
                  <a:lnTo>
                    <a:pt x="3161" y="35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4" y="552"/>
                  </a:lnTo>
                  <a:lnTo>
                    <a:pt x="3164" y="552"/>
                  </a:lnTo>
                  <a:lnTo>
                    <a:pt x="3164" y="552"/>
                  </a:lnTo>
                  <a:lnTo>
                    <a:pt x="3165" y="295"/>
                  </a:lnTo>
                  <a:lnTo>
                    <a:pt x="3165" y="264"/>
                  </a:lnTo>
                  <a:lnTo>
                    <a:pt x="3165" y="0"/>
                  </a:lnTo>
                  <a:lnTo>
                    <a:pt x="3166" y="442"/>
                  </a:lnTo>
                  <a:lnTo>
                    <a:pt x="3166" y="136"/>
                  </a:lnTo>
                  <a:lnTo>
                    <a:pt x="3166" y="122"/>
                  </a:lnTo>
                  <a:lnTo>
                    <a:pt x="3166" y="51"/>
                  </a:lnTo>
                  <a:lnTo>
                    <a:pt x="3167" y="552"/>
                  </a:lnTo>
                  <a:lnTo>
                    <a:pt x="3167" y="552"/>
                  </a:lnTo>
                  <a:lnTo>
                    <a:pt x="3167" y="552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9" y="0"/>
                  </a:lnTo>
                  <a:lnTo>
                    <a:pt x="3169" y="481"/>
                  </a:lnTo>
                  <a:lnTo>
                    <a:pt x="3170" y="407"/>
                  </a:lnTo>
                  <a:lnTo>
                    <a:pt x="3170" y="408"/>
                  </a:lnTo>
                  <a:lnTo>
                    <a:pt x="3170" y="552"/>
                  </a:lnTo>
                  <a:lnTo>
                    <a:pt x="3171" y="552"/>
                  </a:lnTo>
                  <a:lnTo>
                    <a:pt x="3171" y="552"/>
                  </a:lnTo>
                  <a:lnTo>
                    <a:pt x="3172" y="552"/>
                  </a:lnTo>
                  <a:lnTo>
                    <a:pt x="3172" y="552"/>
                  </a:lnTo>
                  <a:lnTo>
                    <a:pt x="3173" y="0"/>
                  </a:lnTo>
                  <a:lnTo>
                    <a:pt x="3173" y="0"/>
                  </a:lnTo>
                  <a:lnTo>
                    <a:pt x="3174" y="0"/>
                  </a:lnTo>
                  <a:lnTo>
                    <a:pt x="3174" y="552"/>
                  </a:lnTo>
                  <a:lnTo>
                    <a:pt x="3174" y="552"/>
                  </a:lnTo>
                  <a:lnTo>
                    <a:pt x="3175" y="552"/>
                  </a:lnTo>
                  <a:lnTo>
                    <a:pt x="3176" y="552"/>
                  </a:lnTo>
                  <a:lnTo>
                    <a:pt x="3176" y="552"/>
                  </a:lnTo>
                  <a:lnTo>
                    <a:pt x="3177" y="409"/>
                  </a:lnTo>
                  <a:lnTo>
                    <a:pt x="3177" y="472"/>
                  </a:lnTo>
                  <a:lnTo>
                    <a:pt x="3177" y="477"/>
                  </a:lnTo>
                  <a:lnTo>
                    <a:pt x="3177" y="492"/>
                  </a:lnTo>
                  <a:lnTo>
                    <a:pt x="3178" y="0"/>
                  </a:lnTo>
                  <a:lnTo>
                    <a:pt x="3178" y="0"/>
                  </a:lnTo>
                  <a:lnTo>
                    <a:pt x="3178" y="0"/>
                  </a:lnTo>
                  <a:lnTo>
                    <a:pt x="3179" y="334"/>
                  </a:lnTo>
                  <a:lnTo>
                    <a:pt x="3180" y="353"/>
                  </a:lnTo>
                  <a:lnTo>
                    <a:pt x="3180" y="552"/>
                  </a:lnTo>
                  <a:lnTo>
                    <a:pt x="3180" y="552"/>
                  </a:lnTo>
                  <a:lnTo>
                    <a:pt x="3181" y="552"/>
                  </a:lnTo>
                  <a:lnTo>
                    <a:pt x="3182" y="395"/>
                  </a:lnTo>
                  <a:lnTo>
                    <a:pt x="3182" y="390"/>
                  </a:lnTo>
                  <a:lnTo>
                    <a:pt x="3182" y="0"/>
                  </a:lnTo>
                  <a:lnTo>
                    <a:pt x="3183" y="0"/>
                  </a:lnTo>
                  <a:lnTo>
                    <a:pt x="3183" y="0"/>
                  </a:lnTo>
                  <a:lnTo>
                    <a:pt x="3184" y="56"/>
                  </a:lnTo>
                  <a:lnTo>
                    <a:pt x="3184" y="61"/>
                  </a:lnTo>
                  <a:lnTo>
                    <a:pt x="3185" y="405"/>
                  </a:lnTo>
                  <a:lnTo>
                    <a:pt x="3185" y="410"/>
                  </a:lnTo>
                  <a:lnTo>
                    <a:pt x="3186" y="538"/>
                  </a:lnTo>
                  <a:lnTo>
                    <a:pt x="3186" y="364"/>
                  </a:lnTo>
                  <a:lnTo>
                    <a:pt x="3186" y="354"/>
                  </a:lnTo>
                  <a:lnTo>
                    <a:pt x="3187" y="0"/>
                  </a:lnTo>
                  <a:lnTo>
                    <a:pt x="3188" y="142"/>
                  </a:lnTo>
                  <a:lnTo>
                    <a:pt x="3188" y="155"/>
                  </a:lnTo>
                  <a:lnTo>
                    <a:pt x="3189" y="552"/>
                  </a:lnTo>
                  <a:lnTo>
                    <a:pt x="3189" y="552"/>
                  </a:lnTo>
                  <a:lnTo>
                    <a:pt x="3189" y="552"/>
                  </a:lnTo>
                  <a:lnTo>
                    <a:pt x="3190" y="530"/>
                  </a:lnTo>
                  <a:lnTo>
                    <a:pt x="3190" y="552"/>
                  </a:lnTo>
                  <a:lnTo>
                    <a:pt x="3190" y="552"/>
                  </a:lnTo>
                  <a:lnTo>
                    <a:pt x="3191" y="499"/>
                  </a:lnTo>
                  <a:lnTo>
                    <a:pt x="3191" y="486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3" y="552"/>
                  </a:lnTo>
                  <a:lnTo>
                    <a:pt x="3194" y="552"/>
                  </a:lnTo>
                  <a:lnTo>
                    <a:pt x="3194" y="552"/>
                  </a:lnTo>
                  <a:lnTo>
                    <a:pt x="3195" y="522"/>
                  </a:lnTo>
                  <a:lnTo>
                    <a:pt x="3195" y="531"/>
                  </a:lnTo>
                  <a:lnTo>
                    <a:pt x="3195" y="533"/>
                  </a:lnTo>
                  <a:lnTo>
                    <a:pt x="3195" y="552"/>
                  </a:lnTo>
                  <a:lnTo>
                    <a:pt x="3196" y="3"/>
                  </a:lnTo>
                  <a:lnTo>
                    <a:pt x="3196" y="1"/>
                  </a:lnTo>
                  <a:lnTo>
                    <a:pt x="3196" y="0"/>
                  </a:lnTo>
                  <a:lnTo>
                    <a:pt x="3197" y="189"/>
                  </a:lnTo>
                  <a:lnTo>
                    <a:pt x="3197" y="215"/>
                  </a:lnTo>
                  <a:lnTo>
                    <a:pt x="3198" y="552"/>
                  </a:lnTo>
                  <a:lnTo>
                    <a:pt x="3199" y="552"/>
                  </a:lnTo>
                  <a:lnTo>
                    <a:pt x="3199" y="552"/>
                  </a:lnTo>
                  <a:lnTo>
                    <a:pt x="3200" y="552"/>
                  </a:lnTo>
                  <a:lnTo>
                    <a:pt x="3200" y="552"/>
                  </a:lnTo>
                  <a:lnTo>
                    <a:pt x="3201" y="0"/>
                  </a:lnTo>
                  <a:lnTo>
                    <a:pt x="3201" y="0"/>
                  </a:lnTo>
                  <a:lnTo>
                    <a:pt x="3202" y="541"/>
                  </a:lnTo>
                  <a:lnTo>
                    <a:pt x="3202" y="547"/>
                  </a:lnTo>
                  <a:lnTo>
                    <a:pt x="3202" y="552"/>
                  </a:lnTo>
                  <a:lnTo>
                    <a:pt x="3203" y="552"/>
                  </a:lnTo>
                  <a:lnTo>
                    <a:pt x="3203" y="552"/>
                  </a:lnTo>
                  <a:lnTo>
                    <a:pt x="3205" y="552"/>
                  </a:lnTo>
                  <a:lnTo>
                    <a:pt x="3205" y="552"/>
                  </a:lnTo>
                  <a:lnTo>
                    <a:pt x="3205" y="0"/>
                  </a:lnTo>
                  <a:lnTo>
                    <a:pt x="3206" y="0"/>
                  </a:lnTo>
                  <a:lnTo>
                    <a:pt x="3206" y="0"/>
                  </a:lnTo>
                  <a:lnTo>
                    <a:pt x="3207" y="552"/>
                  </a:lnTo>
                  <a:lnTo>
                    <a:pt x="3207" y="552"/>
                  </a:lnTo>
                  <a:lnTo>
                    <a:pt x="3207" y="552"/>
                  </a:lnTo>
                  <a:lnTo>
                    <a:pt x="3208" y="552"/>
                  </a:lnTo>
                  <a:lnTo>
                    <a:pt x="3208" y="552"/>
                  </a:lnTo>
                  <a:lnTo>
                    <a:pt x="3209" y="475"/>
                  </a:lnTo>
                  <a:lnTo>
                    <a:pt x="3209" y="456"/>
                  </a:lnTo>
                  <a:lnTo>
                    <a:pt x="3210" y="0"/>
                  </a:lnTo>
                  <a:lnTo>
                    <a:pt x="3211" y="0"/>
                  </a:lnTo>
                  <a:lnTo>
                    <a:pt x="3211" y="0"/>
                  </a:lnTo>
                  <a:lnTo>
                    <a:pt x="3212" y="552"/>
                  </a:lnTo>
                  <a:lnTo>
                    <a:pt x="3212" y="552"/>
                  </a:lnTo>
                  <a:lnTo>
                    <a:pt x="3212" y="552"/>
                  </a:lnTo>
                  <a:lnTo>
                    <a:pt x="3213" y="552"/>
                  </a:lnTo>
                  <a:lnTo>
                    <a:pt x="3213" y="552"/>
                  </a:lnTo>
                  <a:lnTo>
                    <a:pt x="3214" y="324"/>
                  </a:lnTo>
                  <a:lnTo>
                    <a:pt x="3214" y="305"/>
                  </a:lnTo>
                  <a:lnTo>
                    <a:pt x="3214" y="0"/>
                  </a:lnTo>
                  <a:lnTo>
                    <a:pt x="3215" y="180"/>
                  </a:lnTo>
                  <a:lnTo>
                    <a:pt x="3215" y="197"/>
                  </a:lnTo>
                  <a:lnTo>
                    <a:pt x="3216" y="552"/>
                  </a:lnTo>
                  <a:lnTo>
                    <a:pt x="3217" y="497"/>
                  </a:lnTo>
                  <a:lnTo>
                    <a:pt x="3217" y="500"/>
                  </a:lnTo>
                  <a:lnTo>
                    <a:pt x="3217" y="552"/>
                  </a:lnTo>
                  <a:lnTo>
                    <a:pt x="3218" y="497"/>
                  </a:lnTo>
                  <a:lnTo>
                    <a:pt x="3218" y="487"/>
                  </a:lnTo>
                  <a:lnTo>
                    <a:pt x="3218" y="0"/>
                  </a:lnTo>
                  <a:lnTo>
                    <a:pt x="3219" y="366"/>
                  </a:lnTo>
                  <a:lnTo>
                    <a:pt x="3219" y="379"/>
                  </a:lnTo>
                  <a:lnTo>
                    <a:pt x="3219" y="552"/>
                  </a:lnTo>
                  <a:lnTo>
                    <a:pt x="3220" y="552"/>
                  </a:lnTo>
                  <a:lnTo>
                    <a:pt x="3220" y="552"/>
                  </a:lnTo>
                  <a:lnTo>
                    <a:pt x="3221" y="552"/>
                  </a:lnTo>
                  <a:lnTo>
                    <a:pt x="3221" y="552"/>
                  </a:lnTo>
                  <a:lnTo>
                    <a:pt x="3222" y="0"/>
                  </a:lnTo>
                  <a:lnTo>
                    <a:pt x="3223" y="0"/>
                  </a:lnTo>
                  <a:lnTo>
                    <a:pt x="3223" y="0"/>
                  </a:lnTo>
                  <a:lnTo>
                    <a:pt x="3224" y="210"/>
                  </a:lnTo>
                  <a:lnTo>
                    <a:pt x="3224" y="211"/>
                  </a:lnTo>
                  <a:lnTo>
                    <a:pt x="3225" y="477"/>
                  </a:lnTo>
                  <a:lnTo>
                    <a:pt x="3225" y="367"/>
                  </a:lnTo>
                  <a:lnTo>
                    <a:pt x="3225" y="361"/>
                  </a:lnTo>
                  <a:lnTo>
                    <a:pt x="3226" y="0"/>
                  </a:lnTo>
                  <a:lnTo>
                    <a:pt x="3226" y="0"/>
                  </a:lnTo>
                  <a:lnTo>
                    <a:pt x="3227" y="0"/>
                  </a:lnTo>
                  <a:lnTo>
                    <a:pt x="3227" y="180"/>
                  </a:lnTo>
                  <a:lnTo>
                    <a:pt x="3228" y="185"/>
                  </a:lnTo>
                  <a:lnTo>
                    <a:pt x="3228" y="552"/>
                  </a:lnTo>
                  <a:lnTo>
                    <a:pt x="3229" y="552"/>
                  </a:lnTo>
                  <a:lnTo>
                    <a:pt x="3229" y="552"/>
                  </a:lnTo>
                  <a:lnTo>
                    <a:pt x="3230" y="552"/>
                  </a:lnTo>
                  <a:lnTo>
                    <a:pt x="3230" y="552"/>
                  </a:lnTo>
                  <a:lnTo>
                    <a:pt x="3231" y="527"/>
                  </a:lnTo>
                  <a:lnTo>
                    <a:pt x="3231" y="552"/>
                  </a:lnTo>
                  <a:lnTo>
                    <a:pt x="3231" y="552"/>
                  </a:lnTo>
                  <a:lnTo>
                    <a:pt x="3232" y="478"/>
                  </a:lnTo>
                  <a:lnTo>
                    <a:pt x="3232" y="502"/>
                  </a:lnTo>
                  <a:lnTo>
                    <a:pt x="3233" y="502"/>
                  </a:lnTo>
                  <a:lnTo>
                    <a:pt x="3233" y="515"/>
                  </a:lnTo>
                  <a:lnTo>
                    <a:pt x="3233" y="275"/>
                  </a:lnTo>
                  <a:lnTo>
                    <a:pt x="3234" y="261"/>
                  </a:lnTo>
                  <a:lnTo>
                    <a:pt x="3234" y="0"/>
                  </a:lnTo>
                  <a:lnTo>
                    <a:pt x="3235" y="0"/>
                  </a:lnTo>
                  <a:lnTo>
                    <a:pt x="3235" y="0"/>
                  </a:lnTo>
                  <a:lnTo>
                    <a:pt x="3236" y="552"/>
                  </a:lnTo>
                  <a:lnTo>
                    <a:pt x="3236" y="552"/>
                  </a:lnTo>
                  <a:lnTo>
                    <a:pt x="3236" y="552"/>
                  </a:lnTo>
                  <a:lnTo>
                    <a:pt x="3237" y="552"/>
                  </a:lnTo>
                  <a:lnTo>
                    <a:pt x="3237" y="552"/>
                  </a:lnTo>
                  <a:lnTo>
                    <a:pt x="3238" y="0"/>
                  </a:lnTo>
                  <a:lnTo>
                    <a:pt x="3238" y="0"/>
                  </a:lnTo>
                  <a:lnTo>
                    <a:pt x="3239" y="0"/>
                  </a:lnTo>
                  <a:lnTo>
                    <a:pt x="3239" y="552"/>
                  </a:lnTo>
                  <a:lnTo>
                    <a:pt x="3239" y="552"/>
                  </a:lnTo>
                  <a:lnTo>
                    <a:pt x="3240" y="552"/>
                  </a:lnTo>
                  <a:lnTo>
                    <a:pt x="3241" y="552"/>
                  </a:lnTo>
                  <a:lnTo>
                    <a:pt x="3241" y="552"/>
                  </a:lnTo>
                  <a:lnTo>
                    <a:pt x="3242" y="545"/>
                  </a:lnTo>
                  <a:lnTo>
                    <a:pt x="3242" y="541"/>
                  </a:lnTo>
                  <a:lnTo>
                    <a:pt x="3242" y="0"/>
                  </a:lnTo>
                  <a:lnTo>
                    <a:pt x="3243" y="0"/>
                  </a:lnTo>
                  <a:lnTo>
                    <a:pt x="3243" y="0"/>
                  </a:lnTo>
                  <a:lnTo>
                    <a:pt x="3244" y="302"/>
                  </a:lnTo>
                  <a:lnTo>
                    <a:pt x="3244" y="286"/>
                  </a:lnTo>
                  <a:lnTo>
                    <a:pt x="3244" y="281"/>
                  </a:lnTo>
                  <a:lnTo>
                    <a:pt x="3245" y="17"/>
                  </a:lnTo>
                  <a:lnTo>
                    <a:pt x="3245" y="509"/>
                  </a:lnTo>
                  <a:lnTo>
                    <a:pt x="3245" y="518"/>
                  </a:lnTo>
                  <a:lnTo>
                    <a:pt x="3246" y="552"/>
                  </a:lnTo>
                  <a:lnTo>
                    <a:pt x="3247" y="552"/>
                  </a:lnTo>
                  <a:lnTo>
                    <a:pt x="3247" y="552"/>
                  </a:lnTo>
                  <a:lnTo>
                    <a:pt x="3248" y="493"/>
                  </a:lnTo>
                  <a:lnTo>
                    <a:pt x="3248" y="490"/>
                  </a:lnTo>
                  <a:lnTo>
                    <a:pt x="3248" y="477"/>
                  </a:lnTo>
                  <a:lnTo>
                    <a:pt x="3249" y="552"/>
                  </a:lnTo>
                  <a:lnTo>
                    <a:pt x="3249" y="552"/>
                  </a:lnTo>
                  <a:lnTo>
                    <a:pt x="3249" y="552"/>
                  </a:lnTo>
                  <a:lnTo>
                    <a:pt x="3250" y="0"/>
                  </a:lnTo>
                  <a:lnTo>
                    <a:pt x="3250" y="0"/>
                  </a:lnTo>
                  <a:lnTo>
                    <a:pt x="3250" y="0"/>
                  </a:lnTo>
                  <a:lnTo>
                    <a:pt x="3251" y="443"/>
                  </a:lnTo>
                  <a:lnTo>
                    <a:pt x="3251" y="454"/>
                  </a:lnTo>
                  <a:lnTo>
                    <a:pt x="3252" y="552"/>
                  </a:lnTo>
                  <a:lnTo>
                    <a:pt x="3253" y="552"/>
                  </a:lnTo>
                  <a:lnTo>
                    <a:pt x="3253" y="552"/>
                  </a:lnTo>
                  <a:lnTo>
                    <a:pt x="3254" y="552"/>
                  </a:lnTo>
                  <a:lnTo>
                    <a:pt x="3254" y="552"/>
                  </a:lnTo>
                  <a:lnTo>
                    <a:pt x="3255" y="0"/>
                  </a:lnTo>
                  <a:lnTo>
                    <a:pt x="3255" y="0"/>
                  </a:lnTo>
                  <a:lnTo>
                    <a:pt x="3255" y="0"/>
                  </a:lnTo>
                  <a:lnTo>
                    <a:pt x="3256" y="552"/>
                  </a:lnTo>
                  <a:lnTo>
                    <a:pt x="3256" y="552"/>
                  </a:lnTo>
                  <a:lnTo>
                    <a:pt x="3256" y="552"/>
                  </a:lnTo>
                  <a:lnTo>
                    <a:pt x="3258" y="552"/>
                  </a:lnTo>
                  <a:lnTo>
                    <a:pt x="3258" y="552"/>
                  </a:lnTo>
                  <a:lnTo>
                    <a:pt x="3259" y="552"/>
                  </a:lnTo>
                  <a:lnTo>
                    <a:pt x="3259" y="552"/>
                  </a:lnTo>
                  <a:lnTo>
                    <a:pt x="3260" y="0"/>
                  </a:lnTo>
                  <a:lnTo>
                    <a:pt x="3260" y="0"/>
                  </a:lnTo>
                  <a:lnTo>
                    <a:pt x="3260" y="0"/>
                  </a:lnTo>
                  <a:lnTo>
                    <a:pt x="3261" y="138"/>
                  </a:lnTo>
                  <a:lnTo>
                    <a:pt x="3261" y="150"/>
                  </a:lnTo>
                  <a:lnTo>
                    <a:pt x="3262" y="552"/>
                  </a:lnTo>
                  <a:lnTo>
                    <a:pt x="3262" y="552"/>
                  </a:lnTo>
                  <a:lnTo>
                    <a:pt x="3262" y="552"/>
                  </a:lnTo>
                  <a:lnTo>
                    <a:pt x="3264" y="552"/>
                  </a:lnTo>
                  <a:lnTo>
                    <a:pt x="3264" y="552"/>
                  </a:lnTo>
                  <a:lnTo>
                    <a:pt x="3265" y="28"/>
                  </a:lnTo>
                  <a:lnTo>
                    <a:pt x="3265" y="20"/>
                  </a:lnTo>
                  <a:lnTo>
                    <a:pt x="3265" y="0"/>
                  </a:lnTo>
                  <a:lnTo>
                    <a:pt x="3266" y="45"/>
                  </a:lnTo>
                  <a:lnTo>
                    <a:pt x="3266" y="56"/>
                  </a:lnTo>
                  <a:lnTo>
                    <a:pt x="3267" y="552"/>
                  </a:lnTo>
                  <a:lnTo>
                    <a:pt x="3267" y="552"/>
                  </a:lnTo>
                  <a:lnTo>
                    <a:pt x="3267" y="552"/>
                  </a:lnTo>
                  <a:lnTo>
                    <a:pt x="3268" y="552"/>
                  </a:lnTo>
                  <a:lnTo>
                    <a:pt x="3268" y="552"/>
                  </a:lnTo>
                  <a:lnTo>
                    <a:pt x="3270" y="404"/>
                  </a:lnTo>
                  <a:lnTo>
                    <a:pt x="3270" y="394"/>
                  </a:lnTo>
                  <a:lnTo>
                    <a:pt x="3270" y="0"/>
                  </a:lnTo>
                  <a:lnTo>
                    <a:pt x="3271" y="6"/>
                  </a:lnTo>
                  <a:lnTo>
                    <a:pt x="3271" y="9"/>
                  </a:lnTo>
                  <a:lnTo>
                    <a:pt x="3272" y="552"/>
                  </a:lnTo>
                  <a:lnTo>
                    <a:pt x="3272" y="552"/>
                  </a:lnTo>
                  <a:lnTo>
                    <a:pt x="3272" y="552"/>
                  </a:lnTo>
                  <a:lnTo>
                    <a:pt x="3273" y="552"/>
                  </a:lnTo>
                  <a:lnTo>
                    <a:pt x="3273" y="552"/>
                  </a:lnTo>
                  <a:lnTo>
                    <a:pt x="3274" y="10"/>
                  </a:lnTo>
                  <a:lnTo>
                    <a:pt x="3274" y="6"/>
                  </a:lnTo>
                  <a:lnTo>
                    <a:pt x="3275" y="0"/>
                  </a:lnTo>
                  <a:lnTo>
                    <a:pt x="3276" y="37"/>
                  </a:lnTo>
                  <a:lnTo>
                    <a:pt x="3276" y="49"/>
                  </a:lnTo>
                  <a:lnTo>
                    <a:pt x="3276" y="552"/>
                  </a:lnTo>
                  <a:lnTo>
                    <a:pt x="3277" y="552"/>
                  </a:lnTo>
                  <a:lnTo>
                    <a:pt x="3277" y="552"/>
                  </a:lnTo>
                  <a:lnTo>
                    <a:pt x="3278" y="552"/>
                  </a:lnTo>
                  <a:lnTo>
                    <a:pt x="3278" y="552"/>
                  </a:lnTo>
                  <a:lnTo>
                    <a:pt x="3279" y="172"/>
                  </a:lnTo>
                  <a:lnTo>
                    <a:pt x="3279" y="159"/>
                  </a:lnTo>
                  <a:lnTo>
                    <a:pt x="3280" y="0"/>
                  </a:lnTo>
                  <a:lnTo>
                    <a:pt x="3280" y="0"/>
                  </a:lnTo>
                  <a:lnTo>
                    <a:pt x="3280" y="0"/>
                  </a:lnTo>
                  <a:lnTo>
                    <a:pt x="3281" y="26"/>
                  </a:lnTo>
                  <a:lnTo>
                    <a:pt x="3282" y="0"/>
                  </a:lnTo>
                  <a:lnTo>
                    <a:pt x="3282" y="0"/>
                  </a:lnTo>
                  <a:lnTo>
                    <a:pt x="3283" y="318"/>
                  </a:lnTo>
                  <a:lnTo>
                    <a:pt x="3283" y="325"/>
                  </a:lnTo>
                  <a:lnTo>
                    <a:pt x="3284" y="552"/>
                  </a:lnTo>
                  <a:lnTo>
                    <a:pt x="3284" y="552"/>
                  </a:lnTo>
                  <a:lnTo>
                    <a:pt x="3284" y="552"/>
                  </a:lnTo>
                  <a:lnTo>
                    <a:pt x="3285" y="552"/>
                  </a:lnTo>
                  <a:lnTo>
                    <a:pt x="3285" y="552"/>
                  </a:lnTo>
                  <a:lnTo>
                    <a:pt x="3286" y="552"/>
                  </a:lnTo>
                  <a:lnTo>
                    <a:pt x="3286" y="552"/>
                  </a:lnTo>
                  <a:lnTo>
                    <a:pt x="3288" y="221"/>
                  </a:lnTo>
                  <a:lnTo>
                    <a:pt x="3288" y="213"/>
                  </a:lnTo>
                  <a:lnTo>
                    <a:pt x="3288" y="0"/>
                  </a:lnTo>
                  <a:lnTo>
                    <a:pt x="3289" y="0"/>
                  </a:lnTo>
                  <a:lnTo>
                    <a:pt x="3289" y="0"/>
                  </a:lnTo>
                  <a:lnTo>
                    <a:pt x="3289" y="552"/>
                  </a:lnTo>
                  <a:lnTo>
                    <a:pt x="3290" y="306"/>
                  </a:lnTo>
                  <a:lnTo>
                    <a:pt x="3290" y="309"/>
                  </a:lnTo>
                  <a:lnTo>
                    <a:pt x="3291" y="552"/>
                  </a:lnTo>
                  <a:lnTo>
                    <a:pt x="3291" y="552"/>
                  </a:lnTo>
                  <a:lnTo>
                    <a:pt x="3292" y="552"/>
                  </a:lnTo>
                  <a:lnTo>
                    <a:pt x="3292" y="0"/>
                  </a:lnTo>
                  <a:lnTo>
                    <a:pt x="3292" y="0"/>
                  </a:lnTo>
                  <a:lnTo>
                    <a:pt x="3293" y="0"/>
                  </a:lnTo>
                  <a:lnTo>
                    <a:pt x="3294" y="161"/>
                  </a:lnTo>
                  <a:lnTo>
                    <a:pt x="3294" y="35"/>
                  </a:lnTo>
                  <a:lnTo>
                    <a:pt x="3294" y="28"/>
                  </a:lnTo>
                  <a:lnTo>
                    <a:pt x="3294" y="0"/>
                  </a:lnTo>
                  <a:lnTo>
                    <a:pt x="3295" y="545"/>
                  </a:lnTo>
                  <a:lnTo>
                    <a:pt x="3295" y="550"/>
                  </a:lnTo>
                  <a:lnTo>
                    <a:pt x="3295" y="552"/>
                  </a:lnTo>
                  <a:lnTo>
                    <a:pt x="3296" y="552"/>
                  </a:lnTo>
                  <a:lnTo>
                    <a:pt x="3296" y="552"/>
                  </a:lnTo>
                  <a:lnTo>
                    <a:pt x="3297" y="277"/>
                  </a:lnTo>
                  <a:lnTo>
                    <a:pt x="3298" y="267"/>
                  </a:lnTo>
                  <a:lnTo>
                    <a:pt x="3298" y="0"/>
                  </a:lnTo>
                  <a:lnTo>
                    <a:pt x="3298" y="0"/>
                  </a:lnTo>
                  <a:lnTo>
                    <a:pt x="3299" y="1"/>
                  </a:lnTo>
                  <a:lnTo>
                    <a:pt x="3299" y="552"/>
                  </a:lnTo>
                  <a:lnTo>
                    <a:pt x="3300" y="552"/>
                  </a:lnTo>
                  <a:lnTo>
                    <a:pt x="3300" y="552"/>
                  </a:lnTo>
                  <a:lnTo>
                    <a:pt x="3301" y="510"/>
                  </a:lnTo>
                  <a:lnTo>
                    <a:pt x="3301" y="509"/>
                  </a:lnTo>
                  <a:lnTo>
                    <a:pt x="3302" y="0"/>
                  </a:lnTo>
                  <a:lnTo>
                    <a:pt x="3302" y="0"/>
                  </a:lnTo>
                  <a:lnTo>
                    <a:pt x="3302" y="0"/>
                  </a:lnTo>
                  <a:lnTo>
                    <a:pt x="3303" y="63"/>
                  </a:lnTo>
                  <a:lnTo>
                    <a:pt x="3304" y="65"/>
                  </a:lnTo>
                  <a:lnTo>
                    <a:pt x="3304" y="54"/>
                  </a:lnTo>
                  <a:lnTo>
                    <a:pt x="3304" y="552"/>
                  </a:lnTo>
                  <a:lnTo>
                    <a:pt x="3304" y="552"/>
                  </a:lnTo>
                  <a:lnTo>
                    <a:pt x="3305" y="552"/>
                  </a:lnTo>
                  <a:lnTo>
                    <a:pt x="3306" y="552"/>
                  </a:lnTo>
                  <a:lnTo>
                    <a:pt x="3306" y="552"/>
                  </a:lnTo>
                  <a:lnTo>
                    <a:pt x="3307" y="329"/>
                  </a:lnTo>
                  <a:lnTo>
                    <a:pt x="3307" y="321"/>
                  </a:lnTo>
                  <a:lnTo>
                    <a:pt x="3308" y="0"/>
                  </a:lnTo>
                  <a:lnTo>
                    <a:pt x="3308" y="40"/>
                  </a:lnTo>
                  <a:lnTo>
                    <a:pt x="3308" y="43"/>
                  </a:lnTo>
                  <a:lnTo>
                    <a:pt x="3309" y="389"/>
                  </a:lnTo>
                  <a:lnTo>
                    <a:pt x="3309" y="391"/>
                  </a:lnTo>
                  <a:lnTo>
                    <a:pt x="3310" y="552"/>
                  </a:lnTo>
                  <a:lnTo>
                    <a:pt x="3311" y="552"/>
                  </a:lnTo>
                  <a:lnTo>
                    <a:pt x="3311" y="552"/>
                  </a:lnTo>
                  <a:lnTo>
                    <a:pt x="3311" y="0"/>
                  </a:lnTo>
                  <a:lnTo>
                    <a:pt x="3312" y="186"/>
                  </a:lnTo>
                  <a:lnTo>
                    <a:pt x="3312" y="187"/>
                  </a:lnTo>
                  <a:lnTo>
                    <a:pt x="3312" y="127"/>
                  </a:lnTo>
                  <a:lnTo>
                    <a:pt x="3313" y="490"/>
                  </a:lnTo>
                  <a:lnTo>
                    <a:pt x="3313" y="499"/>
                  </a:lnTo>
                  <a:lnTo>
                    <a:pt x="3313" y="552"/>
                  </a:lnTo>
                  <a:lnTo>
                    <a:pt x="3314" y="536"/>
                  </a:lnTo>
                  <a:lnTo>
                    <a:pt x="3314" y="530"/>
                  </a:lnTo>
                  <a:lnTo>
                    <a:pt x="3315" y="139"/>
                  </a:lnTo>
                  <a:lnTo>
                    <a:pt x="3315" y="420"/>
                  </a:lnTo>
                  <a:lnTo>
                    <a:pt x="3315" y="443"/>
                  </a:lnTo>
                  <a:lnTo>
                    <a:pt x="3316" y="552"/>
                  </a:lnTo>
                  <a:lnTo>
                    <a:pt x="3317" y="18"/>
                  </a:lnTo>
                  <a:lnTo>
                    <a:pt x="3317" y="10"/>
                  </a:lnTo>
                  <a:lnTo>
                    <a:pt x="3317" y="0"/>
                  </a:lnTo>
                  <a:lnTo>
                    <a:pt x="3317" y="423"/>
                  </a:lnTo>
                  <a:lnTo>
                    <a:pt x="3318" y="268"/>
                  </a:lnTo>
                  <a:lnTo>
                    <a:pt x="3318" y="255"/>
                  </a:lnTo>
                  <a:lnTo>
                    <a:pt x="3319" y="0"/>
                  </a:lnTo>
                  <a:lnTo>
                    <a:pt x="3319" y="0"/>
                  </a:lnTo>
                  <a:lnTo>
                    <a:pt x="3319" y="0"/>
                  </a:lnTo>
                  <a:lnTo>
                    <a:pt x="3320" y="448"/>
                  </a:lnTo>
                  <a:lnTo>
                    <a:pt x="3320" y="454"/>
                  </a:lnTo>
                  <a:lnTo>
                    <a:pt x="3321" y="552"/>
                  </a:lnTo>
                  <a:lnTo>
                    <a:pt x="3321" y="552"/>
                  </a:lnTo>
                  <a:lnTo>
                    <a:pt x="3321" y="552"/>
                  </a:lnTo>
                  <a:lnTo>
                    <a:pt x="3323" y="552"/>
                  </a:lnTo>
                  <a:lnTo>
                    <a:pt x="3323" y="552"/>
                  </a:lnTo>
                  <a:lnTo>
                    <a:pt x="3323" y="0"/>
                  </a:lnTo>
                  <a:lnTo>
                    <a:pt x="3324" y="423"/>
                  </a:lnTo>
                  <a:lnTo>
                    <a:pt x="3324" y="441"/>
                  </a:lnTo>
                  <a:lnTo>
                    <a:pt x="3324" y="552"/>
                  </a:lnTo>
                  <a:lnTo>
                    <a:pt x="3325" y="178"/>
                  </a:lnTo>
                  <a:lnTo>
                    <a:pt x="3325" y="154"/>
                  </a:lnTo>
                  <a:lnTo>
                    <a:pt x="3325" y="0"/>
                  </a:lnTo>
                  <a:lnTo>
                    <a:pt x="3326" y="552"/>
                  </a:lnTo>
                  <a:lnTo>
                    <a:pt x="3326" y="552"/>
                  </a:lnTo>
                  <a:lnTo>
                    <a:pt x="3326" y="552"/>
                  </a:lnTo>
                  <a:lnTo>
                    <a:pt x="3327" y="0"/>
                  </a:lnTo>
                  <a:lnTo>
                    <a:pt x="3327" y="0"/>
                  </a:lnTo>
                  <a:lnTo>
                    <a:pt x="3327" y="0"/>
                  </a:lnTo>
                  <a:lnTo>
                    <a:pt x="3329" y="520"/>
                  </a:lnTo>
                  <a:lnTo>
                    <a:pt x="3329" y="521"/>
                  </a:lnTo>
                  <a:lnTo>
                    <a:pt x="3329" y="552"/>
                  </a:lnTo>
                  <a:lnTo>
                    <a:pt x="3330" y="435"/>
                  </a:lnTo>
                  <a:lnTo>
                    <a:pt x="3330" y="423"/>
                  </a:lnTo>
                  <a:lnTo>
                    <a:pt x="3330" y="0"/>
                  </a:lnTo>
                  <a:lnTo>
                    <a:pt x="3331" y="350"/>
                  </a:lnTo>
                  <a:lnTo>
                    <a:pt x="3331" y="368"/>
                  </a:lnTo>
                  <a:lnTo>
                    <a:pt x="3331" y="552"/>
                  </a:lnTo>
                  <a:lnTo>
                    <a:pt x="3332" y="0"/>
                  </a:lnTo>
                  <a:lnTo>
                    <a:pt x="3332" y="9"/>
                  </a:lnTo>
                  <a:lnTo>
                    <a:pt x="3332" y="16"/>
                  </a:lnTo>
                  <a:lnTo>
                    <a:pt x="3333" y="552"/>
                  </a:lnTo>
                  <a:lnTo>
                    <a:pt x="3333" y="552"/>
                  </a:lnTo>
                  <a:lnTo>
                    <a:pt x="3333" y="552"/>
                  </a:lnTo>
                  <a:lnTo>
                    <a:pt x="3335" y="552"/>
                  </a:lnTo>
                  <a:lnTo>
                    <a:pt x="3335" y="552"/>
                  </a:lnTo>
                  <a:lnTo>
                    <a:pt x="3335" y="528"/>
                  </a:lnTo>
                  <a:lnTo>
                    <a:pt x="3336" y="552"/>
                  </a:lnTo>
                  <a:lnTo>
                    <a:pt x="3336" y="552"/>
                  </a:lnTo>
                  <a:lnTo>
                    <a:pt x="3337" y="92"/>
                  </a:lnTo>
                  <a:lnTo>
                    <a:pt x="3337" y="73"/>
                  </a:lnTo>
                  <a:lnTo>
                    <a:pt x="3337" y="0"/>
                  </a:lnTo>
                  <a:lnTo>
                    <a:pt x="3338" y="226"/>
                  </a:lnTo>
                  <a:lnTo>
                    <a:pt x="3338" y="250"/>
                  </a:lnTo>
                  <a:lnTo>
                    <a:pt x="3339" y="552"/>
                  </a:lnTo>
                  <a:lnTo>
                    <a:pt x="3339" y="552"/>
                  </a:lnTo>
                  <a:lnTo>
                    <a:pt x="3339" y="552"/>
                  </a:lnTo>
                  <a:lnTo>
                    <a:pt x="3341" y="546"/>
                  </a:lnTo>
                  <a:lnTo>
                    <a:pt x="3341" y="549"/>
                  </a:lnTo>
                  <a:lnTo>
                    <a:pt x="3341" y="549"/>
                  </a:lnTo>
                  <a:lnTo>
                    <a:pt x="3341" y="552"/>
                  </a:lnTo>
                  <a:lnTo>
                    <a:pt x="3342" y="193"/>
                  </a:lnTo>
                  <a:lnTo>
                    <a:pt x="3342" y="177"/>
                  </a:lnTo>
                  <a:lnTo>
                    <a:pt x="3342" y="0"/>
                  </a:lnTo>
                  <a:lnTo>
                    <a:pt x="3343" y="0"/>
                  </a:lnTo>
                  <a:lnTo>
                    <a:pt x="3343" y="0"/>
                  </a:lnTo>
                  <a:lnTo>
                    <a:pt x="3344" y="552"/>
                  </a:lnTo>
                  <a:lnTo>
                    <a:pt x="3344" y="552"/>
                  </a:lnTo>
                  <a:lnTo>
                    <a:pt x="3344" y="552"/>
                  </a:lnTo>
                  <a:lnTo>
                    <a:pt x="3345" y="552"/>
                  </a:lnTo>
                  <a:lnTo>
                    <a:pt x="3345" y="552"/>
                  </a:lnTo>
                  <a:lnTo>
                    <a:pt x="3347" y="392"/>
                  </a:lnTo>
                  <a:lnTo>
                    <a:pt x="3347" y="360"/>
                  </a:lnTo>
                  <a:lnTo>
                    <a:pt x="3347" y="0"/>
                  </a:lnTo>
                  <a:lnTo>
                    <a:pt x="3348" y="1"/>
                  </a:lnTo>
                  <a:lnTo>
                    <a:pt x="3348" y="2"/>
                  </a:lnTo>
                  <a:lnTo>
                    <a:pt x="3349" y="552"/>
                  </a:lnTo>
                  <a:lnTo>
                    <a:pt x="3349" y="552"/>
                  </a:lnTo>
                  <a:lnTo>
                    <a:pt x="3349" y="552"/>
                  </a:lnTo>
                  <a:lnTo>
                    <a:pt x="3350" y="27"/>
                  </a:lnTo>
                  <a:lnTo>
                    <a:pt x="3351" y="17"/>
                  </a:lnTo>
                  <a:lnTo>
                    <a:pt x="3351" y="0"/>
                  </a:lnTo>
                  <a:lnTo>
                    <a:pt x="3351" y="77"/>
                  </a:lnTo>
                  <a:lnTo>
                    <a:pt x="3352" y="86"/>
                  </a:lnTo>
                  <a:lnTo>
                    <a:pt x="3352" y="552"/>
                  </a:lnTo>
                  <a:lnTo>
                    <a:pt x="3353" y="552"/>
                  </a:lnTo>
                  <a:lnTo>
                    <a:pt x="3353" y="552"/>
                  </a:lnTo>
                  <a:lnTo>
                    <a:pt x="3354" y="552"/>
                  </a:lnTo>
                  <a:lnTo>
                    <a:pt x="3354" y="552"/>
                  </a:lnTo>
                  <a:lnTo>
                    <a:pt x="3355" y="371"/>
                  </a:lnTo>
                  <a:lnTo>
                    <a:pt x="3355" y="348"/>
                  </a:lnTo>
                  <a:lnTo>
                    <a:pt x="3355" y="0"/>
                  </a:lnTo>
                  <a:lnTo>
                    <a:pt x="3356" y="0"/>
                  </a:lnTo>
                  <a:lnTo>
                    <a:pt x="3357" y="0"/>
                  </a:lnTo>
                  <a:lnTo>
                    <a:pt x="3357" y="327"/>
                  </a:lnTo>
                  <a:lnTo>
                    <a:pt x="3358" y="347"/>
                  </a:lnTo>
                  <a:lnTo>
                    <a:pt x="3358" y="552"/>
                  </a:lnTo>
                  <a:lnTo>
                    <a:pt x="3359" y="552"/>
                  </a:lnTo>
                  <a:lnTo>
                    <a:pt x="3359" y="552"/>
                  </a:lnTo>
                  <a:lnTo>
                    <a:pt x="3360" y="552"/>
                  </a:lnTo>
                  <a:lnTo>
                    <a:pt x="3360" y="552"/>
                  </a:lnTo>
                  <a:lnTo>
                    <a:pt x="3361" y="0"/>
                  </a:lnTo>
                  <a:lnTo>
                    <a:pt x="3361" y="0"/>
                  </a:lnTo>
                  <a:lnTo>
                    <a:pt x="3361" y="0"/>
                  </a:lnTo>
                  <a:lnTo>
                    <a:pt x="3362" y="235"/>
                  </a:lnTo>
                  <a:lnTo>
                    <a:pt x="3363" y="257"/>
                  </a:lnTo>
                  <a:lnTo>
                    <a:pt x="3363" y="552"/>
                  </a:lnTo>
                  <a:lnTo>
                    <a:pt x="3364" y="552"/>
                  </a:lnTo>
                  <a:lnTo>
                    <a:pt x="3364" y="552"/>
                  </a:lnTo>
                  <a:lnTo>
                    <a:pt x="3365" y="552"/>
                  </a:lnTo>
                  <a:lnTo>
                    <a:pt x="3365" y="552"/>
                  </a:lnTo>
                  <a:lnTo>
                    <a:pt x="3366" y="24"/>
                  </a:lnTo>
                  <a:lnTo>
                    <a:pt x="3366" y="20"/>
                  </a:lnTo>
                  <a:lnTo>
                    <a:pt x="3366" y="0"/>
                  </a:lnTo>
                  <a:lnTo>
                    <a:pt x="3367" y="359"/>
                  </a:lnTo>
                  <a:lnTo>
                    <a:pt x="3367" y="185"/>
                  </a:lnTo>
                  <a:lnTo>
                    <a:pt x="3367" y="187"/>
                  </a:lnTo>
                  <a:lnTo>
                    <a:pt x="3368" y="552"/>
                  </a:lnTo>
                  <a:lnTo>
                    <a:pt x="3368" y="552"/>
                  </a:lnTo>
                  <a:lnTo>
                    <a:pt x="3368" y="552"/>
                  </a:lnTo>
                  <a:lnTo>
                    <a:pt x="3370" y="410"/>
                  </a:lnTo>
                  <a:lnTo>
                    <a:pt x="3370" y="387"/>
                  </a:lnTo>
                  <a:lnTo>
                    <a:pt x="3370" y="0"/>
                  </a:lnTo>
                  <a:lnTo>
                    <a:pt x="3371" y="174"/>
                  </a:lnTo>
                  <a:lnTo>
                    <a:pt x="3371" y="188"/>
                  </a:lnTo>
                  <a:lnTo>
                    <a:pt x="3371" y="552"/>
                  </a:lnTo>
                  <a:lnTo>
                    <a:pt x="3372" y="490"/>
                  </a:lnTo>
                  <a:lnTo>
                    <a:pt x="3372" y="466"/>
                  </a:lnTo>
                  <a:lnTo>
                    <a:pt x="3372" y="0"/>
                  </a:lnTo>
                  <a:lnTo>
                    <a:pt x="3373" y="431"/>
                  </a:lnTo>
                  <a:lnTo>
                    <a:pt x="3373" y="459"/>
                  </a:lnTo>
                  <a:lnTo>
                    <a:pt x="3373" y="552"/>
                  </a:lnTo>
                  <a:lnTo>
                    <a:pt x="3374" y="552"/>
                  </a:lnTo>
                  <a:lnTo>
                    <a:pt x="3374" y="552"/>
                  </a:lnTo>
                  <a:lnTo>
                    <a:pt x="3375" y="0"/>
                  </a:lnTo>
                  <a:lnTo>
                    <a:pt x="3376" y="172"/>
                  </a:lnTo>
                  <a:lnTo>
                    <a:pt x="3376" y="193"/>
                  </a:lnTo>
                  <a:lnTo>
                    <a:pt x="3376" y="357"/>
                  </a:lnTo>
                  <a:lnTo>
                    <a:pt x="3376" y="0"/>
                  </a:lnTo>
                  <a:lnTo>
                    <a:pt x="3377" y="0"/>
                  </a:lnTo>
                  <a:lnTo>
                    <a:pt x="3377" y="0"/>
                  </a:lnTo>
                  <a:lnTo>
                    <a:pt x="3378" y="244"/>
                  </a:lnTo>
                  <a:lnTo>
                    <a:pt x="3378" y="251"/>
                  </a:lnTo>
                  <a:lnTo>
                    <a:pt x="3379" y="552"/>
                  </a:lnTo>
                  <a:lnTo>
                    <a:pt x="3379" y="552"/>
                  </a:lnTo>
                  <a:lnTo>
                    <a:pt x="3379" y="552"/>
                  </a:lnTo>
                  <a:lnTo>
                    <a:pt x="3380" y="552"/>
                  </a:lnTo>
                  <a:lnTo>
                    <a:pt x="3380" y="552"/>
                  </a:lnTo>
                  <a:lnTo>
                    <a:pt x="3381" y="224"/>
                  </a:lnTo>
                  <a:lnTo>
                    <a:pt x="3382" y="423"/>
                  </a:lnTo>
                  <a:lnTo>
                    <a:pt x="3382" y="427"/>
                  </a:lnTo>
                  <a:lnTo>
                    <a:pt x="3382" y="357"/>
                  </a:lnTo>
                  <a:lnTo>
                    <a:pt x="3383" y="552"/>
                  </a:lnTo>
                  <a:lnTo>
                    <a:pt x="3383" y="552"/>
                  </a:lnTo>
                  <a:lnTo>
                    <a:pt x="3383" y="552"/>
                  </a:lnTo>
                  <a:lnTo>
                    <a:pt x="3384" y="155"/>
                  </a:lnTo>
                  <a:lnTo>
                    <a:pt x="3384" y="122"/>
                  </a:lnTo>
                  <a:lnTo>
                    <a:pt x="3384" y="0"/>
                  </a:lnTo>
                  <a:lnTo>
                    <a:pt x="3385" y="360"/>
                  </a:lnTo>
                  <a:lnTo>
                    <a:pt x="3385" y="393"/>
                  </a:lnTo>
                  <a:lnTo>
                    <a:pt x="3385" y="552"/>
                  </a:lnTo>
                  <a:lnTo>
                    <a:pt x="3386" y="552"/>
                  </a:lnTo>
                  <a:lnTo>
                    <a:pt x="3386" y="552"/>
                  </a:lnTo>
                  <a:lnTo>
                    <a:pt x="3388" y="552"/>
                  </a:lnTo>
                  <a:lnTo>
                    <a:pt x="3388" y="552"/>
                  </a:lnTo>
                  <a:lnTo>
                    <a:pt x="3388" y="0"/>
                  </a:lnTo>
                  <a:lnTo>
                    <a:pt x="3389" y="0"/>
                  </a:lnTo>
                  <a:lnTo>
                    <a:pt x="3389" y="0"/>
                  </a:lnTo>
                  <a:lnTo>
                    <a:pt x="3390" y="545"/>
                  </a:lnTo>
                  <a:lnTo>
                    <a:pt x="3390" y="527"/>
                  </a:lnTo>
                  <a:lnTo>
                    <a:pt x="3390" y="525"/>
                  </a:lnTo>
                  <a:lnTo>
                    <a:pt x="3391" y="490"/>
                  </a:lnTo>
                  <a:lnTo>
                    <a:pt x="3391" y="552"/>
                  </a:lnTo>
                  <a:lnTo>
                    <a:pt x="3391" y="552"/>
                  </a:lnTo>
                  <a:lnTo>
                    <a:pt x="3391" y="552"/>
                  </a:lnTo>
                  <a:lnTo>
                    <a:pt x="3392" y="552"/>
                  </a:lnTo>
                  <a:lnTo>
                    <a:pt x="3392" y="552"/>
                  </a:lnTo>
                  <a:lnTo>
                    <a:pt x="3394" y="0"/>
                  </a:lnTo>
                  <a:lnTo>
                    <a:pt x="3394" y="0"/>
                  </a:lnTo>
                  <a:lnTo>
                    <a:pt x="3394" y="0"/>
                  </a:lnTo>
                  <a:lnTo>
                    <a:pt x="3395" y="46"/>
                  </a:lnTo>
                  <a:lnTo>
                    <a:pt x="3395" y="50"/>
                  </a:lnTo>
                  <a:lnTo>
                    <a:pt x="3396" y="552"/>
                  </a:lnTo>
                  <a:lnTo>
                    <a:pt x="3396" y="552"/>
                  </a:lnTo>
                  <a:lnTo>
                    <a:pt x="3396" y="552"/>
                  </a:lnTo>
                  <a:lnTo>
                    <a:pt x="3397" y="552"/>
                  </a:lnTo>
                  <a:lnTo>
                    <a:pt x="3397" y="552"/>
                  </a:lnTo>
                  <a:lnTo>
                    <a:pt x="3398" y="0"/>
                  </a:lnTo>
                  <a:lnTo>
                    <a:pt x="3398" y="0"/>
                  </a:lnTo>
                  <a:lnTo>
                    <a:pt x="3398" y="0"/>
                  </a:lnTo>
                  <a:lnTo>
                    <a:pt x="3400" y="310"/>
                  </a:lnTo>
                  <a:lnTo>
                    <a:pt x="3400" y="316"/>
                  </a:lnTo>
                  <a:lnTo>
                    <a:pt x="3401" y="254"/>
                  </a:lnTo>
                  <a:lnTo>
                    <a:pt x="3401" y="552"/>
                  </a:lnTo>
                  <a:lnTo>
                    <a:pt x="3401" y="552"/>
                  </a:lnTo>
                  <a:lnTo>
                    <a:pt x="3401" y="552"/>
                  </a:lnTo>
                  <a:lnTo>
                    <a:pt x="3402" y="89"/>
                  </a:lnTo>
                  <a:lnTo>
                    <a:pt x="3402" y="66"/>
                  </a:lnTo>
                  <a:lnTo>
                    <a:pt x="3402" y="0"/>
                  </a:lnTo>
                  <a:lnTo>
                    <a:pt x="3403" y="552"/>
                  </a:lnTo>
                  <a:lnTo>
                    <a:pt x="3403" y="552"/>
                  </a:lnTo>
                  <a:lnTo>
                    <a:pt x="3403" y="552"/>
                  </a:lnTo>
                  <a:lnTo>
                    <a:pt x="3404" y="552"/>
                  </a:lnTo>
                  <a:lnTo>
                    <a:pt x="3404" y="552"/>
                  </a:lnTo>
                  <a:lnTo>
                    <a:pt x="3406" y="552"/>
                  </a:lnTo>
                  <a:lnTo>
                    <a:pt x="3406" y="552"/>
                  </a:lnTo>
                  <a:lnTo>
                    <a:pt x="3407" y="529"/>
                  </a:lnTo>
                  <a:lnTo>
                    <a:pt x="3407" y="526"/>
                  </a:lnTo>
                  <a:lnTo>
                    <a:pt x="3408" y="552"/>
                  </a:lnTo>
                  <a:lnTo>
                    <a:pt x="3408" y="281"/>
                  </a:lnTo>
                  <a:lnTo>
                    <a:pt x="3408" y="255"/>
                  </a:lnTo>
                  <a:lnTo>
                    <a:pt x="3408" y="0"/>
                  </a:lnTo>
                  <a:lnTo>
                    <a:pt x="3409" y="0"/>
                  </a:lnTo>
                  <a:lnTo>
                    <a:pt x="3409" y="0"/>
                  </a:lnTo>
                  <a:lnTo>
                    <a:pt x="3410" y="552"/>
                  </a:lnTo>
                  <a:lnTo>
                    <a:pt x="3410" y="552"/>
                  </a:lnTo>
                  <a:lnTo>
                    <a:pt x="3410" y="552"/>
                  </a:lnTo>
                  <a:lnTo>
                    <a:pt x="3412" y="552"/>
                  </a:lnTo>
                  <a:lnTo>
                    <a:pt x="3412" y="552"/>
                  </a:lnTo>
                  <a:lnTo>
                    <a:pt x="3413" y="0"/>
                  </a:lnTo>
                  <a:lnTo>
                    <a:pt x="3413" y="0"/>
                  </a:lnTo>
                  <a:lnTo>
                    <a:pt x="3413" y="0"/>
                  </a:lnTo>
                  <a:lnTo>
                    <a:pt x="3414" y="104"/>
                  </a:lnTo>
                  <a:lnTo>
                    <a:pt x="3414" y="109"/>
                  </a:lnTo>
                  <a:lnTo>
                    <a:pt x="3415" y="552"/>
                  </a:lnTo>
                  <a:lnTo>
                    <a:pt x="3415" y="552"/>
                  </a:lnTo>
                  <a:lnTo>
                    <a:pt x="3416" y="552"/>
                  </a:lnTo>
                  <a:lnTo>
                    <a:pt x="3417" y="552"/>
                  </a:lnTo>
                  <a:lnTo>
                    <a:pt x="3417" y="552"/>
                  </a:lnTo>
                  <a:lnTo>
                    <a:pt x="3418" y="391"/>
                  </a:lnTo>
                  <a:lnTo>
                    <a:pt x="3418" y="375"/>
                  </a:lnTo>
                  <a:lnTo>
                    <a:pt x="3418" y="0"/>
                  </a:lnTo>
                  <a:lnTo>
                    <a:pt x="3419" y="0"/>
                  </a:lnTo>
                  <a:lnTo>
                    <a:pt x="3419" y="0"/>
                  </a:lnTo>
                  <a:lnTo>
                    <a:pt x="3420" y="552"/>
                  </a:lnTo>
                  <a:lnTo>
                    <a:pt x="3420" y="552"/>
                  </a:lnTo>
                  <a:lnTo>
                    <a:pt x="3420" y="552"/>
                  </a:lnTo>
                  <a:lnTo>
                    <a:pt x="3421" y="552"/>
                  </a:lnTo>
                  <a:lnTo>
                    <a:pt x="3422" y="552"/>
                  </a:lnTo>
                  <a:lnTo>
                    <a:pt x="3423" y="454"/>
                  </a:lnTo>
                  <a:lnTo>
                    <a:pt x="3423" y="445"/>
                  </a:lnTo>
                  <a:lnTo>
                    <a:pt x="3423" y="0"/>
                  </a:lnTo>
                  <a:lnTo>
                    <a:pt x="3424" y="0"/>
                  </a:lnTo>
                  <a:lnTo>
                    <a:pt x="3424" y="0"/>
                  </a:lnTo>
                  <a:lnTo>
                    <a:pt x="3425" y="552"/>
                  </a:lnTo>
                  <a:lnTo>
                    <a:pt x="3425" y="508"/>
                  </a:lnTo>
                  <a:lnTo>
                    <a:pt x="3425" y="499"/>
                  </a:lnTo>
                  <a:lnTo>
                    <a:pt x="3426" y="0"/>
                  </a:lnTo>
                  <a:lnTo>
                    <a:pt x="3426" y="234"/>
                  </a:lnTo>
                  <a:lnTo>
                    <a:pt x="3426" y="248"/>
                  </a:lnTo>
                  <a:lnTo>
                    <a:pt x="3427" y="552"/>
                  </a:lnTo>
                  <a:lnTo>
                    <a:pt x="3427" y="552"/>
                  </a:lnTo>
                  <a:lnTo>
                    <a:pt x="3428" y="552"/>
                  </a:lnTo>
                  <a:lnTo>
                    <a:pt x="3429" y="552"/>
                  </a:lnTo>
                  <a:lnTo>
                    <a:pt x="3429" y="552"/>
                  </a:lnTo>
                  <a:lnTo>
                    <a:pt x="3430" y="388"/>
                  </a:lnTo>
                  <a:lnTo>
                    <a:pt x="3430" y="390"/>
                  </a:lnTo>
                  <a:lnTo>
                    <a:pt x="3430" y="395"/>
                  </a:lnTo>
                  <a:lnTo>
                    <a:pt x="3430" y="552"/>
                  </a:lnTo>
                  <a:lnTo>
                    <a:pt x="3431" y="552"/>
                  </a:lnTo>
                  <a:lnTo>
                    <a:pt x="3431" y="552"/>
                  </a:lnTo>
                  <a:lnTo>
                    <a:pt x="3432" y="0"/>
                  </a:lnTo>
                  <a:lnTo>
                    <a:pt x="3432" y="0"/>
                  </a:lnTo>
                  <a:lnTo>
                    <a:pt x="3432" y="0"/>
                  </a:lnTo>
                  <a:lnTo>
                    <a:pt x="3433" y="552"/>
                  </a:lnTo>
                  <a:lnTo>
                    <a:pt x="3433" y="552"/>
                  </a:lnTo>
                  <a:lnTo>
                    <a:pt x="3433" y="552"/>
                  </a:lnTo>
                  <a:lnTo>
                    <a:pt x="3434" y="0"/>
                  </a:lnTo>
                  <a:lnTo>
                    <a:pt x="3435" y="0"/>
                  </a:lnTo>
                  <a:lnTo>
                    <a:pt x="3435" y="0"/>
                  </a:lnTo>
                  <a:lnTo>
                    <a:pt x="3436" y="112"/>
                  </a:lnTo>
                  <a:lnTo>
                    <a:pt x="3436" y="129"/>
                  </a:lnTo>
                  <a:lnTo>
                    <a:pt x="3437" y="552"/>
                  </a:lnTo>
                  <a:lnTo>
                    <a:pt x="3437" y="552"/>
                  </a:lnTo>
                  <a:lnTo>
                    <a:pt x="3438" y="267"/>
                  </a:lnTo>
                  <a:lnTo>
                    <a:pt x="3438" y="238"/>
                  </a:lnTo>
                  <a:lnTo>
                    <a:pt x="3438" y="0"/>
                  </a:lnTo>
                  <a:lnTo>
                    <a:pt x="3439" y="5"/>
                  </a:lnTo>
                  <a:lnTo>
                    <a:pt x="3439" y="10"/>
                  </a:lnTo>
                  <a:lnTo>
                    <a:pt x="3440" y="552"/>
                  </a:lnTo>
                  <a:lnTo>
                    <a:pt x="3441" y="552"/>
                  </a:lnTo>
                  <a:lnTo>
                    <a:pt x="3441" y="552"/>
                  </a:lnTo>
                  <a:lnTo>
                    <a:pt x="3442" y="552"/>
                  </a:lnTo>
                  <a:lnTo>
                    <a:pt x="3442" y="552"/>
                  </a:lnTo>
                  <a:lnTo>
                    <a:pt x="3443" y="552"/>
                  </a:lnTo>
                  <a:lnTo>
                    <a:pt x="3443" y="552"/>
                  </a:lnTo>
                  <a:lnTo>
                    <a:pt x="3444" y="33"/>
                  </a:lnTo>
                  <a:lnTo>
                    <a:pt x="3444" y="22"/>
                  </a:lnTo>
                  <a:lnTo>
                    <a:pt x="3445" y="0"/>
                  </a:lnTo>
                  <a:lnTo>
                    <a:pt x="3445" y="449"/>
                  </a:lnTo>
                  <a:lnTo>
                    <a:pt x="3445" y="464"/>
                  </a:lnTo>
                  <a:lnTo>
                    <a:pt x="3446" y="552"/>
                  </a:lnTo>
                  <a:lnTo>
                    <a:pt x="3447" y="552"/>
                  </a:lnTo>
                  <a:lnTo>
                    <a:pt x="3447" y="552"/>
                  </a:lnTo>
                  <a:lnTo>
                    <a:pt x="3448" y="552"/>
                  </a:lnTo>
                  <a:lnTo>
                    <a:pt x="3448" y="552"/>
                  </a:lnTo>
                  <a:lnTo>
                    <a:pt x="3449" y="0"/>
                  </a:lnTo>
                  <a:lnTo>
                    <a:pt x="3449" y="0"/>
                  </a:lnTo>
                  <a:lnTo>
                    <a:pt x="3449" y="0"/>
                  </a:lnTo>
                  <a:lnTo>
                    <a:pt x="3450" y="552"/>
                  </a:lnTo>
                  <a:lnTo>
                    <a:pt x="3450" y="552"/>
                  </a:lnTo>
                  <a:lnTo>
                    <a:pt x="3451" y="552"/>
                  </a:lnTo>
                  <a:lnTo>
                    <a:pt x="3451" y="552"/>
                  </a:lnTo>
                  <a:lnTo>
                    <a:pt x="3453" y="552"/>
                  </a:lnTo>
                  <a:lnTo>
                    <a:pt x="3453" y="552"/>
                  </a:lnTo>
                  <a:lnTo>
                    <a:pt x="3454" y="0"/>
                  </a:lnTo>
                  <a:lnTo>
                    <a:pt x="3454" y="0"/>
                  </a:lnTo>
                  <a:lnTo>
                    <a:pt x="3454" y="0"/>
                  </a:lnTo>
                  <a:lnTo>
                    <a:pt x="3455" y="552"/>
                  </a:lnTo>
                  <a:lnTo>
                    <a:pt x="3455" y="552"/>
                  </a:lnTo>
                  <a:lnTo>
                    <a:pt x="3455" y="552"/>
                  </a:lnTo>
                  <a:lnTo>
                    <a:pt x="3456" y="552"/>
                  </a:lnTo>
                  <a:lnTo>
                    <a:pt x="3456" y="552"/>
                  </a:lnTo>
                  <a:lnTo>
                    <a:pt x="3457" y="552"/>
                  </a:lnTo>
                  <a:lnTo>
                    <a:pt x="3457" y="552"/>
                  </a:lnTo>
                  <a:lnTo>
                    <a:pt x="3458" y="0"/>
                  </a:lnTo>
                  <a:lnTo>
                    <a:pt x="3459" y="0"/>
                  </a:lnTo>
                  <a:lnTo>
                    <a:pt x="3459" y="0"/>
                  </a:lnTo>
                  <a:lnTo>
                    <a:pt x="3460" y="552"/>
                  </a:lnTo>
                  <a:lnTo>
                    <a:pt x="3460" y="552"/>
                  </a:lnTo>
                  <a:lnTo>
                    <a:pt x="3460" y="552"/>
                  </a:lnTo>
                  <a:lnTo>
                    <a:pt x="3461" y="552"/>
                  </a:lnTo>
                  <a:lnTo>
                    <a:pt x="3461" y="552"/>
                  </a:lnTo>
                  <a:lnTo>
                    <a:pt x="3462" y="432"/>
                  </a:lnTo>
                  <a:lnTo>
                    <a:pt x="3462" y="410"/>
                  </a:lnTo>
                  <a:lnTo>
                    <a:pt x="3463" y="0"/>
                  </a:lnTo>
                  <a:lnTo>
                    <a:pt x="3463" y="71"/>
                  </a:lnTo>
                  <a:lnTo>
                    <a:pt x="3463" y="78"/>
                  </a:lnTo>
                  <a:lnTo>
                    <a:pt x="3464" y="208"/>
                  </a:lnTo>
                  <a:lnTo>
                    <a:pt x="3465" y="140"/>
                  </a:lnTo>
                  <a:lnTo>
                    <a:pt x="3465" y="136"/>
                  </a:lnTo>
                  <a:lnTo>
                    <a:pt x="3465" y="118"/>
                  </a:lnTo>
                  <a:lnTo>
                    <a:pt x="3466" y="552"/>
                  </a:lnTo>
                  <a:lnTo>
                    <a:pt x="3466" y="552"/>
                  </a:lnTo>
                  <a:lnTo>
                    <a:pt x="3466" y="552"/>
                  </a:lnTo>
                  <a:lnTo>
                    <a:pt x="3467" y="552"/>
                  </a:lnTo>
                  <a:lnTo>
                    <a:pt x="3467" y="552"/>
                  </a:lnTo>
                  <a:lnTo>
                    <a:pt x="3468" y="552"/>
                  </a:lnTo>
                  <a:lnTo>
                    <a:pt x="3468" y="552"/>
                  </a:lnTo>
                  <a:lnTo>
                    <a:pt x="3470" y="498"/>
                  </a:lnTo>
                  <a:lnTo>
                    <a:pt x="3470" y="509"/>
                  </a:lnTo>
                  <a:lnTo>
                    <a:pt x="3470" y="507"/>
                  </a:lnTo>
                  <a:lnTo>
                    <a:pt x="3470" y="0"/>
                  </a:lnTo>
                  <a:lnTo>
                    <a:pt x="3471" y="0"/>
                  </a:lnTo>
                  <a:lnTo>
                    <a:pt x="3471" y="0"/>
                  </a:lnTo>
                  <a:lnTo>
                    <a:pt x="3472" y="548"/>
                  </a:lnTo>
                  <a:lnTo>
                    <a:pt x="3472" y="550"/>
                  </a:lnTo>
                  <a:lnTo>
                    <a:pt x="3472" y="552"/>
                  </a:lnTo>
                  <a:lnTo>
                    <a:pt x="3473" y="552"/>
                  </a:lnTo>
                  <a:lnTo>
                    <a:pt x="3473" y="552"/>
                  </a:lnTo>
                  <a:lnTo>
                    <a:pt x="3474" y="166"/>
                  </a:lnTo>
                  <a:lnTo>
                    <a:pt x="3475" y="138"/>
                  </a:lnTo>
                  <a:lnTo>
                    <a:pt x="3475" y="0"/>
                  </a:lnTo>
                  <a:lnTo>
                    <a:pt x="3476" y="0"/>
                  </a:lnTo>
                  <a:lnTo>
                    <a:pt x="3476" y="0"/>
                  </a:lnTo>
                  <a:lnTo>
                    <a:pt x="3476" y="552"/>
                  </a:lnTo>
                  <a:lnTo>
                    <a:pt x="3477" y="0"/>
                  </a:lnTo>
                  <a:lnTo>
                    <a:pt x="3477" y="0"/>
                  </a:lnTo>
                  <a:lnTo>
                    <a:pt x="3478" y="500"/>
                  </a:lnTo>
                  <a:lnTo>
                    <a:pt x="3478" y="516"/>
                  </a:lnTo>
                  <a:lnTo>
                    <a:pt x="3478" y="552"/>
                  </a:lnTo>
                  <a:lnTo>
                    <a:pt x="3479" y="552"/>
                  </a:lnTo>
                  <a:lnTo>
                    <a:pt x="3479" y="552"/>
                  </a:lnTo>
                  <a:lnTo>
                    <a:pt x="3480" y="552"/>
                  </a:lnTo>
                  <a:lnTo>
                    <a:pt x="3481" y="552"/>
                  </a:lnTo>
                  <a:lnTo>
                    <a:pt x="3481" y="0"/>
                  </a:lnTo>
                  <a:lnTo>
                    <a:pt x="3482" y="0"/>
                  </a:lnTo>
                  <a:lnTo>
                    <a:pt x="3482" y="0"/>
                  </a:lnTo>
                  <a:lnTo>
                    <a:pt x="3482" y="552"/>
                  </a:lnTo>
                  <a:lnTo>
                    <a:pt x="3483" y="552"/>
                  </a:lnTo>
                  <a:lnTo>
                    <a:pt x="3483" y="552"/>
                  </a:lnTo>
                  <a:lnTo>
                    <a:pt x="3484" y="552"/>
                  </a:lnTo>
                  <a:lnTo>
                    <a:pt x="3484" y="552"/>
                  </a:lnTo>
                  <a:lnTo>
                    <a:pt x="3485" y="552"/>
                  </a:lnTo>
                  <a:lnTo>
                    <a:pt x="3485" y="551"/>
                  </a:lnTo>
                  <a:lnTo>
                    <a:pt x="3486" y="0"/>
                  </a:lnTo>
                  <a:lnTo>
                    <a:pt x="3486" y="0"/>
                  </a:lnTo>
                  <a:lnTo>
                    <a:pt x="3487" y="0"/>
                  </a:lnTo>
                  <a:lnTo>
                    <a:pt x="3487" y="552"/>
                  </a:lnTo>
                  <a:lnTo>
                    <a:pt x="3488" y="552"/>
                  </a:lnTo>
                  <a:lnTo>
                    <a:pt x="3488" y="552"/>
                  </a:lnTo>
                  <a:lnTo>
                    <a:pt x="3489" y="552"/>
                  </a:lnTo>
                  <a:lnTo>
                    <a:pt x="3489" y="552"/>
                  </a:lnTo>
                  <a:lnTo>
                    <a:pt x="3490" y="340"/>
                  </a:lnTo>
                  <a:lnTo>
                    <a:pt x="3490" y="321"/>
                  </a:lnTo>
                  <a:lnTo>
                    <a:pt x="3490" y="0"/>
                  </a:lnTo>
                  <a:lnTo>
                    <a:pt x="3491" y="4"/>
                  </a:lnTo>
                  <a:lnTo>
                    <a:pt x="3491" y="9"/>
                  </a:lnTo>
                  <a:lnTo>
                    <a:pt x="3492" y="552"/>
                  </a:lnTo>
                  <a:lnTo>
                    <a:pt x="3492" y="552"/>
                  </a:lnTo>
                  <a:lnTo>
                    <a:pt x="3492" y="552"/>
                  </a:lnTo>
                  <a:lnTo>
                    <a:pt x="3494" y="552"/>
                  </a:lnTo>
                  <a:lnTo>
                    <a:pt x="3494" y="552"/>
                  </a:lnTo>
                  <a:lnTo>
                    <a:pt x="3495" y="0"/>
                  </a:lnTo>
                  <a:lnTo>
                    <a:pt x="3495" y="0"/>
                  </a:lnTo>
                  <a:lnTo>
                    <a:pt x="3495" y="0"/>
                  </a:lnTo>
                  <a:lnTo>
                    <a:pt x="3496" y="479"/>
                  </a:lnTo>
                  <a:lnTo>
                    <a:pt x="3496" y="497"/>
                  </a:lnTo>
                  <a:lnTo>
                    <a:pt x="3496" y="552"/>
                  </a:lnTo>
                  <a:lnTo>
                    <a:pt x="3497" y="552"/>
                  </a:lnTo>
                  <a:lnTo>
                    <a:pt x="3497" y="552"/>
                  </a:lnTo>
                  <a:lnTo>
                    <a:pt x="3498" y="552"/>
                  </a:lnTo>
                  <a:lnTo>
                    <a:pt x="3498" y="552"/>
                  </a:lnTo>
                  <a:lnTo>
                    <a:pt x="3499" y="0"/>
                  </a:lnTo>
                  <a:lnTo>
                    <a:pt x="3500" y="0"/>
                  </a:lnTo>
                  <a:lnTo>
                    <a:pt x="3500" y="0"/>
                  </a:lnTo>
                  <a:lnTo>
                    <a:pt x="3501" y="552"/>
                  </a:lnTo>
                  <a:lnTo>
                    <a:pt x="3501" y="552"/>
                  </a:lnTo>
                  <a:lnTo>
                    <a:pt x="3501" y="552"/>
                  </a:lnTo>
                  <a:lnTo>
                    <a:pt x="3502" y="552"/>
                  </a:lnTo>
                  <a:lnTo>
                    <a:pt x="3502" y="552"/>
                  </a:lnTo>
                  <a:lnTo>
                    <a:pt x="3503" y="552"/>
                  </a:lnTo>
                  <a:lnTo>
                    <a:pt x="3503" y="549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5" y="552"/>
                  </a:lnTo>
                  <a:lnTo>
                    <a:pt x="3506" y="552"/>
                  </a:lnTo>
                  <a:lnTo>
                    <a:pt x="3506" y="552"/>
                  </a:lnTo>
                  <a:lnTo>
                    <a:pt x="3507" y="552"/>
                  </a:lnTo>
                  <a:lnTo>
                    <a:pt x="3507" y="552"/>
                  </a:lnTo>
                  <a:lnTo>
                    <a:pt x="3508" y="354"/>
                  </a:lnTo>
                  <a:lnTo>
                    <a:pt x="3508" y="340"/>
                  </a:lnTo>
                  <a:lnTo>
                    <a:pt x="3509" y="0"/>
                  </a:lnTo>
                  <a:lnTo>
                    <a:pt x="3509" y="0"/>
                  </a:lnTo>
                  <a:lnTo>
                    <a:pt x="3509" y="0"/>
                  </a:lnTo>
                  <a:lnTo>
                    <a:pt x="3510" y="552"/>
                  </a:lnTo>
                  <a:lnTo>
                    <a:pt x="3510" y="552"/>
                  </a:lnTo>
                  <a:lnTo>
                    <a:pt x="3510" y="552"/>
                  </a:lnTo>
                  <a:lnTo>
                    <a:pt x="3512" y="552"/>
                  </a:lnTo>
                  <a:lnTo>
                    <a:pt x="3512" y="552"/>
                  </a:lnTo>
                  <a:lnTo>
                    <a:pt x="3513" y="69"/>
                  </a:lnTo>
                  <a:lnTo>
                    <a:pt x="3513" y="55"/>
                  </a:lnTo>
                  <a:lnTo>
                    <a:pt x="3513" y="0"/>
                  </a:lnTo>
                  <a:lnTo>
                    <a:pt x="3514" y="255"/>
                  </a:lnTo>
                  <a:lnTo>
                    <a:pt x="3514" y="272"/>
                  </a:lnTo>
                  <a:lnTo>
                    <a:pt x="3514" y="552"/>
                  </a:lnTo>
                  <a:lnTo>
                    <a:pt x="3515" y="552"/>
                  </a:lnTo>
                  <a:lnTo>
                    <a:pt x="3515" y="552"/>
                  </a:lnTo>
                  <a:lnTo>
                    <a:pt x="3516" y="552"/>
                  </a:lnTo>
                  <a:lnTo>
                    <a:pt x="3516" y="552"/>
                  </a:lnTo>
                  <a:lnTo>
                    <a:pt x="3518" y="0"/>
                  </a:lnTo>
                  <a:lnTo>
                    <a:pt x="3518" y="0"/>
                  </a:lnTo>
                  <a:lnTo>
                    <a:pt x="3518" y="0"/>
                  </a:lnTo>
                  <a:lnTo>
                    <a:pt x="3519" y="552"/>
                  </a:lnTo>
                  <a:lnTo>
                    <a:pt x="3519" y="552"/>
                  </a:lnTo>
                  <a:lnTo>
                    <a:pt x="3519" y="552"/>
                  </a:lnTo>
                  <a:lnTo>
                    <a:pt x="3520" y="552"/>
                  </a:lnTo>
                  <a:lnTo>
                    <a:pt x="3520" y="552"/>
                  </a:lnTo>
                  <a:lnTo>
                    <a:pt x="3521" y="552"/>
                  </a:lnTo>
                  <a:lnTo>
                    <a:pt x="3521" y="552"/>
                  </a:lnTo>
                  <a:lnTo>
                    <a:pt x="3522" y="0"/>
                  </a:lnTo>
                  <a:lnTo>
                    <a:pt x="3523" y="0"/>
                  </a:lnTo>
                  <a:lnTo>
                    <a:pt x="3523" y="0"/>
                  </a:lnTo>
                  <a:lnTo>
                    <a:pt x="3524" y="552"/>
                  </a:lnTo>
                  <a:lnTo>
                    <a:pt x="3524" y="552"/>
                  </a:lnTo>
                  <a:lnTo>
                    <a:pt x="3525" y="552"/>
                  </a:lnTo>
                  <a:lnTo>
                    <a:pt x="3525" y="552"/>
                  </a:lnTo>
                  <a:lnTo>
                    <a:pt x="3526" y="178"/>
                  </a:lnTo>
                  <a:lnTo>
                    <a:pt x="3526" y="157"/>
                  </a:lnTo>
                  <a:lnTo>
                    <a:pt x="3526" y="0"/>
                  </a:lnTo>
                  <a:lnTo>
                    <a:pt x="3527" y="195"/>
                  </a:lnTo>
                  <a:lnTo>
                    <a:pt x="3527" y="214"/>
                  </a:lnTo>
                  <a:lnTo>
                    <a:pt x="3528" y="552"/>
                  </a:lnTo>
                  <a:lnTo>
                    <a:pt x="3529" y="552"/>
                  </a:lnTo>
                  <a:lnTo>
                    <a:pt x="3529" y="552"/>
                  </a:lnTo>
                  <a:lnTo>
                    <a:pt x="3530" y="552"/>
                  </a:lnTo>
                  <a:lnTo>
                    <a:pt x="3530" y="552"/>
                  </a:lnTo>
                  <a:lnTo>
                    <a:pt x="3531" y="25"/>
                  </a:lnTo>
                  <a:lnTo>
                    <a:pt x="3531" y="16"/>
                  </a:lnTo>
                  <a:lnTo>
                    <a:pt x="3531" y="0"/>
                  </a:lnTo>
                  <a:lnTo>
                    <a:pt x="3532" y="370"/>
                  </a:lnTo>
                  <a:lnTo>
                    <a:pt x="3532" y="384"/>
                  </a:lnTo>
                  <a:lnTo>
                    <a:pt x="3533" y="552"/>
                  </a:lnTo>
                  <a:lnTo>
                    <a:pt x="3533" y="552"/>
                  </a:lnTo>
                  <a:lnTo>
                    <a:pt x="3533" y="552"/>
                  </a:lnTo>
                  <a:lnTo>
                    <a:pt x="3535" y="552"/>
                  </a:lnTo>
                  <a:lnTo>
                    <a:pt x="3535" y="552"/>
                  </a:lnTo>
                  <a:lnTo>
                    <a:pt x="3536" y="0"/>
                  </a:lnTo>
                  <a:lnTo>
                    <a:pt x="3536" y="0"/>
                  </a:lnTo>
                  <a:lnTo>
                    <a:pt x="3536" y="0"/>
                  </a:lnTo>
                  <a:lnTo>
                    <a:pt x="3537" y="439"/>
                  </a:lnTo>
                  <a:lnTo>
                    <a:pt x="3537" y="447"/>
                  </a:lnTo>
                  <a:lnTo>
                    <a:pt x="3538" y="552"/>
                  </a:lnTo>
                  <a:lnTo>
                    <a:pt x="3538" y="552"/>
                  </a:lnTo>
                  <a:lnTo>
                    <a:pt x="3538" y="552"/>
                  </a:lnTo>
                  <a:lnTo>
                    <a:pt x="3539" y="552"/>
                  </a:lnTo>
                  <a:lnTo>
                    <a:pt x="3540" y="552"/>
                  </a:lnTo>
                  <a:lnTo>
                    <a:pt x="3541" y="0"/>
                  </a:lnTo>
                  <a:lnTo>
                    <a:pt x="3541" y="0"/>
                  </a:lnTo>
                  <a:lnTo>
                    <a:pt x="3541" y="0"/>
                  </a:lnTo>
                  <a:lnTo>
                    <a:pt x="3542" y="552"/>
                  </a:lnTo>
                  <a:lnTo>
                    <a:pt x="3542" y="552"/>
                  </a:lnTo>
                  <a:lnTo>
                    <a:pt x="3542" y="552"/>
                  </a:lnTo>
                  <a:lnTo>
                    <a:pt x="3543" y="552"/>
                  </a:lnTo>
                  <a:lnTo>
                    <a:pt x="3543" y="552"/>
                  </a:lnTo>
                  <a:lnTo>
                    <a:pt x="3544" y="552"/>
                  </a:lnTo>
                  <a:lnTo>
                    <a:pt x="3544" y="552"/>
                  </a:lnTo>
                  <a:lnTo>
                    <a:pt x="3545" y="0"/>
                  </a:lnTo>
                  <a:lnTo>
                    <a:pt x="3545" y="0"/>
                  </a:lnTo>
                  <a:lnTo>
                    <a:pt x="3546" y="0"/>
                  </a:lnTo>
                  <a:lnTo>
                    <a:pt x="3547" y="552"/>
                  </a:lnTo>
                  <a:lnTo>
                    <a:pt x="3547" y="552"/>
                  </a:lnTo>
                  <a:lnTo>
                    <a:pt x="3547" y="552"/>
                  </a:lnTo>
                  <a:lnTo>
                    <a:pt x="3548" y="552"/>
                  </a:lnTo>
                  <a:lnTo>
                    <a:pt x="3548" y="552"/>
                  </a:lnTo>
                  <a:lnTo>
                    <a:pt x="3549" y="354"/>
                  </a:lnTo>
                  <a:lnTo>
                    <a:pt x="3549" y="350"/>
                  </a:lnTo>
                  <a:lnTo>
                    <a:pt x="3550" y="0"/>
                  </a:lnTo>
                  <a:lnTo>
                    <a:pt x="3550" y="6"/>
                  </a:lnTo>
                  <a:lnTo>
                    <a:pt x="3551" y="11"/>
                  </a:lnTo>
                  <a:lnTo>
                    <a:pt x="3551" y="552"/>
                  </a:lnTo>
                  <a:lnTo>
                    <a:pt x="3551" y="552"/>
                  </a:lnTo>
                  <a:lnTo>
                    <a:pt x="3552" y="552"/>
                  </a:lnTo>
                  <a:lnTo>
                    <a:pt x="3553" y="552"/>
                  </a:lnTo>
                  <a:lnTo>
                    <a:pt x="3553" y="552"/>
                  </a:lnTo>
                  <a:lnTo>
                    <a:pt x="3554" y="212"/>
                  </a:lnTo>
                  <a:lnTo>
                    <a:pt x="3554" y="196"/>
                  </a:lnTo>
                  <a:lnTo>
                    <a:pt x="3554" y="0"/>
                  </a:lnTo>
                  <a:lnTo>
                    <a:pt x="3555" y="81"/>
                  </a:lnTo>
                  <a:lnTo>
                    <a:pt x="3555" y="99"/>
                  </a:lnTo>
                  <a:lnTo>
                    <a:pt x="3556" y="552"/>
                  </a:lnTo>
                  <a:lnTo>
                    <a:pt x="3556" y="552"/>
                  </a:lnTo>
                  <a:lnTo>
                    <a:pt x="3556" y="552"/>
                  </a:lnTo>
                  <a:lnTo>
                    <a:pt x="3557" y="552"/>
                  </a:lnTo>
                  <a:lnTo>
                    <a:pt x="3557" y="552"/>
                  </a:lnTo>
                  <a:lnTo>
                    <a:pt x="3559" y="306"/>
                  </a:lnTo>
                  <a:lnTo>
                    <a:pt x="3559" y="287"/>
                  </a:lnTo>
                  <a:lnTo>
                    <a:pt x="3559" y="0"/>
                  </a:lnTo>
                  <a:lnTo>
                    <a:pt x="3560" y="0"/>
                  </a:lnTo>
                  <a:lnTo>
                    <a:pt x="3560" y="0"/>
                  </a:lnTo>
                  <a:lnTo>
                    <a:pt x="3561" y="552"/>
                  </a:lnTo>
                  <a:lnTo>
                    <a:pt x="3561" y="552"/>
                  </a:lnTo>
                  <a:lnTo>
                    <a:pt x="3561" y="552"/>
                  </a:lnTo>
                  <a:lnTo>
                    <a:pt x="3562" y="552"/>
                  </a:lnTo>
                  <a:lnTo>
                    <a:pt x="3562" y="552"/>
                  </a:lnTo>
                  <a:lnTo>
                    <a:pt x="3563" y="0"/>
                  </a:lnTo>
                  <a:lnTo>
                    <a:pt x="3563" y="0"/>
                  </a:lnTo>
                  <a:lnTo>
                    <a:pt x="3563" y="0"/>
                  </a:lnTo>
                  <a:lnTo>
                    <a:pt x="3564" y="88"/>
                  </a:lnTo>
                  <a:lnTo>
                    <a:pt x="3565" y="5"/>
                  </a:lnTo>
                  <a:lnTo>
                    <a:pt x="3565" y="7"/>
                  </a:lnTo>
                  <a:lnTo>
                    <a:pt x="3566" y="552"/>
                  </a:lnTo>
                  <a:lnTo>
                    <a:pt x="3566" y="552"/>
                  </a:lnTo>
                  <a:lnTo>
                    <a:pt x="3567" y="0"/>
                  </a:lnTo>
                  <a:lnTo>
                    <a:pt x="3567" y="0"/>
                  </a:lnTo>
                  <a:lnTo>
                    <a:pt x="3567" y="0"/>
                  </a:lnTo>
                  <a:lnTo>
                    <a:pt x="3568" y="552"/>
                  </a:lnTo>
                  <a:lnTo>
                    <a:pt x="3568" y="552"/>
                  </a:lnTo>
                  <a:lnTo>
                    <a:pt x="3568" y="552"/>
                  </a:lnTo>
                  <a:lnTo>
                    <a:pt x="3569" y="63"/>
                  </a:lnTo>
                  <a:lnTo>
                    <a:pt x="3569" y="51"/>
                  </a:lnTo>
                  <a:lnTo>
                    <a:pt x="3570" y="0"/>
                  </a:lnTo>
                  <a:lnTo>
                    <a:pt x="3571" y="548"/>
                  </a:lnTo>
                  <a:lnTo>
                    <a:pt x="3571" y="549"/>
                  </a:lnTo>
                  <a:lnTo>
                    <a:pt x="3571" y="552"/>
                  </a:lnTo>
                  <a:lnTo>
                    <a:pt x="3572" y="0"/>
                  </a:lnTo>
                  <a:lnTo>
                    <a:pt x="3572" y="0"/>
                  </a:lnTo>
                  <a:lnTo>
                    <a:pt x="3572" y="0"/>
                  </a:lnTo>
                  <a:lnTo>
                    <a:pt x="3573" y="13"/>
                  </a:lnTo>
                  <a:lnTo>
                    <a:pt x="3573" y="18"/>
                  </a:lnTo>
                  <a:lnTo>
                    <a:pt x="3574" y="453"/>
                  </a:lnTo>
                  <a:lnTo>
                    <a:pt x="3574" y="455"/>
                  </a:lnTo>
                  <a:lnTo>
                    <a:pt x="3575" y="552"/>
                  </a:lnTo>
                  <a:lnTo>
                    <a:pt x="3576" y="86"/>
                  </a:lnTo>
                  <a:lnTo>
                    <a:pt x="3576" y="68"/>
                  </a:lnTo>
                  <a:lnTo>
                    <a:pt x="3576" y="0"/>
                  </a:lnTo>
                  <a:lnTo>
                    <a:pt x="3577" y="368"/>
                  </a:lnTo>
                  <a:lnTo>
                    <a:pt x="3577" y="385"/>
                  </a:lnTo>
                  <a:lnTo>
                    <a:pt x="3577" y="552"/>
                  </a:lnTo>
                  <a:lnTo>
                    <a:pt x="3578" y="474"/>
                  </a:lnTo>
                  <a:lnTo>
                    <a:pt x="3578" y="467"/>
                  </a:lnTo>
                  <a:lnTo>
                    <a:pt x="3578" y="342"/>
                  </a:lnTo>
                  <a:lnTo>
                    <a:pt x="3579" y="552"/>
                  </a:lnTo>
                  <a:lnTo>
                    <a:pt x="3579" y="552"/>
                  </a:lnTo>
                  <a:lnTo>
                    <a:pt x="3579" y="552"/>
                  </a:lnTo>
                  <a:lnTo>
                    <a:pt x="3580" y="461"/>
                  </a:lnTo>
                  <a:lnTo>
                    <a:pt x="3580" y="450"/>
                  </a:lnTo>
                  <a:lnTo>
                    <a:pt x="3581" y="0"/>
                  </a:lnTo>
                  <a:lnTo>
                    <a:pt x="3582" y="0"/>
                  </a:lnTo>
                  <a:lnTo>
                    <a:pt x="3582" y="0"/>
                  </a:lnTo>
                  <a:lnTo>
                    <a:pt x="3582" y="552"/>
                  </a:lnTo>
                  <a:lnTo>
                    <a:pt x="3583" y="552"/>
                  </a:lnTo>
                  <a:lnTo>
                    <a:pt x="3583" y="552"/>
                  </a:lnTo>
                  <a:lnTo>
                    <a:pt x="3584" y="313"/>
                  </a:lnTo>
                  <a:lnTo>
                    <a:pt x="3584" y="482"/>
                  </a:lnTo>
                  <a:lnTo>
                    <a:pt x="3584" y="483"/>
                  </a:lnTo>
                  <a:lnTo>
                    <a:pt x="3585" y="552"/>
                  </a:lnTo>
                  <a:lnTo>
                    <a:pt x="3585" y="550"/>
                  </a:lnTo>
                  <a:lnTo>
                    <a:pt x="3585" y="548"/>
                  </a:lnTo>
                  <a:lnTo>
                    <a:pt x="3586" y="0"/>
                  </a:lnTo>
                  <a:lnTo>
                    <a:pt x="3586" y="0"/>
                  </a:lnTo>
                  <a:lnTo>
                    <a:pt x="3586" y="0"/>
                  </a:lnTo>
                  <a:lnTo>
                    <a:pt x="3588" y="552"/>
                  </a:lnTo>
                  <a:lnTo>
                    <a:pt x="3588" y="552"/>
                  </a:lnTo>
                  <a:lnTo>
                    <a:pt x="3588" y="552"/>
                  </a:lnTo>
                  <a:lnTo>
                    <a:pt x="3588" y="540"/>
                  </a:lnTo>
                  <a:lnTo>
                    <a:pt x="3589" y="552"/>
                  </a:lnTo>
                  <a:lnTo>
                    <a:pt x="3589" y="552"/>
                  </a:lnTo>
                  <a:lnTo>
                    <a:pt x="3590" y="505"/>
                  </a:lnTo>
                  <a:lnTo>
                    <a:pt x="3590" y="496"/>
                  </a:lnTo>
                  <a:lnTo>
                    <a:pt x="3591" y="0"/>
                  </a:lnTo>
                  <a:lnTo>
                    <a:pt x="3591" y="0"/>
                  </a:lnTo>
                  <a:lnTo>
                    <a:pt x="3591" y="0"/>
                  </a:lnTo>
                  <a:lnTo>
                    <a:pt x="3592" y="552"/>
                  </a:lnTo>
                  <a:lnTo>
                    <a:pt x="3592" y="552"/>
                  </a:lnTo>
                  <a:lnTo>
                    <a:pt x="3592" y="552"/>
                  </a:lnTo>
                  <a:lnTo>
                    <a:pt x="3594" y="552"/>
                  </a:lnTo>
                  <a:lnTo>
                    <a:pt x="3594" y="552"/>
                  </a:lnTo>
                  <a:lnTo>
                    <a:pt x="3595" y="29"/>
                  </a:lnTo>
                  <a:lnTo>
                    <a:pt x="3595" y="19"/>
                  </a:lnTo>
                  <a:lnTo>
                    <a:pt x="3595" y="0"/>
                  </a:lnTo>
                  <a:lnTo>
                    <a:pt x="3596" y="130"/>
                  </a:lnTo>
                  <a:lnTo>
                    <a:pt x="3596" y="159"/>
                  </a:lnTo>
                  <a:lnTo>
                    <a:pt x="3596" y="552"/>
                  </a:lnTo>
                  <a:lnTo>
                    <a:pt x="3597" y="552"/>
                  </a:lnTo>
                  <a:lnTo>
                    <a:pt x="3597" y="552"/>
                  </a:lnTo>
                  <a:lnTo>
                    <a:pt x="3598" y="552"/>
                  </a:lnTo>
                  <a:lnTo>
                    <a:pt x="3599" y="552"/>
                  </a:lnTo>
                  <a:lnTo>
                    <a:pt x="3600" y="84"/>
                  </a:lnTo>
                  <a:lnTo>
                    <a:pt x="3600" y="65"/>
                  </a:lnTo>
                  <a:lnTo>
                    <a:pt x="3600" y="0"/>
                  </a:lnTo>
                  <a:lnTo>
                    <a:pt x="3601" y="552"/>
                  </a:lnTo>
                  <a:lnTo>
                    <a:pt x="3601" y="552"/>
                  </a:lnTo>
                  <a:lnTo>
                    <a:pt x="3601" y="552"/>
                  </a:lnTo>
                  <a:lnTo>
                    <a:pt x="3602" y="552"/>
                  </a:lnTo>
                  <a:lnTo>
                    <a:pt x="3602" y="552"/>
                  </a:lnTo>
                  <a:lnTo>
                    <a:pt x="3603" y="552"/>
                  </a:lnTo>
                  <a:lnTo>
                    <a:pt x="3604" y="552"/>
                  </a:lnTo>
                  <a:lnTo>
                    <a:pt x="3604" y="0"/>
                  </a:lnTo>
                  <a:lnTo>
                    <a:pt x="3604" y="0"/>
                  </a:lnTo>
                  <a:lnTo>
                    <a:pt x="3605" y="0"/>
                  </a:lnTo>
                  <a:lnTo>
                    <a:pt x="3606" y="552"/>
                  </a:lnTo>
                  <a:lnTo>
                    <a:pt x="3606" y="552"/>
                  </a:lnTo>
                  <a:lnTo>
                    <a:pt x="3606" y="552"/>
                  </a:lnTo>
                  <a:lnTo>
                    <a:pt x="3607" y="552"/>
                  </a:lnTo>
                  <a:lnTo>
                    <a:pt x="3607" y="552"/>
                  </a:lnTo>
                  <a:lnTo>
                    <a:pt x="3608" y="552"/>
                  </a:lnTo>
                  <a:lnTo>
                    <a:pt x="3608" y="552"/>
                  </a:lnTo>
                  <a:lnTo>
                    <a:pt x="3609" y="0"/>
                  </a:lnTo>
                  <a:lnTo>
                    <a:pt x="3609" y="0"/>
                  </a:lnTo>
                  <a:lnTo>
                    <a:pt x="3610" y="0"/>
                  </a:lnTo>
                  <a:lnTo>
                    <a:pt x="3610" y="552"/>
                  </a:lnTo>
                  <a:lnTo>
                    <a:pt x="3610" y="552"/>
                  </a:lnTo>
                  <a:lnTo>
                    <a:pt x="3611" y="552"/>
                  </a:lnTo>
                  <a:lnTo>
                    <a:pt x="3612" y="552"/>
                  </a:lnTo>
                  <a:lnTo>
                    <a:pt x="3612" y="552"/>
                  </a:lnTo>
                  <a:lnTo>
                    <a:pt x="3613" y="552"/>
                  </a:lnTo>
                  <a:lnTo>
                    <a:pt x="3613" y="552"/>
                  </a:lnTo>
                  <a:lnTo>
                    <a:pt x="3614" y="0"/>
                  </a:lnTo>
                  <a:lnTo>
                    <a:pt x="3614" y="0"/>
                  </a:lnTo>
                  <a:lnTo>
                    <a:pt x="3614" y="0"/>
                  </a:lnTo>
                  <a:lnTo>
                    <a:pt x="3615" y="379"/>
                  </a:lnTo>
                  <a:lnTo>
                    <a:pt x="3616" y="400"/>
                  </a:lnTo>
                  <a:lnTo>
                    <a:pt x="3616" y="552"/>
                  </a:lnTo>
                  <a:lnTo>
                    <a:pt x="3616" y="546"/>
                  </a:lnTo>
                  <a:lnTo>
                    <a:pt x="3616" y="542"/>
                  </a:lnTo>
                  <a:lnTo>
                    <a:pt x="3617" y="280"/>
                  </a:lnTo>
                  <a:lnTo>
                    <a:pt x="3618" y="479"/>
                  </a:lnTo>
                  <a:lnTo>
                    <a:pt x="3618" y="493"/>
                  </a:lnTo>
                  <a:lnTo>
                    <a:pt x="3618" y="552"/>
                  </a:lnTo>
                  <a:lnTo>
                    <a:pt x="3619" y="552"/>
                  </a:lnTo>
                  <a:lnTo>
                    <a:pt x="3619" y="552"/>
                  </a:lnTo>
                  <a:lnTo>
                    <a:pt x="3620" y="552"/>
                  </a:lnTo>
                  <a:lnTo>
                    <a:pt x="3620" y="552"/>
                  </a:lnTo>
                  <a:lnTo>
                    <a:pt x="3621" y="0"/>
                  </a:lnTo>
                  <a:lnTo>
                    <a:pt x="3621" y="0"/>
                  </a:lnTo>
                  <a:lnTo>
                    <a:pt x="3621" y="0"/>
                  </a:lnTo>
                  <a:lnTo>
                    <a:pt x="3622" y="552"/>
                  </a:lnTo>
                  <a:lnTo>
                    <a:pt x="3622" y="552"/>
                  </a:lnTo>
                  <a:lnTo>
                    <a:pt x="3622" y="552"/>
                  </a:lnTo>
                  <a:lnTo>
                    <a:pt x="3624" y="552"/>
                  </a:lnTo>
                  <a:lnTo>
                    <a:pt x="3624" y="552"/>
                  </a:lnTo>
                  <a:lnTo>
                    <a:pt x="3625" y="100"/>
                  </a:lnTo>
                  <a:lnTo>
                    <a:pt x="3625" y="77"/>
                  </a:lnTo>
                  <a:lnTo>
                    <a:pt x="3625" y="0"/>
                  </a:lnTo>
                  <a:lnTo>
                    <a:pt x="3626" y="290"/>
                  </a:lnTo>
                  <a:lnTo>
                    <a:pt x="3626" y="310"/>
                  </a:lnTo>
                  <a:lnTo>
                    <a:pt x="3626" y="552"/>
                  </a:lnTo>
                  <a:lnTo>
                    <a:pt x="3627" y="552"/>
                  </a:lnTo>
                  <a:lnTo>
                    <a:pt x="3627" y="552"/>
                  </a:lnTo>
                  <a:lnTo>
                    <a:pt x="3629" y="552"/>
                  </a:lnTo>
                  <a:lnTo>
                    <a:pt x="3629" y="552"/>
                  </a:lnTo>
                  <a:lnTo>
                    <a:pt x="3629" y="0"/>
                  </a:lnTo>
                  <a:lnTo>
                    <a:pt x="3630" y="0"/>
                  </a:lnTo>
                  <a:lnTo>
                    <a:pt x="3630" y="0"/>
                  </a:lnTo>
                  <a:lnTo>
                    <a:pt x="3631" y="552"/>
                  </a:lnTo>
                  <a:lnTo>
                    <a:pt x="3631" y="552"/>
                  </a:lnTo>
                  <a:lnTo>
                    <a:pt x="3631" y="552"/>
                  </a:lnTo>
                  <a:lnTo>
                    <a:pt x="3632" y="552"/>
                  </a:lnTo>
                  <a:lnTo>
                    <a:pt x="3632" y="552"/>
                  </a:lnTo>
                  <a:lnTo>
                    <a:pt x="3633" y="158"/>
                  </a:lnTo>
                  <a:lnTo>
                    <a:pt x="3633" y="133"/>
                  </a:lnTo>
                  <a:lnTo>
                    <a:pt x="3634" y="0"/>
                  </a:lnTo>
                  <a:lnTo>
                    <a:pt x="3635" y="7"/>
                  </a:lnTo>
                  <a:lnTo>
                    <a:pt x="3635" y="13"/>
                  </a:lnTo>
                  <a:lnTo>
                    <a:pt x="3635" y="552"/>
                  </a:lnTo>
                  <a:lnTo>
                    <a:pt x="3636" y="552"/>
                  </a:lnTo>
                  <a:lnTo>
                    <a:pt x="3636" y="552"/>
                  </a:lnTo>
                  <a:lnTo>
                    <a:pt x="3637" y="491"/>
                  </a:lnTo>
                  <a:lnTo>
                    <a:pt x="3637" y="482"/>
                  </a:lnTo>
                  <a:lnTo>
                    <a:pt x="3638" y="0"/>
                  </a:lnTo>
                  <a:lnTo>
                    <a:pt x="3638" y="14"/>
                  </a:lnTo>
                  <a:lnTo>
                    <a:pt x="3638" y="21"/>
                  </a:lnTo>
                  <a:lnTo>
                    <a:pt x="3639" y="552"/>
                  </a:lnTo>
                  <a:lnTo>
                    <a:pt x="3639" y="552"/>
                  </a:lnTo>
                  <a:lnTo>
                    <a:pt x="3639" y="552"/>
                  </a:lnTo>
                  <a:lnTo>
                    <a:pt x="3641" y="552"/>
                  </a:lnTo>
                  <a:lnTo>
                    <a:pt x="3641" y="552"/>
                  </a:lnTo>
                  <a:lnTo>
                    <a:pt x="3642" y="494"/>
                  </a:lnTo>
                  <a:lnTo>
                    <a:pt x="3642" y="482"/>
                  </a:lnTo>
                  <a:lnTo>
                    <a:pt x="3642" y="0"/>
                  </a:lnTo>
                  <a:lnTo>
                    <a:pt x="3643" y="65"/>
                  </a:lnTo>
                  <a:lnTo>
                    <a:pt x="3643" y="82"/>
                  </a:lnTo>
                  <a:lnTo>
                    <a:pt x="3644" y="552"/>
                  </a:lnTo>
                  <a:lnTo>
                    <a:pt x="3644" y="552"/>
                  </a:lnTo>
                  <a:lnTo>
                    <a:pt x="3644" y="552"/>
                  </a:lnTo>
                  <a:lnTo>
                    <a:pt x="3645" y="552"/>
                  </a:lnTo>
                  <a:lnTo>
                    <a:pt x="3645" y="552"/>
                  </a:lnTo>
                  <a:lnTo>
                    <a:pt x="3647" y="1"/>
                  </a:lnTo>
                  <a:lnTo>
                    <a:pt x="3647" y="0"/>
                  </a:lnTo>
                  <a:lnTo>
                    <a:pt x="3648" y="345"/>
                  </a:lnTo>
                  <a:lnTo>
                    <a:pt x="3648" y="356"/>
                  </a:lnTo>
                  <a:lnTo>
                    <a:pt x="3648" y="552"/>
                  </a:lnTo>
                  <a:lnTo>
                    <a:pt x="3649" y="544"/>
                  </a:lnTo>
                  <a:lnTo>
                    <a:pt x="3649" y="542"/>
                  </a:lnTo>
                  <a:lnTo>
                    <a:pt x="3649" y="536"/>
                  </a:lnTo>
                  <a:lnTo>
                    <a:pt x="3650" y="552"/>
                  </a:lnTo>
                  <a:lnTo>
                    <a:pt x="3650" y="552"/>
                  </a:lnTo>
                  <a:lnTo>
                    <a:pt x="3650" y="552"/>
                  </a:lnTo>
                  <a:lnTo>
                    <a:pt x="3651" y="64"/>
                  </a:lnTo>
                  <a:lnTo>
                    <a:pt x="3651" y="50"/>
                  </a:lnTo>
                  <a:lnTo>
                    <a:pt x="3652" y="0"/>
                  </a:lnTo>
                  <a:lnTo>
                    <a:pt x="3653" y="294"/>
                  </a:lnTo>
                  <a:lnTo>
                    <a:pt x="3653" y="305"/>
                  </a:lnTo>
                  <a:lnTo>
                    <a:pt x="3654" y="552"/>
                  </a:lnTo>
                  <a:lnTo>
                    <a:pt x="3654" y="552"/>
                  </a:lnTo>
                  <a:lnTo>
                    <a:pt x="3654" y="552"/>
                  </a:lnTo>
                  <a:lnTo>
                    <a:pt x="3655" y="552"/>
                  </a:lnTo>
                  <a:lnTo>
                    <a:pt x="3655" y="552"/>
                  </a:lnTo>
                  <a:lnTo>
                    <a:pt x="3656" y="0"/>
                  </a:lnTo>
                  <a:lnTo>
                    <a:pt x="3656" y="0"/>
                  </a:lnTo>
                  <a:lnTo>
                    <a:pt x="3656" y="0"/>
                  </a:lnTo>
                  <a:lnTo>
                    <a:pt x="3657" y="406"/>
                  </a:lnTo>
                  <a:lnTo>
                    <a:pt x="3657" y="416"/>
                  </a:lnTo>
                  <a:lnTo>
                    <a:pt x="3659" y="552"/>
                  </a:lnTo>
                  <a:lnTo>
                    <a:pt x="3659" y="552"/>
                  </a:lnTo>
                  <a:lnTo>
                    <a:pt x="3659" y="552"/>
                  </a:lnTo>
                  <a:lnTo>
                    <a:pt x="3660" y="552"/>
                  </a:lnTo>
                  <a:lnTo>
                    <a:pt x="3660" y="552"/>
                  </a:lnTo>
                  <a:lnTo>
                    <a:pt x="3661" y="185"/>
                  </a:lnTo>
                  <a:lnTo>
                    <a:pt x="3661" y="169"/>
                  </a:lnTo>
                  <a:lnTo>
                    <a:pt x="3661" y="0"/>
                  </a:lnTo>
                  <a:lnTo>
                    <a:pt x="3662" y="16"/>
                  </a:lnTo>
                  <a:lnTo>
                    <a:pt x="3663" y="23"/>
                  </a:lnTo>
                  <a:lnTo>
                    <a:pt x="3663" y="552"/>
                  </a:lnTo>
                  <a:lnTo>
                    <a:pt x="3663" y="552"/>
                  </a:lnTo>
                  <a:lnTo>
                    <a:pt x="3664" y="552"/>
                  </a:lnTo>
                  <a:lnTo>
                    <a:pt x="3665" y="552"/>
                  </a:lnTo>
                  <a:lnTo>
                    <a:pt x="3665" y="552"/>
                  </a:lnTo>
                  <a:lnTo>
                    <a:pt x="3666" y="462"/>
                  </a:lnTo>
                  <a:lnTo>
                    <a:pt x="3666" y="450"/>
                  </a:lnTo>
                  <a:lnTo>
                    <a:pt x="3666" y="0"/>
                  </a:lnTo>
                  <a:lnTo>
                    <a:pt x="3667" y="0"/>
                  </a:lnTo>
                  <a:lnTo>
                    <a:pt x="3667" y="0"/>
                  </a:lnTo>
                  <a:lnTo>
                    <a:pt x="3668" y="552"/>
                  </a:lnTo>
                  <a:lnTo>
                    <a:pt x="3668" y="552"/>
                  </a:lnTo>
                  <a:lnTo>
                    <a:pt x="3669" y="552"/>
                  </a:lnTo>
                  <a:lnTo>
                    <a:pt x="3669" y="552"/>
                  </a:lnTo>
                  <a:lnTo>
                    <a:pt x="3670" y="552"/>
                  </a:lnTo>
                  <a:lnTo>
                    <a:pt x="3671" y="268"/>
                  </a:lnTo>
                  <a:lnTo>
                    <a:pt x="3671" y="249"/>
                  </a:lnTo>
                  <a:lnTo>
                    <a:pt x="3671" y="0"/>
                  </a:lnTo>
                  <a:lnTo>
                    <a:pt x="3672" y="93"/>
                  </a:lnTo>
                  <a:lnTo>
                    <a:pt x="3672" y="108"/>
                  </a:lnTo>
                  <a:lnTo>
                    <a:pt x="3672" y="552"/>
                  </a:lnTo>
                  <a:lnTo>
                    <a:pt x="3673" y="552"/>
                  </a:lnTo>
                  <a:lnTo>
                    <a:pt x="3673" y="552"/>
                  </a:lnTo>
                  <a:lnTo>
                    <a:pt x="3674" y="552"/>
                  </a:lnTo>
                  <a:lnTo>
                    <a:pt x="3675" y="552"/>
                  </a:lnTo>
                  <a:lnTo>
                    <a:pt x="3675" y="0"/>
                  </a:lnTo>
                  <a:lnTo>
                    <a:pt x="3675" y="0"/>
                  </a:lnTo>
                  <a:lnTo>
                    <a:pt x="3676" y="0"/>
                  </a:lnTo>
                  <a:lnTo>
                    <a:pt x="3677" y="19"/>
                  </a:lnTo>
                  <a:lnTo>
                    <a:pt x="3677" y="26"/>
                  </a:lnTo>
                  <a:lnTo>
                    <a:pt x="3677" y="552"/>
                  </a:lnTo>
                  <a:lnTo>
                    <a:pt x="3678" y="552"/>
                  </a:lnTo>
                  <a:lnTo>
                    <a:pt x="3678" y="552"/>
                  </a:lnTo>
                  <a:lnTo>
                    <a:pt x="3679" y="552"/>
                  </a:lnTo>
                  <a:lnTo>
                    <a:pt x="3679" y="552"/>
                  </a:lnTo>
                  <a:lnTo>
                    <a:pt x="3680" y="0"/>
                  </a:lnTo>
                  <a:lnTo>
                    <a:pt x="3680" y="0"/>
                  </a:lnTo>
                  <a:lnTo>
                    <a:pt x="3680" y="0"/>
                  </a:lnTo>
                  <a:lnTo>
                    <a:pt x="3682" y="552"/>
                  </a:lnTo>
                  <a:lnTo>
                    <a:pt x="3682" y="552"/>
                  </a:lnTo>
                  <a:lnTo>
                    <a:pt x="3682" y="552"/>
                  </a:lnTo>
                  <a:lnTo>
                    <a:pt x="3683" y="552"/>
                  </a:lnTo>
                  <a:lnTo>
                    <a:pt x="3683" y="552"/>
                  </a:lnTo>
                  <a:lnTo>
                    <a:pt x="3684" y="552"/>
                  </a:lnTo>
                  <a:lnTo>
                    <a:pt x="3684" y="552"/>
                  </a:lnTo>
                  <a:lnTo>
                    <a:pt x="3685" y="0"/>
                  </a:lnTo>
                  <a:lnTo>
                    <a:pt x="3685" y="0"/>
                  </a:lnTo>
                  <a:lnTo>
                    <a:pt x="3685" y="0"/>
                  </a:lnTo>
                  <a:lnTo>
                    <a:pt x="3686" y="552"/>
                  </a:lnTo>
                  <a:lnTo>
                    <a:pt x="3686" y="552"/>
                  </a:lnTo>
                  <a:lnTo>
                    <a:pt x="3686" y="552"/>
                  </a:lnTo>
                  <a:lnTo>
                    <a:pt x="3688" y="552"/>
                  </a:lnTo>
                  <a:lnTo>
                    <a:pt x="3688" y="552"/>
                  </a:lnTo>
                  <a:lnTo>
                    <a:pt x="3689" y="552"/>
                  </a:lnTo>
                  <a:lnTo>
                    <a:pt x="3689" y="552"/>
                  </a:lnTo>
                  <a:lnTo>
                    <a:pt x="3690" y="0"/>
                  </a:lnTo>
                  <a:lnTo>
                    <a:pt x="3690" y="0"/>
                  </a:lnTo>
                  <a:lnTo>
                    <a:pt x="3690" y="0"/>
                  </a:lnTo>
                  <a:lnTo>
                    <a:pt x="3691" y="552"/>
                  </a:lnTo>
                  <a:lnTo>
                    <a:pt x="3691" y="552"/>
                  </a:lnTo>
                  <a:lnTo>
                    <a:pt x="3691" y="552"/>
                  </a:lnTo>
                  <a:lnTo>
                    <a:pt x="3692" y="552"/>
                  </a:lnTo>
                  <a:lnTo>
                    <a:pt x="3692" y="552"/>
                  </a:lnTo>
                  <a:lnTo>
                    <a:pt x="3694" y="522"/>
                  </a:lnTo>
                  <a:lnTo>
                    <a:pt x="3694" y="515"/>
                  </a:lnTo>
                  <a:lnTo>
                    <a:pt x="3694" y="0"/>
                  </a:lnTo>
                  <a:lnTo>
                    <a:pt x="3695" y="0"/>
                  </a:lnTo>
                  <a:lnTo>
                    <a:pt x="3695" y="0"/>
                  </a:lnTo>
                  <a:lnTo>
                    <a:pt x="3696" y="552"/>
                  </a:lnTo>
                  <a:lnTo>
                    <a:pt x="3696" y="552"/>
                  </a:lnTo>
                  <a:lnTo>
                    <a:pt x="3696" y="552"/>
                  </a:lnTo>
                  <a:lnTo>
                    <a:pt x="3697" y="552"/>
                  </a:lnTo>
                  <a:lnTo>
                    <a:pt x="3697" y="552"/>
                  </a:lnTo>
                  <a:lnTo>
                    <a:pt x="3698" y="552"/>
                  </a:lnTo>
                  <a:lnTo>
                    <a:pt x="3698" y="552"/>
                  </a:lnTo>
                  <a:lnTo>
                    <a:pt x="3699" y="0"/>
                  </a:lnTo>
                  <a:lnTo>
                    <a:pt x="3700" y="0"/>
                  </a:lnTo>
                  <a:lnTo>
                    <a:pt x="3700" y="0"/>
                  </a:lnTo>
                  <a:lnTo>
                    <a:pt x="3701" y="552"/>
                  </a:lnTo>
                  <a:lnTo>
                    <a:pt x="3701" y="552"/>
                  </a:lnTo>
                  <a:lnTo>
                    <a:pt x="3701" y="552"/>
                  </a:lnTo>
                  <a:lnTo>
                    <a:pt x="3702" y="552"/>
                  </a:lnTo>
                  <a:lnTo>
                    <a:pt x="3702" y="552"/>
                  </a:lnTo>
                  <a:lnTo>
                    <a:pt x="3703" y="328"/>
                  </a:lnTo>
                  <a:lnTo>
                    <a:pt x="3703" y="313"/>
                  </a:lnTo>
                  <a:lnTo>
                    <a:pt x="3704" y="0"/>
                  </a:lnTo>
                  <a:lnTo>
                    <a:pt x="3704" y="0"/>
                  </a:lnTo>
                  <a:lnTo>
                    <a:pt x="3704" y="0"/>
                  </a:lnTo>
                  <a:lnTo>
                    <a:pt x="3705" y="552"/>
                  </a:lnTo>
                  <a:lnTo>
                    <a:pt x="3706" y="552"/>
                  </a:lnTo>
                  <a:lnTo>
                    <a:pt x="3706" y="552"/>
                  </a:lnTo>
                  <a:lnTo>
                    <a:pt x="3707" y="552"/>
                  </a:lnTo>
                  <a:lnTo>
                    <a:pt x="3707" y="552"/>
                  </a:lnTo>
                  <a:lnTo>
                    <a:pt x="3708" y="0"/>
                  </a:lnTo>
                  <a:lnTo>
                    <a:pt x="3708" y="0"/>
                  </a:lnTo>
                  <a:lnTo>
                    <a:pt x="3708" y="0"/>
                  </a:lnTo>
                  <a:lnTo>
                    <a:pt x="3709" y="414"/>
                  </a:lnTo>
                  <a:lnTo>
                    <a:pt x="3709" y="428"/>
                  </a:lnTo>
                  <a:lnTo>
                    <a:pt x="3710" y="552"/>
                  </a:lnTo>
                  <a:lnTo>
                    <a:pt x="3710" y="552"/>
                  </a:lnTo>
                  <a:lnTo>
                    <a:pt x="3710" y="552"/>
                  </a:lnTo>
                  <a:lnTo>
                    <a:pt x="3712" y="552"/>
                  </a:lnTo>
                  <a:lnTo>
                    <a:pt x="3712" y="552"/>
                  </a:lnTo>
                  <a:lnTo>
                    <a:pt x="3713" y="0"/>
                  </a:lnTo>
                  <a:lnTo>
                    <a:pt x="3713" y="0"/>
                  </a:lnTo>
                  <a:lnTo>
                    <a:pt x="3713" y="0"/>
                  </a:lnTo>
                  <a:lnTo>
                    <a:pt x="3714" y="392"/>
                  </a:lnTo>
                  <a:lnTo>
                    <a:pt x="3714" y="411"/>
                  </a:lnTo>
                  <a:lnTo>
                    <a:pt x="3714" y="552"/>
                  </a:lnTo>
                  <a:lnTo>
                    <a:pt x="3715" y="552"/>
                  </a:lnTo>
                  <a:lnTo>
                    <a:pt x="3715" y="552"/>
                  </a:lnTo>
                  <a:lnTo>
                    <a:pt x="3716" y="552"/>
                  </a:lnTo>
                  <a:lnTo>
                    <a:pt x="3716" y="552"/>
                  </a:lnTo>
                  <a:lnTo>
                    <a:pt x="3718" y="101"/>
                  </a:lnTo>
                  <a:lnTo>
                    <a:pt x="3718" y="83"/>
                  </a:lnTo>
                  <a:lnTo>
                    <a:pt x="3718" y="0"/>
                  </a:lnTo>
                  <a:lnTo>
                    <a:pt x="3719" y="205"/>
                  </a:lnTo>
                  <a:lnTo>
                    <a:pt x="3719" y="220"/>
                  </a:lnTo>
                  <a:lnTo>
                    <a:pt x="3719" y="552"/>
                  </a:lnTo>
                  <a:lnTo>
                    <a:pt x="3720" y="526"/>
                  </a:lnTo>
                  <a:lnTo>
                    <a:pt x="3720" y="525"/>
                  </a:lnTo>
                  <a:lnTo>
                    <a:pt x="3721" y="542"/>
                  </a:lnTo>
                  <a:lnTo>
                    <a:pt x="3721" y="441"/>
                  </a:lnTo>
                  <a:lnTo>
                    <a:pt x="3721" y="469"/>
                  </a:lnTo>
                  <a:lnTo>
                    <a:pt x="3722" y="469"/>
                  </a:lnTo>
                  <a:lnTo>
                    <a:pt x="3722" y="552"/>
                  </a:lnTo>
                  <a:lnTo>
                    <a:pt x="3722" y="493"/>
                  </a:lnTo>
                  <a:lnTo>
                    <a:pt x="3723" y="487"/>
                  </a:lnTo>
                  <a:lnTo>
                    <a:pt x="3723" y="0"/>
                  </a:lnTo>
                  <a:lnTo>
                    <a:pt x="3724" y="0"/>
                  </a:lnTo>
                  <a:lnTo>
                    <a:pt x="3724" y="0"/>
                  </a:lnTo>
                  <a:lnTo>
                    <a:pt x="3724" y="552"/>
                  </a:lnTo>
                  <a:lnTo>
                    <a:pt x="3725" y="552"/>
                  </a:lnTo>
                  <a:lnTo>
                    <a:pt x="3725" y="552"/>
                  </a:lnTo>
                  <a:lnTo>
                    <a:pt x="3726" y="552"/>
                  </a:lnTo>
                  <a:lnTo>
                    <a:pt x="3726" y="552"/>
                  </a:lnTo>
                  <a:lnTo>
                    <a:pt x="3727" y="513"/>
                  </a:lnTo>
                  <a:lnTo>
                    <a:pt x="3727" y="552"/>
                  </a:lnTo>
                  <a:lnTo>
                    <a:pt x="3728" y="552"/>
                  </a:lnTo>
                  <a:lnTo>
                    <a:pt x="3728" y="0"/>
                  </a:lnTo>
                  <a:lnTo>
                    <a:pt x="3728" y="0"/>
                  </a:lnTo>
                  <a:lnTo>
                    <a:pt x="3729" y="0"/>
                  </a:lnTo>
                  <a:lnTo>
                    <a:pt x="3730" y="552"/>
                  </a:lnTo>
                  <a:lnTo>
                    <a:pt x="3730" y="552"/>
                  </a:lnTo>
                  <a:lnTo>
                    <a:pt x="3730" y="552"/>
                  </a:lnTo>
                  <a:lnTo>
                    <a:pt x="3731" y="552"/>
                  </a:lnTo>
                  <a:lnTo>
                    <a:pt x="3731" y="552"/>
                  </a:lnTo>
                  <a:lnTo>
                    <a:pt x="3731" y="552"/>
                  </a:lnTo>
                  <a:lnTo>
                    <a:pt x="3732" y="552"/>
                  </a:lnTo>
                  <a:lnTo>
                    <a:pt x="3732" y="552"/>
                  </a:lnTo>
                  <a:lnTo>
                    <a:pt x="3733" y="0"/>
                  </a:lnTo>
                  <a:lnTo>
                    <a:pt x="3733" y="0"/>
                  </a:lnTo>
                  <a:lnTo>
                    <a:pt x="3734" y="0"/>
                  </a:lnTo>
                  <a:lnTo>
                    <a:pt x="3735" y="552"/>
                  </a:lnTo>
                  <a:lnTo>
                    <a:pt x="3735" y="552"/>
                  </a:lnTo>
                  <a:lnTo>
                    <a:pt x="3735" y="552"/>
                  </a:lnTo>
                  <a:lnTo>
                    <a:pt x="3736" y="552"/>
                  </a:lnTo>
                  <a:lnTo>
                    <a:pt x="3736" y="552"/>
                  </a:lnTo>
                  <a:lnTo>
                    <a:pt x="3737" y="552"/>
                  </a:lnTo>
                  <a:lnTo>
                    <a:pt x="3737" y="551"/>
                  </a:lnTo>
                  <a:lnTo>
                    <a:pt x="3737" y="552"/>
                  </a:lnTo>
                  <a:lnTo>
                    <a:pt x="3738" y="0"/>
                  </a:lnTo>
                  <a:lnTo>
                    <a:pt x="3738" y="0"/>
                  </a:lnTo>
                  <a:lnTo>
                    <a:pt x="3738" y="0"/>
                  </a:lnTo>
                  <a:lnTo>
                    <a:pt x="3739" y="552"/>
                  </a:lnTo>
                  <a:lnTo>
                    <a:pt x="3739" y="552"/>
                  </a:lnTo>
                  <a:lnTo>
                    <a:pt x="3740" y="552"/>
                  </a:lnTo>
                  <a:lnTo>
                    <a:pt x="3741" y="552"/>
                  </a:lnTo>
                  <a:lnTo>
                    <a:pt x="3741" y="552"/>
                  </a:lnTo>
                  <a:lnTo>
                    <a:pt x="3742" y="548"/>
                  </a:lnTo>
                  <a:lnTo>
                    <a:pt x="3742" y="546"/>
                  </a:lnTo>
                  <a:lnTo>
                    <a:pt x="3743" y="0"/>
                  </a:lnTo>
                  <a:lnTo>
                    <a:pt x="3743" y="0"/>
                  </a:lnTo>
                  <a:lnTo>
                    <a:pt x="3743" y="0"/>
                  </a:lnTo>
                  <a:lnTo>
                    <a:pt x="3744" y="552"/>
                  </a:lnTo>
                  <a:lnTo>
                    <a:pt x="3744" y="552"/>
                  </a:lnTo>
                  <a:lnTo>
                    <a:pt x="3744" y="552"/>
                  </a:lnTo>
                  <a:lnTo>
                    <a:pt x="3745" y="552"/>
                  </a:lnTo>
                  <a:lnTo>
                    <a:pt x="3745" y="552"/>
                  </a:lnTo>
                  <a:lnTo>
                    <a:pt x="3747" y="292"/>
                  </a:lnTo>
                  <a:lnTo>
                    <a:pt x="3747" y="271"/>
                  </a:lnTo>
                  <a:lnTo>
                    <a:pt x="3747" y="0"/>
                  </a:lnTo>
                  <a:lnTo>
                    <a:pt x="3748" y="73"/>
                  </a:lnTo>
                  <a:lnTo>
                    <a:pt x="3748" y="90"/>
                  </a:lnTo>
                  <a:lnTo>
                    <a:pt x="3749" y="552"/>
                  </a:lnTo>
                  <a:lnTo>
                    <a:pt x="3749" y="552"/>
                  </a:lnTo>
                  <a:lnTo>
                    <a:pt x="3749" y="552"/>
                  </a:lnTo>
                  <a:lnTo>
                    <a:pt x="3750" y="552"/>
                  </a:lnTo>
                  <a:lnTo>
                    <a:pt x="3750" y="552"/>
                  </a:lnTo>
                  <a:lnTo>
                    <a:pt x="3751" y="303"/>
                  </a:lnTo>
                  <a:lnTo>
                    <a:pt x="3751" y="289"/>
                  </a:lnTo>
                  <a:lnTo>
                    <a:pt x="3752" y="0"/>
                  </a:lnTo>
                  <a:lnTo>
                    <a:pt x="3753" y="177"/>
                  </a:lnTo>
                  <a:lnTo>
                    <a:pt x="3753" y="196"/>
                  </a:lnTo>
                  <a:lnTo>
                    <a:pt x="3753" y="552"/>
                  </a:lnTo>
                  <a:lnTo>
                    <a:pt x="3754" y="552"/>
                  </a:lnTo>
                  <a:lnTo>
                    <a:pt x="3754" y="552"/>
                  </a:lnTo>
                  <a:lnTo>
                    <a:pt x="3755" y="552"/>
                  </a:lnTo>
                  <a:lnTo>
                    <a:pt x="3755" y="552"/>
                  </a:lnTo>
                  <a:lnTo>
                    <a:pt x="3756" y="0"/>
                  </a:lnTo>
                  <a:lnTo>
                    <a:pt x="3756" y="0"/>
                  </a:lnTo>
                  <a:lnTo>
                    <a:pt x="3756" y="0"/>
                  </a:lnTo>
                  <a:lnTo>
                    <a:pt x="3757" y="542"/>
                  </a:lnTo>
                  <a:lnTo>
                    <a:pt x="3757" y="546"/>
                  </a:lnTo>
                  <a:lnTo>
                    <a:pt x="3758" y="552"/>
                  </a:lnTo>
                  <a:lnTo>
                    <a:pt x="3759" y="552"/>
                  </a:lnTo>
                  <a:lnTo>
                    <a:pt x="3759" y="552"/>
                  </a:lnTo>
                  <a:lnTo>
                    <a:pt x="3760" y="287"/>
                  </a:lnTo>
                  <a:lnTo>
                    <a:pt x="3760" y="269"/>
                  </a:lnTo>
                  <a:lnTo>
                    <a:pt x="3760" y="0"/>
                  </a:lnTo>
                  <a:lnTo>
                    <a:pt x="3761" y="41"/>
                  </a:lnTo>
                  <a:lnTo>
                    <a:pt x="3761" y="56"/>
                  </a:lnTo>
                  <a:lnTo>
                    <a:pt x="3762" y="552"/>
                  </a:lnTo>
                  <a:lnTo>
                    <a:pt x="3762" y="552"/>
                  </a:lnTo>
                  <a:lnTo>
                    <a:pt x="3762" y="552"/>
                  </a:lnTo>
                  <a:lnTo>
                    <a:pt x="3763" y="552"/>
                  </a:lnTo>
                  <a:lnTo>
                    <a:pt x="3763" y="552"/>
                  </a:lnTo>
                  <a:lnTo>
                    <a:pt x="3765" y="135"/>
                  </a:lnTo>
                  <a:lnTo>
                    <a:pt x="3765" y="113"/>
                  </a:lnTo>
                  <a:lnTo>
                    <a:pt x="3765" y="0"/>
                  </a:lnTo>
                  <a:lnTo>
                    <a:pt x="3766" y="0"/>
                  </a:lnTo>
                  <a:lnTo>
                    <a:pt x="3766" y="2"/>
                  </a:lnTo>
                  <a:lnTo>
                    <a:pt x="3766" y="552"/>
                  </a:lnTo>
                  <a:lnTo>
                    <a:pt x="3767" y="552"/>
                  </a:lnTo>
                  <a:lnTo>
                    <a:pt x="3767" y="552"/>
                  </a:lnTo>
                  <a:lnTo>
                    <a:pt x="3768" y="552"/>
                  </a:lnTo>
                  <a:lnTo>
                    <a:pt x="3768" y="552"/>
                  </a:lnTo>
                  <a:lnTo>
                    <a:pt x="3769" y="389"/>
                  </a:lnTo>
                  <a:lnTo>
                    <a:pt x="3769" y="378"/>
                  </a:lnTo>
                  <a:lnTo>
                    <a:pt x="3770" y="0"/>
                  </a:lnTo>
                  <a:lnTo>
                    <a:pt x="3771" y="16"/>
                  </a:lnTo>
                  <a:lnTo>
                    <a:pt x="3771" y="26"/>
                  </a:lnTo>
                  <a:lnTo>
                    <a:pt x="3772" y="552"/>
                  </a:lnTo>
                  <a:lnTo>
                    <a:pt x="3772" y="552"/>
                  </a:lnTo>
                  <a:lnTo>
                    <a:pt x="3772" y="552"/>
                  </a:lnTo>
                  <a:lnTo>
                    <a:pt x="3773" y="552"/>
                  </a:lnTo>
                  <a:lnTo>
                    <a:pt x="3773" y="552"/>
                  </a:lnTo>
                  <a:lnTo>
                    <a:pt x="3774" y="356"/>
                  </a:lnTo>
                  <a:lnTo>
                    <a:pt x="3774" y="341"/>
                  </a:lnTo>
                  <a:lnTo>
                    <a:pt x="3775" y="0"/>
                  </a:lnTo>
                  <a:lnTo>
                    <a:pt x="3775" y="0"/>
                  </a:lnTo>
                  <a:lnTo>
                    <a:pt x="3775" y="0"/>
                  </a:lnTo>
                  <a:lnTo>
                    <a:pt x="3776" y="552"/>
                  </a:lnTo>
                  <a:lnTo>
                    <a:pt x="3777" y="552"/>
                  </a:lnTo>
                  <a:lnTo>
                    <a:pt x="3777" y="552"/>
                  </a:lnTo>
                  <a:lnTo>
                    <a:pt x="3778" y="552"/>
                  </a:lnTo>
                  <a:lnTo>
                    <a:pt x="3778" y="552"/>
                  </a:lnTo>
                  <a:lnTo>
                    <a:pt x="3779" y="314"/>
                  </a:lnTo>
                  <a:lnTo>
                    <a:pt x="3779" y="298"/>
                  </a:lnTo>
                  <a:lnTo>
                    <a:pt x="3779" y="0"/>
                  </a:lnTo>
                  <a:lnTo>
                    <a:pt x="3780" y="17"/>
                  </a:lnTo>
                  <a:lnTo>
                    <a:pt x="3780" y="24"/>
                  </a:lnTo>
                  <a:lnTo>
                    <a:pt x="3781" y="552"/>
                  </a:lnTo>
                  <a:lnTo>
                    <a:pt x="3781" y="552"/>
                  </a:lnTo>
                  <a:lnTo>
                    <a:pt x="3781" y="552"/>
                  </a:lnTo>
                  <a:lnTo>
                    <a:pt x="3783" y="552"/>
                  </a:lnTo>
                  <a:lnTo>
                    <a:pt x="3783" y="552"/>
                  </a:lnTo>
                  <a:lnTo>
                    <a:pt x="3784" y="184"/>
                  </a:lnTo>
                  <a:lnTo>
                    <a:pt x="3784" y="167"/>
                  </a:lnTo>
                  <a:lnTo>
                    <a:pt x="3784" y="0"/>
                  </a:lnTo>
                  <a:lnTo>
                    <a:pt x="3785" y="195"/>
                  </a:lnTo>
                  <a:lnTo>
                    <a:pt x="3785" y="217"/>
                  </a:lnTo>
                  <a:lnTo>
                    <a:pt x="3786" y="552"/>
                  </a:lnTo>
                  <a:lnTo>
                    <a:pt x="3786" y="552"/>
                  </a:lnTo>
                  <a:lnTo>
                    <a:pt x="3787" y="552"/>
                  </a:lnTo>
                  <a:lnTo>
                    <a:pt x="3788" y="552"/>
                  </a:lnTo>
                  <a:lnTo>
                    <a:pt x="3788" y="552"/>
                  </a:lnTo>
                  <a:lnTo>
                    <a:pt x="3789" y="0"/>
                  </a:lnTo>
                  <a:lnTo>
                    <a:pt x="3789" y="0"/>
                  </a:lnTo>
                  <a:lnTo>
                    <a:pt x="3789" y="0"/>
                  </a:lnTo>
                  <a:lnTo>
                    <a:pt x="3790" y="506"/>
                  </a:lnTo>
                  <a:lnTo>
                    <a:pt x="3790" y="518"/>
                  </a:lnTo>
                  <a:lnTo>
                    <a:pt x="3790" y="552"/>
                  </a:lnTo>
                  <a:lnTo>
                    <a:pt x="3791" y="552"/>
                  </a:lnTo>
                  <a:lnTo>
                    <a:pt x="3791" y="552"/>
                  </a:lnTo>
                  <a:lnTo>
                    <a:pt x="3792" y="552"/>
                  </a:lnTo>
                  <a:lnTo>
                    <a:pt x="3793" y="552"/>
                  </a:lnTo>
                  <a:lnTo>
                    <a:pt x="3794" y="0"/>
                  </a:lnTo>
                  <a:lnTo>
                    <a:pt x="3794" y="0"/>
                  </a:lnTo>
                  <a:lnTo>
                    <a:pt x="3794" y="0"/>
                  </a:lnTo>
                  <a:lnTo>
                    <a:pt x="3795" y="552"/>
                  </a:lnTo>
                  <a:lnTo>
                    <a:pt x="3795" y="552"/>
                  </a:lnTo>
                  <a:lnTo>
                    <a:pt x="3795" y="552"/>
                  </a:lnTo>
                  <a:lnTo>
                    <a:pt x="3796" y="552"/>
                  </a:lnTo>
                  <a:lnTo>
                    <a:pt x="3796" y="552"/>
                  </a:lnTo>
                  <a:lnTo>
                    <a:pt x="3797" y="552"/>
                  </a:lnTo>
                  <a:lnTo>
                    <a:pt x="3797" y="552"/>
                  </a:lnTo>
                  <a:lnTo>
                    <a:pt x="3798" y="0"/>
                  </a:lnTo>
                  <a:lnTo>
                    <a:pt x="3798" y="0"/>
                  </a:lnTo>
                  <a:lnTo>
                    <a:pt x="3799" y="0"/>
                  </a:lnTo>
                  <a:lnTo>
                    <a:pt x="3799" y="552"/>
                  </a:lnTo>
                  <a:lnTo>
                    <a:pt x="3800" y="552"/>
                  </a:lnTo>
                  <a:lnTo>
                    <a:pt x="3800" y="552"/>
                  </a:lnTo>
                  <a:lnTo>
                    <a:pt x="3801" y="552"/>
                  </a:lnTo>
                  <a:lnTo>
                    <a:pt x="3801" y="552"/>
                  </a:lnTo>
                  <a:lnTo>
                    <a:pt x="3802" y="239"/>
                  </a:lnTo>
                  <a:lnTo>
                    <a:pt x="3802" y="219"/>
                  </a:lnTo>
                  <a:lnTo>
                    <a:pt x="3802" y="0"/>
                  </a:lnTo>
                  <a:lnTo>
                    <a:pt x="3803" y="0"/>
                  </a:lnTo>
                  <a:lnTo>
                    <a:pt x="3803" y="0"/>
                  </a:lnTo>
                  <a:lnTo>
                    <a:pt x="3804" y="173"/>
                  </a:lnTo>
                  <a:lnTo>
                    <a:pt x="3804" y="183"/>
                  </a:lnTo>
                  <a:lnTo>
                    <a:pt x="3805" y="552"/>
                  </a:lnTo>
                  <a:lnTo>
                    <a:pt x="3806" y="552"/>
                  </a:lnTo>
                  <a:lnTo>
                    <a:pt x="3806" y="552"/>
                  </a:lnTo>
                  <a:lnTo>
                    <a:pt x="3807" y="50"/>
                  </a:lnTo>
                  <a:lnTo>
                    <a:pt x="3807" y="33"/>
                  </a:lnTo>
                  <a:lnTo>
                    <a:pt x="3807" y="0"/>
                  </a:lnTo>
                  <a:lnTo>
                    <a:pt x="3808" y="0"/>
                  </a:lnTo>
                  <a:lnTo>
                    <a:pt x="3808" y="0"/>
                  </a:lnTo>
                  <a:lnTo>
                    <a:pt x="3809" y="552"/>
                  </a:lnTo>
                  <a:lnTo>
                    <a:pt x="3809" y="552"/>
                  </a:lnTo>
                  <a:lnTo>
                    <a:pt x="3809" y="552"/>
                  </a:lnTo>
                  <a:lnTo>
                    <a:pt x="3810" y="474"/>
                  </a:lnTo>
                  <a:lnTo>
                    <a:pt x="3810" y="463"/>
                  </a:lnTo>
                  <a:lnTo>
                    <a:pt x="3811" y="0"/>
                  </a:lnTo>
                  <a:lnTo>
                    <a:pt x="3812" y="0"/>
                  </a:lnTo>
                  <a:lnTo>
                    <a:pt x="3812" y="0"/>
                  </a:lnTo>
                  <a:lnTo>
                    <a:pt x="3812" y="530"/>
                  </a:lnTo>
                  <a:lnTo>
                    <a:pt x="3813" y="363"/>
                  </a:lnTo>
                  <a:lnTo>
                    <a:pt x="3813" y="356"/>
                  </a:lnTo>
                  <a:lnTo>
                    <a:pt x="3813" y="297"/>
                  </a:lnTo>
                  <a:lnTo>
                    <a:pt x="3814" y="495"/>
                  </a:lnTo>
                  <a:lnTo>
                    <a:pt x="3814" y="316"/>
                  </a:lnTo>
                  <a:lnTo>
                    <a:pt x="3814" y="321"/>
                  </a:lnTo>
                  <a:lnTo>
                    <a:pt x="3814" y="552"/>
                  </a:lnTo>
                  <a:lnTo>
                    <a:pt x="3815" y="552"/>
                  </a:lnTo>
                  <a:lnTo>
                    <a:pt x="3815" y="552"/>
                  </a:lnTo>
                  <a:lnTo>
                    <a:pt x="3816" y="42"/>
                  </a:lnTo>
                  <a:lnTo>
                    <a:pt x="3816" y="547"/>
                  </a:lnTo>
                  <a:lnTo>
                    <a:pt x="3816" y="550"/>
                  </a:lnTo>
                  <a:lnTo>
                    <a:pt x="3817" y="552"/>
                  </a:lnTo>
                  <a:lnTo>
                    <a:pt x="3818" y="330"/>
                  </a:lnTo>
                  <a:lnTo>
                    <a:pt x="3818" y="309"/>
                  </a:lnTo>
                  <a:lnTo>
                    <a:pt x="3818" y="0"/>
                  </a:lnTo>
                  <a:lnTo>
                    <a:pt x="3819" y="552"/>
                  </a:lnTo>
                  <a:lnTo>
                    <a:pt x="3819" y="552"/>
                  </a:lnTo>
                  <a:lnTo>
                    <a:pt x="3819" y="552"/>
                  </a:lnTo>
                  <a:lnTo>
                    <a:pt x="3820" y="552"/>
                  </a:lnTo>
                  <a:lnTo>
                    <a:pt x="3820" y="552"/>
                  </a:lnTo>
                  <a:lnTo>
                    <a:pt x="3821" y="552"/>
                  </a:lnTo>
                  <a:lnTo>
                    <a:pt x="3821" y="552"/>
                  </a:lnTo>
                  <a:lnTo>
                    <a:pt x="3822" y="460"/>
                  </a:lnTo>
                  <a:lnTo>
                    <a:pt x="3822" y="456"/>
                  </a:lnTo>
                  <a:lnTo>
                    <a:pt x="3823" y="0"/>
                  </a:lnTo>
                  <a:lnTo>
                    <a:pt x="3824" y="0"/>
                  </a:lnTo>
                  <a:lnTo>
                    <a:pt x="3824" y="0"/>
                  </a:lnTo>
                  <a:lnTo>
                    <a:pt x="3825" y="0"/>
                  </a:lnTo>
                  <a:lnTo>
                    <a:pt x="3825" y="0"/>
                  </a:lnTo>
                  <a:lnTo>
                    <a:pt x="3826" y="140"/>
                  </a:lnTo>
                  <a:lnTo>
                    <a:pt x="3826" y="81"/>
                  </a:lnTo>
                  <a:lnTo>
                    <a:pt x="3826" y="78"/>
                  </a:lnTo>
                  <a:lnTo>
                    <a:pt x="3826" y="71"/>
                  </a:lnTo>
                  <a:lnTo>
                    <a:pt x="3827" y="197"/>
                  </a:lnTo>
                  <a:lnTo>
                    <a:pt x="3827" y="197"/>
                  </a:lnTo>
                  <a:lnTo>
                    <a:pt x="3827" y="200"/>
                  </a:lnTo>
                  <a:lnTo>
                    <a:pt x="3828" y="552"/>
                  </a:lnTo>
                  <a:lnTo>
                    <a:pt x="3828" y="552"/>
                  </a:lnTo>
                  <a:lnTo>
                    <a:pt x="3828" y="552"/>
                  </a:lnTo>
                  <a:lnTo>
                    <a:pt x="3830" y="463"/>
                  </a:lnTo>
                  <a:lnTo>
                    <a:pt x="3830" y="443"/>
                  </a:lnTo>
                  <a:lnTo>
                    <a:pt x="3830" y="0"/>
                  </a:lnTo>
                  <a:lnTo>
                    <a:pt x="3831" y="242"/>
                  </a:lnTo>
                  <a:lnTo>
                    <a:pt x="3831" y="240"/>
                  </a:lnTo>
                  <a:lnTo>
                    <a:pt x="3831" y="222"/>
                  </a:lnTo>
                  <a:lnTo>
                    <a:pt x="3832" y="457"/>
                  </a:lnTo>
                  <a:lnTo>
                    <a:pt x="3832" y="466"/>
                  </a:lnTo>
                  <a:lnTo>
                    <a:pt x="3833" y="552"/>
                  </a:lnTo>
                  <a:lnTo>
                    <a:pt x="3833" y="552"/>
                  </a:lnTo>
                  <a:lnTo>
                    <a:pt x="3833" y="552"/>
                  </a:lnTo>
                  <a:lnTo>
                    <a:pt x="3834" y="480"/>
                  </a:lnTo>
                  <a:lnTo>
                    <a:pt x="3834" y="460"/>
                  </a:lnTo>
                  <a:lnTo>
                    <a:pt x="3835" y="0"/>
                  </a:lnTo>
                  <a:lnTo>
                    <a:pt x="3836" y="0"/>
                  </a:lnTo>
                  <a:lnTo>
                    <a:pt x="3836" y="0"/>
                  </a:lnTo>
                  <a:lnTo>
                    <a:pt x="3837" y="107"/>
                  </a:lnTo>
                  <a:lnTo>
                    <a:pt x="3837" y="112"/>
                  </a:lnTo>
                  <a:lnTo>
                    <a:pt x="3837" y="552"/>
                  </a:lnTo>
                  <a:lnTo>
                    <a:pt x="3838" y="552"/>
                  </a:lnTo>
                  <a:lnTo>
                    <a:pt x="3838" y="552"/>
                  </a:lnTo>
                  <a:lnTo>
                    <a:pt x="3839" y="412"/>
                  </a:lnTo>
                  <a:lnTo>
                    <a:pt x="3839" y="406"/>
                  </a:lnTo>
                  <a:lnTo>
                    <a:pt x="3840" y="0"/>
                  </a:lnTo>
                  <a:lnTo>
                    <a:pt x="3841" y="120"/>
                  </a:lnTo>
                  <a:lnTo>
                    <a:pt x="3841" y="136"/>
                  </a:lnTo>
                  <a:lnTo>
                    <a:pt x="3842" y="552"/>
                  </a:lnTo>
                  <a:lnTo>
                    <a:pt x="3842" y="552"/>
                  </a:lnTo>
                  <a:lnTo>
                    <a:pt x="3842" y="552"/>
                  </a:lnTo>
                  <a:lnTo>
                    <a:pt x="3843" y="341"/>
                  </a:lnTo>
                  <a:lnTo>
                    <a:pt x="3843" y="341"/>
                  </a:lnTo>
                  <a:lnTo>
                    <a:pt x="3843" y="341"/>
                  </a:lnTo>
                  <a:lnTo>
                    <a:pt x="3844" y="552"/>
                  </a:lnTo>
                  <a:lnTo>
                    <a:pt x="3844" y="552"/>
                  </a:lnTo>
                  <a:lnTo>
                    <a:pt x="3844" y="552"/>
                  </a:lnTo>
                  <a:lnTo>
                    <a:pt x="3845" y="552"/>
                  </a:lnTo>
                  <a:lnTo>
                    <a:pt x="3846" y="551"/>
                  </a:lnTo>
                  <a:lnTo>
                    <a:pt x="3846" y="0"/>
                  </a:lnTo>
                  <a:lnTo>
                    <a:pt x="3847" y="133"/>
                  </a:lnTo>
                  <a:lnTo>
                    <a:pt x="3847" y="143"/>
                  </a:lnTo>
                  <a:lnTo>
                    <a:pt x="3847" y="552"/>
                  </a:lnTo>
                  <a:lnTo>
                    <a:pt x="3848" y="552"/>
                  </a:lnTo>
                  <a:lnTo>
                    <a:pt x="3848" y="552"/>
                  </a:lnTo>
                  <a:lnTo>
                    <a:pt x="3849" y="480"/>
                  </a:lnTo>
                  <a:lnTo>
                    <a:pt x="3849" y="477"/>
                  </a:lnTo>
                  <a:lnTo>
                    <a:pt x="3850" y="0"/>
                  </a:lnTo>
                  <a:lnTo>
                    <a:pt x="3850" y="0"/>
                  </a:lnTo>
                  <a:lnTo>
                    <a:pt x="3850" y="0"/>
                  </a:lnTo>
                  <a:lnTo>
                    <a:pt x="3851" y="441"/>
                  </a:lnTo>
                  <a:lnTo>
                    <a:pt x="3852" y="454"/>
                  </a:lnTo>
                  <a:lnTo>
                    <a:pt x="3852" y="552"/>
                  </a:lnTo>
                  <a:lnTo>
                    <a:pt x="3853" y="552"/>
                  </a:lnTo>
                  <a:lnTo>
                    <a:pt x="3853" y="552"/>
                  </a:lnTo>
                  <a:lnTo>
                    <a:pt x="3854" y="3"/>
                  </a:lnTo>
                  <a:lnTo>
                    <a:pt x="3854" y="2"/>
                  </a:lnTo>
                  <a:lnTo>
                    <a:pt x="3854" y="0"/>
                  </a:lnTo>
                  <a:lnTo>
                    <a:pt x="3855" y="2"/>
                  </a:lnTo>
                  <a:lnTo>
                    <a:pt x="3855" y="4"/>
                  </a:lnTo>
                  <a:lnTo>
                    <a:pt x="3856" y="552"/>
                  </a:lnTo>
                  <a:lnTo>
                    <a:pt x="3856" y="552"/>
                  </a:lnTo>
                  <a:lnTo>
                    <a:pt x="3856" y="552"/>
                  </a:lnTo>
                  <a:lnTo>
                    <a:pt x="3857" y="552"/>
                  </a:lnTo>
                  <a:lnTo>
                    <a:pt x="3858" y="552"/>
                  </a:lnTo>
                  <a:lnTo>
                    <a:pt x="3859" y="0"/>
                  </a:lnTo>
                  <a:lnTo>
                    <a:pt x="3859" y="0"/>
                  </a:lnTo>
                  <a:lnTo>
                    <a:pt x="3859" y="0"/>
                  </a:lnTo>
                  <a:lnTo>
                    <a:pt x="3860" y="533"/>
                  </a:lnTo>
                  <a:lnTo>
                    <a:pt x="3860" y="542"/>
                  </a:lnTo>
                  <a:lnTo>
                    <a:pt x="3860" y="552"/>
                  </a:lnTo>
                  <a:lnTo>
                    <a:pt x="3861" y="552"/>
                  </a:lnTo>
                  <a:lnTo>
                    <a:pt x="3861" y="552"/>
                  </a:lnTo>
                  <a:lnTo>
                    <a:pt x="3862" y="517"/>
                  </a:lnTo>
                  <a:lnTo>
                    <a:pt x="3862" y="514"/>
                  </a:lnTo>
                  <a:lnTo>
                    <a:pt x="3863" y="0"/>
                  </a:lnTo>
                  <a:lnTo>
                    <a:pt x="3863" y="0"/>
                  </a:lnTo>
                  <a:lnTo>
                    <a:pt x="3864" y="0"/>
                  </a:lnTo>
                  <a:lnTo>
                    <a:pt x="3865" y="6"/>
                  </a:lnTo>
                  <a:lnTo>
                    <a:pt x="3865" y="5"/>
                  </a:lnTo>
                  <a:lnTo>
                    <a:pt x="3865" y="5"/>
                  </a:lnTo>
                  <a:lnTo>
                    <a:pt x="3865" y="0"/>
                  </a:lnTo>
                  <a:lnTo>
                    <a:pt x="3865" y="552"/>
                  </a:lnTo>
                  <a:lnTo>
                    <a:pt x="3866" y="552"/>
                  </a:lnTo>
                  <a:lnTo>
                    <a:pt x="3866" y="552"/>
                  </a:lnTo>
                  <a:lnTo>
                    <a:pt x="3867" y="86"/>
                  </a:lnTo>
                  <a:lnTo>
                    <a:pt x="3867" y="64"/>
                  </a:lnTo>
                  <a:lnTo>
                    <a:pt x="3867" y="0"/>
                  </a:lnTo>
                  <a:lnTo>
                    <a:pt x="3868" y="496"/>
                  </a:lnTo>
                  <a:lnTo>
                    <a:pt x="3868" y="497"/>
                  </a:lnTo>
                  <a:lnTo>
                    <a:pt x="3869" y="552"/>
                  </a:lnTo>
                  <a:lnTo>
                    <a:pt x="3869" y="0"/>
                  </a:lnTo>
                  <a:lnTo>
                    <a:pt x="3869" y="0"/>
                  </a:lnTo>
                  <a:lnTo>
                    <a:pt x="3870" y="294"/>
                  </a:lnTo>
                  <a:lnTo>
                    <a:pt x="3871" y="270"/>
                  </a:lnTo>
                  <a:lnTo>
                    <a:pt x="3871" y="270"/>
                  </a:lnTo>
                  <a:lnTo>
                    <a:pt x="3871" y="294"/>
                  </a:lnTo>
                  <a:lnTo>
                    <a:pt x="3872" y="0"/>
                  </a:lnTo>
                  <a:lnTo>
                    <a:pt x="3872" y="196"/>
                  </a:lnTo>
                  <a:lnTo>
                    <a:pt x="3872" y="223"/>
                  </a:lnTo>
                  <a:lnTo>
                    <a:pt x="3872" y="552"/>
                  </a:lnTo>
                  <a:lnTo>
                    <a:pt x="3873" y="552"/>
                  </a:lnTo>
                  <a:lnTo>
                    <a:pt x="3873" y="552"/>
                  </a:lnTo>
                  <a:lnTo>
                    <a:pt x="3874" y="552"/>
                  </a:lnTo>
                  <a:lnTo>
                    <a:pt x="3874" y="552"/>
                  </a:lnTo>
                  <a:lnTo>
                    <a:pt x="3875" y="552"/>
                  </a:lnTo>
                  <a:lnTo>
                    <a:pt x="3875" y="552"/>
                  </a:lnTo>
                  <a:lnTo>
                    <a:pt x="3877" y="0"/>
                  </a:lnTo>
                  <a:lnTo>
                    <a:pt x="3877" y="0"/>
                  </a:lnTo>
                  <a:lnTo>
                    <a:pt x="3877" y="0"/>
                  </a:lnTo>
                  <a:lnTo>
                    <a:pt x="3878" y="0"/>
                  </a:lnTo>
                  <a:lnTo>
                    <a:pt x="3878" y="0"/>
                  </a:lnTo>
                  <a:lnTo>
                    <a:pt x="3879" y="552"/>
                  </a:lnTo>
                  <a:lnTo>
                    <a:pt x="3879" y="552"/>
                  </a:lnTo>
                  <a:lnTo>
                    <a:pt x="3879" y="552"/>
                  </a:lnTo>
                  <a:lnTo>
                    <a:pt x="3880" y="552"/>
                  </a:lnTo>
                  <a:lnTo>
                    <a:pt x="3880" y="552"/>
                  </a:lnTo>
                  <a:lnTo>
                    <a:pt x="3881" y="0"/>
                  </a:lnTo>
                  <a:lnTo>
                    <a:pt x="3881" y="0"/>
                  </a:lnTo>
                  <a:lnTo>
                    <a:pt x="3881" y="0"/>
                  </a:lnTo>
                  <a:lnTo>
                    <a:pt x="3883" y="362"/>
                  </a:lnTo>
                  <a:lnTo>
                    <a:pt x="3883" y="370"/>
                  </a:lnTo>
                  <a:lnTo>
                    <a:pt x="3883" y="552"/>
                  </a:lnTo>
                  <a:lnTo>
                    <a:pt x="3884" y="552"/>
                  </a:lnTo>
                  <a:lnTo>
                    <a:pt x="3884" y="552"/>
                  </a:lnTo>
                  <a:lnTo>
                    <a:pt x="3885" y="228"/>
                  </a:lnTo>
                  <a:lnTo>
                    <a:pt x="3885" y="202"/>
                  </a:lnTo>
                  <a:lnTo>
                    <a:pt x="3885" y="0"/>
                  </a:lnTo>
                  <a:lnTo>
                    <a:pt x="3886" y="154"/>
                  </a:lnTo>
                  <a:lnTo>
                    <a:pt x="3886" y="177"/>
                  </a:lnTo>
                  <a:lnTo>
                    <a:pt x="3887" y="552"/>
                  </a:lnTo>
                  <a:lnTo>
                    <a:pt x="3887" y="552"/>
                  </a:lnTo>
                  <a:lnTo>
                    <a:pt x="3887" y="552"/>
                  </a:lnTo>
                  <a:lnTo>
                    <a:pt x="3889" y="552"/>
                  </a:lnTo>
                  <a:lnTo>
                    <a:pt x="3889" y="552"/>
                  </a:lnTo>
                  <a:lnTo>
                    <a:pt x="3890" y="0"/>
                  </a:lnTo>
                  <a:lnTo>
                    <a:pt x="3890" y="0"/>
                  </a:lnTo>
                  <a:lnTo>
                    <a:pt x="3890" y="0"/>
                  </a:lnTo>
                  <a:lnTo>
                    <a:pt x="3891" y="552"/>
                  </a:lnTo>
                  <a:lnTo>
                    <a:pt x="3891" y="552"/>
                  </a:lnTo>
                  <a:lnTo>
                    <a:pt x="3891" y="552"/>
                  </a:lnTo>
                  <a:lnTo>
                    <a:pt x="3892" y="527"/>
                  </a:lnTo>
                  <a:lnTo>
                    <a:pt x="3892" y="538"/>
                  </a:lnTo>
                  <a:lnTo>
                    <a:pt x="3892" y="538"/>
                  </a:lnTo>
                  <a:lnTo>
                    <a:pt x="3893" y="552"/>
                  </a:lnTo>
                  <a:lnTo>
                    <a:pt x="3894" y="503"/>
                  </a:lnTo>
                  <a:lnTo>
                    <a:pt x="3894" y="552"/>
                  </a:lnTo>
                  <a:lnTo>
                    <a:pt x="3894" y="552"/>
                  </a:lnTo>
                  <a:lnTo>
                    <a:pt x="3894" y="0"/>
                  </a:lnTo>
                  <a:lnTo>
                    <a:pt x="3895" y="0"/>
                  </a:lnTo>
                  <a:lnTo>
                    <a:pt x="3895" y="0"/>
                  </a:lnTo>
                  <a:lnTo>
                    <a:pt x="3896" y="552"/>
                  </a:lnTo>
                  <a:lnTo>
                    <a:pt x="3896" y="552"/>
                  </a:lnTo>
                  <a:lnTo>
                    <a:pt x="3896" y="552"/>
                  </a:lnTo>
                  <a:lnTo>
                    <a:pt x="3897" y="552"/>
                  </a:lnTo>
                  <a:lnTo>
                    <a:pt x="3897" y="552"/>
                  </a:lnTo>
                  <a:lnTo>
                    <a:pt x="3898" y="552"/>
                  </a:lnTo>
                  <a:lnTo>
                    <a:pt x="3898" y="552"/>
                  </a:lnTo>
                  <a:lnTo>
                    <a:pt x="3899" y="0"/>
                  </a:lnTo>
                  <a:lnTo>
                    <a:pt x="3900" y="0"/>
                  </a:lnTo>
                  <a:lnTo>
                    <a:pt x="3900" y="0"/>
                  </a:lnTo>
                  <a:lnTo>
                    <a:pt x="3901" y="552"/>
                  </a:lnTo>
                  <a:lnTo>
                    <a:pt x="3901" y="552"/>
                  </a:lnTo>
                  <a:lnTo>
                    <a:pt x="3901" y="552"/>
                  </a:lnTo>
                  <a:lnTo>
                    <a:pt x="3902" y="552"/>
                  </a:lnTo>
                  <a:lnTo>
                    <a:pt x="3902" y="552"/>
                  </a:lnTo>
                  <a:lnTo>
                    <a:pt x="3903" y="0"/>
                  </a:lnTo>
                  <a:lnTo>
                    <a:pt x="3903" y="0"/>
                  </a:lnTo>
                  <a:lnTo>
                    <a:pt x="3904" y="327"/>
                  </a:lnTo>
                  <a:lnTo>
                    <a:pt x="3904" y="355"/>
                  </a:lnTo>
                  <a:lnTo>
                    <a:pt x="3905" y="552"/>
                  </a:lnTo>
                  <a:lnTo>
                    <a:pt x="3906" y="552"/>
                  </a:lnTo>
                  <a:lnTo>
                    <a:pt x="3906" y="552"/>
                  </a:lnTo>
                  <a:lnTo>
                    <a:pt x="3907" y="552"/>
                  </a:lnTo>
                  <a:lnTo>
                    <a:pt x="3907" y="552"/>
                  </a:lnTo>
                  <a:lnTo>
                    <a:pt x="3908" y="0"/>
                  </a:lnTo>
                  <a:lnTo>
                    <a:pt x="3908" y="0"/>
                  </a:lnTo>
                  <a:lnTo>
                    <a:pt x="3908" y="0"/>
                  </a:lnTo>
                  <a:lnTo>
                    <a:pt x="3909" y="519"/>
                  </a:lnTo>
                  <a:lnTo>
                    <a:pt x="3909" y="533"/>
                  </a:lnTo>
                  <a:lnTo>
                    <a:pt x="3909" y="552"/>
                  </a:lnTo>
                  <a:lnTo>
                    <a:pt x="3910" y="552"/>
                  </a:lnTo>
                  <a:lnTo>
                    <a:pt x="3911" y="552"/>
                  </a:lnTo>
                  <a:lnTo>
                    <a:pt x="3911" y="459"/>
                  </a:lnTo>
                  <a:lnTo>
                    <a:pt x="3912" y="473"/>
                  </a:lnTo>
                  <a:lnTo>
                    <a:pt x="3912" y="470"/>
                  </a:lnTo>
                  <a:lnTo>
                    <a:pt x="3912" y="0"/>
                  </a:lnTo>
                  <a:lnTo>
                    <a:pt x="3913" y="0"/>
                  </a:lnTo>
                  <a:lnTo>
                    <a:pt x="3913" y="0"/>
                  </a:lnTo>
                  <a:lnTo>
                    <a:pt x="3914" y="552"/>
                  </a:lnTo>
                  <a:lnTo>
                    <a:pt x="3914" y="552"/>
                  </a:lnTo>
                  <a:lnTo>
                    <a:pt x="3914" y="552"/>
                  </a:lnTo>
                  <a:lnTo>
                    <a:pt x="3915" y="331"/>
                  </a:lnTo>
                  <a:lnTo>
                    <a:pt x="3915" y="327"/>
                  </a:lnTo>
                  <a:lnTo>
                    <a:pt x="3916" y="307"/>
                  </a:lnTo>
                  <a:lnTo>
                    <a:pt x="3916" y="483"/>
                  </a:lnTo>
                  <a:lnTo>
                    <a:pt x="3916" y="379"/>
                  </a:lnTo>
                  <a:lnTo>
                    <a:pt x="3917" y="378"/>
                  </a:lnTo>
                  <a:lnTo>
                    <a:pt x="3917" y="167"/>
                  </a:lnTo>
                  <a:lnTo>
                    <a:pt x="3918" y="552"/>
                  </a:lnTo>
                  <a:lnTo>
                    <a:pt x="3918" y="552"/>
                  </a:lnTo>
                  <a:lnTo>
                    <a:pt x="3918" y="552"/>
                  </a:lnTo>
                  <a:lnTo>
                    <a:pt x="3919" y="552"/>
                  </a:lnTo>
                  <a:lnTo>
                    <a:pt x="3919" y="552"/>
                  </a:lnTo>
                  <a:lnTo>
                    <a:pt x="3920" y="552"/>
                  </a:lnTo>
                  <a:lnTo>
                    <a:pt x="3920" y="552"/>
                  </a:lnTo>
                  <a:lnTo>
                    <a:pt x="3921" y="423"/>
                  </a:lnTo>
                  <a:lnTo>
                    <a:pt x="3922" y="416"/>
                  </a:lnTo>
                  <a:lnTo>
                    <a:pt x="3922" y="0"/>
                  </a:lnTo>
                  <a:lnTo>
                    <a:pt x="3922" y="548"/>
                  </a:lnTo>
                  <a:lnTo>
                    <a:pt x="3923" y="551"/>
                  </a:lnTo>
                  <a:lnTo>
                    <a:pt x="3923" y="552"/>
                  </a:lnTo>
                  <a:lnTo>
                    <a:pt x="3924" y="175"/>
                  </a:lnTo>
                  <a:lnTo>
                    <a:pt x="3924" y="151"/>
                  </a:lnTo>
                  <a:lnTo>
                    <a:pt x="3924" y="0"/>
                  </a:lnTo>
                  <a:lnTo>
                    <a:pt x="3925" y="468"/>
                  </a:lnTo>
                  <a:lnTo>
                    <a:pt x="3925" y="479"/>
                  </a:lnTo>
                  <a:lnTo>
                    <a:pt x="3925" y="552"/>
                  </a:lnTo>
                  <a:lnTo>
                    <a:pt x="3926" y="543"/>
                  </a:lnTo>
                  <a:lnTo>
                    <a:pt x="3926" y="539"/>
                  </a:lnTo>
                  <a:lnTo>
                    <a:pt x="3926" y="552"/>
                  </a:lnTo>
                  <a:lnTo>
                    <a:pt x="3927" y="198"/>
                  </a:lnTo>
                  <a:lnTo>
                    <a:pt x="3927" y="290"/>
                  </a:lnTo>
                  <a:lnTo>
                    <a:pt x="3927" y="306"/>
                  </a:lnTo>
                  <a:lnTo>
                    <a:pt x="3928" y="552"/>
                  </a:lnTo>
                  <a:lnTo>
                    <a:pt x="3928" y="552"/>
                  </a:lnTo>
                  <a:lnTo>
                    <a:pt x="3928" y="552"/>
                  </a:lnTo>
                  <a:lnTo>
                    <a:pt x="3930" y="0"/>
                  </a:lnTo>
                  <a:lnTo>
                    <a:pt x="3930" y="0"/>
                  </a:lnTo>
                  <a:lnTo>
                    <a:pt x="3931" y="552"/>
                  </a:lnTo>
                  <a:lnTo>
                    <a:pt x="3931" y="552"/>
                  </a:lnTo>
                  <a:lnTo>
                    <a:pt x="3931" y="552"/>
                  </a:lnTo>
                  <a:lnTo>
                    <a:pt x="3932" y="552"/>
                  </a:lnTo>
                  <a:lnTo>
                    <a:pt x="3932" y="552"/>
                  </a:lnTo>
                  <a:lnTo>
                    <a:pt x="3933" y="552"/>
                  </a:lnTo>
                  <a:lnTo>
                    <a:pt x="3933" y="552"/>
                  </a:lnTo>
                  <a:lnTo>
                    <a:pt x="3934" y="0"/>
                  </a:lnTo>
                  <a:lnTo>
                    <a:pt x="3934" y="0"/>
                  </a:lnTo>
                  <a:lnTo>
                    <a:pt x="3934" y="0"/>
                  </a:lnTo>
                  <a:lnTo>
                    <a:pt x="3936" y="552"/>
                  </a:lnTo>
                  <a:lnTo>
                    <a:pt x="3936" y="552"/>
                  </a:lnTo>
                  <a:lnTo>
                    <a:pt x="3936" y="552"/>
                  </a:lnTo>
                  <a:lnTo>
                    <a:pt x="3937" y="552"/>
                  </a:lnTo>
                  <a:lnTo>
                    <a:pt x="3937" y="552"/>
                  </a:lnTo>
                  <a:lnTo>
                    <a:pt x="3938" y="539"/>
                  </a:lnTo>
                  <a:lnTo>
                    <a:pt x="3938" y="550"/>
                  </a:lnTo>
                  <a:lnTo>
                    <a:pt x="3938" y="551"/>
                  </a:lnTo>
                  <a:lnTo>
                    <a:pt x="3938" y="552"/>
                  </a:lnTo>
                  <a:lnTo>
                    <a:pt x="3939" y="0"/>
                  </a:lnTo>
                  <a:lnTo>
                    <a:pt x="3939" y="0"/>
                  </a:lnTo>
                  <a:lnTo>
                    <a:pt x="3939" y="0"/>
                  </a:lnTo>
                  <a:lnTo>
                    <a:pt x="3940" y="552"/>
                  </a:lnTo>
                  <a:lnTo>
                    <a:pt x="3940" y="552"/>
                  </a:lnTo>
                  <a:lnTo>
                    <a:pt x="3940" y="552"/>
                  </a:lnTo>
                  <a:lnTo>
                    <a:pt x="3942" y="552"/>
                  </a:lnTo>
                  <a:lnTo>
                    <a:pt x="3942" y="552"/>
                  </a:lnTo>
                  <a:lnTo>
                    <a:pt x="3943" y="535"/>
                  </a:lnTo>
                  <a:lnTo>
                    <a:pt x="3943" y="532"/>
                  </a:lnTo>
                  <a:lnTo>
                    <a:pt x="3943" y="540"/>
                  </a:lnTo>
                  <a:lnTo>
                    <a:pt x="3944" y="0"/>
                  </a:lnTo>
                  <a:lnTo>
                    <a:pt x="3944" y="0"/>
                  </a:lnTo>
                  <a:lnTo>
                    <a:pt x="3944" y="0"/>
                  </a:lnTo>
                  <a:lnTo>
                    <a:pt x="3945" y="0"/>
                  </a:lnTo>
                  <a:lnTo>
                    <a:pt x="3945" y="0"/>
                  </a:lnTo>
                  <a:lnTo>
                    <a:pt x="3946" y="393"/>
                  </a:lnTo>
                  <a:lnTo>
                    <a:pt x="3946" y="419"/>
                  </a:lnTo>
                  <a:lnTo>
                    <a:pt x="3947" y="552"/>
                  </a:lnTo>
                  <a:lnTo>
                    <a:pt x="3948" y="552"/>
                  </a:lnTo>
                  <a:lnTo>
                    <a:pt x="3948" y="552"/>
                  </a:lnTo>
                  <a:lnTo>
                    <a:pt x="3949" y="552"/>
                  </a:lnTo>
                  <a:lnTo>
                    <a:pt x="3949" y="552"/>
                  </a:lnTo>
                  <a:lnTo>
                    <a:pt x="3950" y="528"/>
                  </a:lnTo>
                  <a:lnTo>
                    <a:pt x="3950" y="525"/>
                  </a:lnTo>
                  <a:lnTo>
                    <a:pt x="3951" y="533"/>
                  </a:lnTo>
                  <a:lnTo>
                    <a:pt x="3951" y="477"/>
                  </a:lnTo>
                  <a:lnTo>
                    <a:pt x="3951" y="498"/>
                  </a:lnTo>
                  <a:lnTo>
                    <a:pt x="3951" y="498"/>
                  </a:lnTo>
                  <a:lnTo>
                    <a:pt x="3953" y="0"/>
                  </a:lnTo>
                  <a:lnTo>
                    <a:pt x="3953" y="0"/>
                  </a:lnTo>
                  <a:lnTo>
                    <a:pt x="3953" y="0"/>
                  </a:lnTo>
                  <a:lnTo>
                    <a:pt x="3954" y="224"/>
                  </a:lnTo>
                  <a:lnTo>
                    <a:pt x="3954" y="225"/>
                  </a:lnTo>
                  <a:lnTo>
                    <a:pt x="3955" y="445"/>
                  </a:lnTo>
                  <a:lnTo>
                    <a:pt x="3955" y="447"/>
                  </a:lnTo>
                  <a:lnTo>
                    <a:pt x="3955" y="460"/>
                  </a:lnTo>
                  <a:lnTo>
                    <a:pt x="3956" y="0"/>
                  </a:lnTo>
                  <a:lnTo>
                    <a:pt x="3956" y="0"/>
                  </a:lnTo>
                  <a:lnTo>
                    <a:pt x="3956" y="0"/>
                  </a:lnTo>
                  <a:lnTo>
                    <a:pt x="3957" y="297"/>
                  </a:lnTo>
                  <a:lnTo>
                    <a:pt x="3957" y="299"/>
                  </a:lnTo>
                  <a:lnTo>
                    <a:pt x="3959" y="550"/>
                  </a:lnTo>
                  <a:lnTo>
                    <a:pt x="3959" y="552"/>
                  </a:lnTo>
                  <a:lnTo>
                    <a:pt x="3959" y="552"/>
                  </a:lnTo>
                  <a:lnTo>
                    <a:pt x="3959" y="0"/>
                  </a:lnTo>
                  <a:lnTo>
                    <a:pt x="3960" y="0"/>
                  </a:lnTo>
                  <a:lnTo>
                    <a:pt x="3960" y="0"/>
                  </a:lnTo>
                  <a:lnTo>
                    <a:pt x="3961" y="552"/>
                  </a:lnTo>
                  <a:lnTo>
                    <a:pt x="3961" y="552"/>
                  </a:lnTo>
                  <a:lnTo>
                    <a:pt x="3961" y="552"/>
                  </a:lnTo>
                  <a:lnTo>
                    <a:pt x="3962" y="549"/>
                  </a:lnTo>
                  <a:lnTo>
                    <a:pt x="3962" y="551"/>
                  </a:lnTo>
                  <a:lnTo>
                    <a:pt x="3962" y="552"/>
                  </a:lnTo>
                  <a:lnTo>
                    <a:pt x="3962" y="552"/>
                  </a:lnTo>
                  <a:lnTo>
                    <a:pt x="3963" y="6"/>
                  </a:lnTo>
                  <a:lnTo>
                    <a:pt x="3963" y="2"/>
                  </a:lnTo>
                  <a:lnTo>
                    <a:pt x="3964" y="0"/>
                  </a:lnTo>
                  <a:lnTo>
                    <a:pt x="3965" y="503"/>
                  </a:lnTo>
                  <a:lnTo>
                    <a:pt x="3965" y="518"/>
                  </a:lnTo>
                  <a:lnTo>
                    <a:pt x="3965" y="552"/>
                  </a:lnTo>
                  <a:lnTo>
                    <a:pt x="3966" y="552"/>
                  </a:lnTo>
                  <a:lnTo>
                    <a:pt x="3966" y="552"/>
                  </a:lnTo>
                  <a:lnTo>
                    <a:pt x="3967" y="188"/>
                  </a:lnTo>
                  <a:lnTo>
                    <a:pt x="3967" y="205"/>
                  </a:lnTo>
                  <a:lnTo>
                    <a:pt x="3967" y="205"/>
                  </a:lnTo>
                  <a:lnTo>
                    <a:pt x="3967" y="159"/>
                  </a:lnTo>
                  <a:lnTo>
                    <a:pt x="3968" y="465"/>
                  </a:lnTo>
                  <a:lnTo>
                    <a:pt x="3968" y="239"/>
                  </a:lnTo>
                  <a:lnTo>
                    <a:pt x="3968" y="220"/>
                  </a:lnTo>
                  <a:lnTo>
                    <a:pt x="3968" y="0"/>
                  </a:lnTo>
                  <a:lnTo>
                    <a:pt x="3969" y="496"/>
                  </a:lnTo>
                  <a:lnTo>
                    <a:pt x="3969" y="507"/>
                  </a:lnTo>
                  <a:lnTo>
                    <a:pt x="3970" y="552"/>
                  </a:lnTo>
                  <a:lnTo>
                    <a:pt x="3971" y="521"/>
                  </a:lnTo>
                  <a:lnTo>
                    <a:pt x="3971" y="520"/>
                  </a:lnTo>
                  <a:lnTo>
                    <a:pt x="3971" y="476"/>
                  </a:lnTo>
                  <a:lnTo>
                    <a:pt x="3972" y="552"/>
                  </a:lnTo>
                  <a:lnTo>
                    <a:pt x="3972" y="552"/>
                  </a:lnTo>
                  <a:lnTo>
                    <a:pt x="3972" y="552"/>
                  </a:lnTo>
                  <a:lnTo>
                    <a:pt x="3973" y="0"/>
                  </a:lnTo>
                  <a:lnTo>
                    <a:pt x="3973" y="0"/>
                  </a:lnTo>
                  <a:lnTo>
                    <a:pt x="3973" y="0"/>
                  </a:lnTo>
                  <a:lnTo>
                    <a:pt x="3974" y="552"/>
                  </a:lnTo>
                  <a:lnTo>
                    <a:pt x="3974" y="552"/>
                  </a:lnTo>
                  <a:lnTo>
                    <a:pt x="3975" y="552"/>
                  </a:lnTo>
                  <a:lnTo>
                    <a:pt x="3975" y="473"/>
                  </a:lnTo>
                  <a:lnTo>
                    <a:pt x="3976" y="470"/>
                  </a:lnTo>
                  <a:lnTo>
                    <a:pt x="3976" y="0"/>
                  </a:lnTo>
                  <a:lnTo>
                    <a:pt x="3977" y="0"/>
                  </a:lnTo>
                  <a:lnTo>
                    <a:pt x="3977" y="0"/>
                  </a:lnTo>
                  <a:lnTo>
                    <a:pt x="3978" y="552"/>
                  </a:lnTo>
                  <a:lnTo>
                    <a:pt x="3978" y="552"/>
                  </a:lnTo>
                  <a:lnTo>
                    <a:pt x="3978" y="552"/>
                  </a:lnTo>
                  <a:lnTo>
                    <a:pt x="3979" y="488"/>
                  </a:lnTo>
                  <a:lnTo>
                    <a:pt x="3979" y="501"/>
                  </a:lnTo>
                  <a:lnTo>
                    <a:pt x="3979" y="505"/>
                  </a:lnTo>
                  <a:lnTo>
                    <a:pt x="3979" y="551"/>
                  </a:lnTo>
                  <a:lnTo>
                    <a:pt x="3980" y="71"/>
                  </a:lnTo>
                  <a:lnTo>
                    <a:pt x="3981" y="57"/>
                  </a:lnTo>
                  <a:lnTo>
                    <a:pt x="3981" y="0"/>
                  </a:lnTo>
                  <a:lnTo>
                    <a:pt x="3981" y="487"/>
                  </a:lnTo>
                  <a:lnTo>
                    <a:pt x="3982" y="502"/>
                  </a:lnTo>
                  <a:lnTo>
                    <a:pt x="3982" y="552"/>
                  </a:lnTo>
                  <a:lnTo>
                    <a:pt x="3983" y="552"/>
                  </a:lnTo>
                  <a:lnTo>
                    <a:pt x="3983" y="552"/>
                  </a:lnTo>
                  <a:lnTo>
                    <a:pt x="3984" y="552"/>
                  </a:lnTo>
                  <a:lnTo>
                    <a:pt x="3984" y="552"/>
                  </a:lnTo>
                  <a:lnTo>
                    <a:pt x="3985" y="0"/>
                  </a:lnTo>
                  <a:lnTo>
                    <a:pt x="3985" y="0"/>
                  </a:lnTo>
                  <a:lnTo>
                    <a:pt x="3985" y="0"/>
                  </a:lnTo>
                  <a:lnTo>
                    <a:pt x="3986" y="552"/>
                  </a:lnTo>
                  <a:lnTo>
                    <a:pt x="3986" y="552"/>
                  </a:lnTo>
                  <a:lnTo>
                    <a:pt x="3987" y="552"/>
                  </a:lnTo>
                  <a:lnTo>
                    <a:pt x="3987" y="552"/>
                  </a:lnTo>
                  <a:lnTo>
                    <a:pt x="3988" y="552"/>
                  </a:lnTo>
                  <a:lnTo>
                    <a:pt x="3989" y="53"/>
                  </a:lnTo>
                  <a:lnTo>
                    <a:pt x="3989" y="38"/>
                  </a:lnTo>
                  <a:lnTo>
                    <a:pt x="3989" y="0"/>
                  </a:lnTo>
                  <a:lnTo>
                    <a:pt x="3990" y="421"/>
                  </a:lnTo>
                  <a:lnTo>
                    <a:pt x="3990" y="435"/>
                  </a:lnTo>
                  <a:lnTo>
                    <a:pt x="3990" y="552"/>
                  </a:lnTo>
                  <a:lnTo>
                    <a:pt x="3991" y="552"/>
                  </a:lnTo>
                  <a:lnTo>
                    <a:pt x="3991" y="552"/>
                  </a:lnTo>
                  <a:lnTo>
                    <a:pt x="3992" y="552"/>
                  </a:lnTo>
                  <a:lnTo>
                    <a:pt x="3992" y="552"/>
                  </a:lnTo>
                  <a:lnTo>
                    <a:pt x="3993" y="486"/>
                  </a:lnTo>
                  <a:lnTo>
                    <a:pt x="3993" y="470"/>
                  </a:lnTo>
                  <a:lnTo>
                    <a:pt x="3994" y="0"/>
                  </a:lnTo>
                  <a:lnTo>
                    <a:pt x="3995" y="284"/>
                  </a:lnTo>
                  <a:lnTo>
                    <a:pt x="3995" y="277"/>
                  </a:lnTo>
                  <a:lnTo>
                    <a:pt x="3995" y="251"/>
                  </a:lnTo>
                  <a:lnTo>
                    <a:pt x="3996" y="552"/>
                  </a:lnTo>
                  <a:lnTo>
                    <a:pt x="3996" y="549"/>
                  </a:lnTo>
                  <a:lnTo>
                    <a:pt x="3996" y="545"/>
                  </a:lnTo>
                  <a:lnTo>
                    <a:pt x="3996" y="285"/>
                  </a:lnTo>
                  <a:lnTo>
                    <a:pt x="3997" y="504"/>
                  </a:lnTo>
                  <a:lnTo>
                    <a:pt x="3997" y="511"/>
                  </a:lnTo>
                  <a:lnTo>
                    <a:pt x="3998" y="506"/>
                  </a:lnTo>
                  <a:lnTo>
                    <a:pt x="3998" y="552"/>
                  </a:lnTo>
                  <a:lnTo>
                    <a:pt x="3998" y="524"/>
                  </a:lnTo>
                  <a:lnTo>
                    <a:pt x="3998" y="523"/>
                  </a:lnTo>
                  <a:lnTo>
                    <a:pt x="3999" y="486"/>
                  </a:lnTo>
                  <a:lnTo>
                    <a:pt x="3999" y="552"/>
                  </a:lnTo>
                  <a:lnTo>
                    <a:pt x="3999" y="546"/>
                  </a:lnTo>
                  <a:lnTo>
                    <a:pt x="3999" y="543"/>
                  </a:lnTo>
                  <a:lnTo>
                    <a:pt x="4000" y="0"/>
                  </a:lnTo>
                  <a:lnTo>
                    <a:pt x="4001" y="0"/>
                  </a:lnTo>
                  <a:lnTo>
                    <a:pt x="4001" y="0"/>
                  </a:lnTo>
                  <a:lnTo>
                    <a:pt x="4002" y="552"/>
                  </a:lnTo>
                  <a:lnTo>
                    <a:pt x="4002" y="552"/>
                  </a:lnTo>
                  <a:lnTo>
                    <a:pt x="4002" y="552"/>
                  </a:lnTo>
                  <a:lnTo>
                    <a:pt x="4003" y="552"/>
                  </a:lnTo>
                  <a:lnTo>
                    <a:pt x="4003" y="552"/>
                  </a:lnTo>
                  <a:lnTo>
                    <a:pt x="4004" y="317"/>
                  </a:lnTo>
                  <a:lnTo>
                    <a:pt x="4004" y="292"/>
                  </a:lnTo>
                  <a:lnTo>
                    <a:pt x="4005" y="0"/>
                  </a:lnTo>
                  <a:lnTo>
                    <a:pt x="4006" y="552"/>
                  </a:lnTo>
                  <a:lnTo>
                    <a:pt x="4006" y="552"/>
                  </a:lnTo>
                  <a:lnTo>
                    <a:pt x="4006" y="552"/>
                  </a:lnTo>
                  <a:lnTo>
                    <a:pt x="4006" y="0"/>
                  </a:lnTo>
                  <a:lnTo>
                    <a:pt x="4007" y="37"/>
                  </a:lnTo>
                  <a:lnTo>
                    <a:pt x="4007" y="51"/>
                  </a:lnTo>
                  <a:lnTo>
                    <a:pt x="4007" y="552"/>
                  </a:lnTo>
                  <a:lnTo>
                    <a:pt x="4008" y="517"/>
                  </a:lnTo>
                  <a:lnTo>
                    <a:pt x="4008" y="505"/>
                  </a:lnTo>
                  <a:lnTo>
                    <a:pt x="4009" y="0"/>
                  </a:lnTo>
                  <a:lnTo>
                    <a:pt x="4009" y="226"/>
                  </a:lnTo>
                  <a:lnTo>
                    <a:pt x="4009" y="252"/>
                  </a:lnTo>
                  <a:lnTo>
                    <a:pt x="4010" y="552"/>
                  </a:lnTo>
                  <a:lnTo>
                    <a:pt x="4010" y="408"/>
                  </a:lnTo>
                  <a:lnTo>
                    <a:pt x="4010" y="407"/>
                  </a:lnTo>
                  <a:lnTo>
                    <a:pt x="4011" y="0"/>
                  </a:lnTo>
                  <a:lnTo>
                    <a:pt x="4012" y="279"/>
                  </a:lnTo>
                  <a:lnTo>
                    <a:pt x="4012" y="294"/>
                  </a:lnTo>
                  <a:lnTo>
                    <a:pt x="4012" y="552"/>
                  </a:lnTo>
                  <a:lnTo>
                    <a:pt x="4013" y="552"/>
                  </a:lnTo>
                  <a:lnTo>
                    <a:pt x="4013" y="552"/>
                  </a:lnTo>
                  <a:lnTo>
                    <a:pt x="4014" y="552"/>
                  </a:lnTo>
                  <a:lnTo>
                    <a:pt x="4014" y="552"/>
                  </a:lnTo>
                  <a:lnTo>
                    <a:pt x="4015" y="471"/>
                  </a:lnTo>
                  <a:lnTo>
                    <a:pt x="4015" y="467"/>
                  </a:lnTo>
                  <a:lnTo>
                    <a:pt x="4015" y="447"/>
                  </a:lnTo>
                  <a:lnTo>
                    <a:pt x="4016" y="523"/>
                  </a:lnTo>
                  <a:lnTo>
                    <a:pt x="4016" y="481"/>
                  </a:lnTo>
                  <a:lnTo>
                    <a:pt x="4016" y="477"/>
                  </a:lnTo>
                  <a:lnTo>
                    <a:pt x="4017" y="489"/>
                  </a:lnTo>
                  <a:lnTo>
                    <a:pt x="4018" y="414"/>
                  </a:lnTo>
                  <a:lnTo>
                    <a:pt x="4018" y="413"/>
                  </a:lnTo>
                  <a:lnTo>
                    <a:pt x="4018" y="536"/>
                  </a:lnTo>
                  <a:lnTo>
                    <a:pt x="4019" y="0"/>
                  </a:lnTo>
                  <a:lnTo>
                    <a:pt x="4019" y="0"/>
                  </a:lnTo>
                  <a:lnTo>
                    <a:pt x="4019" y="0"/>
                  </a:lnTo>
                  <a:lnTo>
                    <a:pt x="4020" y="541"/>
                  </a:lnTo>
                  <a:lnTo>
                    <a:pt x="4020" y="545"/>
                  </a:lnTo>
                  <a:lnTo>
                    <a:pt x="4020" y="552"/>
                  </a:lnTo>
                  <a:lnTo>
                    <a:pt x="4021" y="552"/>
                  </a:lnTo>
                  <a:lnTo>
                    <a:pt x="4021" y="552"/>
                  </a:lnTo>
                  <a:lnTo>
                    <a:pt x="4021" y="552"/>
                  </a:lnTo>
                  <a:lnTo>
                    <a:pt x="4021" y="546"/>
                  </a:lnTo>
                  <a:lnTo>
                    <a:pt x="4022" y="552"/>
                  </a:lnTo>
                  <a:lnTo>
                    <a:pt x="4022" y="552"/>
                  </a:lnTo>
                  <a:lnTo>
                    <a:pt x="4024" y="332"/>
                  </a:lnTo>
                  <a:lnTo>
                    <a:pt x="4024" y="320"/>
                  </a:lnTo>
                  <a:lnTo>
                    <a:pt x="4024" y="0"/>
                  </a:lnTo>
                  <a:lnTo>
                    <a:pt x="4025" y="0"/>
                  </a:lnTo>
                  <a:lnTo>
                    <a:pt x="4025" y="0"/>
                  </a:lnTo>
                  <a:lnTo>
                    <a:pt x="4025" y="552"/>
                  </a:lnTo>
                  <a:lnTo>
                    <a:pt x="4026" y="526"/>
                  </a:lnTo>
                  <a:lnTo>
                    <a:pt x="4026" y="521"/>
                  </a:lnTo>
                  <a:lnTo>
                    <a:pt x="4026" y="488"/>
                  </a:lnTo>
                  <a:lnTo>
                    <a:pt x="4027" y="552"/>
                  </a:lnTo>
                  <a:lnTo>
                    <a:pt x="4027" y="552"/>
                  </a:lnTo>
                  <a:lnTo>
                    <a:pt x="4027" y="552"/>
                  </a:lnTo>
                  <a:lnTo>
                    <a:pt x="4028" y="173"/>
                  </a:lnTo>
                  <a:lnTo>
                    <a:pt x="4028" y="155"/>
                  </a:lnTo>
                  <a:lnTo>
                    <a:pt x="4029" y="0"/>
                  </a:lnTo>
                  <a:lnTo>
                    <a:pt x="4030" y="385"/>
                  </a:lnTo>
                  <a:lnTo>
                    <a:pt x="4030" y="391"/>
                  </a:lnTo>
                  <a:lnTo>
                    <a:pt x="4030" y="544"/>
                  </a:lnTo>
                  <a:lnTo>
                    <a:pt x="4031" y="492"/>
                  </a:lnTo>
                  <a:lnTo>
                    <a:pt x="4031" y="495"/>
                  </a:lnTo>
                  <a:lnTo>
                    <a:pt x="4031" y="552"/>
                  </a:lnTo>
                  <a:lnTo>
                    <a:pt x="4032" y="552"/>
                  </a:lnTo>
                  <a:lnTo>
                    <a:pt x="4032" y="552"/>
                  </a:lnTo>
                  <a:lnTo>
                    <a:pt x="4033" y="0"/>
                  </a:lnTo>
                  <a:lnTo>
                    <a:pt x="4033" y="158"/>
                  </a:lnTo>
                  <a:lnTo>
                    <a:pt x="4034" y="178"/>
                  </a:lnTo>
                  <a:lnTo>
                    <a:pt x="4034" y="496"/>
                  </a:lnTo>
                  <a:lnTo>
                    <a:pt x="4035" y="497"/>
                  </a:lnTo>
                  <a:lnTo>
                    <a:pt x="4035" y="552"/>
                  </a:lnTo>
                  <a:lnTo>
                    <a:pt x="4035" y="478"/>
                  </a:lnTo>
                  <a:lnTo>
                    <a:pt x="4036" y="552"/>
                  </a:lnTo>
                  <a:lnTo>
                    <a:pt x="4036" y="552"/>
                  </a:lnTo>
                  <a:lnTo>
                    <a:pt x="4037" y="74"/>
                  </a:lnTo>
                  <a:lnTo>
                    <a:pt x="4037" y="101"/>
                  </a:lnTo>
                  <a:lnTo>
                    <a:pt x="4037" y="105"/>
                  </a:lnTo>
                  <a:lnTo>
                    <a:pt x="4038" y="552"/>
                  </a:lnTo>
                  <a:lnTo>
                    <a:pt x="4038" y="552"/>
                  </a:lnTo>
                  <a:lnTo>
                    <a:pt x="4038" y="552"/>
                  </a:lnTo>
                  <a:lnTo>
                    <a:pt x="4039" y="552"/>
                  </a:lnTo>
                  <a:lnTo>
                    <a:pt x="4040" y="552"/>
                  </a:lnTo>
                  <a:lnTo>
                    <a:pt x="4040" y="0"/>
                  </a:lnTo>
                  <a:lnTo>
                    <a:pt x="4040" y="0"/>
                  </a:lnTo>
                  <a:lnTo>
                    <a:pt x="4041" y="0"/>
                  </a:lnTo>
                  <a:lnTo>
                    <a:pt x="4042" y="547"/>
                  </a:lnTo>
                  <a:lnTo>
                    <a:pt x="4042" y="551"/>
                  </a:lnTo>
                  <a:lnTo>
                    <a:pt x="4042" y="552"/>
                  </a:lnTo>
                  <a:lnTo>
                    <a:pt x="4043" y="552"/>
                  </a:lnTo>
                  <a:lnTo>
                    <a:pt x="4043" y="552"/>
                  </a:lnTo>
                  <a:lnTo>
                    <a:pt x="4044" y="552"/>
                  </a:lnTo>
                  <a:lnTo>
                    <a:pt x="4044" y="552"/>
                  </a:lnTo>
                  <a:lnTo>
                    <a:pt x="4045" y="0"/>
                  </a:lnTo>
                  <a:lnTo>
                    <a:pt x="4045" y="0"/>
                  </a:lnTo>
                  <a:lnTo>
                    <a:pt x="4046" y="0"/>
                  </a:lnTo>
                  <a:lnTo>
                    <a:pt x="4046" y="552"/>
                  </a:lnTo>
                  <a:lnTo>
                    <a:pt x="4046" y="552"/>
                  </a:lnTo>
                  <a:lnTo>
                    <a:pt x="4047" y="552"/>
                  </a:lnTo>
                  <a:lnTo>
                    <a:pt x="4048" y="552"/>
                  </a:lnTo>
                  <a:lnTo>
                    <a:pt x="4048" y="552"/>
                  </a:lnTo>
                  <a:lnTo>
                    <a:pt x="4049" y="552"/>
                  </a:lnTo>
                  <a:lnTo>
                    <a:pt x="4049" y="552"/>
                  </a:lnTo>
                  <a:lnTo>
                    <a:pt x="4050" y="0"/>
                  </a:lnTo>
                  <a:lnTo>
                    <a:pt x="4050" y="0"/>
                  </a:lnTo>
                  <a:lnTo>
                    <a:pt x="4050" y="0"/>
                  </a:lnTo>
                  <a:lnTo>
                    <a:pt x="4051" y="552"/>
                  </a:lnTo>
                  <a:lnTo>
                    <a:pt x="4051" y="552"/>
                  </a:lnTo>
                  <a:lnTo>
                    <a:pt x="4051" y="552"/>
                  </a:lnTo>
                  <a:lnTo>
                    <a:pt x="4052" y="207"/>
                  </a:lnTo>
                  <a:lnTo>
                    <a:pt x="4052" y="205"/>
                  </a:lnTo>
                  <a:lnTo>
                    <a:pt x="4053" y="317"/>
                  </a:lnTo>
                  <a:lnTo>
                    <a:pt x="4053" y="0"/>
                  </a:lnTo>
                  <a:lnTo>
                    <a:pt x="4054" y="0"/>
                  </a:lnTo>
                  <a:lnTo>
                    <a:pt x="4054" y="0"/>
                  </a:lnTo>
                  <a:lnTo>
                    <a:pt x="4054" y="208"/>
                  </a:lnTo>
                  <a:lnTo>
                    <a:pt x="4055" y="102"/>
                  </a:lnTo>
                  <a:lnTo>
                    <a:pt x="4055" y="108"/>
                  </a:lnTo>
                  <a:lnTo>
                    <a:pt x="4056" y="552"/>
                  </a:lnTo>
                  <a:lnTo>
                    <a:pt x="4056" y="552"/>
                  </a:lnTo>
                  <a:lnTo>
                    <a:pt x="4056" y="552"/>
                  </a:lnTo>
                  <a:lnTo>
                    <a:pt x="4057" y="0"/>
                  </a:lnTo>
                  <a:lnTo>
                    <a:pt x="4057" y="0"/>
                  </a:lnTo>
                  <a:lnTo>
                    <a:pt x="4057" y="0"/>
                  </a:lnTo>
                  <a:lnTo>
                    <a:pt x="4059" y="501"/>
                  </a:lnTo>
                  <a:lnTo>
                    <a:pt x="4059" y="513"/>
                  </a:lnTo>
                  <a:lnTo>
                    <a:pt x="4059" y="552"/>
                  </a:lnTo>
                  <a:lnTo>
                    <a:pt x="4060" y="552"/>
                  </a:lnTo>
                  <a:lnTo>
                    <a:pt x="4060" y="552"/>
                  </a:lnTo>
                  <a:lnTo>
                    <a:pt x="4061" y="552"/>
                  </a:lnTo>
                  <a:lnTo>
                    <a:pt x="4061" y="552"/>
                  </a:lnTo>
                  <a:lnTo>
                    <a:pt x="4062" y="0"/>
                  </a:lnTo>
                  <a:lnTo>
                    <a:pt x="4062" y="0"/>
                  </a:lnTo>
                  <a:lnTo>
                    <a:pt x="4062" y="0"/>
                  </a:lnTo>
                  <a:lnTo>
                    <a:pt x="4063" y="552"/>
                  </a:lnTo>
                  <a:lnTo>
                    <a:pt x="4063" y="552"/>
                  </a:lnTo>
                  <a:lnTo>
                    <a:pt x="4063" y="552"/>
                  </a:lnTo>
                  <a:lnTo>
                    <a:pt x="4065" y="552"/>
                  </a:lnTo>
                  <a:lnTo>
                    <a:pt x="4065" y="552"/>
                  </a:lnTo>
                  <a:lnTo>
                    <a:pt x="4066" y="14"/>
                  </a:lnTo>
                  <a:lnTo>
                    <a:pt x="4066" y="8"/>
                  </a:lnTo>
                  <a:lnTo>
                    <a:pt x="4066" y="0"/>
                  </a:lnTo>
                  <a:lnTo>
                    <a:pt x="4067" y="3"/>
                  </a:lnTo>
                  <a:lnTo>
                    <a:pt x="4067" y="5"/>
                  </a:lnTo>
                  <a:lnTo>
                    <a:pt x="4068" y="552"/>
                  </a:lnTo>
                  <a:lnTo>
                    <a:pt x="4068" y="552"/>
                  </a:lnTo>
                  <a:lnTo>
                    <a:pt x="4068" y="552"/>
                  </a:lnTo>
                  <a:lnTo>
                    <a:pt x="4069" y="552"/>
                  </a:lnTo>
                  <a:lnTo>
                    <a:pt x="4069" y="552"/>
                  </a:lnTo>
                  <a:lnTo>
                    <a:pt x="4071" y="0"/>
                  </a:lnTo>
                  <a:lnTo>
                    <a:pt x="4071" y="0"/>
                  </a:lnTo>
                  <a:lnTo>
                    <a:pt x="4071" y="0"/>
                  </a:lnTo>
                  <a:lnTo>
                    <a:pt x="4072" y="361"/>
                  </a:lnTo>
                  <a:lnTo>
                    <a:pt x="4072" y="377"/>
                  </a:lnTo>
                  <a:lnTo>
                    <a:pt x="4072" y="552"/>
                  </a:lnTo>
                  <a:lnTo>
                    <a:pt x="4073" y="552"/>
                  </a:lnTo>
                  <a:lnTo>
                    <a:pt x="4073" y="552"/>
                  </a:lnTo>
                  <a:lnTo>
                    <a:pt x="4074" y="552"/>
                  </a:lnTo>
                  <a:lnTo>
                    <a:pt x="4074" y="552"/>
                  </a:lnTo>
                  <a:lnTo>
                    <a:pt x="4075" y="0"/>
                  </a:lnTo>
                  <a:lnTo>
                    <a:pt x="4075" y="0"/>
                  </a:lnTo>
                  <a:lnTo>
                    <a:pt x="4075" y="0"/>
                  </a:lnTo>
                  <a:lnTo>
                    <a:pt x="4077" y="552"/>
                  </a:lnTo>
                  <a:lnTo>
                    <a:pt x="4077" y="552"/>
                  </a:lnTo>
                  <a:lnTo>
                    <a:pt x="4077" y="552"/>
                  </a:lnTo>
                  <a:lnTo>
                    <a:pt x="4078" y="552"/>
                  </a:lnTo>
                  <a:lnTo>
                    <a:pt x="4078" y="552"/>
                  </a:lnTo>
                  <a:lnTo>
                    <a:pt x="4079" y="552"/>
                  </a:lnTo>
                  <a:lnTo>
                    <a:pt x="4079" y="552"/>
                  </a:lnTo>
                  <a:lnTo>
                    <a:pt x="4080" y="0"/>
                  </a:lnTo>
                  <a:lnTo>
                    <a:pt x="4080" y="0"/>
                  </a:lnTo>
                  <a:lnTo>
                    <a:pt x="4080" y="0"/>
                  </a:lnTo>
                  <a:lnTo>
                    <a:pt x="4081" y="552"/>
                  </a:lnTo>
                  <a:lnTo>
                    <a:pt x="4081" y="552"/>
                  </a:lnTo>
                  <a:lnTo>
                    <a:pt x="4081" y="552"/>
                  </a:lnTo>
                  <a:lnTo>
                    <a:pt x="4083" y="552"/>
                  </a:lnTo>
                  <a:lnTo>
                    <a:pt x="4083" y="552"/>
                  </a:lnTo>
                  <a:lnTo>
                    <a:pt x="4084" y="164"/>
                  </a:lnTo>
                  <a:lnTo>
                    <a:pt x="4084" y="142"/>
                  </a:lnTo>
                  <a:lnTo>
                    <a:pt x="4084" y="0"/>
                  </a:lnTo>
                  <a:lnTo>
                    <a:pt x="4085" y="435"/>
                  </a:lnTo>
                  <a:lnTo>
                    <a:pt x="4085" y="453"/>
                  </a:lnTo>
                  <a:lnTo>
                    <a:pt x="4085" y="552"/>
                  </a:lnTo>
                  <a:lnTo>
                    <a:pt x="4086" y="552"/>
                  </a:lnTo>
                  <a:lnTo>
                    <a:pt x="4086" y="552"/>
                  </a:lnTo>
                  <a:lnTo>
                    <a:pt x="4087" y="552"/>
                  </a:lnTo>
                  <a:lnTo>
                    <a:pt x="4087" y="552"/>
                  </a:lnTo>
                  <a:lnTo>
                    <a:pt x="4088" y="0"/>
                  </a:lnTo>
                  <a:lnTo>
                    <a:pt x="4089" y="0"/>
                  </a:lnTo>
                  <a:lnTo>
                    <a:pt x="4089" y="0"/>
                  </a:lnTo>
                  <a:lnTo>
                    <a:pt x="4090" y="493"/>
                  </a:lnTo>
                  <a:lnTo>
                    <a:pt x="4090" y="493"/>
                  </a:lnTo>
                  <a:lnTo>
                    <a:pt x="4090" y="492"/>
                  </a:lnTo>
                  <a:lnTo>
                    <a:pt x="4090" y="552"/>
                  </a:lnTo>
                  <a:lnTo>
                    <a:pt x="4091" y="552"/>
                  </a:lnTo>
                  <a:lnTo>
                    <a:pt x="4091" y="552"/>
                  </a:lnTo>
                  <a:lnTo>
                    <a:pt x="4092" y="315"/>
                  </a:lnTo>
                  <a:lnTo>
                    <a:pt x="4092" y="290"/>
                  </a:lnTo>
                  <a:lnTo>
                    <a:pt x="4093" y="0"/>
                  </a:lnTo>
                  <a:lnTo>
                    <a:pt x="4093" y="552"/>
                  </a:lnTo>
                  <a:lnTo>
                    <a:pt x="4093" y="552"/>
                  </a:lnTo>
                  <a:lnTo>
                    <a:pt x="4093" y="552"/>
                  </a:lnTo>
                  <a:lnTo>
                    <a:pt x="4095" y="552"/>
                  </a:lnTo>
                  <a:lnTo>
                    <a:pt x="4095" y="552"/>
                  </a:lnTo>
                  <a:lnTo>
                    <a:pt x="4096" y="552"/>
                  </a:lnTo>
                  <a:lnTo>
                    <a:pt x="4096" y="552"/>
                  </a:lnTo>
                  <a:lnTo>
                    <a:pt x="4097" y="537"/>
                  </a:lnTo>
                  <a:lnTo>
                    <a:pt x="4097" y="530"/>
                  </a:lnTo>
                  <a:lnTo>
                    <a:pt x="4098" y="0"/>
                  </a:lnTo>
                  <a:lnTo>
                    <a:pt x="4098" y="0"/>
                  </a:lnTo>
                  <a:lnTo>
                    <a:pt x="4099" y="0"/>
                  </a:lnTo>
                  <a:lnTo>
                    <a:pt x="4099" y="552"/>
                  </a:lnTo>
                  <a:lnTo>
                    <a:pt x="4099" y="552"/>
                  </a:lnTo>
                  <a:lnTo>
                    <a:pt x="4100" y="552"/>
                  </a:lnTo>
                  <a:lnTo>
                    <a:pt x="4101" y="552"/>
                  </a:lnTo>
                  <a:lnTo>
                    <a:pt x="4101" y="552"/>
                  </a:lnTo>
                  <a:lnTo>
                    <a:pt x="4102" y="552"/>
                  </a:lnTo>
                  <a:lnTo>
                    <a:pt x="4102" y="552"/>
                  </a:lnTo>
                  <a:lnTo>
                    <a:pt x="4103" y="0"/>
                  </a:lnTo>
                  <a:lnTo>
                    <a:pt x="4103" y="0"/>
                  </a:lnTo>
                  <a:lnTo>
                    <a:pt x="4103" y="0"/>
                  </a:lnTo>
                  <a:lnTo>
                    <a:pt x="4104" y="0"/>
                  </a:lnTo>
                  <a:lnTo>
                    <a:pt x="4105" y="0"/>
                  </a:lnTo>
                  <a:lnTo>
                    <a:pt x="4105" y="0"/>
                  </a:lnTo>
                  <a:lnTo>
                    <a:pt x="4106" y="0"/>
                  </a:lnTo>
                  <a:lnTo>
                    <a:pt x="4107" y="0"/>
                  </a:lnTo>
                  <a:lnTo>
                    <a:pt x="4107" y="0"/>
                  </a:lnTo>
                  <a:lnTo>
                    <a:pt x="4108" y="552"/>
                  </a:lnTo>
                  <a:lnTo>
                    <a:pt x="4108" y="552"/>
                  </a:lnTo>
                  <a:lnTo>
                    <a:pt x="4108" y="552"/>
                  </a:lnTo>
                  <a:lnTo>
                    <a:pt x="4109" y="531"/>
                  </a:lnTo>
                  <a:lnTo>
                    <a:pt x="4109" y="552"/>
                  </a:lnTo>
                  <a:lnTo>
                    <a:pt x="4109" y="552"/>
                  </a:lnTo>
                  <a:lnTo>
                    <a:pt x="4110" y="503"/>
                  </a:lnTo>
                  <a:lnTo>
                    <a:pt x="4110" y="552"/>
                  </a:lnTo>
                  <a:lnTo>
                    <a:pt x="4111" y="552"/>
                  </a:lnTo>
                  <a:lnTo>
                    <a:pt x="4112" y="383"/>
                  </a:lnTo>
                  <a:lnTo>
                    <a:pt x="4112" y="374"/>
                  </a:lnTo>
                  <a:lnTo>
                    <a:pt x="4112" y="0"/>
                  </a:lnTo>
                  <a:lnTo>
                    <a:pt x="4113" y="3"/>
                  </a:lnTo>
                  <a:lnTo>
                    <a:pt x="4113" y="5"/>
                  </a:lnTo>
                  <a:lnTo>
                    <a:pt x="4114" y="552"/>
                  </a:lnTo>
                  <a:lnTo>
                    <a:pt x="4114" y="552"/>
                  </a:lnTo>
                  <a:lnTo>
                    <a:pt x="4114" y="552"/>
                  </a:lnTo>
                  <a:lnTo>
                    <a:pt x="4115" y="542"/>
                  </a:lnTo>
                  <a:lnTo>
                    <a:pt x="4115" y="540"/>
                  </a:lnTo>
                  <a:lnTo>
                    <a:pt x="4115" y="544"/>
                  </a:lnTo>
                  <a:lnTo>
                    <a:pt x="4116" y="0"/>
                  </a:lnTo>
                  <a:lnTo>
                    <a:pt x="4116" y="0"/>
                  </a:lnTo>
                  <a:lnTo>
                    <a:pt x="4116" y="0"/>
                  </a:lnTo>
                  <a:lnTo>
                    <a:pt x="4118" y="5"/>
                  </a:lnTo>
                  <a:lnTo>
                    <a:pt x="4118" y="11"/>
                  </a:lnTo>
                  <a:lnTo>
                    <a:pt x="4118" y="552"/>
                  </a:lnTo>
                  <a:lnTo>
                    <a:pt x="4119" y="552"/>
                  </a:lnTo>
                  <a:lnTo>
                    <a:pt x="4119" y="552"/>
                  </a:lnTo>
                  <a:lnTo>
                    <a:pt x="4120" y="551"/>
                  </a:lnTo>
                  <a:lnTo>
                    <a:pt x="4120" y="550"/>
                  </a:lnTo>
                  <a:lnTo>
                    <a:pt x="4121" y="552"/>
                  </a:lnTo>
                  <a:lnTo>
                    <a:pt x="4121" y="50"/>
                  </a:lnTo>
                  <a:lnTo>
                    <a:pt x="4121" y="36"/>
                  </a:lnTo>
                  <a:lnTo>
                    <a:pt x="4121" y="0"/>
                  </a:lnTo>
                  <a:lnTo>
                    <a:pt x="4122" y="188"/>
                  </a:lnTo>
                  <a:lnTo>
                    <a:pt x="4122" y="204"/>
                  </a:lnTo>
                  <a:lnTo>
                    <a:pt x="4123" y="552"/>
                  </a:lnTo>
                  <a:lnTo>
                    <a:pt x="4124" y="552"/>
                  </a:lnTo>
                  <a:lnTo>
                    <a:pt x="4124" y="552"/>
                  </a:lnTo>
                  <a:lnTo>
                    <a:pt x="4125" y="552"/>
                  </a:lnTo>
                  <a:lnTo>
                    <a:pt x="4125" y="552"/>
                  </a:lnTo>
                  <a:lnTo>
                    <a:pt x="4126" y="0"/>
                  </a:lnTo>
                  <a:lnTo>
                    <a:pt x="4126" y="0"/>
                  </a:lnTo>
                  <a:lnTo>
                    <a:pt x="4126" y="0"/>
                  </a:lnTo>
                  <a:lnTo>
                    <a:pt x="4127" y="552"/>
                  </a:lnTo>
                  <a:lnTo>
                    <a:pt x="4127" y="552"/>
                  </a:lnTo>
                  <a:lnTo>
                    <a:pt x="4127" y="552"/>
                  </a:lnTo>
                  <a:lnTo>
                    <a:pt x="4128" y="552"/>
                  </a:lnTo>
                  <a:lnTo>
                    <a:pt x="4128" y="552"/>
                  </a:lnTo>
                  <a:lnTo>
                    <a:pt x="4130" y="552"/>
                  </a:lnTo>
                  <a:lnTo>
                    <a:pt x="4130" y="552"/>
                  </a:lnTo>
                  <a:lnTo>
                    <a:pt x="4131" y="0"/>
                  </a:lnTo>
                  <a:lnTo>
                    <a:pt x="4131" y="0"/>
                  </a:lnTo>
                  <a:lnTo>
                    <a:pt x="4131" y="0"/>
                  </a:lnTo>
                  <a:lnTo>
                    <a:pt x="4131" y="552"/>
                  </a:lnTo>
                  <a:lnTo>
                    <a:pt x="4132" y="552"/>
                  </a:lnTo>
                  <a:lnTo>
                    <a:pt x="4132" y="552"/>
                  </a:lnTo>
                  <a:lnTo>
                    <a:pt x="4133" y="0"/>
                  </a:lnTo>
                  <a:lnTo>
                    <a:pt x="4133" y="98"/>
                  </a:lnTo>
                  <a:lnTo>
                    <a:pt x="4133" y="116"/>
                  </a:lnTo>
                  <a:lnTo>
                    <a:pt x="4133" y="0"/>
                  </a:lnTo>
                  <a:lnTo>
                    <a:pt x="4134" y="199"/>
                  </a:lnTo>
                  <a:lnTo>
                    <a:pt x="4134" y="3"/>
                  </a:lnTo>
                  <a:lnTo>
                    <a:pt x="4134" y="2"/>
                  </a:lnTo>
                  <a:lnTo>
                    <a:pt x="4135" y="0"/>
                  </a:lnTo>
                  <a:lnTo>
                    <a:pt x="4135" y="552"/>
                  </a:lnTo>
                  <a:lnTo>
                    <a:pt x="4136" y="552"/>
                  </a:lnTo>
                  <a:lnTo>
                    <a:pt x="4136" y="552"/>
                  </a:lnTo>
                  <a:lnTo>
                    <a:pt x="4137" y="552"/>
                  </a:lnTo>
                  <a:lnTo>
                    <a:pt x="4137" y="552"/>
                  </a:lnTo>
                  <a:lnTo>
                    <a:pt x="4138" y="365"/>
                  </a:lnTo>
                  <a:lnTo>
                    <a:pt x="4138" y="347"/>
                  </a:lnTo>
                  <a:lnTo>
                    <a:pt x="4139" y="0"/>
                  </a:lnTo>
                  <a:lnTo>
                    <a:pt x="4139" y="0"/>
                  </a:lnTo>
                  <a:lnTo>
                    <a:pt x="4139" y="0"/>
                  </a:lnTo>
                  <a:lnTo>
                    <a:pt x="4140" y="552"/>
                  </a:lnTo>
                  <a:lnTo>
                    <a:pt x="4140" y="552"/>
                  </a:lnTo>
                  <a:lnTo>
                    <a:pt x="4140" y="552"/>
                  </a:lnTo>
                  <a:lnTo>
                    <a:pt x="4142" y="552"/>
                  </a:lnTo>
                  <a:lnTo>
                    <a:pt x="4142" y="552"/>
                  </a:lnTo>
                  <a:lnTo>
                    <a:pt x="4143" y="249"/>
                  </a:lnTo>
                  <a:lnTo>
                    <a:pt x="4143" y="247"/>
                  </a:lnTo>
                  <a:lnTo>
                    <a:pt x="4143" y="552"/>
                  </a:lnTo>
                  <a:lnTo>
                    <a:pt x="4144" y="533"/>
                  </a:lnTo>
                  <a:lnTo>
                    <a:pt x="4144" y="525"/>
                  </a:lnTo>
                  <a:lnTo>
                    <a:pt x="4145" y="538"/>
                  </a:lnTo>
                  <a:lnTo>
                    <a:pt x="4145" y="218"/>
                  </a:lnTo>
                  <a:lnTo>
                    <a:pt x="4145" y="215"/>
                  </a:lnTo>
                  <a:lnTo>
                    <a:pt x="4146" y="275"/>
                  </a:lnTo>
                  <a:lnTo>
                    <a:pt x="4146" y="0"/>
                  </a:lnTo>
                  <a:lnTo>
                    <a:pt x="4146" y="0"/>
                  </a:lnTo>
                  <a:lnTo>
                    <a:pt x="4146" y="0"/>
                  </a:lnTo>
                  <a:lnTo>
                    <a:pt x="4147" y="463"/>
                  </a:lnTo>
                  <a:lnTo>
                    <a:pt x="4148" y="0"/>
                  </a:lnTo>
                  <a:lnTo>
                    <a:pt x="4148" y="0"/>
                  </a:lnTo>
                  <a:lnTo>
                    <a:pt x="4149" y="27"/>
                  </a:lnTo>
                  <a:lnTo>
                    <a:pt x="4149" y="0"/>
                  </a:lnTo>
                  <a:lnTo>
                    <a:pt x="4149" y="1"/>
                  </a:lnTo>
                  <a:lnTo>
                    <a:pt x="4149" y="552"/>
                  </a:lnTo>
                  <a:lnTo>
                    <a:pt x="4150" y="552"/>
                  </a:lnTo>
                  <a:lnTo>
                    <a:pt x="4150" y="552"/>
                  </a:lnTo>
                  <a:lnTo>
                    <a:pt x="4151" y="380"/>
                  </a:lnTo>
                  <a:lnTo>
                    <a:pt x="4151" y="341"/>
                  </a:lnTo>
                  <a:lnTo>
                    <a:pt x="4152" y="0"/>
                  </a:lnTo>
                  <a:lnTo>
                    <a:pt x="4152" y="36"/>
                  </a:lnTo>
                  <a:lnTo>
                    <a:pt x="4152" y="53"/>
                  </a:lnTo>
                  <a:lnTo>
                    <a:pt x="4153" y="552"/>
                  </a:lnTo>
                  <a:lnTo>
                    <a:pt x="4154" y="552"/>
                  </a:lnTo>
                  <a:lnTo>
                    <a:pt x="4154" y="552"/>
                  </a:lnTo>
                  <a:lnTo>
                    <a:pt x="4155" y="552"/>
                  </a:lnTo>
                  <a:lnTo>
                    <a:pt x="4155" y="552"/>
                  </a:lnTo>
                  <a:lnTo>
                    <a:pt x="4156" y="0"/>
                  </a:lnTo>
                  <a:lnTo>
                    <a:pt x="4156" y="0"/>
                  </a:lnTo>
                  <a:lnTo>
                    <a:pt x="4156" y="0"/>
                  </a:lnTo>
                  <a:lnTo>
                    <a:pt x="4157" y="552"/>
                  </a:lnTo>
                  <a:lnTo>
                    <a:pt x="4157" y="552"/>
                  </a:lnTo>
                  <a:lnTo>
                    <a:pt x="4158" y="552"/>
                  </a:lnTo>
                  <a:lnTo>
                    <a:pt x="4158" y="466"/>
                  </a:lnTo>
                  <a:lnTo>
                    <a:pt x="4159" y="463"/>
                  </a:lnTo>
                  <a:lnTo>
                    <a:pt x="4159" y="453"/>
                  </a:lnTo>
                  <a:lnTo>
                    <a:pt x="4159" y="552"/>
                  </a:lnTo>
                  <a:lnTo>
                    <a:pt x="4160" y="552"/>
                  </a:lnTo>
                  <a:lnTo>
                    <a:pt x="4160" y="552"/>
                  </a:lnTo>
                  <a:lnTo>
                    <a:pt x="4161" y="0"/>
                  </a:lnTo>
                  <a:lnTo>
                    <a:pt x="4161" y="0"/>
                  </a:lnTo>
                  <a:lnTo>
                    <a:pt x="4161" y="0"/>
                  </a:lnTo>
                  <a:lnTo>
                    <a:pt x="4162" y="390"/>
                  </a:lnTo>
                  <a:lnTo>
                    <a:pt x="4162" y="424"/>
                  </a:lnTo>
                  <a:lnTo>
                    <a:pt x="4162" y="552"/>
                  </a:lnTo>
                  <a:lnTo>
                    <a:pt x="4163" y="552"/>
                  </a:lnTo>
                  <a:lnTo>
                    <a:pt x="4164" y="552"/>
                  </a:lnTo>
                  <a:lnTo>
                    <a:pt x="4165" y="304"/>
                  </a:lnTo>
                  <a:lnTo>
                    <a:pt x="4165" y="280"/>
                  </a:lnTo>
                  <a:lnTo>
                    <a:pt x="4165" y="0"/>
                  </a:lnTo>
                  <a:lnTo>
                    <a:pt x="4166" y="255"/>
                  </a:lnTo>
                  <a:lnTo>
                    <a:pt x="4166" y="264"/>
                  </a:lnTo>
                  <a:lnTo>
                    <a:pt x="4166" y="552"/>
                  </a:lnTo>
                  <a:lnTo>
                    <a:pt x="4167" y="552"/>
                  </a:lnTo>
                  <a:lnTo>
                    <a:pt x="4167" y="552"/>
                  </a:lnTo>
                  <a:lnTo>
                    <a:pt x="4168" y="285"/>
                  </a:lnTo>
                  <a:lnTo>
                    <a:pt x="4168" y="272"/>
                  </a:lnTo>
                  <a:lnTo>
                    <a:pt x="4168" y="0"/>
                  </a:lnTo>
                  <a:lnTo>
                    <a:pt x="4169" y="0"/>
                  </a:lnTo>
                  <a:lnTo>
                    <a:pt x="4170" y="0"/>
                  </a:lnTo>
                  <a:lnTo>
                    <a:pt x="4170" y="552"/>
                  </a:lnTo>
                  <a:lnTo>
                    <a:pt x="4171" y="552"/>
                  </a:lnTo>
                  <a:lnTo>
                    <a:pt x="4171" y="552"/>
                  </a:lnTo>
                  <a:lnTo>
                    <a:pt x="4172" y="552"/>
                  </a:lnTo>
                  <a:lnTo>
                    <a:pt x="4172" y="552"/>
                  </a:lnTo>
                  <a:lnTo>
                    <a:pt x="4173" y="0"/>
                  </a:lnTo>
                  <a:lnTo>
                    <a:pt x="4173" y="0"/>
                  </a:lnTo>
                  <a:lnTo>
                    <a:pt x="4173" y="0"/>
                  </a:lnTo>
                  <a:lnTo>
                    <a:pt x="4174" y="511"/>
                  </a:lnTo>
                  <a:lnTo>
                    <a:pt x="4174" y="520"/>
                  </a:lnTo>
                  <a:lnTo>
                    <a:pt x="4174" y="552"/>
                  </a:lnTo>
                  <a:lnTo>
                    <a:pt x="4175" y="552"/>
                  </a:lnTo>
                  <a:lnTo>
                    <a:pt x="4175" y="552"/>
                  </a:lnTo>
                  <a:lnTo>
                    <a:pt x="4177" y="239"/>
                  </a:lnTo>
                  <a:lnTo>
                    <a:pt x="4177" y="219"/>
                  </a:lnTo>
                  <a:lnTo>
                    <a:pt x="4177" y="0"/>
                  </a:lnTo>
                  <a:lnTo>
                    <a:pt x="4178" y="0"/>
                  </a:lnTo>
                  <a:lnTo>
                    <a:pt x="4178" y="0"/>
                  </a:lnTo>
                  <a:lnTo>
                    <a:pt x="4179" y="552"/>
                  </a:lnTo>
                  <a:lnTo>
                    <a:pt x="4179" y="552"/>
                  </a:lnTo>
                  <a:lnTo>
                    <a:pt x="4179" y="552"/>
                  </a:lnTo>
                  <a:lnTo>
                    <a:pt x="4180" y="404"/>
                  </a:lnTo>
                  <a:lnTo>
                    <a:pt x="4180" y="396"/>
                  </a:lnTo>
                  <a:lnTo>
                    <a:pt x="4181" y="0"/>
                  </a:lnTo>
                  <a:lnTo>
                    <a:pt x="4181" y="0"/>
                  </a:lnTo>
                  <a:lnTo>
                    <a:pt x="4181" y="0"/>
                  </a:lnTo>
                  <a:lnTo>
                    <a:pt x="4183" y="348"/>
                  </a:lnTo>
                  <a:lnTo>
                    <a:pt x="4183" y="360"/>
                  </a:lnTo>
                  <a:lnTo>
                    <a:pt x="4183" y="552"/>
                  </a:lnTo>
                  <a:lnTo>
                    <a:pt x="4184" y="552"/>
                  </a:lnTo>
                  <a:lnTo>
                    <a:pt x="4184" y="552"/>
                  </a:lnTo>
                  <a:lnTo>
                    <a:pt x="4185" y="0"/>
                  </a:lnTo>
                  <a:lnTo>
                    <a:pt x="4185" y="0"/>
                  </a:lnTo>
                  <a:lnTo>
                    <a:pt x="4185" y="0"/>
                  </a:lnTo>
                  <a:lnTo>
                    <a:pt x="4186" y="190"/>
                  </a:lnTo>
                  <a:lnTo>
                    <a:pt x="4186" y="0"/>
                  </a:lnTo>
                  <a:lnTo>
                    <a:pt x="4186" y="0"/>
                  </a:lnTo>
                  <a:lnTo>
                    <a:pt x="4187" y="552"/>
                  </a:lnTo>
                  <a:lnTo>
                    <a:pt x="4187" y="552"/>
                  </a:lnTo>
                  <a:lnTo>
                    <a:pt x="4189" y="552"/>
                  </a:lnTo>
                  <a:lnTo>
                    <a:pt x="4189" y="552"/>
                  </a:lnTo>
                  <a:lnTo>
                    <a:pt x="4190" y="0"/>
                  </a:lnTo>
                  <a:lnTo>
                    <a:pt x="4190" y="165"/>
                  </a:lnTo>
                  <a:lnTo>
                    <a:pt x="4190" y="197"/>
                  </a:lnTo>
                  <a:lnTo>
                    <a:pt x="4190" y="552"/>
                  </a:lnTo>
                  <a:lnTo>
                    <a:pt x="4191" y="552"/>
                  </a:lnTo>
                  <a:lnTo>
                    <a:pt x="4191" y="552"/>
                  </a:lnTo>
                  <a:lnTo>
                    <a:pt x="4192" y="0"/>
                  </a:lnTo>
                  <a:lnTo>
                    <a:pt x="4192" y="552"/>
                  </a:lnTo>
                  <a:lnTo>
                    <a:pt x="4192" y="552"/>
                  </a:lnTo>
                  <a:lnTo>
                    <a:pt x="4193" y="552"/>
                  </a:lnTo>
                  <a:lnTo>
                    <a:pt x="4193" y="552"/>
                  </a:lnTo>
                  <a:lnTo>
                    <a:pt x="4195" y="487"/>
                  </a:lnTo>
                  <a:lnTo>
                    <a:pt x="4195" y="552"/>
                  </a:lnTo>
                  <a:lnTo>
                    <a:pt x="4195" y="552"/>
                  </a:lnTo>
                  <a:lnTo>
                    <a:pt x="4196" y="0"/>
                  </a:lnTo>
                  <a:lnTo>
                    <a:pt x="4196" y="0"/>
                  </a:lnTo>
                  <a:lnTo>
                    <a:pt x="4196" y="0"/>
                  </a:lnTo>
                  <a:lnTo>
                    <a:pt x="4196" y="552"/>
                  </a:lnTo>
                  <a:lnTo>
                    <a:pt x="4197" y="552"/>
                  </a:lnTo>
                  <a:lnTo>
                    <a:pt x="4197" y="552"/>
                  </a:lnTo>
                  <a:lnTo>
                    <a:pt x="4198" y="374"/>
                  </a:lnTo>
                  <a:lnTo>
                    <a:pt x="4198" y="524"/>
                  </a:lnTo>
                  <a:lnTo>
                    <a:pt x="4198" y="534"/>
                  </a:lnTo>
                  <a:lnTo>
                    <a:pt x="4199" y="552"/>
                  </a:lnTo>
                  <a:lnTo>
                    <a:pt x="4199" y="0"/>
                  </a:lnTo>
                  <a:lnTo>
                    <a:pt x="4199" y="0"/>
                  </a:lnTo>
                  <a:lnTo>
                    <a:pt x="4199" y="0"/>
                  </a:lnTo>
                  <a:lnTo>
                    <a:pt x="4200" y="552"/>
                  </a:lnTo>
                  <a:lnTo>
                    <a:pt x="4201" y="552"/>
                  </a:lnTo>
                  <a:lnTo>
                    <a:pt x="4201" y="552"/>
                  </a:lnTo>
                  <a:lnTo>
                    <a:pt x="4202" y="311"/>
                  </a:lnTo>
                  <a:lnTo>
                    <a:pt x="4202" y="312"/>
                  </a:lnTo>
                  <a:lnTo>
                    <a:pt x="4202" y="313"/>
                  </a:lnTo>
                  <a:lnTo>
                    <a:pt x="4202" y="317"/>
                  </a:lnTo>
                  <a:lnTo>
                    <a:pt x="4202" y="206"/>
                  </a:lnTo>
                  <a:lnTo>
                    <a:pt x="4203" y="311"/>
                  </a:lnTo>
                  <a:lnTo>
                    <a:pt x="4203" y="318"/>
                  </a:lnTo>
                  <a:lnTo>
                    <a:pt x="4204" y="550"/>
                  </a:lnTo>
                  <a:lnTo>
                    <a:pt x="4204" y="0"/>
                  </a:lnTo>
                  <a:lnTo>
                    <a:pt x="4204" y="0"/>
                  </a:lnTo>
                  <a:lnTo>
                    <a:pt x="4204" y="0"/>
                  </a:lnTo>
                  <a:lnTo>
                    <a:pt x="4205" y="552"/>
                  </a:lnTo>
                  <a:lnTo>
                    <a:pt x="4205" y="552"/>
                  </a:lnTo>
                  <a:lnTo>
                    <a:pt x="4205" y="552"/>
                  </a:lnTo>
                  <a:lnTo>
                    <a:pt x="4207" y="504"/>
                  </a:lnTo>
                  <a:lnTo>
                    <a:pt x="4207" y="494"/>
                  </a:lnTo>
                  <a:lnTo>
                    <a:pt x="4207" y="0"/>
                  </a:lnTo>
                  <a:lnTo>
                    <a:pt x="4208" y="378"/>
                  </a:lnTo>
                  <a:lnTo>
                    <a:pt x="4208" y="386"/>
                  </a:lnTo>
                  <a:lnTo>
                    <a:pt x="4208" y="552"/>
                  </a:lnTo>
                  <a:lnTo>
                    <a:pt x="4209" y="552"/>
                  </a:lnTo>
                  <a:lnTo>
                    <a:pt x="4209" y="552"/>
                  </a:lnTo>
                  <a:lnTo>
                    <a:pt x="4210" y="552"/>
                  </a:lnTo>
                  <a:lnTo>
                    <a:pt x="4210" y="552"/>
                  </a:lnTo>
                  <a:lnTo>
                    <a:pt x="4211" y="0"/>
                  </a:lnTo>
                  <a:lnTo>
                    <a:pt x="4211" y="0"/>
                  </a:lnTo>
                  <a:lnTo>
                    <a:pt x="4211" y="0"/>
                  </a:lnTo>
                  <a:lnTo>
                    <a:pt x="4212" y="552"/>
                  </a:lnTo>
                  <a:lnTo>
                    <a:pt x="4213" y="552"/>
                  </a:lnTo>
                  <a:lnTo>
                    <a:pt x="4213" y="552"/>
                  </a:lnTo>
                  <a:lnTo>
                    <a:pt x="4214" y="552"/>
                  </a:lnTo>
                  <a:lnTo>
                    <a:pt x="4214" y="552"/>
                  </a:lnTo>
                  <a:lnTo>
                    <a:pt x="4215" y="315"/>
                  </a:lnTo>
                  <a:lnTo>
                    <a:pt x="4215" y="552"/>
                  </a:lnTo>
                  <a:lnTo>
                    <a:pt x="4215" y="552"/>
                  </a:lnTo>
                  <a:lnTo>
                    <a:pt x="4216" y="0"/>
                  </a:lnTo>
                  <a:lnTo>
                    <a:pt x="4216" y="0"/>
                  </a:lnTo>
                  <a:lnTo>
                    <a:pt x="4216" y="0"/>
                  </a:lnTo>
                  <a:lnTo>
                    <a:pt x="4217" y="552"/>
                  </a:lnTo>
                  <a:lnTo>
                    <a:pt x="4218" y="552"/>
                  </a:lnTo>
                  <a:lnTo>
                    <a:pt x="4218" y="552"/>
                  </a:lnTo>
                  <a:lnTo>
                    <a:pt x="4219" y="374"/>
                  </a:lnTo>
                  <a:lnTo>
                    <a:pt x="4219" y="350"/>
                  </a:lnTo>
                  <a:lnTo>
                    <a:pt x="4219" y="0"/>
                  </a:lnTo>
                  <a:lnTo>
                    <a:pt x="4220" y="0"/>
                  </a:lnTo>
                  <a:lnTo>
                    <a:pt x="4220" y="0"/>
                  </a:lnTo>
                  <a:lnTo>
                    <a:pt x="4221" y="538"/>
                  </a:lnTo>
                  <a:lnTo>
                    <a:pt x="4221" y="543"/>
                  </a:lnTo>
                  <a:lnTo>
                    <a:pt x="4221" y="552"/>
                  </a:lnTo>
                  <a:lnTo>
                    <a:pt x="4222" y="552"/>
                  </a:lnTo>
                  <a:lnTo>
                    <a:pt x="4223" y="552"/>
                  </a:lnTo>
                  <a:lnTo>
                    <a:pt x="4224" y="552"/>
                  </a:lnTo>
                  <a:lnTo>
                    <a:pt x="4224" y="552"/>
                  </a:lnTo>
                  <a:lnTo>
                    <a:pt x="4225" y="0"/>
                  </a:lnTo>
                  <a:lnTo>
                    <a:pt x="4225" y="0"/>
                  </a:lnTo>
                  <a:lnTo>
                    <a:pt x="4225" y="0"/>
                  </a:lnTo>
                  <a:lnTo>
                    <a:pt x="4226" y="133"/>
                  </a:lnTo>
                  <a:lnTo>
                    <a:pt x="4226" y="142"/>
                  </a:lnTo>
                  <a:lnTo>
                    <a:pt x="4227" y="552"/>
                  </a:lnTo>
                  <a:lnTo>
                    <a:pt x="4227" y="552"/>
                  </a:lnTo>
                  <a:lnTo>
                    <a:pt x="4227" y="552"/>
                  </a:lnTo>
                  <a:lnTo>
                    <a:pt x="4228" y="552"/>
                  </a:lnTo>
                  <a:lnTo>
                    <a:pt x="4229" y="552"/>
                  </a:lnTo>
                  <a:lnTo>
                    <a:pt x="4230" y="526"/>
                  </a:lnTo>
                  <a:lnTo>
                    <a:pt x="4230" y="516"/>
                  </a:lnTo>
                  <a:lnTo>
                    <a:pt x="4230" y="0"/>
                  </a:lnTo>
                  <a:lnTo>
                    <a:pt x="4231" y="0"/>
                  </a:lnTo>
                  <a:lnTo>
                    <a:pt x="4231" y="0"/>
                  </a:lnTo>
                  <a:lnTo>
                    <a:pt x="4232" y="552"/>
                  </a:lnTo>
                  <a:lnTo>
                    <a:pt x="4232" y="552"/>
                  </a:lnTo>
                  <a:lnTo>
                    <a:pt x="4232" y="552"/>
                  </a:lnTo>
                  <a:lnTo>
                    <a:pt x="4233" y="552"/>
                  </a:lnTo>
                  <a:lnTo>
                    <a:pt x="4233" y="552"/>
                  </a:lnTo>
                  <a:lnTo>
                    <a:pt x="4234" y="68"/>
                  </a:lnTo>
                  <a:lnTo>
                    <a:pt x="4235" y="52"/>
                  </a:lnTo>
                  <a:lnTo>
                    <a:pt x="4235" y="0"/>
                  </a:lnTo>
                  <a:lnTo>
                    <a:pt x="4236" y="0"/>
                  </a:lnTo>
                  <a:lnTo>
                    <a:pt x="4236" y="0"/>
                  </a:lnTo>
                  <a:lnTo>
                    <a:pt x="4237" y="552"/>
                  </a:lnTo>
                  <a:lnTo>
                    <a:pt x="4237" y="552"/>
                  </a:lnTo>
                  <a:lnTo>
                    <a:pt x="4237" y="552"/>
                  </a:lnTo>
                  <a:lnTo>
                    <a:pt x="4238" y="552"/>
                  </a:lnTo>
                  <a:lnTo>
                    <a:pt x="4238" y="552"/>
                  </a:lnTo>
                  <a:lnTo>
                    <a:pt x="4239" y="552"/>
                  </a:lnTo>
                  <a:lnTo>
                    <a:pt x="4239" y="552"/>
                  </a:lnTo>
                  <a:lnTo>
                    <a:pt x="4240" y="0"/>
                  </a:lnTo>
                  <a:lnTo>
                    <a:pt x="4240" y="0"/>
                  </a:lnTo>
                  <a:lnTo>
                    <a:pt x="4240" y="0"/>
                  </a:lnTo>
                  <a:lnTo>
                    <a:pt x="4242" y="17"/>
                  </a:lnTo>
                  <a:lnTo>
                    <a:pt x="4242" y="23"/>
                  </a:lnTo>
                  <a:lnTo>
                    <a:pt x="4243" y="552"/>
                  </a:lnTo>
                  <a:lnTo>
                    <a:pt x="4243" y="552"/>
                  </a:lnTo>
                  <a:lnTo>
                    <a:pt x="4243" y="552"/>
                  </a:lnTo>
                  <a:lnTo>
                    <a:pt x="4244" y="552"/>
                  </a:lnTo>
                  <a:lnTo>
                    <a:pt x="4244" y="552"/>
                  </a:lnTo>
                  <a:lnTo>
                    <a:pt x="4245" y="552"/>
                  </a:lnTo>
                  <a:lnTo>
                    <a:pt x="4245" y="552"/>
                  </a:lnTo>
                  <a:lnTo>
                    <a:pt x="4246" y="0"/>
                  </a:lnTo>
                  <a:lnTo>
                    <a:pt x="4246" y="0"/>
                  </a:lnTo>
                  <a:lnTo>
                    <a:pt x="4246" y="0"/>
                  </a:lnTo>
                  <a:lnTo>
                    <a:pt x="4248" y="0"/>
                  </a:lnTo>
                  <a:lnTo>
                    <a:pt x="4248" y="0"/>
                  </a:lnTo>
                  <a:lnTo>
                    <a:pt x="4249" y="552"/>
                  </a:lnTo>
                  <a:lnTo>
                    <a:pt x="4249" y="552"/>
                  </a:lnTo>
                  <a:lnTo>
                    <a:pt x="4249" y="552"/>
                  </a:lnTo>
                  <a:lnTo>
                    <a:pt x="4250" y="552"/>
                  </a:lnTo>
                  <a:lnTo>
                    <a:pt x="4250" y="552"/>
                  </a:lnTo>
                  <a:lnTo>
                    <a:pt x="4251" y="552"/>
                  </a:lnTo>
                  <a:lnTo>
                    <a:pt x="4251" y="552"/>
                  </a:lnTo>
                  <a:lnTo>
                    <a:pt x="4252" y="0"/>
                  </a:lnTo>
                  <a:lnTo>
                    <a:pt x="4252" y="0"/>
                  </a:lnTo>
                  <a:lnTo>
                    <a:pt x="4252" y="0"/>
                  </a:lnTo>
                  <a:lnTo>
                    <a:pt x="4254" y="13"/>
                  </a:lnTo>
                  <a:lnTo>
                    <a:pt x="4254" y="19"/>
                  </a:lnTo>
                  <a:lnTo>
                    <a:pt x="4255" y="552"/>
                  </a:lnTo>
                  <a:lnTo>
                    <a:pt x="4255" y="552"/>
                  </a:lnTo>
                  <a:lnTo>
                    <a:pt x="4255" y="552"/>
                  </a:lnTo>
                  <a:lnTo>
                    <a:pt x="4256" y="552"/>
                  </a:lnTo>
                  <a:lnTo>
                    <a:pt x="4256" y="552"/>
                  </a:lnTo>
                  <a:lnTo>
                    <a:pt x="4257" y="386"/>
                  </a:lnTo>
                  <a:lnTo>
                    <a:pt x="4257" y="375"/>
                  </a:lnTo>
                  <a:lnTo>
                    <a:pt x="4258" y="0"/>
                  </a:lnTo>
                  <a:lnTo>
                    <a:pt x="4258" y="0"/>
                  </a:lnTo>
                  <a:lnTo>
                    <a:pt x="4258" y="0"/>
                  </a:lnTo>
                  <a:lnTo>
                    <a:pt x="4260" y="552"/>
                  </a:lnTo>
                  <a:lnTo>
                    <a:pt x="4260" y="552"/>
                  </a:lnTo>
                  <a:lnTo>
                    <a:pt x="4260" y="552"/>
                  </a:lnTo>
                  <a:lnTo>
                    <a:pt x="4261" y="552"/>
                  </a:lnTo>
                  <a:lnTo>
                    <a:pt x="4261" y="552"/>
                  </a:lnTo>
                  <a:lnTo>
                    <a:pt x="4262" y="517"/>
                  </a:lnTo>
                  <a:lnTo>
                    <a:pt x="4262" y="510"/>
                  </a:lnTo>
                  <a:lnTo>
                    <a:pt x="4263" y="0"/>
                  </a:lnTo>
                  <a:lnTo>
                    <a:pt x="4263" y="0"/>
                  </a:lnTo>
                  <a:lnTo>
                    <a:pt x="4263" y="0"/>
                  </a:lnTo>
                  <a:lnTo>
                    <a:pt x="4264" y="4"/>
                  </a:lnTo>
                  <a:lnTo>
                    <a:pt x="4264" y="8"/>
                  </a:lnTo>
                  <a:lnTo>
                    <a:pt x="4265" y="552"/>
                  </a:lnTo>
                  <a:lnTo>
                    <a:pt x="4266" y="552"/>
                  </a:lnTo>
                  <a:lnTo>
                    <a:pt x="4266" y="552"/>
                  </a:lnTo>
                  <a:lnTo>
                    <a:pt x="4267" y="552"/>
                  </a:lnTo>
                  <a:lnTo>
                    <a:pt x="4267" y="552"/>
                  </a:lnTo>
                  <a:lnTo>
                    <a:pt x="4268" y="552"/>
                  </a:lnTo>
                  <a:lnTo>
                    <a:pt x="4268" y="552"/>
                  </a:lnTo>
                  <a:lnTo>
                    <a:pt x="4269" y="0"/>
                  </a:lnTo>
                  <a:lnTo>
                    <a:pt x="4269" y="0"/>
                  </a:lnTo>
                  <a:lnTo>
                    <a:pt x="4269" y="0"/>
                  </a:lnTo>
                  <a:lnTo>
                    <a:pt x="4271" y="410"/>
                  </a:lnTo>
                  <a:lnTo>
                    <a:pt x="4271" y="418"/>
                  </a:lnTo>
                  <a:lnTo>
                    <a:pt x="4271" y="552"/>
                  </a:lnTo>
                  <a:lnTo>
                    <a:pt x="4272" y="552"/>
                  </a:lnTo>
                  <a:lnTo>
                    <a:pt x="4272" y="552"/>
                  </a:lnTo>
                  <a:lnTo>
                    <a:pt x="4273" y="552"/>
                  </a:lnTo>
                  <a:lnTo>
                    <a:pt x="4273" y="552"/>
                  </a:lnTo>
                  <a:lnTo>
                    <a:pt x="4274" y="0"/>
                  </a:lnTo>
                  <a:lnTo>
                    <a:pt x="4274" y="0"/>
                  </a:lnTo>
                  <a:lnTo>
                    <a:pt x="4274" y="0"/>
                  </a:lnTo>
                  <a:lnTo>
                    <a:pt x="4275" y="98"/>
                  </a:lnTo>
                  <a:lnTo>
                    <a:pt x="4275" y="8"/>
                  </a:lnTo>
                  <a:lnTo>
                    <a:pt x="4275" y="4"/>
                  </a:lnTo>
                  <a:lnTo>
                    <a:pt x="4276" y="0"/>
                  </a:lnTo>
                  <a:lnTo>
                    <a:pt x="4277" y="552"/>
                  </a:lnTo>
                  <a:lnTo>
                    <a:pt x="4277" y="552"/>
                  </a:lnTo>
                  <a:lnTo>
                    <a:pt x="4277" y="552"/>
                  </a:lnTo>
                  <a:lnTo>
                    <a:pt x="4277" y="0"/>
                  </a:lnTo>
                  <a:lnTo>
                    <a:pt x="4278" y="0"/>
                  </a:lnTo>
                  <a:lnTo>
                    <a:pt x="4278" y="0"/>
                  </a:lnTo>
                  <a:lnTo>
                    <a:pt x="4279" y="185"/>
                  </a:lnTo>
                  <a:lnTo>
                    <a:pt x="4279" y="190"/>
                  </a:lnTo>
                  <a:lnTo>
                    <a:pt x="4280" y="552"/>
                  </a:lnTo>
                  <a:lnTo>
                    <a:pt x="4280" y="552"/>
                  </a:lnTo>
                  <a:lnTo>
                    <a:pt x="4280" y="552"/>
                  </a:lnTo>
                  <a:lnTo>
                    <a:pt x="4281" y="552"/>
                  </a:lnTo>
                  <a:lnTo>
                    <a:pt x="4282" y="552"/>
                  </a:lnTo>
                  <a:lnTo>
                    <a:pt x="4283" y="552"/>
                  </a:lnTo>
                  <a:lnTo>
                    <a:pt x="4283" y="552"/>
                  </a:lnTo>
                  <a:lnTo>
                    <a:pt x="4283" y="0"/>
                  </a:lnTo>
                  <a:lnTo>
                    <a:pt x="4284" y="0"/>
                  </a:lnTo>
                  <a:lnTo>
                    <a:pt x="4284" y="0"/>
                  </a:lnTo>
                  <a:lnTo>
                    <a:pt x="4285" y="410"/>
                  </a:lnTo>
                  <a:lnTo>
                    <a:pt x="4285" y="410"/>
                  </a:lnTo>
                  <a:lnTo>
                    <a:pt x="4286" y="552"/>
                  </a:lnTo>
                  <a:lnTo>
                    <a:pt x="4286" y="281"/>
                  </a:lnTo>
                  <a:lnTo>
                    <a:pt x="4286" y="247"/>
                  </a:lnTo>
                  <a:lnTo>
                    <a:pt x="4286" y="0"/>
                  </a:lnTo>
                  <a:lnTo>
                    <a:pt x="4287" y="0"/>
                  </a:lnTo>
                  <a:lnTo>
                    <a:pt x="4288" y="0"/>
                  </a:lnTo>
                  <a:lnTo>
                    <a:pt x="4288" y="552"/>
                  </a:lnTo>
                  <a:lnTo>
                    <a:pt x="4289" y="552"/>
                  </a:lnTo>
                  <a:lnTo>
                    <a:pt x="4289" y="552"/>
                  </a:lnTo>
                  <a:lnTo>
                    <a:pt x="4290" y="140"/>
                  </a:lnTo>
                  <a:lnTo>
                    <a:pt x="4290" y="342"/>
                  </a:lnTo>
                  <a:lnTo>
                    <a:pt x="4290" y="366"/>
                  </a:lnTo>
                  <a:lnTo>
                    <a:pt x="4290" y="552"/>
                  </a:lnTo>
                  <a:lnTo>
                    <a:pt x="4291" y="552"/>
                  </a:lnTo>
                  <a:lnTo>
                    <a:pt x="4291" y="552"/>
                  </a:lnTo>
                  <a:lnTo>
                    <a:pt x="4292" y="552"/>
                  </a:lnTo>
                  <a:lnTo>
                    <a:pt x="4292" y="552"/>
                  </a:lnTo>
                  <a:lnTo>
                    <a:pt x="4293" y="191"/>
                  </a:lnTo>
                  <a:lnTo>
                    <a:pt x="4294" y="177"/>
                  </a:lnTo>
                  <a:lnTo>
                    <a:pt x="4294" y="0"/>
                  </a:lnTo>
                  <a:lnTo>
                    <a:pt x="4295" y="0"/>
                  </a:lnTo>
                  <a:lnTo>
                    <a:pt x="4295" y="0"/>
                  </a:lnTo>
                  <a:lnTo>
                    <a:pt x="4296" y="0"/>
                  </a:lnTo>
                  <a:lnTo>
                    <a:pt x="4296" y="0"/>
                  </a:lnTo>
                  <a:lnTo>
                    <a:pt x="4297" y="552"/>
                  </a:lnTo>
                  <a:lnTo>
                    <a:pt x="4297" y="552"/>
                  </a:lnTo>
                  <a:lnTo>
                    <a:pt x="4297" y="552"/>
                  </a:lnTo>
                  <a:lnTo>
                    <a:pt x="4298" y="552"/>
                  </a:lnTo>
                  <a:lnTo>
                    <a:pt x="4299" y="552"/>
                  </a:lnTo>
                  <a:lnTo>
                    <a:pt x="4299" y="76"/>
                  </a:lnTo>
                  <a:lnTo>
                    <a:pt x="4299" y="143"/>
                  </a:lnTo>
                  <a:lnTo>
                    <a:pt x="4299" y="145"/>
                  </a:lnTo>
                  <a:lnTo>
                    <a:pt x="4300" y="145"/>
                  </a:lnTo>
                  <a:lnTo>
                    <a:pt x="4300" y="0"/>
                  </a:lnTo>
                  <a:lnTo>
                    <a:pt x="4301" y="0"/>
                  </a:lnTo>
                  <a:lnTo>
                    <a:pt x="4301" y="0"/>
                  </a:lnTo>
                  <a:lnTo>
                    <a:pt x="4301" y="552"/>
                  </a:lnTo>
                  <a:lnTo>
                    <a:pt x="4302" y="552"/>
                  </a:lnTo>
                  <a:lnTo>
                    <a:pt x="4302" y="552"/>
                  </a:lnTo>
                  <a:lnTo>
                    <a:pt x="4303" y="268"/>
                  </a:lnTo>
                  <a:lnTo>
                    <a:pt x="4303" y="235"/>
                  </a:lnTo>
                  <a:lnTo>
                    <a:pt x="4303" y="0"/>
                  </a:lnTo>
                  <a:lnTo>
                    <a:pt x="4304" y="425"/>
                  </a:lnTo>
                  <a:lnTo>
                    <a:pt x="4304" y="101"/>
                  </a:lnTo>
                  <a:lnTo>
                    <a:pt x="4304" y="100"/>
                  </a:lnTo>
                  <a:lnTo>
                    <a:pt x="4305" y="552"/>
                  </a:lnTo>
                  <a:lnTo>
                    <a:pt x="4305" y="40"/>
                  </a:lnTo>
                  <a:lnTo>
                    <a:pt x="4305" y="119"/>
                  </a:lnTo>
                  <a:lnTo>
                    <a:pt x="4305" y="138"/>
                  </a:lnTo>
                  <a:lnTo>
                    <a:pt x="4306" y="552"/>
                  </a:lnTo>
                  <a:lnTo>
                    <a:pt x="4307" y="552"/>
                  </a:lnTo>
                  <a:lnTo>
                    <a:pt x="4307" y="552"/>
                  </a:lnTo>
                  <a:lnTo>
                    <a:pt x="4307" y="0"/>
                  </a:lnTo>
                  <a:lnTo>
                    <a:pt x="4308" y="0"/>
                  </a:lnTo>
                  <a:lnTo>
                    <a:pt x="4308" y="0"/>
                  </a:lnTo>
                  <a:lnTo>
                    <a:pt x="4309" y="255"/>
                  </a:lnTo>
                  <a:lnTo>
                    <a:pt x="4309" y="17"/>
                  </a:lnTo>
                  <a:lnTo>
                    <a:pt x="4309" y="11"/>
                  </a:lnTo>
                  <a:lnTo>
                    <a:pt x="4309" y="0"/>
                  </a:lnTo>
                  <a:lnTo>
                    <a:pt x="4310" y="552"/>
                  </a:lnTo>
                  <a:lnTo>
                    <a:pt x="4310" y="552"/>
                  </a:lnTo>
                  <a:lnTo>
                    <a:pt x="4310" y="552"/>
                  </a:lnTo>
                  <a:lnTo>
                    <a:pt x="4311" y="0"/>
                  </a:lnTo>
                  <a:lnTo>
                    <a:pt x="4311" y="0"/>
                  </a:lnTo>
                  <a:lnTo>
                    <a:pt x="4312" y="0"/>
                  </a:lnTo>
                  <a:lnTo>
                    <a:pt x="4313" y="102"/>
                  </a:lnTo>
                  <a:lnTo>
                    <a:pt x="4313" y="129"/>
                  </a:lnTo>
                  <a:lnTo>
                    <a:pt x="4313" y="552"/>
                  </a:lnTo>
                  <a:lnTo>
                    <a:pt x="4314" y="552"/>
                  </a:lnTo>
                  <a:lnTo>
                    <a:pt x="4314" y="552"/>
                  </a:lnTo>
                  <a:lnTo>
                    <a:pt x="4315" y="552"/>
                  </a:lnTo>
                  <a:lnTo>
                    <a:pt x="4315" y="552"/>
                  </a:lnTo>
                  <a:lnTo>
                    <a:pt x="4316" y="0"/>
                  </a:lnTo>
                  <a:lnTo>
                    <a:pt x="4316" y="0"/>
                  </a:lnTo>
                  <a:lnTo>
                    <a:pt x="4316" y="0"/>
                  </a:lnTo>
                  <a:lnTo>
                    <a:pt x="4317" y="289"/>
                  </a:lnTo>
                  <a:lnTo>
                    <a:pt x="4317" y="311"/>
                  </a:lnTo>
                  <a:lnTo>
                    <a:pt x="4318" y="552"/>
                  </a:lnTo>
                  <a:lnTo>
                    <a:pt x="4319" y="552"/>
                  </a:lnTo>
                  <a:lnTo>
                    <a:pt x="4319" y="552"/>
                  </a:lnTo>
                  <a:lnTo>
                    <a:pt x="4320" y="552"/>
                  </a:lnTo>
                  <a:lnTo>
                    <a:pt x="4320" y="552"/>
                  </a:lnTo>
                  <a:lnTo>
                    <a:pt x="4321" y="527"/>
                  </a:lnTo>
                  <a:lnTo>
                    <a:pt x="4321" y="517"/>
                  </a:lnTo>
                  <a:lnTo>
                    <a:pt x="4322" y="0"/>
                  </a:lnTo>
                  <a:lnTo>
                    <a:pt x="4322" y="552"/>
                  </a:lnTo>
                  <a:lnTo>
                    <a:pt x="4322" y="552"/>
                  </a:lnTo>
                  <a:lnTo>
                    <a:pt x="4322" y="552"/>
                  </a:lnTo>
                  <a:lnTo>
                    <a:pt x="4324" y="552"/>
                  </a:lnTo>
                  <a:lnTo>
                    <a:pt x="4324" y="552"/>
                  </a:lnTo>
                  <a:lnTo>
                    <a:pt x="4324" y="0"/>
                  </a:lnTo>
                  <a:lnTo>
                    <a:pt x="4325" y="0"/>
                  </a:lnTo>
                  <a:lnTo>
                    <a:pt x="4325" y="0"/>
                  </a:lnTo>
                  <a:lnTo>
                    <a:pt x="4326" y="519"/>
                  </a:lnTo>
                  <a:lnTo>
                    <a:pt x="4326" y="530"/>
                  </a:lnTo>
                  <a:lnTo>
                    <a:pt x="4326" y="552"/>
                  </a:lnTo>
                  <a:lnTo>
                    <a:pt x="4327" y="552"/>
                  </a:lnTo>
                  <a:lnTo>
                    <a:pt x="4327" y="552"/>
                  </a:lnTo>
                  <a:lnTo>
                    <a:pt x="4328" y="552"/>
                  </a:lnTo>
                  <a:lnTo>
                    <a:pt x="4328" y="552"/>
                  </a:lnTo>
                  <a:lnTo>
                    <a:pt x="4329" y="0"/>
                  </a:lnTo>
                  <a:lnTo>
                    <a:pt x="4330" y="0"/>
                  </a:lnTo>
                  <a:lnTo>
                    <a:pt x="4330" y="0"/>
                  </a:lnTo>
                  <a:lnTo>
                    <a:pt x="4331" y="552"/>
                  </a:lnTo>
                  <a:lnTo>
                    <a:pt x="4331" y="552"/>
                  </a:lnTo>
                  <a:lnTo>
                    <a:pt x="4331" y="552"/>
                  </a:lnTo>
                  <a:lnTo>
                    <a:pt x="4332" y="552"/>
                  </a:lnTo>
                  <a:lnTo>
                    <a:pt x="4332" y="552"/>
                  </a:lnTo>
                  <a:lnTo>
                    <a:pt x="4333" y="0"/>
                  </a:lnTo>
                  <a:lnTo>
                    <a:pt x="4333" y="0"/>
                  </a:lnTo>
                  <a:lnTo>
                    <a:pt x="4333" y="0"/>
                  </a:lnTo>
                  <a:lnTo>
                    <a:pt x="4334" y="552"/>
                  </a:lnTo>
                  <a:lnTo>
                    <a:pt x="4334" y="552"/>
                  </a:lnTo>
                  <a:lnTo>
                    <a:pt x="4334" y="552"/>
                  </a:lnTo>
                  <a:lnTo>
                    <a:pt x="4336" y="552"/>
                  </a:lnTo>
                  <a:lnTo>
                    <a:pt x="4336" y="552"/>
                  </a:lnTo>
                  <a:lnTo>
                    <a:pt x="4337" y="0"/>
                  </a:lnTo>
                  <a:lnTo>
                    <a:pt x="4337" y="0"/>
                  </a:lnTo>
                  <a:lnTo>
                    <a:pt x="4337" y="0"/>
                  </a:lnTo>
                  <a:lnTo>
                    <a:pt x="4338" y="552"/>
                  </a:lnTo>
                  <a:lnTo>
                    <a:pt x="4338" y="552"/>
                  </a:lnTo>
                  <a:lnTo>
                    <a:pt x="4338" y="552"/>
                  </a:lnTo>
                  <a:lnTo>
                    <a:pt x="4339" y="552"/>
                  </a:lnTo>
                  <a:lnTo>
                    <a:pt x="4339" y="552"/>
                  </a:lnTo>
                  <a:lnTo>
                    <a:pt x="4340" y="114"/>
                  </a:lnTo>
                  <a:lnTo>
                    <a:pt x="4340" y="85"/>
                  </a:lnTo>
                  <a:lnTo>
                    <a:pt x="4341" y="0"/>
                  </a:lnTo>
                  <a:lnTo>
                    <a:pt x="4342" y="57"/>
                  </a:lnTo>
                  <a:lnTo>
                    <a:pt x="4342" y="55"/>
                  </a:lnTo>
                  <a:lnTo>
                    <a:pt x="4342" y="52"/>
                  </a:lnTo>
                  <a:lnTo>
                    <a:pt x="4343" y="552"/>
                  </a:lnTo>
                  <a:lnTo>
                    <a:pt x="4343" y="552"/>
                  </a:lnTo>
                  <a:lnTo>
                    <a:pt x="4343" y="552"/>
                  </a:lnTo>
                  <a:lnTo>
                    <a:pt x="4344" y="552"/>
                  </a:lnTo>
                  <a:lnTo>
                    <a:pt x="4344" y="552"/>
                  </a:lnTo>
                  <a:lnTo>
                    <a:pt x="4345" y="0"/>
                  </a:lnTo>
                  <a:lnTo>
                    <a:pt x="4345" y="39"/>
                  </a:lnTo>
                  <a:lnTo>
                    <a:pt x="4345" y="56"/>
                  </a:lnTo>
                  <a:lnTo>
                    <a:pt x="4345" y="552"/>
                  </a:lnTo>
                  <a:lnTo>
                    <a:pt x="4346" y="552"/>
                  </a:lnTo>
                  <a:lnTo>
                    <a:pt x="4347" y="552"/>
                  </a:lnTo>
                  <a:lnTo>
                    <a:pt x="4348" y="552"/>
                  </a:lnTo>
                  <a:lnTo>
                    <a:pt x="4348" y="552"/>
                  </a:lnTo>
                  <a:lnTo>
                    <a:pt x="4349" y="0"/>
                  </a:lnTo>
                  <a:lnTo>
                    <a:pt x="4349" y="0"/>
                  </a:lnTo>
                  <a:lnTo>
                    <a:pt x="4349" y="0"/>
                  </a:lnTo>
                  <a:lnTo>
                    <a:pt x="4350" y="552"/>
                  </a:lnTo>
                  <a:lnTo>
                    <a:pt x="4350" y="552"/>
                  </a:lnTo>
                  <a:lnTo>
                    <a:pt x="4350" y="552"/>
                  </a:lnTo>
                  <a:lnTo>
                    <a:pt x="4351" y="552"/>
                  </a:lnTo>
                  <a:lnTo>
                    <a:pt x="4352" y="552"/>
                  </a:lnTo>
                  <a:lnTo>
                    <a:pt x="4352" y="0"/>
                  </a:lnTo>
                  <a:lnTo>
                    <a:pt x="4352" y="0"/>
                  </a:lnTo>
                  <a:lnTo>
                    <a:pt x="4353" y="0"/>
                  </a:lnTo>
                  <a:lnTo>
                    <a:pt x="4354" y="423"/>
                  </a:lnTo>
                  <a:lnTo>
                    <a:pt x="4354" y="451"/>
                  </a:lnTo>
                  <a:lnTo>
                    <a:pt x="4354" y="552"/>
                  </a:lnTo>
                  <a:lnTo>
                    <a:pt x="4355" y="552"/>
                  </a:lnTo>
                  <a:lnTo>
                    <a:pt x="4355" y="552"/>
                  </a:lnTo>
                  <a:lnTo>
                    <a:pt x="4356" y="0"/>
                  </a:lnTo>
                  <a:lnTo>
                    <a:pt x="4356" y="0"/>
                  </a:lnTo>
                  <a:lnTo>
                    <a:pt x="4356" y="0"/>
                  </a:lnTo>
                  <a:lnTo>
                    <a:pt x="4357" y="490"/>
                  </a:lnTo>
                  <a:lnTo>
                    <a:pt x="4358" y="508"/>
                  </a:lnTo>
                  <a:lnTo>
                    <a:pt x="4358" y="552"/>
                  </a:lnTo>
                  <a:lnTo>
                    <a:pt x="4358" y="552"/>
                  </a:lnTo>
                  <a:lnTo>
                    <a:pt x="4359" y="552"/>
                  </a:lnTo>
                  <a:lnTo>
                    <a:pt x="4360" y="231"/>
                  </a:lnTo>
                  <a:lnTo>
                    <a:pt x="4360" y="215"/>
                  </a:lnTo>
                  <a:lnTo>
                    <a:pt x="4360" y="0"/>
                  </a:lnTo>
                  <a:lnTo>
                    <a:pt x="4361" y="7"/>
                  </a:lnTo>
                  <a:lnTo>
                    <a:pt x="4361" y="13"/>
                  </a:lnTo>
                  <a:lnTo>
                    <a:pt x="4361" y="552"/>
                  </a:lnTo>
                  <a:lnTo>
                    <a:pt x="4362" y="552"/>
                  </a:lnTo>
                  <a:lnTo>
                    <a:pt x="4362" y="552"/>
                  </a:lnTo>
                  <a:lnTo>
                    <a:pt x="4363" y="76"/>
                  </a:lnTo>
                  <a:lnTo>
                    <a:pt x="4363" y="56"/>
                  </a:lnTo>
                  <a:lnTo>
                    <a:pt x="4364" y="0"/>
                  </a:lnTo>
                  <a:lnTo>
                    <a:pt x="4364" y="0"/>
                  </a:lnTo>
                  <a:lnTo>
                    <a:pt x="4364" y="0"/>
                  </a:lnTo>
                  <a:lnTo>
                    <a:pt x="4365" y="552"/>
                  </a:lnTo>
                  <a:lnTo>
                    <a:pt x="4366" y="552"/>
                  </a:lnTo>
                  <a:lnTo>
                    <a:pt x="4366" y="552"/>
                  </a:lnTo>
                  <a:lnTo>
                    <a:pt x="4367" y="552"/>
                  </a:lnTo>
                  <a:lnTo>
                    <a:pt x="4367" y="552"/>
                  </a:lnTo>
                  <a:lnTo>
                    <a:pt x="4368" y="545"/>
                  </a:lnTo>
                  <a:lnTo>
                    <a:pt x="4368" y="543"/>
                  </a:lnTo>
                  <a:lnTo>
                    <a:pt x="4369" y="154"/>
                  </a:lnTo>
                  <a:lnTo>
                    <a:pt x="4369" y="142"/>
                  </a:lnTo>
                  <a:lnTo>
                    <a:pt x="4370" y="0"/>
                  </a:lnTo>
                  <a:lnTo>
                    <a:pt x="4370" y="8"/>
                  </a:lnTo>
                  <a:lnTo>
                    <a:pt x="4370" y="13"/>
                  </a:lnTo>
                  <a:lnTo>
                    <a:pt x="4371" y="271"/>
                  </a:lnTo>
                  <a:lnTo>
                    <a:pt x="4372" y="233"/>
                  </a:lnTo>
                  <a:lnTo>
                    <a:pt x="4372" y="233"/>
                  </a:lnTo>
                  <a:lnTo>
                    <a:pt x="4373" y="552"/>
                  </a:lnTo>
                  <a:lnTo>
                    <a:pt x="4373" y="102"/>
                  </a:lnTo>
                  <a:lnTo>
                    <a:pt x="4373" y="76"/>
                  </a:lnTo>
                  <a:lnTo>
                    <a:pt x="4373" y="0"/>
                  </a:lnTo>
                  <a:lnTo>
                    <a:pt x="4374" y="0"/>
                  </a:lnTo>
                  <a:lnTo>
                    <a:pt x="4374" y="0"/>
                  </a:lnTo>
                  <a:lnTo>
                    <a:pt x="4375" y="493"/>
                  </a:lnTo>
                  <a:lnTo>
                    <a:pt x="4375" y="505"/>
                  </a:lnTo>
                  <a:lnTo>
                    <a:pt x="4376" y="552"/>
                  </a:lnTo>
                  <a:lnTo>
                    <a:pt x="4377" y="552"/>
                  </a:lnTo>
                  <a:lnTo>
                    <a:pt x="4377" y="552"/>
                  </a:lnTo>
                  <a:lnTo>
                    <a:pt x="4377" y="551"/>
                  </a:lnTo>
                  <a:lnTo>
                    <a:pt x="4378" y="552"/>
                  </a:lnTo>
                  <a:lnTo>
                    <a:pt x="4378" y="552"/>
                  </a:lnTo>
                  <a:lnTo>
                    <a:pt x="4379" y="0"/>
                  </a:lnTo>
                  <a:lnTo>
                    <a:pt x="4379" y="0"/>
                  </a:lnTo>
                  <a:lnTo>
                    <a:pt x="4379" y="0"/>
                  </a:lnTo>
                  <a:lnTo>
                    <a:pt x="4380" y="453"/>
                  </a:lnTo>
                  <a:lnTo>
                    <a:pt x="4380" y="454"/>
                  </a:lnTo>
                  <a:lnTo>
                    <a:pt x="4381" y="552"/>
                  </a:lnTo>
                  <a:lnTo>
                    <a:pt x="4381" y="552"/>
                  </a:lnTo>
                  <a:lnTo>
                    <a:pt x="4381" y="552"/>
                  </a:lnTo>
                  <a:lnTo>
                    <a:pt x="4382" y="543"/>
                  </a:lnTo>
                  <a:lnTo>
                    <a:pt x="4383" y="546"/>
                  </a:lnTo>
                  <a:lnTo>
                    <a:pt x="4383" y="546"/>
                  </a:lnTo>
                  <a:lnTo>
                    <a:pt x="4383" y="552"/>
                  </a:lnTo>
                  <a:lnTo>
                    <a:pt x="4384" y="500"/>
                  </a:lnTo>
                  <a:lnTo>
                    <a:pt x="4384" y="499"/>
                  </a:lnTo>
                  <a:lnTo>
                    <a:pt x="4385" y="261"/>
                  </a:lnTo>
                  <a:lnTo>
                    <a:pt x="4385" y="261"/>
                  </a:lnTo>
                  <a:lnTo>
                    <a:pt x="4385" y="260"/>
                  </a:lnTo>
                  <a:lnTo>
                    <a:pt x="4386" y="318"/>
                  </a:lnTo>
                  <a:lnTo>
                    <a:pt x="4386" y="295"/>
                  </a:lnTo>
                  <a:lnTo>
                    <a:pt x="4386" y="297"/>
                  </a:lnTo>
                  <a:lnTo>
                    <a:pt x="4387" y="416"/>
                  </a:lnTo>
                  <a:lnTo>
                    <a:pt x="4387" y="408"/>
                  </a:lnTo>
                  <a:lnTo>
                    <a:pt x="4387" y="411"/>
                  </a:lnTo>
                  <a:lnTo>
                    <a:pt x="4389" y="513"/>
                  </a:lnTo>
                  <a:lnTo>
                    <a:pt x="4389" y="484"/>
                  </a:lnTo>
                  <a:lnTo>
                    <a:pt x="4389" y="483"/>
                  </a:lnTo>
                  <a:lnTo>
                    <a:pt x="4389" y="543"/>
                  </a:lnTo>
                  <a:lnTo>
                    <a:pt x="4390" y="89"/>
                  </a:lnTo>
                  <a:lnTo>
                    <a:pt x="4390" y="80"/>
                  </a:lnTo>
                  <a:lnTo>
                    <a:pt x="4390" y="0"/>
                  </a:lnTo>
                  <a:lnTo>
                    <a:pt x="4391" y="168"/>
                  </a:lnTo>
                  <a:lnTo>
                    <a:pt x="4391" y="179"/>
                  </a:lnTo>
                  <a:lnTo>
                    <a:pt x="4392" y="469"/>
                  </a:lnTo>
                  <a:lnTo>
                    <a:pt x="4392" y="473"/>
                  </a:lnTo>
                  <a:lnTo>
                    <a:pt x="4392" y="503"/>
                  </a:lnTo>
                  <a:lnTo>
                    <a:pt x="4393" y="264"/>
                  </a:lnTo>
                  <a:lnTo>
                    <a:pt x="4393" y="251"/>
                  </a:lnTo>
                  <a:lnTo>
                    <a:pt x="4394" y="0"/>
                  </a:lnTo>
                  <a:lnTo>
                    <a:pt x="4395" y="0"/>
                  </a:lnTo>
                  <a:lnTo>
                    <a:pt x="4395" y="0"/>
                  </a:lnTo>
                  <a:lnTo>
                    <a:pt x="4395" y="552"/>
                  </a:lnTo>
                  <a:lnTo>
                    <a:pt x="4396" y="552"/>
                  </a:lnTo>
                  <a:lnTo>
                    <a:pt x="4396" y="552"/>
                  </a:lnTo>
                  <a:lnTo>
                    <a:pt x="4397" y="552"/>
                  </a:lnTo>
                  <a:lnTo>
                    <a:pt x="4397" y="552"/>
                  </a:lnTo>
                  <a:lnTo>
                    <a:pt x="4398" y="552"/>
                  </a:lnTo>
                  <a:lnTo>
                    <a:pt x="4398" y="552"/>
                  </a:lnTo>
                  <a:lnTo>
                    <a:pt x="4399" y="514"/>
                  </a:lnTo>
                  <a:lnTo>
                    <a:pt x="4399" y="549"/>
                  </a:lnTo>
                  <a:lnTo>
                    <a:pt x="4399" y="551"/>
                  </a:lnTo>
                  <a:lnTo>
                    <a:pt x="4400" y="552"/>
                  </a:lnTo>
                  <a:lnTo>
                    <a:pt x="4400" y="0"/>
                  </a:lnTo>
                  <a:lnTo>
                    <a:pt x="4401" y="0"/>
                  </a:lnTo>
                  <a:lnTo>
                    <a:pt x="4401" y="0"/>
                  </a:lnTo>
                  <a:lnTo>
                    <a:pt x="4402" y="552"/>
                  </a:lnTo>
                  <a:lnTo>
                    <a:pt x="4402" y="552"/>
                  </a:lnTo>
                  <a:lnTo>
                    <a:pt x="4402" y="552"/>
                  </a:lnTo>
                  <a:lnTo>
                    <a:pt x="4403" y="552"/>
                  </a:lnTo>
                  <a:lnTo>
                    <a:pt x="4403" y="552"/>
                  </a:lnTo>
                  <a:lnTo>
                    <a:pt x="4404" y="552"/>
                  </a:lnTo>
                  <a:lnTo>
                    <a:pt x="4405" y="552"/>
                  </a:lnTo>
                  <a:lnTo>
                    <a:pt x="4405" y="0"/>
                  </a:lnTo>
                  <a:lnTo>
                    <a:pt x="4405" y="0"/>
                  </a:lnTo>
                  <a:lnTo>
                    <a:pt x="4406" y="0"/>
                  </a:lnTo>
                  <a:lnTo>
                    <a:pt x="4407" y="0"/>
                  </a:lnTo>
                  <a:lnTo>
                    <a:pt x="4407" y="0"/>
                  </a:lnTo>
                  <a:lnTo>
                    <a:pt x="4408" y="552"/>
                  </a:lnTo>
                  <a:lnTo>
                    <a:pt x="4408" y="552"/>
                  </a:lnTo>
                  <a:lnTo>
                    <a:pt x="4408" y="552"/>
                  </a:lnTo>
                  <a:lnTo>
                    <a:pt x="4409" y="552"/>
                  </a:lnTo>
                  <a:lnTo>
                    <a:pt x="4409" y="552"/>
                  </a:lnTo>
                  <a:lnTo>
                    <a:pt x="4410" y="552"/>
                  </a:lnTo>
                  <a:lnTo>
                    <a:pt x="4411" y="552"/>
                  </a:lnTo>
                  <a:lnTo>
                    <a:pt x="4411" y="0"/>
                  </a:lnTo>
                  <a:lnTo>
                    <a:pt x="4411" y="0"/>
                  </a:lnTo>
                  <a:lnTo>
                    <a:pt x="4412" y="0"/>
                  </a:lnTo>
                  <a:lnTo>
                    <a:pt x="4413" y="249"/>
                  </a:lnTo>
                  <a:lnTo>
                    <a:pt x="4413" y="258"/>
                  </a:lnTo>
                  <a:lnTo>
                    <a:pt x="4413" y="552"/>
                  </a:lnTo>
                  <a:lnTo>
                    <a:pt x="4414" y="552"/>
                  </a:lnTo>
                  <a:lnTo>
                    <a:pt x="4414" y="552"/>
                  </a:lnTo>
                  <a:lnTo>
                    <a:pt x="4415" y="474"/>
                  </a:lnTo>
                  <a:lnTo>
                    <a:pt x="4415" y="460"/>
                  </a:lnTo>
                  <a:lnTo>
                    <a:pt x="4416" y="0"/>
                  </a:lnTo>
                  <a:lnTo>
                    <a:pt x="4416" y="0"/>
                  </a:lnTo>
                  <a:lnTo>
                    <a:pt x="4417" y="0"/>
                  </a:lnTo>
                  <a:lnTo>
                    <a:pt x="4417" y="272"/>
                  </a:lnTo>
                  <a:lnTo>
                    <a:pt x="4418" y="280"/>
                  </a:lnTo>
                  <a:lnTo>
                    <a:pt x="4418" y="552"/>
                  </a:lnTo>
                  <a:lnTo>
                    <a:pt x="4419" y="552"/>
                  </a:lnTo>
                  <a:lnTo>
                    <a:pt x="4419" y="552"/>
                  </a:lnTo>
                  <a:lnTo>
                    <a:pt x="4420" y="546"/>
                  </a:lnTo>
                  <a:lnTo>
                    <a:pt x="4420" y="541"/>
                  </a:lnTo>
                  <a:lnTo>
                    <a:pt x="4420" y="0"/>
                  </a:lnTo>
                  <a:lnTo>
                    <a:pt x="4421" y="0"/>
                  </a:lnTo>
                  <a:lnTo>
                    <a:pt x="4421" y="0"/>
                  </a:lnTo>
                  <a:lnTo>
                    <a:pt x="4422" y="106"/>
                  </a:lnTo>
                  <a:lnTo>
                    <a:pt x="4423" y="121"/>
                  </a:lnTo>
                  <a:lnTo>
                    <a:pt x="4423" y="552"/>
                  </a:lnTo>
                  <a:lnTo>
                    <a:pt x="4423" y="552"/>
                  </a:lnTo>
                  <a:lnTo>
                    <a:pt x="4423" y="552"/>
                  </a:lnTo>
                  <a:lnTo>
                    <a:pt x="4425" y="552"/>
                  </a:lnTo>
                  <a:lnTo>
                    <a:pt x="4425" y="552"/>
                  </a:lnTo>
                  <a:lnTo>
                    <a:pt x="4426" y="0"/>
                  </a:lnTo>
                  <a:lnTo>
                    <a:pt x="4426" y="0"/>
                  </a:lnTo>
                  <a:lnTo>
                    <a:pt x="4426" y="0"/>
                  </a:lnTo>
                  <a:lnTo>
                    <a:pt x="4427" y="0"/>
                  </a:lnTo>
                  <a:lnTo>
                    <a:pt x="4427" y="1"/>
                  </a:lnTo>
                  <a:lnTo>
                    <a:pt x="4428" y="552"/>
                  </a:lnTo>
                  <a:lnTo>
                    <a:pt x="4428" y="552"/>
                  </a:lnTo>
                  <a:lnTo>
                    <a:pt x="4428" y="552"/>
                  </a:lnTo>
                  <a:lnTo>
                    <a:pt x="4430" y="552"/>
                  </a:lnTo>
                  <a:lnTo>
                    <a:pt x="4430" y="552"/>
                  </a:lnTo>
                  <a:lnTo>
                    <a:pt x="4430" y="0"/>
                  </a:lnTo>
                  <a:lnTo>
                    <a:pt x="4431" y="0"/>
                  </a:lnTo>
                  <a:lnTo>
                    <a:pt x="4431" y="0"/>
                  </a:lnTo>
                  <a:lnTo>
                    <a:pt x="4432" y="0"/>
                  </a:lnTo>
                  <a:lnTo>
                    <a:pt x="4432" y="2"/>
                  </a:lnTo>
                  <a:lnTo>
                    <a:pt x="4433" y="552"/>
                  </a:lnTo>
                  <a:lnTo>
                    <a:pt x="4433" y="552"/>
                  </a:lnTo>
                  <a:lnTo>
                    <a:pt x="4433" y="552"/>
                  </a:lnTo>
                  <a:lnTo>
                    <a:pt x="4434" y="552"/>
                  </a:lnTo>
                  <a:lnTo>
                    <a:pt x="4434" y="552"/>
                  </a:lnTo>
                  <a:lnTo>
                    <a:pt x="4436" y="0"/>
                  </a:lnTo>
                  <a:lnTo>
                    <a:pt x="4436" y="0"/>
                  </a:lnTo>
                  <a:lnTo>
                    <a:pt x="4436" y="0"/>
                  </a:lnTo>
                  <a:lnTo>
                    <a:pt x="4437" y="152"/>
                  </a:lnTo>
                  <a:lnTo>
                    <a:pt x="4437" y="173"/>
                  </a:lnTo>
                  <a:lnTo>
                    <a:pt x="4437" y="552"/>
                  </a:lnTo>
                  <a:lnTo>
                    <a:pt x="4438" y="552"/>
                  </a:lnTo>
                  <a:lnTo>
                    <a:pt x="4438" y="552"/>
                  </a:lnTo>
                  <a:lnTo>
                    <a:pt x="4439" y="552"/>
                  </a:lnTo>
                  <a:lnTo>
                    <a:pt x="4439" y="552"/>
                  </a:lnTo>
                  <a:lnTo>
                    <a:pt x="4440" y="228"/>
                  </a:lnTo>
                  <a:lnTo>
                    <a:pt x="4440" y="213"/>
                  </a:lnTo>
                  <a:lnTo>
                    <a:pt x="4441" y="0"/>
                  </a:lnTo>
                  <a:lnTo>
                    <a:pt x="4442" y="402"/>
                  </a:lnTo>
                  <a:lnTo>
                    <a:pt x="4442" y="421"/>
                  </a:lnTo>
                  <a:lnTo>
                    <a:pt x="4442" y="552"/>
                  </a:lnTo>
                  <a:lnTo>
                    <a:pt x="4443" y="552"/>
                  </a:lnTo>
                  <a:lnTo>
                    <a:pt x="4443" y="552"/>
                  </a:lnTo>
                  <a:lnTo>
                    <a:pt x="4444" y="476"/>
                  </a:lnTo>
                  <a:lnTo>
                    <a:pt x="4444" y="475"/>
                  </a:lnTo>
                  <a:lnTo>
                    <a:pt x="4445" y="0"/>
                  </a:lnTo>
                  <a:lnTo>
                    <a:pt x="4445" y="0"/>
                  </a:lnTo>
                  <a:lnTo>
                    <a:pt x="4445" y="0"/>
                  </a:lnTo>
                  <a:lnTo>
                    <a:pt x="4446" y="552"/>
                  </a:lnTo>
                  <a:lnTo>
                    <a:pt x="4446" y="552"/>
                  </a:lnTo>
                  <a:lnTo>
                    <a:pt x="4446" y="552"/>
                  </a:lnTo>
                  <a:lnTo>
                    <a:pt x="4448" y="552"/>
                  </a:lnTo>
                  <a:lnTo>
                    <a:pt x="4448" y="552"/>
                  </a:lnTo>
                  <a:lnTo>
                    <a:pt x="4448" y="263"/>
                  </a:lnTo>
                  <a:lnTo>
                    <a:pt x="4449" y="552"/>
                  </a:lnTo>
                  <a:lnTo>
                    <a:pt x="4449" y="552"/>
                  </a:lnTo>
                  <a:lnTo>
                    <a:pt x="4450" y="541"/>
                  </a:lnTo>
                  <a:lnTo>
                    <a:pt x="4450" y="550"/>
                  </a:lnTo>
                  <a:lnTo>
                    <a:pt x="4450" y="551"/>
                  </a:lnTo>
                  <a:lnTo>
                    <a:pt x="4450" y="552"/>
                  </a:lnTo>
                  <a:lnTo>
                    <a:pt x="4451" y="552"/>
                  </a:lnTo>
                  <a:lnTo>
                    <a:pt x="4451" y="552"/>
                  </a:lnTo>
                  <a:lnTo>
                    <a:pt x="4452" y="0"/>
                  </a:lnTo>
                  <a:lnTo>
                    <a:pt x="4452" y="0"/>
                  </a:lnTo>
                  <a:lnTo>
                    <a:pt x="4452" y="0"/>
                  </a:lnTo>
                  <a:lnTo>
                    <a:pt x="4454" y="552"/>
                  </a:lnTo>
                  <a:lnTo>
                    <a:pt x="4454" y="552"/>
                  </a:lnTo>
                  <a:lnTo>
                    <a:pt x="4454" y="552"/>
                  </a:lnTo>
                  <a:lnTo>
                    <a:pt x="4455" y="552"/>
                  </a:lnTo>
                  <a:lnTo>
                    <a:pt x="4455" y="552"/>
                  </a:lnTo>
                  <a:lnTo>
                    <a:pt x="4456" y="552"/>
                  </a:lnTo>
                  <a:lnTo>
                    <a:pt x="4456" y="552"/>
                  </a:lnTo>
                  <a:lnTo>
                    <a:pt x="4457" y="0"/>
                  </a:lnTo>
                  <a:lnTo>
                    <a:pt x="4457" y="7"/>
                  </a:lnTo>
                  <a:lnTo>
                    <a:pt x="4457" y="12"/>
                  </a:lnTo>
                  <a:lnTo>
                    <a:pt x="4458" y="0"/>
                  </a:lnTo>
                  <a:lnTo>
                    <a:pt x="4458" y="473"/>
                  </a:lnTo>
                  <a:lnTo>
                    <a:pt x="4458" y="462"/>
                  </a:lnTo>
                  <a:lnTo>
                    <a:pt x="4458" y="459"/>
                  </a:lnTo>
                  <a:lnTo>
                    <a:pt x="4459" y="552"/>
                  </a:lnTo>
                  <a:lnTo>
                    <a:pt x="4460" y="136"/>
                  </a:lnTo>
                  <a:lnTo>
                    <a:pt x="4460" y="109"/>
                  </a:lnTo>
                  <a:lnTo>
                    <a:pt x="4460" y="0"/>
                  </a:lnTo>
                  <a:lnTo>
                    <a:pt x="4461" y="0"/>
                  </a:lnTo>
                  <a:lnTo>
                    <a:pt x="4461" y="0"/>
                  </a:lnTo>
                  <a:lnTo>
                    <a:pt x="4462" y="552"/>
                  </a:lnTo>
                  <a:lnTo>
                    <a:pt x="4462" y="552"/>
                  </a:lnTo>
                  <a:lnTo>
                    <a:pt x="4462" y="552"/>
                  </a:lnTo>
                  <a:lnTo>
                    <a:pt x="4463" y="552"/>
                  </a:lnTo>
                  <a:lnTo>
                    <a:pt x="4463" y="552"/>
                  </a:lnTo>
                  <a:lnTo>
                    <a:pt x="4464" y="327"/>
                  </a:lnTo>
                  <a:lnTo>
                    <a:pt x="4464" y="322"/>
                  </a:lnTo>
                  <a:lnTo>
                    <a:pt x="4465" y="0"/>
                  </a:lnTo>
                  <a:lnTo>
                    <a:pt x="4466" y="0"/>
                  </a:lnTo>
                  <a:lnTo>
                    <a:pt x="4466" y="0"/>
                  </a:lnTo>
                  <a:lnTo>
                    <a:pt x="4467" y="552"/>
                  </a:lnTo>
                  <a:lnTo>
                    <a:pt x="4467" y="552"/>
                  </a:lnTo>
                  <a:lnTo>
                    <a:pt x="4467" y="552"/>
                  </a:lnTo>
                  <a:lnTo>
                    <a:pt x="4468" y="552"/>
                  </a:lnTo>
                  <a:lnTo>
                    <a:pt x="4468" y="552"/>
                  </a:lnTo>
                  <a:lnTo>
                    <a:pt x="4469" y="552"/>
                  </a:lnTo>
                  <a:lnTo>
                    <a:pt x="4470" y="552"/>
                  </a:lnTo>
                  <a:lnTo>
                    <a:pt x="4470" y="0"/>
                  </a:lnTo>
                  <a:lnTo>
                    <a:pt x="4470" y="0"/>
                  </a:lnTo>
                  <a:lnTo>
                    <a:pt x="4471" y="0"/>
                  </a:lnTo>
                  <a:lnTo>
                    <a:pt x="4471" y="552"/>
                  </a:lnTo>
                  <a:lnTo>
                    <a:pt x="4472" y="552"/>
                  </a:lnTo>
                  <a:lnTo>
                    <a:pt x="4472" y="552"/>
                  </a:lnTo>
                  <a:lnTo>
                    <a:pt x="4473" y="552"/>
                  </a:lnTo>
                  <a:lnTo>
                    <a:pt x="4473" y="552"/>
                  </a:lnTo>
                  <a:lnTo>
                    <a:pt x="4474" y="552"/>
                  </a:lnTo>
                  <a:lnTo>
                    <a:pt x="4474" y="552"/>
                  </a:lnTo>
                  <a:lnTo>
                    <a:pt x="4475" y="0"/>
                  </a:lnTo>
                  <a:lnTo>
                    <a:pt x="4475" y="0"/>
                  </a:lnTo>
                  <a:lnTo>
                    <a:pt x="4476" y="0"/>
                  </a:lnTo>
                  <a:lnTo>
                    <a:pt x="4476" y="539"/>
                  </a:lnTo>
                  <a:lnTo>
                    <a:pt x="4477" y="544"/>
                  </a:lnTo>
                  <a:lnTo>
                    <a:pt x="4477" y="552"/>
                  </a:lnTo>
                  <a:lnTo>
                    <a:pt x="4478" y="552"/>
                  </a:lnTo>
                  <a:lnTo>
                    <a:pt x="4478" y="552"/>
                  </a:lnTo>
                  <a:lnTo>
                    <a:pt x="4479" y="552"/>
                  </a:lnTo>
                  <a:lnTo>
                    <a:pt x="4479" y="552"/>
                  </a:lnTo>
                  <a:lnTo>
                    <a:pt x="4480" y="0"/>
                  </a:lnTo>
                  <a:lnTo>
                    <a:pt x="4480" y="0"/>
                  </a:lnTo>
                  <a:lnTo>
                    <a:pt x="4480" y="0"/>
                  </a:lnTo>
                  <a:lnTo>
                    <a:pt x="4481" y="34"/>
                  </a:lnTo>
                  <a:lnTo>
                    <a:pt x="4482" y="45"/>
                  </a:lnTo>
                  <a:lnTo>
                    <a:pt x="4482" y="552"/>
                  </a:lnTo>
                  <a:lnTo>
                    <a:pt x="4483" y="552"/>
                  </a:lnTo>
                  <a:lnTo>
                    <a:pt x="4483" y="552"/>
                  </a:lnTo>
                  <a:lnTo>
                    <a:pt x="4484" y="552"/>
                  </a:lnTo>
                  <a:lnTo>
                    <a:pt x="4484" y="552"/>
                  </a:lnTo>
                  <a:lnTo>
                    <a:pt x="4485" y="137"/>
                  </a:lnTo>
                  <a:lnTo>
                    <a:pt x="4485" y="125"/>
                  </a:lnTo>
                  <a:lnTo>
                    <a:pt x="4485" y="0"/>
                  </a:lnTo>
                  <a:lnTo>
                    <a:pt x="4486" y="0"/>
                  </a:lnTo>
                  <a:lnTo>
                    <a:pt x="4486" y="0"/>
                  </a:lnTo>
                  <a:lnTo>
                    <a:pt x="4487" y="552"/>
                  </a:lnTo>
                  <a:lnTo>
                    <a:pt x="4487" y="552"/>
                  </a:lnTo>
                  <a:lnTo>
                    <a:pt x="4487" y="552"/>
                  </a:lnTo>
                  <a:lnTo>
                    <a:pt x="4489" y="552"/>
                  </a:lnTo>
                  <a:lnTo>
                    <a:pt x="4489" y="552"/>
                  </a:lnTo>
                  <a:lnTo>
                    <a:pt x="4490" y="545"/>
                  </a:lnTo>
                  <a:lnTo>
                    <a:pt x="4490" y="540"/>
                  </a:lnTo>
                  <a:lnTo>
                    <a:pt x="4490" y="0"/>
                  </a:lnTo>
                  <a:lnTo>
                    <a:pt x="4491" y="0"/>
                  </a:lnTo>
                  <a:lnTo>
                    <a:pt x="4491" y="0"/>
                  </a:lnTo>
                  <a:lnTo>
                    <a:pt x="4492" y="430"/>
                  </a:lnTo>
                  <a:lnTo>
                    <a:pt x="4492" y="449"/>
                  </a:lnTo>
                  <a:lnTo>
                    <a:pt x="4492" y="552"/>
                  </a:lnTo>
                  <a:lnTo>
                    <a:pt x="4493" y="552"/>
                  </a:lnTo>
                  <a:lnTo>
                    <a:pt x="4493" y="552"/>
                  </a:lnTo>
                  <a:lnTo>
                    <a:pt x="4495" y="552"/>
                  </a:lnTo>
                  <a:lnTo>
                    <a:pt x="4495" y="552"/>
                  </a:lnTo>
                  <a:lnTo>
                    <a:pt x="4495" y="0"/>
                  </a:lnTo>
                  <a:lnTo>
                    <a:pt x="4496" y="0"/>
                  </a:lnTo>
                  <a:lnTo>
                    <a:pt x="4496" y="0"/>
                  </a:lnTo>
                  <a:lnTo>
                    <a:pt x="4497" y="0"/>
                  </a:lnTo>
                  <a:lnTo>
                    <a:pt x="4497" y="0"/>
                  </a:lnTo>
                  <a:lnTo>
                    <a:pt x="4498" y="552"/>
                  </a:lnTo>
                  <a:lnTo>
                    <a:pt x="4498" y="552"/>
                  </a:lnTo>
                  <a:lnTo>
                    <a:pt x="4498" y="552"/>
                  </a:lnTo>
                  <a:lnTo>
                    <a:pt x="4499" y="552"/>
                  </a:lnTo>
                  <a:lnTo>
                    <a:pt x="4499" y="552"/>
                  </a:lnTo>
                  <a:lnTo>
                    <a:pt x="4501" y="0"/>
                  </a:lnTo>
                  <a:lnTo>
                    <a:pt x="4501" y="0"/>
                  </a:lnTo>
                  <a:lnTo>
                    <a:pt x="4501" y="0"/>
                  </a:lnTo>
                  <a:lnTo>
                    <a:pt x="4502" y="0"/>
                  </a:lnTo>
                  <a:lnTo>
                    <a:pt x="4502" y="0"/>
                  </a:lnTo>
                  <a:lnTo>
                    <a:pt x="4503" y="552"/>
                  </a:lnTo>
                  <a:lnTo>
                    <a:pt x="4503" y="552"/>
                  </a:lnTo>
                  <a:lnTo>
                    <a:pt x="4503" y="552"/>
                  </a:lnTo>
                  <a:lnTo>
                    <a:pt x="4504" y="552"/>
                  </a:lnTo>
                  <a:lnTo>
                    <a:pt x="4504" y="552"/>
                  </a:lnTo>
                  <a:lnTo>
                    <a:pt x="4505" y="504"/>
                  </a:lnTo>
                  <a:lnTo>
                    <a:pt x="4505" y="488"/>
                  </a:lnTo>
                  <a:lnTo>
                    <a:pt x="4506" y="0"/>
                  </a:lnTo>
                  <a:lnTo>
                    <a:pt x="4507" y="0"/>
                  </a:lnTo>
                  <a:lnTo>
                    <a:pt x="4507" y="0"/>
                  </a:lnTo>
                  <a:lnTo>
                    <a:pt x="4508" y="105"/>
                  </a:lnTo>
                  <a:lnTo>
                    <a:pt x="4508" y="115"/>
                  </a:lnTo>
                  <a:lnTo>
                    <a:pt x="4509" y="552"/>
                  </a:lnTo>
                  <a:lnTo>
                    <a:pt x="4509" y="552"/>
                  </a:lnTo>
                  <a:lnTo>
                    <a:pt x="4509" y="552"/>
                  </a:lnTo>
                  <a:lnTo>
                    <a:pt x="4510" y="552"/>
                  </a:lnTo>
                  <a:lnTo>
                    <a:pt x="4510" y="552"/>
                  </a:lnTo>
                  <a:lnTo>
                    <a:pt x="4511" y="0"/>
                  </a:lnTo>
                  <a:lnTo>
                    <a:pt x="4511" y="0"/>
                  </a:lnTo>
                  <a:lnTo>
                    <a:pt x="4511" y="0"/>
                  </a:lnTo>
                  <a:lnTo>
                    <a:pt x="4513" y="18"/>
                  </a:lnTo>
                  <a:lnTo>
                    <a:pt x="4513" y="28"/>
                  </a:lnTo>
                  <a:lnTo>
                    <a:pt x="4513" y="552"/>
                  </a:lnTo>
                  <a:lnTo>
                    <a:pt x="4514" y="552"/>
                  </a:lnTo>
                  <a:lnTo>
                    <a:pt x="4514" y="552"/>
                  </a:lnTo>
                  <a:lnTo>
                    <a:pt x="4515" y="552"/>
                  </a:lnTo>
                  <a:lnTo>
                    <a:pt x="4515" y="552"/>
                  </a:lnTo>
                  <a:lnTo>
                    <a:pt x="4516" y="511"/>
                  </a:lnTo>
                  <a:lnTo>
                    <a:pt x="4516" y="497"/>
                  </a:lnTo>
                  <a:lnTo>
                    <a:pt x="4517" y="0"/>
                  </a:lnTo>
                  <a:lnTo>
                    <a:pt x="4517" y="120"/>
                  </a:lnTo>
                  <a:lnTo>
                    <a:pt x="4517" y="120"/>
                  </a:lnTo>
                  <a:lnTo>
                    <a:pt x="4518" y="0"/>
                  </a:lnTo>
                  <a:lnTo>
                    <a:pt x="4518" y="552"/>
                  </a:lnTo>
                  <a:lnTo>
                    <a:pt x="4519" y="552"/>
                  </a:lnTo>
                  <a:lnTo>
                    <a:pt x="4519" y="552"/>
                  </a:lnTo>
                  <a:lnTo>
                    <a:pt x="4520" y="552"/>
                  </a:lnTo>
                  <a:lnTo>
                    <a:pt x="4520" y="552"/>
                  </a:lnTo>
                  <a:lnTo>
                    <a:pt x="4521" y="0"/>
                  </a:lnTo>
                  <a:lnTo>
                    <a:pt x="4521" y="0"/>
                  </a:lnTo>
                  <a:lnTo>
                    <a:pt x="4521" y="0"/>
                  </a:lnTo>
                  <a:lnTo>
                    <a:pt x="4522" y="239"/>
                  </a:lnTo>
                  <a:lnTo>
                    <a:pt x="4522" y="258"/>
                  </a:lnTo>
                  <a:lnTo>
                    <a:pt x="4523" y="552"/>
                  </a:lnTo>
                  <a:lnTo>
                    <a:pt x="4523" y="552"/>
                  </a:lnTo>
                  <a:lnTo>
                    <a:pt x="4523" y="552"/>
                  </a:lnTo>
                  <a:lnTo>
                    <a:pt x="4525" y="552"/>
                  </a:lnTo>
                  <a:lnTo>
                    <a:pt x="4525" y="552"/>
                  </a:lnTo>
                  <a:lnTo>
                    <a:pt x="4526" y="0"/>
                  </a:lnTo>
                  <a:lnTo>
                    <a:pt x="4526" y="0"/>
                  </a:lnTo>
                  <a:lnTo>
                    <a:pt x="4526" y="0"/>
                  </a:lnTo>
                  <a:lnTo>
                    <a:pt x="4527" y="7"/>
                  </a:lnTo>
                  <a:lnTo>
                    <a:pt x="4527" y="13"/>
                  </a:lnTo>
                  <a:lnTo>
                    <a:pt x="4528" y="552"/>
                  </a:lnTo>
                  <a:lnTo>
                    <a:pt x="4528" y="552"/>
                  </a:lnTo>
                  <a:lnTo>
                    <a:pt x="4529" y="552"/>
                  </a:lnTo>
                  <a:lnTo>
                    <a:pt x="4529" y="552"/>
                  </a:lnTo>
                  <a:lnTo>
                    <a:pt x="4530" y="552"/>
                  </a:lnTo>
                  <a:lnTo>
                    <a:pt x="4531" y="552"/>
                  </a:lnTo>
                  <a:lnTo>
                    <a:pt x="4531" y="552"/>
                  </a:lnTo>
                  <a:lnTo>
                    <a:pt x="4532" y="374"/>
                  </a:lnTo>
                  <a:lnTo>
                    <a:pt x="4532" y="384"/>
                  </a:lnTo>
                  <a:lnTo>
                    <a:pt x="4532" y="387"/>
                  </a:lnTo>
                  <a:lnTo>
                    <a:pt x="4532" y="390"/>
                  </a:lnTo>
                  <a:lnTo>
                    <a:pt x="4532" y="0"/>
                  </a:lnTo>
                  <a:lnTo>
                    <a:pt x="4533" y="0"/>
                  </a:lnTo>
                  <a:lnTo>
                    <a:pt x="4533" y="0"/>
                  </a:lnTo>
                  <a:lnTo>
                    <a:pt x="4534" y="552"/>
                  </a:lnTo>
                  <a:lnTo>
                    <a:pt x="4534" y="552"/>
                  </a:lnTo>
                  <a:lnTo>
                    <a:pt x="4535" y="552"/>
                  </a:lnTo>
                  <a:lnTo>
                    <a:pt x="4536" y="552"/>
                  </a:lnTo>
                  <a:lnTo>
                    <a:pt x="4536" y="552"/>
                  </a:lnTo>
                  <a:lnTo>
                    <a:pt x="4536" y="0"/>
                  </a:lnTo>
                  <a:lnTo>
                    <a:pt x="4537" y="0"/>
                  </a:lnTo>
                  <a:lnTo>
                    <a:pt x="4537" y="0"/>
                  </a:lnTo>
                  <a:lnTo>
                    <a:pt x="4538" y="0"/>
                  </a:lnTo>
                  <a:lnTo>
                    <a:pt x="4538" y="0"/>
                  </a:lnTo>
                  <a:lnTo>
                    <a:pt x="4539" y="552"/>
                  </a:lnTo>
                  <a:lnTo>
                    <a:pt x="4539" y="552"/>
                  </a:lnTo>
                  <a:lnTo>
                    <a:pt x="4539" y="552"/>
                  </a:lnTo>
                  <a:lnTo>
                    <a:pt x="4540" y="552"/>
                  </a:lnTo>
                  <a:lnTo>
                    <a:pt x="4541" y="552"/>
                  </a:lnTo>
                  <a:lnTo>
                    <a:pt x="4542" y="138"/>
                  </a:lnTo>
                  <a:lnTo>
                    <a:pt x="4542" y="122"/>
                  </a:lnTo>
                  <a:lnTo>
                    <a:pt x="4542" y="0"/>
                  </a:lnTo>
                  <a:lnTo>
                    <a:pt x="4543" y="0"/>
                  </a:lnTo>
                  <a:lnTo>
                    <a:pt x="4543" y="0"/>
                  </a:lnTo>
                  <a:lnTo>
                    <a:pt x="4543" y="552"/>
                  </a:lnTo>
                  <a:lnTo>
                    <a:pt x="4544" y="552"/>
                  </a:lnTo>
                  <a:lnTo>
                    <a:pt x="4544" y="552"/>
                  </a:lnTo>
                  <a:lnTo>
                    <a:pt x="4545" y="552"/>
                  </a:lnTo>
                  <a:lnTo>
                    <a:pt x="4545" y="552"/>
                  </a:lnTo>
                  <a:lnTo>
                    <a:pt x="4546" y="396"/>
                  </a:lnTo>
                  <a:lnTo>
                    <a:pt x="4547" y="367"/>
                  </a:lnTo>
                  <a:lnTo>
                    <a:pt x="4547" y="0"/>
                  </a:lnTo>
                  <a:lnTo>
                    <a:pt x="4548" y="0"/>
                  </a:lnTo>
                  <a:lnTo>
                    <a:pt x="4548" y="0"/>
                  </a:lnTo>
                  <a:lnTo>
                    <a:pt x="4548" y="552"/>
                  </a:lnTo>
                  <a:lnTo>
                    <a:pt x="4549" y="552"/>
                  </a:lnTo>
                  <a:lnTo>
                    <a:pt x="4549" y="552"/>
                  </a:lnTo>
                  <a:lnTo>
                    <a:pt x="4550" y="552"/>
                  </a:lnTo>
                  <a:lnTo>
                    <a:pt x="4550" y="552"/>
                  </a:lnTo>
                  <a:lnTo>
                    <a:pt x="4551" y="359"/>
                  </a:lnTo>
                  <a:lnTo>
                    <a:pt x="4551" y="328"/>
                  </a:lnTo>
                  <a:lnTo>
                    <a:pt x="4551" y="0"/>
                  </a:lnTo>
                  <a:lnTo>
                    <a:pt x="4552" y="25"/>
                  </a:lnTo>
                  <a:lnTo>
                    <a:pt x="4552" y="36"/>
                  </a:lnTo>
                  <a:lnTo>
                    <a:pt x="4553" y="552"/>
                  </a:lnTo>
                  <a:lnTo>
                    <a:pt x="4554" y="552"/>
                  </a:lnTo>
                  <a:lnTo>
                    <a:pt x="4554" y="552"/>
                  </a:lnTo>
                  <a:lnTo>
                    <a:pt x="4555" y="552"/>
                  </a:lnTo>
                  <a:lnTo>
                    <a:pt x="4555" y="552"/>
                  </a:lnTo>
                  <a:lnTo>
                    <a:pt x="4556" y="0"/>
                  </a:lnTo>
                  <a:lnTo>
                    <a:pt x="4556" y="0"/>
                  </a:lnTo>
                  <a:lnTo>
                    <a:pt x="4556" y="0"/>
                  </a:lnTo>
                  <a:lnTo>
                    <a:pt x="4557" y="501"/>
                  </a:lnTo>
                  <a:lnTo>
                    <a:pt x="4557" y="505"/>
                  </a:lnTo>
                  <a:lnTo>
                    <a:pt x="4558" y="552"/>
                  </a:lnTo>
                  <a:lnTo>
                    <a:pt x="4558" y="552"/>
                  </a:lnTo>
                  <a:lnTo>
                    <a:pt x="4558" y="552"/>
                  </a:lnTo>
                  <a:lnTo>
                    <a:pt x="4560" y="552"/>
                  </a:lnTo>
                  <a:lnTo>
                    <a:pt x="4560" y="552"/>
                  </a:lnTo>
                  <a:lnTo>
                    <a:pt x="4561" y="254"/>
                  </a:lnTo>
                  <a:lnTo>
                    <a:pt x="4561" y="230"/>
                  </a:lnTo>
                  <a:lnTo>
                    <a:pt x="4561" y="0"/>
                  </a:lnTo>
                  <a:lnTo>
                    <a:pt x="4562" y="19"/>
                  </a:lnTo>
                  <a:lnTo>
                    <a:pt x="4562" y="29"/>
                  </a:lnTo>
                  <a:lnTo>
                    <a:pt x="4563" y="552"/>
                  </a:lnTo>
                  <a:lnTo>
                    <a:pt x="4563" y="552"/>
                  </a:lnTo>
                  <a:lnTo>
                    <a:pt x="4563" y="552"/>
                  </a:lnTo>
                  <a:lnTo>
                    <a:pt x="4564" y="552"/>
                  </a:lnTo>
                  <a:lnTo>
                    <a:pt x="4564" y="552"/>
                  </a:lnTo>
                  <a:lnTo>
                    <a:pt x="4566" y="500"/>
                  </a:lnTo>
                  <a:lnTo>
                    <a:pt x="4566" y="484"/>
                  </a:lnTo>
                  <a:lnTo>
                    <a:pt x="4566" y="0"/>
                  </a:lnTo>
                  <a:lnTo>
                    <a:pt x="4567" y="0"/>
                  </a:lnTo>
                  <a:lnTo>
                    <a:pt x="4567" y="1"/>
                  </a:lnTo>
                  <a:lnTo>
                    <a:pt x="4567" y="552"/>
                  </a:lnTo>
                  <a:lnTo>
                    <a:pt x="4568" y="552"/>
                  </a:lnTo>
                  <a:lnTo>
                    <a:pt x="4568" y="552"/>
                  </a:lnTo>
                  <a:lnTo>
                    <a:pt x="4569" y="552"/>
                  </a:lnTo>
                  <a:lnTo>
                    <a:pt x="4569" y="552"/>
                  </a:lnTo>
                  <a:lnTo>
                    <a:pt x="4570" y="360"/>
                  </a:lnTo>
                  <a:lnTo>
                    <a:pt x="4570" y="343"/>
                  </a:lnTo>
                  <a:lnTo>
                    <a:pt x="4571" y="0"/>
                  </a:lnTo>
                  <a:lnTo>
                    <a:pt x="4572" y="26"/>
                  </a:lnTo>
                  <a:lnTo>
                    <a:pt x="4572" y="38"/>
                  </a:lnTo>
                  <a:lnTo>
                    <a:pt x="4572" y="552"/>
                  </a:lnTo>
                  <a:lnTo>
                    <a:pt x="4573" y="552"/>
                  </a:lnTo>
                  <a:lnTo>
                    <a:pt x="4573" y="552"/>
                  </a:lnTo>
                  <a:lnTo>
                    <a:pt x="4574" y="552"/>
                  </a:lnTo>
                  <a:lnTo>
                    <a:pt x="4574" y="552"/>
                  </a:lnTo>
                  <a:lnTo>
                    <a:pt x="4575" y="478"/>
                  </a:lnTo>
                  <a:lnTo>
                    <a:pt x="4575" y="455"/>
                  </a:lnTo>
                  <a:lnTo>
                    <a:pt x="4576" y="0"/>
                  </a:lnTo>
                  <a:lnTo>
                    <a:pt x="4576" y="2"/>
                  </a:lnTo>
                  <a:lnTo>
                    <a:pt x="4576" y="6"/>
                  </a:lnTo>
                  <a:lnTo>
                    <a:pt x="4577" y="552"/>
                  </a:lnTo>
                  <a:lnTo>
                    <a:pt x="4578" y="552"/>
                  </a:lnTo>
                  <a:lnTo>
                    <a:pt x="4578" y="552"/>
                  </a:lnTo>
                  <a:lnTo>
                    <a:pt x="4579" y="552"/>
                  </a:lnTo>
                  <a:lnTo>
                    <a:pt x="4579" y="552"/>
                  </a:lnTo>
                  <a:lnTo>
                    <a:pt x="4580" y="545"/>
                  </a:lnTo>
                  <a:lnTo>
                    <a:pt x="4580" y="538"/>
                  </a:lnTo>
                  <a:lnTo>
                    <a:pt x="4581" y="0"/>
                  </a:lnTo>
                  <a:lnTo>
                    <a:pt x="4581" y="0"/>
                  </a:lnTo>
                  <a:lnTo>
                    <a:pt x="4581" y="0"/>
                  </a:lnTo>
                  <a:lnTo>
                    <a:pt x="4582" y="552"/>
                  </a:lnTo>
                  <a:lnTo>
                    <a:pt x="4582" y="552"/>
                  </a:lnTo>
                  <a:lnTo>
                    <a:pt x="4582" y="552"/>
                  </a:lnTo>
                  <a:lnTo>
                    <a:pt x="4584" y="552"/>
                  </a:lnTo>
                  <a:lnTo>
                    <a:pt x="4584" y="552"/>
                  </a:lnTo>
                  <a:lnTo>
                    <a:pt x="4585" y="552"/>
                  </a:lnTo>
                  <a:lnTo>
                    <a:pt x="4585" y="552"/>
                  </a:lnTo>
                  <a:lnTo>
                    <a:pt x="4585" y="0"/>
                  </a:lnTo>
                  <a:lnTo>
                    <a:pt x="4586" y="0"/>
                  </a:lnTo>
                  <a:lnTo>
                    <a:pt x="4586" y="0"/>
                  </a:lnTo>
                  <a:lnTo>
                    <a:pt x="4587" y="552"/>
                  </a:lnTo>
                  <a:lnTo>
                    <a:pt x="4587" y="552"/>
                  </a:lnTo>
                  <a:lnTo>
                    <a:pt x="4587" y="552"/>
                  </a:lnTo>
                  <a:lnTo>
                    <a:pt x="4589" y="552"/>
                  </a:lnTo>
                  <a:lnTo>
                    <a:pt x="4589" y="552"/>
                  </a:lnTo>
                  <a:lnTo>
                    <a:pt x="4590" y="552"/>
                  </a:lnTo>
                  <a:lnTo>
                    <a:pt x="4590" y="552"/>
                  </a:lnTo>
                  <a:lnTo>
                    <a:pt x="4591" y="0"/>
                  </a:lnTo>
                  <a:lnTo>
                    <a:pt x="4591" y="0"/>
                  </a:lnTo>
                  <a:lnTo>
                    <a:pt x="4591" y="0"/>
                  </a:lnTo>
                  <a:lnTo>
                    <a:pt x="4592" y="552"/>
                  </a:lnTo>
                  <a:lnTo>
                    <a:pt x="4592" y="552"/>
                  </a:lnTo>
                  <a:lnTo>
                    <a:pt x="4592" y="552"/>
                  </a:lnTo>
                  <a:lnTo>
                    <a:pt x="4593" y="552"/>
                  </a:lnTo>
                  <a:lnTo>
                    <a:pt x="4594" y="552"/>
                  </a:lnTo>
                  <a:lnTo>
                    <a:pt x="4595" y="552"/>
                  </a:lnTo>
                  <a:lnTo>
                    <a:pt x="4595" y="552"/>
                  </a:lnTo>
                  <a:lnTo>
                    <a:pt x="4595" y="0"/>
                  </a:lnTo>
                  <a:lnTo>
                    <a:pt x="4596" y="0"/>
                  </a:lnTo>
                  <a:lnTo>
                    <a:pt x="4596" y="0"/>
                  </a:lnTo>
                  <a:lnTo>
                    <a:pt x="4597" y="552"/>
                  </a:lnTo>
                  <a:lnTo>
                    <a:pt x="4597" y="552"/>
                  </a:lnTo>
                  <a:lnTo>
                    <a:pt x="4597" y="552"/>
                  </a:lnTo>
                  <a:lnTo>
                    <a:pt x="4598" y="552"/>
                  </a:lnTo>
                  <a:lnTo>
                    <a:pt x="4598" y="552"/>
                  </a:lnTo>
                  <a:lnTo>
                    <a:pt x="4599" y="552"/>
                  </a:lnTo>
                  <a:lnTo>
                    <a:pt x="4600" y="552"/>
                  </a:lnTo>
                  <a:lnTo>
                    <a:pt x="4600" y="0"/>
                  </a:lnTo>
                  <a:lnTo>
                    <a:pt x="4601" y="0"/>
                  </a:lnTo>
                  <a:lnTo>
                    <a:pt x="4601" y="0"/>
                  </a:lnTo>
                  <a:lnTo>
                    <a:pt x="4602" y="552"/>
                  </a:lnTo>
                  <a:lnTo>
                    <a:pt x="4602" y="552"/>
                  </a:lnTo>
                  <a:lnTo>
                    <a:pt x="4602" y="552"/>
                  </a:lnTo>
                  <a:lnTo>
                    <a:pt x="4603" y="552"/>
                  </a:lnTo>
                  <a:lnTo>
                    <a:pt x="4603" y="552"/>
                  </a:lnTo>
                  <a:lnTo>
                    <a:pt x="4604" y="552"/>
                  </a:lnTo>
                  <a:lnTo>
                    <a:pt x="4604" y="552"/>
                  </a:lnTo>
                  <a:lnTo>
                    <a:pt x="4605" y="0"/>
                  </a:lnTo>
                  <a:lnTo>
                    <a:pt x="4605" y="0"/>
                  </a:lnTo>
                  <a:lnTo>
                    <a:pt x="4606" y="0"/>
                  </a:lnTo>
                  <a:lnTo>
                    <a:pt x="4607" y="551"/>
                  </a:lnTo>
                  <a:lnTo>
                    <a:pt x="4607" y="552"/>
                  </a:lnTo>
                  <a:lnTo>
                    <a:pt x="4607" y="552"/>
                  </a:lnTo>
                  <a:lnTo>
                    <a:pt x="4608" y="552"/>
                  </a:lnTo>
                  <a:lnTo>
                    <a:pt x="4608" y="552"/>
                  </a:lnTo>
                  <a:lnTo>
                    <a:pt x="4609" y="552"/>
                  </a:lnTo>
                  <a:lnTo>
                    <a:pt x="4609" y="552"/>
                  </a:lnTo>
                  <a:lnTo>
                    <a:pt x="4610" y="0"/>
                  </a:lnTo>
                  <a:lnTo>
                    <a:pt x="4610" y="0"/>
                  </a:lnTo>
                  <a:lnTo>
                    <a:pt x="4610" y="0"/>
                  </a:lnTo>
                  <a:lnTo>
                    <a:pt x="4611" y="552"/>
                  </a:lnTo>
                  <a:lnTo>
                    <a:pt x="4611" y="552"/>
                  </a:lnTo>
                  <a:lnTo>
                    <a:pt x="4611" y="552"/>
                  </a:lnTo>
                  <a:lnTo>
                    <a:pt x="4613" y="552"/>
                  </a:lnTo>
                  <a:lnTo>
                    <a:pt x="4613" y="552"/>
                  </a:lnTo>
                  <a:lnTo>
                    <a:pt x="4614" y="552"/>
                  </a:lnTo>
                  <a:lnTo>
                    <a:pt x="4614" y="552"/>
                  </a:lnTo>
                  <a:lnTo>
                    <a:pt x="4615" y="0"/>
                  </a:lnTo>
                  <a:lnTo>
                    <a:pt x="4615" y="0"/>
                  </a:lnTo>
                  <a:lnTo>
                    <a:pt x="4615" y="0"/>
                  </a:lnTo>
                  <a:lnTo>
                    <a:pt x="4616" y="552"/>
                  </a:lnTo>
                  <a:lnTo>
                    <a:pt x="4616" y="552"/>
                  </a:lnTo>
                  <a:lnTo>
                    <a:pt x="4617" y="552"/>
                  </a:lnTo>
                  <a:lnTo>
                    <a:pt x="4617" y="552"/>
                  </a:lnTo>
                  <a:lnTo>
                    <a:pt x="4619" y="552"/>
                  </a:lnTo>
                  <a:lnTo>
                    <a:pt x="4619" y="552"/>
                  </a:lnTo>
                  <a:lnTo>
                    <a:pt x="4620" y="0"/>
                  </a:lnTo>
                  <a:lnTo>
                    <a:pt x="4620" y="0"/>
                  </a:lnTo>
                  <a:lnTo>
                    <a:pt x="4620" y="0"/>
                  </a:lnTo>
                  <a:lnTo>
                    <a:pt x="4621" y="514"/>
                  </a:lnTo>
                  <a:lnTo>
                    <a:pt x="4621" y="526"/>
                  </a:lnTo>
                  <a:lnTo>
                    <a:pt x="4621" y="552"/>
                  </a:lnTo>
                  <a:lnTo>
                    <a:pt x="4622" y="552"/>
                  </a:lnTo>
                  <a:lnTo>
                    <a:pt x="4622" y="552"/>
                  </a:lnTo>
                  <a:lnTo>
                    <a:pt x="4623" y="552"/>
                  </a:lnTo>
                  <a:lnTo>
                    <a:pt x="4623" y="552"/>
                  </a:lnTo>
                  <a:lnTo>
                    <a:pt x="4625" y="0"/>
                  </a:lnTo>
                  <a:lnTo>
                    <a:pt x="4625" y="0"/>
                  </a:lnTo>
                  <a:lnTo>
                    <a:pt x="4625" y="0"/>
                  </a:lnTo>
                  <a:lnTo>
                    <a:pt x="4626" y="59"/>
                  </a:lnTo>
                  <a:lnTo>
                    <a:pt x="4626" y="77"/>
                  </a:lnTo>
                  <a:lnTo>
                    <a:pt x="4626" y="552"/>
                  </a:lnTo>
                  <a:lnTo>
                    <a:pt x="4627" y="552"/>
                  </a:lnTo>
                  <a:lnTo>
                    <a:pt x="4627" y="552"/>
                  </a:lnTo>
                  <a:lnTo>
                    <a:pt x="4628" y="552"/>
                  </a:lnTo>
                  <a:lnTo>
                    <a:pt x="4628" y="552"/>
                  </a:lnTo>
                  <a:lnTo>
                    <a:pt x="4629" y="0"/>
                  </a:lnTo>
                  <a:lnTo>
                    <a:pt x="4629" y="0"/>
                  </a:lnTo>
                  <a:lnTo>
                    <a:pt x="4629" y="0"/>
                  </a:lnTo>
                  <a:lnTo>
                    <a:pt x="4631" y="0"/>
                  </a:lnTo>
                  <a:lnTo>
                    <a:pt x="4631" y="1"/>
                  </a:lnTo>
                  <a:lnTo>
                    <a:pt x="4631" y="552"/>
                  </a:lnTo>
                  <a:lnTo>
                    <a:pt x="4632" y="552"/>
                  </a:lnTo>
                  <a:lnTo>
                    <a:pt x="4632" y="552"/>
                  </a:lnTo>
                  <a:lnTo>
                    <a:pt x="4633" y="552"/>
                  </a:lnTo>
                  <a:lnTo>
                    <a:pt x="4633" y="552"/>
                  </a:lnTo>
                  <a:lnTo>
                    <a:pt x="4634" y="83"/>
                  </a:lnTo>
                  <a:lnTo>
                    <a:pt x="4634" y="62"/>
                  </a:lnTo>
                  <a:lnTo>
                    <a:pt x="4635" y="0"/>
                  </a:lnTo>
                  <a:lnTo>
                    <a:pt x="4635" y="0"/>
                  </a:lnTo>
                  <a:lnTo>
                    <a:pt x="4635" y="0"/>
                  </a:lnTo>
                  <a:lnTo>
                    <a:pt x="4636" y="552"/>
                  </a:lnTo>
                  <a:lnTo>
                    <a:pt x="4637" y="552"/>
                  </a:lnTo>
                  <a:lnTo>
                    <a:pt x="4637" y="552"/>
                  </a:lnTo>
                  <a:lnTo>
                    <a:pt x="4638" y="552"/>
                  </a:lnTo>
                  <a:lnTo>
                    <a:pt x="4638" y="552"/>
                  </a:lnTo>
                  <a:lnTo>
                    <a:pt x="4638" y="0"/>
                  </a:lnTo>
                  <a:lnTo>
                    <a:pt x="4639" y="0"/>
                  </a:lnTo>
                  <a:lnTo>
                    <a:pt x="4639" y="0"/>
                  </a:lnTo>
                  <a:lnTo>
                    <a:pt x="4640" y="359"/>
                  </a:lnTo>
                  <a:lnTo>
                    <a:pt x="4640" y="373"/>
                  </a:lnTo>
                  <a:lnTo>
                    <a:pt x="4641" y="552"/>
                  </a:lnTo>
                  <a:lnTo>
                    <a:pt x="4641" y="552"/>
                  </a:lnTo>
                  <a:lnTo>
                    <a:pt x="4641" y="552"/>
                  </a:lnTo>
                  <a:lnTo>
                    <a:pt x="4643" y="552"/>
                  </a:lnTo>
                  <a:lnTo>
                    <a:pt x="4643" y="552"/>
                  </a:lnTo>
                  <a:lnTo>
                    <a:pt x="4644" y="0"/>
                  </a:lnTo>
                  <a:lnTo>
                    <a:pt x="4644" y="0"/>
                  </a:lnTo>
                  <a:lnTo>
                    <a:pt x="4644" y="0"/>
                  </a:lnTo>
                  <a:lnTo>
                    <a:pt x="4645" y="433"/>
                  </a:lnTo>
                  <a:lnTo>
                    <a:pt x="4645" y="448"/>
                  </a:lnTo>
                  <a:lnTo>
                    <a:pt x="4645" y="552"/>
                  </a:lnTo>
                  <a:lnTo>
                    <a:pt x="4646" y="552"/>
                  </a:lnTo>
                  <a:lnTo>
                    <a:pt x="4646" y="552"/>
                  </a:lnTo>
                  <a:lnTo>
                    <a:pt x="4648" y="552"/>
                  </a:lnTo>
                  <a:lnTo>
                    <a:pt x="4648" y="552"/>
                  </a:lnTo>
                  <a:lnTo>
                    <a:pt x="4649" y="381"/>
                  </a:lnTo>
                  <a:lnTo>
                    <a:pt x="4649" y="364"/>
                  </a:lnTo>
                  <a:lnTo>
                    <a:pt x="4649" y="0"/>
                  </a:lnTo>
                  <a:lnTo>
                    <a:pt x="4650" y="0"/>
                  </a:lnTo>
                  <a:lnTo>
                    <a:pt x="4650" y="0"/>
                  </a:lnTo>
                  <a:lnTo>
                    <a:pt x="4651" y="552"/>
                  </a:lnTo>
                  <a:lnTo>
                    <a:pt x="4651" y="552"/>
                  </a:lnTo>
                  <a:lnTo>
                    <a:pt x="4651" y="552"/>
                  </a:lnTo>
                  <a:lnTo>
                    <a:pt x="4652" y="552"/>
                  </a:lnTo>
                  <a:lnTo>
                    <a:pt x="4653" y="552"/>
                  </a:lnTo>
                  <a:lnTo>
                    <a:pt x="4654" y="552"/>
                  </a:lnTo>
                  <a:lnTo>
                    <a:pt x="4654" y="552"/>
                  </a:lnTo>
                  <a:lnTo>
                    <a:pt x="4655" y="0"/>
                  </a:lnTo>
                  <a:lnTo>
                    <a:pt x="4655" y="0"/>
                  </a:lnTo>
                  <a:lnTo>
                    <a:pt x="4655" y="0"/>
                  </a:lnTo>
                  <a:lnTo>
                    <a:pt x="4656" y="0"/>
                  </a:lnTo>
                  <a:lnTo>
                    <a:pt x="4656" y="0"/>
                  </a:lnTo>
                  <a:lnTo>
                    <a:pt x="4657" y="552"/>
                  </a:lnTo>
                  <a:lnTo>
                    <a:pt x="4657" y="552"/>
                  </a:lnTo>
                  <a:lnTo>
                    <a:pt x="4657" y="552"/>
                  </a:lnTo>
                  <a:lnTo>
                    <a:pt x="4658" y="552"/>
                  </a:lnTo>
                  <a:lnTo>
                    <a:pt x="4659" y="552"/>
                  </a:lnTo>
                  <a:lnTo>
                    <a:pt x="4660" y="363"/>
                  </a:lnTo>
                  <a:lnTo>
                    <a:pt x="4660" y="344"/>
                  </a:lnTo>
                  <a:lnTo>
                    <a:pt x="4660" y="0"/>
                  </a:lnTo>
                  <a:lnTo>
                    <a:pt x="4661" y="0"/>
                  </a:lnTo>
                  <a:lnTo>
                    <a:pt x="4661" y="0"/>
                  </a:lnTo>
                  <a:lnTo>
                    <a:pt x="4662" y="463"/>
                  </a:lnTo>
                  <a:lnTo>
                    <a:pt x="4662" y="472"/>
                  </a:lnTo>
                  <a:lnTo>
                    <a:pt x="4662" y="552"/>
                  </a:lnTo>
                  <a:lnTo>
                    <a:pt x="4663" y="552"/>
                  </a:lnTo>
                  <a:lnTo>
                    <a:pt x="4663" y="552"/>
                  </a:lnTo>
                  <a:lnTo>
                    <a:pt x="4664" y="552"/>
                  </a:lnTo>
                  <a:lnTo>
                    <a:pt x="4665" y="552"/>
                  </a:lnTo>
                  <a:lnTo>
                    <a:pt x="4666" y="0"/>
                  </a:lnTo>
                  <a:lnTo>
                    <a:pt x="4666" y="0"/>
                  </a:lnTo>
                  <a:lnTo>
                    <a:pt x="4666" y="0"/>
                  </a:lnTo>
                  <a:lnTo>
                    <a:pt x="4667" y="63"/>
                  </a:lnTo>
                  <a:lnTo>
                    <a:pt x="4667" y="79"/>
                  </a:lnTo>
                  <a:lnTo>
                    <a:pt x="4667" y="552"/>
                  </a:lnTo>
                  <a:lnTo>
                    <a:pt x="4668" y="552"/>
                  </a:lnTo>
                  <a:lnTo>
                    <a:pt x="4668" y="552"/>
                  </a:lnTo>
                  <a:lnTo>
                    <a:pt x="4669" y="552"/>
                  </a:lnTo>
                  <a:lnTo>
                    <a:pt x="4670" y="552"/>
                  </a:lnTo>
                  <a:lnTo>
                    <a:pt x="4670" y="232"/>
                  </a:lnTo>
                  <a:lnTo>
                    <a:pt x="4671" y="218"/>
                  </a:lnTo>
                  <a:lnTo>
                    <a:pt x="4671" y="0"/>
                  </a:lnTo>
                  <a:lnTo>
                    <a:pt x="4672" y="0"/>
                  </a:lnTo>
                  <a:lnTo>
                    <a:pt x="4672" y="0"/>
                  </a:lnTo>
                  <a:lnTo>
                    <a:pt x="4673" y="552"/>
                  </a:lnTo>
                  <a:lnTo>
                    <a:pt x="4673" y="552"/>
                  </a:lnTo>
                  <a:lnTo>
                    <a:pt x="4673" y="552"/>
                  </a:lnTo>
                  <a:lnTo>
                    <a:pt x="4674" y="552"/>
                  </a:lnTo>
                  <a:lnTo>
                    <a:pt x="4674" y="552"/>
                  </a:lnTo>
                  <a:lnTo>
                    <a:pt x="4675" y="552"/>
                  </a:lnTo>
                  <a:lnTo>
                    <a:pt x="4675" y="552"/>
                  </a:lnTo>
                  <a:lnTo>
                    <a:pt x="4676" y="51"/>
                  </a:lnTo>
                  <a:lnTo>
                    <a:pt x="4676" y="40"/>
                  </a:lnTo>
                  <a:lnTo>
                    <a:pt x="4677" y="0"/>
                  </a:lnTo>
                  <a:lnTo>
                    <a:pt x="4678" y="81"/>
                  </a:lnTo>
                  <a:lnTo>
                    <a:pt x="4678" y="88"/>
                  </a:lnTo>
                  <a:lnTo>
                    <a:pt x="4679" y="552"/>
                  </a:lnTo>
                  <a:lnTo>
                    <a:pt x="4679" y="552"/>
                  </a:lnTo>
                  <a:lnTo>
                    <a:pt x="4679" y="552"/>
                  </a:lnTo>
                  <a:lnTo>
                    <a:pt x="4680" y="552"/>
                  </a:lnTo>
                  <a:lnTo>
                    <a:pt x="4680" y="552"/>
                  </a:lnTo>
                  <a:lnTo>
                    <a:pt x="4681" y="552"/>
                  </a:lnTo>
                  <a:lnTo>
                    <a:pt x="4681" y="552"/>
                  </a:lnTo>
                  <a:lnTo>
                    <a:pt x="4682" y="0"/>
                  </a:lnTo>
                  <a:lnTo>
                    <a:pt x="4682" y="0"/>
                  </a:lnTo>
                  <a:lnTo>
                    <a:pt x="4682" y="0"/>
                  </a:lnTo>
                  <a:lnTo>
                    <a:pt x="4684" y="441"/>
                  </a:lnTo>
                  <a:lnTo>
                    <a:pt x="4684" y="453"/>
                  </a:lnTo>
                  <a:lnTo>
                    <a:pt x="4684" y="552"/>
                  </a:lnTo>
                  <a:lnTo>
                    <a:pt x="4685" y="552"/>
                  </a:lnTo>
                  <a:lnTo>
                    <a:pt x="4685" y="552"/>
                  </a:lnTo>
                  <a:lnTo>
                    <a:pt x="4686" y="552"/>
                  </a:lnTo>
                  <a:lnTo>
                    <a:pt x="4686" y="552"/>
                  </a:lnTo>
                  <a:lnTo>
                    <a:pt x="4687" y="275"/>
                  </a:lnTo>
                  <a:lnTo>
                    <a:pt x="4687" y="256"/>
                  </a:lnTo>
                  <a:lnTo>
                    <a:pt x="4688" y="0"/>
                  </a:lnTo>
                  <a:lnTo>
                    <a:pt x="4688" y="0"/>
                  </a:lnTo>
                  <a:lnTo>
                    <a:pt x="4688" y="0"/>
                  </a:lnTo>
                  <a:lnTo>
                    <a:pt x="4690" y="552"/>
                  </a:lnTo>
                  <a:lnTo>
                    <a:pt x="4690" y="552"/>
                  </a:lnTo>
                  <a:lnTo>
                    <a:pt x="4690" y="552"/>
                  </a:lnTo>
                  <a:lnTo>
                    <a:pt x="4691" y="552"/>
                  </a:lnTo>
                  <a:lnTo>
                    <a:pt x="4691" y="552"/>
                  </a:lnTo>
                  <a:lnTo>
                    <a:pt x="4692" y="552"/>
                  </a:lnTo>
                  <a:lnTo>
                    <a:pt x="4692" y="552"/>
                  </a:lnTo>
                  <a:lnTo>
                    <a:pt x="4693" y="0"/>
                  </a:lnTo>
                  <a:lnTo>
                    <a:pt x="4693" y="0"/>
                  </a:lnTo>
                  <a:lnTo>
                    <a:pt x="4693" y="0"/>
                  </a:lnTo>
                  <a:lnTo>
                    <a:pt x="4694" y="94"/>
                  </a:lnTo>
                  <a:lnTo>
                    <a:pt x="4694" y="109"/>
                  </a:lnTo>
                  <a:lnTo>
                    <a:pt x="4695" y="552"/>
                  </a:lnTo>
                  <a:lnTo>
                    <a:pt x="4696" y="552"/>
                  </a:lnTo>
                  <a:lnTo>
                    <a:pt x="4696" y="552"/>
                  </a:lnTo>
                  <a:lnTo>
                    <a:pt x="4697" y="552"/>
                  </a:lnTo>
                  <a:lnTo>
                    <a:pt x="4697" y="552"/>
                  </a:lnTo>
                  <a:lnTo>
                    <a:pt x="4698" y="552"/>
                  </a:lnTo>
                  <a:lnTo>
                    <a:pt x="4698" y="550"/>
                  </a:lnTo>
                  <a:lnTo>
                    <a:pt x="4699" y="0"/>
                  </a:lnTo>
                  <a:lnTo>
                    <a:pt x="4699" y="0"/>
                  </a:lnTo>
                  <a:lnTo>
                    <a:pt x="4699" y="0"/>
                  </a:lnTo>
                  <a:lnTo>
                    <a:pt x="4701" y="532"/>
                  </a:lnTo>
                  <a:lnTo>
                    <a:pt x="4701" y="539"/>
                  </a:lnTo>
                  <a:lnTo>
                    <a:pt x="4701" y="552"/>
                  </a:lnTo>
                  <a:lnTo>
                    <a:pt x="4702" y="552"/>
                  </a:lnTo>
                  <a:lnTo>
                    <a:pt x="4702" y="552"/>
                  </a:lnTo>
                  <a:lnTo>
                    <a:pt x="4703" y="552"/>
                  </a:lnTo>
                  <a:lnTo>
                    <a:pt x="4703" y="552"/>
                  </a:lnTo>
                  <a:lnTo>
                    <a:pt x="4704" y="1"/>
                  </a:lnTo>
                  <a:lnTo>
                    <a:pt x="4704" y="0"/>
                  </a:lnTo>
                  <a:lnTo>
                    <a:pt x="4704" y="0"/>
                  </a:lnTo>
                  <a:lnTo>
                    <a:pt x="4705" y="0"/>
                  </a:lnTo>
                  <a:lnTo>
                    <a:pt x="4705" y="0"/>
                  </a:lnTo>
                  <a:lnTo>
                    <a:pt x="4706" y="552"/>
                  </a:lnTo>
                  <a:lnTo>
                    <a:pt x="4707" y="552"/>
                  </a:lnTo>
                  <a:lnTo>
                    <a:pt x="4707" y="552"/>
                  </a:lnTo>
                  <a:lnTo>
                    <a:pt x="4708" y="552"/>
                  </a:lnTo>
                  <a:lnTo>
                    <a:pt x="4708" y="552"/>
                  </a:lnTo>
                  <a:lnTo>
                    <a:pt x="4709" y="440"/>
                  </a:lnTo>
                  <a:lnTo>
                    <a:pt x="4709" y="424"/>
                  </a:lnTo>
                  <a:lnTo>
                    <a:pt x="4710" y="0"/>
                  </a:lnTo>
                  <a:lnTo>
                    <a:pt x="4710" y="0"/>
                  </a:lnTo>
                  <a:lnTo>
                    <a:pt x="4710" y="0"/>
                  </a:lnTo>
                  <a:lnTo>
                    <a:pt x="4711" y="552"/>
                  </a:lnTo>
                  <a:lnTo>
                    <a:pt x="4711" y="552"/>
                  </a:lnTo>
                  <a:lnTo>
                    <a:pt x="4711" y="552"/>
                  </a:lnTo>
                  <a:lnTo>
                    <a:pt x="4713" y="552"/>
                  </a:lnTo>
                  <a:lnTo>
                    <a:pt x="4713" y="552"/>
                  </a:lnTo>
                  <a:lnTo>
                    <a:pt x="4714" y="552"/>
                  </a:lnTo>
                  <a:lnTo>
                    <a:pt x="4714" y="552"/>
                  </a:lnTo>
                  <a:lnTo>
                    <a:pt x="4715" y="0"/>
                  </a:lnTo>
                  <a:lnTo>
                    <a:pt x="4715" y="0"/>
                  </a:lnTo>
                  <a:lnTo>
                    <a:pt x="4715" y="0"/>
                  </a:lnTo>
                  <a:lnTo>
                    <a:pt x="4716" y="91"/>
                  </a:lnTo>
                  <a:lnTo>
                    <a:pt x="4716" y="109"/>
                  </a:lnTo>
                  <a:lnTo>
                    <a:pt x="4717" y="552"/>
                  </a:lnTo>
                  <a:lnTo>
                    <a:pt x="4717" y="552"/>
                  </a:lnTo>
                  <a:lnTo>
                    <a:pt x="4718" y="552"/>
                  </a:lnTo>
                  <a:lnTo>
                    <a:pt x="4719" y="552"/>
                  </a:lnTo>
                  <a:lnTo>
                    <a:pt x="4719" y="552"/>
                  </a:lnTo>
                  <a:lnTo>
                    <a:pt x="4720" y="0"/>
                  </a:lnTo>
                  <a:lnTo>
                    <a:pt x="4720" y="0"/>
                  </a:lnTo>
                  <a:lnTo>
                    <a:pt x="4720" y="0"/>
                  </a:lnTo>
                  <a:lnTo>
                    <a:pt x="4721" y="0"/>
                  </a:lnTo>
                  <a:lnTo>
                    <a:pt x="4721" y="0"/>
                  </a:lnTo>
                  <a:lnTo>
                    <a:pt x="4722" y="552"/>
                  </a:lnTo>
                  <a:lnTo>
                    <a:pt x="4722" y="552"/>
                  </a:lnTo>
                  <a:lnTo>
                    <a:pt x="4723" y="552"/>
                  </a:lnTo>
                  <a:lnTo>
                    <a:pt x="4723" y="552"/>
                  </a:lnTo>
                  <a:lnTo>
                    <a:pt x="4724" y="552"/>
                  </a:lnTo>
                  <a:lnTo>
                    <a:pt x="4725" y="442"/>
                  </a:lnTo>
                  <a:lnTo>
                    <a:pt x="4725" y="430"/>
                  </a:lnTo>
                  <a:lnTo>
                    <a:pt x="4725" y="0"/>
                  </a:lnTo>
                  <a:lnTo>
                    <a:pt x="4726" y="0"/>
                  </a:lnTo>
                  <a:lnTo>
                    <a:pt x="4726" y="0"/>
                  </a:lnTo>
                  <a:lnTo>
                    <a:pt x="4727" y="538"/>
                  </a:lnTo>
                  <a:lnTo>
                    <a:pt x="4727" y="544"/>
                  </a:lnTo>
                  <a:lnTo>
                    <a:pt x="4727" y="552"/>
                  </a:lnTo>
                  <a:lnTo>
                    <a:pt x="4728" y="552"/>
                  </a:lnTo>
                  <a:lnTo>
                    <a:pt x="4729" y="552"/>
                  </a:lnTo>
                  <a:lnTo>
                    <a:pt x="4729" y="552"/>
                  </a:lnTo>
                  <a:lnTo>
                    <a:pt x="4730" y="552"/>
                  </a:lnTo>
                  <a:lnTo>
                    <a:pt x="4731" y="0"/>
                  </a:lnTo>
                  <a:lnTo>
                    <a:pt x="4731" y="0"/>
                  </a:lnTo>
                  <a:lnTo>
                    <a:pt x="4731" y="0"/>
                  </a:lnTo>
                  <a:lnTo>
                    <a:pt x="4732" y="96"/>
                  </a:lnTo>
                  <a:lnTo>
                    <a:pt x="4732" y="108"/>
                  </a:lnTo>
                  <a:lnTo>
                    <a:pt x="4732" y="552"/>
                  </a:lnTo>
                  <a:lnTo>
                    <a:pt x="4733" y="552"/>
                  </a:lnTo>
                  <a:lnTo>
                    <a:pt x="4733" y="552"/>
                  </a:lnTo>
                  <a:lnTo>
                    <a:pt x="4734" y="552"/>
                  </a:lnTo>
                  <a:lnTo>
                    <a:pt x="4734" y="552"/>
                  </a:lnTo>
                  <a:lnTo>
                    <a:pt x="4735" y="552"/>
                  </a:lnTo>
                  <a:lnTo>
                    <a:pt x="4735" y="552"/>
                  </a:lnTo>
                  <a:lnTo>
                    <a:pt x="4736" y="0"/>
                  </a:lnTo>
                  <a:lnTo>
                    <a:pt x="4737" y="0"/>
                  </a:lnTo>
                  <a:lnTo>
                    <a:pt x="4737" y="0"/>
                  </a:lnTo>
                  <a:lnTo>
                    <a:pt x="4738" y="552"/>
                  </a:lnTo>
                  <a:lnTo>
                    <a:pt x="4738" y="552"/>
                  </a:lnTo>
                  <a:lnTo>
                    <a:pt x="4738" y="552"/>
                  </a:lnTo>
                  <a:lnTo>
                    <a:pt x="4739" y="552"/>
                  </a:lnTo>
                  <a:lnTo>
                    <a:pt x="4739" y="552"/>
                  </a:lnTo>
                  <a:lnTo>
                    <a:pt x="4740" y="552"/>
                  </a:lnTo>
                  <a:lnTo>
                    <a:pt x="4740" y="552"/>
                  </a:lnTo>
                  <a:lnTo>
                    <a:pt x="4741" y="0"/>
                  </a:lnTo>
                  <a:lnTo>
                    <a:pt x="4741" y="0"/>
                  </a:lnTo>
                  <a:lnTo>
                    <a:pt x="4741" y="0"/>
                  </a:lnTo>
                  <a:lnTo>
                    <a:pt x="4743" y="227"/>
                  </a:lnTo>
                  <a:lnTo>
                    <a:pt x="4743" y="248"/>
                  </a:lnTo>
                  <a:lnTo>
                    <a:pt x="4743" y="552"/>
                  </a:lnTo>
                  <a:lnTo>
                    <a:pt x="4744" y="552"/>
                  </a:lnTo>
                  <a:lnTo>
                    <a:pt x="4744" y="552"/>
                  </a:lnTo>
                  <a:lnTo>
                    <a:pt x="4745" y="552"/>
                  </a:lnTo>
                  <a:lnTo>
                    <a:pt x="4745" y="552"/>
                  </a:lnTo>
                  <a:lnTo>
                    <a:pt x="4746" y="410"/>
                  </a:lnTo>
                  <a:lnTo>
                    <a:pt x="4746" y="395"/>
                  </a:lnTo>
                  <a:lnTo>
                    <a:pt x="4747" y="0"/>
                  </a:lnTo>
                  <a:lnTo>
                    <a:pt x="4747" y="0"/>
                  </a:lnTo>
                  <a:lnTo>
                    <a:pt x="4747" y="0"/>
                  </a:lnTo>
                  <a:lnTo>
                    <a:pt x="4749" y="552"/>
                  </a:lnTo>
                  <a:lnTo>
                    <a:pt x="4749" y="552"/>
                  </a:lnTo>
                  <a:lnTo>
                    <a:pt x="4749" y="552"/>
                  </a:lnTo>
                  <a:lnTo>
                    <a:pt x="4750" y="552"/>
                  </a:lnTo>
                  <a:lnTo>
                    <a:pt x="4750" y="552"/>
                  </a:lnTo>
                  <a:lnTo>
                    <a:pt x="4751" y="316"/>
                  </a:lnTo>
                  <a:lnTo>
                    <a:pt x="4751" y="282"/>
                  </a:lnTo>
                  <a:lnTo>
                    <a:pt x="4751" y="0"/>
                  </a:lnTo>
                  <a:lnTo>
                    <a:pt x="4752" y="1"/>
                  </a:lnTo>
                  <a:lnTo>
                    <a:pt x="4752" y="0"/>
                  </a:lnTo>
                  <a:lnTo>
                    <a:pt x="4754" y="552"/>
                  </a:lnTo>
                  <a:lnTo>
                    <a:pt x="4754" y="522"/>
                  </a:lnTo>
                  <a:lnTo>
                    <a:pt x="4754" y="517"/>
                  </a:lnTo>
                  <a:lnTo>
                    <a:pt x="4754" y="504"/>
                  </a:lnTo>
                  <a:lnTo>
                    <a:pt x="4754" y="552"/>
                  </a:lnTo>
                  <a:lnTo>
                    <a:pt x="4755" y="552"/>
                  </a:lnTo>
                  <a:lnTo>
                    <a:pt x="4755" y="552"/>
                  </a:lnTo>
                  <a:lnTo>
                    <a:pt x="4756" y="552"/>
                  </a:lnTo>
                  <a:lnTo>
                    <a:pt x="4756" y="552"/>
                  </a:lnTo>
                  <a:lnTo>
                    <a:pt x="4757" y="483"/>
                  </a:lnTo>
                  <a:lnTo>
                    <a:pt x="4757" y="485"/>
                  </a:lnTo>
                  <a:lnTo>
                    <a:pt x="4757" y="486"/>
                  </a:lnTo>
                  <a:lnTo>
                    <a:pt x="4758" y="503"/>
                  </a:lnTo>
                  <a:lnTo>
                    <a:pt x="4758" y="111"/>
                  </a:lnTo>
                  <a:lnTo>
                    <a:pt x="4758" y="88"/>
                  </a:lnTo>
                  <a:lnTo>
                    <a:pt x="4759" y="0"/>
                  </a:lnTo>
                  <a:lnTo>
                    <a:pt x="4760" y="173"/>
                  </a:lnTo>
                  <a:lnTo>
                    <a:pt x="4760" y="183"/>
                  </a:lnTo>
                  <a:lnTo>
                    <a:pt x="4761" y="552"/>
                  </a:lnTo>
                  <a:lnTo>
                    <a:pt x="4761" y="552"/>
                  </a:lnTo>
                  <a:lnTo>
                    <a:pt x="4761" y="552"/>
                  </a:lnTo>
                  <a:lnTo>
                    <a:pt x="4762" y="531"/>
                  </a:lnTo>
                  <a:lnTo>
                    <a:pt x="4762" y="529"/>
                  </a:lnTo>
                  <a:lnTo>
                    <a:pt x="4763" y="552"/>
                  </a:lnTo>
                  <a:lnTo>
                    <a:pt x="4763" y="266"/>
                  </a:lnTo>
                  <a:lnTo>
                    <a:pt x="4763" y="278"/>
                  </a:lnTo>
                  <a:lnTo>
                    <a:pt x="4763" y="288"/>
                  </a:lnTo>
                  <a:lnTo>
                    <a:pt x="4763" y="552"/>
                  </a:lnTo>
                  <a:lnTo>
                    <a:pt x="4764" y="122"/>
                  </a:lnTo>
                  <a:lnTo>
                    <a:pt x="4764" y="120"/>
                  </a:lnTo>
                  <a:lnTo>
                    <a:pt x="4765" y="0"/>
                  </a:lnTo>
                  <a:lnTo>
                    <a:pt x="4766" y="301"/>
                  </a:lnTo>
                  <a:lnTo>
                    <a:pt x="4766" y="330"/>
                  </a:lnTo>
                  <a:lnTo>
                    <a:pt x="4766" y="552"/>
                  </a:lnTo>
                  <a:lnTo>
                    <a:pt x="4767" y="552"/>
                  </a:lnTo>
                  <a:lnTo>
                    <a:pt x="4767" y="552"/>
                  </a:lnTo>
                  <a:lnTo>
                    <a:pt x="4768" y="525"/>
                  </a:lnTo>
                  <a:lnTo>
                    <a:pt x="4768" y="515"/>
                  </a:lnTo>
                  <a:lnTo>
                    <a:pt x="4769" y="0"/>
                  </a:lnTo>
                  <a:lnTo>
                    <a:pt x="4769" y="377"/>
                  </a:lnTo>
                  <a:lnTo>
                    <a:pt x="4769" y="390"/>
                  </a:lnTo>
                  <a:lnTo>
                    <a:pt x="4770" y="552"/>
                  </a:lnTo>
                  <a:lnTo>
                    <a:pt x="4770" y="552"/>
                  </a:lnTo>
                  <a:lnTo>
                    <a:pt x="4770" y="552"/>
                  </a:lnTo>
                  <a:lnTo>
                    <a:pt x="4771" y="36"/>
                  </a:lnTo>
                  <a:lnTo>
                    <a:pt x="4772" y="552"/>
                  </a:lnTo>
                  <a:lnTo>
                    <a:pt x="4772" y="552"/>
                  </a:lnTo>
                  <a:lnTo>
                    <a:pt x="4773" y="552"/>
                  </a:lnTo>
                  <a:lnTo>
                    <a:pt x="4773" y="552"/>
                  </a:lnTo>
                  <a:lnTo>
                    <a:pt x="4774" y="552"/>
                  </a:lnTo>
                  <a:lnTo>
                    <a:pt x="4774" y="552"/>
                  </a:lnTo>
                  <a:lnTo>
                    <a:pt x="4775" y="526"/>
                  </a:lnTo>
                  <a:lnTo>
                    <a:pt x="4775" y="521"/>
                  </a:lnTo>
                  <a:lnTo>
                    <a:pt x="4776" y="0"/>
                  </a:lnTo>
                  <a:lnTo>
                    <a:pt x="4776" y="0"/>
                  </a:lnTo>
                  <a:lnTo>
                    <a:pt x="4777" y="0"/>
                  </a:lnTo>
                  <a:lnTo>
                    <a:pt x="4778" y="250"/>
                  </a:lnTo>
                  <a:lnTo>
                    <a:pt x="4778" y="253"/>
                  </a:lnTo>
                  <a:lnTo>
                    <a:pt x="4779" y="552"/>
                  </a:lnTo>
                  <a:lnTo>
                    <a:pt x="4779" y="552"/>
                  </a:lnTo>
                  <a:lnTo>
                    <a:pt x="4779" y="552"/>
                  </a:lnTo>
                  <a:lnTo>
                    <a:pt x="4779" y="447"/>
                  </a:lnTo>
                  <a:lnTo>
                    <a:pt x="4780" y="552"/>
                  </a:lnTo>
                  <a:lnTo>
                    <a:pt x="4780" y="552"/>
                  </a:lnTo>
                  <a:lnTo>
                    <a:pt x="4781" y="552"/>
                  </a:lnTo>
                  <a:lnTo>
                    <a:pt x="4782" y="552"/>
                  </a:lnTo>
                  <a:lnTo>
                    <a:pt x="4782" y="0"/>
                  </a:lnTo>
                  <a:lnTo>
                    <a:pt x="4782" y="0"/>
                  </a:lnTo>
                  <a:lnTo>
                    <a:pt x="4783" y="0"/>
                  </a:lnTo>
                  <a:lnTo>
                    <a:pt x="4784" y="0"/>
                  </a:lnTo>
                  <a:lnTo>
                    <a:pt x="4784" y="0"/>
                  </a:lnTo>
                  <a:lnTo>
                    <a:pt x="4785" y="552"/>
                  </a:lnTo>
                  <a:lnTo>
                    <a:pt x="4785" y="552"/>
                  </a:lnTo>
                  <a:lnTo>
                    <a:pt x="4785" y="552"/>
                  </a:lnTo>
                  <a:lnTo>
                    <a:pt x="4786" y="552"/>
                  </a:lnTo>
                  <a:lnTo>
                    <a:pt x="4786" y="552"/>
                  </a:lnTo>
                  <a:lnTo>
                    <a:pt x="4787" y="552"/>
                  </a:lnTo>
                  <a:lnTo>
                    <a:pt x="4788" y="552"/>
                  </a:lnTo>
                  <a:lnTo>
                    <a:pt x="4788" y="0"/>
                  </a:lnTo>
                  <a:lnTo>
                    <a:pt x="4788" y="0"/>
                  </a:lnTo>
                  <a:lnTo>
                    <a:pt x="4789" y="0"/>
                  </a:lnTo>
                  <a:lnTo>
                    <a:pt x="4790" y="410"/>
                  </a:lnTo>
                  <a:lnTo>
                    <a:pt x="4790" y="441"/>
                  </a:lnTo>
                  <a:lnTo>
                    <a:pt x="4790" y="552"/>
                  </a:lnTo>
                  <a:lnTo>
                    <a:pt x="4791" y="552"/>
                  </a:lnTo>
                  <a:lnTo>
                    <a:pt x="4791" y="552"/>
                  </a:lnTo>
                  <a:lnTo>
                    <a:pt x="4792" y="546"/>
                  </a:lnTo>
                  <a:lnTo>
                    <a:pt x="4792" y="541"/>
                  </a:lnTo>
                  <a:lnTo>
                    <a:pt x="4793" y="0"/>
                  </a:lnTo>
                  <a:lnTo>
                    <a:pt x="4793" y="0"/>
                  </a:lnTo>
                  <a:lnTo>
                    <a:pt x="4794" y="0"/>
                  </a:lnTo>
                  <a:lnTo>
                    <a:pt x="4794" y="552"/>
                  </a:lnTo>
                  <a:lnTo>
                    <a:pt x="4794" y="552"/>
                  </a:lnTo>
                  <a:lnTo>
                    <a:pt x="4795" y="552"/>
                  </a:lnTo>
                  <a:lnTo>
                    <a:pt x="4796" y="552"/>
                  </a:lnTo>
                  <a:lnTo>
                    <a:pt x="4796" y="552"/>
                  </a:lnTo>
                  <a:lnTo>
                    <a:pt x="4797" y="251"/>
                  </a:lnTo>
                  <a:lnTo>
                    <a:pt x="4797" y="228"/>
                  </a:lnTo>
                  <a:lnTo>
                    <a:pt x="4797" y="0"/>
                  </a:lnTo>
                  <a:lnTo>
                    <a:pt x="4798" y="0"/>
                  </a:lnTo>
                  <a:lnTo>
                    <a:pt x="4798" y="0"/>
                  </a:lnTo>
                  <a:lnTo>
                    <a:pt x="4799" y="552"/>
                  </a:lnTo>
                  <a:lnTo>
                    <a:pt x="4799" y="552"/>
                  </a:lnTo>
                  <a:lnTo>
                    <a:pt x="4799" y="552"/>
                  </a:lnTo>
                  <a:lnTo>
                    <a:pt x="4800" y="552"/>
                  </a:lnTo>
                  <a:lnTo>
                    <a:pt x="4800" y="552"/>
                  </a:lnTo>
                  <a:lnTo>
                    <a:pt x="4802" y="552"/>
                  </a:lnTo>
                  <a:lnTo>
                    <a:pt x="4802" y="552"/>
                  </a:lnTo>
                  <a:lnTo>
                    <a:pt x="4802" y="0"/>
                  </a:lnTo>
                  <a:lnTo>
                    <a:pt x="4803" y="0"/>
                  </a:lnTo>
                  <a:lnTo>
                    <a:pt x="4803" y="0"/>
                  </a:lnTo>
                  <a:lnTo>
                    <a:pt x="4804" y="357"/>
                  </a:lnTo>
                  <a:lnTo>
                    <a:pt x="4804" y="369"/>
                  </a:lnTo>
                  <a:lnTo>
                    <a:pt x="4804" y="552"/>
                  </a:lnTo>
                  <a:lnTo>
                    <a:pt x="4805" y="552"/>
                  </a:lnTo>
                  <a:lnTo>
                    <a:pt x="4805" y="552"/>
                  </a:lnTo>
                  <a:lnTo>
                    <a:pt x="4807" y="552"/>
                  </a:lnTo>
                  <a:lnTo>
                    <a:pt x="4807" y="552"/>
                  </a:lnTo>
                  <a:lnTo>
                    <a:pt x="4808" y="0"/>
                  </a:lnTo>
                  <a:lnTo>
                    <a:pt x="4808" y="0"/>
                  </a:lnTo>
                  <a:lnTo>
                    <a:pt x="4808" y="0"/>
                  </a:lnTo>
                  <a:lnTo>
                    <a:pt x="4809" y="404"/>
                  </a:lnTo>
                  <a:lnTo>
                    <a:pt x="4809" y="423"/>
                  </a:lnTo>
                  <a:lnTo>
                    <a:pt x="4809" y="552"/>
                  </a:lnTo>
                  <a:lnTo>
                    <a:pt x="4810" y="266"/>
                  </a:lnTo>
                  <a:lnTo>
                    <a:pt x="4810" y="242"/>
                  </a:lnTo>
                  <a:lnTo>
                    <a:pt x="4810" y="0"/>
                  </a:lnTo>
                  <a:lnTo>
                    <a:pt x="4811" y="488"/>
                  </a:lnTo>
                  <a:lnTo>
                    <a:pt x="4811" y="507"/>
                  </a:lnTo>
                  <a:lnTo>
                    <a:pt x="4812" y="552"/>
                  </a:lnTo>
                  <a:lnTo>
                    <a:pt x="4813" y="201"/>
                  </a:lnTo>
                  <a:lnTo>
                    <a:pt x="4813" y="187"/>
                  </a:lnTo>
                  <a:lnTo>
                    <a:pt x="4813" y="0"/>
                  </a:lnTo>
                  <a:lnTo>
                    <a:pt x="4813" y="552"/>
                  </a:lnTo>
                  <a:lnTo>
                    <a:pt x="4814" y="552"/>
                  </a:lnTo>
                  <a:lnTo>
                    <a:pt x="4814" y="552"/>
                  </a:lnTo>
                  <a:lnTo>
                    <a:pt x="4815" y="312"/>
                  </a:lnTo>
                  <a:lnTo>
                    <a:pt x="4815" y="552"/>
                  </a:lnTo>
                  <a:lnTo>
                    <a:pt x="4815" y="552"/>
                  </a:lnTo>
                  <a:lnTo>
                    <a:pt x="4816" y="552"/>
                  </a:lnTo>
                  <a:lnTo>
                    <a:pt x="4816" y="552"/>
                  </a:lnTo>
                  <a:lnTo>
                    <a:pt x="4817" y="0"/>
                  </a:lnTo>
                  <a:lnTo>
                    <a:pt x="4817" y="0"/>
                  </a:lnTo>
                  <a:lnTo>
                    <a:pt x="4818" y="143"/>
                  </a:lnTo>
                  <a:lnTo>
                    <a:pt x="4819" y="40"/>
                  </a:lnTo>
                  <a:lnTo>
                    <a:pt x="4819" y="57"/>
                  </a:lnTo>
                  <a:lnTo>
                    <a:pt x="4819" y="552"/>
                  </a:lnTo>
                  <a:lnTo>
                    <a:pt x="4820" y="552"/>
                  </a:lnTo>
                  <a:lnTo>
                    <a:pt x="4820" y="552"/>
                  </a:lnTo>
                  <a:lnTo>
                    <a:pt x="4821" y="552"/>
                  </a:lnTo>
                  <a:lnTo>
                    <a:pt x="4821" y="552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823" y="397"/>
                  </a:lnTo>
                  <a:lnTo>
                    <a:pt x="4823" y="427"/>
                  </a:lnTo>
                  <a:lnTo>
                    <a:pt x="4824" y="552"/>
                  </a:lnTo>
                  <a:lnTo>
                    <a:pt x="4825" y="552"/>
                  </a:lnTo>
                  <a:lnTo>
                    <a:pt x="4825" y="552"/>
                  </a:lnTo>
                  <a:lnTo>
                    <a:pt x="4826" y="552"/>
                  </a:lnTo>
                  <a:lnTo>
                    <a:pt x="4826" y="552"/>
                  </a:lnTo>
                  <a:lnTo>
                    <a:pt x="4827" y="0"/>
                  </a:lnTo>
                  <a:lnTo>
                    <a:pt x="4827" y="0"/>
                  </a:lnTo>
                  <a:lnTo>
                    <a:pt x="4827" y="0"/>
                  </a:lnTo>
                  <a:lnTo>
                    <a:pt x="4828" y="447"/>
                  </a:lnTo>
                  <a:lnTo>
                    <a:pt x="4828" y="405"/>
                  </a:lnTo>
                  <a:lnTo>
                    <a:pt x="4828" y="392"/>
                  </a:lnTo>
                  <a:lnTo>
                    <a:pt x="4828" y="75"/>
                  </a:lnTo>
                  <a:lnTo>
                    <a:pt x="4829" y="552"/>
                  </a:lnTo>
                  <a:lnTo>
                    <a:pt x="4829" y="552"/>
                  </a:lnTo>
                  <a:lnTo>
                    <a:pt x="4829" y="552"/>
                  </a:lnTo>
                  <a:lnTo>
                    <a:pt x="4831" y="552"/>
                  </a:lnTo>
                  <a:lnTo>
                    <a:pt x="4831" y="552"/>
                  </a:lnTo>
                  <a:lnTo>
                    <a:pt x="4832" y="19"/>
                  </a:lnTo>
                  <a:lnTo>
                    <a:pt x="4832" y="11"/>
                  </a:lnTo>
                  <a:lnTo>
                    <a:pt x="4832" y="0"/>
                  </a:lnTo>
                  <a:lnTo>
                    <a:pt x="4833" y="2"/>
                  </a:lnTo>
                  <a:lnTo>
                    <a:pt x="4833" y="5"/>
                  </a:lnTo>
                  <a:lnTo>
                    <a:pt x="4834" y="552"/>
                  </a:lnTo>
                  <a:lnTo>
                    <a:pt x="4834" y="552"/>
                  </a:lnTo>
                  <a:lnTo>
                    <a:pt x="4834" y="552"/>
                  </a:lnTo>
                  <a:lnTo>
                    <a:pt x="4835" y="552"/>
                  </a:lnTo>
                  <a:lnTo>
                    <a:pt x="4835" y="552"/>
                  </a:lnTo>
                  <a:lnTo>
                    <a:pt x="4837" y="256"/>
                  </a:lnTo>
                  <a:lnTo>
                    <a:pt x="4837" y="229"/>
                  </a:lnTo>
                  <a:lnTo>
                    <a:pt x="4837" y="0"/>
                  </a:lnTo>
                  <a:lnTo>
                    <a:pt x="4838" y="30"/>
                  </a:lnTo>
                  <a:lnTo>
                    <a:pt x="4838" y="43"/>
                  </a:lnTo>
                  <a:lnTo>
                    <a:pt x="4838" y="552"/>
                  </a:lnTo>
                  <a:lnTo>
                    <a:pt x="4839" y="552"/>
                  </a:lnTo>
                  <a:lnTo>
                    <a:pt x="4839" y="552"/>
                  </a:lnTo>
                  <a:lnTo>
                    <a:pt x="4840" y="552"/>
                  </a:lnTo>
                  <a:lnTo>
                    <a:pt x="4841" y="552"/>
                  </a:lnTo>
                  <a:lnTo>
                    <a:pt x="4841" y="0"/>
                  </a:lnTo>
                  <a:lnTo>
                    <a:pt x="4841" y="0"/>
                  </a:lnTo>
                  <a:lnTo>
                    <a:pt x="4842" y="0"/>
                  </a:lnTo>
                  <a:lnTo>
                    <a:pt x="4843" y="338"/>
                  </a:lnTo>
                  <a:lnTo>
                    <a:pt x="4843" y="362"/>
                  </a:lnTo>
                  <a:lnTo>
                    <a:pt x="4843" y="552"/>
                  </a:lnTo>
                  <a:lnTo>
                    <a:pt x="4844" y="552"/>
                  </a:lnTo>
                  <a:lnTo>
                    <a:pt x="4844" y="552"/>
                  </a:lnTo>
                  <a:lnTo>
                    <a:pt x="4845" y="552"/>
                  </a:lnTo>
                  <a:lnTo>
                    <a:pt x="4845" y="552"/>
                  </a:lnTo>
                  <a:lnTo>
                    <a:pt x="4846" y="162"/>
                  </a:lnTo>
                  <a:lnTo>
                    <a:pt x="4847" y="143"/>
                  </a:lnTo>
                  <a:lnTo>
                    <a:pt x="4847" y="0"/>
                  </a:lnTo>
                  <a:lnTo>
                    <a:pt x="4847" y="66"/>
                  </a:lnTo>
                  <a:lnTo>
                    <a:pt x="4848" y="85"/>
                  </a:lnTo>
                  <a:lnTo>
                    <a:pt x="4848" y="552"/>
                  </a:lnTo>
                  <a:lnTo>
                    <a:pt x="4849" y="552"/>
                  </a:lnTo>
                  <a:lnTo>
                    <a:pt x="4849" y="552"/>
                  </a:lnTo>
                  <a:lnTo>
                    <a:pt x="4850" y="552"/>
                  </a:lnTo>
                  <a:lnTo>
                    <a:pt x="4850" y="552"/>
                  </a:lnTo>
                  <a:lnTo>
                    <a:pt x="4851" y="466"/>
                  </a:lnTo>
                  <a:lnTo>
                    <a:pt x="4851" y="454"/>
                  </a:lnTo>
                  <a:lnTo>
                    <a:pt x="4852" y="0"/>
                  </a:lnTo>
                  <a:lnTo>
                    <a:pt x="4852" y="0"/>
                  </a:lnTo>
                  <a:lnTo>
                    <a:pt x="4853" y="0"/>
                  </a:lnTo>
                  <a:lnTo>
                    <a:pt x="4853" y="552"/>
                  </a:lnTo>
                  <a:lnTo>
                    <a:pt x="4853" y="552"/>
                  </a:lnTo>
                  <a:lnTo>
                    <a:pt x="4854" y="552"/>
                  </a:lnTo>
                  <a:lnTo>
                    <a:pt x="4855" y="552"/>
                  </a:lnTo>
                  <a:lnTo>
                    <a:pt x="4855" y="552"/>
                  </a:lnTo>
                  <a:lnTo>
                    <a:pt x="4856" y="531"/>
                  </a:lnTo>
                  <a:lnTo>
                    <a:pt x="4856" y="520"/>
                  </a:lnTo>
                  <a:lnTo>
                    <a:pt x="4857" y="0"/>
                  </a:lnTo>
                  <a:lnTo>
                    <a:pt x="4857" y="0"/>
                  </a:lnTo>
                  <a:lnTo>
                    <a:pt x="4857" y="0"/>
                  </a:lnTo>
                  <a:lnTo>
                    <a:pt x="4858" y="552"/>
                  </a:lnTo>
                  <a:lnTo>
                    <a:pt x="4858" y="552"/>
                  </a:lnTo>
                  <a:lnTo>
                    <a:pt x="4858" y="552"/>
                  </a:lnTo>
                  <a:lnTo>
                    <a:pt x="4860" y="552"/>
                  </a:lnTo>
                  <a:lnTo>
                    <a:pt x="4860" y="552"/>
                  </a:lnTo>
                  <a:lnTo>
                    <a:pt x="4861" y="552"/>
                  </a:lnTo>
                  <a:lnTo>
                    <a:pt x="4861" y="552"/>
                  </a:lnTo>
                  <a:lnTo>
                    <a:pt x="4862" y="37"/>
                  </a:lnTo>
                  <a:lnTo>
                    <a:pt x="4862" y="25"/>
                  </a:lnTo>
                  <a:lnTo>
                    <a:pt x="4862" y="0"/>
                  </a:lnTo>
                  <a:lnTo>
                    <a:pt x="4863" y="1"/>
                  </a:lnTo>
                  <a:lnTo>
                    <a:pt x="4863" y="2"/>
                  </a:lnTo>
                  <a:lnTo>
                    <a:pt x="4864" y="552"/>
                  </a:lnTo>
                  <a:lnTo>
                    <a:pt x="4864" y="552"/>
                  </a:lnTo>
                  <a:lnTo>
                    <a:pt x="4864" y="552"/>
                  </a:lnTo>
                  <a:lnTo>
                    <a:pt x="4866" y="552"/>
                  </a:lnTo>
                  <a:lnTo>
                    <a:pt x="4866" y="552"/>
                  </a:lnTo>
                  <a:lnTo>
                    <a:pt x="4867" y="0"/>
                  </a:lnTo>
                  <a:lnTo>
                    <a:pt x="4867" y="0"/>
                  </a:lnTo>
                  <a:lnTo>
                    <a:pt x="4867" y="0"/>
                  </a:lnTo>
                  <a:lnTo>
                    <a:pt x="4868" y="0"/>
                  </a:lnTo>
                  <a:lnTo>
                    <a:pt x="4868" y="0"/>
                  </a:lnTo>
                  <a:lnTo>
                    <a:pt x="4869" y="0"/>
                  </a:lnTo>
                  <a:lnTo>
                    <a:pt x="4869" y="0"/>
                  </a:lnTo>
                  <a:lnTo>
                    <a:pt x="4870" y="552"/>
                  </a:lnTo>
                  <a:lnTo>
                    <a:pt x="4870" y="552"/>
                  </a:lnTo>
                  <a:lnTo>
                    <a:pt x="4870" y="552"/>
                  </a:lnTo>
                  <a:lnTo>
                    <a:pt x="4872" y="552"/>
                  </a:lnTo>
                  <a:lnTo>
                    <a:pt x="4872" y="552"/>
                  </a:lnTo>
                  <a:lnTo>
                    <a:pt x="4872" y="0"/>
                  </a:lnTo>
                  <a:lnTo>
                    <a:pt x="4873" y="89"/>
                  </a:lnTo>
                  <a:lnTo>
                    <a:pt x="4873" y="112"/>
                  </a:lnTo>
                  <a:lnTo>
                    <a:pt x="4874" y="510"/>
                  </a:lnTo>
                  <a:lnTo>
                    <a:pt x="4874" y="515"/>
                  </a:lnTo>
                  <a:lnTo>
                    <a:pt x="4874" y="552"/>
                  </a:lnTo>
                  <a:lnTo>
                    <a:pt x="4875" y="552"/>
                  </a:lnTo>
                  <a:lnTo>
                    <a:pt x="4875" y="552"/>
                  </a:lnTo>
                  <a:lnTo>
                    <a:pt x="4876" y="552"/>
                  </a:lnTo>
                  <a:lnTo>
                    <a:pt x="4876" y="552"/>
                  </a:lnTo>
                  <a:lnTo>
                    <a:pt x="4878" y="102"/>
                  </a:lnTo>
                  <a:lnTo>
                    <a:pt x="4878" y="80"/>
                  </a:lnTo>
                  <a:lnTo>
                    <a:pt x="4878" y="0"/>
                  </a:lnTo>
                  <a:lnTo>
                    <a:pt x="4879" y="0"/>
                  </a:lnTo>
                  <a:lnTo>
                    <a:pt x="4879" y="0"/>
                  </a:lnTo>
                  <a:lnTo>
                    <a:pt x="4880" y="552"/>
                  </a:lnTo>
                  <a:lnTo>
                    <a:pt x="4880" y="552"/>
                  </a:lnTo>
                  <a:lnTo>
                    <a:pt x="4880" y="552"/>
                  </a:lnTo>
                  <a:lnTo>
                    <a:pt x="4881" y="552"/>
                  </a:lnTo>
                  <a:lnTo>
                    <a:pt x="4881" y="552"/>
                  </a:lnTo>
                  <a:lnTo>
                    <a:pt x="4882" y="552"/>
                  </a:lnTo>
                  <a:lnTo>
                    <a:pt x="4882" y="552"/>
                  </a:lnTo>
                  <a:lnTo>
                    <a:pt x="4884" y="511"/>
                  </a:lnTo>
                  <a:lnTo>
                    <a:pt x="4884" y="503"/>
                  </a:lnTo>
                  <a:lnTo>
                    <a:pt x="4884" y="0"/>
                  </a:lnTo>
                  <a:lnTo>
                    <a:pt x="4885" y="0"/>
                  </a:lnTo>
                  <a:lnTo>
                    <a:pt x="4885" y="0"/>
                  </a:lnTo>
                  <a:lnTo>
                    <a:pt x="4885" y="552"/>
                  </a:lnTo>
                  <a:lnTo>
                    <a:pt x="4886" y="552"/>
                  </a:lnTo>
                  <a:lnTo>
                    <a:pt x="4886" y="552"/>
                  </a:lnTo>
                  <a:lnTo>
                    <a:pt x="4887" y="552"/>
                  </a:lnTo>
                  <a:lnTo>
                    <a:pt x="4887" y="552"/>
                  </a:lnTo>
                  <a:lnTo>
                    <a:pt x="4888" y="485"/>
                  </a:lnTo>
                  <a:lnTo>
                    <a:pt x="4888" y="552"/>
                  </a:lnTo>
                  <a:lnTo>
                    <a:pt x="4888" y="552"/>
                  </a:lnTo>
                  <a:lnTo>
                    <a:pt x="4890" y="0"/>
                  </a:lnTo>
                  <a:lnTo>
                    <a:pt x="4890" y="0"/>
                  </a:lnTo>
                  <a:lnTo>
                    <a:pt x="4890" y="0"/>
                  </a:lnTo>
                  <a:lnTo>
                    <a:pt x="4891" y="552"/>
                  </a:lnTo>
                  <a:lnTo>
                    <a:pt x="4891" y="552"/>
                  </a:lnTo>
                  <a:lnTo>
                    <a:pt x="4891" y="552"/>
                  </a:lnTo>
                  <a:lnTo>
                    <a:pt x="4892" y="552"/>
                  </a:lnTo>
                  <a:lnTo>
                    <a:pt x="4892" y="552"/>
                  </a:lnTo>
                  <a:lnTo>
                    <a:pt x="4893" y="506"/>
                  </a:lnTo>
                  <a:lnTo>
                    <a:pt x="4893" y="552"/>
                  </a:lnTo>
                  <a:lnTo>
                    <a:pt x="4893" y="552"/>
                  </a:lnTo>
                  <a:lnTo>
                    <a:pt x="4894" y="0"/>
                  </a:lnTo>
                  <a:lnTo>
                    <a:pt x="4894" y="0"/>
                  </a:lnTo>
                  <a:lnTo>
                    <a:pt x="4894" y="0"/>
                  </a:lnTo>
                  <a:lnTo>
                    <a:pt x="4896" y="552"/>
                  </a:lnTo>
                  <a:lnTo>
                    <a:pt x="4896" y="552"/>
                  </a:lnTo>
                  <a:lnTo>
                    <a:pt x="4896" y="552"/>
                  </a:lnTo>
                  <a:lnTo>
                    <a:pt x="4897" y="552"/>
                  </a:lnTo>
                  <a:lnTo>
                    <a:pt x="4897" y="552"/>
                  </a:lnTo>
                  <a:lnTo>
                    <a:pt x="4898" y="552"/>
                  </a:lnTo>
                  <a:lnTo>
                    <a:pt x="4898" y="552"/>
                  </a:lnTo>
                  <a:lnTo>
                    <a:pt x="4898" y="552"/>
                  </a:lnTo>
                  <a:lnTo>
                    <a:pt x="4899" y="0"/>
                  </a:lnTo>
                  <a:lnTo>
                    <a:pt x="4899" y="250"/>
                  </a:lnTo>
                  <a:lnTo>
                    <a:pt x="4899" y="250"/>
                  </a:lnTo>
                  <a:lnTo>
                    <a:pt x="4900" y="422"/>
                  </a:lnTo>
                  <a:lnTo>
                    <a:pt x="4900" y="407"/>
                  </a:lnTo>
                  <a:lnTo>
                    <a:pt x="4901" y="409"/>
                  </a:lnTo>
                  <a:lnTo>
                    <a:pt x="4901" y="552"/>
                  </a:lnTo>
                  <a:lnTo>
                    <a:pt x="4902" y="331"/>
                  </a:lnTo>
                  <a:lnTo>
                    <a:pt x="4902" y="314"/>
                  </a:lnTo>
                  <a:lnTo>
                    <a:pt x="4902" y="0"/>
                  </a:lnTo>
                  <a:lnTo>
                    <a:pt x="4903" y="240"/>
                  </a:lnTo>
                  <a:lnTo>
                    <a:pt x="4903" y="245"/>
                  </a:lnTo>
                  <a:lnTo>
                    <a:pt x="4903" y="259"/>
                  </a:lnTo>
                  <a:lnTo>
                    <a:pt x="4904" y="0"/>
                  </a:lnTo>
                  <a:lnTo>
                    <a:pt x="4904" y="0"/>
                  </a:lnTo>
                  <a:lnTo>
                    <a:pt x="4905" y="0"/>
                  </a:lnTo>
                  <a:lnTo>
                    <a:pt x="4906" y="0"/>
                  </a:lnTo>
                  <a:lnTo>
                    <a:pt x="4906" y="552"/>
                  </a:lnTo>
                  <a:lnTo>
                    <a:pt x="4906" y="552"/>
                  </a:lnTo>
                  <a:lnTo>
                    <a:pt x="4907" y="552"/>
                  </a:lnTo>
                  <a:lnTo>
                    <a:pt x="4908" y="552"/>
                  </a:lnTo>
                  <a:lnTo>
                    <a:pt x="4908" y="552"/>
                  </a:lnTo>
                  <a:lnTo>
                    <a:pt x="4909" y="535"/>
                  </a:lnTo>
                  <a:lnTo>
                    <a:pt x="4909" y="535"/>
                  </a:lnTo>
                  <a:lnTo>
                    <a:pt x="4909" y="552"/>
                  </a:lnTo>
                  <a:lnTo>
                    <a:pt x="4910" y="403"/>
                  </a:lnTo>
                  <a:lnTo>
                    <a:pt x="4910" y="403"/>
                  </a:lnTo>
                  <a:lnTo>
                    <a:pt x="4911" y="514"/>
                  </a:lnTo>
                  <a:lnTo>
                    <a:pt x="4911" y="0"/>
                  </a:lnTo>
                  <a:lnTo>
                    <a:pt x="4911" y="3"/>
                  </a:lnTo>
                  <a:lnTo>
                    <a:pt x="4912" y="5"/>
                  </a:lnTo>
                  <a:lnTo>
                    <a:pt x="4912" y="123"/>
                  </a:lnTo>
                  <a:lnTo>
                    <a:pt x="4913" y="0"/>
                  </a:lnTo>
                  <a:lnTo>
                    <a:pt x="4913" y="1"/>
                  </a:lnTo>
                  <a:lnTo>
                    <a:pt x="4913" y="2"/>
                  </a:lnTo>
                  <a:lnTo>
                    <a:pt x="4914" y="320"/>
                  </a:lnTo>
                  <a:lnTo>
                    <a:pt x="4914" y="322"/>
                  </a:lnTo>
                  <a:lnTo>
                    <a:pt x="4915" y="551"/>
                  </a:lnTo>
                  <a:lnTo>
                    <a:pt x="4915" y="552"/>
                  </a:lnTo>
                  <a:lnTo>
                    <a:pt x="4915" y="552"/>
                  </a:lnTo>
                  <a:lnTo>
                    <a:pt x="4916" y="0"/>
                  </a:lnTo>
                  <a:lnTo>
                    <a:pt x="4916" y="0"/>
                  </a:lnTo>
                  <a:lnTo>
                    <a:pt x="4916" y="0"/>
                  </a:lnTo>
                  <a:lnTo>
                    <a:pt x="4917" y="552"/>
                  </a:lnTo>
                  <a:lnTo>
                    <a:pt x="4917" y="552"/>
                  </a:lnTo>
                  <a:lnTo>
                    <a:pt x="4918" y="552"/>
                  </a:lnTo>
                  <a:lnTo>
                    <a:pt x="4919" y="500"/>
                  </a:lnTo>
                  <a:lnTo>
                    <a:pt x="4919" y="508"/>
                  </a:lnTo>
                  <a:lnTo>
                    <a:pt x="4919" y="510"/>
                  </a:lnTo>
                  <a:lnTo>
                    <a:pt x="4919" y="552"/>
                  </a:lnTo>
                  <a:lnTo>
                    <a:pt x="4920" y="482"/>
                  </a:lnTo>
                  <a:lnTo>
                    <a:pt x="4920" y="468"/>
                  </a:lnTo>
                  <a:lnTo>
                    <a:pt x="4920" y="0"/>
                  </a:lnTo>
                  <a:lnTo>
                    <a:pt x="4921" y="0"/>
                  </a:lnTo>
                  <a:lnTo>
                    <a:pt x="4921" y="0"/>
                  </a:lnTo>
                  <a:lnTo>
                    <a:pt x="4922" y="552"/>
                  </a:lnTo>
                  <a:lnTo>
                    <a:pt x="4922" y="552"/>
                  </a:lnTo>
                  <a:lnTo>
                    <a:pt x="4922" y="552"/>
                  </a:lnTo>
                  <a:lnTo>
                    <a:pt x="4923" y="543"/>
                  </a:lnTo>
                  <a:lnTo>
                    <a:pt x="4923" y="537"/>
                  </a:lnTo>
                  <a:lnTo>
                    <a:pt x="4925" y="0"/>
                  </a:lnTo>
                  <a:lnTo>
                    <a:pt x="4925" y="0"/>
                  </a:lnTo>
                  <a:lnTo>
                    <a:pt x="4926" y="386"/>
                  </a:lnTo>
                  <a:lnTo>
                    <a:pt x="4926" y="420"/>
                  </a:lnTo>
                  <a:lnTo>
                    <a:pt x="4926" y="552"/>
                  </a:lnTo>
                  <a:lnTo>
                    <a:pt x="4927" y="552"/>
                  </a:lnTo>
                  <a:lnTo>
                    <a:pt x="4927" y="552"/>
                  </a:lnTo>
                  <a:lnTo>
                    <a:pt x="4928" y="552"/>
                  </a:lnTo>
                  <a:lnTo>
                    <a:pt x="4928" y="552"/>
                  </a:lnTo>
                  <a:lnTo>
                    <a:pt x="4929" y="0"/>
                  </a:lnTo>
                  <a:lnTo>
                    <a:pt x="4929" y="0"/>
                  </a:lnTo>
                  <a:lnTo>
                    <a:pt x="4929" y="0"/>
                  </a:lnTo>
                  <a:lnTo>
                    <a:pt x="4931" y="105"/>
                  </a:lnTo>
                  <a:lnTo>
                    <a:pt x="4931" y="118"/>
                  </a:lnTo>
                  <a:lnTo>
                    <a:pt x="4931" y="552"/>
                  </a:lnTo>
                  <a:lnTo>
                    <a:pt x="4932" y="552"/>
                  </a:lnTo>
                  <a:lnTo>
                    <a:pt x="4932" y="552"/>
                  </a:lnTo>
                  <a:lnTo>
                    <a:pt x="4933" y="552"/>
                  </a:lnTo>
                  <a:lnTo>
                    <a:pt x="4933" y="552"/>
                  </a:lnTo>
                  <a:lnTo>
                    <a:pt x="4934" y="552"/>
                  </a:lnTo>
                  <a:lnTo>
                    <a:pt x="4934" y="552"/>
                  </a:lnTo>
                  <a:lnTo>
                    <a:pt x="4935" y="147"/>
                  </a:lnTo>
                  <a:lnTo>
                    <a:pt x="4935" y="120"/>
                  </a:lnTo>
                  <a:lnTo>
                    <a:pt x="4936" y="0"/>
                  </a:lnTo>
                  <a:lnTo>
                    <a:pt x="4937" y="108"/>
                  </a:lnTo>
                  <a:lnTo>
                    <a:pt x="4937" y="137"/>
                  </a:lnTo>
                  <a:lnTo>
                    <a:pt x="4937" y="552"/>
                  </a:lnTo>
                  <a:lnTo>
                    <a:pt x="4938" y="552"/>
                  </a:lnTo>
                  <a:lnTo>
                    <a:pt x="4938" y="552"/>
                  </a:lnTo>
                  <a:lnTo>
                    <a:pt x="4939" y="552"/>
                  </a:lnTo>
                  <a:lnTo>
                    <a:pt x="4939" y="552"/>
                  </a:lnTo>
                  <a:lnTo>
                    <a:pt x="4940" y="0"/>
                  </a:lnTo>
                  <a:lnTo>
                    <a:pt x="4940" y="0"/>
                  </a:lnTo>
                  <a:lnTo>
                    <a:pt x="4940" y="1"/>
                  </a:lnTo>
                  <a:lnTo>
                    <a:pt x="4941" y="552"/>
                  </a:lnTo>
                  <a:lnTo>
                    <a:pt x="4941" y="552"/>
                  </a:lnTo>
                  <a:lnTo>
                    <a:pt x="4941" y="552"/>
                  </a:lnTo>
                  <a:lnTo>
                    <a:pt x="4943" y="0"/>
                  </a:lnTo>
                  <a:lnTo>
                    <a:pt x="4943" y="0"/>
                  </a:lnTo>
                  <a:lnTo>
                    <a:pt x="4943" y="0"/>
                  </a:lnTo>
                  <a:lnTo>
                    <a:pt x="4943" y="552"/>
                  </a:lnTo>
                  <a:lnTo>
                    <a:pt x="4944" y="552"/>
                  </a:lnTo>
                  <a:lnTo>
                    <a:pt x="4944" y="552"/>
                  </a:lnTo>
                  <a:lnTo>
                    <a:pt x="4945" y="552"/>
                  </a:lnTo>
                  <a:lnTo>
                    <a:pt x="4945" y="552"/>
                  </a:lnTo>
                  <a:lnTo>
                    <a:pt x="4946" y="552"/>
                  </a:lnTo>
                  <a:lnTo>
                    <a:pt x="4946" y="552"/>
                  </a:lnTo>
                  <a:lnTo>
                    <a:pt x="4947" y="0"/>
                  </a:lnTo>
                  <a:lnTo>
                    <a:pt x="4947" y="0"/>
                  </a:lnTo>
                  <a:lnTo>
                    <a:pt x="4947" y="0"/>
                  </a:lnTo>
                  <a:lnTo>
                    <a:pt x="4948" y="552"/>
                  </a:lnTo>
                  <a:lnTo>
                    <a:pt x="4949" y="552"/>
                  </a:lnTo>
                  <a:lnTo>
                    <a:pt x="4949" y="552"/>
                  </a:lnTo>
                  <a:lnTo>
                    <a:pt x="4950" y="552"/>
                  </a:lnTo>
                  <a:lnTo>
                    <a:pt x="4950" y="552"/>
                  </a:lnTo>
                  <a:lnTo>
                    <a:pt x="4951" y="552"/>
                  </a:lnTo>
                  <a:lnTo>
                    <a:pt x="4951" y="552"/>
                  </a:lnTo>
                  <a:lnTo>
                    <a:pt x="4952" y="89"/>
                  </a:lnTo>
                  <a:lnTo>
                    <a:pt x="4952" y="69"/>
                  </a:lnTo>
                  <a:lnTo>
                    <a:pt x="4953" y="0"/>
                  </a:lnTo>
                  <a:lnTo>
                    <a:pt x="4953" y="0"/>
                  </a:lnTo>
                  <a:lnTo>
                    <a:pt x="4953" y="0"/>
                  </a:lnTo>
                  <a:lnTo>
                    <a:pt x="4955" y="235"/>
                  </a:lnTo>
                  <a:lnTo>
                    <a:pt x="4955" y="240"/>
                  </a:lnTo>
                  <a:lnTo>
                    <a:pt x="4955" y="552"/>
                  </a:lnTo>
                  <a:lnTo>
                    <a:pt x="4956" y="552"/>
                  </a:lnTo>
                  <a:lnTo>
                    <a:pt x="4956" y="552"/>
                  </a:lnTo>
                  <a:lnTo>
                    <a:pt x="4957" y="0"/>
                  </a:lnTo>
                  <a:lnTo>
                    <a:pt x="4957" y="188"/>
                  </a:lnTo>
                  <a:lnTo>
                    <a:pt x="4957" y="210"/>
                  </a:lnTo>
                  <a:lnTo>
                    <a:pt x="4958" y="552"/>
                  </a:lnTo>
                  <a:lnTo>
                    <a:pt x="4958" y="552"/>
                  </a:lnTo>
                  <a:lnTo>
                    <a:pt x="4958" y="552"/>
                  </a:lnTo>
                  <a:lnTo>
                    <a:pt x="4959" y="552"/>
                  </a:lnTo>
                  <a:lnTo>
                    <a:pt x="4959" y="552"/>
                  </a:lnTo>
                  <a:lnTo>
                    <a:pt x="4960" y="376"/>
                  </a:lnTo>
                  <a:lnTo>
                    <a:pt x="4961" y="552"/>
                  </a:lnTo>
                  <a:lnTo>
                    <a:pt x="4961" y="548"/>
                  </a:lnTo>
                  <a:lnTo>
                    <a:pt x="4961" y="546"/>
                  </a:lnTo>
                  <a:lnTo>
                    <a:pt x="4961" y="552"/>
                  </a:lnTo>
                  <a:lnTo>
                    <a:pt x="4962" y="0"/>
                  </a:lnTo>
                  <a:lnTo>
                    <a:pt x="4962" y="0"/>
                  </a:lnTo>
                  <a:lnTo>
                    <a:pt x="4962" y="0"/>
                  </a:lnTo>
                  <a:lnTo>
                    <a:pt x="4963" y="337"/>
                  </a:lnTo>
                  <a:lnTo>
                    <a:pt x="4963" y="338"/>
                  </a:lnTo>
                  <a:lnTo>
                    <a:pt x="4963" y="337"/>
                  </a:lnTo>
                  <a:lnTo>
                    <a:pt x="4964" y="552"/>
                  </a:lnTo>
                  <a:lnTo>
                    <a:pt x="4964" y="552"/>
                  </a:lnTo>
                  <a:lnTo>
                    <a:pt x="4965" y="552"/>
                  </a:lnTo>
                  <a:lnTo>
                    <a:pt x="4966" y="552"/>
                  </a:lnTo>
                  <a:lnTo>
                    <a:pt x="4966" y="552"/>
                  </a:lnTo>
                  <a:lnTo>
                    <a:pt x="4967" y="233"/>
                  </a:lnTo>
                  <a:lnTo>
                    <a:pt x="4967" y="224"/>
                  </a:lnTo>
                  <a:lnTo>
                    <a:pt x="4967" y="0"/>
                  </a:lnTo>
                  <a:lnTo>
                    <a:pt x="4968" y="0"/>
                  </a:lnTo>
                  <a:lnTo>
                    <a:pt x="4968" y="0"/>
                  </a:lnTo>
                  <a:lnTo>
                    <a:pt x="4969" y="552"/>
                  </a:lnTo>
                  <a:lnTo>
                    <a:pt x="4969" y="552"/>
                  </a:lnTo>
                  <a:lnTo>
                    <a:pt x="4969" y="552"/>
                  </a:lnTo>
                  <a:lnTo>
                    <a:pt x="4970" y="0"/>
                  </a:lnTo>
                  <a:lnTo>
                    <a:pt x="4970" y="0"/>
                  </a:lnTo>
                  <a:lnTo>
                    <a:pt x="4971" y="0"/>
                  </a:lnTo>
                  <a:lnTo>
                    <a:pt x="4972" y="552"/>
                  </a:lnTo>
                  <a:lnTo>
                    <a:pt x="4972" y="552"/>
                  </a:lnTo>
                  <a:lnTo>
                    <a:pt x="4972" y="552"/>
                  </a:lnTo>
                  <a:lnTo>
                    <a:pt x="4973" y="552"/>
                  </a:lnTo>
                  <a:lnTo>
                    <a:pt x="4973" y="552"/>
                  </a:lnTo>
                  <a:lnTo>
                    <a:pt x="4974" y="552"/>
                  </a:lnTo>
                  <a:lnTo>
                    <a:pt x="4974" y="552"/>
                  </a:lnTo>
                  <a:lnTo>
                    <a:pt x="4975" y="0"/>
                  </a:lnTo>
                  <a:lnTo>
                    <a:pt x="4975" y="0"/>
                  </a:lnTo>
                  <a:lnTo>
                    <a:pt x="4975" y="0"/>
                  </a:lnTo>
                  <a:lnTo>
                    <a:pt x="4976" y="552"/>
                  </a:lnTo>
                  <a:lnTo>
                    <a:pt x="4976" y="552"/>
                  </a:lnTo>
                  <a:lnTo>
                    <a:pt x="4977" y="552"/>
                  </a:lnTo>
                  <a:lnTo>
                    <a:pt x="4978" y="552"/>
                  </a:lnTo>
                  <a:lnTo>
                    <a:pt x="4978" y="552"/>
                  </a:lnTo>
                  <a:lnTo>
                    <a:pt x="4979" y="552"/>
                  </a:lnTo>
                  <a:lnTo>
                    <a:pt x="4979" y="552"/>
                  </a:lnTo>
                  <a:lnTo>
                    <a:pt x="4980" y="374"/>
                  </a:lnTo>
                  <a:lnTo>
                    <a:pt x="4980" y="367"/>
                  </a:lnTo>
                  <a:lnTo>
                    <a:pt x="4981" y="0"/>
                  </a:lnTo>
                  <a:lnTo>
                    <a:pt x="4981" y="0"/>
                  </a:lnTo>
                  <a:lnTo>
                    <a:pt x="4981" y="0"/>
                  </a:lnTo>
                  <a:lnTo>
                    <a:pt x="4982" y="552"/>
                  </a:lnTo>
                  <a:lnTo>
                    <a:pt x="4982" y="552"/>
                  </a:lnTo>
                  <a:lnTo>
                    <a:pt x="4982" y="552"/>
                  </a:lnTo>
                  <a:lnTo>
                    <a:pt x="4984" y="552"/>
                  </a:lnTo>
                  <a:lnTo>
                    <a:pt x="4984" y="552"/>
                  </a:lnTo>
                  <a:lnTo>
                    <a:pt x="4985" y="116"/>
                  </a:lnTo>
                  <a:lnTo>
                    <a:pt x="4985" y="105"/>
                  </a:lnTo>
                  <a:lnTo>
                    <a:pt x="4985" y="78"/>
                  </a:lnTo>
                  <a:lnTo>
                    <a:pt x="4986" y="552"/>
                  </a:lnTo>
                  <a:lnTo>
                    <a:pt x="4986" y="552"/>
                  </a:lnTo>
                  <a:lnTo>
                    <a:pt x="4986" y="552"/>
                  </a:lnTo>
                  <a:lnTo>
                    <a:pt x="4987" y="552"/>
                  </a:lnTo>
                  <a:lnTo>
                    <a:pt x="4987" y="552"/>
                  </a:lnTo>
                  <a:lnTo>
                    <a:pt x="4987" y="549"/>
                  </a:lnTo>
                  <a:lnTo>
                    <a:pt x="4988" y="552"/>
                  </a:lnTo>
                  <a:lnTo>
                    <a:pt x="4988" y="552"/>
                  </a:lnTo>
                  <a:lnTo>
                    <a:pt x="4989" y="0"/>
                  </a:lnTo>
                  <a:lnTo>
                    <a:pt x="4990" y="0"/>
                  </a:lnTo>
                  <a:lnTo>
                    <a:pt x="4990" y="0"/>
                  </a:lnTo>
                  <a:lnTo>
                    <a:pt x="4991" y="552"/>
                  </a:lnTo>
                  <a:lnTo>
                    <a:pt x="4991" y="552"/>
                  </a:lnTo>
                  <a:lnTo>
                    <a:pt x="4991" y="552"/>
                  </a:lnTo>
                  <a:lnTo>
                    <a:pt x="4992" y="0"/>
                  </a:lnTo>
                  <a:lnTo>
                    <a:pt x="4992" y="216"/>
                  </a:lnTo>
                  <a:lnTo>
                    <a:pt x="4992" y="230"/>
                  </a:lnTo>
                  <a:lnTo>
                    <a:pt x="4993" y="552"/>
                  </a:lnTo>
                  <a:lnTo>
                    <a:pt x="4993" y="552"/>
                  </a:lnTo>
                  <a:lnTo>
                    <a:pt x="4993" y="552"/>
                  </a:lnTo>
                  <a:lnTo>
                    <a:pt x="4994" y="0"/>
                  </a:lnTo>
                  <a:lnTo>
                    <a:pt x="4994" y="0"/>
                  </a:lnTo>
                  <a:lnTo>
                    <a:pt x="4994" y="0"/>
                  </a:lnTo>
                  <a:lnTo>
                    <a:pt x="4995" y="552"/>
                  </a:lnTo>
                  <a:lnTo>
                    <a:pt x="4996" y="552"/>
                  </a:lnTo>
                  <a:lnTo>
                    <a:pt x="4996" y="552"/>
                  </a:lnTo>
                  <a:lnTo>
                    <a:pt x="4997" y="0"/>
                  </a:lnTo>
                  <a:lnTo>
                    <a:pt x="4997" y="0"/>
                  </a:lnTo>
                  <a:lnTo>
                    <a:pt x="4997" y="0"/>
                  </a:lnTo>
                  <a:lnTo>
                    <a:pt x="4998" y="552"/>
                  </a:lnTo>
                  <a:lnTo>
                    <a:pt x="4998" y="552"/>
                  </a:lnTo>
                  <a:lnTo>
                    <a:pt x="4998" y="552"/>
                  </a:lnTo>
                  <a:lnTo>
                    <a:pt x="4999" y="552"/>
                  </a:lnTo>
                  <a:lnTo>
                    <a:pt x="4999" y="552"/>
                  </a:lnTo>
                  <a:lnTo>
                    <a:pt x="5000" y="552"/>
                  </a:lnTo>
                  <a:lnTo>
                    <a:pt x="5000" y="552"/>
                  </a:lnTo>
                  <a:lnTo>
                    <a:pt x="5002" y="0"/>
                  </a:lnTo>
                  <a:lnTo>
                    <a:pt x="5002" y="0"/>
                  </a:lnTo>
                  <a:lnTo>
                    <a:pt x="5002" y="0"/>
                  </a:lnTo>
                  <a:lnTo>
                    <a:pt x="5003" y="276"/>
                  </a:lnTo>
                  <a:lnTo>
                    <a:pt x="5003" y="303"/>
                  </a:lnTo>
                  <a:lnTo>
                    <a:pt x="5003" y="552"/>
                  </a:lnTo>
                  <a:lnTo>
                    <a:pt x="5004" y="552"/>
                  </a:lnTo>
                  <a:lnTo>
                    <a:pt x="5004" y="552"/>
                  </a:lnTo>
                  <a:lnTo>
                    <a:pt x="5005" y="492"/>
                  </a:lnTo>
                  <a:lnTo>
                    <a:pt x="5005" y="480"/>
                  </a:lnTo>
                  <a:lnTo>
                    <a:pt x="5006" y="0"/>
                  </a:lnTo>
                  <a:lnTo>
                    <a:pt x="5006" y="0"/>
                  </a:lnTo>
                  <a:lnTo>
                    <a:pt x="5006" y="0"/>
                  </a:lnTo>
                  <a:lnTo>
                    <a:pt x="5007" y="552"/>
                  </a:lnTo>
                  <a:lnTo>
                    <a:pt x="5008" y="552"/>
                  </a:lnTo>
                  <a:lnTo>
                    <a:pt x="5008" y="552"/>
                  </a:lnTo>
                  <a:lnTo>
                    <a:pt x="5009" y="244"/>
                  </a:lnTo>
                  <a:lnTo>
                    <a:pt x="5009" y="225"/>
                  </a:lnTo>
                  <a:lnTo>
                    <a:pt x="5009" y="0"/>
                  </a:lnTo>
                  <a:lnTo>
                    <a:pt x="5010" y="24"/>
                  </a:lnTo>
                  <a:lnTo>
                    <a:pt x="5010" y="25"/>
                  </a:lnTo>
                  <a:lnTo>
                    <a:pt x="5011" y="0"/>
                  </a:lnTo>
                  <a:lnTo>
                    <a:pt x="5011" y="386"/>
                  </a:lnTo>
                  <a:lnTo>
                    <a:pt x="5011" y="418"/>
                  </a:lnTo>
                  <a:lnTo>
                    <a:pt x="5012" y="552"/>
                  </a:lnTo>
                  <a:lnTo>
                    <a:pt x="5012" y="0"/>
                  </a:lnTo>
                  <a:lnTo>
                    <a:pt x="5012" y="0"/>
                  </a:lnTo>
                  <a:lnTo>
                    <a:pt x="5012" y="0"/>
                  </a:lnTo>
                  <a:lnTo>
                    <a:pt x="5014" y="497"/>
                  </a:lnTo>
                  <a:lnTo>
                    <a:pt x="5014" y="508"/>
                  </a:lnTo>
                  <a:lnTo>
                    <a:pt x="5014" y="552"/>
                  </a:lnTo>
                  <a:lnTo>
                    <a:pt x="5015" y="552"/>
                  </a:lnTo>
                  <a:lnTo>
                    <a:pt x="5015" y="552"/>
                  </a:lnTo>
                  <a:lnTo>
                    <a:pt x="5016" y="0"/>
                  </a:lnTo>
                  <a:lnTo>
                    <a:pt x="5016" y="0"/>
                  </a:lnTo>
                  <a:lnTo>
                    <a:pt x="5016" y="0"/>
                  </a:lnTo>
                  <a:lnTo>
                    <a:pt x="5017" y="400"/>
                  </a:lnTo>
                  <a:lnTo>
                    <a:pt x="5017" y="410"/>
                  </a:lnTo>
                  <a:lnTo>
                    <a:pt x="5018" y="552"/>
                  </a:lnTo>
                  <a:lnTo>
                    <a:pt x="5019" y="552"/>
                  </a:lnTo>
                  <a:lnTo>
                    <a:pt x="5019" y="552"/>
                  </a:lnTo>
                  <a:lnTo>
                    <a:pt x="5020" y="552"/>
                  </a:lnTo>
                  <a:lnTo>
                    <a:pt x="5020" y="552"/>
                  </a:lnTo>
                  <a:lnTo>
                    <a:pt x="5021" y="552"/>
                  </a:lnTo>
                  <a:lnTo>
                    <a:pt x="5021" y="551"/>
                  </a:lnTo>
                  <a:lnTo>
                    <a:pt x="5022" y="0"/>
                  </a:lnTo>
                  <a:lnTo>
                    <a:pt x="5022" y="0"/>
                  </a:lnTo>
                  <a:lnTo>
                    <a:pt x="5022" y="0"/>
                  </a:lnTo>
                  <a:lnTo>
                    <a:pt x="5023" y="531"/>
                  </a:lnTo>
                  <a:lnTo>
                    <a:pt x="5023" y="535"/>
                  </a:lnTo>
                  <a:lnTo>
                    <a:pt x="5024" y="552"/>
                  </a:lnTo>
                  <a:lnTo>
                    <a:pt x="5025" y="552"/>
                  </a:lnTo>
                  <a:lnTo>
                    <a:pt x="5025" y="552"/>
                  </a:lnTo>
                  <a:lnTo>
                    <a:pt x="5026" y="552"/>
                  </a:lnTo>
                  <a:lnTo>
                    <a:pt x="5026" y="552"/>
                  </a:lnTo>
                  <a:lnTo>
                    <a:pt x="5027" y="552"/>
                  </a:lnTo>
                  <a:lnTo>
                    <a:pt x="5027" y="552"/>
                  </a:lnTo>
                  <a:lnTo>
                    <a:pt x="5028" y="0"/>
                  </a:lnTo>
                  <a:lnTo>
                    <a:pt x="5028" y="0"/>
                  </a:lnTo>
                  <a:lnTo>
                    <a:pt x="5028" y="0"/>
                  </a:lnTo>
                  <a:lnTo>
                    <a:pt x="5029" y="552"/>
                  </a:lnTo>
                  <a:lnTo>
                    <a:pt x="5029" y="552"/>
                  </a:lnTo>
                  <a:lnTo>
                    <a:pt x="5030" y="552"/>
                  </a:lnTo>
                  <a:lnTo>
                    <a:pt x="5031" y="552"/>
                  </a:lnTo>
                  <a:lnTo>
                    <a:pt x="5031" y="552"/>
                  </a:lnTo>
                  <a:lnTo>
                    <a:pt x="5032" y="529"/>
                  </a:lnTo>
                  <a:lnTo>
                    <a:pt x="5032" y="519"/>
                  </a:lnTo>
                  <a:lnTo>
                    <a:pt x="5032" y="0"/>
                  </a:lnTo>
                  <a:lnTo>
                    <a:pt x="5033" y="0"/>
                  </a:lnTo>
                  <a:lnTo>
                    <a:pt x="5033" y="0"/>
                  </a:lnTo>
                  <a:lnTo>
                    <a:pt x="5034" y="552"/>
                  </a:lnTo>
                  <a:lnTo>
                    <a:pt x="5034" y="552"/>
                  </a:lnTo>
                  <a:lnTo>
                    <a:pt x="5034" y="552"/>
                  </a:lnTo>
                  <a:lnTo>
                    <a:pt x="5035" y="552"/>
                  </a:lnTo>
                  <a:lnTo>
                    <a:pt x="5036" y="552"/>
                  </a:lnTo>
                  <a:lnTo>
                    <a:pt x="5037" y="552"/>
                  </a:lnTo>
                  <a:lnTo>
                    <a:pt x="5037" y="552"/>
                  </a:lnTo>
                  <a:lnTo>
                    <a:pt x="5037" y="0"/>
                  </a:lnTo>
                  <a:lnTo>
                    <a:pt x="5038" y="0"/>
                  </a:lnTo>
                  <a:lnTo>
                    <a:pt x="5038" y="0"/>
                  </a:lnTo>
                  <a:lnTo>
                    <a:pt x="5039" y="552"/>
                  </a:lnTo>
                  <a:lnTo>
                    <a:pt x="5039" y="552"/>
                  </a:lnTo>
                  <a:lnTo>
                    <a:pt x="5039" y="552"/>
                  </a:lnTo>
                  <a:lnTo>
                    <a:pt x="5040" y="552"/>
                  </a:lnTo>
                  <a:lnTo>
                    <a:pt x="5040" y="552"/>
                  </a:lnTo>
                  <a:lnTo>
                    <a:pt x="5041" y="552"/>
                  </a:lnTo>
                  <a:lnTo>
                    <a:pt x="5042" y="551"/>
                  </a:lnTo>
                  <a:lnTo>
                    <a:pt x="5042" y="0"/>
                  </a:lnTo>
                  <a:lnTo>
                    <a:pt x="5043" y="0"/>
                  </a:lnTo>
                  <a:lnTo>
                    <a:pt x="5043" y="0"/>
                  </a:lnTo>
                  <a:lnTo>
                    <a:pt x="5044" y="552"/>
                  </a:lnTo>
                  <a:lnTo>
                    <a:pt x="5044" y="552"/>
                  </a:lnTo>
                  <a:lnTo>
                    <a:pt x="5044" y="552"/>
                  </a:lnTo>
                  <a:lnTo>
                    <a:pt x="5045" y="547"/>
                  </a:lnTo>
                  <a:lnTo>
                    <a:pt x="5045" y="542"/>
                  </a:lnTo>
                  <a:lnTo>
                    <a:pt x="5046" y="0"/>
                  </a:lnTo>
                  <a:lnTo>
                    <a:pt x="5046" y="0"/>
                  </a:lnTo>
                  <a:lnTo>
                    <a:pt x="5046" y="0"/>
                  </a:lnTo>
                  <a:lnTo>
                    <a:pt x="5047" y="552"/>
                  </a:lnTo>
                  <a:lnTo>
                    <a:pt x="5047" y="552"/>
                  </a:lnTo>
                  <a:lnTo>
                    <a:pt x="5047" y="552"/>
                  </a:lnTo>
                  <a:lnTo>
                    <a:pt x="5049" y="552"/>
                  </a:lnTo>
                  <a:lnTo>
                    <a:pt x="5049" y="552"/>
                  </a:lnTo>
                  <a:lnTo>
                    <a:pt x="5050" y="202"/>
                  </a:lnTo>
                  <a:lnTo>
                    <a:pt x="5050" y="217"/>
                  </a:lnTo>
                  <a:lnTo>
                    <a:pt x="5050" y="228"/>
                  </a:lnTo>
                  <a:lnTo>
                    <a:pt x="5050" y="552"/>
                  </a:lnTo>
                  <a:lnTo>
                    <a:pt x="5051" y="552"/>
                  </a:lnTo>
                  <a:lnTo>
                    <a:pt x="5051" y="552"/>
                  </a:lnTo>
                  <a:lnTo>
                    <a:pt x="5052" y="552"/>
                  </a:lnTo>
                  <a:lnTo>
                    <a:pt x="5052" y="551"/>
                  </a:lnTo>
                  <a:lnTo>
                    <a:pt x="5053" y="454"/>
                  </a:lnTo>
                  <a:lnTo>
                    <a:pt x="5053" y="443"/>
                  </a:lnTo>
                  <a:lnTo>
                    <a:pt x="5054" y="0"/>
                  </a:lnTo>
                  <a:lnTo>
                    <a:pt x="5055" y="0"/>
                  </a:lnTo>
                  <a:lnTo>
                    <a:pt x="5055" y="0"/>
                  </a:lnTo>
                  <a:lnTo>
                    <a:pt x="5056" y="552"/>
                  </a:lnTo>
                  <a:lnTo>
                    <a:pt x="5056" y="552"/>
                  </a:lnTo>
                  <a:lnTo>
                    <a:pt x="5056" y="552"/>
                  </a:lnTo>
                  <a:lnTo>
                    <a:pt x="5057" y="404"/>
                  </a:lnTo>
                  <a:lnTo>
                    <a:pt x="5057" y="401"/>
                  </a:lnTo>
                  <a:lnTo>
                    <a:pt x="5058" y="412"/>
                  </a:lnTo>
                  <a:lnTo>
                    <a:pt x="5058" y="248"/>
                  </a:lnTo>
                  <a:lnTo>
                    <a:pt x="5058" y="241"/>
                  </a:lnTo>
                  <a:lnTo>
                    <a:pt x="5059" y="0"/>
                  </a:lnTo>
                  <a:lnTo>
                    <a:pt x="5059" y="89"/>
                  </a:lnTo>
                  <a:lnTo>
                    <a:pt x="5059" y="106"/>
                  </a:lnTo>
                  <a:lnTo>
                    <a:pt x="5060" y="552"/>
                  </a:lnTo>
                  <a:lnTo>
                    <a:pt x="5061" y="552"/>
                  </a:lnTo>
                  <a:lnTo>
                    <a:pt x="5061" y="552"/>
                  </a:lnTo>
                  <a:lnTo>
                    <a:pt x="5061" y="529"/>
                  </a:lnTo>
                  <a:lnTo>
                    <a:pt x="5062" y="546"/>
                  </a:lnTo>
                  <a:lnTo>
                    <a:pt x="5062" y="542"/>
                  </a:lnTo>
                  <a:lnTo>
                    <a:pt x="5063" y="0"/>
                  </a:lnTo>
                  <a:lnTo>
                    <a:pt x="5063" y="0"/>
                  </a:lnTo>
                  <a:lnTo>
                    <a:pt x="5063" y="0"/>
                  </a:lnTo>
                  <a:lnTo>
                    <a:pt x="5064" y="552"/>
                  </a:lnTo>
                  <a:lnTo>
                    <a:pt x="5064" y="552"/>
                  </a:lnTo>
                  <a:lnTo>
                    <a:pt x="5064" y="552"/>
                  </a:lnTo>
                  <a:lnTo>
                    <a:pt x="5065" y="493"/>
                  </a:lnTo>
                  <a:lnTo>
                    <a:pt x="5065" y="526"/>
                  </a:lnTo>
                  <a:lnTo>
                    <a:pt x="5065" y="528"/>
                  </a:lnTo>
                  <a:lnTo>
                    <a:pt x="5066" y="552"/>
                  </a:lnTo>
                  <a:lnTo>
                    <a:pt x="5067" y="440"/>
                  </a:lnTo>
                  <a:lnTo>
                    <a:pt x="5067" y="428"/>
                  </a:lnTo>
                  <a:lnTo>
                    <a:pt x="5067" y="0"/>
                  </a:lnTo>
                  <a:lnTo>
                    <a:pt x="5068" y="0"/>
                  </a:lnTo>
                  <a:lnTo>
                    <a:pt x="5068" y="0"/>
                  </a:lnTo>
                  <a:lnTo>
                    <a:pt x="5069" y="552"/>
                  </a:lnTo>
                  <a:lnTo>
                    <a:pt x="5069" y="552"/>
                  </a:lnTo>
                  <a:lnTo>
                    <a:pt x="5069" y="552"/>
                  </a:lnTo>
                  <a:lnTo>
                    <a:pt x="5070" y="552"/>
                  </a:lnTo>
                  <a:lnTo>
                    <a:pt x="5070" y="552"/>
                  </a:lnTo>
                  <a:lnTo>
                    <a:pt x="5072" y="221"/>
                  </a:lnTo>
                  <a:lnTo>
                    <a:pt x="5072" y="208"/>
                  </a:lnTo>
                  <a:lnTo>
                    <a:pt x="5072" y="0"/>
                  </a:lnTo>
                  <a:lnTo>
                    <a:pt x="5073" y="0"/>
                  </a:lnTo>
                  <a:lnTo>
                    <a:pt x="5073" y="0"/>
                  </a:lnTo>
                  <a:lnTo>
                    <a:pt x="5074" y="204"/>
                  </a:lnTo>
                  <a:lnTo>
                    <a:pt x="5074" y="223"/>
                  </a:lnTo>
                  <a:lnTo>
                    <a:pt x="5075" y="552"/>
                  </a:lnTo>
                  <a:lnTo>
                    <a:pt x="5075" y="552"/>
                  </a:lnTo>
                  <a:lnTo>
                    <a:pt x="5075" y="552"/>
                  </a:lnTo>
                  <a:lnTo>
                    <a:pt x="5076" y="0"/>
                  </a:lnTo>
                  <a:lnTo>
                    <a:pt x="5076" y="0"/>
                  </a:lnTo>
                  <a:lnTo>
                    <a:pt x="5076" y="0"/>
                  </a:lnTo>
                  <a:lnTo>
                    <a:pt x="5078" y="551"/>
                  </a:lnTo>
                  <a:lnTo>
                    <a:pt x="5078" y="552"/>
                  </a:lnTo>
                  <a:lnTo>
                    <a:pt x="5078" y="552"/>
                  </a:lnTo>
                  <a:lnTo>
                    <a:pt x="5079" y="552"/>
                  </a:lnTo>
                  <a:lnTo>
                    <a:pt x="5079" y="552"/>
                  </a:lnTo>
                  <a:lnTo>
                    <a:pt x="5080" y="552"/>
                  </a:lnTo>
                  <a:lnTo>
                    <a:pt x="5080" y="552"/>
                  </a:lnTo>
                  <a:lnTo>
                    <a:pt x="5081" y="467"/>
                  </a:lnTo>
                  <a:lnTo>
                    <a:pt x="5081" y="466"/>
                  </a:lnTo>
                  <a:lnTo>
                    <a:pt x="5082" y="440"/>
                  </a:lnTo>
                  <a:lnTo>
                    <a:pt x="5082" y="552"/>
                  </a:lnTo>
                  <a:lnTo>
                    <a:pt x="5082" y="465"/>
                  </a:lnTo>
                  <a:lnTo>
                    <a:pt x="5082" y="452"/>
                  </a:lnTo>
                  <a:lnTo>
                    <a:pt x="5083" y="0"/>
                  </a:lnTo>
                  <a:lnTo>
                    <a:pt x="5084" y="0"/>
                  </a:lnTo>
                  <a:lnTo>
                    <a:pt x="5084" y="0"/>
                  </a:lnTo>
                  <a:lnTo>
                    <a:pt x="5084" y="552"/>
                  </a:lnTo>
                  <a:lnTo>
                    <a:pt x="5085" y="552"/>
                  </a:lnTo>
                  <a:lnTo>
                    <a:pt x="5085" y="552"/>
                  </a:lnTo>
                  <a:lnTo>
                    <a:pt x="5086" y="552"/>
                  </a:lnTo>
                  <a:lnTo>
                    <a:pt x="5086" y="552"/>
                  </a:lnTo>
                  <a:lnTo>
                    <a:pt x="5087" y="365"/>
                  </a:lnTo>
                  <a:lnTo>
                    <a:pt x="5087" y="352"/>
                  </a:lnTo>
                  <a:lnTo>
                    <a:pt x="5088" y="0"/>
                  </a:lnTo>
                  <a:lnTo>
                    <a:pt x="5088" y="0"/>
                  </a:lnTo>
                  <a:lnTo>
                    <a:pt x="5089" y="0"/>
                  </a:lnTo>
                  <a:lnTo>
                    <a:pt x="5090" y="476"/>
                  </a:lnTo>
                  <a:lnTo>
                    <a:pt x="5090" y="452"/>
                  </a:lnTo>
                  <a:lnTo>
                    <a:pt x="5090" y="450"/>
                  </a:lnTo>
                  <a:lnTo>
                    <a:pt x="5090" y="412"/>
                  </a:lnTo>
                  <a:lnTo>
                    <a:pt x="5091" y="552"/>
                  </a:lnTo>
                  <a:lnTo>
                    <a:pt x="5091" y="552"/>
                  </a:lnTo>
                  <a:lnTo>
                    <a:pt x="5091" y="552"/>
                  </a:lnTo>
                  <a:lnTo>
                    <a:pt x="5092" y="0"/>
                  </a:lnTo>
                  <a:lnTo>
                    <a:pt x="5092" y="0"/>
                  </a:lnTo>
                  <a:lnTo>
                    <a:pt x="5092" y="0"/>
                  </a:lnTo>
                  <a:lnTo>
                    <a:pt x="5093" y="552"/>
                  </a:lnTo>
                  <a:lnTo>
                    <a:pt x="5093" y="552"/>
                  </a:lnTo>
                  <a:lnTo>
                    <a:pt x="5093" y="552"/>
                  </a:lnTo>
                  <a:lnTo>
                    <a:pt x="5094" y="552"/>
                  </a:lnTo>
                  <a:lnTo>
                    <a:pt x="5095" y="552"/>
                  </a:lnTo>
                  <a:lnTo>
                    <a:pt x="5095" y="243"/>
                  </a:lnTo>
                  <a:lnTo>
                    <a:pt x="5096" y="538"/>
                  </a:lnTo>
                  <a:lnTo>
                    <a:pt x="5096" y="542"/>
                  </a:lnTo>
                  <a:lnTo>
                    <a:pt x="5096" y="552"/>
                  </a:lnTo>
                  <a:lnTo>
                    <a:pt x="5097" y="471"/>
                  </a:lnTo>
                  <a:lnTo>
                    <a:pt x="5097" y="506"/>
                  </a:lnTo>
                  <a:lnTo>
                    <a:pt x="5097" y="511"/>
                  </a:lnTo>
                  <a:lnTo>
                    <a:pt x="5097" y="552"/>
                  </a:lnTo>
                  <a:lnTo>
                    <a:pt x="5098" y="21"/>
                  </a:lnTo>
                  <a:lnTo>
                    <a:pt x="5098" y="12"/>
                  </a:lnTo>
                  <a:lnTo>
                    <a:pt x="5098" y="0"/>
                  </a:lnTo>
                  <a:lnTo>
                    <a:pt x="5099" y="269"/>
                  </a:lnTo>
                  <a:lnTo>
                    <a:pt x="5099" y="129"/>
                  </a:lnTo>
                  <a:lnTo>
                    <a:pt x="5100" y="123"/>
                  </a:lnTo>
                  <a:lnTo>
                    <a:pt x="5100" y="239"/>
                  </a:lnTo>
                  <a:lnTo>
                    <a:pt x="5100" y="0"/>
                  </a:lnTo>
                  <a:lnTo>
                    <a:pt x="5100" y="0"/>
                  </a:lnTo>
                  <a:lnTo>
                    <a:pt x="5101" y="0"/>
                  </a:lnTo>
                  <a:lnTo>
                    <a:pt x="5101" y="552"/>
                  </a:lnTo>
                  <a:lnTo>
                    <a:pt x="5102" y="552"/>
                  </a:lnTo>
                  <a:lnTo>
                    <a:pt x="5102" y="552"/>
                  </a:lnTo>
                  <a:lnTo>
                    <a:pt x="5103" y="552"/>
                  </a:lnTo>
                  <a:lnTo>
                    <a:pt x="5103" y="552"/>
                  </a:lnTo>
                  <a:lnTo>
                    <a:pt x="5103" y="0"/>
                  </a:lnTo>
                  <a:lnTo>
                    <a:pt x="5104" y="552"/>
                  </a:lnTo>
                  <a:lnTo>
                    <a:pt x="5104" y="552"/>
                  </a:lnTo>
                  <a:lnTo>
                    <a:pt x="5105" y="0"/>
                  </a:lnTo>
                  <a:lnTo>
                    <a:pt x="5106" y="0"/>
                  </a:lnTo>
                  <a:lnTo>
                    <a:pt x="5106" y="0"/>
                  </a:lnTo>
                  <a:lnTo>
                    <a:pt x="5106" y="0"/>
                  </a:lnTo>
                  <a:lnTo>
                    <a:pt x="5108" y="546"/>
                  </a:lnTo>
                  <a:lnTo>
                    <a:pt x="5108" y="550"/>
                  </a:lnTo>
                  <a:lnTo>
                    <a:pt x="5108" y="552"/>
                  </a:lnTo>
                  <a:lnTo>
                    <a:pt x="5109" y="552"/>
                  </a:lnTo>
                  <a:lnTo>
                    <a:pt x="5109" y="552"/>
                  </a:lnTo>
                  <a:lnTo>
                    <a:pt x="5110" y="552"/>
                  </a:lnTo>
                  <a:lnTo>
                    <a:pt x="5110" y="552"/>
                  </a:lnTo>
                  <a:lnTo>
                    <a:pt x="5111" y="438"/>
                  </a:lnTo>
                  <a:lnTo>
                    <a:pt x="5111" y="458"/>
                  </a:lnTo>
                  <a:lnTo>
                    <a:pt x="5111" y="449"/>
                  </a:lnTo>
                  <a:lnTo>
                    <a:pt x="5112" y="0"/>
                  </a:lnTo>
                  <a:lnTo>
                    <a:pt x="5112" y="0"/>
                  </a:lnTo>
                  <a:lnTo>
                    <a:pt x="5112" y="0"/>
                  </a:lnTo>
                  <a:lnTo>
                    <a:pt x="5114" y="552"/>
                  </a:lnTo>
                  <a:lnTo>
                    <a:pt x="5114" y="552"/>
                  </a:lnTo>
                  <a:lnTo>
                    <a:pt x="5114" y="552"/>
                  </a:lnTo>
                  <a:lnTo>
                    <a:pt x="5115" y="378"/>
                  </a:lnTo>
                  <a:lnTo>
                    <a:pt x="5115" y="363"/>
                  </a:lnTo>
                  <a:lnTo>
                    <a:pt x="5115" y="0"/>
                  </a:lnTo>
                  <a:lnTo>
                    <a:pt x="5116" y="255"/>
                  </a:lnTo>
                  <a:lnTo>
                    <a:pt x="5116" y="255"/>
                  </a:lnTo>
                  <a:lnTo>
                    <a:pt x="5117" y="0"/>
                  </a:lnTo>
                  <a:lnTo>
                    <a:pt x="5117" y="0"/>
                  </a:lnTo>
                  <a:lnTo>
                    <a:pt x="5117" y="0"/>
                  </a:lnTo>
                  <a:lnTo>
                    <a:pt x="5118" y="552"/>
                  </a:lnTo>
                  <a:lnTo>
                    <a:pt x="5118" y="552"/>
                  </a:lnTo>
                  <a:lnTo>
                    <a:pt x="5118" y="552"/>
                  </a:lnTo>
                  <a:lnTo>
                    <a:pt x="5120" y="148"/>
                  </a:lnTo>
                  <a:lnTo>
                    <a:pt x="5120" y="122"/>
                  </a:lnTo>
                  <a:lnTo>
                    <a:pt x="5120" y="0"/>
                  </a:lnTo>
                  <a:lnTo>
                    <a:pt x="5121" y="552"/>
                  </a:lnTo>
                  <a:lnTo>
                    <a:pt x="5121" y="552"/>
                  </a:lnTo>
                  <a:lnTo>
                    <a:pt x="5121" y="552"/>
                  </a:lnTo>
                  <a:lnTo>
                    <a:pt x="5122" y="552"/>
                  </a:lnTo>
                  <a:lnTo>
                    <a:pt x="5122" y="552"/>
                  </a:lnTo>
                  <a:lnTo>
                    <a:pt x="5123" y="5"/>
                  </a:lnTo>
                  <a:lnTo>
                    <a:pt x="5123" y="2"/>
                  </a:lnTo>
                  <a:lnTo>
                    <a:pt x="5124" y="0"/>
                  </a:lnTo>
                  <a:lnTo>
                    <a:pt x="5125" y="552"/>
                  </a:lnTo>
                  <a:lnTo>
                    <a:pt x="5125" y="552"/>
                  </a:lnTo>
                  <a:lnTo>
                    <a:pt x="5125" y="552"/>
                  </a:lnTo>
                  <a:lnTo>
                    <a:pt x="5125" y="0"/>
                  </a:lnTo>
                  <a:lnTo>
                    <a:pt x="5126" y="217"/>
                  </a:lnTo>
                  <a:lnTo>
                    <a:pt x="5126" y="236"/>
                  </a:lnTo>
                  <a:lnTo>
                    <a:pt x="5127" y="552"/>
                  </a:lnTo>
                  <a:lnTo>
                    <a:pt x="5127" y="552"/>
                  </a:lnTo>
                  <a:lnTo>
                    <a:pt x="5127" y="552"/>
                  </a:lnTo>
                  <a:lnTo>
                    <a:pt x="5128" y="464"/>
                  </a:lnTo>
                  <a:lnTo>
                    <a:pt x="5128" y="552"/>
                  </a:lnTo>
                  <a:lnTo>
                    <a:pt x="5128" y="552"/>
                  </a:lnTo>
                  <a:lnTo>
                    <a:pt x="5129" y="552"/>
                  </a:lnTo>
                  <a:lnTo>
                    <a:pt x="5129" y="552"/>
                  </a:lnTo>
                  <a:lnTo>
                    <a:pt x="5130" y="0"/>
                  </a:lnTo>
                  <a:lnTo>
                    <a:pt x="5131" y="0"/>
                  </a:lnTo>
                  <a:lnTo>
                    <a:pt x="5131" y="0"/>
                  </a:lnTo>
                  <a:lnTo>
                    <a:pt x="5131" y="456"/>
                  </a:lnTo>
                  <a:lnTo>
                    <a:pt x="5132" y="315"/>
                  </a:lnTo>
                  <a:lnTo>
                    <a:pt x="5132" y="312"/>
                  </a:lnTo>
                  <a:lnTo>
                    <a:pt x="5133" y="0"/>
                  </a:lnTo>
                  <a:lnTo>
                    <a:pt x="5133" y="456"/>
                  </a:lnTo>
                  <a:lnTo>
                    <a:pt x="5133" y="479"/>
                  </a:lnTo>
                  <a:lnTo>
                    <a:pt x="5133" y="552"/>
                  </a:lnTo>
                  <a:lnTo>
                    <a:pt x="5134" y="552"/>
                  </a:lnTo>
                  <a:lnTo>
                    <a:pt x="5134" y="552"/>
                  </a:lnTo>
                  <a:lnTo>
                    <a:pt x="5135" y="469"/>
                  </a:lnTo>
                  <a:lnTo>
                    <a:pt x="5135" y="468"/>
                  </a:lnTo>
                  <a:lnTo>
                    <a:pt x="5136" y="552"/>
                  </a:lnTo>
                  <a:lnTo>
                    <a:pt x="5137" y="222"/>
                  </a:lnTo>
                  <a:lnTo>
                    <a:pt x="5137" y="199"/>
                  </a:lnTo>
                  <a:lnTo>
                    <a:pt x="5137" y="0"/>
                  </a:lnTo>
                  <a:lnTo>
                    <a:pt x="5138" y="0"/>
                  </a:lnTo>
                  <a:lnTo>
                    <a:pt x="5138" y="0"/>
                  </a:lnTo>
                  <a:lnTo>
                    <a:pt x="5138" y="552"/>
                  </a:lnTo>
                  <a:lnTo>
                    <a:pt x="5139" y="492"/>
                  </a:lnTo>
                  <a:lnTo>
                    <a:pt x="5139" y="482"/>
                  </a:lnTo>
                  <a:lnTo>
                    <a:pt x="5140" y="73"/>
                  </a:lnTo>
                  <a:lnTo>
                    <a:pt x="5140" y="61"/>
                  </a:lnTo>
                  <a:lnTo>
                    <a:pt x="5140" y="1"/>
                  </a:lnTo>
                  <a:lnTo>
                    <a:pt x="5141" y="552"/>
                  </a:lnTo>
                  <a:lnTo>
                    <a:pt x="5141" y="552"/>
                  </a:lnTo>
                  <a:lnTo>
                    <a:pt x="5141" y="552"/>
                  </a:lnTo>
                  <a:lnTo>
                    <a:pt x="5142" y="0"/>
                  </a:lnTo>
                  <a:lnTo>
                    <a:pt x="5143" y="498"/>
                  </a:lnTo>
                  <a:lnTo>
                    <a:pt x="5143" y="513"/>
                  </a:lnTo>
                  <a:lnTo>
                    <a:pt x="5143" y="552"/>
                  </a:lnTo>
                  <a:lnTo>
                    <a:pt x="5144" y="552"/>
                  </a:lnTo>
                  <a:lnTo>
                    <a:pt x="5144" y="552"/>
                  </a:lnTo>
                  <a:lnTo>
                    <a:pt x="5145" y="552"/>
                  </a:lnTo>
                  <a:lnTo>
                    <a:pt x="5145" y="552"/>
                  </a:lnTo>
                  <a:lnTo>
                    <a:pt x="5146" y="294"/>
                  </a:lnTo>
                  <a:lnTo>
                    <a:pt x="5146" y="277"/>
                  </a:lnTo>
                  <a:lnTo>
                    <a:pt x="5146" y="0"/>
                  </a:lnTo>
                  <a:lnTo>
                    <a:pt x="5147" y="0"/>
                  </a:lnTo>
                  <a:lnTo>
                    <a:pt x="5147" y="0"/>
                  </a:lnTo>
                  <a:lnTo>
                    <a:pt x="5149" y="419"/>
                  </a:lnTo>
                  <a:lnTo>
                    <a:pt x="5149" y="428"/>
                  </a:lnTo>
                  <a:lnTo>
                    <a:pt x="5149" y="384"/>
                  </a:lnTo>
                  <a:lnTo>
                    <a:pt x="5149" y="552"/>
                  </a:lnTo>
                  <a:lnTo>
                    <a:pt x="5150" y="508"/>
                  </a:lnTo>
                  <a:lnTo>
                    <a:pt x="5150" y="486"/>
                  </a:lnTo>
                  <a:lnTo>
                    <a:pt x="5150" y="0"/>
                  </a:lnTo>
                  <a:lnTo>
                    <a:pt x="5151" y="552"/>
                  </a:lnTo>
                  <a:lnTo>
                    <a:pt x="5151" y="552"/>
                  </a:lnTo>
                  <a:lnTo>
                    <a:pt x="5151" y="552"/>
                  </a:lnTo>
                  <a:lnTo>
                    <a:pt x="5152" y="552"/>
                  </a:lnTo>
                  <a:lnTo>
                    <a:pt x="5153" y="552"/>
                  </a:lnTo>
                  <a:lnTo>
                    <a:pt x="5153" y="552"/>
                  </a:lnTo>
                  <a:lnTo>
                    <a:pt x="5154" y="550"/>
                  </a:lnTo>
                  <a:lnTo>
                    <a:pt x="5154" y="0"/>
                  </a:lnTo>
                  <a:lnTo>
                    <a:pt x="5155" y="0"/>
                  </a:lnTo>
                  <a:lnTo>
                    <a:pt x="5155" y="0"/>
                  </a:lnTo>
                  <a:lnTo>
                    <a:pt x="5156" y="536"/>
                  </a:lnTo>
                  <a:lnTo>
                    <a:pt x="5156" y="369"/>
                  </a:lnTo>
                  <a:lnTo>
                    <a:pt x="5156" y="360"/>
                  </a:lnTo>
                  <a:lnTo>
                    <a:pt x="5156" y="190"/>
                  </a:lnTo>
                  <a:lnTo>
                    <a:pt x="5157" y="552"/>
                  </a:lnTo>
                  <a:lnTo>
                    <a:pt x="5157" y="552"/>
                  </a:lnTo>
                  <a:lnTo>
                    <a:pt x="5157" y="552"/>
                  </a:lnTo>
                  <a:lnTo>
                    <a:pt x="5158" y="66"/>
                  </a:lnTo>
                  <a:lnTo>
                    <a:pt x="5159" y="50"/>
                  </a:lnTo>
                  <a:lnTo>
                    <a:pt x="5159" y="0"/>
                  </a:lnTo>
                  <a:lnTo>
                    <a:pt x="5159" y="409"/>
                  </a:lnTo>
                  <a:lnTo>
                    <a:pt x="5160" y="419"/>
                  </a:lnTo>
                  <a:lnTo>
                    <a:pt x="5160" y="552"/>
                  </a:lnTo>
                  <a:lnTo>
                    <a:pt x="5161" y="552"/>
                  </a:lnTo>
                  <a:lnTo>
                    <a:pt x="5161" y="552"/>
                  </a:lnTo>
                  <a:lnTo>
                    <a:pt x="5162" y="552"/>
                  </a:lnTo>
                  <a:lnTo>
                    <a:pt x="5162" y="552"/>
                  </a:lnTo>
                  <a:lnTo>
                    <a:pt x="5162" y="0"/>
                  </a:lnTo>
                  <a:lnTo>
                    <a:pt x="5163" y="546"/>
                  </a:lnTo>
                  <a:lnTo>
                    <a:pt x="5163" y="549"/>
                  </a:lnTo>
                  <a:lnTo>
                    <a:pt x="5163" y="552"/>
                  </a:lnTo>
                  <a:lnTo>
                    <a:pt x="5164" y="552"/>
                  </a:lnTo>
                  <a:lnTo>
                    <a:pt x="5165" y="552"/>
                  </a:lnTo>
                  <a:lnTo>
                    <a:pt x="5165" y="552"/>
                  </a:lnTo>
                  <a:lnTo>
                    <a:pt x="5166" y="552"/>
                  </a:lnTo>
                  <a:lnTo>
                    <a:pt x="5167" y="0"/>
                  </a:lnTo>
                  <a:lnTo>
                    <a:pt x="5167" y="0"/>
                  </a:lnTo>
                  <a:lnTo>
                    <a:pt x="5168" y="0"/>
                  </a:lnTo>
                  <a:lnTo>
                    <a:pt x="5168" y="0"/>
                  </a:lnTo>
                  <a:lnTo>
                    <a:pt x="5169" y="552"/>
                  </a:lnTo>
                  <a:lnTo>
                    <a:pt x="5169" y="552"/>
                  </a:lnTo>
                  <a:lnTo>
                    <a:pt x="5169" y="552"/>
                  </a:lnTo>
                  <a:lnTo>
                    <a:pt x="5170" y="552"/>
                  </a:lnTo>
                  <a:lnTo>
                    <a:pt x="5170" y="552"/>
                  </a:lnTo>
                  <a:lnTo>
                    <a:pt x="5171" y="552"/>
                  </a:lnTo>
                  <a:lnTo>
                    <a:pt x="5171" y="552"/>
                  </a:lnTo>
                  <a:lnTo>
                    <a:pt x="5173" y="0"/>
                  </a:lnTo>
                  <a:lnTo>
                    <a:pt x="5173" y="0"/>
                  </a:lnTo>
                  <a:lnTo>
                    <a:pt x="5173" y="0"/>
                  </a:lnTo>
                  <a:lnTo>
                    <a:pt x="5174" y="552"/>
                  </a:lnTo>
                  <a:lnTo>
                    <a:pt x="5174" y="552"/>
                  </a:lnTo>
                  <a:lnTo>
                    <a:pt x="5174" y="552"/>
                  </a:lnTo>
                  <a:lnTo>
                    <a:pt x="5175" y="517"/>
                  </a:lnTo>
                  <a:lnTo>
                    <a:pt x="5175" y="552"/>
                  </a:lnTo>
                  <a:lnTo>
                    <a:pt x="5175" y="552"/>
                  </a:lnTo>
                  <a:lnTo>
                    <a:pt x="5176" y="0"/>
                  </a:lnTo>
                  <a:lnTo>
                    <a:pt x="5176" y="552"/>
                  </a:lnTo>
                  <a:lnTo>
                    <a:pt x="5176" y="552"/>
                  </a:lnTo>
                  <a:lnTo>
                    <a:pt x="5178" y="552"/>
                  </a:lnTo>
                  <a:lnTo>
                    <a:pt x="5178" y="552"/>
                  </a:lnTo>
                  <a:lnTo>
                    <a:pt x="5179" y="81"/>
                  </a:lnTo>
                  <a:lnTo>
                    <a:pt x="5179" y="61"/>
                  </a:lnTo>
                  <a:lnTo>
                    <a:pt x="5179" y="0"/>
                  </a:lnTo>
                  <a:lnTo>
                    <a:pt x="5180" y="362"/>
                  </a:lnTo>
                  <a:lnTo>
                    <a:pt x="5180" y="372"/>
                  </a:lnTo>
                  <a:lnTo>
                    <a:pt x="5180" y="552"/>
                  </a:lnTo>
                  <a:lnTo>
                    <a:pt x="5181" y="552"/>
                  </a:lnTo>
                  <a:lnTo>
                    <a:pt x="5181" y="552"/>
                  </a:lnTo>
                  <a:lnTo>
                    <a:pt x="5182" y="361"/>
                  </a:lnTo>
                  <a:lnTo>
                    <a:pt x="5182" y="355"/>
                  </a:lnTo>
                  <a:lnTo>
                    <a:pt x="5183" y="429"/>
                  </a:lnTo>
                  <a:lnTo>
                    <a:pt x="5184" y="0"/>
                  </a:lnTo>
                  <a:lnTo>
                    <a:pt x="5184" y="0"/>
                  </a:lnTo>
                  <a:lnTo>
                    <a:pt x="5184" y="0"/>
                  </a:lnTo>
                  <a:lnTo>
                    <a:pt x="5185" y="541"/>
                  </a:lnTo>
                  <a:lnTo>
                    <a:pt x="5185" y="546"/>
                  </a:lnTo>
                  <a:lnTo>
                    <a:pt x="5185" y="552"/>
                  </a:lnTo>
                  <a:lnTo>
                    <a:pt x="5186" y="552"/>
                  </a:lnTo>
                  <a:lnTo>
                    <a:pt x="5186" y="552"/>
                  </a:lnTo>
                  <a:lnTo>
                    <a:pt x="5187" y="1"/>
                  </a:lnTo>
                  <a:lnTo>
                    <a:pt x="5187" y="0"/>
                  </a:lnTo>
                  <a:lnTo>
                    <a:pt x="5188" y="269"/>
                  </a:lnTo>
                  <a:lnTo>
                    <a:pt x="5188" y="279"/>
                  </a:lnTo>
                  <a:lnTo>
                    <a:pt x="5189" y="552"/>
                  </a:lnTo>
                  <a:lnTo>
                    <a:pt x="5190" y="552"/>
                  </a:lnTo>
                  <a:lnTo>
                    <a:pt x="5190" y="552"/>
                  </a:lnTo>
                  <a:lnTo>
                    <a:pt x="5191" y="0"/>
                  </a:lnTo>
                  <a:lnTo>
                    <a:pt x="5191" y="0"/>
                  </a:lnTo>
                  <a:lnTo>
                    <a:pt x="5191" y="0"/>
                  </a:lnTo>
                  <a:lnTo>
                    <a:pt x="5192" y="552"/>
                  </a:lnTo>
                  <a:lnTo>
                    <a:pt x="5192" y="552"/>
                  </a:lnTo>
                  <a:lnTo>
                    <a:pt x="5192" y="552"/>
                  </a:lnTo>
                  <a:lnTo>
                    <a:pt x="5193" y="552"/>
                  </a:lnTo>
                  <a:lnTo>
                    <a:pt x="5193" y="552"/>
                  </a:lnTo>
                  <a:lnTo>
                    <a:pt x="5194" y="552"/>
                  </a:lnTo>
                  <a:lnTo>
                    <a:pt x="5194" y="552"/>
                  </a:lnTo>
                  <a:lnTo>
                    <a:pt x="5196" y="0"/>
                  </a:lnTo>
                  <a:lnTo>
                    <a:pt x="5196" y="0"/>
                  </a:lnTo>
                  <a:lnTo>
                    <a:pt x="5196" y="0"/>
                  </a:lnTo>
                  <a:lnTo>
                    <a:pt x="5197" y="459"/>
                  </a:lnTo>
                  <a:lnTo>
                    <a:pt x="5197" y="463"/>
                  </a:lnTo>
                  <a:lnTo>
                    <a:pt x="5197" y="470"/>
                  </a:lnTo>
                  <a:lnTo>
                    <a:pt x="5198" y="0"/>
                  </a:lnTo>
                  <a:lnTo>
                    <a:pt x="5198" y="133"/>
                  </a:lnTo>
                  <a:lnTo>
                    <a:pt x="5198" y="135"/>
                  </a:lnTo>
                  <a:lnTo>
                    <a:pt x="5198" y="27"/>
                  </a:lnTo>
                  <a:lnTo>
                    <a:pt x="5199" y="552"/>
                  </a:lnTo>
                  <a:lnTo>
                    <a:pt x="5199" y="552"/>
                  </a:lnTo>
                  <a:lnTo>
                    <a:pt x="5199" y="552"/>
                  </a:lnTo>
                  <a:lnTo>
                    <a:pt x="5200" y="296"/>
                  </a:lnTo>
                  <a:lnTo>
                    <a:pt x="5200" y="272"/>
                  </a:lnTo>
                  <a:lnTo>
                    <a:pt x="5201" y="0"/>
                  </a:lnTo>
                  <a:lnTo>
                    <a:pt x="5202" y="404"/>
                  </a:lnTo>
                  <a:lnTo>
                    <a:pt x="5202" y="423"/>
                  </a:lnTo>
                  <a:lnTo>
                    <a:pt x="5202" y="552"/>
                  </a:lnTo>
                  <a:lnTo>
                    <a:pt x="5203" y="552"/>
                  </a:lnTo>
                  <a:lnTo>
                    <a:pt x="5203" y="552"/>
                  </a:lnTo>
                  <a:lnTo>
                    <a:pt x="5204" y="552"/>
                  </a:lnTo>
                  <a:lnTo>
                    <a:pt x="5204" y="552"/>
                  </a:lnTo>
                  <a:lnTo>
                    <a:pt x="5205" y="219"/>
                  </a:lnTo>
                  <a:lnTo>
                    <a:pt x="5205" y="194"/>
                  </a:lnTo>
                  <a:lnTo>
                    <a:pt x="5206" y="0"/>
                  </a:lnTo>
                  <a:lnTo>
                    <a:pt x="5206" y="520"/>
                  </a:lnTo>
                  <a:lnTo>
                    <a:pt x="5206" y="529"/>
                  </a:lnTo>
                  <a:lnTo>
                    <a:pt x="5207" y="552"/>
                  </a:lnTo>
                  <a:lnTo>
                    <a:pt x="5208" y="552"/>
                  </a:lnTo>
                  <a:lnTo>
                    <a:pt x="5208" y="552"/>
                  </a:lnTo>
                  <a:lnTo>
                    <a:pt x="5209" y="491"/>
                  </a:lnTo>
                  <a:lnTo>
                    <a:pt x="5209" y="472"/>
                  </a:lnTo>
                  <a:lnTo>
                    <a:pt x="5209" y="0"/>
                  </a:lnTo>
                  <a:lnTo>
                    <a:pt x="5210" y="506"/>
                  </a:lnTo>
                  <a:lnTo>
                    <a:pt x="5210" y="511"/>
                  </a:lnTo>
                  <a:lnTo>
                    <a:pt x="5210" y="552"/>
                  </a:lnTo>
                  <a:lnTo>
                    <a:pt x="5211" y="552"/>
                  </a:lnTo>
                  <a:lnTo>
                    <a:pt x="5212" y="552"/>
                  </a:lnTo>
                  <a:lnTo>
                    <a:pt x="5212" y="552"/>
                  </a:lnTo>
                  <a:lnTo>
                    <a:pt x="5213" y="552"/>
                  </a:lnTo>
                  <a:lnTo>
                    <a:pt x="5214" y="215"/>
                  </a:lnTo>
                  <a:lnTo>
                    <a:pt x="5214" y="194"/>
                  </a:lnTo>
                  <a:lnTo>
                    <a:pt x="5214" y="0"/>
                  </a:lnTo>
                  <a:lnTo>
                    <a:pt x="5215" y="0"/>
                  </a:lnTo>
                  <a:lnTo>
                    <a:pt x="5215" y="0"/>
                  </a:lnTo>
                  <a:lnTo>
                    <a:pt x="5216" y="192"/>
                  </a:lnTo>
                  <a:lnTo>
                    <a:pt x="5216" y="211"/>
                  </a:lnTo>
                  <a:lnTo>
                    <a:pt x="5217" y="552"/>
                  </a:lnTo>
                  <a:lnTo>
                    <a:pt x="5217" y="413"/>
                  </a:lnTo>
                  <a:lnTo>
                    <a:pt x="5218" y="392"/>
                  </a:lnTo>
                  <a:lnTo>
                    <a:pt x="5218" y="0"/>
                  </a:lnTo>
                  <a:lnTo>
                    <a:pt x="5218" y="4"/>
                  </a:lnTo>
                  <a:lnTo>
                    <a:pt x="5219" y="9"/>
                  </a:lnTo>
                  <a:lnTo>
                    <a:pt x="5219" y="552"/>
                  </a:lnTo>
                  <a:lnTo>
                    <a:pt x="5220" y="552"/>
                  </a:lnTo>
                  <a:lnTo>
                    <a:pt x="5220" y="552"/>
                  </a:lnTo>
                  <a:lnTo>
                    <a:pt x="5221" y="0"/>
                  </a:lnTo>
                  <a:lnTo>
                    <a:pt x="5221" y="23"/>
                  </a:lnTo>
                  <a:lnTo>
                    <a:pt x="5221" y="33"/>
                  </a:lnTo>
                  <a:lnTo>
                    <a:pt x="5221" y="552"/>
                  </a:lnTo>
                  <a:lnTo>
                    <a:pt x="5222" y="552"/>
                  </a:lnTo>
                  <a:lnTo>
                    <a:pt x="5222" y="552"/>
                  </a:lnTo>
                  <a:lnTo>
                    <a:pt x="5223" y="402"/>
                  </a:lnTo>
                  <a:lnTo>
                    <a:pt x="5224" y="393"/>
                  </a:lnTo>
                  <a:lnTo>
                    <a:pt x="5224" y="0"/>
                  </a:lnTo>
                  <a:lnTo>
                    <a:pt x="5224" y="0"/>
                  </a:lnTo>
                  <a:lnTo>
                    <a:pt x="5225" y="0"/>
                  </a:lnTo>
                  <a:lnTo>
                    <a:pt x="5226" y="552"/>
                  </a:lnTo>
                  <a:lnTo>
                    <a:pt x="5226" y="552"/>
                  </a:lnTo>
                  <a:lnTo>
                    <a:pt x="5226" y="552"/>
                  </a:lnTo>
                  <a:lnTo>
                    <a:pt x="5227" y="552"/>
                  </a:lnTo>
                  <a:lnTo>
                    <a:pt x="5227" y="552"/>
                  </a:lnTo>
                  <a:lnTo>
                    <a:pt x="5228" y="506"/>
                  </a:lnTo>
                  <a:lnTo>
                    <a:pt x="5228" y="490"/>
                  </a:lnTo>
                  <a:lnTo>
                    <a:pt x="5229" y="0"/>
                  </a:lnTo>
                  <a:lnTo>
                    <a:pt x="5229" y="425"/>
                  </a:lnTo>
                  <a:lnTo>
                    <a:pt x="5230" y="426"/>
                  </a:lnTo>
                  <a:lnTo>
                    <a:pt x="5230" y="368"/>
                  </a:lnTo>
                  <a:lnTo>
                    <a:pt x="5231" y="552"/>
                  </a:lnTo>
                  <a:lnTo>
                    <a:pt x="5231" y="552"/>
                  </a:lnTo>
                  <a:lnTo>
                    <a:pt x="5231" y="552"/>
                  </a:lnTo>
                  <a:lnTo>
                    <a:pt x="5232" y="73"/>
                  </a:lnTo>
                  <a:lnTo>
                    <a:pt x="5232" y="55"/>
                  </a:lnTo>
                  <a:lnTo>
                    <a:pt x="5232" y="0"/>
                  </a:lnTo>
                  <a:lnTo>
                    <a:pt x="5233" y="0"/>
                  </a:lnTo>
                  <a:lnTo>
                    <a:pt x="5233" y="2"/>
                  </a:lnTo>
                  <a:lnTo>
                    <a:pt x="5234" y="552"/>
                  </a:lnTo>
                  <a:lnTo>
                    <a:pt x="5234" y="552"/>
                  </a:lnTo>
                  <a:lnTo>
                    <a:pt x="5234" y="552"/>
                  </a:lnTo>
                  <a:lnTo>
                    <a:pt x="5235" y="0"/>
                  </a:lnTo>
                  <a:lnTo>
                    <a:pt x="5235" y="0"/>
                  </a:lnTo>
                  <a:lnTo>
                    <a:pt x="5235" y="0"/>
                  </a:lnTo>
                  <a:lnTo>
                    <a:pt x="5236" y="552"/>
                  </a:lnTo>
                  <a:lnTo>
                    <a:pt x="5237" y="552"/>
                  </a:lnTo>
                  <a:lnTo>
                    <a:pt x="5237" y="552"/>
                  </a:lnTo>
                  <a:lnTo>
                    <a:pt x="5238" y="0"/>
                  </a:lnTo>
                  <a:lnTo>
                    <a:pt x="5238" y="0"/>
                  </a:lnTo>
                  <a:lnTo>
                    <a:pt x="5238" y="0"/>
                  </a:lnTo>
                  <a:lnTo>
                    <a:pt x="5239" y="552"/>
                  </a:lnTo>
                  <a:lnTo>
                    <a:pt x="5239" y="552"/>
                  </a:lnTo>
                  <a:lnTo>
                    <a:pt x="5239" y="552"/>
                  </a:lnTo>
                  <a:lnTo>
                    <a:pt x="5240" y="215"/>
                  </a:lnTo>
                  <a:lnTo>
                    <a:pt x="5240" y="184"/>
                  </a:lnTo>
                  <a:lnTo>
                    <a:pt x="5240" y="0"/>
                  </a:lnTo>
                  <a:lnTo>
                    <a:pt x="5241" y="552"/>
                  </a:lnTo>
                  <a:lnTo>
                    <a:pt x="5241" y="552"/>
                  </a:lnTo>
                  <a:lnTo>
                    <a:pt x="5241" y="552"/>
                  </a:lnTo>
                  <a:lnTo>
                    <a:pt x="5243" y="429"/>
                  </a:lnTo>
                  <a:lnTo>
                    <a:pt x="5243" y="407"/>
                  </a:lnTo>
                  <a:lnTo>
                    <a:pt x="5243" y="0"/>
                  </a:lnTo>
                  <a:lnTo>
                    <a:pt x="5244" y="0"/>
                  </a:lnTo>
                  <a:lnTo>
                    <a:pt x="5244" y="0"/>
                  </a:lnTo>
                  <a:lnTo>
                    <a:pt x="5245" y="260"/>
                  </a:lnTo>
                  <a:lnTo>
                    <a:pt x="5245" y="265"/>
                  </a:lnTo>
                  <a:lnTo>
                    <a:pt x="5246" y="552"/>
                  </a:lnTo>
                  <a:lnTo>
                    <a:pt x="5246" y="552"/>
                  </a:lnTo>
                  <a:lnTo>
                    <a:pt x="5246" y="552"/>
                  </a:lnTo>
                  <a:lnTo>
                    <a:pt x="5247" y="552"/>
                  </a:lnTo>
                  <a:lnTo>
                    <a:pt x="5247" y="552"/>
                  </a:lnTo>
                  <a:lnTo>
                    <a:pt x="5249" y="291"/>
                  </a:lnTo>
                  <a:lnTo>
                    <a:pt x="5249" y="456"/>
                  </a:lnTo>
                  <a:lnTo>
                    <a:pt x="5249" y="471"/>
                  </a:lnTo>
                  <a:lnTo>
                    <a:pt x="5249" y="552"/>
                  </a:lnTo>
                  <a:lnTo>
                    <a:pt x="5250" y="552"/>
                  </a:lnTo>
                  <a:lnTo>
                    <a:pt x="5250" y="552"/>
                  </a:lnTo>
                  <a:lnTo>
                    <a:pt x="5250" y="505"/>
                  </a:lnTo>
                  <a:lnTo>
                    <a:pt x="5251" y="551"/>
                  </a:lnTo>
                  <a:lnTo>
                    <a:pt x="5251" y="548"/>
                  </a:lnTo>
                  <a:lnTo>
                    <a:pt x="5252" y="0"/>
                  </a:lnTo>
                  <a:lnTo>
                    <a:pt x="5252" y="0"/>
                  </a:lnTo>
                  <a:lnTo>
                    <a:pt x="5252" y="0"/>
                  </a:lnTo>
                  <a:lnTo>
                    <a:pt x="5253" y="552"/>
                  </a:lnTo>
                  <a:lnTo>
                    <a:pt x="5253" y="552"/>
                  </a:lnTo>
                  <a:lnTo>
                    <a:pt x="5253" y="552"/>
                  </a:lnTo>
                  <a:lnTo>
                    <a:pt x="5255" y="552"/>
                  </a:lnTo>
                  <a:lnTo>
                    <a:pt x="5255" y="552"/>
                  </a:lnTo>
                  <a:lnTo>
                    <a:pt x="5256" y="496"/>
                  </a:lnTo>
                  <a:lnTo>
                    <a:pt x="5256" y="492"/>
                  </a:lnTo>
                  <a:lnTo>
                    <a:pt x="5257" y="0"/>
                  </a:lnTo>
                  <a:lnTo>
                    <a:pt x="5257" y="0"/>
                  </a:lnTo>
                  <a:lnTo>
                    <a:pt x="5257" y="0"/>
                  </a:lnTo>
                  <a:lnTo>
                    <a:pt x="5258" y="118"/>
                  </a:lnTo>
                  <a:lnTo>
                    <a:pt x="5258" y="123"/>
                  </a:lnTo>
                  <a:lnTo>
                    <a:pt x="5259" y="552"/>
                  </a:lnTo>
                  <a:lnTo>
                    <a:pt x="5259" y="552"/>
                  </a:lnTo>
                  <a:lnTo>
                    <a:pt x="5259" y="552"/>
                  </a:lnTo>
                  <a:lnTo>
                    <a:pt x="5261" y="182"/>
                  </a:lnTo>
                  <a:lnTo>
                    <a:pt x="5261" y="261"/>
                  </a:lnTo>
                  <a:lnTo>
                    <a:pt x="5261" y="278"/>
                  </a:lnTo>
                  <a:lnTo>
                    <a:pt x="5261" y="552"/>
                  </a:lnTo>
                  <a:lnTo>
                    <a:pt x="5262" y="552"/>
                  </a:lnTo>
                  <a:lnTo>
                    <a:pt x="5262" y="552"/>
                  </a:lnTo>
                  <a:lnTo>
                    <a:pt x="5263" y="0"/>
                  </a:lnTo>
                  <a:lnTo>
                    <a:pt x="5263" y="0"/>
                  </a:lnTo>
                  <a:lnTo>
                    <a:pt x="5263" y="0"/>
                  </a:lnTo>
                  <a:lnTo>
                    <a:pt x="5264" y="552"/>
                  </a:lnTo>
                  <a:lnTo>
                    <a:pt x="5264" y="552"/>
                  </a:lnTo>
                  <a:lnTo>
                    <a:pt x="5264" y="552"/>
                  </a:lnTo>
                  <a:lnTo>
                    <a:pt x="5265" y="552"/>
                  </a:lnTo>
                  <a:lnTo>
                    <a:pt x="5265" y="552"/>
                  </a:lnTo>
                  <a:lnTo>
                    <a:pt x="5267" y="552"/>
                  </a:lnTo>
                  <a:lnTo>
                    <a:pt x="5267" y="552"/>
                  </a:lnTo>
                  <a:lnTo>
                    <a:pt x="5268" y="0"/>
                  </a:lnTo>
                  <a:lnTo>
                    <a:pt x="5268" y="0"/>
                  </a:lnTo>
                  <a:lnTo>
                    <a:pt x="5268" y="0"/>
                  </a:lnTo>
                  <a:lnTo>
                    <a:pt x="5269" y="0"/>
                  </a:lnTo>
                  <a:lnTo>
                    <a:pt x="5269" y="0"/>
                  </a:lnTo>
                  <a:lnTo>
                    <a:pt x="5270" y="552"/>
                  </a:lnTo>
                  <a:lnTo>
                    <a:pt x="5270" y="552"/>
                  </a:lnTo>
                  <a:lnTo>
                    <a:pt x="5270" y="552"/>
                  </a:lnTo>
                  <a:lnTo>
                    <a:pt x="5271" y="433"/>
                  </a:lnTo>
                  <a:lnTo>
                    <a:pt x="5271" y="421"/>
                  </a:lnTo>
                  <a:lnTo>
                    <a:pt x="5272" y="0"/>
                  </a:lnTo>
                  <a:lnTo>
                    <a:pt x="5273" y="0"/>
                  </a:lnTo>
                  <a:lnTo>
                    <a:pt x="5273" y="0"/>
                  </a:lnTo>
                  <a:lnTo>
                    <a:pt x="5274" y="550"/>
                  </a:lnTo>
                  <a:lnTo>
                    <a:pt x="5274" y="552"/>
                  </a:lnTo>
                  <a:lnTo>
                    <a:pt x="5274" y="552"/>
                  </a:lnTo>
                  <a:lnTo>
                    <a:pt x="5275" y="552"/>
                  </a:lnTo>
                  <a:lnTo>
                    <a:pt x="5275" y="552"/>
                  </a:lnTo>
                  <a:lnTo>
                    <a:pt x="5276" y="0"/>
                  </a:lnTo>
                  <a:lnTo>
                    <a:pt x="5276" y="401"/>
                  </a:lnTo>
                  <a:lnTo>
                    <a:pt x="5277" y="422"/>
                  </a:lnTo>
                  <a:lnTo>
                    <a:pt x="5277" y="552"/>
                  </a:lnTo>
                  <a:lnTo>
                    <a:pt x="5277" y="0"/>
                  </a:lnTo>
                  <a:lnTo>
                    <a:pt x="5277" y="0"/>
                  </a:lnTo>
                  <a:lnTo>
                    <a:pt x="5278" y="0"/>
                  </a:lnTo>
                  <a:lnTo>
                    <a:pt x="5279" y="552"/>
                  </a:lnTo>
                  <a:lnTo>
                    <a:pt x="5279" y="521"/>
                  </a:lnTo>
                  <a:lnTo>
                    <a:pt x="5279" y="511"/>
                  </a:lnTo>
                  <a:lnTo>
                    <a:pt x="5280" y="0"/>
                  </a:lnTo>
                  <a:lnTo>
                    <a:pt x="5280" y="289"/>
                  </a:lnTo>
                  <a:lnTo>
                    <a:pt x="5280" y="329"/>
                  </a:lnTo>
                  <a:lnTo>
                    <a:pt x="5280" y="552"/>
                  </a:lnTo>
                  <a:lnTo>
                    <a:pt x="5281" y="552"/>
                  </a:lnTo>
                  <a:lnTo>
                    <a:pt x="5281" y="552"/>
                  </a:lnTo>
                  <a:lnTo>
                    <a:pt x="5282" y="440"/>
                  </a:lnTo>
                  <a:lnTo>
                    <a:pt x="5283" y="437"/>
                  </a:lnTo>
                  <a:lnTo>
                    <a:pt x="5283" y="0"/>
                  </a:lnTo>
                  <a:lnTo>
                    <a:pt x="5284" y="0"/>
                  </a:lnTo>
                  <a:lnTo>
                    <a:pt x="5284" y="0"/>
                  </a:lnTo>
                  <a:lnTo>
                    <a:pt x="5285" y="518"/>
                  </a:lnTo>
                  <a:lnTo>
                    <a:pt x="5285" y="523"/>
                  </a:lnTo>
                  <a:lnTo>
                    <a:pt x="5285" y="552"/>
                  </a:lnTo>
                  <a:lnTo>
                    <a:pt x="5286" y="0"/>
                  </a:lnTo>
                  <a:lnTo>
                    <a:pt x="5286" y="0"/>
                  </a:lnTo>
                  <a:lnTo>
                    <a:pt x="5286" y="0"/>
                  </a:lnTo>
                  <a:lnTo>
                    <a:pt x="5287" y="552"/>
                  </a:lnTo>
                  <a:lnTo>
                    <a:pt x="5287" y="552"/>
                  </a:lnTo>
                  <a:lnTo>
                    <a:pt x="5287" y="552"/>
                  </a:lnTo>
                  <a:lnTo>
                    <a:pt x="5288" y="0"/>
                  </a:lnTo>
                  <a:lnTo>
                    <a:pt x="5288" y="153"/>
                  </a:lnTo>
                  <a:lnTo>
                    <a:pt x="5289" y="170"/>
                  </a:lnTo>
                  <a:lnTo>
                    <a:pt x="5289" y="552"/>
                  </a:lnTo>
                  <a:lnTo>
                    <a:pt x="5290" y="11"/>
                  </a:lnTo>
                  <a:lnTo>
                    <a:pt x="5290" y="5"/>
                  </a:lnTo>
                  <a:lnTo>
                    <a:pt x="5290" y="0"/>
                  </a:lnTo>
                  <a:lnTo>
                    <a:pt x="5291" y="552"/>
                  </a:lnTo>
                  <a:lnTo>
                    <a:pt x="5291" y="552"/>
                  </a:lnTo>
                  <a:lnTo>
                    <a:pt x="5291" y="552"/>
                  </a:lnTo>
                  <a:lnTo>
                    <a:pt x="5292" y="552"/>
                  </a:lnTo>
                  <a:lnTo>
                    <a:pt x="5292" y="552"/>
                  </a:lnTo>
                  <a:lnTo>
                    <a:pt x="5293" y="0"/>
                  </a:lnTo>
                  <a:lnTo>
                    <a:pt x="5293" y="72"/>
                  </a:lnTo>
                  <a:lnTo>
                    <a:pt x="5293" y="91"/>
                  </a:lnTo>
                  <a:lnTo>
                    <a:pt x="5294" y="552"/>
                  </a:lnTo>
                  <a:lnTo>
                    <a:pt x="5294" y="552"/>
                  </a:lnTo>
                  <a:lnTo>
                    <a:pt x="5294" y="552"/>
                  </a:lnTo>
                  <a:lnTo>
                    <a:pt x="5296" y="445"/>
                  </a:lnTo>
                  <a:lnTo>
                    <a:pt x="5296" y="436"/>
                  </a:lnTo>
                  <a:lnTo>
                    <a:pt x="5296" y="0"/>
                  </a:lnTo>
                  <a:lnTo>
                    <a:pt x="5297" y="0"/>
                  </a:lnTo>
                  <a:lnTo>
                    <a:pt x="5297" y="0"/>
                  </a:lnTo>
                  <a:lnTo>
                    <a:pt x="5298" y="480"/>
                  </a:lnTo>
                  <a:lnTo>
                    <a:pt x="5298" y="483"/>
                  </a:lnTo>
                  <a:lnTo>
                    <a:pt x="5298" y="552"/>
                  </a:lnTo>
                  <a:lnTo>
                    <a:pt x="5299" y="552"/>
                  </a:lnTo>
                  <a:lnTo>
                    <a:pt x="5299" y="552"/>
                  </a:lnTo>
                  <a:lnTo>
                    <a:pt x="5300" y="0"/>
                  </a:lnTo>
                  <a:lnTo>
                    <a:pt x="5300" y="96"/>
                  </a:lnTo>
                  <a:lnTo>
                    <a:pt x="5300" y="113"/>
                  </a:lnTo>
                  <a:lnTo>
                    <a:pt x="5301" y="552"/>
                  </a:lnTo>
                  <a:lnTo>
                    <a:pt x="5302" y="552"/>
                  </a:lnTo>
                  <a:lnTo>
                    <a:pt x="5302" y="552"/>
                  </a:lnTo>
                  <a:lnTo>
                    <a:pt x="5303" y="552"/>
                  </a:lnTo>
                  <a:lnTo>
                    <a:pt x="5303" y="552"/>
                  </a:lnTo>
                  <a:lnTo>
                    <a:pt x="5304" y="0"/>
                  </a:lnTo>
                  <a:lnTo>
                    <a:pt x="5304" y="0"/>
                  </a:lnTo>
                  <a:lnTo>
                    <a:pt x="5304" y="0"/>
                  </a:lnTo>
                  <a:lnTo>
                    <a:pt x="5305" y="552"/>
                  </a:lnTo>
                  <a:lnTo>
                    <a:pt x="5305" y="552"/>
                  </a:lnTo>
                  <a:lnTo>
                    <a:pt x="5305" y="552"/>
                  </a:lnTo>
                  <a:lnTo>
                    <a:pt x="5306" y="343"/>
                  </a:lnTo>
                  <a:lnTo>
                    <a:pt x="5306" y="437"/>
                  </a:lnTo>
                  <a:lnTo>
                    <a:pt x="5306" y="455"/>
                  </a:lnTo>
                  <a:lnTo>
                    <a:pt x="5307" y="552"/>
                  </a:lnTo>
                  <a:lnTo>
                    <a:pt x="5308" y="552"/>
                  </a:lnTo>
                  <a:lnTo>
                    <a:pt x="5308" y="552"/>
                  </a:lnTo>
                  <a:lnTo>
                    <a:pt x="5308" y="0"/>
                  </a:lnTo>
                  <a:lnTo>
                    <a:pt x="5309" y="0"/>
                  </a:lnTo>
                  <a:lnTo>
                    <a:pt x="5309" y="0"/>
                  </a:lnTo>
                  <a:lnTo>
                    <a:pt x="5310" y="552"/>
                  </a:lnTo>
                  <a:lnTo>
                    <a:pt x="5310" y="552"/>
                  </a:lnTo>
                  <a:lnTo>
                    <a:pt x="5310" y="552"/>
                  </a:lnTo>
                  <a:lnTo>
                    <a:pt x="5311" y="535"/>
                  </a:lnTo>
                  <a:lnTo>
                    <a:pt x="5311" y="528"/>
                  </a:lnTo>
                  <a:lnTo>
                    <a:pt x="5312" y="103"/>
                  </a:lnTo>
                  <a:lnTo>
                    <a:pt x="5312" y="552"/>
                  </a:lnTo>
                  <a:lnTo>
                    <a:pt x="5312" y="552"/>
                  </a:lnTo>
                  <a:lnTo>
                    <a:pt x="5312" y="552"/>
                  </a:lnTo>
                  <a:lnTo>
                    <a:pt x="5314" y="552"/>
                  </a:lnTo>
                  <a:lnTo>
                    <a:pt x="5314" y="552"/>
                  </a:lnTo>
                  <a:lnTo>
                    <a:pt x="5315" y="552"/>
                  </a:lnTo>
                  <a:lnTo>
                    <a:pt x="5315" y="552"/>
                  </a:lnTo>
                  <a:lnTo>
                    <a:pt x="5316" y="0"/>
                  </a:lnTo>
                  <a:lnTo>
                    <a:pt x="5316" y="0"/>
                  </a:lnTo>
                  <a:lnTo>
                    <a:pt x="5316" y="0"/>
                  </a:lnTo>
                  <a:lnTo>
                    <a:pt x="5317" y="115"/>
                  </a:lnTo>
                  <a:lnTo>
                    <a:pt x="5317" y="135"/>
                  </a:lnTo>
                  <a:lnTo>
                    <a:pt x="5318" y="552"/>
                  </a:lnTo>
                  <a:lnTo>
                    <a:pt x="5318" y="552"/>
                  </a:lnTo>
                  <a:lnTo>
                    <a:pt x="5318" y="552"/>
                  </a:lnTo>
                  <a:lnTo>
                    <a:pt x="5320" y="552"/>
                  </a:lnTo>
                  <a:lnTo>
                    <a:pt x="5320" y="552"/>
                  </a:lnTo>
                  <a:lnTo>
                    <a:pt x="5321" y="53"/>
                  </a:lnTo>
                  <a:lnTo>
                    <a:pt x="5321" y="40"/>
                  </a:lnTo>
                  <a:lnTo>
                    <a:pt x="5321" y="0"/>
                  </a:lnTo>
                  <a:lnTo>
                    <a:pt x="5322" y="75"/>
                  </a:lnTo>
                  <a:lnTo>
                    <a:pt x="5322" y="82"/>
                  </a:lnTo>
                  <a:lnTo>
                    <a:pt x="5323" y="552"/>
                  </a:lnTo>
                  <a:lnTo>
                    <a:pt x="5323" y="552"/>
                  </a:lnTo>
                  <a:lnTo>
                    <a:pt x="5323" y="552"/>
                  </a:lnTo>
                  <a:lnTo>
                    <a:pt x="5324" y="194"/>
                  </a:lnTo>
                  <a:lnTo>
                    <a:pt x="5324" y="179"/>
                  </a:lnTo>
                  <a:lnTo>
                    <a:pt x="5325" y="0"/>
                  </a:lnTo>
                  <a:lnTo>
                    <a:pt x="5326" y="0"/>
                  </a:lnTo>
                  <a:lnTo>
                    <a:pt x="5326" y="0"/>
                  </a:lnTo>
                  <a:lnTo>
                    <a:pt x="5327" y="62"/>
                  </a:lnTo>
                  <a:lnTo>
                    <a:pt x="5327" y="71"/>
                  </a:lnTo>
                  <a:lnTo>
                    <a:pt x="5328" y="552"/>
                  </a:lnTo>
                  <a:lnTo>
                    <a:pt x="5328" y="552"/>
                  </a:lnTo>
                  <a:lnTo>
                    <a:pt x="5328" y="552"/>
                  </a:lnTo>
                  <a:lnTo>
                    <a:pt x="5329" y="552"/>
                  </a:lnTo>
                  <a:lnTo>
                    <a:pt x="5329" y="552"/>
                  </a:lnTo>
                  <a:lnTo>
                    <a:pt x="5330" y="0"/>
                  </a:lnTo>
                  <a:lnTo>
                    <a:pt x="5330" y="493"/>
                  </a:lnTo>
                  <a:lnTo>
                    <a:pt x="5330" y="498"/>
                  </a:lnTo>
                  <a:lnTo>
                    <a:pt x="5331" y="552"/>
                  </a:lnTo>
                  <a:lnTo>
                    <a:pt x="5332" y="0"/>
                  </a:lnTo>
                  <a:lnTo>
                    <a:pt x="5332" y="0"/>
                  </a:lnTo>
                  <a:lnTo>
                    <a:pt x="5332" y="0"/>
                  </a:lnTo>
                  <a:lnTo>
                    <a:pt x="5333" y="552"/>
                  </a:lnTo>
                  <a:lnTo>
                    <a:pt x="5333" y="552"/>
                  </a:lnTo>
                  <a:lnTo>
                    <a:pt x="5333" y="552"/>
                  </a:lnTo>
                  <a:lnTo>
                    <a:pt x="5334" y="0"/>
                  </a:lnTo>
                  <a:lnTo>
                    <a:pt x="5334" y="0"/>
                  </a:lnTo>
                  <a:lnTo>
                    <a:pt x="5335" y="552"/>
                  </a:lnTo>
                  <a:lnTo>
                    <a:pt x="5335" y="552"/>
                  </a:lnTo>
                  <a:lnTo>
                    <a:pt x="5336" y="552"/>
                  </a:lnTo>
                  <a:lnTo>
                    <a:pt x="5336" y="552"/>
                  </a:lnTo>
                  <a:lnTo>
                    <a:pt x="5337" y="552"/>
                  </a:lnTo>
                  <a:lnTo>
                    <a:pt x="5338" y="440"/>
                  </a:lnTo>
                  <a:lnTo>
                    <a:pt x="5338" y="435"/>
                  </a:lnTo>
                  <a:lnTo>
                    <a:pt x="5338" y="0"/>
                  </a:lnTo>
                  <a:lnTo>
                    <a:pt x="5339" y="0"/>
                  </a:lnTo>
                  <a:lnTo>
                    <a:pt x="5339" y="0"/>
                  </a:lnTo>
                  <a:lnTo>
                    <a:pt x="5340" y="540"/>
                  </a:lnTo>
                  <a:lnTo>
                    <a:pt x="5340" y="545"/>
                  </a:lnTo>
                  <a:lnTo>
                    <a:pt x="5340" y="552"/>
                  </a:lnTo>
                  <a:lnTo>
                    <a:pt x="5341" y="552"/>
                  </a:lnTo>
                  <a:lnTo>
                    <a:pt x="5342" y="552"/>
                  </a:lnTo>
                  <a:lnTo>
                    <a:pt x="5343" y="63"/>
                  </a:lnTo>
                  <a:lnTo>
                    <a:pt x="5343" y="45"/>
                  </a:lnTo>
                  <a:lnTo>
                    <a:pt x="5343" y="0"/>
                  </a:lnTo>
                  <a:lnTo>
                    <a:pt x="5343" y="552"/>
                  </a:lnTo>
                  <a:lnTo>
                    <a:pt x="5344" y="552"/>
                  </a:lnTo>
                  <a:lnTo>
                    <a:pt x="5344" y="552"/>
                  </a:lnTo>
                  <a:lnTo>
                    <a:pt x="5345" y="0"/>
                  </a:lnTo>
                  <a:lnTo>
                    <a:pt x="5345" y="31"/>
                  </a:lnTo>
                  <a:lnTo>
                    <a:pt x="5345" y="43"/>
                  </a:lnTo>
                  <a:lnTo>
                    <a:pt x="5346" y="552"/>
                  </a:lnTo>
                  <a:lnTo>
                    <a:pt x="5346" y="552"/>
                  </a:lnTo>
                  <a:lnTo>
                    <a:pt x="5346" y="552"/>
                  </a:lnTo>
                  <a:lnTo>
                    <a:pt x="5347" y="552"/>
                  </a:lnTo>
                  <a:lnTo>
                    <a:pt x="5348" y="552"/>
                  </a:lnTo>
                  <a:lnTo>
                    <a:pt x="5349" y="0"/>
                  </a:lnTo>
                  <a:lnTo>
                    <a:pt x="5349" y="0"/>
                  </a:lnTo>
                  <a:lnTo>
                    <a:pt x="5349" y="0"/>
                  </a:lnTo>
                  <a:lnTo>
                    <a:pt x="5350" y="552"/>
                  </a:lnTo>
                  <a:lnTo>
                    <a:pt x="5350" y="552"/>
                  </a:lnTo>
                  <a:lnTo>
                    <a:pt x="5350" y="552"/>
                  </a:lnTo>
                  <a:lnTo>
                    <a:pt x="5351" y="552"/>
                  </a:lnTo>
                  <a:lnTo>
                    <a:pt x="5351" y="552"/>
                  </a:lnTo>
                  <a:lnTo>
                    <a:pt x="5352" y="123"/>
                  </a:lnTo>
                  <a:lnTo>
                    <a:pt x="5352" y="103"/>
                  </a:lnTo>
                  <a:lnTo>
                    <a:pt x="5352" y="0"/>
                  </a:lnTo>
                  <a:lnTo>
                    <a:pt x="5353" y="478"/>
                  </a:lnTo>
                  <a:lnTo>
                    <a:pt x="5354" y="482"/>
                  </a:lnTo>
                  <a:lnTo>
                    <a:pt x="5354" y="499"/>
                  </a:lnTo>
                  <a:lnTo>
                    <a:pt x="5354" y="0"/>
                  </a:lnTo>
                  <a:lnTo>
                    <a:pt x="5355" y="73"/>
                  </a:lnTo>
                  <a:lnTo>
                    <a:pt x="5355" y="87"/>
                  </a:lnTo>
                  <a:lnTo>
                    <a:pt x="5355" y="552"/>
                  </a:lnTo>
                  <a:lnTo>
                    <a:pt x="5356" y="552"/>
                  </a:lnTo>
                  <a:lnTo>
                    <a:pt x="5356" y="552"/>
                  </a:lnTo>
                  <a:lnTo>
                    <a:pt x="5357" y="552"/>
                  </a:lnTo>
                  <a:lnTo>
                    <a:pt x="5357" y="552"/>
                  </a:lnTo>
                  <a:lnTo>
                    <a:pt x="5358" y="400"/>
                  </a:lnTo>
                  <a:lnTo>
                    <a:pt x="5358" y="432"/>
                  </a:lnTo>
                  <a:lnTo>
                    <a:pt x="5358" y="437"/>
                  </a:lnTo>
                  <a:lnTo>
                    <a:pt x="5359" y="552"/>
                  </a:lnTo>
                  <a:lnTo>
                    <a:pt x="5359" y="0"/>
                  </a:lnTo>
                  <a:lnTo>
                    <a:pt x="5359" y="0"/>
                  </a:lnTo>
                  <a:lnTo>
                    <a:pt x="5359" y="0"/>
                  </a:lnTo>
                  <a:lnTo>
                    <a:pt x="5360" y="552"/>
                  </a:lnTo>
                  <a:lnTo>
                    <a:pt x="5361" y="552"/>
                  </a:lnTo>
                  <a:lnTo>
                    <a:pt x="5361" y="552"/>
                  </a:lnTo>
                  <a:lnTo>
                    <a:pt x="5361" y="0"/>
                  </a:lnTo>
                  <a:lnTo>
                    <a:pt x="5362" y="0"/>
                  </a:lnTo>
                  <a:lnTo>
                    <a:pt x="5362" y="0"/>
                  </a:lnTo>
                  <a:lnTo>
                    <a:pt x="5363" y="506"/>
                  </a:lnTo>
                  <a:lnTo>
                    <a:pt x="5363" y="516"/>
                  </a:lnTo>
                  <a:lnTo>
                    <a:pt x="5363" y="552"/>
                  </a:lnTo>
                  <a:lnTo>
                    <a:pt x="5364" y="552"/>
                  </a:lnTo>
                  <a:lnTo>
                    <a:pt x="5364" y="552"/>
                  </a:lnTo>
                  <a:lnTo>
                    <a:pt x="5365" y="0"/>
                  </a:lnTo>
                  <a:lnTo>
                    <a:pt x="5365" y="0"/>
                  </a:lnTo>
                  <a:lnTo>
                    <a:pt x="5365" y="0"/>
                  </a:lnTo>
                  <a:lnTo>
                    <a:pt x="5366" y="552"/>
                  </a:lnTo>
                  <a:lnTo>
                    <a:pt x="5367" y="533"/>
                  </a:lnTo>
                  <a:lnTo>
                    <a:pt x="5367" y="525"/>
                  </a:lnTo>
                  <a:lnTo>
                    <a:pt x="5367" y="0"/>
                  </a:lnTo>
                  <a:lnTo>
                    <a:pt x="5368" y="0"/>
                  </a:lnTo>
                  <a:lnTo>
                    <a:pt x="5368" y="0"/>
                  </a:lnTo>
                  <a:lnTo>
                    <a:pt x="5369" y="552"/>
                  </a:lnTo>
                  <a:lnTo>
                    <a:pt x="5369" y="546"/>
                  </a:lnTo>
                  <a:lnTo>
                    <a:pt x="5369" y="540"/>
                  </a:lnTo>
                  <a:lnTo>
                    <a:pt x="5370" y="0"/>
                  </a:lnTo>
                  <a:lnTo>
                    <a:pt x="5370" y="0"/>
                  </a:lnTo>
                  <a:lnTo>
                    <a:pt x="5370" y="0"/>
                  </a:lnTo>
                  <a:lnTo>
                    <a:pt x="5371" y="0"/>
                  </a:lnTo>
                  <a:lnTo>
                    <a:pt x="5371" y="0"/>
                  </a:lnTo>
                  <a:lnTo>
                    <a:pt x="5372" y="552"/>
                  </a:lnTo>
                  <a:lnTo>
                    <a:pt x="5373" y="552"/>
                  </a:lnTo>
                  <a:lnTo>
                    <a:pt x="5373" y="552"/>
                  </a:lnTo>
                  <a:lnTo>
                    <a:pt x="5374" y="552"/>
                  </a:lnTo>
                  <a:lnTo>
                    <a:pt x="5374" y="552"/>
                  </a:lnTo>
                  <a:lnTo>
                    <a:pt x="5375" y="552"/>
                  </a:lnTo>
                  <a:lnTo>
                    <a:pt x="5375" y="552"/>
                  </a:lnTo>
                  <a:lnTo>
                    <a:pt x="5376" y="0"/>
                  </a:lnTo>
                  <a:lnTo>
                    <a:pt x="5376" y="424"/>
                  </a:lnTo>
                  <a:lnTo>
                    <a:pt x="5376" y="438"/>
                  </a:lnTo>
                  <a:lnTo>
                    <a:pt x="5377" y="552"/>
                  </a:lnTo>
                  <a:lnTo>
                    <a:pt x="5377" y="552"/>
                  </a:lnTo>
                  <a:lnTo>
                    <a:pt x="5377" y="552"/>
                  </a:lnTo>
                  <a:lnTo>
                    <a:pt x="5379" y="552"/>
                  </a:lnTo>
                  <a:lnTo>
                    <a:pt x="5379" y="552"/>
                  </a:lnTo>
                  <a:lnTo>
                    <a:pt x="5380" y="0"/>
                  </a:lnTo>
                  <a:lnTo>
                    <a:pt x="5380" y="0"/>
                  </a:lnTo>
                  <a:lnTo>
                    <a:pt x="5380" y="0"/>
                  </a:lnTo>
                  <a:lnTo>
                    <a:pt x="5381" y="271"/>
                  </a:lnTo>
                  <a:lnTo>
                    <a:pt x="5381" y="288"/>
                  </a:lnTo>
                  <a:lnTo>
                    <a:pt x="5382" y="552"/>
                  </a:lnTo>
                  <a:lnTo>
                    <a:pt x="5382" y="552"/>
                  </a:lnTo>
                  <a:lnTo>
                    <a:pt x="5382" y="552"/>
                  </a:lnTo>
                  <a:lnTo>
                    <a:pt x="5383" y="552"/>
                  </a:lnTo>
                  <a:lnTo>
                    <a:pt x="5383" y="552"/>
                  </a:lnTo>
                  <a:lnTo>
                    <a:pt x="5385" y="0"/>
                  </a:lnTo>
                  <a:lnTo>
                    <a:pt x="5385" y="0"/>
                  </a:lnTo>
                  <a:lnTo>
                    <a:pt x="5385" y="0"/>
                  </a:lnTo>
                  <a:lnTo>
                    <a:pt x="5386" y="552"/>
                  </a:lnTo>
                  <a:lnTo>
                    <a:pt x="5386" y="552"/>
                  </a:lnTo>
                  <a:lnTo>
                    <a:pt x="5386" y="552"/>
                  </a:lnTo>
                  <a:lnTo>
                    <a:pt x="5387" y="6"/>
                  </a:lnTo>
                  <a:lnTo>
                    <a:pt x="5387" y="4"/>
                  </a:lnTo>
                  <a:lnTo>
                    <a:pt x="5387" y="0"/>
                  </a:lnTo>
                  <a:lnTo>
                    <a:pt x="5388" y="552"/>
                  </a:lnTo>
                  <a:lnTo>
                    <a:pt x="5388" y="552"/>
                  </a:lnTo>
                  <a:lnTo>
                    <a:pt x="5388" y="552"/>
                  </a:lnTo>
                  <a:lnTo>
                    <a:pt x="5389" y="0"/>
                  </a:lnTo>
                  <a:lnTo>
                    <a:pt x="5389" y="0"/>
                  </a:lnTo>
                  <a:lnTo>
                    <a:pt x="5389" y="0"/>
                  </a:lnTo>
                  <a:lnTo>
                    <a:pt x="5390" y="552"/>
                  </a:lnTo>
                  <a:lnTo>
                    <a:pt x="5391" y="552"/>
                  </a:lnTo>
                  <a:lnTo>
                    <a:pt x="5391" y="552"/>
                  </a:lnTo>
                  <a:lnTo>
                    <a:pt x="5392" y="508"/>
                  </a:lnTo>
                  <a:lnTo>
                    <a:pt x="5392" y="494"/>
                  </a:lnTo>
                  <a:lnTo>
                    <a:pt x="5393" y="0"/>
                  </a:lnTo>
                  <a:lnTo>
                    <a:pt x="5393" y="552"/>
                  </a:lnTo>
                  <a:lnTo>
                    <a:pt x="5393" y="552"/>
                  </a:lnTo>
                  <a:lnTo>
                    <a:pt x="5393" y="552"/>
                  </a:lnTo>
                  <a:lnTo>
                    <a:pt x="5394" y="528"/>
                  </a:lnTo>
                  <a:lnTo>
                    <a:pt x="5394" y="519"/>
                  </a:lnTo>
                  <a:lnTo>
                    <a:pt x="5396" y="0"/>
                  </a:lnTo>
                  <a:lnTo>
                    <a:pt x="5396" y="0"/>
                  </a:lnTo>
                  <a:lnTo>
                    <a:pt x="5396" y="0"/>
                  </a:lnTo>
                  <a:lnTo>
                    <a:pt x="5397" y="552"/>
                  </a:lnTo>
                  <a:lnTo>
                    <a:pt x="5397" y="552"/>
                  </a:lnTo>
                  <a:lnTo>
                    <a:pt x="5397" y="552"/>
                  </a:lnTo>
                  <a:lnTo>
                    <a:pt x="5398" y="421"/>
                  </a:lnTo>
                  <a:lnTo>
                    <a:pt x="5398" y="405"/>
                  </a:lnTo>
                  <a:lnTo>
                    <a:pt x="5399" y="0"/>
                  </a:lnTo>
                  <a:lnTo>
                    <a:pt x="5399" y="0"/>
                  </a:lnTo>
                  <a:lnTo>
                    <a:pt x="5399" y="0"/>
                  </a:lnTo>
                  <a:lnTo>
                    <a:pt x="5400" y="552"/>
                  </a:lnTo>
                  <a:lnTo>
                    <a:pt x="5400" y="552"/>
                  </a:lnTo>
                  <a:lnTo>
                    <a:pt x="5401" y="552"/>
                  </a:lnTo>
                  <a:lnTo>
                    <a:pt x="5401" y="0"/>
                  </a:lnTo>
                  <a:lnTo>
                    <a:pt x="5402" y="186"/>
                  </a:lnTo>
                  <a:lnTo>
                    <a:pt x="5402" y="206"/>
                  </a:lnTo>
                  <a:lnTo>
                    <a:pt x="5402" y="552"/>
                  </a:lnTo>
                  <a:lnTo>
                    <a:pt x="5403" y="552"/>
                  </a:lnTo>
                  <a:lnTo>
                    <a:pt x="5403" y="552"/>
                  </a:lnTo>
                  <a:lnTo>
                    <a:pt x="5404" y="0"/>
                  </a:lnTo>
                  <a:lnTo>
                    <a:pt x="5404" y="2"/>
                  </a:lnTo>
                  <a:lnTo>
                    <a:pt x="5404" y="6"/>
                  </a:lnTo>
                  <a:lnTo>
                    <a:pt x="5405" y="552"/>
                  </a:lnTo>
                  <a:lnTo>
                    <a:pt x="5405" y="552"/>
                  </a:lnTo>
                  <a:lnTo>
                    <a:pt x="5405" y="552"/>
                  </a:lnTo>
                  <a:lnTo>
                    <a:pt x="5406" y="147"/>
                  </a:lnTo>
                  <a:lnTo>
                    <a:pt x="5406" y="159"/>
                  </a:lnTo>
                  <a:lnTo>
                    <a:pt x="5407" y="165"/>
                  </a:lnTo>
                  <a:lnTo>
                    <a:pt x="5407" y="552"/>
                  </a:lnTo>
                  <a:lnTo>
                    <a:pt x="5408" y="552"/>
                  </a:lnTo>
                  <a:lnTo>
                    <a:pt x="5408" y="552"/>
                  </a:lnTo>
                  <a:lnTo>
                    <a:pt x="5409" y="552"/>
                  </a:lnTo>
                  <a:lnTo>
                    <a:pt x="5409" y="552"/>
                  </a:lnTo>
                  <a:lnTo>
                    <a:pt x="5410" y="552"/>
                  </a:lnTo>
                  <a:lnTo>
                    <a:pt x="5410" y="552"/>
                  </a:lnTo>
                  <a:lnTo>
                    <a:pt x="5411" y="0"/>
                  </a:lnTo>
                  <a:lnTo>
                    <a:pt x="5411" y="0"/>
                  </a:lnTo>
                  <a:lnTo>
                    <a:pt x="5411" y="0"/>
                  </a:lnTo>
                  <a:lnTo>
                    <a:pt x="5412" y="348"/>
                  </a:lnTo>
                  <a:lnTo>
                    <a:pt x="5413" y="359"/>
                  </a:lnTo>
                  <a:lnTo>
                    <a:pt x="5413" y="552"/>
                  </a:lnTo>
                  <a:lnTo>
                    <a:pt x="5414" y="346"/>
                  </a:lnTo>
                  <a:lnTo>
                    <a:pt x="5414" y="330"/>
                  </a:lnTo>
                  <a:lnTo>
                    <a:pt x="5414" y="0"/>
                  </a:lnTo>
                  <a:lnTo>
                    <a:pt x="5415" y="0"/>
                  </a:lnTo>
                  <a:lnTo>
                    <a:pt x="5415" y="0"/>
                  </a:lnTo>
                  <a:lnTo>
                    <a:pt x="5416" y="547"/>
                  </a:lnTo>
                  <a:lnTo>
                    <a:pt x="5416" y="550"/>
                  </a:lnTo>
                  <a:lnTo>
                    <a:pt x="5416" y="552"/>
                  </a:lnTo>
                  <a:lnTo>
                    <a:pt x="5417" y="552"/>
                  </a:lnTo>
                  <a:lnTo>
                    <a:pt x="5417" y="552"/>
                  </a:lnTo>
                  <a:lnTo>
                    <a:pt x="5418" y="552"/>
                  </a:lnTo>
                  <a:lnTo>
                    <a:pt x="5418" y="552"/>
                  </a:lnTo>
                  <a:lnTo>
                    <a:pt x="5420" y="546"/>
                  </a:lnTo>
                  <a:lnTo>
                    <a:pt x="5420" y="544"/>
                  </a:lnTo>
                  <a:lnTo>
                    <a:pt x="5420" y="503"/>
                  </a:lnTo>
                  <a:lnTo>
                    <a:pt x="5421" y="552"/>
                  </a:lnTo>
                  <a:lnTo>
                    <a:pt x="5421" y="536"/>
                  </a:lnTo>
                  <a:lnTo>
                    <a:pt x="5421" y="530"/>
                  </a:lnTo>
                  <a:lnTo>
                    <a:pt x="5421" y="0"/>
                  </a:lnTo>
                  <a:lnTo>
                    <a:pt x="5422" y="0"/>
                  </a:lnTo>
                  <a:lnTo>
                    <a:pt x="5422" y="0"/>
                  </a:lnTo>
                  <a:lnTo>
                    <a:pt x="5423" y="552"/>
                  </a:lnTo>
                  <a:lnTo>
                    <a:pt x="5423" y="552"/>
                  </a:lnTo>
                  <a:lnTo>
                    <a:pt x="5423" y="552"/>
                  </a:lnTo>
                  <a:lnTo>
                    <a:pt x="5424" y="552"/>
                  </a:lnTo>
                  <a:lnTo>
                    <a:pt x="5424" y="552"/>
                  </a:lnTo>
                  <a:lnTo>
                    <a:pt x="5426" y="552"/>
                  </a:lnTo>
                  <a:lnTo>
                    <a:pt x="5426" y="552"/>
                  </a:lnTo>
                  <a:lnTo>
                    <a:pt x="5427" y="0"/>
                  </a:lnTo>
                  <a:lnTo>
                    <a:pt x="5427" y="0"/>
                  </a:lnTo>
                  <a:lnTo>
                    <a:pt x="5427" y="0"/>
                  </a:lnTo>
                  <a:lnTo>
                    <a:pt x="5428" y="552"/>
                  </a:lnTo>
                  <a:lnTo>
                    <a:pt x="5428" y="552"/>
                  </a:lnTo>
                  <a:lnTo>
                    <a:pt x="5429" y="552"/>
                  </a:lnTo>
                  <a:lnTo>
                    <a:pt x="5429" y="552"/>
                  </a:lnTo>
                  <a:lnTo>
                    <a:pt x="5430" y="552"/>
                  </a:lnTo>
                  <a:lnTo>
                    <a:pt x="5430" y="552"/>
                  </a:lnTo>
                  <a:lnTo>
                    <a:pt x="5432" y="0"/>
                  </a:lnTo>
                  <a:lnTo>
                    <a:pt x="5432" y="0"/>
                  </a:lnTo>
                  <a:lnTo>
                    <a:pt x="5432" y="0"/>
                  </a:lnTo>
                  <a:lnTo>
                    <a:pt x="5433" y="552"/>
                  </a:lnTo>
                  <a:lnTo>
                    <a:pt x="5433" y="552"/>
                  </a:lnTo>
                  <a:lnTo>
                    <a:pt x="5433" y="552"/>
                  </a:lnTo>
                  <a:lnTo>
                    <a:pt x="5434" y="552"/>
                  </a:lnTo>
                  <a:lnTo>
                    <a:pt x="5434" y="552"/>
                  </a:lnTo>
                  <a:lnTo>
                    <a:pt x="5435" y="552"/>
                  </a:lnTo>
                  <a:lnTo>
                    <a:pt x="5435" y="552"/>
                  </a:lnTo>
                  <a:lnTo>
                    <a:pt x="5436" y="0"/>
                  </a:lnTo>
                  <a:lnTo>
                    <a:pt x="5436" y="0"/>
                  </a:lnTo>
                  <a:lnTo>
                    <a:pt x="5436" y="0"/>
                  </a:lnTo>
                  <a:lnTo>
                    <a:pt x="5438" y="352"/>
                  </a:lnTo>
                  <a:lnTo>
                    <a:pt x="5438" y="372"/>
                  </a:lnTo>
                  <a:lnTo>
                    <a:pt x="5438" y="552"/>
                  </a:lnTo>
                  <a:lnTo>
                    <a:pt x="5439" y="552"/>
                  </a:lnTo>
                  <a:lnTo>
                    <a:pt x="5439" y="552"/>
                  </a:lnTo>
                  <a:lnTo>
                    <a:pt x="5440" y="552"/>
                  </a:lnTo>
                  <a:lnTo>
                    <a:pt x="5440" y="552"/>
                  </a:lnTo>
                  <a:lnTo>
                    <a:pt x="5441" y="0"/>
                  </a:lnTo>
                  <a:lnTo>
                    <a:pt x="5441" y="0"/>
                  </a:lnTo>
                  <a:lnTo>
                    <a:pt x="5441" y="0"/>
                  </a:lnTo>
                  <a:lnTo>
                    <a:pt x="5442" y="119"/>
                  </a:lnTo>
                  <a:lnTo>
                    <a:pt x="5442" y="119"/>
                  </a:lnTo>
                  <a:lnTo>
                    <a:pt x="5443" y="139"/>
                  </a:lnTo>
                  <a:lnTo>
                    <a:pt x="5443" y="0"/>
                  </a:lnTo>
                  <a:lnTo>
                    <a:pt x="5444" y="0"/>
                  </a:lnTo>
                  <a:lnTo>
                    <a:pt x="5444" y="0"/>
                  </a:lnTo>
                  <a:lnTo>
                    <a:pt x="5445" y="552"/>
                  </a:lnTo>
                  <a:lnTo>
                    <a:pt x="5445" y="552"/>
                  </a:lnTo>
                  <a:lnTo>
                    <a:pt x="5445" y="552"/>
                  </a:lnTo>
                  <a:lnTo>
                    <a:pt x="5446" y="552"/>
                  </a:lnTo>
                  <a:lnTo>
                    <a:pt x="5446" y="552"/>
                  </a:lnTo>
                  <a:lnTo>
                    <a:pt x="5447" y="552"/>
                  </a:lnTo>
                  <a:lnTo>
                    <a:pt x="5447" y="552"/>
                  </a:lnTo>
                  <a:lnTo>
                    <a:pt x="5449" y="530"/>
                  </a:lnTo>
                  <a:lnTo>
                    <a:pt x="5449" y="529"/>
                  </a:lnTo>
                  <a:lnTo>
                    <a:pt x="5449" y="552"/>
                  </a:lnTo>
                  <a:lnTo>
                    <a:pt x="5450" y="3"/>
                  </a:lnTo>
                  <a:lnTo>
                    <a:pt x="5450" y="0"/>
                  </a:lnTo>
                  <a:lnTo>
                    <a:pt x="5451" y="0"/>
                  </a:lnTo>
                  <a:lnTo>
                    <a:pt x="5451" y="0"/>
                  </a:lnTo>
                  <a:lnTo>
                    <a:pt x="5452" y="552"/>
                  </a:lnTo>
                  <a:lnTo>
                    <a:pt x="5452" y="552"/>
                  </a:lnTo>
                  <a:lnTo>
                    <a:pt x="5452" y="552"/>
                  </a:lnTo>
                  <a:lnTo>
                    <a:pt x="5453" y="552"/>
                  </a:lnTo>
                  <a:lnTo>
                    <a:pt x="5453" y="552"/>
                  </a:lnTo>
                  <a:lnTo>
                    <a:pt x="5455" y="552"/>
                  </a:lnTo>
                  <a:lnTo>
                    <a:pt x="5455" y="552"/>
                  </a:lnTo>
                  <a:lnTo>
                    <a:pt x="5455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457" y="532"/>
                  </a:lnTo>
                  <a:lnTo>
                    <a:pt x="5457" y="542"/>
                  </a:lnTo>
                  <a:lnTo>
                    <a:pt x="5457" y="552"/>
                  </a:lnTo>
                  <a:lnTo>
                    <a:pt x="5458" y="552"/>
                  </a:lnTo>
                  <a:lnTo>
                    <a:pt x="5458" y="552"/>
                  </a:lnTo>
                  <a:lnTo>
                    <a:pt x="5459" y="552"/>
                  </a:lnTo>
                  <a:lnTo>
                    <a:pt x="5460" y="552"/>
                  </a:lnTo>
                  <a:lnTo>
                    <a:pt x="5460" y="0"/>
                  </a:lnTo>
                  <a:lnTo>
                    <a:pt x="5461" y="0"/>
                  </a:lnTo>
                  <a:lnTo>
                    <a:pt x="5461" y="0"/>
                  </a:lnTo>
                  <a:lnTo>
                    <a:pt x="5462" y="258"/>
                  </a:lnTo>
                  <a:lnTo>
                    <a:pt x="5462" y="282"/>
                  </a:lnTo>
                  <a:lnTo>
                    <a:pt x="5462" y="552"/>
                  </a:lnTo>
                  <a:lnTo>
                    <a:pt x="5463" y="552"/>
                  </a:lnTo>
                  <a:lnTo>
                    <a:pt x="5463" y="552"/>
                  </a:lnTo>
                  <a:lnTo>
                    <a:pt x="5464" y="552"/>
                  </a:lnTo>
                  <a:lnTo>
                    <a:pt x="5464" y="552"/>
                  </a:lnTo>
                  <a:lnTo>
                    <a:pt x="5465" y="0"/>
                  </a:lnTo>
                  <a:lnTo>
                    <a:pt x="5465" y="0"/>
                  </a:lnTo>
                  <a:lnTo>
                    <a:pt x="5466" y="0"/>
                  </a:lnTo>
                  <a:lnTo>
                    <a:pt x="5467" y="149"/>
                  </a:lnTo>
                  <a:lnTo>
                    <a:pt x="5467" y="164"/>
                  </a:lnTo>
                  <a:lnTo>
                    <a:pt x="5467" y="552"/>
                  </a:lnTo>
                  <a:lnTo>
                    <a:pt x="5468" y="552"/>
                  </a:lnTo>
                  <a:lnTo>
                    <a:pt x="5468" y="552"/>
                  </a:lnTo>
                  <a:lnTo>
                    <a:pt x="5469" y="552"/>
                  </a:lnTo>
                  <a:lnTo>
                    <a:pt x="5469" y="552"/>
                  </a:lnTo>
                  <a:lnTo>
                    <a:pt x="5470" y="0"/>
                  </a:lnTo>
                  <a:lnTo>
                    <a:pt x="5470" y="0"/>
                  </a:lnTo>
                  <a:lnTo>
                    <a:pt x="5471" y="0"/>
                  </a:lnTo>
                  <a:lnTo>
                    <a:pt x="5471" y="0"/>
                  </a:lnTo>
                  <a:lnTo>
                    <a:pt x="5472" y="2"/>
                  </a:lnTo>
                  <a:lnTo>
                    <a:pt x="5472" y="552"/>
                  </a:lnTo>
                  <a:lnTo>
                    <a:pt x="5473" y="552"/>
                  </a:lnTo>
                  <a:lnTo>
                    <a:pt x="5473" y="552"/>
                  </a:lnTo>
                  <a:lnTo>
                    <a:pt x="5474" y="549"/>
                  </a:lnTo>
                  <a:lnTo>
                    <a:pt x="5474" y="548"/>
                  </a:lnTo>
                  <a:lnTo>
                    <a:pt x="5474" y="552"/>
                  </a:lnTo>
                  <a:lnTo>
                    <a:pt x="5475" y="400"/>
                  </a:lnTo>
                  <a:lnTo>
                    <a:pt x="5475" y="374"/>
                  </a:lnTo>
                  <a:lnTo>
                    <a:pt x="5475" y="0"/>
                  </a:lnTo>
                  <a:lnTo>
                    <a:pt x="5476" y="0"/>
                  </a:lnTo>
                  <a:lnTo>
                    <a:pt x="5477" y="0"/>
                  </a:lnTo>
                  <a:lnTo>
                    <a:pt x="5477" y="552"/>
                  </a:lnTo>
                  <a:lnTo>
                    <a:pt x="5477" y="552"/>
                  </a:lnTo>
                  <a:lnTo>
                    <a:pt x="5478" y="552"/>
                  </a:lnTo>
                  <a:lnTo>
                    <a:pt x="5479" y="552"/>
                  </a:lnTo>
                  <a:lnTo>
                    <a:pt x="5479" y="552"/>
                  </a:lnTo>
                  <a:lnTo>
                    <a:pt x="5480" y="37"/>
                  </a:lnTo>
                  <a:lnTo>
                    <a:pt x="5480" y="25"/>
                  </a:lnTo>
                  <a:lnTo>
                    <a:pt x="5480" y="0"/>
                  </a:lnTo>
                  <a:lnTo>
                    <a:pt x="5481" y="43"/>
                  </a:lnTo>
                  <a:lnTo>
                    <a:pt x="5481" y="57"/>
                  </a:lnTo>
                  <a:lnTo>
                    <a:pt x="5482" y="552"/>
                  </a:lnTo>
                  <a:lnTo>
                    <a:pt x="5482" y="552"/>
                  </a:lnTo>
                  <a:lnTo>
                    <a:pt x="5482" y="552"/>
                  </a:lnTo>
                  <a:lnTo>
                    <a:pt x="5483" y="175"/>
                  </a:lnTo>
                  <a:lnTo>
                    <a:pt x="5483" y="140"/>
                  </a:lnTo>
                  <a:lnTo>
                    <a:pt x="5484" y="0"/>
                  </a:lnTo>
                  <a:lnTo>
                    <a:pt x="5484" y="552"/>
                  </a:lnTo>
                  <a:lnTo>
                    <a:pt x="5485" y="552"/>
                  </a:lnTo>
                  <a:lnTo>
                    <a:pt x="5485" y="552"/>
                  </a:lnTo>
                  <a:lnTo>
                    <a:pt x="5486" y="438"/>
                  </a:lnTo>
                  <a:lnTo>
                    <a:pt x="5486" y="435"/>
                  </a:lnTo>
                  <a:lnTo>
                    <a:pt x="5486" y="552"/>
                  </a:lnTo>
                  <a:lnTo>
                    <a:pt x="5487" y="8"/>
                  </a:lnTo>
                  <a:lnTo>
                    <a:pt x="5487" y="7"/>
                  </a:lnTo>
                  <a:lnTo>
                    <a:pt x="5488" y="552"/>
                  </a:lnTo>
                  <a:lnTo>
                    <a:pt x="5488" y="552"/>
                  </a:lnTo>
                  <a:lnTo>
                    <a:pt x="5488" y="552"/>
                  </a:lnTo>
                  <a:lnTo>
                    <a:pt x="5489" y="552"/>
                  </a:lnTo>
                  <a:lnTo>
                    <a:pt x="5489" y="552"/>
                  </a:lnTo>
                  <a:lnTo>
                    <a:pt x="5491" y="211"/>
                  </a:lnTo>
                  <a:lnTo>
                    <a:pt x="5491" y="177"/>
                  </a:lnTo>
                  <a:lnTo>
                    <a:pt x="5491" y="0"/>
                  </a:lnTo>
                  <a:lnTo>
                    <a:pt x="5492" y="0"/>
                  </a:lnTo>
                  <a:lnTo>
                    <a:pt x="5492" y="0"/>
                  </a:lnTo>
                  <a:lnTo>
                    <a:pt x="5493" y="552"/>
                  </a:lnTo>
                  <a:lnTo>
                    <a:pt x="5493" y="552"/>
                  </a:lnTo>
                  <a:lnTo>
                    <a:pt x="5493" y="552"/>
                  </a:lnTo>
                  <a:lnTo>
                    <a:pt x="5494" y="552"/>
                  </a:lnTo>
                  <a:lnTo>
                    <a:pt x="5494" y="552"/>
                  </a:lnTo>
                  <a:lnTo>
                    <a:pt x="5495" y="0"/>
                  </a:lnTo>
                  <a:lnTo>
                    <a:pt x="5495" y="0"/>
                  </a:lnTo>
                  <a:lnTo>
                    <a:pt x="5495" y="0"/>
                  </a:lnTo>
                  <a:lnTo>
                    <a:pt x="5497" y="234"/>
                  </a:lnTo>
                  <a:lnTo>
                    <a:pt x="5497" y="259"/>
                  </a:lnTo>
                  <a:lnTo>
                    <a:pt x="5497" y="552"/>
                  </a:lnTo>
                  <a:lnTo>
                    <a:pt x="5498" y="552"/>
                  </a:lnTo>
                  <a:lnTo>
                    <a:pt x="5498" y="552"/>
                  </a:lnTo>
                  <a:lnTo>
                    <a:pt x="5499" y="552"/>
                  </a:lnTo>
                  <a:lnTo>
                    <a:pt x="5499" y="552"/>
                  </a:lnTo>
                  <a:lnTo>
                    <a:pt x="5500" y="505"/>
                  </a:lnTo>
                  <a:lnTo>
                    <a:pt x="5500" y="488"/>
                  </a:lnTo>
                  <a:lnTo>
                    <a:pt x="5501" y="0"/>
                  </a:lnTo>
                  <a:lnTo>
                    <a:pt x="5502" y="0"/>
                  </a:lnTo>
                  <a:lnTo>
                    <a:pt x="5502" y="0"/>
                  </a:lnTo>
                  <a:lnTo>
                    <a:pt x="5503" y="23"/>
                  </a:lnTo>
                  <a:lnTo>
                    <a:pt x="5503" y="32"/>
                  </a:lnTo>
                  <a:lnTo>
                    <a:pt x="5503" y="552"/>
                  </a:lnTo>
                  <a:lnTo>
                    <a:pt x="5504" y="552"/>
                  </a:lnTo>
                  <a:lnTo>
                    <a:pt x="5504" y="552"/>
                  </a:lnTo>
                  <a:lnTo>
                    <a:pt x="5505" y="552"/>
                  </a:lnTo>
                  <a:lnTo>
                    <a:pt x="5505" y="552"/>
                  </a:lnTo>
                  <a:lnTo>
                    <a:pt x="5506" y="552"/>
                  </a:lnTo>
                  <a:lnTo>
                    <a:pt x="5506" y="552"/>
                  </a:lnTo>
                  <a:lnTo>
                    <a:pt x="5507" y="0"/>
                  </a:lnTo>
                  <a:lnTo>
                    <a:pt x="5508" y="0"/>
                  </a:lnTo>
                  <a:lnTo>
                    <a:pt x="5508" y="0"/>
                  </a:lnTo>
                  <a:lnTo>
                    <a:pt x="5509" y="148"/>
                  </a:lnTo>
                  <a:lnTo>
                    <a:pt x="5509" y="171"/>
                  </a:lnTo>
                  <a:lnTo>
                    <a:pt x="5509" y="552"/>
                  </a:lnTo>
                  <a:lnTo>
                    <a:pt x="5510" y="552"/>
                  </a:lnTo>
                  <a:lnTo>
                    <a:pt x="5510" y="552"/>
                  </a:lnTo>
                  <a:lnTo>
                    <a:pt x="5511" y="552"/>
                  </a:lnTo>
                  <a:lnTo>
                    <a:pt x="5511" y="552"/>
                  </a:lnTo>
                  <a:lnTo>
                    <a:pt x="5512" y="550"/>
                  </a:lnTo>
                  <a:lnTo>
                    <a:pt x="5512" y="546"/>
                  </a:lnTo>
                  <a:lnTo>
                    <a:pt x="5513" y="0"/>
                  </a:lnTo>
                  <a:lnTo>
                    <a:pt x="5514" y="0"/>
                  </a:lnTo>
                  <a:lnTo>
                    <a:pt x="5514" y="0"/>
                  </a:lnTo>
                  <a:lnTo>
                    <a:pt x="5515" y="552"/>
                  </a:lnTo>
                  <a:lnTo>
                    <a:pt x="5515" y="552"/>
                  </a:lnTo>
                  <a:lnTo>
                    <a:pt x="5515" y="552"/>
                  </a:lnTo>
                  <a:lnTo>
                    <a:pt x="5516" y="552"/>
                  </a:lnTo>
                  <a:lnTo>
                    <a:pt x="5516" y="552"/>
                  </a:lnTo>
                  <a:lnTo>
                    <a:pt x="5517" y="552"/>
                  </a:lnTo>
                  <a:lnTo>
                    <a:pt x="5517" y="552"/>
                  </a:lnTo>
                  <a:lnTo>
                    <a:pt x="5518" y="112"/>
                  </a:lnTo>
                  <a:lnTo>
                    <a:pt x="5518" y="91"/>
                  </a:lnTo>
                  <a:lnTo>
                    <a:pt x="5519" y="0"/>
                  </a:lnTo>
                  <a:lnTo>
                    <a:pt x="5520" y="0"/>
                  </a:lnTo>
                  <a:lnTo>
                    <a:pt x="5520" y="0"/>
                  </a:lnTo>
                  <a:lnTo>
                    <a:pt x="5520" y="552"/>
                  </a:lnTo>
                  <a:lnTo>
                    <a:pt x="5521" y="552"/>
                  </a:lnTo>
                  <a:lnTo>
                    <a:pt x="5521" y="552"/>
                  </a:lnTo>
                  <a:lnTo>
                    <a:pt x="5522" y="552"/>
                  </a:lnTo>
                  <a:lnTo>
                    <a:pt x="5522" y="552"/>
                  </a:lnTo>
                  <a:lnTo>
                    <a:pt x="5523" y="552"/>
                  </a:lnTo>
                  <a:lnTo>
                    <a:pt x="5523" y="552"/>
                  </a:lnTo>
                  <a:lnTo>
                    <a:pt x="5524" y="0"/>
                  </a:lnTo>
                  <a:lnTo>
                    <a:pt x="5524" y="0"/>
                  </a:lnTo>
                  <a:lnTo>
                    <a:pt x="5525" y="0"/>
                  </a:lnTo>
                  <a:lnTo>
                    <a:pt x="5526" y="125"/>
                  </a:lnTo>
                  <a:lnTo>
                    <a:pt x="5526" y="141"/>
                  </a:lnTo>
                  <a:lnTo>
                    <a:pt x="5526" y="552"/>
                  </a:lnTo>
                  <a:lnTo>
                    <a:pt x="5527" y="552"/>
                  </a:lnTo>
                  <a:lnTo>
                    <a:pt x="5527" y="552"/>
                  </a:lnTo>
                  <a:lnTo>
                    <a:pt x="5528" y="552"/>
                  </a:lnTo>
                  <a:lnTo>
                    <a:pt x="5528" y="552"/>
                  </a:lnTo>
                  <a:lnTo>
                    <a:pt x="5529" y="380"/>
                  </a:lnTo>
                  <a:lnTo>
                    <a:pt x="5530" y="358"/>
                  </a:lnTo>
                  <a:lnTo>
                    <a:pt x="5530" y="0"/>
                  </a:lnTo>
                  <a:lnTo>
                    <a:pt x="5530" y="0"/>
                  </a:lnTo>
                  <a:lnTo>
                    <a:pt x="5531" y="0"/>
                  </a:lnTo>
                  <a:lnTo>
                    <a:pt x="5532" y="552"/>
                  </a:lnTo>
                  <a:lnTo>
                    <a:pt x="5532" y="552"/>
                  </a:lnTo>
                  <a:lnTo>
                    <a:pt x="5532" y="552"/>
                  </a:lnTo>
                  <a:lnTo>
                    <a:pt x="5533" y="552"/>
                  </a:lnTo>
                  <a:lnTo>
                    <a:pt x="5533" y="552"/>
                  </a:lnTo>
                  <a:lnTo>
                    <a:pt x="5534" y="552"/>
                  </a:lnTo>
                  <a:lnTo>
                    <a:pt x="5534" y="552"/>
                  </a:lnTo>
                  <a:lnTo>
                    <a:pt x="5535" y="0"/>
                  </a:lnTo>
                  <a:lnTo>
                    <a:pt x="5535" y="0"/>
                  </a:lnTo>
                  <a:lnTo>
                    <a:pt x="5536" y="0"/>
                  </a:lnTo>
                  <a:lnTo>
                    <a:pt x="5536" y="192"/>
                  </a:lnTo>
                  <a:lnTo>
                    <a:pt x="5537" y="212"/>
                  </a:lnTo>
                  <a:lnTo>
                    <a:pt x="5537" y="552"/>
                  </a:lnTo>
                  <a:lnTo>
                    <a:pt x="5538" y="552"/>
                  </a:lnTo>
                  <a:lnTo>
                    <a:pt x="5538" y="552"/>
                  </a:lnTo>
                  <a:lnTo>
                    <a:pt x="5539" y="552"/>
                  </a:lnTo>
                  <a:lnTo>
                    <a:pt x="5539" y="552"/>
                  </a:lnTo>
                  <a:lnTo>
                    <a:pt x="5540" y="361"/>
                  </a:lnTo>
                  <a:lnTo>
                    <a:pt x="5540" y="347"/>
                  </a:lnTo>
                  <a:lnTo>
                    <a:pt x="5541" y="0"/>
                  </a:lnTo>
                  <a:lnTo>
                    <a:pt x="5541" y="0"/>
                  </a:lnTo>
                  <a:lnTo>
                    <a:pt x="5541" y="0"/>
                  </a:lnTo>
                  <a:lnTo>
                    <a:pt x="5542" y="552"/>
                  </a:lnTo>
                  <a:lnTo>
                    <a:pt x="5542" y="552"/>
                  </a:lnTo>
                  <a:lnTo>
                    <a:pt x="5542" y="552"/>
                  </a:lnTo>
                  <a:lnTo>
                    <a:pt x="5544" y="552"/>
                  </a:lnTo>
                  <a:lnTo>
                    <a:pt x="5544" y="552"/>
                  </a:lnTo>
                  <a:lnTo>
                    <a:pt x="5545" y="552"/>
                  </a:lnTo>
                  <a:lnTo>
                    <a:pt x="5545" y="552"/>
                  </a:lnTo>
                  <a:lnTo>
                    <a:pt x="5546" y="0"/>
                  </a:lnTo>
                  <a:lnTo>
                    <a:pt x="5546" y="0"/>
                  </a:lnTo>
                  <a:lnTo>
                    <a:pt x="5546" y="0"/>
                  </a:lnTo>
                  <a:lnTo>
                    <a:pt x="5547" y="365"/>
                  </a:lnTo>
                  <a:lnTo>
                    <a:pt x="5547" y="381"/>
                  </a:lnTo>
                  <a:lnTo>
                    <a:pt x="5548" y="552"/>
                  </a:lnTo>
                  <a:lnTo>
                    <a:pt x="5548" y="552"/>
                  </a:lnTo>
                  <a:lnTo>
                    <a:pt x="5548" y="552"/>
                  </a:lnTo>
                  <a:lnTo>
                    <a:pt x="5550" y="552"/>
                  </a:lnTo>
                  <a:lnTo>
                    <a:pt x="5550" y="552"/>
                  </a:lnTo>
                  <a:lnTo>
                    <a:pt x="5551" y="65"/>
                  </a:lnTo>
                  <a:lnTo>
                    <a:pt x="5551" y="47"/>
                  </a:lnTo>
                  <a:lnTo>
                    <a:pt x="5551" y="0"/>
                  </a:lnTo>
                  <a:lnTo>
                    <a:pt x="5552" y="37"/>
                  </a:lnTo>
                  <a:lnTo>
                    <a:pt x="5552" y="47"/>
                  </a:lnTo>
                  <a:lnTo>
                    <a:pt x="5553" y="552"/>
                  </a:lnTo>
                  <a:lnTo>
                    <a:pt x="5553" y="552"/>
                  </a:lnTo>
                  <a:lnTo>
                    <a:pt x="5553" y="552"/>
                  </a:lnTo>
                  <a:lnTo>
                    <a:pt x="5555" y="552"/>
                  </a:lnTo>
                  <a:lnTo>
                    <a:pt x="5555" y="552"/>
                  </a:lnTo>
                  <a:lnTo>
                    <a:pt x="5556" y="552"/>
                  </a:lnTo>
                  <a:lnTo>
                    <a:pt x="5556" y="552"/>
                  </a:lnTo>
                  <a:lnTo>
                    <a:pt x="5557" y="0"/>
                  </a:lnTo>
                  <a:lnTo>
                    <a:pt x="5557" y="0"/>
                  </a:lnTo>
                  <a:lnTo>
                    <a:pt x="5557" y="0"/>
                  </a:lnTo>
                  <a:lnTo>
                    <a:pt x="5558" y="522"/>
                  </a:lnTo>
                  <a:lnTo>
                    <a:pt x="5558" y="533"/>
                  </a:lnTo>
                  <a:lnTo>
                    <a:pt x="5558" y="552"/>
                  </a:lnTo>
                  <a:lnTo>
                    <a:pt x="5559" y="552"/>
                  </a:lnTo>
                  <a:lnTo>
                    <a:pt x="5559" y="552"/>
                  </a:lnTo>
                  <a:lnTo>
                    <a:pt x="5561" y="552"/>
                  </a:lnTo>
                  <a:lnTo>
                    <a:pt x="5561" y="552"/>
                  </a:lnTo>
                  <a:lnTo>
                    <a:pt x="5562" y="0"/>
                  </a:lnTo>
                  <a:lnTo>
                    <a:pt x="5562" y="0"/>
                  </a:lnTo>
                  <a:lnTo>
                    <a:pt x="5562" y="0"/>
                  </a:lnTo>
                  <a:lnTo>
                    <a:pt x="5563" y="0"/>
                  </a:lnTo>
                  <a:lnTo>
                    <a:pt x="5563" y="0"/>
                  </a:lnTo>
                  <a:lnTo>
                    <a:pt x="5564" y="552"/>
                  </a:lnTo>
                  <a:lnTo>
                    <a:pt x="5564" y="552"/>
                  </a:lnTo>
                  <a:lnTo>
                    <a:pt x="5564" y="552"/>
                  </a:lnTo>
                  <a:lnTo>
                    <a:pt x="5565" y="552"/>
                  </a:lnTo>
                  <a:lnTo>
                    <a:pt x="5565" y="552"/>
                  </a:lnTo>
                  <a:lnTo>
                    <a:pt x="5567" y="552"/>
                  </a:lnTo>
                  <a:lnTo>
                    <a:pt x="5567" y="549"/>
                  </a:lnTo>
                  <a:lnTo>
                    <a:pt x="5567" y="0"/>
                  </a:lnTo>
                  <a:lnTo>
                    <a:pt x="5568" y="0"/>
                  </a:lnTo>
                  <a:lnTo>
                    <a:pt x="5568" y="0"/>
                  </a:lnTo>
                  <a:lnTo>
                    <a:pt x="5569" y="345"/>
                  </a:lnTo>
                  <a:lnTo>
                    <a:pt x="5569" y="364"/>
                  </a:lnTo>
                  <a:lnTo>
                    <a:pt x="5569" y="552"/>
                  </a:lnTo>
                  <a:lnTo>
                    <a:pt x="5570" y="552"/>
                  </a:lnTo>
                  <a:lnTo>
                    <a:pt x="5570" y="552"/>
                  </a:lnTo>
                  <a:lnTo>
                    <a:pt x="5571" y="552"/>
                  </a:lnTo>
                  <a:lnTo>
                    <a:pt x="5571" y="552"/>
                  </a:lnTo>
                  <a:lnTo>
                    <a:pt x="5573" y="308"/>
                  </a:lnTo>
                  <a:lnTo>
                    <a:pt x="5573" y="291"/>
                  </a:lnTo>
                  <a:lnTo>
                    <a:pt x="5573" y="0"/>
                  </a:lnTo>
                  <a:lnTo>
                    <a:pt x="5574" y="0"/>
                  </a:lnTo>
                  <a:lnTo>
                    <a:pt x="5574" y="0"/>
                  </a:lnTo>
                  <a:lnTo>
                    <a:pt x="5575" y="552"/>
                  </a:lnTo>
                  <a:lnTo>
                    <a:pt x="5575" y="552"/>
                  </a:lnTo>
                  <a:lnTo>
                    <a:pt x="5575" y="552"/>
                  </a:lnTo>
                  <a:lnTo>
                    <a:pt x="5576" y="552"/>
                  </a:lnTo>
                  <a:lnTo>
                    <a:pt x="5576" y="552"/>
                  </a:lnTo>
                  <a:lnTo>
                    <a:pt x="5577" y="552"/>
                  </a:lnTo>
                  <a:lnTo>
                    <a:pt x="5577" y="552"/>
                  </a:lnTo>
                  <a:lnTo>
                    <a:pt x="5579" y="0"/>
                  </a:lnTo>
                  <a:lnTo>
                    <a:pt x="5579" y="0"/>
                  </a:lnTo>
                  <a:lnTo>
                    <a:pt x="5579" y="0"/>
                  </a:lnTo>
                  <a:lnTo>
                    <a:pt x="5580" y="0"/>
                  </a:lnTo>
                  <a:lnTo>
                    <a:pt x="5580" y="0"/>
                  </a:lnTo>
                  <a:lnTo>
                    <a:pt x="5581" y="552"/>
                  </a:lnTo>
                  <a:lnTo>
                    <a:pt x="5581" y="552"/>
                  </a:lnTo>
                  <a:lnTo>
                    <a:pt x="5581" y="552"/>
                  </a:lnTo>
                  <a:lnTo>
                    <a:pt x="5582" y="552"/>
                  </a:lnTo>
                  <a:lnTo>
                    <a:pt x="5583" y="552"/>
                  </a:lnTo>
                  <a:lnTo>
                    <a:pt x="5583" y="552"/>
                  </a:lnTo>
                  <a:lnTo>
                    <a:pt x="5584" y="552"/>
                  </a:lnTo>
                  <a:lnTo>
                    <a:pt x="5584" y="0"/>
                  </a:lnTo>
                  <a:lnTo>
                    <a:pt x="5585" y="0"/>
                  </a:lnTo>
                  <a:lnTo>
                    <a:pt x="5585" y="0"/>
                  </a:lnTo>
                  <a:lnTo>
                    <a:pt x="5586" y="101"/>
                  </a:lnTo>
                  <a:lnTo>
                    <a:pt x="5586" y="118"/>
                  </a:lnTo>
                  <a:lnTo>
                    <a:pt x="5586" y="552"/>
                  </a:lnTo>
                  <a:lnTo>
                    <a:pt x="5587" y="552"/>
                  </a:lnTo>
                  <a:lnTo>
                    <a:pt x="5587" y="552"/>
                  </a:lnTo>
                  <a:lnTo>
                    <a:pt x="5588" y="552"/>
                  </a:lnTo>
                  <a:lnTo>
                    <a:pt x="5589" y="552"/>
                  </a:lnTo>
                  <a:lnTo>
                    <a:pt x="5589" y="0"/>
                  </a:lnTo>
                  <a:lnTo>
                    <a:pt x="5590" y="0"/>
                  </a:lnTo>
                  <a:lnTo>
                    <a:pt x="5591" y="0"/>
                  </a:lnTo>
                  <a:lnTo>
                    <a:pt x="5591" y="0"/>
                  </a:lnTo>
                  <a:lnTo>
                    <a:pt x="5592" y="546"/>
                  </a:lnTo>
                  <a:lnTo>
                    <a:pt x="5592" y="548"/>
                  </a:lnTo>
                  <a:lnTo>
                    <a:pt x="5592" y="552"/>
                  </a:lnTo>
                  <a:lnTo>
                    <a:pt x="5593" y="552"/>
                  </a:lnTo>
                  <a:lnTo>
                    <a:pt x="5593" y="552"/>
                  </a:lnTo>
                  <a:lnTo>
                    <a:pt x="5594" y="552"/>
                  </a:lnTo>
                  <a:lnTo>
                    <a:pt x="5595" y="552"/>
                  </a:lnTo>
                  <a:lnTo>
                    <a:pt x="5595" y="0"/>
                  </a:lnTo>
                  <a:lnTo>
                    <a:pt x="5595" y="0"/>
                  </a:lnTo>
                  <a:lnTo>
                    <a:pt x="5596" y="0"/>
                  </a:lnTo>
                  <a:lnTo>
                    <a:pt x="5597" y="56"/>
                  </a:lnTo>
                  <a:lnTo>
                    <a:pt x="5597" y="71"/>
                  </a:lnTo>
                  <a:lnTo>
                    <a:pt x="5597" y="552"/>
                  </a:lnTo>
                  <a:lnTo>
                    <a:pt x="5598" y="552"/>
                  </a:lnTo>
                  <a:lnTo>
                    <a:pt x="5598" y="552"/>
                  </a:lnTo>
                  <a:lnTo>
                    <a:pt x="5599" y="552"/>
                  </a:lnTo>
                  <a:lnTo>
                    <a:pt x="5599" y="552"/>
                  </a:lnTo>
                  <a:lnTo>
                    <a:pt x="5600" y="173"/>
                  </a:lnTo>
                  <a:lnTo>
                    <a:pt x="5601" y="152"/>
                  </a:lnTo>
                  <a:lnTo>
                    <a:pt x="5601" y="0"/>
                  </a:lnTo>
                  <a:lnTo>
                    <a:pt x="5601" y="0"/>
                  </a:lnTo>
                  <a:lnTo>
                    <a:pt x="5602" y="0"/>
                  </a:lnTo>
                  <a:lnTo>
                    <a:pt x="5603" y="548"/>
                  </a:lnTo>
                  <a:lnTo>
                    <a:pt x="5603" y="550"/>
                  </a:lnTo>
                  <a:lnTo>
                    <a:pt x="5603" y="552"/>
                  </a:lnTo>
                  <a:lnTo>
                    <a:pt x="5604" y="552"/>
                  </a:lnTo>
                  <a:lnTo>
                    <a:pt x="5604" y="552"/>
                  </a:lnTo>
                  <a:lnTo>
                    <a:pt x="5605" y="552"/>
                  </a:lnTo>
                  <a:lnTo>
                    <a:pt x="5605" y="552"/>
                  </a:lnTo>
                  <a:lnTo>
                    <a:pt x="5606" y="0"/>
                  </a:lnTo>
                  <a:lnTo>
                    <a:pt x="5606" y="0"/>
                  </a:lnTo>
                  <a:lnTo>
                    <a:pt x="5606" y="0"/>
                  </a:lnTo>
                  <a:lnTo>
                    <a:pt x="5608" y="1"/>
                  </a:lnTo>
                  <a:lnTo>
                    <a:pt x="5608" y="4"/>
                  </a:lnTo>
                  <a:lnTo>
                    <a:pt x="5608" y="552"/>
                  </a:lnTo>
                  <a:lnTo>
                    <a:pt x="5609" y="552"/>
                  </a:lnTo>
                  <a:lnTo>
                    <a:pt x="5609" y="552"/>
                  </a:lnTo>
                  <a:lnTo>
                    <a:pt x="5610" y="552"/>
                  </a:lnTo>
                  <a:lnTo>
                    <a:pt x="5610" y="552"/>
                  </a:lnTo>
                  <a:lnTo>
                    <a:pt x="5611" y="397"/>
                  </a:lnTo>
                  <a:lnTo>
                    <a:pt x="5611" y="383"/>
                  </a:lnTo>
                  <a:lnTo>
                    <a:pt x="5612" y="0"/>
                  </a:lnTo>
                  <a:lnTo>
                    <a:pt x="5612" y="0"/>
                  </a:lnTo>
                  <a:lnTo>
                    <a:pt x="5612" y="0"/>
                  </a:lnTo>
                  <a:lnTo>
                    <a:pt x="5614" y="552"/>
                  </a:lnTo>
                  <a:lnTo>
                    <a:pt x="5614" y="552"/>
                  </a:lnTo>
                  <a:lnTo>
                    <a:pt x="5614" y="552"/>
                  </a:lnTo>
                  <a:lnTo>
                    <a:pt x="5615" y="552"/>
                  </a:lnTo>
                  <a:lnTo>
                    <a:pt x="5615" y="552"/>
                  </a:lnTo>
                  <a:lnTo>
                    <a:pt x="5616" y="552"/>
                  </a:lnTo>
                  <a:lnTo>
                    <a:pt x="5616" y="552"/>
                  </a:lnTo>
                  <a:lnTo>
                    <a:pt x="5617" y="0"/>
                  </a:lnTo>
                  <a:lnTo>
                    <a:pt x="5617" y="0"/>
                  </a:lnTo>
                  <a:lnTo>
                    <a:pt x="5617" y="0"/>
                  </a:lnTo>
                  <a:lnTo>
                    <a:pt x="5618" y="164"/>
                  </a:lnTo>
                  <a:lnTo>
                    <a:pt x="5618" y="177"/>
                  </a:lnTo>
                  <a:lnTo>
                    <a:pt x="5619" y="552"/>
                  </a:lnTo>
                  <a:lnTo>
                    <a:pt x="5620" y="552"/>
                  </a:lnTo>
                  <a:lnTo>
                    <a:pt x="5620" y="552"/>
                  </a:lnTo>
                  <a:lnTo>
                    <a:pt x="5621" y="552"/>
                  </a:lnTo>
                  <a:lnTo>
                    <a:pt x="5621" y="552"/>
                  </a:lnTo>
                  <a:lnTo>
                    <a:pt x="5622" y="411"/>
                  </a:lnTo>
                  <a:lnTo>
                    <a:pt x="5622" y="394"/>
                  </a:lnTo>
                  <a:lnTo>
                    <a:pt x="5623" y="0"/>
                  </a:lnTo>
                  <a:lnTo>
                    <a:pt x="5623" y="0"/>
                  </a:lnTo>
                  <a:lnTo>
                    <a:pt x="5623" y="0"/>
                  </a:lnTo>
                  <a:lnTo>
                    <a:pt x="5624" y="430"/>
                  </a:lnTo>
                  <a:lnTo>
                    <a:pt x="5624" y="437"/>
                  </a:lnTo>
                  <a:lnTo>
                    <a:pt x="5625" y="552"/>
                  </a:lnTo>
                  <a:lnTo>
                    <a:pt x="5626" y="552"/>
                  </a:lnTo>
                  <a:lnTo>
                    <a:pt x="5626" y="552"/>
                  </a:lnTo>
                  <a:lnTo>
                    <a:pt x="5627" y="552"/>
                  </a:lnTo>
                  <a:lnTo>
                    <a:pt x="5627" y="552"/>
                  </a:lnTo>
                  <a:lnTo>
                    <a:pt x="5628" y="0"/>
                  </a:lnTo>
                  <a:lnTo>
                    <a:pt x="5628" y="0"/>
                  </a:lnTo>
                  <a:lnTo>
                    <a:pt x="5629" y="0"/>
                  </a:lnTo>
                  <a:lnTo>
                    <a:pt x="5629" y="0"/>
                  </a:lnTo>
                  <a:lnTo>
                    <a:pt x="5630" y="552"/>
                  </a:lnTo>
                  <a:lnTo>
                    <a:pt x="5630" y="552"/>
                  </a:lnTo>
                  <a:lnTo>
                    <a:pt x="5630" y="552"/>
                  </a:lnTo>
                  <a:lnTo>
                    <a:pt x="5632" y="552"/>
                  </a:lnTo>
                  <a:lnTo>
                    <a:pt x="5632" y="552"/>
                  </a:lnTo>
                  <a:lnTo>
                    <a:pt x="5633" y="530"/>
                  </a:lnTo>
                  <a:lnTo>
                    <a:pt x="5633" y="523"/>
                  </a:lnTo>
                  <a:lnTo>
                    <a:pt x="5633" y="0"/>
                  </a:lnTo>
                  <a:lnTo>
                    <a:pt x="5634" y="0"/>
                  </a:lnTo>
                  <a:lnTo>
                    <a:pt x="5634" y="0"/>
                  </a:lnTo>
                  <a:lnTo>
                    <a:pt x="5635" y="552"/>
                  </a:lnTo>
                  <a:lnTo>
                    <a:pt x="5635" y="552"/>
                  </a:lnTo>
                  <a:lnTo>
                    <a:pt x="5635" y="552"/>
                  </a:lnTo>
                  <a:lnTo>
                    <a:pt x="5636" y="552"/>
                  </a:lnTo>
                  <a:lnTo>
                    <a:pt x="5636" y="552"/>
                  </a:lnTo>
                  <a:lnTo>
                    <a:pt x="5638" y="552"/>
                  </a:lnTo>
                  <a:lnTo>
                    <a:pt x="5638" y="552"/>
                  </a:lnTo>
                  <a:lnTo>
                    <a:pt x="5639" y="32"/>
                  </a:lnTo>
                  <a:lnTo>
                    <a:pt x="5639" y="22"/>
                  </a:lnTo>
                  <a:lnTo>
                    <a:pt x="5639" y="0"/>
                  </a:lnTo>
                  <a:lnTo>
                    <a:pt x="5640" y="0"/>
                  </a:lnTo>
                  <a:lnTo>
                    <a:pt x="5640" y="0"/>
                  </a:lnTo>
                  <a:lnTo>
                    <a:pt x="5641" y="552"/>
                  </a:lnTo>
                  <a:lnTo>
                    <a:pt x="5641" y="552"/>
                  </a:lnTo>
                  <a:lnTo>
                    <a:pt x="5641" y="552"/>
                  </a:lnTo>
                  <a:lnTo>
                    <a:pt x="5642" y="552"/>
                  </a:lnTo>
                  <a:lnTo>
                    <a:pt x="5642" y="552"/>
                  </a:lnTo>
                  <a:lnTo>
                    <a:pt x="5644" y="547"/>
                  </a:lnTo>
                  <a:lnTo>
                    <a:pt x="5644" y="543"/>
                  </a:lnTo>
                  <a:lnTo>
                    <a:pt x="5644" y="0"/>
                  </a:lnTo>
                  <a:lnTo>
                    <a:pt x="5645" y="0"/>
                  </a:lnTo>
                  <a:lnTo>
                    <a:pt x="5645" y="0"/>
                  </a:lnTo>
                  <a:lnTo>
                    <a:pt x="5646" y="552"/>
                  </a:lnTo>
                  <a:lnTo>
                    <a:pt x="5646" y="552"/>
                  </a:lnTo>
                  <a:lnTo>
                    <a:pt x="5646" y="552"/>
                  </a:lnTo>
                  <a:lnTo>
                    <a:pt x="5647" y="552"/>
                  </a:lnTo>
                  <a:lnTo>
                    <a:pt x="5648" y="552"/>
                  </a:lnTo>
                  <a:lnTo>
                    <a:pt x="5648" y="552"/>
                  </a:lnTo>
                  <a:lnTo>
                    <a:pt x="5649" y="552"/>
                  </a:lnTo>
                  <a:lnTo>
                    <a:pt x="5649" y="0"/>
                  </a:lnTo>
                  <a:lnTo>
                    <a:pt x="5650" y="0"/>
                  </a:lnTo>
                  <a:lnTo>
                    <a:pt x="5650" y="0"/>
                  </a:lnTo>
                  <a:lnTo>
                    <a:pt x="5651" y="191"/>
                  </a:lnTo>
                  <a:lnTo>
                    <a:pt x="5651" y="214"/>
                  </a:lnTo>
                  <a:lnTo>
                    <a:pt x="5651" y="552"/>
                  </a:lnTo>
                  <a:lnTo>
                    <a:pt x="5652" y="552"/>
                  </a:lnTo>
                  <a:lnTo>
                    <a:pt x="5652" y="552"/>
                  </a:lnTo>
                  <a:lnTo>
                    <a:pt x="5653" y="552"/>
                  </a:lnTo>
                  <a:lnTo>
                    <a:pt x="5654" y="552"/>
                  </a:lnTo>
                  <a:lnTo>
                    <a:pt x="5654" y="1"/>
                  </a:lnTo>
                  <a:lnTo>
                    <a:pt x="5655" y="0"/>
                  </a:lnTo>
                  <a:lnTo>
                    <a:pt x="5656" y="0"/>
                  </a:lnTo>
                  <a:lnTo>
                    <a:pt x="5656" y="0"/>
                  </a:lnTo>
                  <a:lnTo>
                    <a:pt x="5657" y="552"/>
                  </a:lnTo>
                  <a:lnTo>
                    <a:pt x="5657" y="552"/>
                  </a:lnTo>
                  <a:lnTo>
                    <a:pt x="5657" y="552"/>
                  </a:lnTo>
                  <a:lnTo>
                    <a:pt x="5658" y="552"/>
                  </a:lnTo>
                  <a:lnTo>
                    <a:pt x="5658" y="552"/>
                  </a:lnTo>
                  <a:lnTo>
                    <a:pt x="5659" y="404"/>
                  </a:lnTo>
                  <a:lnTo>
                    <a:pt x="5660" y="395"/>
                  </a:lnTo>
                  <a:lnTo>
                    <a:pt x="5660" y="0"/>
                  </a:lnTo>
                  <a:lnTo>
                    <a:pt x="5661" y="0"/>
                  </a:lnTo>
                  <a:lnTo>
                    <a:pt x="5661" y="0"/>
                  </a:lnTo>
                  <a:lnTo>
                    <a:pt x="5662" y="519"/>
                  </a:lnTo>
                  <a:lnTo>
                    <a:pt x="5662" y="528"/>
                  </a:lnTo>
                  <a:lnTo>
                    <a:pt x="5662" y="552"/>
                  </a:lnTo>
                  <a:lnTo>
                    <a:pt x="5663" y="552"/>
                  </a:lnTo>
                  <a:lnTo>
                    <a:pt x="5663" y="552"/>
                  </a:lnTo>
                  <a:lnTo>
                    <a:pt x="5664" y="552"/>
                  </a:lnTo>
                  <a:lnTo>
                    <a:pt x="5664" y="552"/>
                  </a:lnTo>
                  <a:lnTo>
                    <a:pt x="5665" y="0"/>
                  </a:lnTo>
                  <a:lnTo>
                    <a:pt x="5665" y="0"/>
                  </a:lnTo>
                  <a:lnTo>
                    <a:pt x="5665" y="0"/>
                  </a:lnTo>
                  <a:lnTo>
                    <a:pt x="5667" y="0"/>
                  </a:lnTo>
                  <a:lnTo>
                    <a:pt x="5667" y="0"/>
                  </a:lnTo>
                  <a:lnTo>
                    <a:pt x="5667" y="552"/>
                  </a:lnTo>
                  <a:lnTo>
                    <a:pt x="5668" y="552"/>
                  </a:lnTo>
                  <a:lnTo>
                    <a:pt x="5668" y="552"/>
                  </a:lnTo>
                  <a:lnTo>
                    <a:pt x="5669" y="552"/>
                  </a:lnTo>
                  <a:lnTo>
                    <a:pt x="5669" y="552"/>
                  </a:lnTo>
                  <a:lnTo>
                    <a:pt x="5670" y="408"/>
                  </a:lnTo>
                  <a:lnTo>
                    <a:pt x="5670" y="395"/>
                  </a:lnTo>
                  <a:lnTo>
                    <a:pt x="5671" y="0"/>
                  </a:lnTo>
                  <a:lnTo>
                    <a:pt x="5671" y="0"/>
                  </a:lnTo>
                  <a:lnTo>
                    <a:pt x="5671" y="0"/>
                  </a:lnTo>
                  <a:lnTo>
                    <a:pt x="5673" y="480"/>
                  </a:lnTo>
                  <a:lnTo>
                    <a:pt x="5673" y="494"/>
                  </a:lnTo>
                  <a:lnTo>
                    <a:pt x="5673" y="552"/>
                  </a:lnTo>
                  <a:lnTo>
                    <a:pt x="5674" y="552"/>
                  </a:lnTo>
                  <a:lnTo>
                    <a:pt x="5674" y="552"/>
                  </a:lnTo>
                  <a:lnTo>
                    <a:pt x="5675" y="552"/>
                  </a:lnTo>
                  <a:lnTo>
                    <a:pt x="5675" y="552"/>
                  </a:lnTo>
                  <a:lnTo>
                    <a:pt x="5676" y="0"/>
                  </a:lnTo>
                  <a:lnTo>
                    <a:pt x="5676" y="0"/>
                  </a:lnTo>
                  <a:lnTo>
                    <a:pt x="5676" y="0"/>
                  </a:lnTo>
                  <a:lnTo>
                    <a:pt x="5677" y="5"/>
                  </a:lnTo>
                  <a:lnTo>
                    <a:pt x="5677" y="8"/>
                  </a:lnTo>
                  <a:lnTo>
                    <a:pt x="5678" y="552"/>
                  </a:lnTo>
                  <a:lnTo>
                    <a:pt x="5679" y="552"/>
                  </a:lnTo>
                  <a:lnTo>
                    <a:pt x="5679" y="552"/>
                  </a:lnTo>
                  <a:lnTo>
                    <a:pt x="5680" y="552"/>
                  </a:lnTo>
                  <a:lnTo>
                    <a:pt x="5680" y="552"/>
                  </a:lnTo>
                  <a:lnTo>
                    <a:pt x="5681" y="189"/>
                  </a:lnTo>
                  <a:lnTo>
                    <a:pt x="5681" y="174"/>
                  </a:lnTo>
                  <a:lnTo>
                    <a:pt x="5681" y="0"/>
                  </a:lnTo>
                  <a:lnTo>
                    <a:pt x="5682" y="0"/>
                  </a:lnTo>
                  <a:lnTo>
                    <a:pt x="5682" y="0"/>
                  </a:lnTo>
                  <a:lnTo>
                    <a:pt x="5683" y="552"/>
                  </a:lnTo>
                  <a:lnTo>
                    <a:pt x="5683" y="552"/>
                  </a:lnTo>
                  <a:lnTo>
                    <a:pt x="5683" y="552"/>
                  </a:lnTo>
                  <a:lnTo>
                    <a:pt x="5685" y="552"/>
                  </a:lnTo>
                  <a:lnTo>
                    <a:pt x="5685" y="552"/>
                  </a:lnTo>
                  <a:lnTo>
                    <a:pt x="5686" y="552"/>
                  </a:lnTo>
                  <a:lnTo>
                    <a:pt x="5686" y="552"/>
                  </a:lnTo>
                  <a:lnTo>
                    <a:pt x="5686" y="0"/>
                  </a:lnTo>
                  <a:lnTo>
                    <a:pt x="5687" y="0"/>
                  </a:lnTo>
                  <a:lnTo>
                    <a:pt x="5687" y="0"/>
                  </a:lnTo>
                  <a:lnTo>
                    <a:pt x="5688" y="301"/>
                  </a:lnTo>
                  <a:lnTo>
                    <a:pt x="5688" y="319"/>
                  </a:lnTo>
                  <a:lnTo>
                    <a:pt x="5689" y="552"/>
                  </a:lnTo>
                  <a:lnTo>
                    <a:pt x="5689" y="552"/>
                  </a:lnTo>
                  <a:lnTo>
                    <a:pt x="5689" y="552"/>
                  </a:lnTo>
                  <a:lnTo>
                    <a:pt x="5691" y="552"/>
                  </a:lnTo>
                  <a:lnTo>
                    <a:pt x="5691" y="552"/>
                  </a:lnTo>
                  <a:lnTo>
                    <a:pt x="5692" y="0"/>
                  </a:lnTo>
                  <a:lnTo>
                    <a:pt x="5692" y="0"/>
                  </a:lnTo>
                  <a:lnTo>
                    <a:pt x="5692" y="0"/>
                  </a:lnTo>
                  <a:lnTo>
                    <a:pt x="5693" y="0"/>
                  </a:lnTo>
                  <a:lnTo>
                    <a:pt x="5693" y="0"/>
                  </a:lnTo>
                  <a:lnTo>
                    <a:pt x="5694" y="552"/>
                  </a:lnTo>
                  <a:lnTo>
                    <a:pt x="5694" y="552"/>
                  </a:lnTo>
                  <a:lnTo>
                    <a:pt x="5694" y="552"/>
                  </a:lnTo>
                  <a:lnTo>
                    <a:pt x="5695" y="552"/>
                  </a:lnTo>
                  <a:lnTo>
                    <a:pt x="5695" y="552"/>
                  </a:lnTo>
                  <a:lnTo>
                    <a:pt x="5697" y="0"/>
                  </a:lnTo>
                  <a:lnTo>
                    <a:pt x="5697" y="0"/>
                  </a:lnTo>
                  <a:lnTo>
                    <a:pt x="5697" y="0"/>
                  </a:lnTo>
                  <a:lnTo>
                    <a:pt x="5698" y="0"/>
                  </a:lnTo>
                  <a:lnTo>
                    <a:pt x="5698" y="0"/>
                  </a:lnTo>
                  <a:lnTo>
                    <a:pt x="5699" y="552"/>
                  </a:lnTo>
                  <a:lnTo>
                    <a:pt x="5699" y="552"/>
                  </a:lnTo>
                  <a:lnTo>
                    <a:pt x="5699" y="552"/>
                  </a:lnTo>
                  <a:lnTo>
                    <a:pt x="5700" y="552"/>
                  </a:lnTo>
                  <a:lnTo>
                    <a:pt x="5700" y="552"/>
                  </a:lnTo>
                  <a:lnTo>
                    <a:pt x="5701" y="30"/>
                  </a:lnTo>
                  <a:lnTo>
                    <a:pt x="5701" y="18"/>
                  </a:lnTo>
                  <a:lnTo>
                    <a:pt x="5702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4" y="221"/>
                  </a:lnTo>
                  <a:lnTo>
                    <a:pt x="5704" y="235"/>
                  </a:lnTo>
                  <a:lnTo>
                    <a:pt x="5704" y="552"/>
                  </a:lnTo>
                  <a:lnTo>
                    <a:pt x="5705" y="552"/>
                  </a:lnTo>
                  <a:lnTo>
                    <a:pt x="5705" y="552"/>
                  </a:lnTo>
                  <a:lnTo>
                    <a:pt x="5706" y="552"/>
                  </a:lnTo>
                  <a:lnTo>
                    <a:pt x="5707" y="552"/>
                  </a:lnTo>
                  <a:lnTo>
                    <a:pt x="5707" y="107"/>
                  </a:lnTo>
                  <a:lnTo>
                    <a:pt x="5708" y="89"/>
                  </a:lnTo>
                  <a:lnTo>
                    <a:pt x="5708" y="0"/>
                  </a:lnTo>
                  <a:lnTo>
                    <a:pt x="5709" y="0"/>
                  </a:lnTo>
                  <a:lnTo>
                    <a:pt x="5709" y="0"/>
                  </a:lnTo>
                  <a:lnTo>
                    <a:pt x="5710" y="552"/>
                  </a:lnTo>
                  <a:lnTo>
                    <a:pt x="5710" y="552"/>
                  </a:lnTo>
                  <a:lnTo>
                    <a:pt x="5710" y="552"/>
                  </a:lnTo>
                  <a:lnTo>
                    <a:pt x="5711" y="552"/>
                  </a:lnTo>
                  <a:lnTo>
                    <a:pt x="5711" y="552"/>
                  </a:lnTo>
                  <a:lnTo>
                    <a:pt x="5712" y="552"/>
                  </a:lnTo>
                  <a:lnTo>
                    <a:pt x="5713" y="552"/>
                  </a:lnTo>
                  <a:lnTo>
                    <a:pt x="5713" y="0"/>
                  </a:lnTo>
                  <a:lnTo>
                    <a:pt x="5714" y="0"/>
                  </a:lnTo>
                  <a:lnTo>
                    <a:pt x="5714" y="0"/>
                  </a:lnTo>
                  <a:lnTo>
                    <a:pt x="5715" y="14"/>
                  </a:lnTo>
                  <a:lnTo>
                    <a:pt x="5715" y="21"/>
                  </a:lnTo>
                  <a:lnTo>
                    <a:pt x="5716" y="552"/>
                  </a:lnTo>
                  <a:lnTo>
                    <a:pt x="5716" y="552"/>
                  </a:lnTo>
                  <a:lnTo>
                    <a:pt x="5716" y="552"/>
                  </a:lnTo>
                  <a:lnTo>
                    <a:pt x="5717" y="552"/>
                  </a:lnTo>
                  <a:lnTo>
                    <a:pt x="5717" y="552"/>
                  </a:lnTo>
                  <a:lnTo>
                    <a:pt x="5718" y="484"/>
                  </a:lnTo>
                  <a:lnTo>
                    <a:pt x="5719" y="465"/>
                  </a:lnTo>
                  <a:lnTo>
                    <a:pt x="5719" y="0"/>
                  </a:lnTo>
                  <a:lnTo>
                    <a:pt x="5720" y="0"/>
                  </a:lnTo>
                  <a:lnTo>
                    <a:pt x="5720" y="0"/>
                  </a:lnTo>
                  <a:lnTo>
                    <a:pt x="5721" y="463"/>
                  </a:lnTo>
                  <a:lnTo>
                    <a:pt x="5721" y="469"/>
                  </a:lnTo>
                  <a:lnTo>
                    <a:pt x="5721" y="552"/>
                  </a:lnTo>
                  <a:lnTo>
                    <a:pt x="5722" y="552"/>
                  </a:lnTo>
                  <a:lnTo>
                    <a:pt x="5722" y="552"/>
                  </a:lnTo>
                  <a:lnTo>
                    <a:pt x="5723" y="552"/>
                  </a:lnTo>
                  <a:lnTo>
                    <a:pt x="5723" y="552"/>
                  </a:lnTo>
                  <a:lnTo>
                    <a:pt x="5724" y="0"/>
                  </a:lnTo>
                  <a:lnTo>
                    <a:pt x="5724" y="0"/>
                  </a:lnTo>
                  <a:lnTo>
                    <a:pt x="5725" y="0"/>
                  </a:lnTo>
                  <a:lnTo>
                    <a:pt x="5726" y="0"/>
                  </a:lnTo>
                  <a:lnTo>
                    <a:pt x="5726" y="0"/>
                  </a:lnTo>
                  <a:lnTo>
                    <a:pt x="5726" y="552"/>
                  </a:lnTo>
                  <a:lnTo>
                    <a:pt x="5727" y="552"/>
                  </a:lnTo>
                  <a:lnTo>
                    <a:pt x="5727" y="552"/>
                  </a:lnTo>
                  <a:lnTo>
                    <a:pt x="5728" y="552"/>
                  </a:lnTo>
                  <a:lnTo>
                    <a:pt x="5728" y="552"/>
                  </a:lnTo>
                  <a:lnTo>
                    <a:pt x="5729" y="552"/>
                  </a:lnTo>
                  <a:lnTo>
                    <a:pt x="5729" y="552"/>
                  </a:lnTo>
                  <a:lnTo>
                    <a:pt x="5730" y="0"/>
                  </a:lnTo>
                  <a:lnTo>
                    <a:pt x="5730" y="0"/>
                  </a:lnTo>
                  <a:lnTo>
                    <a:pt x="5730" y="0"/>
                  </a:lnTo>
                  <a:lnTo>
                    <a:pt x="5732" y="516"/>
                  </a:lnTo>
                  <a:lnTo>
                    <a:pt x="5732" y="525"/>
                  </a:lnTo>
                  <a:lnTo>
                    <a:pt x="5732" y="552"/>
                  </a:lnTo>
                  <a:lnTo>
                    <a:pt x="5733" y="552"/>
                  </a:lnTo>
                  <a:lnTo>
                    <a:pt x="5733" y="552"/>
                  </a:lnTo>
                  <a:lnTo>
                    <a:pt x="5734" y="552"/>
                  </a:lnTo>
                  <a:lnTo>
                    <a:pt x="5734" y="552"/>
                  </a:lnTo>
                  <a:lnTo>
                    <a:pt x="5735" y="0"/>
                  </a:lnTo>
                  <a:lnTo>
                    <a:pt x="5735" y="0"/>
                  </a:lnTo>
                  <a:lnTo>
                    <a:pt x="5735" y="0"/>
                  </a:lnTo>
                  <a:lnTo>
                    <a:pt x="5736" y="19"/>
                  </a:lnTo>
                  <a:lnTo>
                    <a:pt x="5736" y="21"/>
                  </a:lnTo>
                  <a:lnTo>
                    <a:pt x="5737" y="552"/>
                  </a:lnTo>
                  <a:lnTo>
                    <a:pt x="5738" y="552"/>
                  </a:lnTo>
                  <a:lnTo>
                    <a:pt x="5738" y="552"/>
                  </a:lnTo>
                  <a:lnTo>
                    <a:pt x="5739" y="552"/>
                  </a:lnTo>
                  <a:lnTo>
                    <a:pt x="5739" y="552"/>
                  </a:lnTo>
                  <a:lnTo>
                    <a:pt x="5740" y="552"/>
                  </a:lnTo>
                  <a:lnTo>
                    <a:pt x="5740" y="552"/>
                  </a:lnTo>
                  <a:lnTo>
                    <a:pt x="5741" y="0"/>
                  </a:lnTo>
                  <a:lnTo>
                    <a:pt x="5741" y="0"/>
                  </a:lnTo>
                  <a:lnTo>
                    <a:pt x="5741" y="0"/>
                  </a:lnTo>
                  <a:lnTo>
                    <a:pt x="5742" y="472"/>
                  </a:lnTo>
                  <a:lnTo>
                    <a:pt x="5742" y="492"/>
                  </a:lnTo>
                  <a:lnTo>
                    <a:pt x="5743" y="552"/>
                  </a:lnTo>
                  <a:lnTo>
                    <a:pt x="5744" y="552"/>
                  </a:lnTo>
                  <a:lnTo>
                    <a:pt x="5744" y="552"/>
                  </a:lnTo>
                  <a:lnTo>
                    <a:pt x="5745" y="552"/>
                  </a:lnTo>
                  <a:lnTo>
                    <a:pt x="5745" y="552"/>
                  </a:lnTo>
                  <a:lnTo>
                    <a:pt x="5746" y="0"/>
                  </a:lnTo>
                  <a:lnTo>
                    <a:pt x="5746" y="0"/>
                  </a:lnTo>
                  <a:lnTo>
                    <a:pt x="5746" y="0"/>
                  </a:lnTo>
                  <a:lnTo>
                    <a:pt x="5747" y="0"/>
                  </a:lnTo>
                  <a:lnTo>
                    <a:pt x="5747" y="0"/>
                  </a:lnTo>
                  <a:lnTo>
                    <a:pt x="5748" y="552"/>
                  </a:lnTo>
                  <a:lnTo>
                    <a:pt x="5748" y="552"/>
                  </a:lnTo>
                  <a:lnTo>
                    <a:pt x="5748" y="552"/>
                  </a:lnTo>
                  <a:lnTo>
                    <a:pt x="5750" y="552"/>
                  </a:lnTo>
                  <a:lnTo>
                    <a:pt x="5750" y="552"/>
                  </a:lnTo>
                  <a:lnTo>
                    <a:pt x="5751" y="552"/>
                  </a:lnTo>
                  <a:lnTo>
                    <a:pt x="5751" y="552"/>
                  </a:lnTo>
                  <a:lnTo>
                    <a:pt x="5752" y="0"/>
                  </a:lnTo>
                  <a:lnTo>
                    <a:pt x="5752" y="0"/>
                  </a:lnTo>
                  <a:lnTo>
                    <a:pt x="5752" y="0"/>
                  </a:lnTo>
                  <a:lnTo>
                    <a:pt x="5753" y="0"/>
                  </a:lnTo>
                  <a:lnTo>
                    <a:pt x="5753" y="0"/>
                  </a:lnTo>
                  <a:lnTo>
                    <a:pt x="5754" y="552"/>
                  </a:lnTo>
                  <a:lnTo>
                    <a:pt x="5754" y="552"/>
                  </a:lnTo>
                  <a:lnTo>
                    <a:pt x="5756" y="552"/>
                  </a:lnTo>
                  <a:lnTo>
                    <a:pt x="5756" y="552"/>
                  </a:lnTo>
                  <a:lnTo>
                    <a:pt x="5757" y="552"/>
                  </a:lnTo>
                  <a:lnTo>
                    <a:pt x="5757" y="552"/>
                  </a:lnTo>
                  <a:lnTo>
                    <a:pt x="5758" y="0"/>
                  </a:lnTo>
                  <a:lnTo>
                    <a:pt x="5758" y="0"/>
                  </a:lnTo>
                  <a:lnTo>
                    <a:pt x="5758" y="0"/>
                  </a:lnTo>
                  <a:lnTo>
                    <a:pt x="5759" y="0"/>
                  </a:lnTo>
                  <a:lnTo>
                    <a:pt x="5759" y="0"/>
                  </a:lnTo>
                  <a:lnTo>
                    <a:pt x="5760" y="552"/>
                  </a:lnTo>
                  <a:lnTo>
                    <a:pt x="5760" y="552"/>
                  </a:lnTo>
                  <a:lnTo>
                    <a:pt x="5760" y="552"/>
                  </a:lnTo>
                  <a:lnTo>
                    <a:pt x="5762" y="552"/>
                  </a:lnTo>
                  <a:lnTo>
                    <a:pt x="5762" y="552"/>
                  </a:lnTo>
                  <a:lnTo>
                    <a:pt x="5763" y="552"/>
                  </a:lnTo>
                  <a:lnTo>
                    <a:pt x="5763" y="552"/>
                  </a:lnTo>
                  <a:lnTo>
                    <a:pt x="5764" y="0"/>
                  </a:lnTo>
                  <a:lnTo>
                    <a:pt x="5764" y="0"/>
                  </a:lnTo>
                  <a:lnTo>
                    <a:pt x="5764" y="0"/>
                  </a:lnTo>
                  <a:lnTo>
                    <a:pt x="5765" y="0"/>
                  </a:lnTo>
                  <a:lnTo>
                    <a:pt x="5765" y="0"/>
                  </a:lnTo>
                  <a:lnTo>
                    <a:pt x="5766" y="552"/>
                  </a:lnTo>
                  <a:lnTo>
                    <a:pt x="5767" y="552"/>
                  </a:lnTo>
                  <a:lnTo>
                    <a:pt x="5767" y="552"/>
                  </a:lnTo>
                  <a:lnTo>
                    <a:pt x="5768" y="552"/>
                  </a:lnTo>
                  <a:lnTo>
                    <a:pt x="5768" y="552"/>
                  </a:lnTo>
                  <a:lnTo>
                    <a:pt x="5769" y="552"/>
                  </a:lnTo>
                  <a:lnTo>
                    <a:pt x="5769" y="552"/>
                  </a:lnTo>
                  <a:lnTo>
                    <a:pt x="5770" y="0"/>
                  </a:lnTo>
                  <a:lnTo>
                    <a:pt x="5770" y="0"/>
                  </a:lnTo>
                  <a:lnTo>
                    <a:pt x="5770" y="0"/>
                  </a:lnTo>
                  <a:lnTo>
                    <a:pt x="5771" y="27"/>
                  </a:lnTo>
                  <a:lnTo>
                    <a:pt x="5772" y="33"/>
                  </a:lnTo>
                  <a:lnTo>
                    <a:pt x="5772" y="552"/>
                  </a:lnTo>
                  <a:lnTo>
                    <a:pt x="5773" y="552"/>
                  </a:lnTo>
                  <a:lnTo>
                    <a:pt x="5773" y="552"/>
                  </a:lnTo>
                  <a:lnTo>
                    <a:pt x="5774" y="552"/>
                  </a:lnTo>
                  <a:lnTo>
                    <a:pt x="5774" y="552"/>
                  </a:lnTo>
                  <a:lnTo>
                    <a:pt x="5775" y="515"/>
                  </a:lnTo>
                  <a:lnTo>
                    <a:pt x="5775" y="503"/>
                  </a:lnTo>
                  <a:lnTo>
                    <a:pt x="5776" y="0"/>
                  </a:lnTo>
                  <a:lnTo>
                    <a:pt x="5776" y="0"/>
                  </a:lnTo>
                  <a:lnTo>
                    <a:pt x="5776" y="0"/>
                  </a:lnTo>
                  <a:lnTo>
                    <a:pt x="5777" y="422"/>
                  </a:lnTo>
                  <a:lnTo>
                    <a:pt x="5778" y="440"/>
                  </a:lnTo>
                  <a:lnTo>
                    <a:pt x="5778" y="552"/>
                  </a:lnTo>
                  <a:lnTo>
                    <a:pt x="5779" y="552"/>
                  </a:lnTo>
                  <a:lnTo>
                    <a:pt x="5779" y="552"/>
                  </a:lnTo>
                  <a:lnTo>
                    <a:pt x="5780" y="552"/>
                  </a:lnTo>
                  <a:lnTo>
                    <a:pt x="5780" y="552"/>
                  </a:lnTo>
                  <a:lnTo>
                    <a:pt x="5781" y="0"/>
                  </a:lnTo>
                  <a:lnTo>
                    <a:pt x="5781" y="0"/>
                  </a:lnTo>
                  <a:lnTo>
                    <a:pt x="5782" y="0"/>
                  </a:lnTo>
                  <a:lnTo>
                    <a:pt x="5782" y="0"/>
                  </a:lnTo>
                  <a:lnTo>
                    <a:pt x="5783" y="552"/>
                  </a:lnTo>
                  <a:lnTo>
                    <a:pt x="5783" y="552"/>
                  </a:lnTo>
                  <a:lnTo>
                    <a:pt x="5784" y="552"/>
                  </a:lnTo>
                  <a:lnTo>
                    <a:pt x="5785" y="552"/>
                  </a:lnTo>
                  <a:lnTo>
                    <a:pt x="5785" y="552"/>
                  </a:lnTo>
                  <a:lnTo>
                    <a:pt x="5786" y="552"/>
                  </a:lnTo>
                  <a:lnTo>
                    <a:pt x="5786" y="552"/>
                  </a:lnTo>
                  <a:lnTo>
                    <a:pt x="5787" y="0"/>
                  </a:lnTo>
                  <a:lnTo>
                    <a:pt x="5787" y="0"/>
                  </a:lnTo>
                  <a:lnTo>
                    <a:pt x="5787" y="0"/>
                  </a:lnTo>
                  <a:lnTo>
                    <a:pt x="5788" y="40"/>
                  </a:lnTo>
                  <a:lnTo>
                    <a:pt x="5788" y="52"/>
                  </a:lnTo>
                  <a:lnTo>
                    <a:pt x="5789" y="552"/>
                  </a:lnTo>
                  <a:lnTo>
                    <a:pt x="5789" y="552"/>
                  </a:lnTo>
                  <a:lnTo>
                    <a:pt x="5789" y="552"/>
                  </a:lnTo>
                  <a:lnTo>
                    <a:pt x="5791" y="552"/>
                  </a:lnTo>
                  <a:lnTo>
                    <a:pt x="5791" y="552"/>
                  </a:lnTo>
                  <a:lnTo>
                    <a:pt x="5792" y="541"/>
                  </a:lnTo>
                  <a:lnTo>
                    <a:pt x="5792" y="535"/>
                  </a:lnTo>
                  <a:lnTo>
                    <a:pt x="5792" y="0"/>
                  </a:lnTo>
                  <a:lnTo>
                    <a:pt x="5793" y="0"/>
                  </a:lnTo>
                  <a:lnTo>
                    <a:pt x="5793" y="0"/>
                  </a:lnTo>
                  <a:lnTo>
                    <a:pt x="5794" y="552"/>
                  </a:lnTo>
                  <a:lnTo>
                    <a:pt x="5794" y="552"/>
                  </a:lnTo>
                  <a:lnTo>
                    <a:pt x="5794" y="552"/>
                  </a:lnTo>
                  <a:lnTo>
                    <a:pt x="5795" y="552"/>
                  </a:lnTo>
                  <a:lnTo>
                    <a:pt x="5795" y="552"/>
                  </a:lnTo>
                  <a:lnTo>
                    <a:pt x="5797" y="552"/>
                  </a:lnTo>
                  <a:lnTo>
                    <a:pt x="5797" y="552"/>
                  </a:lnTo>
                  <a:lnTo>
                    <a:pt x="5798" y="3"/>
                  </a:lnTo>
                  <a:lnTo>
                    <a:pt x="5798" y="1"/>
                  </a:lnTo>
                  <a:lnTo>
                    <a:pt x="5798" y="0"/>
                  </a:lnTo>
                  <a:lnTo>
                    <a:pt x="5799" y="0"/>
                  </a:lnTo>
                  <a:lnTo>
                    <a:pt x="5799" y="0"/>
                  </a:lnTo>
                  <a:lnTo>
                    <a:pt x="5800" y="552"/>
                  </a:lnTo>
                  <a:lnTo>
                    <a:pt x="5800" y="552"/>
                  </a:lnTo>
                  <a:lnTo>
                    <a:pt x="5800" y="552"/>
                  </a:lnTo>
                  <a:lnTo>
                    <a:pt x="5801" y="552"/>
                  </a:lnTo>
                  <a:lnTo>
                    <a:pt x="5801" y="552"/>
                  </a:lnTo>
                  <a:lnTo>
                    <a:pt x="5803" y="552"/>
                  </a:lnTo>
                  <a:lnTo>
                    <a:pt x="5803" y="552"/>
                  </a:lnTo>
                  <a:lnTo>
                    <a:pt x="5804" y="0"/>
                  </a:lnTo>
                  <a:lnTo>
                    <a:pt x="5804" y="0"/>
                  </a:lnTo>
                  <a:lnTo>
                    <a:pt x="5804" y="0"/>
                  </a:lnTo>
                  <a:lnTo>
                    <a:pt x="5805" y="210"/>
                  </a:lnTo>
                  <a:lnTo>
                    <a:pt x="5805" y="227"/>
                  </a:lnTo>
                  <a:lnTo>
                    <a:pt x="5805" y="552"/>
                  </a:lnTo>
                  <a:lnTo>
                    <a:pt x="5806" y="552"/>
                  </a:lnTo>
                  <a:lnTo>
                    <a:pt x="5806" y="552"/>
                  </a:lnTo>
                  <a:lnTo>
                    <a:pt x="5807" y="552"/>
                  </a:lnTo>
                  <a:lnTo>
                    <a:pt x="5807" y="552"/>
                  </a:lnTo>
                  <a:lnTo>
                    <a:pt x="5809" y="367"/>
                  </a:lnTo>
                  <a:lnTo>
                    <a:pt x="5809" y="354"/>
                  </a:lnTo>
                  <a:lnTo>
                    <a:pt x="5809" y="0"/>
                  </a:lnTo>
                  <a:lnTo>
                    <a:pt x="5810" y="0"/>
                  </a:lnTo>
                  <a:lnTo>
                    <a:pt x="5810" y="0"/>
                  </a:lnTo>
                  <a:lnTo>
                    <a:pt x="5811" y="552"/>
                  </a:lnTo>
                  <a:lnTo>
                    <a:pt x="5811" y="552"/>
                  </a:lnTo>
                  <a:lnTo>
                    <a:pt x="5811" y="552"/>
                  </a:lnTo>
                  <a:lnTo>
                    <a:pt x="5812" y="552"/>
                  </a:lnTo>
                  <a:lnTo>
                    <a:pt x="5812" y="552"/>
                  </a:lnTo>
                  <a:lnTo>
                    <a:pt x="5813" y="552"/>
                  </a:lnTo>
                  <a:lnTo>
                    <a:pt x="5813" y="552"/>
                  </a:lnTo>
                  <a:lnTo>
                    <a:pt x="5815" y="43"/>
                  </a:lnTo>
                  <a:lnTo>
                    <a:pt x="5815" y="32"/>
                  </a:lnTo>
                  <a:lnTo>
                    <a:pt x="5815" y="0"/>
                  </a:lnTo>
                  <a:lnTo>
                    <a:pt x="5816" y="29"/>
                  </a:lnTo>
                  <a:lnTo>
                    <a:pt x="5816" y="38"/>
                  </a:lnTo>
                  <a:lnTo>
                    <a:pt x="5816" y="552"/>
                  </a:lnTo>
                  <a:lnTo>
                    <a:pt x="5817" y="552"/>
                  </a:lnTo>
                  <a:lnTo>
                    <a:pt x="5817" y="552"/>
                  </a:lnTo>
                  <a:lnTo>
                    <a:pt x="5818" y="552"/>
                  </a:lnTo>
                  <a:lnTo>
                    <a:pt x="5818" y="552"/>
                  </a:lnTo>
                  <a:lnTo>
                    <a:pt x="5820" y="552"/>
                  </a:lnTo>
                  <a:lnTo>
                    <a:pt x="5820" y="552"/>
                  </a:lnTo>
                  <a:lnTo>
                    <a:pt x="5820" y="0"/>
                  </a:lnTo>
                  <a:lnTo>
                    <a:pt x="5821" y="0"/>
                  </a:lnTo>
                  <a:lnTo>
                    <a:pt x="5821" y="0"/>
                  </a:lnTo>
                  <a:lnTo>
                    <a:pt x="5822" y="431"/>
                  </a:lnTo>
                  <a:lnTo>
                    <a:pt x="5822" y="445"/>
                  </a:lnTo>
                  <a:lnTo>
                    <a:pt x="5822" y="552"/>
                  </a:lnTo>
                </a:path>
              </a:pathLst>
            </a:custGeom>
            <a:noFill/>
            <a:ln w="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CA877740-DC56-6993-5261-EBFBBE1BA9F7}"/>
              </a:ext>
            </a:extLst>
          </p:cNvPr>
          <p:cNvSpPr txBox="1"/>
          <p:nvPr/>
        </p:nvSpPr>
        <p:spPr>
          <a:xfrm>
            <a:off x="0" y="127000"/>
            <a:ext cx="3663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Respiration</a:t>
            </a:r>
            <a:r>
              <a:rPr lang="en-US" dirty="0"/>
              <a:t>      ~ one hour at  125 Hz</a:t>
            </a:r>
          </a:p>
          <a:p>
            <a:r>
              <a:rPr lang="en-US" dirty="0"/>
              <a:t>Motif length is 32 seconds 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4A689AE-9806-69D8-2362-9030A72F89A8}"/>
              </a:ext>
            </a:extLst>
          </p:cNvPr>
          <p:cNvGrpSpPr/>
          <p:nvPr/>
        </p:nvGrpSpPr>
        <p:grpSpPr>
          <a:xfrm>
            <a:off x="-1444625" y="5268913"/>
            <a:ext cx="12192000" cy="1614487"/>
            <a:chOff x="-1444625" y="5268913"/>
            <a:chExt cx="12192000" cy="1614487"/>
          </a:xfrm>
        </p:grpSpPr>
        <p:sp>
          <p:nvSpPr>
            <p:cNvPr id="67" name="AutoShape 54">
              <a:extLst>
                <a:ext uri="{FF2B5EF4-FFF2-40B4-BE49-F238E27FC236}">
                  <a16:creationId xmlns:a16="http://schemas.microsoft.com/office/drawing/2014/main" id="{9F41F48E-7EEB-FBC1-2A10-7D34AF11437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444625" y="5268913"/>
              <a:ext cx="12192000" cy="158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56">
              <a:extLst>
                <a:ext uri="{FF2B5EF4-FFF2-40B4-BE49-F238E27FC236}">
                  <a16:creationId xmlns:a16="http://schemas.microsoft.com/office/drawing/2014/main" id="{79D84DF8-B89D-EA1B-55D6-B0337FC6C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13" y="5564188"/>
              <a:ext cx="9456738" cy="11255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Line 57">
              <a:extLst>
                <a:ext uri="{FF2B5EF4-FFF2-40B4-BE49-F238E27FC236}">
                  <a16:creationId xmlns:a16="http://schemas.microsoft.com/office/drawing/2014/main" id="{39F628E7-A0F1-C8D8-46A3-DB5AEF988D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13" y="6689725"/>
              <a:ext cx="945673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Line 58">
              <a:extLst>
                <a:ext uri="{FF2B5EF4-FFF2-40B4-BE49-F238E27FC236}">
                  <a16:creationId xmlns:a16="http://schemas.microsoft.com/office/drawing/2014/main" id="{70E4FFD3-AAD2-C322-9078-6443815659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113" y="6596063"/>
              <a:ext cx="0" cy="93662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59">
              <a:extLst>
                <a:ext uri="{FF2B5EF4-FFF2-40B4-BE49-F238E27FC236}">
                  <a16:creationId xmlns:a16="http://schemas.microsoft.com/office/drawing/2014/main" id="{ABEF23BB-3943-2DF4-0B7B-96D973CBE1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9038" y="6596063"/>
              <a:ext cx="0" cy="93662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Line 60">
              <a:extLst>
                <a:ext uri="{FF2B5EF4-FFF2-40B4-BE49-F238E27FC236}">
                  <a16:creationId xmlns:a16="http://schemas.microsoft.com/office/drawing/2014/main" id="{D520F3C3-C147-F1F1-7C1A-6BE9D063D6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963" y="6596063"/>
              <a:ext cx="0" cy="93662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Line 61">
              <a:extLst>
                <a:ext uri="{FF2B5EF4-FFF2-40B4-BE49-F238E27FC236}">
                  <a16:creationId xmlns:a16="http://schemas.microsoft.com/office/drawing/2014/main" id="{56C1A3E9-06E8-B202-CADF-31EF3C7752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0888" y="6596063"/>
              <a:ext cx="0" cy="93662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Line 62">
              <a:extLst>
                <a:ext uri="{FF2B5EF4-FFF2-40B4-BE49-F238E27FC236}">
                  <a16:creationId xmlns:a16="http://schemas.microsoft.com/office/drawing/2014/main" id="{A231DA1F-3508-48C7-0FA0-1D86B06D04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1813" y="6596063"/>
              <a:ext cx="0" cy="93662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63">
              <a:extLst>
                <a:ext uri="{FF2B5EF4-FFF2-40B4-BE49-F238E27FC236}">
                  <a16:creationId xmlns:a16="http://schemas.microsoft.com/office/drawing/2014/main" id="{2C621AD4-1231-929D-C772-15757B20A6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1150" y="6596063"/>
              <a:ext cx="0" cy="93662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64">
              <a:extLst>
                <a:ext uri="{FF2B5EF4-FFF2-40B4-BE49-F238E27FC236}">
                  <a16:creationId xmlns:a16="http://schemas.microsoft.com/office/drawing/2014/main" id="{21AD0FB6-8225-BBF0-BBB1-8D5AAED89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42075" y="6596063"/>
              <a:ext cx="0" cy="93662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65">
              <a:extLst>
                <a:ext uri="{FF2B5EF4-FFF2-40B4-BE49-F238E27FC236}">
                  <a16:creationId xmlns:a16="http://schemas.microsoft.com/office/drawing/2014/main" id="{65A8CEC8-1540-E634-5622-0C8C6DAA1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93000" y="6596063"/>
              <a:ext cx="0" cy="93662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66">
              <a:extLst>
                <a:ext uri="{FF2B5EF4-FFF2-40B4-BE49-F238E27FC236}">
                  <a16:creationId xmlns:a16="http://schemas.microsoft.com/office/drawing/2014/main" id="{B2656C93-6F7F-9CB6-A9D7-E85E47054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43925" y="6596063"/>
              <a:ext cx="0" cy="93662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67">
              <a:extLst>
                <a:ext uri="{FF2B5EF4-FFF2-40B4-BE49-F238E27FC236}">
                  <a16:creationId xmlns:a16="http://schemas.microsoft.com/office/drawing/2014/main" id="{A5A5F35A-AC23-BDD7-71D7-940F783C0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94850" y="6596063"/>
              <a:ext cx="0" cy="93662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Rectangle 68">
              <a:extLst>
                <a:ext uri="{FF2B5EF4-FFF2-40B4-BE49-F238E27FC236}">
                  <a16:creationId xmlns:a16="http://schemas.microsoft.com/office/drawing/2014/main" id="{E789A590-2FAA-8201-E078-9009B092F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" y="6738938"/>
              <a:ext cx="103188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Rectangle 69">
              <a:extLst>
                <a:ext uri="{FF2B5EF4-FFF2-40B4-BE49-F238E27FC236}">
                  <a16:creationId xmlns:a16="http://schemas.microsoft.com/office/drawing/2014/main" id="{30B91E54-FF33-B6E1-F9C3-EACBB091D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075" y="6738938"/>
              <a:ext cx="222250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Rectangle 70">
              <a:extLst>
                <a:ext uri="{FF2B5EF4-FFF2-40B4-BE49-F238E27FC236}">
                  <a16:creationId xmlns:a16="http://schemas.microsoft.com/office/drawing/2014/main" id="{A18825AB-78FC-5313-DCE2-F6BBF4A15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6738938"/>
              <a:ext cx="277813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3" name="Rectangle 71">
              <a:extLst>
                <a:ext uri="{FF2B5EF4-FFF2-40B4-BE49-F238E27FC236}">
                  <a16:creationId xmlns:a16="http://schemas.microsoft.com/office/drawing/2014/main" id="{0B0BC202-D980-87B6-F254-080F3E4C9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4525" y="6738938"/>
              <a:ext cx="277813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4" name="Rectangle 72">
              <a:extLst>
                <a:ext uri="{FF2B5EF4-FFF2-40B4-BE49-F238E27FC236}">
                  <a16:creationId xmlns:a16="http://schemas.microsoft.com/office/drawing/2014/main" id="{42E27282-D0F8-1725-D38F-860D3ADC2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863" y="6738938"/>
              <a:ext cx="277813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5" name="Rectangle 73">
              <a:extLst>
                <a:ext uri="{FF2B5EF4-FFF2-40B4-BE49-F238E27FC236}">
                  <a16:creationId xmlns:a16="http://schemas.microsoft.com/office/drawing/2014/main" id="{C9542612-BB4B-EBEF-9428-E34E04D14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38" y="6738938"/>
              <a:ext cx="277813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" name="Rectangle 74">
              <a:extLst>
                <a:ext uri="{FF2B5EF4-FFF2-40B4-BE49-F238E27FC236}">
                  <a16:creationId xmlns:a16="http://schemas.microsoft.com/office/drawing/2014/main" id="{0B042AC4-0D25-2452-4C00-FAEDCCEA8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2063" y="6738938"/>
              <a:ext cx="277813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7" name="Rectangle 75">
              <a:extLst>
                <a:ext uri="{FF2B5EF4-FFF2-40B4-BE49-F238E27FC236}">
                  <a16:creationId xmlns:a16="http://schemas.microsoft.com/office/drawing/2014/main" id="{5904567A-AE9A-45E8-3A76-FB842F94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0" y="6738938"/>
              <a:ext cx="277813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8" name="Rectangle 76">
              <a:extLst>
                <a:ext uri="{FF2B5EF4-FFF2-40B4-BE49-F238E27FC236}">
                  <a16:creationId xmlns:a16="http://schemas.microsoft.com/office/drawing/2014/main" id="{8ADE9067-3321-CE01-D0E0-5CC4F3580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0738" y="6738938"/>
              <a:ext cx="277813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9" name="Rectangle 77">
              <a:extLst>
                <a:ext uri="{FF2B5EF4-FFF2-40B4-BE49-F238E27FC236}">
                  <a16:creationId xmlns:a16="http://schemas.microsoft.com/office/drawing/2014/main" id="{86576325-F46A-0710-6D10-C368DFA60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1663" y="6738938"/>
              <a:ext cx="277813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0" name="Line 78">
              <a:extLst>
                <a:ext uri="{FF2B5EF4-FFF2-40B4-BE49-F238E27FC236}">
                  <a16:creationId xmlns:a16="http://schemas.microsoft.com/office/drawing/2014/main" id="{EEA781C5-0A5F-D995-EC3C-EBABA6A140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113" y="5564188"/>
              <a:ext cx="0" cy="1125537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Line 79">
              <a:extLst>
                <a:ext uri="{FF2B5EF4-FFF2-40B4-BE49-F238E27FC236}">
                  <a16:creationId xmlns:a16="http://schemas.microsoft.com/office/drawing/2014/main" id="{5EBFB206-D59F-3A8F-9EBB-41D3F1578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13" y="6677025"/>
              <a:ext cx="95250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Line 80">
              <a:extLst>
                <a:ext uri="{FF2B5EF4-FFF2-40B4-BE49-F238E27FC236}">
                  <a16:creationId xmlns:a16="http://schemas.microsoft.com/office/drawing/2014/main" id="{EB92E118-41A9-4E5D-258A-009A2B8EC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13" y="6126163"/>
              <a:ext cx="95250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81">
              <a:extLst>
                <a:ext uri="{FF2B5EF4-FFF2-40B4-BE49-F238E27FC236}">
                  <a16:creationId xmlns:a16="http://schemas.microsoft.com/office/drawing/2014/main" id="{F11E8D52-AFB1-6783-F2D0-7844F0552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113" y="5576888"/>
              <a:ext cx="95250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Rectangle 82">
              <a:extLst>
                <a:ext uri="{FF2B5EF4-FFF2-40B4-BE49-F238E27FC236}">
                  <a16:creationId xmlns:a16="http://schemas.microsoft.com/office/drawing/2014/main" id="{41DDE28F-C4A1-029B-8516-05F9DE7F9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2075" y="6626225"/>
              <a:ext cx="254000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5" name="Rectangle 83">
              <a:extLst>
                <a:ext uri="{FF2B5EF4-FFF2-40B4-BE49-F238E27FC236}">
                  <a16:creationId xmlns:a16="http://schemas.microsoft.com/office/drawing/2014/main" id="{A8048EC0-CC63-D7F1-9E69-A1C467A1E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" y="6075363"/>
              <a:ext cx="103188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6" name="Rectangle 84">
              <a:extLst>
                <a:ext uri="{FF2B5EF4-FFF2-40B4-BE49-F238E27FC236}">
                  <a16:creationId xmlns:a16="http://schemas.microsoft.com/office/drawing/2014/main" id="{935FD0AA-070A-B4D7-B539-C33732533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0325" y="5532438"/>
              <a:ext cx="222250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Rectangle 85">
              <a:extLst>
                <a:ext uri="{FF2B5EF4-FFF2-40B4-BE49-F238E27FC236}">
                  <a16:creationId xmlns:a16="http://schemas.microsoft.com/office/drawing/2014/main" id="{1C455CC6-4735-DA68-1BC5-1D9ACF42D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8425" y="5292725"/>
              <a:ext cx="771525" cy="207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MOMP : 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Rectangle 86">
              <a:extLst>
                <a:ext uri="{FF2B5EF4-FFF2-40B4-BE49-F238E27FC236}">
                  <a16:creationId xmlns:a16="http://schemas.microsoft.com/office/drawing/2014/main" id="{CFEBD552-6EEB-93BF-CB50-FB3DF5BC6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8988" y="5397500"/>
              <a:ext cx="49371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353601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Rectangle 87">
              <a:extLst>
                <a:ext uri="{FF2B5EF4-FFF2-40B4-BE49-F238E27FC236}">
                  <a16:creationId xmlns:a16="http://schemas.microsoft.com/office/drawing/2014/main" id="{7B2BB8E2-F589-5819-B7F3-04B92989F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450" y="5292725"/>
              <a:ext cx="517525" cy="207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and 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Rectangle 88">
              <a:extLst>
                <a:ext uri="{FF2B5EF4-FFF2-40B4-BE49-F238E27FC236}">
                  <a16:creationId xmlns:a16="http://schemas.microsoft.com/office/drawing/2014/main" id="{E8E67C60-7579-7C25-A212-FD5217548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013" y="5397500"/>
              <a:ext cx="49371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424237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Freeform 89">
              <a:extLst>
                <a:ext uri="{FF2B5EF4-FFF2-40B4-BE49-F238E27FC236}">
                  <a16:creationId xmlns:a16="http://schemas.microsoft.com/office/drawing/2014/main" id="{D66FC9B4-DF4B-C3D8-0210-5AE9BDE77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88" y="5564188"/>
              <a:ext cx="8605838" cy="1125537"/>
            </a:xfrm>
            <a:custGeom>
              <a:avLst/>
              <a:gdLst>
                <a:gd name="T0" fmla="*/ 84 w 5421"/>
                <a:gd name="T1" fmla="*/ 709 h 709"/>
                <a:gd name="T2" fmla="*/ 170 w 5421"/>
                <a:gd name="T3" fmla="*/ 709 h 709"/>
                <a:gd name="T4" fmla="*/ 256 w 5421"/>
                <a:gd name="T5" fmla="*/ 709 h 709"/>
                <a:gd name="T6" fmla="*/ 342 w 5421"/>
                <a:gd name="T7" fmla="*/ 0 h 709"/>
                <a:gd name="T8" fmla="*/ 428 w 5421"/>
                <a:gd name="T9" fmla="*/ 0 h 709"/>
                <a:gd name="T10" fmla="*/ 514 w 5421"/>
                <a:gd name="T11" fmla="*/ 709 h 709"/>
                <a:gd name="T12" fmla="*/ 600 w 5421"/>
                <a:gd name="T13" fmla="*/ 709 h 709"/>
                <a:gd name="T14" fmla="*/ 686 w 5421"/>
                <a:gd name="T15" fmla="*/ 709 h 709"/>
                <a:gd name="T16" fmla="*/ 773 w 5421"/>
                <a:gd name="T17" fmla="*/ 709 h 709"/>
                <a:gd name="T18" fmla="*/ 858 w 5421"/>
                <a:gd name="T19" fmla="*/ 283 h 709"/>
                <a:gd name="T20" fmla="*/ 944 w 5421"/>
                <a:gd name="T21" fmla="*/ 0 h 709"/>
                <a:gd name="T22" fmla="*/ 1031 w 5421"/>
                <a:gd name="T23" fmla="*/ 120 h 709"/>
                <a:gd name="T24" fmla="*/ 1117 w 5421"/>
                <a:gd name="T25" fmla="*/ 709 h 709"/>
                <a:gd name="T26" fmla="*/ 1203 w 5421"/>
                <a:gd name="T27" fmla="*/ 709 h 709"/>
                <a:gd name="T28" fmla="*/ 1289 w 5421"/>
                <a:gd name="T29" fmla="*/ 709 h 709"/>
                <a:gd name="T30" fmla="*/ 1375 w 5421"/>
                <a:gd name="T31" fmla="*/ 709 h 709"/>
                <a:gd name="T32" fmla="*/ 1461 w 5421"/>
                <a:gd name="T33" fmla="*/ 0 h 709"/>
                <a:gd name="T34" fmla="*/ 1547 w 5421"/>
                <a:gd name="T35" fmla="*/ 0 h 709"/>
                <a:gd name="T36" fmla="*/ 1633 w 5421"/>
                <a:gd name="T37" fmla="*/ 709 h 709"/>
                <a:gd name="T38" fmla="*/ 1719 w 5421"/>
                <a:gd name="T39" fmla="*/ 709 h 709"/>
                <a:gd name="T40" fmla="*/ 1805 w 5421"/>
                <a:gd name="T41" fmla="*/ 709 h 709"/>
                <a:gd name="T42" fmla="*/ 1891 w 5421"/>
                <a:gd name="T43" fmla="*/ 709 h 709"/>
                <a:gd name="T44" fmla="*/ 1977 w 5421"/>
                <a:gd name="T45" fmla="*/ 170 h 709"/>
                <a:gd name="T46" fmla="*/ 2063 w 5421"/>
                <a:gd name="T47" fmla="*/ 0 h 709"/>
                <a:gd name="T48" fmla="*/ 2149 w 5421"/>
                <a:gd name="T49" fmla="*/ 263 h 709"/>
                <a:gd name="T50" fmla="*/ 2235 w 5421"/>
                <a:gd name="T51" fmla="*/ 709 h 709"/>
                <a:gd name="T52" fmla="*/ 2321 w 5421"/>
                <a:gd name="T53" fmla="*/ 709 h 709"/>
                <a:gd name="T54" fmla="*/ 2407 w 5421"/>
                <a:gd name="T55" fmla="*/ 709 h 709"/>
                <a:gd name="T56" fmla="*/ 2493 w 5421"/>
                <a:gd name="T57" fmla="*/ 650 h 709"/>
                <a:gd name="T58" fmla="*/ 2579 w 5421"/>
                <a:gd name="T59" fmla="*/ 0 h 709"/>
                <a:gd name="T60" fmla="*/ 2665 w 5421"/>
                <a:gd name="T61" fmla="*/ 0 h 709"/>
                <a:gd name="T62" fmla="*/ 2751 w 5421"/>
                <a:gd name="T63" fmla="*/ 709 h 709"/>
                <a:gd name="T64" fmla="*/ 2838 w 5421"/>
                <a:gd name="T65" fmla="*/ 709 h 709"/>
                <a:gd name="T66" fmla="*/ 2923 w 5421"/>
                <a:gd name="T67" fmla="*/ 709 h 709"/>
                <a:gd name="T68" fmla="*/ 3009 w 5421"/>
                <a:gd name="T69" fmla="*/ 705 h 709"/>
                <a:gd name="T70" fmla="*/ 3096 w 5421"/>
                <a:gd name="T71" fmla="*/ 0 h 709"/>
                <a:gd name="T72" fmla="*/ 3182 w 5421"/>
                <a:gd name="T73" fmla="*/ 0 h 709"/>
                <a:gd name="T74" fmla="*/ 3268 w 5421"/>
                <a:gd name="T75" fmla="*/ 709 h 709"/>
                <a:gd name="T76" fmla="*/ 3354 w 5421"/>
                <a:gd name="T77" fmla="*/ 709 h 709"/>
                <a:gd name="T78" fmla="*/ 3440 w 5421"/>
                <a:gd name="T79" fmla="*/ 709 h 709"/>
                <a:gd name="T80" fmla="*/ 3526 w 5421"/>
                <a:gd name="T81" fmla="*/ 709 h 709"/>
                <a:gd name="T82" fmla="*/ 3612 w 5421"/>
                <a:gd name="T83" fmla="*/ 0 h 709"/>
                <a:gd name="T84" fmla="*/ 3698 w 5421"/>
                <a:gd name="T85" fmla="*/ 0 h 709"/>
                <a:gd name="T86" fmla="*/ 3784 w 5421"/>
                <a:gd name="T87" fmla="*/ 709 h 709"/>
                <a:gd name="T88" fmla="*/ 3870 w 5421"/>
                <a:gd name="T89" fmla="*/ 709 h 709"/>
                <a:gd name="T90" fmla="*/ 3956 w 5421"/>
                <a:gd name="T91" fmla="*/ 709 h 709"/>
                <a:gd name="T92" fmla="*/ 4042 w 5421"/>
                <a:gd name="T93" fmla="*/ 709 h 709"/>
                <a:gd name="T94" fmla="*/ 4128 w 5421"/>
                <a:gd name="T95" fmla="*/ 0 h 709"/>
                <a:gd name="T96" fmla="*/ 4214 w 5421"/>
                <a:gd name="T97" fmla="*/ 0 h 709"/>
                <a:gd name="T98" fmla="*/ 4300 w 5421"/>
                <a:gd name="T99" fmla="*/ 709 h 709"/>
                <a:gd name="T100" fmla="*/ 4386 w 5421"/>
                <a:gd name="T101" fmla="*/ 709 h 709"/>
                <a:gd name="T102" fmla="*/ 4472 w 5421"/>
                <a:gd name="T103" fmla="*/ 709 h 709"/>
                <a:gd name="T104" fmla="*/ 4558 w 5421"/>
                <a:gd name="T105" fmla="*/ 709 h 709"/>
                <a:gd name="T106" fmla="*/ 4644 w 5421"/>
                <a:gd name="T107" fmla="*/ 0 h 709"/>
                <a:gd name="T108" fmla="*/ 4730 w 5421"/>
                <a:gd name="T109" fmla="*/ 0 h 709"/>
                <a:gd name="T110" fmla="*/ 4816 w 5421"/>
                <a:gd name="T111" fmla="*/ 476 h 709"/>
                <a:gd name="T112" fmla="*/ 4903 w 5421"/>
                <a:gd name="T113" fmla="*/ 709 h 709"/>
                <a:gd name="T114" fmla="*/ 4988 w 5421"/>
                <a:gd name="T115" fmla="*/ 709 h 709"/>
                <a:gd name="T116" fmla="*/ 5074 w 5421"/>
                <a:gd name="T117" fmla="*/ 709 h 709"/>
                <a:gd name="T118" fmla="*/ 5161 w 5421"/>
                <a:gd name="T119" fmla="*/ 36 h 709"/>
                <a:gd name="T120" fmla="*/ 5247 w 5421"/>
                <a:gd name="T121" fmla="*/ 0 h 709"/>
                <a:gd name="T122" fmla="*/ 5333 w 5421"/>
                <a:gd name="T123" fmla="*/ 398 h 709"/>
                <a:gd name="T124" fmla="*/ 5419 w 5421"/>
                <a:gd name="T125" fmla="*/ 709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421" h="709">
                  <a:moveTo>
                    <a:pt x="0" y="709"/>
                  </a:moveTo>
                  <a:lnTo>
                    <a:pt x="1" y="709"/>
                  </a:lnTo>
                  <a:lnTo>
                    <a:pt x="2" y="709"/>
                  </a:lnTo>
                  <a:lnTo>
                    <a:pt x="3" y="709"/>
                  </a:lnTo>
                  <a:lnTo>
                    <a:pt x="5" y="709"/>
                  </a:lnTo>
                  <a:lnTo>
                    <a:pt x="6" y="709"/>
                  </a:lnTo>
                  <a:lnTo>
                    <a:pt x="7" y="709"/>
                  </a:lnTo>
                  <a:lnTo>
                    <a:pt x="9" y="709"/>
                  </a:lnTo>
                  <a:lnTo>
                    <a:pt x="10" y="709"/>
                  </a:lnTo>
                  <a:lnTo>
                    <a:pt x="11" y="709"/>
                  </a:lnTo>
                  <a:lnTo>
                    <a:pt x="13" y="709"/>
                  </a:lnTo>
                  <a:lnTo>
                    <a:pt x="14" y="709"/>
                  </a:lnTo>
                  <a:lnTo>
                    <a:pt x="15" y="709"/>
                  </a:lnTo>
                  <a:lnTo>
                    <a:pt x="17" y="709"/>
                  </a:lnTo>
                  <a:lnTo>
                    <a:pt x="18" y="709"/>
                  </a:lnTo>
                  <a:lnTo>
                    <a:pt x="19" y="709"/>
                  </a:lnTo>
                  <a:lnTo>
                    <a:pt x="20" y="709"/>
                  </a:lnTo>
                  <a:lnTo>
                    <a:pt x="22" y="709"/>
                  </a:lnTo>
                  <a:lnTo>
                    <a:pt x="23" y="709"/>
                  </a:lnTo>
                  <a:lnTo>
                    <a:pt x="25" y="709"/>
                  </a:lnTo>
                  <a:lnTo>
                    <a:pt x="26" y="709"/>
                  </a:lnTo>
                  <a:lnTo>
                    <a:pt x="27" y="709"/>
                  </a:lnTo>
                  <a:lnTo>
                    <a:pt x="29" y="709"/>
                  </a:lnTo>
                  <a:lnTo>
                    <a:pt x="30" y="709"/>
                  </a:lnTo>
                  <a:lnTo>
                    <a:pt x="31" y="709"/>
                  </a:lnTo>
                  <a:lnTo>
                    <a:pt x="32" y="709"/>
                  </a:lnTo>
                  <a:lnTo>
                    <a:pt x="34" y="709"/>
                  </a:lnTo>
                  <a:lnTo>
                    <a:pt x="35" y="709"/>
                  </a:lnTo>
                  <a:lnTo>
                    <a:pt x="36" y="709"/>
                  </a:lnTo>
                  <a:lnTo>
                    <a:pt x="38" y="709"/>
                  </a:lnTo>
                  <a:lnTo>
                    <a:pt x="39" y="709"/>
                  </a:lnTo>
                  <a:lnTo>
                    <a:pt x="41" y="709"/>
                  </a:lnTo>
                  <a:lnTo>
                    <a:pt x="42" y="709"/>
                  </a:lnTo>
                  <a:lnTo>
                    <a:pt x="43" y="709"/>
                  </a:lnTo>
                  <a:lnTo>
                    <a:pt x="44" y="709"/>
                  </a:lnTo>
                  <a:lnTo>
                    <a:pt x="46" y="709"/>
                  </a:lnTo>
                  <a:lnTo>
                    <a:pt x="47" y="709"/>
                  </a:lnTo>
                  <a:lnTo>
                    <a:pt x="48" y="709"/>
                  </a:lnTo>
                  <a:lnTo>
                    <a:pt x="50" y="709"/>
                  </a:lnTo>
                  <a:lnTo>
                    <a:pt x="51" y="709"/>
                  </a:lnTo>
                  <a:lnTo>
                    <a:pt x="52" y="709"/>
                  </a:lnTo>
                  <a:lnTo>
                    <a:pt x="54" y="709"/>
                  </a:lnTo>
                  <a:lnTo>
                    <a:pt x="55" y="709"/>
                  </a:lnTo>
                  <a:lnTo>
                    <a:pt x="56" y="709"/>
                  </a:lnTo>
                  <a:lnTo>
                    <a:pt x="58" y="709"/>
                  </a:lnTo>
                  <a:lnTo>
                    <a:pt x="59" y="709"/>
                  </a:lnTo>
                  <a:lnTo>
                    <a:pt x="60" y="709"/>
                  </a:lnTo>
                  <a:lnTo>
                    <a:pt x="62" y="709"/>
                  </a:lnTo>
                  <a:lnTo>
                    <a:pt x="63" y="709"/>
                  </a:lnTo>
                  <a:lnTo>
                    <a:pt x="64" y="709"/>
                  </a:lnTo>
                  <a:lnTo>
                    <a:pt x="66" y="709"/>
                  </a:lnTo>
                  <a:lnTo>
                    <a:pt x="67" y="709"/>
                  </a:lnTo>
                  <a:lnTo>
                    <a:pt x="68" y="709"/>
                  </a:lnTo>
                  <a:lnTo>
                    <a:pt x="70" y="709"/>
                  </a:lnTo>
                  <a:lnTo>
                    <a:pt x="71" y="709"/>
                  </a:lnTo>
                  <a:lnTo>
                    <a:pt x="72" y="709"/>
                  </a:lnTo>
                  <a:lnTo>
                    <a:pt x="73" y="709"/>
                  </a:lnTo>
                  <a:lnTo>
                    <a:pt x="75" y="709"/>
                  </a:lnTo>
                  <a:lnTo>
                    <a:pt x="76" y="709"/>
                  </a:lnTo>
                  <a:lnTo>
                    <a:pt x="77" y="709"/>
                  </a:lnTo>
                  <a:lnTo>
                    <a:pt x="79" y="709"/>
                  </a:lnTo>
                  <a:lnTo>
                    <a:pt x="80" y="709"/>
                  </a:lnTo>
                  <a:lnTo>
                    <a:pt x="82" y="709"/>
                  </a:lnTo>
                  <a:lnTo>
                    <a:pt x="83" y="709"/>
                  </a:lnTo>
                  <a:lnTo>
                    <a:pt x="84" y="709"/>
                  </a:lnTo>
                  <a:lnTo>
                    <a:pt x="85" y="709"/>
                  </a:lnTo>
                  <a:lnTo>
                    <a:pt x="87" y="709"/>
                  </a:lnTo>
                  <a:lnTo>
                    <a:pt x="88" y="709"/>
                  </a:lnTo>
                  <a:lnTo>
                    <a:pt x="89" y="709"/>
                  </a:lnTo>
                  <a:lnTo>
                    <a:pt x="91" y="709"/>
                  </a:lnTo>
                  <a:lnTo>
                    <a:pt x="92" y="709"/>
                  </a:lnTo>
                  <a:lnTo>
                    <a:pt x="93" y="709"/>
                  </a:lnTo>
                  <a:lnTo>
                    <a:pt x="95" y="709"/>
                  </a:lnTo>
                  <a:lnTo>
                    <a:pt x="96" y="709"/>
                  </a:lnTo>
                  <a:lnTo>
                    <a:pt x="98" y="709"/>
                  </a:lnTo>
                  <a:lnTo>
                    <a:pt x="99" y="709"/>
                  </a:lnTo>
                  <a:lnTo>
                    <a:pt x="100" y="709"/>
                  </a:lnTo>
                  <a:lnTo>
                    <a:pt x="101" y="709"/>
                  </a:lnTo>
                  <a:lnTo>
                    <a:pt x="103" y="709"/>
                  </a:lnTo>
                  <a:lnTo>
                    <a:pt x="104" y="709"/>
                  </a:lnTo>
                  <a:lnTo>
                    <a:pt x="105" y="709"/>
                  </a:lnTo>
                  <a:lnTo>
                    <a:pt x="107" y="709"/>
                  </a:lnTo>
                  <a:lnTo>
                    <a:pt x="108" y="709"/>
                  </a:lnTo>
                  <a:lnTo>
                    <a:pt x="109" y="709"/>
                  </a:lnTo>
                  <a:lnTo>
                    <a:pt x="111" y="709"/>
                  </a:lnTo>
                  <a:lnTo>
                    <a:pt x="112" y="709"/>
                  </a:lnTo>
                  <a:lnTo>
                    <a:pt x="113" y="709"/>
                  </a:lnTo>
                  <a:lnTo>
                    <a:pt x="114" y="709"/>
                  </a:lnTo>
                  <a:lnTo>
                    <a:pt x="116" y="709"/>
                  </a:lnTo>
                  <a:lnTo>
                    <a:pt x="117" y="709"/>
                  </a:lnTo>
                  <a:lnTo>
                    <a:pt x="119" y="709"/>
                  </a:lnTo>
                  <a:lnTo>
                    <a:pt x="120" y="709"/>
                  </a:lnTo>
                  <a:lnTo>
                    <a:pt x="121" y="709"/>
                  </a:lnTo>
                  <a:lnTo>
                    <a:pt x="123" y="709"/>
                  </a:lnTo>
                  <a:lnTo>
                    <a:pt x="124" y="709"/>
                  </a:lnTo>
                  <a:lnTo>
                    <a:pt x="125" y="709"/>
                  </a:lnTo>
                  <a:lnTo>
                    <a:pt x="127" y="709"/>
                  </a:lnTo>
                  <a:lnTo>
                    <a:pt x="128" y="709"/>
                  </a:lnTo>
                  <a:lnTo>
                    <a:pt x="129" y="709"/>
                  </a:lnTo>
                  <a:lnTo>
                    <a:pt x="130" y="709"/>
                  </a:lnTo>
                  <a:lnTo>
                    <a:pt x="132" y="709"/>
                  </a:lnTo>
                  <a:lnTo>
                    <a:pt x="133" y="709"/>
                  </a:lnTo>
                  <a:lnTo>
                    <a:pt x="134" y="709"/>
                  </a:lnTo>
                  <a:lnTo>
                    <a:pt x="136" y="709"/>
                  </a:lnTo>
                  <a:lnTo>
                    <a:pt x="137" y="709"/>
                  </a:lnTo>
                  <a:lnTo>
                    <a:pt x="139" y="709"/>
                  </a:lnTo>
                  <a:lnTo>
                    <a:pt x="140" y="709"/>
                  </a:lnTo>
                  <a:lnTo>
                    <a:pt x="141" y="709"/>
                  </a:lnTo>
                  <a:lnTo>
                    <a:pt x="142" y="709"/>
                  </a:lnTo>
                  <a:lnTo>
                    <a:pt x="144" y="709"/>
                  </a:lnTo>
                  <a:lnTo>
                    <a:pt x="145" y="709"/>
                  </a:lnTo>
                  <a:lnTo>
                    <a:pt x="146" y="709"/>
                  </a:lnTo>
                  <a:lnTo>
                    <a:pt x="148" y="709"/>
                  </a:lnTo>
                  <a:lnTo>
                    <a:pt x="149" y="709"/>
                  </a:lnTo>
                  <a:lnTo>
                    <a:pt x="150" y="709"/>
                  </a:lnTo>
                  <a:lnTo>
                    <a:pt x="152" y="709"/>
                  </a:lnTo>
                  <a:lnTo>
                    <a:pt x="153" y="709"/>
                  </a:lnTo>
                  <a:lnTo>
                    <a:pt x="154" y="709"/>
                  </a:lnTo>
                  <a:lnTo>
                    <a:pt x="156" y="709"/>
                  </a:lnTo>
                  <a:lnTo>
                    <a:pt x="157" y="709"/>
                  </a:lnTo>
                  <a:lnTo>
                    <a:pt x="158" y="709"/>
                  </a:lnTo>
                  <a:lnTo>
                    <a:pt x="160" y="709"/>
                  </a:lnTo>
                  <a:lnTo>
                    <a:pt x="161" y="709"/>
                  </a:lnTo>
                  <a:lnTo>
                    <a:pt x="162" y="709"/>
                  </a:lnTo>
                  <a:lnTo>
                    <a:pt x="164" y="709"/>
                  </a:lnTo>
                  <a:lnTo>
                    <a:pt x="165" y="709"/>
                  </a:lnTo>
                  <a:lnTo>
                    <a:pt x="166" y="709"/>
                  </a:lnTo>
                  <a:lnTo>
                    <a:pt x="168" y="709"/>
                  </a:lnTo>
                  <a:lnTo>
                    <a:pt x="169" y="709"/>
                  </a:lnTo>
                  <a:lnTo>
                    <a:pt x="170" y="709"/>
                  </a:lnTo>
                  <a:lnTo>
                    <a:pt x="171" y="709"/>
                  </a:lnTo>
                  <a:lnTo>
                    <a:pt x="173" y="709"/>
                  </a:lnTo>
                  <a:lnTo>
                    <a:pt x="174" y="709"/>
                  </a:lnTo>
                  <a:lnTo>
                    <a:pt x="175" y="709"/>
                  </a:lnTo>
                  <a:lnTo>
                    <a:pt x="177" y="709"/>
                  </a:lnTo>
                  <a:lnTo>
                    <a:pt x="178" y="709"/>
                  </a:lnTo>
                  <a:lnTo>
                    <a:pt x="180" y="709"/>
                  </a:lnTo>
                  <a:lnTo>
                    <a:pt x="181" y="709"/>
                  </a:lnTo>
                  <a:lnTo>
                    <a:pt x="182" y="709"/>
                  </a:lnTo>
                  <a:lnTo>
                    <a:pt x="183" y="709"/>
                  </a:lnTo>
                  <a:lnTo>
                    <a:pt x="185" y="709"/>
                  </a:lnTo>
                  <a:lnTo>
                    <a:pt x="186" y="709"/>
                  </a:lnTo>
                  <a:lnTo>
                    <a:pt x="187" y="709"/>
                  </a:lnTo>
                  <a:lnTo>
                    <a:pt x="189" y="709"/>
                  </a:lnTo>
                  <a:lnTo>
                    <a:pt x="190" y="709"/>
                  </a:lnTo>
                  <a:lnTo>
                    <a:pt x="191" y="709"/>
                  </a:lnTo>
                  <a:lnTo>
                    <a:pt x="193" y="709"/>
                  </a:lnTo>
                  <a:lnTo>
                    <a:pt x="194" y="709"/>
                  </a:lnTo>
                  <a:lnTo>
                    <a:pt x="195" y="709"/>
                  </a:lnTo>
                  <a:lnTo>
                    <a:pt x="197" y="709"/>
                  </a:lnTo>
                  <a:lnTo>
                    <a:pt x="198" y="709"/>
                  </a:lnTo>
                  <a:lnTo>
                    <a:pt x="199" y="709"/>
                  </a:lnTo>
                  <a:lnTo>
                    <a:pt x="201" y="709"/>
                  </a:lnTo>
                  <a:lnTo>
                    <a:pt x="202" y="709"/>
                  </a:lnTo>
                  <a:lnTo>
                    <a:pt x="203" y="709"/>
                  </a:lnTo>
                  <a:lnTo>
                    <a:pt x="205" y="709"/>
                  </a:lnTo>
                  <a:lnTo>
                    <a:pt x="206" y="709"/>
                  </a:lnTo>
                  <a:lnTo>
                    <a:pt x="207" y="709"/>
                  </a:lnTo>
                  <a:lnTo>
                    <a:pt x="209" y="709"/>
                  </a:lnTo>
                  <a:lnTo>
                    <a:pt x="210" y="709"/>
                  </a:lnTo>
                  <a:lnTo>
                    <a:pt x="211" y="709"/>
                  </a:lnTo>
                  <a:lnTo>
                    <a:pt x="212" y="709"/>
                  </a:lnTo>
                  <a:lnTo>
                    <a:pt x="214" y="709"/>
                  </a:lnTo>
                  <a:lnTo>
                    <a:pt x="215" y="709"/>
                  </a:lnTo>
                  <a:lnTo>
                    <a:pt x="217" y="709"/>
                  </a:lnTo>
                  <a:lnTo>
                    <a:pt x="218" y="709"/>
                  </a:lnTo>
                  <a:lnTo>
                    <a:pt x="219" y="709"/>
                  </a:lnTo>
                  <a:lnTo>
                    <a:pt x="221" y="709"/>
                  </a:lnTo>
                  <a:lnTo>
                    <a:pt x="222" y="709"/>
                  </a:lnTo>
                  <a:lnTo>
                    <a:pt x="223" y="709"/>
                  </a:lnTo>
                  <a:lnTo>
                    <a:pt x="224" y="709"/>
                  </a:lnTo>
                  <a:lnTo>
                    <a:pt x="226" y="709"/>
                  </a:lnTo>
                  <a:lnTo>
                    <a:pt x="227" y="709"/>
                  </a:lnTo>
                  <a:lnTo>
                    <a:pt x="228" y="709"/>
                  </a:lnTo>
                  <a:lnTo>
                    <a:pt x="230" y="709"/>
                  </a:lnTo>
                  <a:lnTo>
                    <a:pt x="231" y="709"/>
                  </a:lnTo>
                  <a:lnTo>
                    <a:pt x="232" y="709"/>
                  </a:lnTo>
                  <a:lnTo>
                    <a:pt x="234" y="709"/>
                  </a:lnTo>
                  <a:lnTo>
                    <a:pt x="235" y="709"/>
                  </a:lnTo>
                  <a:lnTo>
                    <a:pt x="236" y="709"/>
                  </a:lnTo>
                  <a:lnTo>
                    <a:pt x="238" y="709"/>
                  </a:lnTo>
                  <a:lnTo>
                    <a:pt x="239" y="709"/>
                  </a:lnTo>
                  <a:lnTo>
                    <a:pt x="240" y="709"/>
                  </a:lnTo>
                  <a:lnTo>
                    <a:pt x="242" y="709"/>
                  </a:lnTo>
                  <a:lnTo>
                    <a:pt x="243" y="709"/>
                  </a:lnTo>
                  <a:lnTo>
                    <a:pt x="244" y="709"/>
                  </a:lnTo>
                  <a:lnTo>
                    <a:pt x="246" y="709"/>
                  </a:lnTo>
                  <a:lnTo>
                    <a:pt x="247" y="709"/>
                  </a:lnTo>
                  <a:lnTo>
                    <a:pt x="248" y="709"/>
                  </a:lnTo>
                  <a:lnTo>
                    <a:pt x="250" y="709"/>
                  </a:lnTo>
                  <a:lnTo>
                    <a:pt x="251" y="709"/>
                  </a:lnTo>
                  <a:lnTo>
                    <a:pt x="252" y="709"/>
                  </a:lnTo>
                  <a:lnTo>
                    <a:pt x="253" y="709"/>
                  </a:lnTo>
                  <a:lnTo>
                    <a:pt x="255" y="709"/>
                  </a:lnTo>
                  <a:lnTo>
                    <a:pt x="256" y="709"/>
                  </a:lnTo>
                  <a:lnTo>
                    <a:pt x="258" y="709"/>
                  </a:lnTo>
                  <a:lnTo>
                    <a:pt x="259" y="709"/>
                  </a:lnTo>
                  <a:lnTo>
                    <a:pt x="260" y="709"/>
                  </a:lnTo>
                  <a:lnTo>
                    <a:pt x="262" y="709"/>
                  </a:lnTo>
                  <a:lnTo>
                    <a:pt x="263" y="709"/>
                  </a:lnTo>
                  <a:lnTo>
                    <a:pt x="264" y="709"/>
                  </a:lnTo>
                  <a:lnTo>
                    <a:pt x="265" y="709"/>
                  </a:lnTo>
                  <a:lnTo>
                    <a:pt x="267" y="709"/>
                  </a:lnTo>
                  <a:lnTo>
                    <a:pt x="268" y="709"/>
                  </a:lnTo>
                  <a:lnTo>
                    <a:pt x="269" y="709"/>
                  </a:lnTo>
                  <a:lnTo>
                    <a:pt x="271" y="709"/>
                  </a:lnTo>
                  <a:lnTo>
                    <a:pt x="272" y="709"/>
                  </a:lnTo>
                  <a:lnTo>
                    <a:pt x="273" y="709"/>
                  </a:lnTo>
                  <a:lnTo>
                    <a:pt x="275" y="709"/>
                  </a:lnTo>
                  <a:lnTo>
                    <a:pt x="276" y="708"/>
                  </a:lnTo>
                  <a:lnTo>
                    <a:pt x="277" y="707"/>
                  </a:lnTo>
                  <a:lnTo>
                    <a:pt x="279" y="702"/>
                  </a:lnTo>
                  <a:lnTo>
                    <a:pt x="280" y="696"/>
                  </a:lnTo>
                  <a:lnTo>
                    <a:pt x="281" y="688"/>
                  </a:lnTo>
                  <a:lnTo>
                    <a:pt x="283" y="678"/>
                  </a:lnTo>
                  <a:lnTo>
                    <a:pt x="284" y="666"/>
                  </a:lnTo>
                  <a:lnTo>
                    <a:pt x="285" y="652"/>
                  </a:lnTo>
                  <a:lnTo>
                    <a:pt x="287" y="635"/>
                  </a:lnTo>
                  <a:lnTo>
                    <a:pt x="288" y="617"/>
                  </a:lnTo>
                  <a:lnTo>
                    <a:pt x="289" y="597"/>
                  </a:lnTo>
                  <a:lnTo>
                    <a:pt x="291" y="577"/>
                  </a:lnTo>
                  <a:lnTo>
                    <a:pt x="292" y="556"/>
                  </a:lnTo>
                  <a:lnTo>
                    <a:pt x="293" y="535"/>
                  </a:lnTo>
                  <a:lnTo>
                    <a:pt x="294" y="512"/>
                  </a:lnTo>
                  <a:lnTo>
                    <a:pt x="296" y="490"/>
                  </a:lnTo>
                  <a:lnTo>
                    <a:pt x="297" y="467"/>
                  </a:lnTo>
                  <a:lnTo>
                    <a:pt x="299" y="445"/>
                  </a:lnTo>
                  <a:lnTo>
                    <a:pt x="300" y="422"/>
                  </a:lnTo>
                  <a:lnTo>
                    <a:pt x="301" y="400"/>
                  </a:lnTo>
                  <a:lnTo>
                    <a:pt x="303" y="377"/>
                  </a:lnTo>
                  <a:lnTo>
                    <a:pt x="304" y="356"/>
                  </a:lnTo>
                  <a:lnTo>
                    <a:pt x="305" y="334"/>
                  </a:lnTo>
                  <a:lnTo>
                    <a:pt x="306" y="313"/>
                  </a:lnTo>
                  <a:lnTo>
                    <a:pt x="308" y="293"/>
                  </a:lnTo>
                  <a:lnTo>
                    <a:pt x="309" y="272"/>
                  </a:lnTo>
                  <a:lnTo>
                    <a:pt x="310" y="253"/>
                  </a:lnTo>
                  <a:lnTo>
                    <a:pt x="312" y="233"/>
                  </a:lnTo>
                  <a:lnTo>
                    <a:pt x="313" y="214"/>
                  </a:lnTo>
                  <a:lnTo>
                    <a:pt x="315" y="195"/>
                  </a:lnTo>
                  <a:lnTo>
                    <a:pt x="316" y="177"/>
                  </a:lnTo>
                  <a:lnTo>
                    <a:pt x="317" y="159"/>
                  </a:lnTo>
                  <a:lnTo>
                    <a:pt x="319" y="140"/>
                  </a:lnTo>
                  <a:lnTo>
                    <a:pt x="320" y="122"/>
                  </a:lnTo>
                  <a:lnTo>
                    <a:pt x="321" y="105"/>
                  </a:lnTo>
                  <a:lnTo>
                    <a:pt x="322" y="87"/>
                  </a:lnTo>
                  <a:lnTo>
                    <a:pt x="324" y="70"/>
                  </a:lnTo>
                  <a:lnTo>
                    <a:pt x="325" y="55"/>
                  </a:lnTo>
                  <a:lnTo>
                    <a:pt x="326" y="41"/>
                  </a:lnTo>
                  <a:lnTo>
                    <a:pt x="328" y="29"/>
                  </a:lnTo>
                  <a:lnTo>
                    <a:pt x="329" y="20"/>
                  </a:lnTo>
                  <a:lnTo>
                    <a:pt x="330" y="12"/>
                  </a:lnTo>
                  <a:lnTo>
                    <a:pt x="332" y="7"/>
                  </a:lnTo>
                  <a:lnTo>
                    <a:pt x="333" y="3"/>
                  </a:lnTo>
                  <a:lnTo>
                    <a:pt x="334" y="1"/>
                  </a:lnTo>
                  <a:lnTo>
                    <a:pt x="335" y="0"/>
                  </a:lnTo>
                  <a:lnTo>
                    <a:pt x="337" y="0"/>
                  </a:lnTo>
                  <a:lnTo>
                    <a:pt x="338" y="0"/>
                  </a:lnTo>
                  <a:lnTo>
                    <a:pt x="340" y="0"/>
                  </a:lnTo>
                  <a:lnTo>
                    <a:pt x="341" y="0"/>
                  </a:lnTo>
                  <a:lnTo>
                    <a:pt x="342" y="0"/>
                  </a:lnTo>
                  <a:lnTo>
                    <a:pt x="344" y="0"/>
                  </a:lnTo>
                  <a:lnTo>
                    <a:pt x="345" y="0"/>
                  </a:lnTo>
                  <a:lnTo>
                    <a:pt x="346" y="0"/>
                  </a:lnTo>
                  <a:lnTo>
                    <a:pt x="348" y="0"/>
                  </a:lnTo>
                  <a:lnTo>
                    <a:pt x="349" y="0"/>
                  </a:lnTo>
                  <a:lnTo>
                    <a:pt x="350" y="0"/>
                  </a:lnTo>
                  <a:lnTo>
                    <a:pt x="351" y="0"/>
                  </a:lnTo>
                  <a:lnTo>
                    <a:pt x="353" y="0"/>
                  </a:lnTo>
                  <a:lnTo>
                    <a:pt x="354" y="0"/>
                  </a:lnTo>
                  <a:lnTo>
                    <a:pt x="356" y="0"/>
                  </a:lnTo>
                  <a:lnTo>
                    <a:pt x="357" y="0"/>
                  </a:lnTo>
                  <a:lnTo>
                    <a:pt x="358" y="0"/>
                  </a:lnTo>
                  <a:lnTo>
                    <a:pt x="360" y="0"/>
                  </a:lnTo>
                  <a:lnTo>
                    <a:pt x="361" y="0"/>
                  </a:lnTo>
                  <a:lnTo>
                    <a:pt x="362" y="0"/>
                  </a:lnTo>
                  <a:lnTo>
                    <a:pt x="363" y="0"/>
                  </a:lnTo>
                  <a:lnTo>
                    <a:pt x="365" y="0"/>
                  </a:lnTo>
                  <a:lnTo>
                    <a:pt x="366" y="0"/>
                  </a:lnTo>
                  <a:lnTo>
                    <a:pt x="367" y="0"/>
                  </a:lnTo>
                  <a:lnTo>
                    <a:pt x="369" y="0"/>
                  </a:lnTo>
                  <a:lnTo>
                    <a:pt x="370" y="0"/>
                  </a:lnTo>
                  <a:lnTo>
                    <a:pt x="371" y="0"/>
                  </a:lnTo>
                  <a:lnTo>
                    <a:pt x="373" y="0"/>
                  </a:lnTo>
                  <a:lnTo>
                    <a:pt x="374" y="0"/>
                  </a:lnTo>
                  <a:lnTo>
                    <a:pt x="375" y="0"/>
                  </a:lnTo>
                  <a:lnTo>
                    <a:pt x="377" y="0"/>
                  </a:lnTo>
                  <a:lnTo>
                    <a:pt x="378" y="0"/>
                  </a:lnTo>
                  <a:lnTo>
                    <a:pt x="379" y="0"/>
                  </a:lnTo>
                  <a:lnTo>
                    <a:pt x="381" y="0"/>
                  </a:lnTo>
                  <a:lnTo>
                    <a:pt x="382" y="0"/>
                  </a:lnTo>
                  <a:lnTo>
                    <a:pt x="383" y="0"/>
                  </a:lnTo>
                  <a:lnTo>
                    <a:pt x="385" y="0"/>
                  </a:lnTo>
                  <a:lnTo>
                    <a:pt x="386" y="0"/>
                  </a:lnTo>
                  <a:lnTo>
                    <a:pt x="387" y="0"/>
                  </a:lnTo>
                  <a:lnTo>
                    <a:pt x="389" y="0"/>
                  </a:lnTo>
                  <a:lnTo>
                    <a:pt x="390" y="0"/>
                  </a:lnTo>
                  <a:lnTo>
                    <a:pt x="391" y="0"/>
                  </a:lnTo>
                  <a:lnTo>
                    <a:pt x="392" y="0"/>
                  </a:lnTo>
                  <a:lnTo>
                    <a:pt x="394" y="0"/>
                  </a:lnTo>
                  <a:lnTo>
                    <a:pt x="395" y="0"/>
                  </a:lnTo>
                  <a:lnTo>
                    <a:pt x="397" y="0"/>
                  </a:lnTo>
                  <a:lnTo>
                    <a:pt x="398" y="0"/>
                  </a:lnTo>
                  <a:lnTo>
                    <a:pt x="399" y="0"/>
                  </a:lnTo>
                  <a:lnTo>
                    <a:pt x="401" y="0"/>
                  </a:lnTo>
                  <a:lnTo>
                    <a:pt x="402" y="0"/>
                  </a:lnTo>
                  <a:lnTo>
                    <a:pt x="403" y="0"/>
                  </a:lnTo>
                  <a:lnTo>
                    <a:pt x="404" y="0"/>
                  </a:lnTo>
                  <a:lnTo>
                    <a:pt x="406" y="0"/>
                  </a:lnTo>
                  <a:lnTo>
                    <a:pt x="407" y="0"/>
                  </a:lnTo>
                  <a:lnTo>
                    <a:pt x="408" y="0"/>
                  </a:lnTo>
                  <a:lnTo>
                    <a:pt x="410" y="0"/>
                  </a:lnTo>
                  <a:lnTo>
                    <a:pt x="411" y="0"/>
                  </a:lnTo>
                  <a:lnTo>
                    <a:pt x="413" y="0"/>
                  </a:lnTo>
                  <a:lnTo>
                    <a:pt x="414" y="0"/>
                  </a:lnTo>
                  <a:lnTo>
                    <a:pt x="415" y="0"/>
                  </a:lnTo>
                  <a:lnTo>
                    <a:pt x="416" y="0"/>
                  </a:lnTo>
                  <a:lnTo>
                    <a:pt x="418" y="0"/>
                  </a:lnTo>
                  <a:lnTo>
                    <a:pt x="419" y="0"/>
                  </a:lnTo>
                  <a:lnTo>
                    <a:pt x="420" y="0"/>
                  </a:lnTo>
                  <a:lnTo>
                    <a:pt x="422" y="0"/>
                  </a:lnTo>
                  <a:lnTo>
                    <a:pt x="423" y="0"/>
                  </a:lnTo>
                  <a:lnTo>
                    <a:pt x="424" y="0"/>
                  </a:lnTo>
                  <a:lnTo>
                    <a:pt x="426" y="0"/>
                  </a:lnTo>
                  <a:lnTo>
                    <a:pt x="427" y="0"/>
                  </a:lnTo>
                  <a:lnTo>
                    <a:pt x="428" y="0"/>
                  </a:lnTo>
                  <a:lnTo>
                    <a:pt x="430" y="0"/>
                  </a:lnTo>
                  <a:lnTo>
                    <a:pt x="431" y="0"/>
                  </a:lnTo>
                  <a:lnTo>
                    <a:pt x="432" y="0"/>
                  </a:lnTo>
                  <a:lnTo>
                    <a:pt x="433" y="0"/>
                  </a:lnTo>
                  <a:lnTo>
                    <a:pt x="435" y="0"/>
                  </a:lnTo>
                  <a:lnTo>
                    <a:pt x="436" y="0"/>
                  </a:lnTo>
                  <a:lnTo>
                    <a:pt x="438" y="0"/>
                  </a:lnTo>
                  <a:lnTo>
                    <a:pt x="439" y="0"/>
                  </a:lnTo>
                  <a:lnTo>
                    <a:pt x="440" y="0"/>
                  </a:lnTo>
                  <a:lnTo>
                    <a:pt x="442" y="0"/>
                  </a:lnTo>
                  <a:lnTo>
                    <a:pt x="443" y="0"/>
                  </a:lnTo>
                  <a:lnTo>
                    <a:pt x="444" y="0"/>
                  </a:lnTo>
                  <a:lnTo>
                    <a:pt x="445" y="0"/>
                  </a:lnTo>
                  <a:lnTo>
                    <a:pt x="447" y="1"/>
                  </a:lnTo>
                  <a:lnTo>
                    <a:pt x="448" y="3"/>
                  </a:lnTo>
                  <a:lnTo>
                    <a:pt x="449" y="7"/>
                  </a:lnTo>
                  <a:lnTo>
                    <a:pt x="451" y="13"/>
                  </a:lnTo>
                  <a:lnTo>
                    <a:pt x="452" y="22"/>
                  </a:lnTo>
                  <a:lnTo>
                    <a:pt x="454" y="32"/>
                  </a:lnTo>
                  <a:lnTo>
                    <a:pt x="455" y="44"/>
                  </a:lnTo>
                  <a:lnTo>
                    <a:pt x="456" y="58"/>
                  </a:lnTo>
                  <a:lnTo>
                    <a:pt x="457" y="73"/>
                  </a:lnTo>
                  <a:lnTo>
                    <a:pt x="459" y="90"/>
                  </a:lnTo>
                  <a:lnTo>
                    <a:pt x="460" y="107"/>
                  </a:lnTo>
                  <a:lnTo>
                    <a:pt x="461" y="125"/>
                  </a:lnTo>
                  <a:lnTo>
                    <a:pt x="463" y="142"/>
                  </a:lnTo>
                  <a:lnTo>
                    <a:pt x="464" y="159"/>
                  </a:lnTo>
                  <a:lnTo>
                    <a:pt x="465" y="177"/>
                  </a:lnTo>
                  <a:lnTo>
                    <a:pt x="467" y="194"/>
                  </a:lnTo>
                  <a:lnTo>
                    <a:pt x="468" y="211"/>
                  </a:lnTo>
                  <a:lnTo>
                    <a:pt x="469" y="229"/>
                  </a:lnTo>
                  <a:lnTo>
                    <a:pt x="471" y="247"/>
                  </a:lnTo>
                  <a:lnTo>
                    <a:pt x="472" y="265"/>
                  </a:lnTo>
                  <a:lnTo>
                    <a:pt x="473" y="283"/>
                  </a:lnTo>
                  <a:lnTo>
                    <a:pt x="475" y="302"/>
                  </a:lnTo>
                  <a:lnTo>
                    <a:pt x="476" y="321"/>
                  </a:lnTo>
                  <a:lnTo>
                    <a:pt x="477" y="340"/>
                  </a:lnTo>
                  <a:lnTo>
                    <a:pt x="479" y="360"/>
                  </a:lnTo>
                  <a:lnTo>
                    <a:pt x="480" y="381"/>
                  </a:lnTo>
                  <a:lnTo>
                    <a:pt x="481" y="402"/>
                  </a:lnTo>
                  <a:lnTo>
                    <a:pt x="483" y="422"/>
                  </a:lnTo>
                  <a:lnTo>
                    <a:pt x="484" y="442"/>
                  </a:lnTo>
                  <a:lnTo>
                    <a:pt x="485" y="461"/>
                  </a:lnTo>
                  <a:lnTo>
                    <a:pt x="486" y="481"/>
                  </a:lnTo>
                  <a:lnTo>
                    <a:pt x="488" y="499"/>
                  </a:lnTo>
                  <a:lnTo>
                    <a:pt x="489" y="517"/>
                  </a:lnTo>
                  <a:lnTo>
                    <a:pt x="490" y="534"/>
                  </a:lnTo>
                  <a:lnTo>
                    <a:pt x="492" y="550"/>
                  </a:lnTo>
                  <a:lnTo>
                    <a:pt x="493" y="566"/>
                  </a:lnTo>
                  <a:lnTo>
                    <a:pt x="495" y="581"/>
                  </a:lnTo>
                  <a:lnTo>
                    <a:pt x="496" y="596"/>
                  </a:lnTo>
                  <a:lnTo>
                    <a:pt x="497" y="610"/>
                  </a:lnTo>
                  <a:lnTo>
                    <a:pt x="498" y="624"/>
                  </a:lnTo>
                  <a:lnTo>
                    <a:pt x="500" y="637"/>
                  </a:lnTo>
                  <a:lnTo>
                    <a:pt x="501" y="650"/>
                  </a:lnTo>
                  <a:lnTo>
                    <a:pt x="502" y="662"/>
                  </a:lnTo>
                  <a:lnTo>
                    <a:pt x="504" y="673"/>
                  </a:lnTo>
                  <a:lnTo>
                    <a:pt x="505" y="682"/>
                  </a:lnTo>
                  <a:lnTo>
                    <a:pt x="506" y="690"/>
                  </a:lnTo>
                  <a:lnTo>
                    <a:pt x="508" y="697"/>
                  </a:lnTo>
                  <a:lnTo>
                    <a:pt x="509" y="702"/>
                  </a:lnTo>
                  <a:lnTo>
                    <a:pt x="511" y="706"/>
                  </a:lnTo>
                  <a:lnTo>
                    <a:pt x="512" y="708"/>
                  </a:lnTo>
                  <a:lnTo>
                    <a:pt x="513" y="709"/>
                  </a:lnTo>
                  <a:lnTo>
                    <a:pt x="514" y="709"/>
                  </a:lnTo>
                  <a:lnTo>
                    <a:pt x="516" y="709"/>
                  </a:lnTo>
                  <a:lnTo>
                    <a:pt x="517" y="709"/>
                  </a:lnTo>
                  <a:lnTo>
                    <a:pt x="518" y="709"/>
                  </a:lnTo>
                  <a:lnTo>
                    <a:pt x="520" y="709"/>
                  </a:lnTo>
                  <a:lnTo>
                    <a:pt x="521" y="709"/>
                  </a:lnTo>
                  <a:lnTo>
                    <a:pt x="522" y="709"/>
                  </a:lnTo>
                  <a:lnTo>
                    <a:pt x="524" y="709"/>
                  </a:lnTo>
                  <a:lnTo>
                    <a:pt x="525" y="709"/>
                  </a:lnTo>
                  <a:lnTo>
                    <a:pt x="526" y="709"/>
                  </a:lnTo>
                  <a:lnTo>
                    <a:pt x="527" y="709"/>
                  </a:lnTo>
                  <a:lnTo>
                    <a:pt x="529" y="709"/>
                  </a:lnTo>
                  <a:lnTo>
                    <a:pt x="530" y="709"/>
                  </a:lnTo>
                  <a:lnTo>
                    <a:pt x="532" y="709"/>
                  </a:lnTo>
                  <a:lnTo>
                    <a:pt x="533" y="709"/>
                  </a:lnTo>
                  <a:lnTo>
                    <a:pt x="534" y="709"/>
                  </a:lnTo>
                  <a:lnTo>
                    <a:pt x="536" y="709"/>
                  </a:lnTo>
                  <a:lnTo>
                    <a:pt x="537" y="709"/>
                  </a:lnTo>
                  <a:lnTo>
                    <a:pt x="538" y="709"/>
                  </a:lnTo>
                  <a:lnTo>
                    <a:pt x="540" y="709"/>
                  </a:lnTo>
                  <a:lnTo>
                    <a:pt x="541" y="709"/>
                  </a:lnTo>
                  <a:lnTo>
                    <a:pt x="542" y="709"/>
                  </a:lnTo>
                  <a:lnTo>
                    <a:pt x="543" y="709"/>
                  </a:lnTo>
                  <a:lnTo>
                    <a:pt x="545" y="709"/>
                  </a:lnTo>
                  <a:lnTo>
                    <a:pt x="546" y="709"/>
                  </a:lnTo>
                  <a:lnTo>
                    <a:pt x="547" y="709"/>
                  </a:lnTo>
                  <a:lnTo>
                    <a:pt x="549" y="709"/>
                  </a:lnTo>
                  <a:lnTo>
                    <a:pt x="550" y="709"/>
                  </a:lnTo>
                  <a:lnTo>
                    <a:pt x="552" y="709"/>
                  </a:lnTo>
                  <a:lnTo>
                    <a:pt x="553" y="709"/>
                  </a:lnTo>
                  <a:lnTo>
                    <a:pt x="554" y="709"/>
                  </a:lnTo>
                  <a:lnTo>
                    <a:pt x="555" y="709"/>
                  </a:lnTo>
                  <a:lnTo>
                    <a:pt x="557" y="709"/>
                  </a:lnTo>
                  <a:lnTo>
                    <a:pt x="558" y="709"/>
                  </a:lnTo>
                  <a:lnTo>
                    <a:pt x="559" y="709"/>
                  </a:lnTo>
                  <a:lnTo>
                    <a:pt x="561" y="709"/>
                  </a:lnTo>
                  <a:lnTo>
                    <a:pt x="562" y="709"/>
                  </a:lnTo>
                  <a:lnTo>
                    <a:pt x="563" y="709"/>
                  </a:lnTo>
                  <a:lnTo>
                    <a:pt x="565" y="709"/>
                  </a:lnTo>
                  <a:lnTo>
                    <a:pt x="566" y="709"/>
                  </a:lnTo>
                  <a:lnTo>
                    <a:pt x="567" y="709"/>
                  </a:lnTo>
                  <a:lnTo>
                    <a:pt x="569" y="709"/>
                  </a:lnTo>
                  <a:lnTo>
                    <a:pt x="570" y="709"/>
                  </a:lnTo>
                  <a:lnTo>
                    <a:pt x="571" y="709"/>
                  </a:lnTo>
                  <a:lnTo>
                    <a:pt x="573" y="709"/>
                  </a:lnTo>
                  <a:lnTo>
                    <a:pt x="574" y="709"/>
                  </a:lnTo>
                  <a:lnTo>
                    <a:pt x="575" y="709"/>
                  </a:lnTo>
                  <a:lnTo>
                    <a:pt x="577" y="709"/>
                  </a:lnTo>
                  <a:lnTo>
                    <a:pt x="578" y="709"/>
                  </a:lnTo>
                  <a:lnTo>
                    <a:pt x="579" y="709"/>
                  </a:lnTo>
                  <a:lnTo>
                    <a:pt x="581" y="709"/>
                  </a:lnTo>
                  <a:lnTo>
                    <a:pt x="582" y="709"/>
                  </a:lnTo>
                  <a:lnTo>
                    <a:pt x="583" y="709"/>
                  </a:lnTo>
                  <a:lnTo>
                    <a:pt x="584" y="709"/>
                  </a:lnTo>
                  <a:lnTo>
                    <a:pt x="586" y="709"/>
                  </a:lnTo>
                  <a:lnTo>
                    <a:pt x="587" y="709"/>
                  </a:lnTo>
                  <a:lnTo>
                    <a:pt x="588" y="709"/>
                  </a:lnTo>
                  <a:lnTo>
                    <a:pt x="590" y="709"/>
                  </a:lnTo>
                  <a:lnTo>
                    <a:pt x="591" y="709"/>
                  </a:lnTo>
                  <a:lnTo>
                    <a:pt x="593" y="709"/>
                  </a:lnTo>
                  <a:lnTo>
                    <a:pt x="594" y="709"/>
                  </a:lnTo>
                  <a:lnTo>
                    <a:pt x="595" y="709"/>
                  </a:lnTo>
                  <a:lnTo>
                    <a:pt x="596" y="709"/>
                  </a:lnTo>
                  <a:lnTo>
                    <a:pt x="598" y="709"/>
                  </a:lnTo>
                  <a:lnTo>
                    <a:pt x="599" y="709"/>
                  </a:lnTo>
                  <a:lnTo>
                    <a:pt x="600" y="709"/>
                  </a:lnTo>
                  <a:lnTo>
                    <a:pt x="602" y="709"/>
                  </a:lnTo>
                  <a:lnTo>
                    <a:pt x="603" y="709"/>
                  </a:lnTo>
                  <a:lnTo>
                    <a:pt x="604" y="709"/>
                  </a:lnTo>
                  <a:lnTo>
                    <a:pt x="606" y="709"/>
                  </a:lnTo>
                  <a:lnTo>
                    <a:pt x="607" y="709"/>
                  </a:lnTo>
                  <a:lnTo>
                    <a:pt x="608" y="709"/>
                  </a:lnTo>
                  <a:lnTo>
                    <a:pt x="610" y="709"/>
                  </a:lnTo>
                  <a:lnTo>
                    <a:pt x="611" y="709"/>
                  </a:lnTo>
                  <a:lnTo>
                    <a:pt x="612" y="709"/>
                  </a:lnTo>
                  <a:lnTo>
                    <a:pt x="614" y="709"/>
                  </a:lnTo>
                  <a:lnTo>
                    <a:pt x="615" y="709"/>
                  </a:lnTo>
                  <a:lnTo>
                    <a:pt x="616" y="709"/>
                  </a:lnTo>
                  <a:lnTo>
                    <a:pt x="618" y="709"/>
                  </a:lnTo>
                  <a:lnTo>
                    <a:pt x="619" y="709"/>
                  </a:lnTo>
                  <a:lnTo>
                    <a:pt x="620" y="709"/>
                  </a:lnTo>
                  <a:lnTo>
                    <a:pt x="622" y="709"/>
                  </a:lnTo>
                  <a:lnTo>
                    <a:pt x="623" y="709"/>
                  </a:lnTo>
                  <a:lnTo>
                    <a:pt x="624" y="709"/>
                  </a:lnTo>
                  <a:lnTo>
                    <a:pt x="625" y="709"/>
                  </a:lnTo>
                  <a:lnTo>
                    <a:pt x="627" y="709"/>
                  </a:lnTo>
                  <a:lnTo>
                    <a:pt x="628" y="709"/>
                  </a:lnTo>
                  <a:lnTo>
                    <a:pt x="630" y="709"/>
                  </a:lnTo>
                  <a:lnTo>
                    <a:pt x="631" y="709"/>
                  </a:lnTo>
                  <a:lnTo>
                    <a:pt x="632" y="709"/>
                  </a:lnTo>
                  <a:lnTo>
                    <a:pt x="634" y="709"/>
                  </a:lnTo>
                  <a:lnTo>
                    <a:pt x="635" y="709"/>
                  </a:lnTo>
                  <a:lnTo>
                    <a:pt x="636" y="709"/>
                  </a:lnTo>
                  <a:lnTo>
                    <a:pt x="637" y="709"/>
                  </a:lnTo>
                  <a:lnTo>
                    <a:pt x="639" y="709"/>
                  </a:lnTo>
                  <a:lnTo>
                    <a:pt x="640" y="709"/>
                  </a:lnTo>
                  <a:lnTo>
                    <a:pt x="641" y="709"/>
                  </a:lnTo>
                  <a:lnTo>
                    <a:pt x="643" y="709"/>
                  </a:lnTo>
                  <a:lnTo>
                    <a:pt x="644" y="709"/>
                  </a:lnTo>
                  <a:lnTo>
                    <a:pt x="645" y="709"/>
                  </a:lnTo>
                  <a:lnTo>
                    <a:pt x="647" y="709"/>
                  </a:lnTo>
                  <a:lnTo>
                    <a:pt x="648" y="709"/>
                  </a:lnTo>
                  <a:lnTo>
                    <a:pt x="649" y="709"/>
                  </a:lnTo>
                  <a:lnTo>
                    <a:pt x="651" y="709"/>
                  </a:lnTo>
                  <a:lnTo>
                    <a:pt x="652" y="709"/>
                  </a:lnTo>
                  <a:lnTo>
                    <a:pt x="653" y="709"/>
                  </a:lnTo>
                  <a:lnTo>
                    <a:pt x="655" y="709"/>
                  </a:lnTo>
                  <a:lnTo>
                    <a:pt x="656" y="709"/>
                  </a:lnTo>
                  <a:lnTo>
                    <a:pt x="657" y="709"/>
                  </a:lnTo>
                  <a:lnTo>
                    <a:pt x="659" y="709"/>
                  </a:lnTo>
                  <a:lnTo>
                    <a:pt x="660" y="709"/>
                  </a:lnTo>
                  <a:lnTo>
                    <a:pt x="661" y="709"/>
                  </a:lnTo>
                  <a:lnTo>
                    <a:pt x="663" y="709"/>
                  </a:lnTo>
                  <a:lnTo>
                    <a:pt x="664" y="709"/>
                  </a:lnTo>
                  <a:lnTo>
                    <a:pt x="665" y="709"/>
                  </a:lnTo>
                  <a:lnTo>
                    <a:pt x="666" y="709"/>
                  </a:lnTo>
                  <a:lnTo>
                    <a:pt x="668" y="709"/>
                  </a:lnTo>
                  <a:lnTo>
                    <a:pt x="669" y="709"/>
                  </a:lnTo>
                  <a:lnTo>
                    <a:pt x="671" y="709"/>
                  </a:lnTo>
                  <a:lnTo>
                    <a:pt x="672" y="709"/>
                  </a:lnTo>
                  <a:lnTo>
                    <a:pt x="673" y="709"/>
                  </a:lnTo>
                  <a:lnTo>
                    <a:pt x="675" y="709"/>
                  </a:lnTo>
                  <a:lnTo>
                    <a:pt x="676" y="709"/>
                  </a:lnTo>
                  <a:lnTo>
                    <a:pt x="677" y="709"/>
                  </a:lnTo>
                  <a:lnTo>
                    <a:pt x="678" y="709"/>
                  </a:lnTo>
                  <a:lnTo>
                    <a:pt x="680" y="709"/>
                  </a:lnTo>
                  <a:lnTo>
                    <a:pt x="681" y="709"/>
                  </a:lnTo>
                  <a:lnTo>
                    <a:pt x="682" y="709"/>
                  </a:lnTo>
                  <a:lnTo>
                    <a:pt x="684" y="709"/>
                  </a:lnTo>
                  <a:lnTo>
                    <a:pt x="685" y="709"/>
                  </a:lnTo>
                  <a:lnTo>
                    <a:pt x="686" y="709"/>
                  </a:lnTo>
                  <a:lnTo>
                    <a:pt x="688" y="709"/>
                  </a:lnTo>
                  <a:lnTo>
                    <a:pt x="689" y="709"/>
                  </a:lnTo>
                  <a:lnTo>
                    <a:pt x="690" y="709"/>
                  </a:lnTo>
                  <a:lnTo>
                    <a:pt x="692" y="709"/>
                  </a:lnTo>
                  <a:lnTo>
                    <a:pt x="693" y="709"/>
                  </a:lnTo>
                  <a:lnTo>
                    <a:pt x="694" y="709"/>
                  </a:lnTo>
                  <a:lnTo>
                    <a:pt x="696" y="709"/>
                  </a:lnTo>
                  <a:lnTo>
                    <a:pt x="697" y="709"/>
                  </a:lnTo>
                  <a:lnTo>
                    <a:pt x="698" y="709"/>
                  </a:lnTo>
                  <a:lnTo>
                    <a:pt x="700" y="709"/>
                  </a:lnTo>
                  <a:lnTo>
                    <a:pt x="701" y="709"/>
                  </a:lnTo>
                  <a:lnTo>
                    <a:pt x="702" y="709"/>
                  </a:lnTo>
                  <a:lnTo>
                    <a:pt x="704" y="709"/>
                  </a:lnTo>
                  <a:lnTo>
                    <a:pt x="705" y="709"/>
                  </a:lnTo>
                  <a:lnTo>
                    <a:pt x="706" y="709"/>
                  </a:lnTo>
                  <a:lnTo>
                    <a:pt x="707" y="709"/>
                  </a:lnTo>
                  <a:lnTo>
                    <a:pt x="709" y="709"/>
                  </a:lnTo>
                  <a:lnTo>
                    <a:pt x="710" y="709"/>
                  </a:lnTo>
                  <a:lnTo>
                    <a:pt x="712" y="709"/>
                  </a:lnTo>
                  <a:lnTo>
                    <a:pt x="713" y="709"/>
                  </a:lnTo>
                  <a:lnTo>
                    <a:pt x="714" y="709"/>
                  </a:lnTo>
                  <a:lnTo>
                    <a:pt x="716" y="709"/>
                  </a:lnTo>
                  <a:lnTo>
                    <a:pt x="717" y="709"/>
                  </a:lnTo>
                  <a:lnTo>
                    <a:pt x="718" y="709"/>
                  </a:lnTo>
                  <a:lnTo>
                    <a:pt x="719" y="709"/>
                  </a:lnTo>
                  <a:lnTo>
                    <a:pt x="721" y="709"/>
                  </a:lnTo>
                  <a:lnTo>
                    <a:pt x="722" y="709"/>
                  </a:lnTo>
                  <a:lnTo>
                    <a:pt x="723" y="709"/>
                  </a:lnTo>
                  <a:lnTo>
                    <a:pt x="725" y="709"/>
                  </a:lnTo>
                  <a:lnTo>
                    <a:pt x="726" y="709"/>
                  </a:lnTo>
                  <a:lnTo>
                    <a:pt x="728" y="709"/>
                  </a:lnTo>
                  <a:lnTo>
                    <a:pt x="729" y="709"/>
                  </a:lnTo>
                  <a:lnTo>
                    <a:pt x="730" y="709"/>
                  </a:lnTo>
                  <a:lnTo>
                    <a:pt x="732" y="709"/>
                  </a:lnTo>
                  <a:lnTo>
                    <a:pt x="733" y="709"/>
                  </a:lnTo>
                  <a:lnTo>
                    <a:pt x="734" y="709"/>
                  </a:lnTo>
                  <a:lnTo>
                    <a:pt x="735" y="709"/>
                  </a:lnTo>
                  <a:lnTo>
                    <a:pt x="737" y="709"/>
                  </a:lnTo>
                  <a:lnTo>
                    <a:pt x="738" y="709"/>
                  </a:lnTo>
                  <a:lnTo>
                    <a:pt x="739" y="709"/>
                  </a:lnTo>
                  <a:lnTo>
                    <a:pt x="741" y="709"/>
                  </a:lnTo>
                  <a:lnTo>
                    <a:pt x="742" y="709"/>
                  </a:lnTo>
                  <a:lnTo>
                    <a:pt x="743" y="709"/>
                  </a:lnTo>
                  <a:lnTo>
                    <a:pt x="745" y="709"/>
                  </a:lnTo>
                  <a:lnTo>
                    <a:pt x="746" y="709"/>
                  </a:lnTo>
                  <a:lnTo>
                    <a:pt x="747" y="709"/>
                  </a:lnTo>
                  <a:lnTo>
                    <a:pt x="748" y="709"/>
                  </a:lnTo>
                  <a:lnTo>
                    <a:pt x="750" y="709"/>
                  </a:lnTo>
                  <a:lnTo>
                    <a:pt x="751" y="709"/>
                  </a:lnTo>
                  <a:lnTo>
                    <a:pt x="753" y="709"/>
                  </a:lnTo>
                  <a:lnTo>
                    <a:pt x="754" y="709"/>
                  </a:lnTo>
                  <a:lnTo>
                    <a:pt x="755" y="709"/>
                  </a:lnTo>
                  <a:lnTo>
                    <a:pt x="757" y="709"/>
                  </a:lnTo>
                  <a:lnTo>
                    <a:pt x="758" y="709"/>
                  </a:lnTo>
                  <a:lnTo>
                    <a:pt x="759" y="709"/>
                  </a:lnTo>
                  <a:lnTo>
                    <a:pt x="761" y="709"/>
                  </a:lnTo>
                  <a:lnTo>
                    <a:pt x="762" y="709"/>
                  </a:lnTo>
                  <a:lnTo>
                    <a:pt x="763" y="709"/>
                  </a:lnTo>
                  <a:lnTo>
                    <a:pt x="764" y="709"/>
                  </a:lnTo>
                  <a:lnTo>
                    <a:pt x="766" y="709"/>
                  </a:lnTo>
                  <a:lnTo>
                    <a:pt x="767" y="709"/>
                  </a:lnTo>
                  <a:lnTo>
                    <a:pt x="769" y="709"/>
                  </a:lnTo>
                  <a:lnTo>
                    <a:pt x="770" y="709"/>
                  </a:lnTo>
                  <a:lnTo>
                    <a:pt x="771" y="709"/>
                  </a:lnTo>
                  <a:lnTo>
                    <a:pt x="773" y="709"/>
                  </a:lnTo>
                  <a:lnTo>
                    <a:pt x="774" y="709"/>
                  </a:lnTo>
                  <a:lnTo>
                    <a:pt x="775" y="709"/>
                  </a:lnTo>
                  <a:lnTo>
                    <a:pt x="776" y="709"/>
                  </a:lnTo>
                  <a:lnTo>
                    <a:pt x="778" y="709"/>
                  </a:lnTo>
                  <a:lnTo>
                    <a:pt x="779" y="709"/>
                  </a:lnTo>
                  <a:lnTo>
                    <a:pt x="780" y="709"/>
                  </a:lnTo>
                  <a:lnTo>
                    <a:pt x="782" y="709"/>
                  </a:lnTo>
                  <a:lnTo>
                    <a:pt x="783" y="709"/>
                  </a:lnTo>
                  <a:lnTo>
                    <a:pt x="784" y="709"/>
                  </a:lnTo>
                  <a:lnTo>
                    <a:pt x="786" y="709"/>
                  </a:lnTo>
                  <a:lnTo>
                    <a:pt x="787" y="709"/>
                  </a:lnTo>
                  <a:lnTo>
                    <a:pt x="788" y="709"/>
                  </a:lnTo>
                  <a:lnTo>
                    <a:pt x="790" y="709"/>
                  </a:lnTo>
                  <a:lnTo>
                    <a:pt x="791" y="709"/>
                  </a:lnTo>
                  <a:lnTo>
                    <a:pt x="792" y="709"/>
                  </a:lnTo>
                  <a:lnTo>
                    <a:pt x="794" y="709"/>
                  </a:lnTo>
                  <a:lnTo>
                    <a:pt x="795" y="709"/>
                  </a:lnTo>
                  <a:lnTo>
                    <a:pt x="796" y="709"/>
                  </a:lnTo>
                  <a:lnTo>
                    <a:pt x="798" y="709"/>
                  </a:lnTo>
                  <a:lnTo>
                    <a:pt x="799" y="709"/>
                  </a:lnTo>
                  <a:lnTo>
                    <a:pt x="800" y="709"/>
                  </a:lnTo>
                  <a:lnTo>
                    <a:pt x="802" y="709"/>
                  </a:lnTo>
                  <a:lnTo>
                    <a:pt x="803" y="709"/>
                  </a:lnTo>
                  <a:lnTo>
                    <a:pt x="804" y="709"/>
                  </a:lnTo>
                  <a:lnTo>
                    <a:pt x="805" y="709"/>
                  </a:lnTo>
                  <a:lnTo>
                    <a:pt x="807" y="709"/>
                  </a:lnTo>
                  <a:lnTo>
                    <a:pt x="808" y="709"/>
                  </a:lnTo>
                  <a:lnTo>
                    <a:pt x="810" y="709"/>
                  </a:lnTo>
                  <a:lnTo>
                    <a:pt x="811" y="709"/>
                  </a:lnTo>
                  <a:lnTo>
                    <a:pt x="812" y="709"/>
                  </a:lnTo>
                  <a:lnTo>
                    <a:pt x="814" y="709"/>
                  </a:lnTo>
                  <a:lnTo>
                    <a:pt x="815" y="709"/>
                  </a:lnTo>
                  <a:lnTo>
                    <a:pt x="816" y="709"/>
                  </a:lnTo>
                  <a:lnTo>
                    <a:pt x="817" y="709"/>
                  </a:lnTo>
                  <a:lnTo>
                    <a:pt x="819" y="709"/>
                  </a:lnTo>
                  <a:lnTo>
                    <a:pt x="820" y="709"/>
                  </a:lnTo>
                  <a:lnTo>
                    <a:pt x="821" y="709"/>
                  </a:lnTo>
                  <a:lnTo>
                    <a:pt x="823" y="709"/>
                  </a:lnTo>
                  <a:lnTo>
                    <a:pt x="824" y="709"/>
                  </a:lnTo>
                  <a:lnTo>
                    <a:pt x="826" y="709"/>
                  </a:lnTo>
                  <a:lnTo>
                    <a:pt x="827" y="709"/>
                  </a:lnTo>
                  <a:lnTo>
                    <a:pt x="828" y="708"/>
                  </a:lnTo>
                  <a:lnTo>
                    <a:pt x="829" y="704"/>
                  </a:lnTo>
                  <a:lnTo>
                    <a:pt x="831" y="699"/>
                  </a:lnTo>
                  <a:lnTo>
                    <a:pt x="832" y="692"/>
                  </a:lnTo>
                  <a:lnTo>
                    <a:pt x="833" y="682"/>
                  </a:lnTo>
                  <a:lnTo>
                    <a:pt x="835" y="670"/>
                  </a:lnTo>
                  <a:lnTo>
                    <a:pt x="836" y="657"/>
                  </a:lnTo>
                  <a:lnTo>
                    <a:pt x="837" y="641"/>
                  </a:lnTo>
                  <a:lnTo>
                    <a:pt x="839" y="624"/>
                  </a:lnTo>
                  <a:lnTo>
                    <a:pt x="840" y="604"/>
                  </a:lnTo>
                  <a:lnTo>
                    <a:pt x="841" y="585"/>
                  </a:lnTo>
                  <a:lnTo>
                    <a:pt x="843" y="564"/>
                  </a:lnTo>
                  <a:lnTo>
                    <a:pt x="844" y="543"/>
                  </a:lnTo>
                  <a:lnTo>
                    <a:pt x="845" y="521"/>
                  </a:lnTo>
                  <a:lnTo>
                    <a:pt x="846" y="499"/>
                  </a:lnTo>
                  <a:lnTo>
                    <a:pt x="848" y="476"/>
                  </a:lnTo>
                  <a:lnTo>
                    <a:pt x="849" y="452"/>
                  </a:lnTo>
                  <a:lnTo>
                    <a:pt x="851" y="427"/>
                  </a:lnTo>
                  <a:lnTo>
                    <a:pt x="852" y="402"/>
                  </a:lnTo>
                  <a:lnTo>
                    <a:pt x="853" y="377"/>
                  </a:lnTo>
                  <a:lnTo>
                    <a:pt x="855" y="353"/>
                  </a:lnTo>
                  <a:lnTo>
                    <a:pt x="856" y="329"/>
                  </a:lnTo>
                  <a:lnTo>
                    <a:pt x="857" y="306"/>
                  </a:lnTo>
                  <a:lnTo>
                    <a:pt x="858" y="283"/>
                  </a:lnTo>
                  <a:lnTo>
                    <a:pt x="860" y="262"/>
                  </a:lnTo>
                  <a:lnTo>
                    <a:pt x="861" y="241"/>
                  </a:lnTo>
                  <a:lnTo>
                    <a:pt x="862" y="221"/>
                  </a:lnTo>
                  <a:lnTo>
                    <a:pt x="864" y="202"/>
                  </a:lnTo>
                  <a:lnTo>
                    <a:pt x="865" y="183"/>
                  </a:lnTo>
                  <a:lnTo>
                    <a:pt x="867" y="165"/>
                  </a:lnTo>
                  <a:lnTo>
                    <a:pt x="868" y="149"/>
                  </a:lnTo>
                  <a:lnTo>
                    <a:pt x="869" y="132"/>
                  </a:lnTo>
                  <a:lnTo>
                    <a:pt x="870" y="115"/>
                  </a:lnTo>
                  <a:lnTo>
                    <a:pt x="872" y="99"/>
                  </a:lnTo>
                  <a:lnTo>
                    <a:pt x="873" y="83"/>
                  </a:lnTo>
                  <a:lnTo>
                    <a:pt x="874" y="67"/>
                  </a:lnTo>
                  <a:lnTo>
                    <a:pt x="876" y="53"/>
                  </a:lnTo>
                  <a:lnTo>
                    <a:pt x="877" y="40"/>
                  </a:lnTo>
                  <a:lnTo>
                    <a:pt x="878" y="29"/>
                  </a:lnTo>
                  <a:lnTo>
                    <a:pt x="880" y="20"/>
                  </a:lnTo>
                  <a:lnTo>
                    <a:pt x="881" y="12"/>
                  </a:lnTo>
                  <a:lnTo>
                    <a:pt x="882" y="6"/>
                  </a:lnTo>
                  <a:lnTo>
                    <a:pt x="884" y="3"/>
                  </a:lnTo>
                  <a:lnTo>
                    <a:pt x="885" y="1"/>
                  </a:lnTo>
                  <a:lnTo>
                    <a:pt x="886" y="0"/>
                  </a:lnTo>
                  <a:lnTo>
                    <a:pt x="888" y="0"/>
                  </a:lnTo>
                  <a:lnTo>
                    <a:pt x="889" y="0"/>
                  </a:lnTo>
                  <a:lnTo>
                    <a:pt x="890" y="0"/>
                  </a:lnTo>
                  <a:lnTo>
                    <a:pt x="892" y="0"/>
                  </a:lnTo>
                  <a:lnTo>
                    <a:pt x="893" y="0"/>
                  </a:lnTo>
                  <a:lnTo>
                    <a:pt x="894" y="0"/>
                  </a:lnTo>
                  <a:lnTo>
                    <a:pt x="896" y="0"/>
                  </a:lnTo>
                  <a:lnTo>
                    <a:pt x="897" y="0"/>
                  </a:lnTo>
                  <a:lnTo>
                    <a:pt x="898" y="0"/>
                  </a:lnTo>
                  <a:lnTo>
                    <a:pt x="899" y="0"/>
                  </a:lnTo>
                  <a:lnTo>
                    <a:pt x="901" y="0"/>
                  </a:lnTo>
                  <a:lnTo>
                    <a:pt x="902" y="0"/>
                  </a:lnTo>
                  <a:lnTo>
                    <a:pt x="903" y="0"/>
                  </a:lnTo>
                  <a:lnTo>
                    <a:pt x="905" y="0"/>
                  </a:lnTo>
                  <a:lnTo>
                    <a:pt x="906" y="0"/>
                  </a:lnTo>
                  <a:lnTo>
                    <a:pt x="908" y="0"/>
                  </a:lnTo>
                  <a:lnTo>
                    <a:pt x="909" y="0"/>
                  </a:lnTo>
                  <a:lnTo>
                    <a:pt x="910" y="0"/>
                  </a:lnTo>
                  <a:lnTo>
                    <a:pt x="911" y="0"/>
                  </a:lnTo>
                  <a:lnTo>
                    <a:pt x="913" y="0"/>
                  </a:lnTo>
                  <a:lnTo>
                    <a:pt x="914" y="0"/>
                  </a:lnTo>
                  <a:lnTo>
                    <a:pt x="915" y="0"/>
                  </a:lnTo>
                  <a:lnTo>
                    <a:pt x="917" y="0"/>
                  </a:lnTo>
                  <a:lnTo>
                    <a:pt x="918" y="0"/>
                  </a:lnTo>
                  <a:lnTo>
                    <a:pt x="919" y="0"/>
                  </a:lnTo>
                  <a:lnTo>
                    <a:pt x="921" y="0"/>
                  </a:lnTo>
                  <a:lnTo>
                    <a:pt x="922" y="0"/>
                  </a:lnTo>
                  <a:lnTo>
                    <a:pt x="924" y="0"/>
                  </a:lnTo>
                  <a:lnTo>
                    <a:pt x="925" y="0"/>
                  </a:lnTo>
                  <a:lnTo>
                    <a:pt x="926" y="0"/>
                  </a:lnTo>
                  <a:lnTo>
                    <a:pt x="927" y="0"/>
                  </a:lnTo>
                  <a:lnTo>
                    <a:pt x="929" y="0"/>
                  </a:lnTo>
                  <a:lnTo>
                    <a:pt x="930" y="0"/>
                  </a:lnTo>
                  <a:lnTo>
                    <a:pt x="931" y="0"/>
                  </a:lnTo>
                  <a:lnTo>
                    <a:pt x="933" y="0"/>
                  </a:lnTo>
                  <a:lnTo>
                    <a:pt x="934" y="0"/>
                  </a:lnTo>
                  <a:lnTo>
                    <a:pt x="935" y="0"/>
                  </a:lnTo>
                  <a:lnTo>
                    <a:pt x="937" y="0"/>
                  </a:lnTo>
                  <a:lnTo>
                    <a:pt x="938" y="0"/>
                  </a:lnTo>
                  <a:lnTo>
                    <a:pt x="939" y="0"/>
                  </a:lnTo>
                  <a:lnTo>
                    <a:pt x="940" y="0"/>
                  </a:lnTo>
                  <a:lnTo>
                    <a:pt x="942" y="0"/>
                  </a:lnTo>
                  <a:lnTo>
                    <a:pt x="943" y="0"/>
                  </a:lnTo>
                  <a:lnTo>
                    <a:pt x="944" y="0"/>
                  </a:lnTo>
                  <a:lnTo>
                    <a:pt x="946" y="0"/>
                  </a:lnTo>
                  <a:lnTo>
                    <a:pt x="947" y="0"/>
                  </a:lnTo>
                  <a:lnTo>
                    <a:pt x="949" y="0"/>
                  </a:lnTo>
                  <a:lnTo>
                    <a:pt x="950" y="0"/>
                  </a:lnTo>
                  <a:lnTo>
                    <a:pt x="951" y="0"/>
                  </a:lnTo>
                  <a:lnTo>
                    <a:pt x="953" y="0"/>
                  </a:lnTo>
                  <a:lnTo>
                    <a:pt x="954" y="0"/>
                  </a:lnTo>
                  <a:lnTo>
                    <a:pt x="955" y="0"/>
                  </a:lnTo>
                  <a:lnTo>
                    <a:pt x="956" y="0"/>
                  </a:lnTo>
                  <a:lnTo>
                    <a:pt x="958" y="0"/>
                  </a:lnTo>
                  <a:lnTo>
                    <a:pt x="959" y="0"/>
                  </a:lnTo>
                  <a:lnTo>
                    <a:pt x="960" y="0"/>
                  </a:lnTo>
                  <a:lnTo>
                    <a:pt x="962" y="0"/>
                  </a:lnTo>
                  <a:lnTo>
                    <a:pt x="963" y="0"/>
                  </a:lnTo>
                  <a:lnTo>
                    <a:pt x="965" y="0"/>
                  </a:lnTo>
                  <a:lnTo>
                    <a:pt x="966" y="0"/>
                  </a:lnTo>
                  <a:lnTo>
                    <a:pt x="967" y="0"/>
                  </a:lnTo>
                  <a:lnTo>
                    <a:pt x="968" y="0"/>
                  </a:lnTo>
                  <a:lnTo>
                    <a:pt x="970" y="0"/>
                  </a:lnTo>
                  <a:lnTo>
                    <a:pt x="971" y="0"/>
                  </a:lnTo>
                  <a:lnTo>
                    <a:pt x="972" y="0"/>
                  </a:lnTo>
                  <a:lnTo>
                    <a:pt x="974" y="0"/>
                  </a:lnTo>
                  <a:lnTo>
                    <a:pt x="975" y="0"/>
                  </a:lnTo>
                  <a:lnTo>
                    <a:pt x="976" y="0"/>
                  </a:lnTo>
                  <a:lnTo>
                    <a:pt x="978" y="0"/>
                  </a:lnTo>
                  <a:lnTo>
                    <a:pt x="979" y="0"/>
                  </a:lnTo>
                  <a:lnTo>
                    <a:pt x="980" y="0"/>
                  </a:lnTo>
                  <a:lnTo>
                    <a:pt x="982" y="0"/>
                  </a:lnTo>
                  <a:lnTo>
                    <a:pt x="983" y="0"/>
                  </a:lnTo>
                  <a:lnTo>
                    <a:pt x="984" y="0"/>
                  </a:lnTo>
                  <a:lnTo>
                    <a:pt x="986" y="0"/>
                  </a:lnTo>
                  <a:lnTo>
                    <a:pt x="987" y="0"/>
                  </a:lnTo>
                  <a:lnTo>
                    <a:pt x="988" y="0"/>
                  </a:lnTo>
                  <a:lnTo>
                    <a:pt x="990" y="0"/>
                  </a:lnTo>
                  <a:lnTo>
                    <a:pt x="991" y="0"/>
                  </a:lnTo>
                  <a:lnTo>
                    <a:pt x="992" y="0"/>
                  </a:lnTo>
                  <a:lnTo>
                    <a:pt x="994" y="0"/>
                  </a:lnTo>
                  <a:lnTo>
                    <a:pt x="995" y="0"/>
                  </a:lnTo>
                  <a:lnTo>
                    <a:pt x="996" y="0"/>
                  </a:lnTo>
                  <a:lnTo>
                    <a:pt x="997" y="0"/>
                  </a:lnTo>
                  <a:lnTo>
                    <a:pt x="999" y="0"/>
                  </a:lnTo>
                  <a:lnTo>
                    <a:pt x="1000" y="0"/>
                  </a:lnTo>
                  <a:lnTo>
                    <a:pt x="1001" y="0"/>
                  </a:lnTo>
                  <a:lnTo>
                    <a:pt x="1003" y="0"/>
                  </a:lnTo>
                  <a:lnTo>
                    <a:pt x="1004" y="0"/>
                  </a:lnTo>
                  <a:lnTo>
                    <a:pt x="1006" y="0"/>
                  </a:lnTo>
                  <a:lnTo>
                    <a:pt x="1007" y="0"/>
                  </a:lnTo>
                  <a:lnTo>
                    <a:pt x="1008" y="0"/>
                  </a:lnTo>
                  <a:lnTo>
                    <a:pt x="1009" y="0"/>
                  </a:lnTo>
                  <a:lnTo>
                    <a:pt x="1011" y="0"/>
                  </a:lnTo>
                  <a:lnTo>
                    <a:pt x="1012" y="0"/>
                  </a:lnTo>
                  <a:lnTo>
                    <a:pt x="1013" y="0"/>
                  </a:lnTo>
                  <a:lnTo>
                    <a:pt x="1015" y="0"/>
                  </a:lnTo>
                  <a:lnTo>
                    <a:pt x="1016" y="0"/>
                  </a:lnTo>
                  <a:lnTo>
                    <a:pt x="1017" y="2"/>
                  </a:lnTo>
                  <a:lnTo>
                    <a:pt x="1019" y="5"/>
                  </a:lnTo>
                  <a:lnTo>
                    <a:pt x="1020" y="11"/>
                  </a:lnTo>
                  <a:lnTo>
                    <a:pt x="1021" y="18"/>
                  </a:lnTo>
                  <a:lnTo>
                    <a:pt x="1023" y="27"/>
                  </a:lnTo>
                  <a:lnTo>
                    <a:pt x="1024" y="38"/>
                  </a:lnTo>
                  <a:lnTo>
                    <a:pt x="1025" y="51"/>
                  </a:lnTo>
                  <a:lnTo>
                    <a:pt x="1027" y="66"/>
                  </a:lnTo>
                  <a:lnTo>
                    <a:pt x="1028" y="83"/>
                  </a:lnTo>
                  <a:lnTo>
                    <a:pt x="1029" y="101"/>
                  </a:lnTo>
                  <a:lnTo>
                    <a:pt x="1031" y="120"/>
                  </a:lnTo>
                  <a:lnTo>
                    <a:pt x="1032" y="139"/>
                  </a:lnTo>
                  <a:lnTo>
                    <a:pt x="1033" y="159"/>
                  </a:lnTo>
                  <a:lnTo>
                    <a:pt x="1035" y="180"/>
                  </a:lnTo>
                  <a:lnTo>
                    <a:pt x="1036" y="202"/>
                  </a:lnTo>
                  <a:lnTo>
                    <a:pt x="1037" y="224"/>
                  </a:lnTo>
                  <a:lnTo>
                    <a:pt x="1038" y="246"/>
                  </a:lnTo>
                  <a:lnTo>
                    <a:pt x="1040" y="268"/>
                  </a:lnTo>
                  <a:lnTo>
                    <a:pt x="1041" y="290"/>
                  </a:lnTo>
                  <a:lnTo>
                    <a:pt x="1043" y="312"/>
                  </a:lnTo>
                  <a:lnTo>
                    <a:pt x="1044" y="334"/>
                  </a:lnTo>
                  <a:lnTo>
                    <a:pt x="1045" y="356"/>
                  </a:lnTo>
                  <a:lnTo>
                    <a:pt x="1047" y="376"/>
                  </a:lnTo>
                  <a:lnTo>
                    <a:pt x="1048" y="397"/>
                  </a:lnTo>
                  <a:lnTo>
                    <a:pt x="1049" y="417"/>
                  </a:lnTo>
                  <a:lnTo>
                    <a:pt x="1050" y="437"/>
                  </a:lnTo>
                  <a:lnTo>
                    <a:pt x="1052" y="456"/>
                  </a:lnTo>
                  <a:lnTo>
                    <a:pt x="1053" y="474"/>
                  </a:lnTo>
                  <a:lnTo>
                    <a:pt x="1054" y="492"/>
                  </a:lnTo>
                  <a:lnTo>
                    <a:pt x="1056" y="509"/>
                  </a:lnTo>
                  <a:lnTo>
                    <a:pt x="1057" y="526"/>
                  </a:lnTo>
                  <a:lnTo>
                    <a:pt x="1058" y="542"/>
                  </a:lnTo>
                  <a:lnTo>
                    <a:pt x="1060" y="558"/>
                  </a:lnTo>
                  <a:lnTo>
                    <a:pt x="1061" y="574"/>
                  </a:lnTo>
                  <a:lnTo>
                    <a:pt x="1062" y="589"/>
                  </a:lnTo>
                  <a:lnTo>
                    <a:pt x="1064" y="604"/>
                  </a:lnTo>
                  <a:lnTo>
                    <a:pt x="1065" y="619"/>
                  </a:lnTo>
                  <a:lnTo>
                    <a:pt x="1066" y="632"/>
                  </a:lnTo>
                  <a:lnTo>
                    <a:pt x="1068" y="646"/>
                  </a:lnTo>
                  <a:lnTo>
                    <a:pt x="1069" y="659"/>
                  </a:lnTo>
                  <a:lnTo>
                    <a:pt x="1070" y="670"/>
                  </a:lnTo>
                  <a:lnTo>
                    <a:pt x="1072" y="680"/>
                  </a:lnTo>
                  <a:lnTo>
                    <a:pt x="1073" y="688"/>
                  </a:lnTo>
                  <a:lnTo>
                    <a:pt x="1074" y="695"/>
                  </a:lnTo>
                  <a:lnTo>
                    <a:pt x="1076" y="700"/>
                  </a:lnTo>
                  <a:lnTo>
                    <a:pt x="1077" y="705"/>
                  </a:lnTo>
                  <a:lnTo>
                    <a:pt x="1078" y="708"/>
                  </a:lnTo>
                  <a:lnTo>
                    <a:pt x="1079" y="709"/>
                  </a:lnTo>
                  <a:lnTo>
                    <a:pt x="1081" y="709"/>
                  </a:lnTo>
                  <a:lnTo>
                    <a:pt x="1082" y="709"/>
                  </a:lnTo>
                  <a:lnTo>
                    <a:pt x="1084" y="709"/>
                  </a:lnTo>
                  <a:lnTo>
                    <a:pt x="1085" y="709"/>
                  </a:lnTo>
                  <a:lnTo>
                    <a:pt x="1086" y="709"/>
                  </a:lnTo>
                  <a:lnTo>
                    <a:pt x="1088" y="709"/>
                  </a:lnTo>
                  <a:lnTo>
                    <a:pt x="1089" y="709"/>
                  </a:lnTo>
                  <a:lnTo>
                    <a:pt x="1090" y="709"/>
                  </a:lnTo>
                  <a:lnTo>
                    <a:pt x="1091" y="709"/>
                  </a:lnTo>
                  <a:lnTo>
                    <a:pt x="1093" y="709"/>
                  </a:lnTo>
                  <a:lnTo>
                    <a:pt x="1094" y="709"/>
                  </a:lnTo>
                  <a:lnTo>
                    <a:pt x="1095" y="709"/>
                  </a:lnTo>
                  <a:lnTo>
                    <a:pt x="1097" y="709"/>
                  </a:lnTo>
                  <a:lnTo>
                    <a:pt x="1098" y="709"/>
                  </a:lnTo>
                  <a:lnTo>
                    <a:pt x="1099" y="709"/>
                  </a:lnTo>
                  <a:lnTo>
                    <a:pt x="1101" y="709"/>
                  </a:lnTo>
                  <a:lnTo>
                    <a:pt x="1102" y="709"/>
                  </a:lnTo>
                  <a:lnTo>
                    <a:pt x="1103" y="709"/>
                  </a:lnTo>
                  <a:lnTo>
                    <a:pt x="1105" y="709"/>
                  </a:lnTo>
                  <a:lnTo>
                    <a:pt x="1106" y="709"/>
                  </a:lnTo>
                  <a:lnTo>
                    <a:pt x="1107" y="709"/>
                  </a:lnTo>
                  <a:lnTo>
                    <a:pt x="1109" y="709"/>
                  </a:lnTo>
                  <a:lnTo>
                    <a:pt x="1110" y="709"/>
                  </a:lnTo>
                  <a:lnTo>
                    <a:pt x="1111" y="709"/>
                  </a:lnTo>
                  <a:lnTo>
                    <a:pt x="1113" y="709"/>
                  </a:lnTo>
                  <a:lnTo>
                    <a:pt x="1114" y="709"/>
                  </a:lnTo>
                  <a:lnTo>
                    <a:pt x="1115" y="709"/>
                  </a:lnTo>
                  <a:lnTo>
                    <a:pt x="1117" y="709"/>
                  </a:lnTo>
                  <a:lnTo>
                    <a:pt x="1118" y="709"/>
                  </a:lnTo>
                  <a:lnTo>
                    <a:pt x="1119" y="709"/>
                  </a:lnTo>
                  <a:lnTo>
                    <a:pt x="1120" y="709"/>
                  </a:lnTo>
                  <a:lnTo>
                    <a:pt x="1122" y="709"/>
                  </a:lnTo>
                  <a:lnTo>
                    <a:pt x="1123" y="709"/>
                  </a:lnTo>
                  <a:lnTo>
                    <a:pt x="1125" y="709"/>
                  </a:lnTo>
                  <a:lnTo>
                    <a:pt x="1126" y="709"/>
                  </a:lnTo>
                  <a:lnTo>
                    <a:pt x="1127" y="709"/>
                  </a:lnTo>
                  <a:lnTo>
                    <a:pt x="1129" y="709"/>
                  </a:lnTo>
                  <a:lnTo>
                    <a:pt x="1130" y="709"/>
                  </a:lnTo>
                  <a:lnTo>
                    <a:pt x="1131" y="709"/>
                  </a:lnTo>
                  <a:lnTo>
                    <a:pt x="1132" y="709"/>
                  </a:lnTo>
                  <a:lnTo>
                    <a:pt x="1134" y="709"/>
                  </a:lnTo>
                  <a:lnTo>
                    <a:pt x="1135" y="709"/>
                  </a:lnTo>
                  <a:lnTo>
                    <a:pt x="1136" y="709"/>
                  </a:lnTo>
                  <a:lnTo>
                    <a:pt x="1138" y="709"/>
                  </a:lnTo>
                  <a:lnTo>
                    <a:pt x="1139" y="709"/>
                  </a:lnTo>
                  <a:lnTo>
                    <a:pt x="1141" y="709"/>
                  </a:lnTo>
                  <a:lnTo>
                    <a:pt x="1142" y="709"/>
                  </a:lnTo>
                  <a:lnTo>
                    <a:pt x="1143" y="709"/>
                  </a:lnTo>
                  <a:lnTo>
                    <a:pt x="1145" y="709"/>
                  </a:lnTo>
                  <a:lnTo>
                    <a:pt x="1146" y="709"/>
                  </a:lnTo>
                  <a:lnTo>
                    <a:pt x="1147" y="709"/>
                  </a:lnTo>
                  <a:lnTo>
                    <a:pt x="1148" y="709"/>
                  </a:lnTo>
                  <a:lnTo>
                    <a:pt x="1150" y="709"/>
                  </a:lnTo>
                  <a:lnTo>
                    <a:pt x="1151" y="709"/>
                  </a:lnTo>
                  <a:lnTo>
                    <a:pt x="1152" y="709"/>
                  </a:lnTo>
                  <a:lnTo>
                    <a:pt x="1154" y="709"/>
                  </a:lnTo>
                  <a:lnTo>
                    <a:pt x="1155" y="709"/>
                  </a:lnTo>
                  <a:lnTo>
                    <a:pt x="1156" y="709"/>
                  </a:lnTo>
                  <a:lnTo>
                    <a:pt x="1158" y="709"/>
                  </a:lnTo>
                  <a:lnTo>
                    <a:pt x="1159" y="709"/>
                  </a:lnTo>
                  <a:lnTo>
                    <a:pt x="1160" y="709"/>
                  </a:lnTo>
                  <a:lnTo>
                    <a:pt x="1161" y="709"/>
                  </a:lnTo>
                  <a:lnTo>
                    <a:pt x="1163" y="709"/>
                  </a:lnTo>
                  <a:lnTo>
                    <a:pt x="1164" y="709"/>
                  </a:lnTo>
                  <a:lnTo>
                    <a:pt x="1166" y="709"/>
                  </a:lnTo>
                  <a:lnTo>
                    <a:pt x="1167" y="709"/>
                  </a:lnTo>
                  <a:lnTo>
                    <a:pt x="1168" y="709"/>
                  </a:lnTo>
                  <a:lnTo>
                    <a:pt x="1170" y="709"/>
                  </a:lnTo>
                  <a:lnTo>
                    <a:pt x="1171" y="709"/>
                  </a:lnTo>
                  <a:lnTo>
                    <a:pt x="1172" y="709"/>
                  </a:lnTo>
                  <a:lnTo>
                    <a:pt x="1174" y="709"/>
                  </a:lnTo>
                  <a:lnTo>
                    <a:pt x="1175" y="709"/>
                  </a:lnTo>
                  <a:lnTo>
                    <a:pt x="1176" y="709"/>
                  </a:lnTo>
                  <a:lnTo>
                    <a:pt x="1177" y="709"/>
                  </a:lnTo>
                  <a:lnTo>
                    <a:pt x="1179" y="709"/>
                  </a:lnTo>
                  <a:lnTo>
                    <a:pt x="1180" y="709"/>
                  </a:lnTo>
                  <a:lnTo>
                    <a:pt x="1182" y="709"/>
                  </a:lnTo>
                  <a:lnTo>
                    <a:pt x="1183" y="709"/>
                  </a:lnTo>
                  <a:lnTo>
                    <a:pt x="1184" y="709"/>
                  </a:lnTo>
                  <a:lnTo>
                    <a:pt x="1186" y="709"/>
                  </a:lnTo>
                  <a:lnTo>
                    <a:pt x="1187" y="709"/>
                  </a:lnTo>
                  <a:lnTo>
                    <a:pt x="1188" y="709"/>
                  </a:lnTo>
                  <a:lnTo>
                    <a:pt x="1189" y="709"/>
                  </a:lnTo>
                  <a:lnTo>
                    <a:pt x="1191" y="709"/>
                  </a:lnTo>
                  <a:lnTo>
                    <a:pt x="1192" y="709"/>
                  </a:lnTo>
                  <a:lnTo>
                    <a:pt x="1193" y="709"/>
                  </a:lnTo>
                  <a:lnTo>
                    <a:pt x="1195" y="709"/>
                  </a:lnTo>
                  <a:lnTo>
                    <a:pt x="1196" y="709"/>
                  </a:lnTo>
                  <a:lnTo>
                    <a:pt x="1197" y="709"/>
                  </a:lnTo>
                  <a:lnTo>
                    <a:pt x="1199" y="709"/>
                  </a:lnTo>
                  <a:lnTo>
                    <a:pt x="1200" y="709"/>
                  </a:lnTo>
                  <a:lnTo>
                    <a:pt x="1201" y="709"/>
                  </a:lnTo>
                  <a:lnTo>
                    <a:pt x="1203" y="709"/>
                  </a:lnTo>
                  <a:lnTo>
                    <a:pt x="1204" y="709"/>
                  </a:lnTo>
                  <a:lnTo>
                    <a:pt x="1205" y="709"/>
                  </a:lnTo>
                  <a:lnTo>
                    <a:pt x="1207" y="709"/>
                  </a:lnTo>
                  <a:lnTo>
                    <a:pt x="1208" y="709"/>
                  </a:lnTo>
                  <a:lnTo>
                    <a:pt x="1209" y="709"/>
                  </a:lnTo>
                  <a:lnTo>
                    <a:pt x="1211" y="709"/>
                  </a:lnTo>
                  <a:lnTo>
                    <a:pt x="1212" y="709"/>
                  </a:lnTo>
                  <a:lnTo>
                    <a:pt x="1213" y="709"/>
                  </a:lnTo>
                  <a:lnTo>
                    <a:pt x="1215" y="709"/>
                  </a:lnTo>
                  <a:lnTo>
                    <a:pt x="1216" y="709"/>
                  </a:lnTo>
                  <a:lnTo>
                    <a:pt x="1217" y="709"/>
                  </a:lnTo>
                  <a:lnTo>
                    <a:pt x="1218" y="709"/>
                  </a:lnTo>
                  <a:lnTo>
                    <a:pt x="1220" y="709"/>
                  </a:lnTo>
                  <a:lnTo>
                    <a:pt x="1221" y="709"/>
                  </a:lnTo>
                  <a:lnTo>
                    <a:pt x="1223" y="709"/>
                  </a:lnTo>
                  <a:lnTo>
                    <a:pt x="1224" y="709"/>
                  </a:lnTo>
                  <a:lnTo>
                    <a:pt x="1225" y="709"/>
                  </a:lnTo>
                  <a:lnTo>
                    <a:pt x="1227" y="709"/>
                  </a:lnTo>
                  <a:lnTo>
                    <a:pt x="1228" y="709"/>
                  </a:lnTo>
                  <a:lnTo>
                    <a:pt x="1229" y="709"/>
                  </a:lnTo>
                  <a:lnTo>
                    <a:pt x="1230" y="709"/>
                  </a:lnTo>
                  <a:lnTo>
                    <a:pt x="1232" y="709"/>
                  </a:lnTo>
                  <a:lnTo>
                    <a:pt x="1233" y="709"/>
                  </a:lnTo>
                  <a:lnTo>
                    <a:pt x="1234" y="709"/>
                  </a:lnTo>
                  <a:lnTo>
                    <a:pt x="1236" y="709"/>
                  </a:lnTo>
                  <a:lnTo>
                    <a:pt x="1237" y="709"/>
                  </a:lnTo>
                  <a:lnTo>
                    <a:pt x="1239" y="709"/>
                  </a:lnTo>
                  <a:lnTo>
                    <a:pt x="1240" y="709"/>
                  </a:lnTo>
                  <a:lnTo>
                    <a:pt x="1241" y="709"/>
                  </a:lnTo>
                  <a:lnTo>
                    <a:pt x="1242" y="709"/>
                  </a:lnTo>
                  <a:lnTo>
                    <a:pt x="1244" y="709"/>
                  </a:lnTo>
                  <a:lnTo>
                    <a:pt x="1245" y="709"/>
                  </a:lnTo>
                  <a:lnTo>
                    <a:pt x="1246" y="709"/>
                  </a:lnTo>
                  <a:lnTo>
                    <a:pt x="1248" y="709"/>
                  </a:lnTo>
                  <a:lnTo>
                    <a:pt x="1249" y="709"/>
                  </a:lnTo>
                  <a:lnTo>
                    <a:pt x="1250" y="709"/>
                  </a:lnTo>
                  <a:lnTo>
                    <a:pt x="1252" y="709"/>
                  </a:lnTo>
                  <a:lnTo>
                    <a:pt x="1253" y="709"/>
                  </a:lnTo>
                  <a:lnTo>
                    <a:pt x="1254" y="709"/>
                  </a:lnTo>
                  <a:lnTo>
                    <a:pt x="1256" y="709"/>
                  </a:lnTo>
                  <a:lnTo>
                    <a:pt x="1257" y="709"/>
                  </a:lnTo>
                  <a:lnTo>
                    <a:pt x="1258" y="709"/>
                  </a:lnTo>
                  <a:lnTo>
                    <a:pt x="1259" y="709"/>
                  </a:lnTo>
                  <a:lnTo>
                    <a:pt x="1261" y="709"/>
                  </a:lnTo>
                  <a:lnTo>
                    <a:pt x="1262" y="709"/>
                  </a:lnTo>
                  <a:lnTo>
                    <a:pt x="1264" y="709"/>
                  </a:lnTo>
                  <a:lnTo>
                    <a:pt x="1265" y="709"/>
                  </a:lnTo>
                  <a:lnTo>
                    <a:pt x="1266" y="709"/>
                  </a:lnTo>
                  <a:lnTo>
                    <a:pt x="1268" y="709"/>
                  </a:lnTo>
                  <a:lnTo>
                    <a:pt x="1269" y="709"/>
                  </a:lnTo>
                  <a:lnTo>
                    <a:pt x="1270" y="709"/>
                  </a:lnTo>
                  <a:lnTo>
                    <a:pt x="1271" y="709"/>
                  </a:lnTo>
                  <a:lnTo>
                    <a:pt x="1273" y="709"/>
                  </a:lnTo>
                  <a:lnTo>
                    <a:pt x="1274" y="709"/>
                  </a:lnTo>
                  <a:lnTo>
                    <a:pt x="1275" y="709"/>
                  </a:lnTo>
                  <a:lnTo>
                    <a:pt x="1277" y="709"/>
                  </a:lnTo>
                  <a:lnTo>
                    <a:pt x="1278" y="709"/>
                  </a:lnTo>
                  <a:lnTo>
                    <a:pt x="1280" y="709"/>
                  </a:lnTo>
                  <a:lnTo>
                    <a:pt x="1281" y="709"/>
                  </a:lnTo>
                  <a:lnTo>
                    <a:pt x="1282" y="709"/>
                  </a:lnTo>
                  <a:lnTo>
                    <a:pt x="1283" y="709"/>
                  </a:lnTo>
                  <a:lnTo>
                    <a:pt x="1285" y="709"/>
                  </a:lnTo>
                  <a:lnTo>
                    <a:pt x="1286" y="709"/>
                  </a:lnTo>
                  <a:lnTo>
                    <a:pt x="1287" y="709"/>
                  </a:lnTo>
                  <a:lnTo>
                    <a:pt x="1289" y="709"/>
                  </a:lnTo>
                  <a:lnTo>
                    <a:pt x="1290" y="709"/>
                  </a:lnTo>
                  <a:lnTo>
                    <a:pt x="1291" y="709"/>
                  </a:lnTo>
                  <a:lnTo>
                    <a:pt x="1293" y="709"/>
                  </a:lnTo>
                  <a:lnTo>
                    <a:pt x="1294" y="709"/>
                  </a:lnTo>
                  <a:lnTo>
                    <a:pt x="1295" y="709"/>
                  </a:lnTo>
                  <a:lnTo>
                    <a:pt x="1297" y="709"/>
                  </a:lnTo>
                  <a:lnTo>
                    <a:pt x="1298" y="709"/>
                  </a:lnTo>
                  <a:lnTo>
                    <a:pt x="1299" y="709"/>
                  </a:lnTo>
                  <a:lnTo>
                    <a:pt x="1301" y="709"/>
                  </a:lnTo>
                  <a:lnTo>
                    <a:pt x="1302" y="709"/>
                  </a:lnTo>
                  <a:lnTo>
                    <a:pt x="1303" y="709"/>
                  </a:lnTo>
                  <a:lnTo>
                    <a:pt x="1305" y="709"/>
                  </a:lnTo>
                  <a:lnTo>
                    <a:pt x="1306" y="709"/>
                  </a:lnTo>
                  <a:lnTo>
                    <a:pt x="1307" y="709"/>
                  </a:lnTo>
                  <a:lnTo>
                    <a:pt x="1309" y="709"/>
                  </a:lnTo>
                  <a:lnTo>
                    <a:pt x="1310" y="709"/>
                  </a:lnTo>
                  <a:lnTo>
                    <a:pt x="1311" y="709"/>
                  </a:lnTo>
                  <a:lnTo>
                    <a:pt x="1312" y="709"/>
                  </a:lnTo>
                  <a:lnTo>
                    <a:pt x="1314" y="709"/>
                  </a:lnTo>
                  <a:lnTo>
                    <a:pt x="1315" y="709"/>
                  </a:lnTo>
                  <a:lnTo>
                    <a:pt x="1316" y="709"/>
                  </a:lnTo>
                  <a:lnTo>
                    <a:pt x="1318" y="709"/>
                  </a:lnTo>
                  <a:lnTo>
                    <a:pt x="1319" y="709"/>
                  </a:lnTo>
                  <a:lnTo>
                    <a:pt x="1321" y="709"/>
                  </a:lnTo>
                  <a:lnTo>
                    <a:pt x="1322" y="709"/>
                  </a:lnTo>
                  <a:lnTo>
                    <a:pt x="1323" y="709"/>
                  </a:lnTo>
                  <a:lnTo>
                    <a:pt x="1324" y="709"/>
                  </a:lnTo>
                  <a:lnTo>
                    <a:pt x="1326" y="709"/>
                  </a:lnTo>
                  <a:lnTo>
                    <a:pt x="1327" y="709"/>
                  </a:lnTo>
                  <a:lnTo>
                    <a:pt x="1328" y="709"/>
                  </a:lnTo>
                  <a:lnTo>
                    <a:pt x="1330" y="709"/>
                  </a:lnTo>
                  <a:lnTo>
                    <a:pt x="1331" y="709"/>
                  </a:lnTo>
                  <a:lnTo>
                    <a:pt x="1332" y="709"/>
                  </a:lnTo>
                  <a:lnTo>
                    <a:pt x="1334" y="709"/>
                  </a:lnTo>
                  <a:lnTo>
                    <a:pt x="1335" y="709"/>
                  </a:lnTo>
                  <a:lnTo>
                    <a:pt x="1337" y="709"/>
                  </a:lnTo>
                  <a:lnTo>
                    <a:pt x="1338" y="709"/>
                  </a:lnTo>
                  <a:lnTo>
                    <a:pt x="1339" y="709"/>
                  </a:lnTo>
                  <a:lnTo>
                    <a:pt x="1340" y="709"/>
                  </a:lnTo>
                  <a:lnTo>
                    <a:pt x="1342" y="709"/>
                  </a:lnTo>
                  <a:lnTo>
                    <a:pt x="1343" y="709"/>
                  </a:lnTo>
                  <a:lnTo>
                    <a:pt x="1344" y="709"/>
                  </a:lnTo>
                  <a:lnTo>
                    <a:pt x="1346" y="709"/>
                  </a:lnTo>
                  <a:lnTo>
                    <a:pt x="1347" y="709"/>
                  </a:lnTo>
                  <a:lnTo>
                    <a:pt x="1348" y="709"/>
                  </a:lnTo>
                  <a:lnTo>
                    <a:pt x="1350" y="709"/>
                  </a:lnTo>
                  <a:lnTo>
                    <a:pt x="1351" y="709"/>
                  </a:lnTo>
                  <a:lnTo>
                    <a:pt x="1352" y="709"/>
                  </a:lnTo>
                  <a:lnTo>
                    <a:pt x="1353" y="709"/>
                  </a:lnTo>
                  <a:lnTo>
                    <a:pt x="1355" y="709"/>
                  </a:lnTo>
                  <a:lnTo>
                    <a:pt x="1356" y="709"/>
                  </a:lnTo>
                  <a:lnTo>
                    <a:pt x="1357" y="709"/>
                  </a:lnTo>
                  <a:lnTo>
                    <a:pt x="1359" y="709"/>
                  </a:lnTo>
                  <a:lnTo>
                    <a:pt x="1360" y="709"/>
                  </a:lnTo>
                  <a:lnTo>
                    <a:pt x="1362" y="709"/>
                  </a:lnTo>
                  <a:lnTo>
                    <a:pt x="1363" y="709"/>
                  </a:lnTo>
                  <a:lnTo>
                    <a:pt x="1364" y="709"/>
                  </a:lnTo>
                  <a:lnTo>
                    <a:pt x="1366" y="709"/>
                  </a:lnTo>
                  <a:lnTo>
                    <a:pt x="1367" y="709"/>
                  </a:lnTo>
                  <a:lnTo>
                    <a:pt x="1368" y="709"/>
                  </a:lnTo>
                  <a:lnTo>
                    <a:pt x="1369" y="709"/>
                  </a:lnTo>
                  <a:lnTo>
                    <a:pt x="1371" y="709"/>
                  </a:lnTo>
                  <a:lnTo>
                    <a:pt x="1372" y="709"/>
                  </a:lnTo>
                  <a:lnTo>
                    <a:pt x="1373" y="709"/>
                  </a:lnTo>
                  <a:lnTo>
                    <a:pt x="1375" y="709"/>
                  </a:lnTo>
                  <a:lnTo>
                    <a:pt x="1376" y="709"/>
                  </a:lnTo>
                  <a:lnTo>
                    <a:pt x="1378" y="709"/>
                  </a:lnTo>
                  <a:lnTo>
                    <a:pt x="1379" y="709"/>
                  </a:lnTo>
                  <a:lnTo>
                    <a:pt x="1380" y="709"/>
                  </a:lnTo>
                  <a:lnTo>
                    <a:pt x="1381" y="709"/>
                  </a:lnTo>
                  <a:lnTo>
                    <a:pt x="1383" y="709"/>
                  </a:lnTo>
                  <a:lnTo>
                    <a:pt x="1384" y="709"/>
                  </a:lnTo>
                  <a:lnTo>
                    <a:pt x="1385" y="706"/>
                  </a:lnTo>
                  <a:lnTo>
                    <a:pt x="1387" y="701"/>
                  </a:lnTo>
                  <a:lnTo>
                    <a:pt x="1388" y="693"/>
                  </a:lnTo>
                  <a:lnTo>
                    <a:pt x="1389" y="683"/>
                  </a:lnTo>
                  <a:lnTo>
                    <a:pt x="1391" y="671"/>
                  </a:lnTo>
                  <a:lnTo>
                    <a:pt x="1392" y="657"/>
                  </a:lnTo>
                  <a:lnTo>
                    <a:pt x="1393" y="641"/>
                  </a:lnTo>
                  <a:lnTo>
                    <a:pt x="1395" y="623"/>
                  </a:lnTo>
                  <a:lnTo>
                    <a:pt x="1396" y="603"/>
                  </a:lnTo>
                  <a:lnTo>
                    <a:pt x="1397" y="583"/>
                  </a:lnTo>
                  <a:lnTo>
                    <a:pt x="1399" y="563"/>
                  </a:lnTo>
                  <a:lnTo>
                    <a:pt x="1400" y="542"/>
                  </a:lnTo>
                  <a:lnTo>
                    <a:pt x="1401" y="522"/>
                  </a:lnTo>
                  <a:lnTo>
                    <a:pt x="1403" y="501"/>
                  </a:lnTo>
                  <a:lnTo>
                    <a:pt x="1404" y="480"/>
                  </a:lnTo>
                  <a:lnTo>
                    <a:pt x="1405" y="459"/>
                  </a:lnTo>
                  <a:lnTo>
                    <a:pt x="1407" y="437"/>
                  </a:lnTo>
                  <a:lnTo>
                    <a:pt x="1408" y="414"/>
                  </a:lnTo>
                  <a:lnTo>
                    <a:pt x="1409" y="392"/>
                  </a:lnTo>
                  <a:lnTo>
                    <a:pt x="1410" y="370"/>
                  </a:lnTo>
                  <a:lnTo>
                    <a:pt x="1412" y="348"/>
                  </a:lnTo>
                  <a:lnTo>
                    <a:pt x="1413" y="327"/>
                  </a:lnTo>
                  <a:lnTo>
                    <a:pt x="1414" y="305"/>
                  </a:lnTo>
                  <a:lnTo>
                    <a:pt x="1416" y="284"/>
                  </a:lnTo>
                  <a:lnTo>
                    <a:pt x="1417" y="263"/>
                  </a:lnTo>
                  <a:lnTo>
                    <a:pt x="1419" y="242"/>
                  </a:lnTo>
                  <a:lnTo>
                    <a:pt x="1420" y="221"/>
                  </a:lnTo>
                  <a:lnTo>
                    <a:pt x="1421" y="200"/>
                  </a:lnTo>
                  <a:lnTo>
                    <a:pt x="1422" y="180"/>
                  </a:lnTo>
                  <a:lnTo>
                    <a:pt x="1424" y="159"/>
                  </a:lnTo>
                  <a:lnTo>
                    <a:pt x="1425" y="139"/>
                  </a:lnTo>
                  <a:lnTo>
                    <a:pt x="1426" y="119"/>
                  </a:lnTo>
                  <a:lnTo>
                    <a:pt x="1428" y="99"/>
                  </a:lnTo>
                  <a:lnTo>
                    <a:pt x="1429" y="79"/>
                  </a:lnTo>
                  <a:lnTo>
                    <a:pt x="1430" y="61"/>
                  </a:lnTo>
                  <a:lnTo>
                    <a:pt x="1432" y="46"/>
                  </a:lnTo>
                  <a:lnTo>
                    <a:pt x="1433" y="33"/>
                  </a:lnTo>
                  <a:lnTo>
                    <a:pt x="1434" y="22"/>
                  </a:lnTo>
                  <a:lnTo>
                    <a:pt x="1436" y="13"/>
                  </a:lnTo>
                  <a:lnTo>
                    <a:pt x="1437" y="7"/>
                  </a:lnTo>
                  <a:lnTo>
                    <a:pt x="1438" y="2"/>
                  </a:lnTo>
                  <a:lnTo>
                    <a:pt x="1440" y="0"/>
                  </a:lnTo>
                  <a:lnTo>
                    <a:pt x="1441" y="0"/>
                  </a:lnTo>
                  <a:lnTo>
                    <a:pt x="1442" y="0"/>
                  </a:lnTo>
                  <a:lnTo>
                    <a:pt x="1444" y="0"/>
                  </a:lnTo>
                  <a:lnTo>
                    <a:pt x="1445" y="0"/>
                  </a:lnTo>
                  <a:lnTo>
                    <a:pt x="1446" y="0"/>
                  </a:lnTo>
                  <a:lnTo>
                    <a:pt x="1448" y="0"/>
                  </a:lnTo>
                  <a:lnTo>
                    <a:pt x="1449" y="0"/>
                  </a:lnTo>
                  <a:lnTo>
                    <a:pt x="1450" y="0"/>
                  </a:lnTo>
                  <a:lnTo>
                    <a:pt x="1451" y="0"/>
                  </a:lnTo>
                  <a:lnTo>
                    <a:pt x="1453" y="0"/>
                  </a:lnTo>
                  <a:lnTo>
                    <a:pt x="1454" y="0"/>
                  </a:lnTo>
                  <a:lnTo>
                    <a:pt x="1456" y="0"/>
                  </a:lnTo>
                  <a:lnTo>
                    <a:pt x="1457" y="0"/>
                  </a:lnTo>
                  <a:lnTo>
                    <a:pt x="1458" y="0"/>
                  </a:lnTo>
                  <a:lnTo>
                    <a:pt x="1460" y="0"/>
                  </a:lnTo>
                  <a:lnTo>
                    <a:pt x="1461" y="0"/>
                  </a:lnTo>
                  <a:lnTo>
                    <a:pt x="1462" y="0"/>
                  </a:lnTo>
                  <a:lnTo>
                    <a:pt x="1463" y="0"/>
                  </a:lnTo>
                  <a:lnTo>
                    <a:pt x="1465" y="0"/>
                  </a:lnTo>
                  <a:lnTo>
                    <a:pt x="1466" y="0"/>
                  </a:lnTo>
                  <a:lnTo>
                    <a:pt x="1467" y="0"/>
                  </a:lnTo>
                  <a:lnTo>
                    <a:pt x="1469" y="0"/>
                  </a:lnTo>
                  <a:lnTo>
                    <a:pt x="1470" y="0"/>
                  </a:lnTo>
                  <a:lnTo>
                    <a:pt x="1471" y="0"/>
                  </a:lnTo>
                  <a:lnTo>
                    <a:pt x="1473" y="0"/>
                  </a:lnTo>
                  <a:lnTo>
                    <a:pt x="1474" y="0"/>
                  </a:lnTo>
                  <a:lnTo>
                    <a:pt x="1475" y="0"/>
                  </a:lnTo>
                  <a:lnTo>
                    <a:pt x="1477" y="0"/>
                  </a:lnTo>
                  <a:lnTo>
                    <a:pt x="1478" y="0"/>
                  </a:lnTo>
                  <a:lnTo>
                    <a:pt x="1479" y="0"/>
                  </a:lnTo>
                  <a:lnTo>
                    <a:pt x="1481" y="0"/>
                  </a:lnTo>
                  <a:lnTo>
                    <a:pt x="1482" y="0"/>
                  </a:lnTo>
                  <a:lnTo>
                    <a:pt x="1483" y="0"/>
                  </a:lnTo>
                  <a:lnTo>
                    <a:pt x="1485" y="0"/>
                  </a:lnTo>
                  <a:lnTo>
                    <a:pt x="1486" y="0"/>
                  </a:lnTo>
                  <a:lnTo>
                    <a:pt x="1487" y="0"/>
                  </a:lnTo>
                  <a:lnTo>
                    <a:pt x="1489" y="0"/>
                  </a:lnTo>
                  <a:lnTo>
                    <a:pt x="1490" y="0"/>
                  </a:lnTo>
                  <a:lnTo>
                    <a:pt x="1491" y="0"/>
                  </a:lnTo>
                  <a:lnTo>
                    <a:pt x="1492" y="0"/>
                  </a:lnTo>
                  <a:lnTo>
                    <a:pt x="1494" y="0"/>
                  </a:lnTo>
                  <a:lnTo>
                    <a:pt x="1495" y="0"/>
                  </a:lnTo>
                  <a:lnTo>
                    <a:pt x="1497" y="0"/>
                  </a:lnTo>
                  <a:lnTo>
                    <a:pt x="1498" y="0"/>
                  </a:lnTo>
                  <a:lnTo>
                    <a:pt x="1499" y="0"/>
                  </a:lnTo>
                  <a:lnTo>
                    <a:pt x="1501" y="0"/>
                  </a:lnTo>
                  <a:lnTo>
                    <a:pt x="1502" y="0"/>
                  </a:lnTo>
                  <a:lnTo>
                    <a:pt x="1503" y="0"/>
                  </a:lnTo>
                  <a:lnTo>
                    <a:pt x="1504" y="0"/>
                  </a:lnTo>
                  <a:lnTo>
                    <a:pt x="1506" y="0"/>
                  </a:lnTo>
                  <a:lnTo>
                    <a:pt x="1507" y="0"/>
                  </a:lnTo>
                  <a:lnTo>
                    <a:pt x="1508" y="0"/>
                  </a:lnTo>
                  <a:lnTo>
                    <a:pt x="1510" y="0"/>
                  </a:lnTo>
                  <a:lnTo>
                    <a:pt x="1511" y="0"/>
                  </a:lnTo>
                  <a:lnTo>
                    <a:pt x="1512" y="0"/>
                  </a:lnTo>
                  <a:lnTo>
                    <a:pt x="1514" y="0"/>
                  </a:lnTo>
                  <a:lnTo>
                    <a:pt x="1515" y="0"/>
                  </a:lnTo>
                  <a:lnTo>
                    <a:pt x="1516" y="0"/>
                  </a:lnTo>
                  <a:lnTo>
                    <a:pt x="1518" y="0"/>
                  </a:lnTo>
                  <a:lnTo>
                    <a:pt x="1519" y="0"/>
                  </a:lnTo>
                  <a:lnTo>
                    <a:pt x="1520" y="0"/>
                  </a:lnTo>
                  <a:lnTo>
                    <a:pt x="1522" y="0"/>
                  </a:lnTo>
                  <a:lnTo>
                    <a:pt x="1523" y="0"/>
                  </a:lnTo>
                  <a:lnTo>
                    <a:pt x="1524" y="0"/>
                  </a:lnTo>
                  <a:lnTo>
                    <a:pt x="1526" y="0"/>
                  </a:lnTo>
                  <a:lnTo>
                    <a:pt x="1527" y="0"/>
                  </a:lnTo>
                  <a:lnTo>
                    <a:pt x="1528" y="0"/>
                  </a:lnTo>
                  <a:lnTo>
                    <a:pt x="1530" y="0"/>
                  </a:lnTo>
                  <a:lnTo>
                    <a:pt x="1531" y="0"/>
                  </a:lnTo>
                  <a:lnTo>
                    <a:pt x="1532" y="0"/>
                  </a:lnTo>
                  <a:lnTo>
                    <a:pt x="1533" y="0"/>
                  </a:lnTo>
                  <a:lnTo>
                    <a:pt x="1535" y="0"/>
                  </a:lnTo>
                  <a:lnTo>
                    <a:pt x="1536" y="0"/>
                  </a:lnTo>
                  <a:lnTo>
                    <a:pt x="1538" y="0"/>
                  </a:lnTo>
                  <a:lnTo>
                    <a:pt x="1539" y="0"/>
                  </a:lnTo>
                  <a:lnTo>
                    <a:pt x="1540" y="0"/>
                  </a:lnTo>
                  <a:lnTo>
                    <a:pt x="1542" y="0"/>
                  </a:lnTo>
                  <a:lnTo>
                    <a:pt x="1543" y="0"/>
                  </a:lnTo>
                  <a:lnTo>
                    <a:pt x="1544" y="0"/>
                  </a:lnTo>
                  <a:lnTo>
                    <a:pt x="1545" y="0"/>
                  </a:lnTo>
                  <a:lnTo>
                    <a:pt x="1547" y="0"/>
                  </a:lnTo>
                  <a:lnTo>
                    <a:pt x="1548" y="0"/>
                  </a:lnTo>
                  <a:lnTo>
                    <a:pt x="1549" y="0"/>
                  </a:lnTo>
                  <a:lnTo>
                    <a:pt x="1551" y="0"/>
                  </a:lnTo>
                  <a:lnTo>
                    <a:pt x="1552" y="0"/>
                  </a:lnTo>
                  <a:lnTo>
                    <a:pt x="1554" y="0"/>
                  </a:lnTo>
                  <a:lnTo>
                    <a:pt x="1555" y="0"/>
                  </a:lnTo>
                  <a:lnTo>
                    <a:pt x="1556" y="0"/>
                  </a:lnTo>
                  <a:lnTo>
                    <a:pt x="1558" y="0"/>
                  </a:lnTo>
                  <a:lnTo>
                    <a:pt x="1559" y="0"/>
                  </a:lnTo>
                  <a:lnTo>
                    <a:pt x="1560" y="0"/>
                  </a:lnTo>
                  <a:lnTo>
                    <a:pt x="1561" y="0"/>
                  </a:lnTo>
                  <a:lnTo>
                    <a:pt x="1563" y="1"/>
                  </a:lnTo>
                  <a:lnTo>
                    <a:pt x="1564" y="3"/>
                  </a:lnTo>
                  <a:lnTo>
                    <a:pt x="1565" y="6"/>
                  </a:lnTo>
                  <a:lnTo>
                    <a:pt x="1567" y="12"/>
                  </a:lnTo>
                  <a:lnTo>
                    <a:pt x="1568" y="19"/>
                  </a:lnTo>
                  <a:lnTo>
                    <a:pt x="1569" y="27"/>
                  </a:lnTo>
                  <a:lnTo>
                    <a:pt x="1571" y="38"/>
                  </a:lnTo>
                  <a:lnTo>
                    <a:pt x="1572" y="51"/>
                  </a:lnTo>
                  <a:lnTo>
                    <a:pt x="1573" y="66"/>
                  </a:lnTo>
                  <a:lnTo>
                    <a:pt x="1574" y="83"/>
                  </a:lnTo>
                  <a:lnTo>
                    <a:pt x="1576" y="101"/>
                  </a:lnTo>
                  <a:lnTo>
                    <a:pt x="1577" y="120"/>
                  </a:lnTo>
                  <a:lnTo>
                    <a:pt x="1579" y="139"/>
                  </a:lnTo>
                  <a:lnTo>
                    <a:pt x="1580" y="159"/>
                  </a:lnTo>
                  <a:lnTo>
                    <a:pt x="1581" y="180"/>
                  </a:lnTo>
                  <a:lnTo>
                    <a:pt x="1583" y="201"/>
                  </a:lnTo>
                  <a:lnTo>
                    <a:pt x="1584" y="223"/>
                  </a:lnTo>
                  <a:lnTo>
                    <a:pt x="1585" y="246"/>
                  </a:lnTo>
                  <a:lnTo>
                    <a:pt x="1587" y="270"/>
                  </a:lnTo>
                  <a:lnTo>
                    <a:pt x="1588" y="295"/>
                  </a:lnTo>
                  <a:lnTo>
                    <a:pt x="1589" y="321"/>
                  </a:lnTo>
                  <a:lnTo>
                    <a:pt x="1590" y="348"/>
                  </a:lnTo>
                  <a:lnTo>
                    <a:pt x="1592" y="376"/>
                  </a:lnTo>
                  <a:lnTo>
                    <a:pt x="1593" y="404"/>
                  </a:lnTo>
                  <a:lnTo>
                    <a:pt x="1595" y="432"/>
                  </a:lnTo>
                  <a:lnTo>
                    <a:pt x="1596" y="460"/>
                  </a:lnTo>
                  <a:lnTo>
                    <a:pt x="1597" y="487"/>
                  </a:lnTo>
                  <a:lnTo>
                    <a:pt x="1599" y="514"/>
                  </a:lnTo>
                  <a:lnTo>
                    <a:pt x="1600" y="541"/>
                  </a:lnTo>
                  <a:lnTo>
                    <a:pt x="1601" y="567"/>
                  </a:lnTo>
                  <a:lnTo>
                    <a:pt x="1602" y="592"/>
                  </a:lnTo>
                  <a:lnTo>
                    <a:pt x="1604" y="615"/>
                  </a:lnTo>
                  <a:lnTo>
                    <a:pt x="1605" y="636"/>
                  </a:lnTo>
                  <a:lnTo>
                    <a:pt x="1606" y="655"/>
                  </a:lnTo>
                  <a:lnTo>
                    <a:pt x="1608" y="670"/>
                  </a:lnTo>
                  <a:lnTo>
                    <a:pt x="1609" y="684"/>
                  </a:lnTo>
                  <a:lnTo>
                    <a:pt x="1610" y="694"/>
                  </a:lnTo>
                  <a:lnTo>
                    <a:pt x="1612" y="702"/>
                  </a:lnTo>
                  <a:lnTo>
                    <a:pt x="1613" y="706"/>
                  </a:lnTo>
                  <a:lnTo>
                    <a:pt x="1614" y="709"/>
                  </a:lnTo>
                  <a:lnTo>
                    <a:pt x="1616" y="709"/>
                  </a:lnTo>
                  <a:lnTo>
                    <a:pt x="1617" y="709"/>
                  </a:lnTo>
                  <a:lnTo>
                    <a:pt x="1618" y="709"/>
                  </a:lnTo>
                  <a:lnTo>
                    <a:pt x="1620" y="709"/>
                  </a:lnTo>
                  <a:lnTo>
                    <a:pt x="1621" y="709"/>
                  </a:lnTo>
                  <a:lnTo>
                    <a:pt x="1622" y="709"/>
                  </a:lnTo>
                  <a:lnTo>
                    <a:pt x="1624" y="709"/>
                  </a:lnTo>
                  <a:lnTo>
                    <a:pt x="1625" y="709"/>
                  </a:lnTo>
                  <a:lnTo>
                    <a:pt x="1626" y="709"/>
                  </a:lnTo>
                  <a:lnTo>
                    <a:pt x="1628" y="709"/>
                  </a:lnTo>
                  <a:lnTo>
                    <a:pt x="1629" y="709"/>
                  </a:lnTo>
                  <a:lnTo>
                    <a:pt x="1630" y="709"/>
                  </a:lnTo>
                  <a:lnTo>
                    <a:pt x="1631" y="709"/>
                  </a:lnTo>
                  <a:lnTo>
                    <a:pt x="1633" y="709"/>
                  </a:lnTo>
                  <a:lnTo>
                    <a:pt x="1634" y="709"/>
                  </a:lnTo>
                  <a:lnTo>
                    <a:pt x="1636" y="709"/>
                  </a:lnTo>
                  <a:lnTo>
                    <a:pt x="1637" y="709"/>
                  </a:lnTo>
                  <a:lnTo>
                    <a:pt x="1638" y="709"/>
                  </a:lnTo>
                  <a:lnTo>
                    <a:pt x="1640" y="709"/>
                  </a:lnTo>
                  <a:lnTo>
                    <a:pt x="1641" y="709"/>
                  </a:lnTo>
                  <a:lnTo>
                    <a:pt x="1642" y="709"/>
                  </a:lnTo>
                  <a:lnTo>
                    <a:pt x="1643" y="709"/>
                  </a:lnTo>
                  <a:lnTo>
                    <a:pt x="1645" y="709"/>
                  </a:lnTo>
                  <a:lnTo>
                    <a:pt x="1646" y="709"/>
                  </a:lnTo>
                  <a:lnTo>
                    <a:pt x="1647" y="709"/>
                  </a:lnTo>
                  <a:lnTo>
                    <a:pt x="1649" y="709"/>
                  </a:lnTo>
                  <a:lnTo>
                    <a:pt x="1650" y="709"/>
                  </a:lnTo>
                  <a:lnTo>
                    <a:pt x="1652" y="709"/>
                  </a:lnTo>
                  <a:lnTo>
                    <a:pt x="1653" y="709"/>
                  </a:lnTo>
                  <a:lnTo>
                    <a:pt x="1654" y="709"/>
                  </a:lnTo>
                  <a:lnTo>
                    <a:pt x="1655" y="709"/>
                  </a:lnTo>
                  <a:lnTo>
                    <a:pt x="1657" y="709"/>
                  </a:lnTo>
                  <a:lnTo>
                    <a:pt x="1658" y="709"/>
                  </a:lnTo>
                  <a:lnTo>
                    <a:pt x="1659" y="709"/>
                  </a:lnTo>
                  <a:lnTo>
                    <a:pt x="1661" y="709"/>
                  </a:lnTo>
                  <a:lnTo>
                    <a:pt x="1662" y="709"/>
                  </a:lnTo>
                  <a:lnTo>
                    <a:pt x="1663" y="709"/>
                  </a:lnTo>
                  <a:lnTo>
                    <a:pt x="1665" y="709"/>
                  </a:lnTo>
                  <a:lnTo>
                    <a:pt x="1666" y="709"/>
                  </a:lnTo>
                  <a:lnTo>
                    <a:pt x="1667" y="709"/>
                  </a:lnTo>
                  <a:lnTo>
                    <a:pt x="1669" y="709"/>
                  </a:lnTo>
                  <a:lnTo>
                    <a:pt x="1670" y="709"/>
                  </a:lnTo>
                  <a:lnTo>
                    <a:pt x="1671" y="709"/>
                  </a:lnTo>
                  <a:lnTo>
                    <a:pt x="1672" y="709"/>
                  </a:lnTo>
                  <a:lnTo>
                    <a:pt x="1674" y="709"/>
                  </a:lnTo>
                  <a:lnTo>
                    <a:pt x="1675" y="709"/>
                  </a:lnTo>
                  <a:lnTo>
                    <a:pt x="1677" y="709"/>
                  </a:lnTo>
                  <a:lnTo>
                    <a:pt x="1678" y="709"/>
                  </a:lnTo>
                  <a:lnTo>
                    <a:pt x="1679" y="709"/>
                  </a:lnTo>
                  <a:lnTo>
                    <a:pt x="1681" y="709"/>
                  </a:lnTo>
                  <a:lnTo>
                    <a:pt x="1682" y="709"/>
                  </a:lnTo>
                  <a:lnTo>
                    <a:pt x="1683" y="709"/>
                  </a:lnTo>
                  <a:lnTo>
                    <a:pt x="1684" y="709"/>
                  </a:lnTo>
                  <a:lnTo>
                    <a:pt x="1686" y="709"/>
                  </a:lnTo>
                  <a:lnTo>
                    <a:pt x="1687" y="709"/>
                  </a:lnTo>
                  <a:lnTo>
                    <a:pt x="1688" y="709"/>
                  </a:lnTo>
                  <a:lnTo>
                    <a:pt x="1690" y="709"/>
                  </a:lnTo>
                  <a:lnTo>
                    <a:pt x="1691" y="709"/>
                  </a:lnTo>
                  <a:lnTo>
                    <a:pt x="1693" y="709"/>
                  </a:lnTo>
                  <a:lnTo>
                    <a:pt x="1694" y="709"/>
                  </a:lnTo>
                  <a:lnTo>
                    <a:pt x="1695" y="709"/>
                  </a:lnTo>
                  <a:lnTo>
                    <a:pt x="1696" y="709"/>
                  </a:lnTo>
                  <a:lnTo>
                    <a:pt x="1698" y="709"/>
                  </a:lnTo>
                  <a:lnTo>
                    <a:pt x="1699" y="709"/>
                  </a:lnTo>
                  <a:lnTo>
                    <a:pt x="1700" y="709"/>
                  </a:lnTo>
                  <a:lnTo>
                    <a:pt x="1702" y="709"/>
                  </a:lnTo>
                  <a:lnTo>
                    <a:pt x="1703" y="709"/>
                  </a:lnTo>
                  <a:lnTo>
                    <a:pt x="1704" y="709"/>
                  </a:lnTo>
                  <a:lnTo>
                    <a:pt x="1706" y="709"/>
                  </a:lnTo>
                  <a:lnTo>
                    <a:pt x="1707" y="709"/>
                  </a:lnTo>
                  <a:lnTo>
                    <a:pt x="1708" y="709"/>
                  </a:lnTo>
                  <a:lnTo>
                    <a:pt x="1710" y="709"/>
                  </a:lnTo>
                  <a:lnTo>
                    <a:pt x="1711" y="709"/>
                  </a:lnTo>
                  <a:lnTo>
                    <a:pt x="1712" y="709"/>
                  </a:lnTo>
                  <a:lnTo>
                    <a:pt x="1714" y="709"/>
                  </a:lnTo>
                  <a:lnTo>
                    <a:pt x="1715" y="709"/>
                  </a:lnTo>
                  <a:lnTo>
                    <a:pt x="1716" y="709"/>
                  </a:lnTo>
                  <a:lnTo>
                    <a:pt x="1718" y="709"/>
                  </a:lnTo>
                  <a:lnTo>
                    <a:pt x="1719" y="709"/>
                  </a:lnTo>
                  <a:lnTo>
                    <a:pt x="1720" y="709"/>
                  </a:lnTo>
                  <a:lnTo>
                    <a:pt x="1722" y="709"/>
                  </a:lnTo>
                  <a:lnTo>
                    <a:pt x="1723" y="709"/>
                  </a:lnTo>
                  <a:lnTo>
                    <a:pt x="1724" y="709"/>
                  </a:lnTo>
                  <a:lnTo>
                    <a:pt x="1725" y="709"/>
                  </a:lnTo>
                  <a:lnTo>
                    <a:pt x="1727" y="709"/>
                  </a:lnTo>
                  <a:lnTo>
                    <a:pt x="1728" y="709"/>
                  </a:lnTo>
                  <a:lnTo>
                    <a:pt x="1729" y="709"/>
                  </a:lnTo>
                  <a:lnTo>
                    <a:pt x="1731" y="709"/>
                  </a:lnTo>
                  <a:lnTo>
                    <a:pt x="1732" y="709"/>
                  </a:lnTo>
                  <a:lnTo>
                    <a:pt x="1734" y="709"/>
                  </a:lnTo>
                  <a:lnTo>
                    <a:pt x="1735" y="709"/>
                  </a:lnTo>
                  <a:lnTo>
                    <a:pt x="1736" y="709"/>
                  </a:lnTo>
                  <a:lnTo>
                    <a:pt x="1737" y="709"/>
                  </a:lnTo>
                  <a:lnTo>
                    <a:pt x="1739" y="709"/>
                  </a:lnTo>
                  <a:lnTo>
                    <a:pt x="1740" y="709"/>
                  </a:lnTo>
                  <a:lnTo>
                    <a:pt x="1741" y="709"/>
                  </a:lnTo>
                  <a:lnTo>
                    <a:pt x="1743" y="709"/>
                  </a:lnTo>
                  <a:lnTo>
                    <a:pt x="1744" y="709"/>
                  </a:lnTo>
                  <a:lnTo>
                    <a:pt x="1745" y="709"/>
                  </a:lnTo>
                  <a:lnTo>
                    <a:pt x="1747" y="709"/>
                  </a:lnTo>
                  <a:lnTo>
                    <a:pt x="1748" y="709"/>
                  </a:lnTo>
                  <a:lnTo>
                    <a:pt x="1750" y="709"/>
                  </a:lnTo>
                  <a:lnTo>
                    <a:pt x="1751" y="709"/>
                  </a:lnTo>
                  <a:lnTo>
                    <a:pt x="1752" y="709"/>
                  </a:lnTo>
                  <a:lnTo>
                    <a:pt x="1753" y="709"/>
                  </a:lnTo>
                  <a:lnTo>
                    <a:pt x="1755" y="709"/>
                  </a:lnTo>
                  <a:lnTo>
                    <a:pt x="1756" y="709"/>
                  </a:lnTo>
                  <a:lnTo>
                    <a:pt x="1757" y="709"/>
                  </a:lnTo>
                  <a:lnTo>
                    <a:pt x="1759" y="709"/>
                  </a:lnTo>
                  <a:lnTo>
                    <a:pt x="1760" y="709"/>
                  </a:lnTo>
                  <a:lnTo>
                    <a:pt x="1761" y="709"/>
                  </a:lnTo>
                  <a:lnTo>
                    <a:pt x="1763" y="709"/>
                  </a:lnTo>
                  <a:lnTo>
                    <a:pt x="1764" y="709"/>
                  </a:lnTo>
                  <a:lnTo>
                    <a:pt x="1765" y="709"/>
                  </a:lnTo>
                  <a:lnTo>
                    <a:pt x="1766" y="709"/>
                  </a:lnTo>
                  <a:lnTo>
                    <a:pt x="1768" y="709"/>
                  </a:lnTo>
                  <a:lnTo>
                    <a:pt x="1769" y="709"/>
                  </a:lnTo>
                  <a:lnTo>
                    <a:pt x="1770" y="709"/>
                  </a:lnTo>
                  <a:lnTo>
                    <a:pt x="1772" y="709"/>
                  </a:lnTo>
                  <a:lnTo>
                    <a:pt x="1773" y="709"/>
                  </a:lnTo>
                  <a:lnTo>
                    <a:pt x="1775" y="709"/>
                  </a:lnTo>
                  <a:lnTo>
                    <a:pt x="1776" y="709"/>
                  </a:lnTo>
                  <a:lnTo>
                    <a:pt x="1777" y="709"/>
                  </a:lnTo>
                  <a:lnTo>
                    <a:pt x="1779" y="709"/>
                  </a:lnTo>
                  <a:lnTo>
                    <a:pt x="1780" y="709"/>
                  </a:lnTo>
                  <a:lnTo>
                    <a:pt x="1781" y="709"/>
                  </a:lnTo>
                  <a:lnTo>
                    <a:pt x="1782" y="709"/>
                  </a:lnTo>
                  <a:lnTo>
                    <a:pt x="1784" y="709"/>
                  </a:lnTo>
                  <a:lnTo>
                    <a:pt x="1785" y="709"/>
                  </a:lnTo>
                  <a:lnTo>
                    <a:pt x="1786" y="709"/>
                  </a:lnTo>
                  <a:lnTo>
                    <a:pt x="1788" y="709"/>
                  </a:lnTo>
                  <a:lnTo>
                    <a:pt x="1789" y="709"/>
                  </a:lnTo>
                  <a:lnTo>
                    <a:pt x="1791" y="709"/>
                  </a:lnTo>
                  <a:lnTo>
                    <a:pt x="1792" y="709"/>
                  </a:lnTo>
                  <a:lnTo>
                    <a:pt x="1793" y="709"/>
                  </a:lnTo>
                  <a:lnTo>
                    <a:pt x="1794" y="709"/>
                  </a:lnTo>
                  <a:lnTo>
                    <a:pt x="1796" y="709"/>
                  </a:lnTo>
                  <a:lnTo>
                    <a:pt x="1797" y="709"/>
                  </a:lnTo>
                  <a:lnTo>
                    <a:pt x="1798" y="709"/>
                  </a:lnTo>
                  <a:lnTo>
                    <a:pt x="1800" y="709"/>
                  </a:lnTo>
                  <a:lnTo>
                    <a:pt x="1801" y="709"/>
                  </a:lnTo>
                  <a:lnTo>
                    <a:pt x="1802" y="709"/>
                  </a:lnTo>
                  <a:lnTo>
                    <a:pt x="1804" y="709"/>
                  </a:lnTo>
                  <a:lnTo>
                    <a:pt x="1805" y="709"/>
                  </a:lnTo>
                  <a:lnTo>
                    <a:pt x="1806" y="709"/>
                  </a:lnTo>
                  <a:lnTo>
                    <a:pt x="1808" y="709"/>
                  </a:lnTo>
                  <a:lnTo>
                    <a:pt x="1809" y="709"/>
                  </a:lnTo>
                  <a:lnTo>
                    <a:pt x="1810" y="709"/>
                  </a:lnTo>
                  <a:lnTo>
                    <a:pt x="1812" y="709"/>
                  </a:lnTo>
                  <a:lnTo>
                    <a:pt x="1813" y="709"/>
                  </a:lnTo>
                  <a:lnTo>
                    <a:pt x="1814" y="709"/>
                  </a:lnTo>
                  <a:lnTo>
                    <a:pt x="1816" y="709"/>
                  </a:lnTo>
                  <a:lnTo>
                    <a:pt x="1817" y="709"/>
                  </a:lnTo>
                  <a:lnTo>
                    <a:pt x="1818" y="709"/>
                  </a:lnTo>
                  <a:lnTo>
                    <a:pt x="1820" y="709"/>
                  </a:lnTo>
                  <a:lnTo>
                    <a:pt x="1821" y="709"/>
                  </a:lnTo>
                  <a:lnTo>
                    <a:pt x="1822" y="709"/>
                  </a:lnTo>
                  <a:lnTo>
                    <a:pt x="1823" y="709"/>
                  </a:lnTo>
                  <a:lnTo>
                    <a:pt x="1825" y="709"/>
                  </a:lnTo>
                  <a:lnTo>
                    <a:pt x="1826" y="709"/>
                  </a:lnTo>
                  <a:lnTo>
                    <a:pt x="1827" y="709"/>
                  </a:lnTo>
                  <a:lnTo>
                    <a:pt x="1829" y="709"/>
                  </a:lnTo>
                  <a:lnTo>
                    <a:pt x="1830" y="709"/>
                  </a:lnTo>
                  <a:lnTo>
                    <a:pt x="1832" y="709"/>
                  </a:lnTo>
                  <a:lnTo>
                    <a:pt x="1833" y="709"/>
                  </a:lnTo>
                  <a:lnTo>
                    <a:pt x="1834" y="709"/>
                  </a:lnTo>
                  <a:lnTo>
                    <a:pt x="1835" y="709"/>
                  </a:lnTo>
                  <a:lnTo>
                    <a:pt x="1837" y="709"/>
                  </a:lnTo>
                  <a:lnTo>
                    <a:pt x="1838" y="709"/>
                  </a:lnTo>
                  <a:lnTo>
                    <a:pt x="1839" y="709"/>
                  </a:lnTo>
                  <a:lnTo>
                    <a:pt x="1841" y="709"/>
                  </a:lnTo>
                  <a:lnTo>
                    <a:pt x="1842" y="709"/>
                  </a:lnTo>
                  <a:lnTo>
                    <a:pt x="1843" y="709"/>
                  </a:lnTo>
                  <a:lnTo>
                    <a:pt x="1845" y="709"/>
                  </a:lnTo>
                  <a:lnTo>
                    <a:pt x="1846" y="709"/>
                  </a:lnTo>
                  <a:lnTo>
                    <a:pt x="1847" y="709"/>
                  </a:lnTo>
                  <a:lnTo>
                    <a:pt x="1849" y="709"/>
                  </a:lnTo>
                  <a:lnTo>
                    <a:pt x="1850" y="709"/>
                  </a:lnTo>
                  <a:lnTo>
                    <a:pt x="1851" y="709"/>
                  </a:lnTo>
                  <a:lnTo>
                    <a:pt x="1853" y="709"/>
                  </a:lnTo>
                  <a:lnTo>
                    <a:pt x="1854" y="709"/>
                  </a:lnTo>
                  <a:lnTo>
                    <a:pt x="1855" y="709"/>
                  </a:lnTo>
                  <a:lnTo>
                    <a:pt x="1857" y="709"/>
                  </a:lnTo>
                  <a:lnTo>
                    <a:pt x="1858" y="709"/>
                  </a:lnTo>
                  <a:lnTo>
                    <a:pt x="1859" y="709"/>
                  </a:lnTo>
                  <a:lnTo>
                    <a:pt x="1861" y="709"/>
                  </a:lnTo>
                  <a:lnTo>
                    <a:pt x="1862" y="709"/>
                  </a:lnTo>
                  <a:lnTo>
                    <a:pt x="1863" y="709"/>
                  </a:lnTo>
                  <a:lnTo>
                    <a:pt x="1864" y="709"/>
                  </a:lnTo>
                  <a:lnTo>
                    <a:pt x="1866" y="709"/>
                  </a:lnTo>
                  <a:lnTo>
                    <a:pt x="1867" y="709"/>
                  </a:lnTo>
                  <a:lnTo>
                    <a:pt x="1868" y="709"/>
                  </a:lnTo>
                  <a:lnTo>
                    <a:pt x="1870" y="709"/>
                  </a:lnTo>
                  <a:lnTo>
                    <a:pt x="1871" y="709"/>
                  </a:lnTo>
                  <a:lnTo>
                    <a:pt x="1873" y="709"/>
                  </a:lnTo>
                  <a:lnTo>
                    <a:pt x="1874" y="709"/>
                  </a:lnTo>
                  <a:lnTo>
                    <a:pt x="1875" y="709"/>
                  </a:lnTo>
                  <a:lnTo>
                    <a:pt x="1876" y="709"/>
                  </a:lnTo>
                  <a:lnTo>
                    <a:pt x="1878" y="709"/>
                  </a:lnTo>
                  <a:lnTo>
                    <a:pt x="1879" y="709"/>
                  </a:lnTo>
                  <a:lnTo>
                    <a:pt x="1880" y="709"/>
                  </a:lnTo>
                  <a:lnTo>
                    <a:pt x="1882" y="709"/>
                  </a:lnTo>
                  <a:lnTo>
                    <a:pt x="1883" y="709"/>
                  </a:lnTo>
                  <a:lnTo>
                    <a:pt x="1884" y="709"/>
                  </a:lnTo>
                  <a:lnTo>
                    <a:pt x="1886" y="709"/>
                  </a:lnTo>
                  <a:lnTo>
                    <a:pt x="1887" y="709"/>
                  </a:lnTo>
                  <a:lnTo>
                    <a:pt x="1888" y="709"/>
                  </a:lnTo>
                  <a:lnTo>
                    <a:pt x="1890" y="709"/>
                  </a:lnTo>
                  <a:lnTo>
                    <a:pt x="1891" y="709"/>
                  </a:lnTo>
                  <a:lnTo>
                    <a:pt x="1892" y="709"/>
                  </a:lnTo>
                  <a:lnTo>
                    <a:pt x="1894" y="709"/>
                  </a:lnTo>
                  <a:lnTo>
                    <a:pt x="1895" y="709"/>
                  </a:lnTo>
                  <a:lnTo>
                    <a:pt x="1896" y="709"/>
                  </a:lnTo>
                  <a:lnTo>
                    <a:pt x="1898" y="709"/>
                  </a:lnTo>
                  <a:lnTo>
                    <a:pt x="1899" y="709"/>
                  </a:lnTo>
                  <a:lnTo>
                    <a:pt x="1900" y="709"/>
                  </a:lnTo>
                  <a:lnTo>
                    <a:pt x="1902" y="709"/>
                  </a:lnTo>
                  <a:lnTo>
                    <a:pt x="1903" y="709"/>
                  </a:lnTo>
                  <a:lnTo>
                    <a:pt x="1904" y="709"/>
                  </a:lnTo>
                  <a:lnTo>
                    <a:pt x="1905" y="709"/>
                  </a:lnTo>
                  <a:lnTo>
                    <a:pt x="1907" y="709"/>
                  </a:lnTo>
                  <a:lnTo>
                    <a:pt x="1908" y="709"/>
                  </a:lnTo>
                  <a:lnTo>
                    <a:pt x="1910" y="709"/>
                  </a:lnTo>
                  <a:lnTo>
                    <a:pt x="1911" y="709"/>
                  </a:lnTo>
                  <a:lnTo>
                    <a:pt x="1912" y="709"/>
                  </a:lnTo>
                  <a:lnTo>
                    <a:pt x="1914" y="709"/>
                  </a:lnTo>
                  <a:lnTo>
                    <a:pt x="1915" y="709"/>
                  </a:lnTo>
                  <a:lnTo>
                    <a:pt x="1916" y="709"/>
                  </a:lnTo>
                  <a:lnTo>
                    <a:pt x="1917" y="709"/>
                  </a:lnTo>
                  <a:lnTo>
                    <a:pt x="1919" y="709"/>
                  </a:lnTo>
                  <a:lnTo>
                    <a:pt x="1920" y="709"/>
                  </a:lnTo>
                  <a:lnTo>
                    <a:pt x="1921" y="709"/>
                  </a:lnTo>
                  <a:lnTo>
                    <a:pt x="1923" y="709"/>
                  </a:lnTo>
                  <a:lnTo>
                    <a:pt x="1924" y="709"/>
                  </a:lnTo>
                  <a:lnTo>
                    <a:pt x="1925" y="709"/>
                  </a:lnTo>
                  <a:lnTo>
                    <a:pt x="1927" y="709"/>
                  </a:lnTo>
                  <a:lnTo>
                    <a:pt x="1928" y="709"/>
                  </a:lnTo>
                  <a:lnTo>
                    <a:pt x="1929" y="709"/>
                  </a:lnTo>
                  <a:lnTo>
                    <a:pt x="1931" y="709"/>
                  </a:lnTo>
                  <a:lnTo>
                    <a:pt x="1932" y="709"/>
                  </a:lnTo>
                  <a:lnTo>
                    <a:pt x="1933" y="709"/>
                  </a:lnTo>
                  <a:lnTo>
                    <a:pt x="1935" y="709"/>
                  </a:lnTo>
                  <a:lnTo>
                    <a:pt x="1936" y="709"/>
                  </a:lnTo>
                  <a:lnTo>
                    <a:pt x="1937" y="709"/>
                  </a:lnTo>
                  <a:lnTo>
                    <a:pt x="1939" y="708"/>
                  </a:lnTo>
                  <a:lnTo>
                    <a:pt x="1940" y="706"/>
                  </a:lnTo>
                  <a:lnTo>
                    <a:pt x="1941" y="702"/>
                  </a:lnTo>
                  <a:lnTo>
                    <a:pt x="1943" y="696"/>
                  </a:lnTo>
                  <a:lnTo>
                    <a:pt x="1944" y="687"/>
                  </a:lnTo>
                  <a:lnTo>
                    <a:pt x="1945" y="677"/>
                  </a:lnTo>
                  <a:lnTo>
                    <a:pt x="1946" y="665"/>
                  </a:lnTo>
                  <a:lnTo>
                    <a:pt x="1948" y="650"/>
                  </a:lnTo>
                  <a:lnTo>
                    <a:pt x="1949" y="634"/>
                  </a:lnTo>
                  <a:lnTo>
                    <a:pt x="1951" y="617"/>
                  </a:lnTo>
                  <a:lnTo>
                    <a:pt x="1952" y="598"/>
                  </a:lnTo>
                  <a:lnTo>
                    <a:pt x="1953" y="580"/>
                  </a:lnTo>
                  <a:lnTo>
                    <a:pt x="1955" y="560"/>
                  </a:lnTo>
                  <a:lnTo>
                    <a:pt x="1956" y="540"/>
                  </a:lnTo>
                  <a:lnTo>
                    <a:pt x="1957" y="519"/>
                  </a:lnTo>
                  <a:lnTo>
                    <a:pt x="1958" y="498"/>
                  </a:lnTo>
                  <a:lnTo>
                    <a:pt x="1960" y="475"/>
                  </a:lnTo>
                  <a:lnTo>
                    <a:pt x="1961" y="452"/>
                  </a:lnTo>
                  <a:lnTo>
                    <a:pt x="1962" y="428"/>
                  </a:lnTo>
                  <a:lnTo>
                    <a:pt x="1964" y="403"/>
                  </a:lnTo>
                  <a:lnTo>
                    <a:pt x="1965" y="379"/>
                  </a:lnTo>
                  <a:lnTo>
                    <a:pt x="1967" y="354"/>
                  </a:lnTo>
                  <a:lnTo>
                    <a:pt x="1968" y="330"/>
                  </a:lnTo>
                  <a:lnTo>
                    <a:pt x="1969" y="306"/>
                  </a:lnTo>
                  <a:lnTo>
                    <a:pt x="1971" y="282"/>
                  </a:lnTo>
                  <a:lnTo>
                    <a:pt x="1972" y="259"/>
                  </a:lnTo>
                  <a:lnTo>
                    <a:pt x="1973" y="236"/>
                  </a:lnTo>
                  <a:lnTo>
                    <a:pt x="1974" y="213"/>
                  </a:lnTo>
                  <a:lnTo>
                    <a:pt x="1976" y="191"/>
                  </a:lnTo>
                  <a:lnTo>
                    <a:pt x="1977" y="170"/>
                  </a:lnTo>
                  <a:lnTo>
                    <a:pt x="1978" y="148"/>
                  </a:lnTo>
                  <a:lnTo>
                    <a:pt x="1980" y="127"/>
                  </a:lnTo>
                  <a:lnTo>
                    <a:pt x="1981" y="106"/>
                  </a:lnTo>
                  <a:lnTo>
                    <a:pt x="1982" y="85"/>
                  </a:lnTo>
                  <a:lnTo>
                    <a:pt x="1984" y="67"/>
                  </a:lnTo>
                  <a:lnTo>
                    <a:pt x="1985" y="51"/>
                  </a:lnTo>
                  <a:lnTo>
                    <a:pt x="1986" y="37"/>
                  </a:lnTo>
                  <a:lnTo>
                    <a:pt x="1987" y="25"/>
                  </a:lnTo>
                  <a:lnTo>
                    <a:pt x="1989" y="16"/>
                  </a:lnTo>
                  <a:lnTo>
                    <a:pt x="1990" y="9"/>
                  </a:lnTo>
                  <a:lnTo>
                    <a:pt x="1992" y="4"/>
                  </a:lnTo>
                  <a:lnTo>
                    <a:pt x="1993" y="1"/>
                  </a:lnTo>
                  <a:lnTo>
                    <a:pt x="1994" y="0"/>
                  </a:lnTo>
                  <a:lnTo>
                    <a:pt x="1996" y="0"/>
                  </a:lnTo>
                  <a:lnTo>
                    <a:pt x="1997" y="0"/>
                  </a:lnTo>
                  <a:lnTo>
                    <a:pt x="1998" y="0"/>
                  </a:lnTo>
                  <a:lnTo>
                    <a:pt x="2000" y="0"/>
                  </a:lnTo>
                  <a:lnTo>
                    <a:pt x="2001" y="0"/>
                  </a:lnTo>
                  <a:lnTo>
                    <a:pt x="2002" y="0"/>
                  </a:lnTo>
                  <a:lnTo>
                    <a:pt x="2003" y="0"/>
                  </a:lnTo>
                  <a:lnTo>
                    <a:pt x="2005" y="0"/>
                  </a:lnTo>
                  <a:lnTo>
                    <a:pt x="2006" y="0"/>
                  </a:lnTo>
                  <a:lnTo>
                    <a:pt x="2008" y="0"/>
                  </a:lnTo>
                  <a:lnTo>
                    <a:pt x="2009" y="0"/>
                  </a:lnTo>
                  <a:lnTo>
                    <a:pt x="2010" y="0"/>
                  </a:lnTo>
                  <a:lnTo>
                    <a:pt x="2012" y="0"/>
                  </a:lnTo>
                  <a:lnTo>
                    <a:pt x="2013" y="0"/>
                  </a:lnTo>
                  <a:lnTo>
                    <a:pt x="2014" y="0"/>
                  </a:lnTo>
                  <a:lnTo>
                    <a:pt x="2015" y="0"/>
                  </a:lnTo>
                  <a:lnTo>
                    <a:pt x="2017" y="0"/>
                  </a:lnTo>
                  <a:lnTo>
                    <a:pt x="2018" y="0"/>
                  </a:lnTo>
                  <a:lnTo>
                    <a:pt x="2019" y="0"/>
                  </a:lnTo>
                  <a:lnTo>
                    <a:pt x="2021" y="0"/>
                  </a:lnTo>
                  <a:lnTo>
                    <a:pt x="2022" y="0"/>
                  </a:lnTo>
                  <a:lnTo>
                    <a:pt x="2023" y="0"/>
                  </a:lnTo>
                  <a:lnTo>
                    <a:pt x="2025" y="0"/>
                  </a:lnTo>
                  <a:lnTo>
                    <a:pt x="2026" y="0"/>
                  </a:lnTo>
                  <a:lnTo>
                    <a:pt x="2027" y="0"/>
                  </a:lnTo>
                  <a:lnTo>
                    <a:pt x="2029" y="0"/>
                  </a:lnTo>
                  <a:lnTo>
                    <a:pt x="2030" y="0"/>
                  </a:lnTo>
                  <a:lnTo>
                    <a:pt x="2031" y="0"/>
                  </a:lnTo>
                  <a:lnTo>
                    <a:pt x="2033" y="0"/>
                  </a:lnTo>
                  <a:lnTo>
                    <a:pt x="2034" y="0"/>
                  </a:lnTo>
                  <a:lnTo>
                    <a:pt x="2035" y="0"/>
                  </a:lnTo>
                  <a:lnTo>
                    <a:pt x="2037" y="0"/>
                  </a:lnTo>
                  <a:lnTo>
                    <a:pt x="2038" y="0"/>
                  </a:lnTo>
                  <a:lnTo>
                    <a:pt x="2039" y="0"/>
                  </a:lnTo>
                  <a:lnTo>
                    <a:pt x="2041" y="0"/>
                  </a:lnTo>
                  <a:lnTo>
                    <a:pt x="2042" y="0"/>
                  </a:lnTo>
                  <a:lnTo>
                    <a:pt x="2043" y="0"/>
                  </a:lnTo>
                  <a:lnTo>
                    <a:pt x="2044" y="0"/>
                  </a:lnTo>
                  <a:lnTo>
                    <a:pt x="2046" y="0"/>
                  </a:lnTo>
                  <a:lnTo>
                    <a:pt x="2047" y="0"/>
                  </a:lnTo>
                  <a:lnTo>
                    <a:pt x="2049" y="0"/>
                  </a:lnTo>
                  <a:lnTo>
                    <a:pt x="2050" y="0"/>
                  </a:lnTo>
                  <a:lnTo>
                    <a:pt x="2051" y="0"/>
                  </a:lnTo>
                  <a:lnTo>
                    <a:pt x="2053" y="0"/>
                  </a:lnTo>
                  <a:lnTo>
                    <a:pt x="2054" y="0"/>
                  </a:lnTo>
                  <a:lnTo>
                    <a:pt x="2055" y="0"/>
                  </a:lnTo>
                  <a:lnTo>
                    <a:pt x="2056" y="0"/>
                  </a:lnTo>
                  <a:lnTo>
                    <a:pt x="2058" y="0"/>
                  </a:lnTo>
                  <a:lnTo>
                    <a:pt x="2059" y="0"/>
                  </a:lnTo>
                  <a:lnTo>
                    <a:pt x="2060" y="0"/>
                  </a:lnTo>
                  <a:lnTo>
                    <a:pt x="2062" y="0"/>
                  </a:lnTo>
                  <a:lnTo>
                    <a:pt x="2063" y="0"/>
                  </a:lnTo>
                  <a:lnTo>
                    <a:pt x="2065" y="0"/>
                  </a:lnTo>
                  <a:lnTo>
                    <a:pt x="2066" y="0"/>
                  </a:lnTo>
                  <a:lnTo>
                    <a:pt x="2067" y="0"/>
                  </a:lnTo>
                  <a:lnTo>
                    <a:pt x="2068" y="0"/>
                  </a:lnTo>
                  <a:lnTo>
                    <a:pt x="2070" y="0"/>
                  </a:lnTo>
                  <a:lnTo>
                    <a:pt x="2071" y="0"/>
                  </a:lnTo>
                  <a:lnTo>
                    <a:pt x="2072" y="0"/>
                  </a:lnTo>
                  <a:lnTo>
                    <a:pt x="2074" y="0"/>
                  </a:lnTo>
                  <a:lnTo>
                    <a:pt x="2075" y="0"/>
                  </a:lnTo>
                  <a:lnTo>
                    <a:pt x="2076" y="0"/>
                  </a:lnTo>
                  <a:lnTo>
                    <a:pt x="2078" y="0"/>
                  </a:lnTo>
                  <a:lnTo>
                    <a:pt x="2079" y="0"/>
                  </a:lnTo>
                  <a:lnTo>
                    <a:pt x="2080" y="0"/>
                  </a:lnTo>
                  <a:lnTo>
                    <a:pt x="2082" y="0"/>
                  </a:lnTo>
                  <a:lnTo>
                    <a:pt x="2083" y="0"/>
                  </a:lnTo>
                  <a:lnTo>
                    <a:pt x="2084" y="0"/>
                  </a:lnTo>
                  <a:lnTo>
                    <a:pt x="2085" y="0"/>
                  </a:lnTo>
                  <a:lnTo>
                    <a:pt x="2087" y="0"/>
                  </a:lnTo>
                  <a:lnTo>
                    <a:pt x="2088" y="0"/>
                  </a:lnTo>
                  <a:lnTo>
                    <a:pt x="2090" y="0"/>
                  </a:lnTo>
                  <a:lnTo>
                    <a:pt x="2091" y="0"/>
                  </a:lnTo>
                  <a:lnTo>
                    <a:pt x="2092" y="0"/>
                  </a:lnTo>
                  <a:lnTo>
                    <a:pt x="2094" y="0"/>
                  </a:lnTo>
                  <a:lnTo>
                    <a:pt x="2095" y="0"/>
                  </a:lnTo>
                  <a:lnTo>
                    <a:pt x="2096" y="0"/>
                  </a:lnTo>
                  <a:lnTo>
                    <a:pt x="2097" y="0"/>
                  </a:lnTo>
                  <a:lnTo>
                    <a:pt x="2099" y="0"/>
                  </a:lnTo>
                  <a:lnTo>
                    <a:pt x="2100" y="0"/>
                  </a:lnTo>
                  <a:lnTo>
                    <a:pt x="2101" y="0"/>
                  </a:lnTo>
                  <a:lnTo>
                    <a:pt x="2103" y="0"/>
                  </a:lnTo>
                  <a:lnTo>
                    <a:pt x="2104" y="0"/>
                  </a:lnTo>
                  <a:lnTo>
                    <a:pt x="2106" y="0"/>
                  </a:lnTo>
                  <a:lnTo>
                    <a:pt x="2107" y="0"/>
                  </a:lnTo>
                  <a:lnTo>
                    <a:pt x="2108" y="0"/>
                  </a:lnTo>
                  <a:lnTo>
                    <a:pt x="2109" y="0"/>
                  </a:lnTo>
                  <a:lnTo>
                    <a:pt x="2111" y="0"/>
                  </a:lnTo>
                  <a:lnTo>
                    <a:pt x="2112" y="0"/>
                  </a:lnTo>
                  <a:lnTo>
                    <a:pt x="2113" y="0"/>
                  </a:lnTo>
                  <a:lnTo>
                    <a:pt x="2115" y="0"/>
                  </a:lnTo>
                  <a:lnTo>
                    <a:pt x="2116" y="0"/>
                  </a:lnTo>
                  <a:lnTo>
                    <a:pt x="2117" y="0"/>
                  </a:lnTo>
                  <a:lnTo>
                    <a:pt x="2119" y="0"/>
                  </a:lnTo>
                  <a:lnTo>
                    <a:pt x="2120" y="0"/>
                  </a:lnTo>
                  <a:lnTo>
                    <a:pt x="2121" y="1"/>
                  </a:lnTo>
                  <a:lnTo>
                    <a:pt x="2123" y="2"/>
                  </a:lnTo>
                  <a:lnTo>
                    <a:pt x="2124" y="4"/>
                  </a:lnTo>
                  <a:lnTo>
                    <a:pt x="2125" y="7"/>
                  </a:lnTo>
                  <a:lnTo>
                    <a:pt x="2127" y="12"/>
                  </a:lnTo>
                  <a:lnTo>
                    <a:pt x="2128" y="18"/>
                  </a:lnTo>
                  <a:lnTo>
                    <a:pt x="2129" y="27"/>
                  </a:lnTo>
                  <a:lnTo>
                    <a:pt x="2131" y="37"/>
                  </a:lnTo>
                  <a:lnTo>
                    <a:pt x="2132" y="48"/>
                  </a:lnTo>
                  <a:lnTo>
                    <a:pt x="2133" y="61"/>
                  </a:lnTo>
                  <a:lnTo>
                    <a:pt x="2135" y="75"/>
                  </a:lnTo>
                  <a:lnTo>
                    <a:pt x="2136" y="89"/>
                  </a:lnTo>
                  <a:lnTo>
                    <a:pt x="2137" y="105"/>
                  </a:lnTo>
                  <a:lnTo>
                    <a:pt x="2138" y="120"/>
                  </a:lnTo>
                  <a:lnTo>
                    <a:pt x="2140" y="137"/>
                  </a:lnTo>
                  <a:lnTo>
                    <a:pt x="2141" y="153"/>
                  </a:lnTo>
                  <a:lnTo>
                    <a:pt x="2142" y="170"/>
                  </a:lnTo>
                  <a:lnTo>
                    <a:pt x="2144" y="188"/>
                  </a:lnTo>
                  <a:lnTo>
                    <a:pt x="2145" y="206"/>
                  </a:lnTo>
                  <a:lnTo>
                    <a:pt x="2147" y="225"/>
                  </a:lnTo>
                  <a:lnTo>
                    <a:pt x="2148" y="244"/>
                  </a:lnTo>
                  <a:lnTo>
                    <a:pt x="2149" y="263"/>
                  </a:lnTo>
                  <a:lnTo>
                    <a:pt x="2150" y="283"/>
                  </a:lnTo>
                  <a:lnTo>
                    <a:pt x="2152" y="303"/>
                  </a:lnTo>
                  <a:lnTo>
                    <a:pt x="2153" y="322"/>
                  </a:lnTo>
                  <a:lnTo>
                    <a:pt x="2154" y="342"/>
                  </a:lnTo>
                  <a:lnTo>
                    <a:pt x="2156" y="361"/>
                  </a:lnTo>
                  <a:lnTo>
                    <a:pt x="2157" y="381"/>
                  </a:lnTo>
                  <a:lnTo>
                    <a:pt x="2158" y="401"/>
                  </a:lnTo>
                  <a:lnTo>
                    <a:pt x="2160" y="420"/>
                  </a:lnTo>
                  <a:lnTo>
                    <a:pt x="2161" y="440"/>
                  </a:lnTo>
                  <a:lnTo>
                    <a:pt x="2163" y="459"/>
                  </a:lnTo>
                  <a:lnTo>
                    <a:pt x="2164" y="479"/>
                  </a:lnTo>
                  <a:lnTo>
                    <a:pt x="2165" y="498"/>
                  </a:lnTo>
                  <a:lnTo>
                    <a:pt x="2166" y="517"/>
                  </a:lnTo>
                  <a:lnTo>
                    <a:pt x="2168" y="536"/>
                  </a:lnTo>
                  <a:lnTo>
                    <a:pt x="2169" y="554"/>
                  </a:lnTo>
                  <a:lnTo>
                    <a:pt x="2170" y="573"/>
                  </a:lnTo>
                  <a:lnTo>
                    <a:pt x="2172" y="591"/>
                  </a:lnTo>
                  <a:lnTo>
                    <a:pt x="2173" y="609"/>
                  </a:lnTo>
                  <a:lnTo>
                    <a:pt x="2174" y="627"/>
                  </a:lnTo>
                  <a:lnTo>
                    <a:pt x="2176" y="644"/>
                  </a:lnTo>
                  <a:lnTo>
                    <a:pt x="2177" y="659"/>
                  </a:lnTo>
                  <a:lnTo>
                    <a:pt x="2178" y="672"/>
                  </a:lnTo>
                  <a:lnTo>
                    <a:pt x="2179" y="683"/>
                  </a:lnTo>
                  <a:lnTo>
                    <a:pt x="2181" y="692"/>
                  </a:lnTo>
                  <a:lnTo>
                    <a:pt x="2182" y="699"/>
                  </a:lnTo>
                  <a:lnTo>
                    <a:pt x="2183" y="705"/>
                  </a:lnTo>
                  <a:lnTo>
                    <a:pt x="2185" y="708"/>
                  </a:lnTo>
                  <a:lnTo>
                    <a:pt x="2186" y="709"/>
                  </a:lnTo>
                  <a:lnTo>
                    <a:pt x="2188" y="709"/>
                  </a:lnTo>
                  <a:lnTo>
                    <a:pt x="2189" y="709"/>
                  </a:lnTo>
                  <a:lnTo>
                    <a:pt x="2190" y="709"/>
                  </a:lnTo>
                  <a:lnTo>
                    <a:pt x="2192" y="709"/>
                  </a:lnTo>
                  <a:lnTo>
                    <a:pt x="2193" y="709"/>
                  </a:lnTo>
                  <a:lnTo>
                    <a:pt x="2194" y="709"/>
                  </a:lnTo>
                  <a:lnTo>
                    <a:pt x="2195" y="709"/>
                  </a:lnTo>
                  <a:lnTo>
                    <a:pt x="2197" y="709"/>
                  </a:lnTo>
                  <a:lnTo>
                    <a:pt x="2198" y="709"/>
                  </a:lnTo>
                  <a:lnTo>
                    <a:pt x="2199" y="709"/>
                  </a:lnTo>
                  <a:lnTo>
                    <a:pt x="2201" y="709"/>
                  </a:lnTo>
                  <a:lnTo>
                    <a:pt x="2202" y="709"/>
                  </a:lnTo>
                  <a:lnTo>
                    <a:pt x="2204" y="709"/>
                  </a:lnTo>
                  <a:lnTo>
                    <a:pt x="2205" y="709"/>
                  </a:lnTo>
                  <a:lnTo>
                    <a:pt x="2206" y="709"/>
                  </a:lnTo>
                  <a:lnTo>
                    <a:pt x="2207" y="709"/>
                  </a:lnTo>
                  <a:lnTo>
                    <a:pt x="2209" y="709"/>
                  </a:lnTo>
                  <a:lnTo>
                    <a:pt x="2210" y="709"/>
                  </a:lnTo>
                  <a:lnTo>
                    <a:pt x="2211" y="709"/>
                  </a:lnTo>
                  <a:lnTo>
                    <a:pt x="2213" y="709"/>
                  </a:lnTo>
                  <a:lnTo>
                    <a:pt x="2214" y="709"/>
                  </a:lnTo>
                  <a:lnTo>
                    <a:pt x="2215" y="709"/>
                  </a:lnTo>
                  <a:lnTo>
                    <a:pt x="2217" y="709"/>
                  </a:lnTo>
                  <a:lnTo>
                    <a:pt x="2218" y="709"/>
                  </a:lnTo>
                  <a:lnTo>
                    <a:pt x="2219" y="709"/>
                  </a:lnTo>
                  <a:lnTo>
                    <a:pt x="2221" y="709"/>
                  </a:lnTo>
                  <a:lnTo>
                    <a:pt x="2222" y="709"/>
                  </a:lnTo>
                  <a:lnTo>
                    <a:pt x="2223" y="709"/>
                  </a:lnTo>
                  <a:lnTo>
                    <a:pt x="2225" y="709"/>
                  </a:lnTo>
                  <a:lnTo>
                    <a:pt x="2226" y="709"/>
                  </a:lnTo>
                  <a:lnTo>
                    <a:pt x="2227" y="709"/>
                  </a:lnTo>
                  <a:lnTo>
                    <a:pt x="2229" y="709"/>
                  </a:lnTo>
                  <a:lnTo>
                    <a:pt x="2230" y="709"/>
                  </a:lnTo>
                  <a:lnTo>
                    <a:pt x="2231" y="709"/>
                  </a:lnTo>
                  <a:lnTo>
                    <a:pt x="2233" y="709"/>
                  </a:lnTo>
                  <a:lnTo>
                    <a:pt x="2234" y="709"/>
                  </a:lnTo>
                  <a:lnTo>
                    <a:pt x="2235" y="709"/>
                  </a:lnTo>
                  <a:lnTo>
                    <a:pt x="2236" y="709"/>
                  </a:lnTo>
                  <a:lnTo>
                    <a:pt x="2238" y="709"/>
                  </a:lnTo>
                  <a:lnTo>
                    <a:pt x="2239" y="709"/>
                  </a:lnTo>
                  <a:lnTo>
                    <a:pt x="2240" y="709"/>
                  </a:lnTo>
                  <a:lnTo>
                    <a:pt x="2242" y="709"/>
                  </a:lnTo>
                  <a:lnTo>
                    <a:pt x="2243" y="709"/>
                  </a:lnTo>
                  <a:lnTo>
                    <a:pt x="2245" y="709"/>
                  </a:lnTo>
                  <a:lnTo>
                    <a:pt x="2246" y="709"/>
                  </a:lnTo>
                  <a:lnTo>
                    <a:pt x="2247" y="709"/>
                  </a:lnTo>
                  <a:lnTo>
                    <a:pt x="2248" y="709"/>
                  </a:lnTo>
                  <a:lnTo>
                    <a:pt x="2250" y="709"/>
                  </a:lnTo>
                  <a:lnTo>
                    <a:pt x="2251" y="709"/>
                  </a:lnTo>
                  <a:lnTo>
                    <a:pt x="2252" y="709"/>
                  </a:lnTo>
                  <a:lnTo>
                    <a:pt x="2254" y="709"/>
                  </a:lnTo>
                  <a:lnTo>
                    <a:pt x="2255" y="709"/>
                  </a:lnTo>
                  <a:lnTo>
                    <a:pt x="2256" y="709"/>
                  </a:lnTo>
                  <a:lnTo>
                    <a:pt x="2258" y="709"/>
                  </a:lnTo>
                  <a:lnTo>
                    <a:pt x="2259" y="709"/>
                  </a:lnTo>
                  <a:lnTo>
                    <a:pt x="2260" y="708"/>
                  </a:lnTo>
                  <a:lnTo>
                    <a:pt x="2262" y="708"/>
                  </a:lnTo>
                  <a:lnTo>
                    <a:pt x="2263" y="708"/>
                  </a:lnTo>
                  <a:lnTo>
                    <a:pt x="2264" y="708"/>
                  </a:lnTo>
                  <a:lnTo>
                    <a:pt x="2266" y="708"/>
                  </a:lnTo>
                  <a:lnTo>
                    <a:pt x="2267" y="708"/>
                  </a:lnTo>
                  <a:lnTo>
                    <a:pt x="2268" y="708"/>
                  </a:lnTo>
                  <a:lnTo>
                    <a:pt x="2270" y="708"/>
                  </a:lnTo>
                  <a:lnTo>
                    <a:pt x="2271" y="708"/>
                  </a:lnTo>
                  <a:lnTo>
                    <a:pt x="2272" y="709"/>
                  </a:lnTo>
                  <a:lnTo>
                    <a:pt x="2274" y="709"/>
                  </a:lnTo>
                  <a:lnTo>
                    <a:pt x="2275" y="709"/>
                  </a:lnTo>
                  <a:lnTo>
                    <a:pt x="2276" y="709"/>
                  </a:lnTo>
                  <a:lnTo>
                    <a:pt x="2277" y="709"/>
                  </a:lnTo>
                  <a:lnTo>
                    <a:pt x="2279" y="709"/>
                  </a:lnTo>
                  <a:lnTo>
                    <a:pt x="2280" y="709"/>
                  </a:lnTo>
                  <a:lnTo>
                    <a:pt x="2281" y="709"/>
                  </a:lnTo>
                  <a:lnTo>
                    <a:pt x="2283" y="709"/>
                  </a:lnTo>
                  <a:lnTo>
                    <a:pt x="2284" y="709"/>
                  </a:lnTo>
                  <a:lnTo>
                    <a:pt x="2286" y="709"/>
                  </a:lnTo>
                  <a:lnTo>
                    <a:pt x="2287" y="709"/>
                  </a:lnTo>
                  <a:lnTo>
                    <a:pt x="2288" y="709"/>
                  </a:lnTo>
                  <a:lnTo>
                    <a:pt x="2289" y="709"/>
                  </a:lnTo>
                  <a:lnTo>
                    <a:pt x="2291" y="709"/>
                  </a:lnTo>
                  <a:lnTo>
                    <a:pt x="2292" y="709"/>
                  </a:lnTo>
                  <a:lnTo>
                    <a:pt x="2293" y="709"/>
                  </a:lnTo>
                  <a:lnTo>
                    <a:pt x="2295" y="709"/>
                  </a:lnTo>
                  <a:lnTo>
                    <a:pt x="2296" y="709"/>
                  </a:lnTo>
                  <a:lnTo>
                    <a:pt x="2297" y="709"/>
                  </a:lnTo>
                  <a:lnTo>
                    <a:pt x="2299" y="709"/>
                  </a:lnTo>
                  <a:lnTo>
                    <a:pt x="2300" y="709"/>
                  </a:lnTo>
                  <a:lnTo>
                    <a:pt x="2301" y="709"/>
                  </a:lnTo>
                  <a:lnTo>
                    <a:pt x="2303" y="709"/>
                  </a:lnTo>
                  <a:lnTo>
                    <a:pt x="2304" y="709"/>
                  </a:lnTo>
                  <a:lnTo>
                    <a:pt x="2305" y="709"/>
                  </a:lnTo>
                  <a:lnTo>
                    <a:pt x="2307" y="709"/>
                  </a:lnTo>
                  <a:lnTo>
                    <a:pt x="2308" y="709"/>
                  </a:lnTo>
                  <a:lnTo>
                    <a:pt x="2309" y="709"/>
                  </a:lnTo>
                  <a:lnTo>
                    <a:pt x="2311" y="709"/>
                  </a:lnTo>
                  <a:lnTo>
                    <a:pt x="2312" y="709"/>
                  </a:lnTo>
                  <a:lnTo>
                    <a:pt x="2313" y="709"/>
                  </a:lnTo>
                  <a:lnTo>
                    <a:pt x="2315" y="709"/>
                  </a:lnTo>
                  <a:lnTo>
                    <a:pt x="2316" y="709"/>
                  </a:lnTo>
                  <a:lnTo>
                    <a:pt x="2317" y="709"/>
                  </a:lnTo>
                  <a:lnTo>
                    <a:pt x="2318" y="709"/>
                  </a:lnTo>
                  <a:lnTo>
                    <a:pt x="2320" y="709"/>
                  </a:lnTo>
                  <a:lnTo>
                    <a:pt x="2321" y="709"/>
                  </a:lnTo>
                  <a:lnTo>
                    <a:pt x="2323" y="709"/>
                  </a:lnTo>
                  <a:lnTo>
                    <a:pt x="2324" y="709"/>
                  </a:lnTo>
                  <a:lnTo>
                    <a:pt x="2325" y="709"/>
                  </a:lnTo>
                  <a:lnTo>
                    <a:pt x="2327" y="709"/>
                  </a:lnTo>
                  <a:lnTo>
                    <a:pt x="2328" y="709"/>
                  </a:lnTo>
                  <a:lnTo>
                    <a:pt x="2329" y="709"/>
                  </a:lnTo>
                  <a:lnTo>
                    <a:pt x="2330" y="709"/>
                  </a:lnTo>
                  <a:lnTo>
                    <a:pt x="2332" y="709"/>
                  </a:lnTo>
                  <a:lnTo>
                    <a:pt x="2333" y="709"/>
                  </a:lnTo>
                  <a:lnTo>
                    <a:pt x="2334" y="709"/>
                  </a:lnTo>
                  <a:lnTo>
                    <a:pt x="2336" y="709"/>
                  </a:lnTo>
                  <a:lnTo>
                    <a:pt x="2337" y="709"/>
                  </a:lnTo>
                  <a:lnTo>
                    <a:pt x="2338" y="709"/>
                  </a:lnTo>
                  <a:lnTo>
                    <a:pt x="2340" y="709"/>
                  </a:lnTo>
                  <a:lnTo>
                    <a:pt x="2341" y="709"/>
                  </a:lnTo>
                  <a:lnTo>
                    <a:pt x="2342" y="709"/>
                  </a:lnTo>
                  <a:lnTo>
                    <a:pt x="2344" y="709"/>
                  </a:lnTo>
                  <a:lnTo>
                    <a:pt x="2345" y="709"/>
                  </a:lnTo>
                  <a:lnTo>
                    <a:pt x="2346" y="709"/>
                  </a:lnTo>
                  <a:lnTo>
                    <a:pt x="2348" y="709"/>
                  </a:lnTo>
                  <a:lnTo>
                    <a:pt x="2349" y="709"/>
                  </a:lnTo>
                  <a:lnTo>
                    <a:pt x="2350" y="709"/>
                  </a:lnTo>
                  <a:lnTo>
                    <a:pt x="2352" y="709"/>
                  </a:lnTo>
                  <a:lnTo>
                    <a:pt x="2353" y="709"/>
                  </a:lnTo>
                  <a:lnTo>
                    <a:pt x="2354" y="709"/>
                  </a:lnTo>
                  <a:lnTo>
                    <a:pt x="2356" y="709"/>
                  </a:lnTo>
                  <a:lnTo>
                    <a:pt x="2357" y="709"/>
                  </a:lnTo>
                  <a:lnTo>
                    <a:pt x="2358" y="709"/>
                  </a:lnTo>
                  <a:lnTo>
                    <a:pt x="2359" y="709"/>
                  </a:lnTo>
                  <a:lnTo>
                    <a:pt x="2361" y="709"/>
                  </a:lnTo>
                  <a:lnTo>
                    <a:pt x="2362" y="709"/>
                  </a:lnTo>
                  <a:lnTo>
                    <a:pt x="2364" y="709"/>
                  </a:lnTo>
                  <a:lnTo>
                    <a:pt x="2365" y="709"/>
                  </a:lnTo>
                  <a:lnTo>
                    <a:pt x="2366" y="709"/>
                  </a:lnTo>
                  <a:lnTo>
                    <a:pt x="2368" y="709"/>
                  </a:lnTo>
                  <a:lnTo>
                    <a:pt x="2369" y="709"/>
                  </a:lnTo>
                  <a:lnTo>
                    <a:pt x="2370" y="709"/>
                  </a:lnTo>
                  <a:lnTo>
                    <a:pt x="2371" y="709"/>
                  </a:lnTo>
                  <a:lnTo>
                    <a:pt x="2373" y="709"/>
                  </a:lnTo>
                  <a:lnTo>
                    <a:pt x="2374" y="709"/>
                  </a:lnTo>
                  <a:lnTo>
                    <a:pt x="2375" y="709"/>
                  </a:lnTo>
                  <a:lnTo>
                    <a:pt x="2377" y="709"/>
                  </a:lnTo>
                  <a:lnTo>
                    <a:pt x="2378" y="709"/>
                  </a:lnTo>
                  <a:lnTo>
                    <a:pt x="2379" y="709"/>
                  </a:lnTo>
                  <a:lnTo>
                    <a:pt x="2381" y="709"/>
                  </a:lnTo>
                  <a:lnTo>
                    <a:pt x="2382" y="709"/>
                  </a:lnTo>
                  <a:lnTo>
                    <a:pt x="2384" y="709"/>
                  </a:lnTo>
                  <a:lnTo>
                    <a:pt x="2385" y="709"/>
                  </a:lnTo>
                  <a:lnTo>
                    <a:pt x="2386" y="709"/>
                  </a:lnTo>
                  <a:lnTo>
                    <a:pt x="2387" y="709"/>
                  </a:lnTo>
                  <a:lnTo>
                    <a:pt x="2389" y="709"/>
                  </a:lnTo>
                  <a:lnTo>
                    <a:pt x="2390" y="709"/>
                  </a:lnTo>
                  <a:lnTo>
                    <a:pt x="2391" y="709"/>
                  </a:lnTo>
                  <a:lnTo>
                    <a:pt x="2393" y="709"/>
                  </a:lnTo>
                  <a:lnTo>
                    <a:pt x="2394" y="709"/>
                  </a:lnTo>
                  <a:lnTo>
                    <a:pt x="2395" y="709"/>
                  </a:lnTo>
                  <a:lnTo>
                    <a:pt x="2397" y="709"/>
                  </a:lnTo>
                  <a:lnTo>
                    <a:pt x="2398" y="709"/>
                  </a:lnTo>
                  <a:lnTo>
                    <a:pt x="2399" y="709"/>
                  </a:lnTo>
                  <a:lnTo>
                    <a:pt x="2400" y="709"/>
                  </a:lnTo>
                  <a:lnTo>
                    <a:pt x="2402" y="709"/>
                  </a:lnTo>
                  <a:lnTo>
                    <a:pt x="2403" y="709"/>
                  </a:lnTo>
                  <a:lnTo>
                    <a:pt x="2405" y="709"/>
                  </a:lnTo>
                  <a:lnTo>
                    <a:pt x="2406" y="709"/>
                  </a:lnTo>
                  <a:lnTo>
                    <a:pt x="2407" y="709"/>
                  </a:lnTo>
                  <a:lnTo>
                    <a:pt x="2409" y="709"/>
                  </a:lnTo>
                  <a:lnTo>
                    <a:pt x="2410" y="709"/>
                  </a:lnTo>
                  <a:lnTo>
                    <a:pt x="2411" y="709"/>
                  </a:lnTo>
                  <a:lnTo>
                    <a:pt x="2413" y="709"/>
                  </a:lnTo>
                  <a:lnTo>
                    <a:pt x="2414" y="709"/>
                  </a:lnTo>
                  <a:lnTo>
                    <a:pt x="2415" y="709"/>
                  </a:lnTo>
                  <a:lnTo>
                    <a:pt x="2416" y="709"/>
                  </a:lnTo>
                  <a:lnTo>
                    <a:pt x="2418" y="709"/>
                  </a:lnTo>
                  <a:lnTo>
                    <a:pt x="2419" y="709"/>
                  </a:lnTo>
                  <a:lnTo>
                    <a:pt x="2421" y="709"/>
                  </a:lnTo>
                  <a:lnTo>
                    <a:pt x="2422" y="709"/>
                  </a:lnTo>
                  <a:lnTo>
                    <a:pt x="2423" y="709"/>
                  </a:lnTo>
                  <a:lnTo>
                    <a:pt x="2425" y="709"/>
                  </a:lnTo>
                  <a:lnTo>
                    <a:pt x="2426" y="709"/>
                  </a:lnTo>
                  <a:lnTo>
                    <a:pt x="2427" y="709"/>
                  </a:lnTo>
                  <a:lnTo>
                    <a:pt x="2428" y="709"/>
                  </a:lnTo>
                  <a:lnTo>
                    <a:pt x="2430" y="709"/>
                  </a:lnTo>
                  <a:lnTo>
                    <a:pt x="2431" y="709"/>
                  </a:lnTo>
                  <a:lnTo>
                    <a:pt x="2432" y="709"/>
                  </a:lnTo>
                  <a:lnTo>
                    <a:pt x="2434" y="709"/>
                  </a:lnTo>
                  <a:lnTo>
                    <a:pt x="2435" y="709"/>
                  </a:lnTo>
                  <a:lnTo>
                    <a:pt x="2436" y="709"/>
                  </a:lnTo>
                  <a:lnTo>
                    <a:pt x="2438" y="709"/>
                  </a:lnTo>
                  <a:lnTo>
                    <a:pt x="2439" y="709"/>
                  </a:lnTo>
                  <a:lnTo>
                    <a:pt x="2440" y="709"/>
                  </a:lnTo>
                  <a:lnTo>
                    <a:pt x="2442" y="709"/>
                  </a:lnTo>
                  <a:lnTo>
                    <a:pt x="2443" y="709"/>
                  </a:lnTo>
                  <a:lnTo>
                    <a:pt x="2444" y="709"/>
                  </a:lnTo>
                  <a:lnTo>
                    <a:pt x="2446" y="709"/>
                  </a:lnTo>
                  <a:lnTo>
                    <a:pt x="2447" y="709"/>
                  </a:lnTo>
                  <a:lnTo>
                    <a:pt x="2448" y="709"/>
                  </a:lnTo>
                  <a:lnTo>
                    <a:pt x="2450" y="709"/>
                  </a:lnTo>
                  <a:lnTo>
                    <a:pt x="2451" y="709"/>
                  </a:lnTo>
                  <a:lnTo>
                    <a:pt x="2452" y="709"/>
                  </a:lnTo>
                  <a:lnTo>
                    <a:pt x="2454" y="709"/>
                  </a:lnTo>
                  <a:lnTo>
                    <a:pt x="2455" y="709"/>
                  </a:lnTo>
                  <a:lnTo>
                    <a:pt x="2456" y="709"/>
                  </a:lnTo>
                  <a:lnTo>
                    <a:pt x="2457" y="709"/>
                  </a:lnTo>
                  <a:lnTo>
                    <a:pt x="2459" y="709"/>
                  </a:lnTo>
                  <a:lnTo>
                    <a:pt x="2460" y="709"/>
                  </a:lnTo>
                  <a:lnTo>
                    <a:pt x="2462" y="709"/>
                  </a:lnTo>
                  <a:lnTo>
                    <a:pt x="2463" y="709"/>
                  </a:lnTo>
                  <a:lnTo>
                    <a:pt x="2464" y="709"/>
                  </a:lnTo>
                  <a:lnTo>
                    <a:pt x="2466" y="709"/>
                  </a:lnTo>
                  <a:lnTo>
                    <a:pt x="2467" y="709"/>
                  </a:lnTo>
                  <a:lnTo>
                    <a:pt x="2468" y="709"/>
                  </a:lnTo>
                  <a:lnTo>
                    <a:pt x="2469" y="709"/>
                  </a:lnTo>
                  <a:lnTo>
                    <a:pt x="2471" y="709"/>
                  </a:lnTo>
                  <a:lnTo>
                    <a:pt x="2472" y="709"/>
                  </a:lnTo>
                  <a:lnTo>
                    <a:pt x="2473" y="709"/>
                  </a:lnTo>
                  <a:lnTo>
                    <a:pt x="2475" y="709"/>
                  </a:lnTo>
                  <a:lnTo>
                    <a:pt x="2476" y="709"/>
                  </a:lnTo>
                  <a:lnTo>
                    <a:pt x="2478" y="709"/>
                  </a:lnTo>
                  <a:lnTo>
                    <a:pt x="2479" y="709"/>
                  </a:lnTo>
                  <a:lnTo>
                    <a:pt x="2480" y="709"/>
                  </a:lnTo>
                  <a:lnTo>
                    <a:pt x="2481" y="709"/>
                  </a:lnTo>
                  <a:lnTo>
                    <a:pt x="2483" y="709"/>
                  </a:lnTo>
                  <a:lnTo>
                    <a:pt x="2484" y="709"/>
                  </a:lnTo>
                  <a:lnTo>
                    <a:pt x="2485" y="709"/>
                  </a:lnTo>
                  <a:lnTo>
                    <a:pt x="2487" y="707"/>
                  </a:lnTo>
                  <a:lnTo>
                    <a:pt x="2488" y="701"/>
                  </a:lnTo>
                  <a:lnTo>
                    <a:pt x="2489" y="692"/>
                  </a:lnTo>
                  <a:lnTo>
                    <a:pt x="2491" y="681"/>
                  </a:lnTo>
                  <a:lnTo>
                    <a:pt x="2492" y="667"/>
                  </a:lnTo>
                  <a:lnTo>
                    <a:pt x="2493" y="650"/>
                  </a:lnTo>
                  <a:lnTo>
                    <a:pt x="2495" y="630"/>
                  </a:lnTo>
                  <a:lnTo>
                    <a:pt x="2496" y="608"/>
                  </a:lnTo>
                  <a:lnTo>
                    <a:pt x="2497" y="584"/>
                  </a:lnTo>
                  <a:lnTo>
                    <a:pt x="2498" y="559"/>
                  </a:lnTo>
                  <a:lnTo>
                    <a:pt x="2500" y="535"/>
                  </a:lnTo>
                  <a:lnTo>
                    <a:pt x="2501" y="511"/>
                  </a:lnTo>
                  <a:lnTo>
                    <a:pt x="2503" y="487"/>
                  </a:lnTo>
                  <a:lnTo>
                    <a:pt x="2504" y="464"/>
                  </a:lnTo>
                  <a:lnTo>
                    <a:pt x="2505" y="442"/>
                  </a:lnTo>
                  <a:lnTo>
                    <a:pt x="2507" y="419"/>
                  </a:lnTo>
                  <a:lnTo>
                    <a:pt x="2508" y="397"/>
                  </a:lnTo>
                  <a:lnTo>
                    <a:pt x="2509" y="376"/>
                  </a:lnTo>
                  <a:lnTo>
                    <a:pt x="2510" y="354"/>
                  </a:lnTo>
                  <a:lnTo>
                    <a:pt x="2512" y="334"/>
                  </a:lnTo>
                  <a:lnTo>
                    <a:pt x="2513" y="314"/>
                  </a:lnTo>
                  <a:lnTo>
                    <a:pt x="2514" y="294"/>
                  </a:lnTo>
                  <a:lnTo>
                    <a:pt x="2516" y="275"/>
                  </a:lnTo>
                  <a:lnTo>
                    <a:pt x="2517" y="255"/>
                  </a:lnTo>
                  <a:lnTo>
                    <a:pt x="2519" y="236"/>
                  </a:lnTo>
                  <a:lnTo>
                    <a:pt x="2520" y="217"/>
                  </a:lnTo>
                  <a:lnTo>
                    <a:pt x="2521" y="199"/>
                  </a:lnTo>
                  <a:lnTo>
                    <a:pt x="2522" y="181"/>
                  </a:lnTo>
                  <a:lnTo>
                    <a:pt x="2524" y="163"/>
                  </a:lnTo>
                  <a:lnTo>
                    <a:pt x="2525" y="146"/>
                  </a:lnTo>
                  <a:lnTo>
                    <a:pt x="2526" y="128"/>
                  </a:lnTo>
                  <a:lnTo>
                    <a:pt x="2528" y="111"/>
                  </a:lnTo>
                  <a:lnTo>
                    <a:pt x="2529" y="94"/>
                  </a:lnTo>
                  <a:lnTo>
                    <a:pt x="2530" y="77"/>
                  </a:lnTo>
                  <a:lnTo>
                    <a:pt x="2532" y="61"/>
                  </a:lnTo>
                  <a:lnTo>
                    <a:pt x="2533" y="47"/>
                  </a:lnTo>
                  <a:lnTo>
                    <a:pt x="2534" y="34"/>
                  </a:lnTo>
                  <a:lnTo>
                    <a:pt x="2536" y="24"/>
                  </a:lnTo>
                  <a:lnTo>
                    <a:pt x="2537" y="15"/>
                  </a:lnTo>
                  <a:lnTo>
                    <a:pt x="2538" y="8"/>
                  </a:lnTo>
                  <a:lnTo>
                    <a:pt x="2540" y="4"/>
                  </a:lnTo>
                  <a:lnTo>
                    <a:pt x="2541" y="1"/>
                  </a:lnTo>
                  <a:lnTo>
                    <a:pt x="2542" y="0"/>
                  </a:lnTo>
                  <a:lnTo>
                    <a:pt x="2544" y="0"/>
                  </a:lnTo>
                  <a:lnTo>
                    <a:pt x="2545" y="0"/>
                  </a:lnTo>
                  <a:lnTo>
                    <a:pt x="2546" y="0"/>
                  </a:lnTo>
                  <a:lnTo>
                    <a:pt x="2548" y="0"/>
                  </a:lnTo>
                  <a:lnTo>
                    <a:pt x="2549" y="0"/>
                  </a:lnTo>
                  <a:lnTo>
                    <a:pt x="2550" y="0"/>
                  </a:lnTo>
                  <a:lnTo>
                    <a:pt x="2551" y="0"/>
                  </a:lnTo>
                  <a:lnTo>
                    <a:pt x="2553" y="0"/>
                  </a:lnTo>
                  <a:lnTo>
                    <a:pt x="2554" y="0"/>
                  </a:lnTo>
                  <a:lnTo>
                    <a:pt x="2555" y="0"/>
                  </a:lnTo>
                  <a:lnTo>
                    <a:pt x="2557" y="0"/>
                  </a:lnTo>
                  <a:lnTo>
                    <a:pt x="2558" y="0"/>
                  </a:lnTo>
                  <a:lnTo>
                    <a:pt x="2560" y="0"/>
                  </a:lnTo>
                  <a:lnTo>
                    <a:pt x="2561" y="0"/>
                  </a:lnTo>
                  <a:lnTo>
                    <a:pt x="2562" y="0"/>
                  </a:lnTo>
                  <a:lnTo>
                    <a:pt x="2563" y="0"/>
                  </a:lnTo>
                  <a:lnTo>
                    <a:pt x="2565" y="0"/>
                  </a:lnTo>
                  <a:lnTo>
                    <a:pt x="2566" y="0"/>
                  </a:lnTo>
                  <a:lnTo>
                    <a:pt x="2567" y="0"/>
                  </a:lnTo>
                  <a:lnTo>
                    <a:pt x="2569" y="0"/>
                  </a:lnTo>
                  <a:lnTo>
                    <a:pt x="2570" y="0"/>
                  </a:lnTo>
                  <a:lnTo>
                    <a:pt x="2571" y="0"/>
                  </a:lnTo>
                  <a:lnTo>
                    <a:pt x="2573" y="0"/>
                  </a:lnTo>
                  <a:lnTo>
                    <a:pt x="2574" y="0"/>
                  </a:lnTo>
                  <a:lnTo>
                    <a:pt x="2576" y="0"/>
                  </a:lnTo>
                  <a:lnTo>
                    <a:pt x="2577" y="0"/>
                  </a:lnTo>
                  <a:lnTo>
                    <a:pt x="2578" y="0"/>
                  </a:lnTo>
                  <a:lnTo>
                    <a:pt x="2579" y="0"/>
                  </a:lnTo>
                  <a:lnTo>
                    <a:pt x="2581" y="0"/>
                  </a:lnTo>
                  <a:lnTo>
                    <a:pt x="2582" y="0"/>
                  </a:lnTo>
                  <a:lnTo>
                    <a:pt x="2583" y="0"/>
                  </a:lnTo>
                  <a:lnTo>
                    <a:pt x="2585" y="0"/>
                  </a:lnTo>
                  <a:lnTo>
                    <a:pt x="2586" y="0"/>
                  </a:lnTo>
                  <a:lnTo>
                    <a:pt x="2587" y="0"/>
                  </a:lnTo>
                  <a:lnTo>
                    <a:pt x="2589" y="0"/>
                  </a:lnTo>
                  <a:lnTo>
                    <a:pt x="2590" y="0"/>
                  </a:lnTo>
                  <a:lnTo>
                    <a:pt x="2591" y="0"/>
                  </a:lnTo>
                  <a:lnTo>
                    <a:pt x="2592" y="0"/>
                  </a:lnTo>
                  <a:lnTo>
                    <a:pt x="2594" y="0"/>
                  </a:lnTo>
                  <a:lnTo>
                    <a:pt x="2595" y="0"/>
                  </a:lnTo>
                  <a:lnTo>
                    <a:pt x="2596" y="0"/>
                  </a:lnTo>
                  <a:lnTo>
                    <a:pt x="2598" y="0"/>
                  </a:lnTo>
                  <a:lnTo>
                    <a:pt x="2599" y="0"/>
                  </a:lnTo>
                  <a:lnTo>
                    <a:pt x="2601" y="0"/>
                  </a:lnTo>
                  <a:lnTo>
                    <a:pt x="2602" y="0"/>
                  </a:lnTo>
                  <a:lnTo>
                    <a:pt x="2603" y="0"/>
                  </a:lnTo>
                  <a:lnTo>
                    <a:pt x="2605" y="0"/>
                  </a:lnTo>
                  <a:lnTo>
                    <a:pt x="2606" y="0"/>
                  </a:lnTo>
                  <a:lnTo>
                    <a:pt x="2607" y="0"/>
                  </a:lnTo>
                  <a:lnTo>
                    <a:pt x="2608" y="0"/>
                  </a:lnTo>
                  <a:lnTo>
                    <a:pt x="2610" y="0"/>
                  </a:lnTo>
                  <a:lnTo>
                    <a:pt x="2611" y="0"/>
                  </a:lnTo>
                  <a:lnTo>
                    <a:pt x="2612" y="0"/>
                  </a:lnTo>
                  <a:lnTo>
                    <a:pt x="2614" y="0"/>
                  </a:lnTo>
                  <a:lnTo>
                    <a:pt x="2615" y="0"/>
                  </a:lnTo>
                  <a:lnTo>
                    <a:pt x="2617" y="0"/>
                  </a:lnTo>
                  <a:lnTo>
                    <a:pt x="2618" y="0"/>
                  </a:lnTo>
                  <a:lnTo>
                    <a:pt x="2619" y="0"/>
                  </a:lnTo>
                  <a:lnTo>
                    <a:pt x="2620" y="0"/>
                  </a:lnTo>
                  <a:lnTo>
                    <a:pt x="2622" y="0"/>
                  </a:lnTo>
                  <a:lnTo>
                    <a:pt x="2623" y="0"/>
                  </a:lnTo>
                  <a:lnTo>
                    <a:pt x="2624" y="0"/>
                  </a:lnTo>
                  <a:lnTo>
                    <a:pt x="2626" y="0"/>
                  </a:lnTo>
                  <a:lnTo>
                    <a:pt x="2627" y="0"/>
                  </a:lnTo>
                  <a:lnTo>
                    <a:pt x="2628" y="0"/>
                  </a:lnTo>
                  <a:lnTo>
                    <a:pt x="2630" y="0"/>
                  </a:lnTo>
                  <a:lnTo>
                    <a:pt x="2631" y="0"/>
                  </a:lnTo>
                  <a:lnTo>
                    <a:pt x="2632" y="0"/>
                  </a:lnTo>
                  <a:lnTo>
                    <a:pt x="2634" y="0"/>
                  </a:lnTo>
                  <a:lnTo>
                    <a:pt x="2635" y="0"/>
                  </a:lnTo>
                  <a:lnTo>
                    <a:pt x="2636" y="0"/>
                  </a:lnTo>
                  <a:lnTo>
                    <a:pt x="2638" y="0"/>
                  </a:lnTo>
                  <a:lnTo>
                    <a:pt x="2639" y="0"/>
                  </a:lnTo>
                  <a:lnTo>
                    <a:pt x="2640" y="0"/>
                  </a:lnTo>
                  <a:lnTo>
                    <a:pt x="2642" y="0"/>
                  </a:lnTo>
                  <a:lnTo>
                    <a:pt x="2643" y="0"/>
                  </a:lnTo>
                  <a:lnTo>
                    <a:pt x="2644" y="0"/>
                  </a:lnTo>
                  <a:lnTo>
                    <a:pt x="2646" y="0"/>
                  </a:lnTo>
                  <a:lnTo>
                    <a:pt x="2647" y="0"/>
                  </a:lnTo>
                  <a:lnTo>
                    <a:pt x="2648" y="0"/>
                  </a:lnTo>
                  <a:lnTo>
                    <a:pt x="2649" y="0"/>
                  </a:lnTo>
                  <a:lnTo>
                    <a:pt x="2651" y="0"/>
                  </a:lnTo>
                  <a:lnTo>
                    <a:pt x="2652" y="0"/>
                  </a:lnTo>
                  <a:lnTo>
                    <a:pt x="2653" y="0"/>
                  </a:lnTo>
                  <a:lnTo>
                    <a:pt x="2655" y="0"/>
                  </a:lnTo>
                  <a:lnTo>
                    <a:pt x="2656" y="0"/>
                  </a:lnTo>
                  <a:lnTo>
                    <a:pt x="2658" y="0"/>
                  </a:lnTo>
                  <a:lnTo>
                    <a:pt x="2659" y="0"/>
                  </a:lnTo>
                  <a:lnTo>
                    <a:pt x="2660" y="0"/>
                  </a:lnTo>
                  <a:lnTo>
                    <a:pt x="2661" y="0"/>
                  </a:lnTo>
                  <a:lnTo>
                    <a:pt x="2663" y="0"/>
                  </a:lnTo>
                  <a:lnTo>
                    <a:pt x="2664" y="0"/>
                  </a:lnTo>
                  <a:lnTo>
                    <a:pt x="2665" y="0"/>
                  </a:lnTo>
                  <a:lnTo>
                    <a:pt x="2667" y="1"/>
                  </a:lnTo>
                  <a:lnTo>
                    <a:pt x="2668" y="3"/>
                  </a:lnTo>
                  <a:lnTo>
                    <a:pt x="2669" y="7"/>
                  </a:lnTo>
                  <a:lnTo>
                    <a:pt x="2671" y="11"/>
                  </a:lnTo>
                  <a:lnTo>
                    <a:pt x="2672" y="18"/>
                  </a:lnTo>
                  <a:lnTo>
                    <a:pt x="2673" y="26"/>
                  </a:lnTo>
                  <a:lnTo>
                    <a:pt x="2675" y="36"/>
                  </a:lnTo>
                  <a:lnTo>
                    <a:pt x="2676" y="47"/>
                  </a:lnTo>
                  <a:lnTo>
                    <a:pt x="2677" y="60"/>
                  </a:lnTo>
                  <a:lnTo>
                    <a:pt x="2679" y="74"/>
                  </a:lnTo>
                  <a:lnTo>
                    <a:pt x="2680" y="89"/>
                  </a:lnTo>
                  <a:lnTo>
                    <a:pt x="2681" y="104"/>
                  </a:lnTo>
                  <a:lnTo>
                    <a:pt x="2683" y="120"/>
                  </a:lnTo>
                  <a:lnTo>
                    <a:pt x="2684" y="136"/>
                  </a:lnTo>
                  <a:lnTo>
                    <a:pt x="2685" y="153"/>
                  </a:lnTo>
                  <a:lnTo>
                    <a:pt x="2687" y="171"/>
                  </a:lnTo>
                  <a:lnTo>
                    <a:pt x="2688" y="188"/>
                  </a:lnTo>
                  <a:lnTo>
                    <a:pt x="2689" y="206"/>
                  </a:lnTo>
                  <a:lnTo>
                    <a:pt x="2690" y="224"/>
                  </a:lnTo>
                  <a:lnTo>
                    <a:pt x="2692" y="243"/>
                  </a:lnTo>
                  <a:lnTo>
                    <a:pt x="2693" y="262"/>
                  </a:lnTo>
                  <a:lnTo>
                    <a:pt x="2694" y="281"/>
                  </a:lnTo>
                  <a:lnTo>
                    <a:pt x="2696" y="301"/>
                  </a:lnTo>
                  <a:lnTo>
                    <a:pt x="2697" y="322"/>
                  </a:lnTo>
                  <a:lnTo>
                    <a:pt x="2699" y="343"/>
                  </a:lnTo>
                  <a:lnTo>
                    <a:pt x="2700" y="364"/>
                  </a:lnTo>
                  <a:lnTo>
                    <a:pt x="2701" y="386"/>
                  </a:lnTo>
                  <a:lnTo>
                    <a:pt x="2702" y="409"/>
                  </a:lnTo>
                  <a:lnTo>
                    <a:pt x="2704" y="432"/>
                  </a:lnTo>
                  <a:lnTo>
                    <a:pt x="2705" y="455"/>
                  </a:lnTo>
                  <a:lnTo>
                    <a:pt x="2706" y="478"/>
                  </a:lnTo>
                  <a:lnTo>
                    <a:pt x="2708" y="500"/>
                  </a:lnTo>
                  <a:lnTo>
                    <a:pt x="2709" y="522"/>
                  </a:lnTo>
                  <a:lnTo>
                    <a:pt x="2710" y="543"/>
                  </a:lnTo>
                  <a:lnTo>
                    <a:pt x="2712" y="564"/>
                  </a:lnTo>
                  <a:lnTo>
                    <a:pt x="2713" y="584"/>
                  </a:lnTo>
                  <a:lnTo>
                    <a:pt x="2714" y="603"/>
                  </a:lnTo>
                  <a:lnTo>
                    <a:pt x="2716" y="622"/>
                  </a:lnTo>
                  <a:lnTo>
                    <a:pt x="2717" y="639"/>
                  </a:lnTo>
                  <a:lnTo>
                    <a:pt x="2718" y="655"/>
                  </a:lnTo>
                  <a:lnTo>
                    <a:pt x="2720" y="669"/>
                  </a:lnTo>
                  <a:lnTo>
                    <a:pt x="2721" y="681"/>
                  </a:lnTo>
                  <a:lnTo>
                    <a:pt x="2722" y="690"/>
                  </a:lnTo>
                  <a:lnTo>
                    <a:pt x="2724" y="698"/>
                  </a:lnTo>
                  <a:lnTo>
                    <a:pt x="2725" y="703"/>
                  </a:lnTo>
                  <a:lnTo>
                    <a:pt x="2726" y="707"/>
                  </a:lnTo>
                  <a:lnTo>
                    <a:pt x="2728" y="709"/>
                  </a:lnTo>
                  <a:lnTo>
                    <a:pt x="2729" y="709"/>
                  </a:lnTo>
                  <a:lnTo>
                    <a:pt x="2730" y="709"/>
                  </a:lnTo>
                  <a:lnTo>
                    <a:pt x="2731" y="709"/>
                  </a:lnTo>
                  <a:lnTo>
                    <a:pt x="2733" y="709"/>
                  </a:lnTo>
                  <a:lnTo>
                    <a:pt x="2734" y="709"/>
                  </a:lnTo>
                  <a:lnTo>
                    <a:pt x="2736" y="709"/>
                  </a:lnTo>
                  <a:lnTo>
                    <a:pt x="2737" y="709"/>
                  </a:lnTo>
                  <a:lnTo>
                    <a:pt x="2738" y="709"/>
                  </a:lnTo>
                  <a:lnTo>
                    <a:pt x="2740" y="709"/>
                  </a:lnTo>
                  <a:lnTo>
                    <a:pt x="2741" y="709"/>
                  </a:lnTo>
                  <a:lnTo>
                    <a:pt x="2742" y="709"/>
                  </a:lnTo>
                  <a:lnTo>
                    <a:pt x="2743" y="709"/>
                  </a:lnTo>
                  <a:lnTo>
                    <a:pt x="2745" y="709"/>
                  </a:lnTo>
                  <a:lnTo>
                    <a:pt x="2746" y="709"/>
                  </a:lnTo>
                  <a:lnTo>
                    <a:pt x="2747" y="709"/>
                  </a:lnTo>
                  <a:lnTo>
                    <a:pt x="2749" y="709"/>
                  </a:lnTo>
                  <a:lnTo>
                    <a:pt x="2750" y="709"/>
                  </a:lnTo>
                  <a:lnTo>
                    <a:pt x="2751" y="709"/>
                  </a:lnTo>
                  <a:lnTo>
                    <a:pt x="2753" y="709"/>
                  </a:lnTo>
                  <a:lnTo>
                    <a:pt x="2754" y="709"/>
                  </a:lnTo>
                  <a:lnTo>
                    <a:pt x="2755" y="709"/>
                  </a:lnTo>
                  <a:lnTo>
                    <a:pt x="2757" y="709"/>
                  </a:lnTo>
                  <a:lnTo>
                    <a:pt x="2758" y="709"/>
                  </a:lnTo>
                  <a:lnTo>
                    <a:pt x="2759" y="709"/>
                  </a:lnTo>
                  <a:lnTo>
                    <a:pt x="2761" y="709"/>
                  </a:lnTo>
                  <a:lnTo>
                    <a:pt x="2762" y="709"/>
                  </a:lnTo>
                  <a:lnTo>
                    <a:pt x="2763" y="709"/>
                  </a:lnTo>
                  <a:lnTo>
                    <a:pt x="2765" y="709"/>
                  </a:lnTo>
                  <a:lnTo>
                    <a:pt x="2766" y="709"/>
                  </a:lnTo>
                  <a:lnTo>
                    <a:pt x="2767" y="709"/>
                  </a:lnTo>
                  <a:lnTo>
                    <a:pt x="2769" y="709"/>
                  </a:lnTo>
                  <a:lnTo>
                    <a:pt x="2770" y="709"/>
                  </a:lnTo>
                  <a:lnTo>
                    <a:pt x="2771" y="709"/>
                  </a:lnTo>
                  <a:lnTo>
                    <a:pt x="2772" y="709"/>
                  </a:lnTo>
                  <a:lnTo>
                    <a:pt x="2774" y="709"/>
                  </a:lnTo>
                  <a:lnTo>
                    <a:pt x="2775" y="709"/>
                  </a:lnTo>
                  <a:lnTo>
                    <a:pt x="2777" y="709"/>
                  </a:lnTo>
                  <a:lnTo>
                    <a:pt x="2778" y="709"/>
                  </a:lnTo>
                  <a:lnTo>
                    <a:pt x="2779" y="709"/>
                  </a:lnTo>
                  <a:lnTo>
                    <a:pt x="2781" y="709"/>
                  </a:lnTo>
                  <a:lnTo>
                    <a:pt x="2782" y="709"/>
                  </a:lnTo>
                  <a:lnTo>
                    <a:pt x="2783" y="709"/>
                  </a:lnTo>
                  <a:lnTo>
                    <a:pt x="2784" y="709"/>
                  </a:lnTo>
                  <a:lnTo>
                    <a:pt x="2786" y="709"/>
                  </a:lnTo>
                  <a:lnTo>
                    <a:pt x="2787" y="709"/>
                  </a:lnTo>
                  <a:lnTo>
                    <a:pt x="2788" y="709"/>
                  </a:lnTo>
                  <a:lnTo>
                    <a:pt x="2790" y="709"/>
                  </a:lnTo>
                  <a:lnTo>
                    <a:pt x="2791" y="709"/>
                  </a:lnTo>
                  <a:lnTo>
                    <a:pt x="2792" y="709"/>
                  </a:lnTo>
                  <a:lnTo>
                    <a:pt x="2794" y="709"/>
                  </a:lnTo>
                  <a:lnTo>
                    <a:pt x="2795" y="709"/>
                  </a:lnTo>
                  <a:lnTo>
                    <a:pt x="2797" y="709"/>
                  </a:lnTo>
                  <a:lnTo>
                    <a:pt x="2798" y="709"/>
                  </a:lnTo>
                  <a:lnTo>
                    <a:pt x="2799" y="709"/>
                  </a:lnTo>
                  <a:lnTo>
                    <a:pt x="2800" y="709"/>
                  </a:lnTo>
                  <a:lnTo>
                    <a:pt x="2802" y="709"/>
                  </a:lnTo>
                  <a:lnTo>
                    <a:pt x="2803" y="709"/>
                  </a:lnTo>
                  <a:lnTo>
                    <a:pt x="2804" y="709"/>
                  </a:lnTo>
                  <a:lnTo>
                    <a:pt x="2806" y="709"/>
                  </a:lnTo>
                  <a:lnTo>
                    <a:pt x="2807" y="709"/>
                  </a:lnTo>
                  <a:lnTo>
                    <a:pt x="2808" y="709"/>
                  </a:lnTo>
                  <a:lnTo>
                    <a:pt x="2810" y="709"/>
                  </a:lnTo>
                  <a:lnTo>
                    <a:pt x="2811" y="709"/>
                  </a:lnTo>
                  <a:lnTo>
                    <a:pt x="2812" y="709"/>
                  </a:lnTo>
                  <a:lnTo>
                    <a:pt x="2813" y="709"/>
                  </a:lnTo>
                  <a:lnTo>
                    <a:pt x="2815" y="709"/>
                  </a:lnTo>
                  <a:lnTo>
                    <a:pt x="2816" y="709"/>
                  </a:lnTo>
                  <a:lnTo>
                    <a:pt x="2818" y="709"/>
                  </a:lnTo>
                  <a:lnTo>
                    <a:pt x="2819" y="709"/>
                  </a:lnTo>
                  <a:lnTo>
                    <a:pt x="2820" y="709"/>
                  </a:lnTo>
                  <a:lnTo>
                    <a:pt x="2822" y="709"/>
                  </a:lnTo>
                  <a:lnTo>
                    <a:pt x="2823" y="709"/>
                  </a:lnTo>
                  <a:lnTo>
                    <a:pt x="2824" y="709"/>
                  </a:lnTo>
                  <a:lnTo>
                    <a:pt x="2826" y="709"/>
                  </a:lnTo>
                  <a:lnTo>
                    <a:pt x="2827" y="709"/>
                  </a:lnTo>
                  <a:lnTo>
                    <a:pt x="2828" y="709"/>
                  </a:lnTo>
                  <a:lnTo>
                    <a:pt x="2829" y="709"/>
                  </a:lnTo>
                  <a:lnTo>
                    <a:pt x="2831" y="709"/>
                  </a:lnTo>
                  <a:lnTo>
                    <a:pt x="2832" y="709"/>
                  </a:lnTo>
                  <a:lnTo>
                    <a:pt x="2834" y="709"/>
                  </a:lnTo>
                  <a:lnTo>
                    <a:pt x="2835" y="709"/>
                  </a:lnTo>
                  <a:lnTo>
                    <a:pt x="2836" y="709"/>
                  </a:lnTo>
                  <a:lnTo>
                    <a:pt x="2838" y="709"/>
                  </a:lnTo>
                  <a:lnTo>
                    <a:pt x="2839" y="709"/>
                  </a:lnTo>
                  <a:lnTo>
                    <a:pt x="2840" y="709"/>
                  </a:lnTo>
                  <a:lnTo>
                    <a:pt x="2841" y="709"/>
                  </a:lnTo>
                  <a:lnTo>
                    <a:pt x="2843" y="709"/>
                  </a:lnTo>
                  <a:lnTo>
                    <a:pt x="2844" y="709"/>
                  </a:lnTo>
                  <a:lnTo>
                    <a:pt x="2845" y="709"/>
                  </a:lnTo>
                  <a:lnTo>
                    <a:pt x="2847" y="709"/>
                  </a:lnTo>
                  <a:lnTo>
                    <a:pt x="2848" y="709"/>
                  </a:lnTo>
                  <a:lnTo>
                    <a:pt x="2849" y="709"/>
                  </a:lnTo>
                  <a:lnTo>
                    <a:pt x="2851" y="709"/>
                  </a:lnTo>
                  <a:lnTo>
                    <a:pt x="2852" y="709"/>
                  </a:lnTo>
                  <a:lnTo>
                    <a:pt x="2853" y="709"/>
                  </a:lnTo>
                  <a:lnTo>
                    <a:pt x="2855" y="709"/>
                  </a:lnTo>
                  <a:lnTo>
                    <a:pt x="2856" y="709"/>
                  </a:lnTo>
                  <a:lnTo>
                    <a:pt x="2857" y="709"/>
                  </a:lnTo>
                  <a:lnTo>
                    <a:pt x="2859" y="709"/>
                  </a:lnTo>
                  <a:lnTo>
                    <a:pt x="2860" y="709"/>
                  </a:lnTo>
                  <a:lnTo>
                    <a:pt x="2861" y="709"/>
                  </a:lnTo>
                  <a:lnTo>
                    <a:pt x="2863" y="709"/>
                  </a:lnTo>
                  <a:lnTo>
                    <a:pt x="2864" y="709"/>
                  </a:lnTo>
                  <a:lnTo>
                    <a:pt x="2865" y="709"/>
                  </a:lnTo>
                  <a:lnTo>
                    <a:pt x="2867" y="709"/>
                  </a:lnTo>
                  <a:lnTo>
                    <a:pt x="2868" y="709"/>
                  </a:lnTo>
                  <a:lnTo>
                    <a:pt x="2869" y="709"/>
                  </a:lnTo>
                  <a:lnTo>
                    <a:pt x="2870" y="709"/>
                  </a:lnTo>
                  <a:lnTo>
                    <a:pt x="2872" y="709"/>
                  </a:lnTo>
                  <a:lnTo>
                    <a:pt x="2873" y="709"/>
                  </a:lnTo>
                  <a:lnTo>
                    <a:pt x="2875" y="709"/>
                  </a:lnTo>
                  <a:lnTo>
                    <a:pt x="2876" y="709"/>
                  </a:lnTo>
                  <a:lnTo>
                    <a:pt x="2877" y="709"/>
                  </a:lnTo>
                  <a:lnTo>
                    <a:pt x="2879" y="709"/>
                  </a:lnTo>
                  <a:lnTo>
                    <a:pt x="2880" y="709"/>
                  </a:lnTo>
                  <a:lnTo>
                    <a:pt x="2881" y="709"/>
                  </a:lnTo>
                  <a:lnTo>
                    <a:pt x="2882" y="709"/>
                  </a:lnTo>
                  <a:lnTo>
                    <a:pt x="2884" y="709"/>
                  </a:lnTo>
                  <a:lnTo>
                    <a:pt x="2885" y="709"/>
                  </a:lnTo>
                  <a:lnTo>
                    <a:pt x="2886" y="709"/>
                  </a:lnTo>
                  <a:lnTo>
                    <a:pt x="2888" y="709"/>
                  </a:lnTo>
                  <a:lnTo>
                    <a:pt x="2889" y="709"/>
                  </a:lnTo>
                  <a:lnTo>
                    <a:pt x="2891" y="709"/>
                  </a:lnTo>
                  <a:lnTo>
                    <a:pt x="2892" y="709"/>
                  </a:lnTo>
                  <a:lnTo>
                    <a:pt x="2893" y="709"/>
                  </a:lnTo>
                  <a:lnTo>
                    <a:pt x="2894" y="709"/>
                  </a:lnTo>
                  <a:lnTo>
                    <a:pt x="2896" y="709"/>
                  </a:lnTo>
                  <a:lnTo>
                    <a:pt x="2897" y="709"/>
                  </a:lnTo>
                  <a:lnTo>
                    <a:pt x="2898" y="709"/>
                  </a:lnTo>
                  <a:lnTo>
                    <a:pt x="2900" y="709"/>
                  </a:lnTo>
                  <a:lnTo>
                    <a:pt x="2901" y="709"/>
                  </a:lnTo>
                  <a:lnTo>
                    <a:pt x="2902" y="709"/>
                  </a:lnTo>
                  <a:lnTo>
                    <a:pt x="2904" y="709"/>
                  </a:lnTo>
                  <a:lnTo>
                    <a:pt x="2905" y="709"/>
                  </a:lnTo>
                  <a:lnTo>
                    <a:pt x="2906" y="709"/>
                  </a:lnTo>
                  <a:lnTo>
                    <a:pt x="2908" y="709"/>
                  </a:lnTo>
                  <a:lnTo>
                    <a:pt x="2909" y="709"/>
                  </a:lnTo>
                  <a:lnTo>
                    <a:pt x="2910" y="709"/>
                  </a:lnTo>
                  <a:lnTo>
                    <a:pt x="2911" y="709"/>
                  </a:lnTo>
                  <a:lnTo>
                    <a:pt x="2913" y="709"/>
                  </a:lnTo>
                  <a:lnTo>
                    <a:pt x="2914" y="709"/>
                  </a:lnTo>
                  <a:lnTo>
                    <a:pt x="2916" y="709"/>
                  </a:lnTo>
                  <a:lnTo>
                    <a:pt x="2917" y="709"/>
                  </a:lnTo>
                  <a:lnTo>
                    <a:pt x="2918" y="709"/>
                  </a:lnTo>
                  <a:lnTo>
                    <a:pt x="2920" y="709"/>
                  </a:lnTo>
                  <a:lnTo>
                    <a:pt x="2921" y="709"/>
                  </a:lnTo>
                  <a:lnTo>
                    <a:pt x="2922" y="709"/>
                  </a:lnTo>
                  <a:lnTo>
                    <a:pt x="2923" y="709"/>
                  </a:lnTo>
                  <a:lnTo>
                    <a:pt x="2925" y="709"/>
                  </a:lnTo>
                  <a:lnTo>
                    <a:pt x="2926" y="709"/>
                  </a:lnTo>
                  <a:lnTo>
                    <a:pt x="2927" y="709"/>
                  </a:lnTo>
                  <a:lnTo>
                    <a:pt x="2929" y="709"/>
                  </a:lnTo>
                  <a:lnTo>
                    <a:pt x="2930" y="709"/>
                  </a:lnTo>
                  <a:lnTo>
                    <a:pt x="2932" y="709"/>
                  </a:lnTo>
                  <a:lnTo>
                    <a:pt x="2933" y="709"/>
                  </a:lnTo>
                  <a:lnTo>
                    <a:pt x="2934" y="709"/>
                  </a:lnTo>
                  <a:lnTo>
                    <a:pt x="2935" y="709"/>
                  </a:lnTo>
                  <a:lnTo>
                    <a:pt x="2937" y="709"/>
                  </a:lnTo>
                  <a:lnTo>
                    <a:pt x="2938" y="709"/>
                  </a:lnTo>
                  <a:lnTo>
                    <a:pt x="2939" y="709"/>
                  </a:lnTo>
                  <a:lnTo>
                    <a:pt x="2941" y="709"/>
                  </a:lnTo>
                  <a:lnTo>
                    <a:pt x="2942" y="709"/>
                  </a:lnTo>
                  <a:lnTo>
                    <a:pt x="2943" y="709"/>
                  </a:lnTo>
                  <a:lnTo>
                    <a:pt x="2945" y="709"/>
                  </a:lnTo>
                  <a:lnTo>
                    <a:pt x="2946" y="709"/>
                  </a:lnTo>
                  <a:lnTo>
                    <a:pt x="2947" y="709"/>
                  </a:lnTo>
                  <a:lnTo>
                    <a:pt x="2949" y="709"/>
                  </a:lnTo>
                  <a:lnTo>
                    <a:pt x="2950" y="709"/>
                  </a:lnTo>
                  <a:lnTo>
                    <a:pt x="2951" y="709"/>
                  </a:lnTo>
                  <a:lnTo>
                    <a:pt x="2952" y="709"/>
                  </a:lnTo>
                  <a:lnTo>
                    <a:pt x="2954" y="709"/>
                  </a:lnTo>
                  <a:lnTo>
                    <a:pt x="2955" y="709"/>
                  </a:lnTo>
                  <a:lnTo>
                    <a:pt x="2957" y="709"/>
                  </a:lnTo>
                  <a:lnTo>
                    <a:pt x="2958" y="709"/>
                  </a:lnTo>
                  <a:lnTo>
                    <a:pt x="2959" y="709"/>
                  </a:lnTo>
                  <a:lnTo>
                    <a:pt x="2961" y="709"/>
                  </a:lnTo>
                  <a:lnTo>
                    <a:pt x="2962" y="709"/>
                  </a:lnTo>
                  <a:lnTo>
                    <a:pt x="2963" y="709"/>
                  </a:lnTo>
                  <a:lnTo>
                    <a:pt x="2964" y="709"/>
                  </a:lnTo>
                  <a:lnTo>
                    <a:pt x="2966" y="709"/>
                  </a:lnTo>
                  <a:lnTo>
                    <a:pt x="2967" y="709"/>
                  </a:lnTo>
                  <a:lnTo>
                    <a:pt x="2968" y="709"/>
                  </a:lnTo>
                  <a:lnTo>
                    <a:pt x="2970" y="709"/>
                  </a:lnTo>
                  <a:lnTo>
                    <a:pt x="2971" y="709"/>
                  </a:lnTo>
                  <a:lnTo>
                    <a:pt x="2973" y="709"/>
                  </a:lnTo>
                  <a:lnTo>
                    <a:pt x="2974" y="709"/>
                  </a:lnTo>
                  <a:lnTo>
                    <a:pt x="2975" y="709"/>
                  </a:lnTo>
                  <a:lnTo>
                    <a:pt x="2976" y="709"/>
                  </a:lnTo>
                  <a:lnTo>
                    <a:pt x="2978" y="709"/>
                  </a:lnTo>
                  <a:lnTo>
                    <a:pt x="2979" y="709"/>
                  </a:lnTo>
                  <a:lnTo>
                    <a:pt x="2980" y="709"/>
                  </a:lnTo>
                  <a:lnTo>
                    <a:pt x="2982" y="709"/>
                  </a:lnTo>
                  <a:lnTo>
                    <a:pt x="2983" y="709"/>
                  </a:lnTo>
                  <a:lnTo>
                    <a:pt x="2984" y="709"/>
                  </a:lnTo>
                  <a:lnTo>
                    <a:pt x="2986" y="709"/>
                  </a:lnTo>
                  <a:lnTo>
                    <a:pt x="2987" y="709"/>
                  </a:lnTo>
                  <a:lnTo>
                    <a:pt x="2989" y="709"/>
                  </a:lnTo>
                  <a:lnTo>
                    <a:pt x="2990" y="709"/>
                  </a:lnTo>
                  <a:lnTo>
                    <a:pt x="2991" y="709"/>
                  </a:lnTo>
                  <a:lnTo>
                    <a:pt x="2992" y="709"/>
                  </a:lnTo>
                  <a:lnTo>
                    <a:pt x="2994" y="709"/>
                  </a:lnTo>
                  <a:lnTo>
                    <a:pt x="2995" y="709"/>
                  </a:lnTo>
                  <a:lnTo>
                    <a:pt x="2996" y="709"/>
                  </a:lnTo>
                  <a:lnTo>
                    <a:pt x="2998" y="709"/>
                  </a:lnTo>
                  <a:lnTo>
                    <a:pt x="2999" y="709"/>
                  </a:lnTo>
                  <a:lnTo>
                    <a:pt x="3000" y="709"/>
                  </a:lnTo>
                  <a:lnTo>
                    <a:pt x="3002" y="709"/>
                  </a:lnTo>
                  <a:lnTo>
                    <a:pt x="3003" y="709"/>
                  </a:lnTo>
                  <a:lnTo>
                    <a:pt x="3004" y="709"/>
                  </a:lnTo>
                  <a:lnTo>
                    <a:pt x="3005" y="709"/>
                  </a:lnTo>
                  <a:lnTo>
                    <a:pt x="3007" y="709"/>
                  </a:lnTo>
                  <a:lnTo>
                    <a:pt x="3008" y="708"/>
                  </a:lnTo>
                  <a:lnTo>
                    <a:pt x="3009" y="705"/>
                  </a:lnTo>
                  <a:lnTo>
                    <a:pt x="3011" y="699"/>
                  </a:lnTo>
                  <a:lnTo>
                    <a:pt x="3012" y="692"/>
                  </a:lnTo>
                  <a:lnTo>
                    <a:pt x="3014" y="683"/>
                  </a:lnTo>
                  <a:lnTo>
                    <a:pt x="3015" y="671"/>
                  </a:lnTo>
                  <a:lnTo>
                    <a:pt x="3016" y="658"/>
                  </a:lnTo>
                  <a:lnTo>
                    <a:pt x="3018" y="642"/>
                  </a:lnTo>
                  <a:lnTo>
                    <a:pt x="3019" y="624"/>
                  </a:lnTo>
                  <a:lnTo>
                    <a:pt x="3020" y="605"/>
                  </a:lnTo>
                  <a:lnTo>
                    <a:pt x="3021" y="585"/>
                  </a:lnTo>
                  <a:lnTo>
                    <a:pt x="3023" y="565"/>
                  </a:lnTo>
                  <a:lnTo>
                    <a:pt x="3024" y="545"/>
                  </a:lnTo>
                  <a:lnTo>
                    <a:pt x="3025" y="525"/>
                  </a:lnTo>
                  <a:lnTo>
                    <a:pt x="3027" y="504"/>
                  </a:lnTo>
                  <a:lnTo>
                    <a:pt x="3028" y="483"/>
                  </a:lnTo>
                  <a:lnTo>
                    <a:pt x="3030" y="462"/>
                  </a:lnTo>
                  <a:lnTo>
                    <a:pt x="3031" y="441"/>
                  </a:lnTo>
                  <a:lnTo>
                    <a:pt x="3032" y="419"/>
                  </a:lnTo>
                  <a:lnTo>
                    <a:pt x="3033" y="398"/>
                  </a:lnTo>
                  <a:lnTo>
                    <a:pt x="3035" y="376"/>
                  </a:lnTo>
                  <a:lnTo>
                    <a:pt x="3036" y="354"/>
                  </a:lnTo>
                  <a:lnTo>
                    <a:pt x="3037" y="331"/>
                  </a:lnTo>
                  <a:lnTo>
                    <a:pt x="3039" y="308"/>
                  </a:lnTo>
                  <a:lnTo>
                    <a:pt x="3040" y="285"/>
                  </a:lnTo>
                  <a:lnTo>
                    <a:pt x="3041" y="262"/>
                  </a:lnTo>
                  <a:lnTo>
                    <a:pt x="3043" y="239"/>
                  </a:lnTo>
                  <a:lnTo>
                    <a:pt x="3044" y="215"/>
                  </a:lnTo>
                  <a:lnTo>
                    <a:pt x="3045" y="191"/>
                  </a:lnTo>
                  <a:lnTo>
                    <a:pt x="3047" y="166"/>
                  </a:lnTo>
                  <a:lnTo>
                    <a:pt x="3048" y="142"/>
                  </a:lnTo>
                  <a:lnTo>
                    <a:pt x="3049" y="117"/>
                  </a:lnTo>
                  <a:lnTo>
                    <a:pt x="3051" y="94"/>
                  </a:lnTo>
                  <a:lnTo>
                    <a:pt x="3052" y="73"/>
                  </a:lnTo>
                  <a:lnTo>
                    <a:pt x="3053" y="54"/>
                  </a:lnTo>
                  <a:lnTo>
                    <a:pt x="3055" y="38"/>
                  </a:lnTo>
                  <a:lnTo>
                    <a:pt x="3056" y="26"/>
                  </a:lnTo>
                  <a:lnTo>
                    <a:pt x="3057" y="16"/>
                  </a:lnTo>
                  <a:lnTo>
                    <a:pt x="3059" y="8"/>
                  </a:lnTo>
                  <a:lnTo>
                    <a:pt x="3060" y="4"/>
                  </a:lnTo>
                  <a:lnTo>
                    <a:pt x="3061" y="1"/>
                  </a:lnTo>
                  <a:lnTo>
                    <a:pt x="3062" y="0"/>
                  </a:lnTo>
                  <a:lnTo>
                    <a:pt x="3064" y="0"/>
                  </a:lnTo>
                  <a:lnTo>
                    <a:pt x="3065" y="0"/>
                  </a:lnTo>
                  <a:lnTo>
                    <a:pt x="3066" y="0"/>
                  </a:lnTo>
                  <a:lnTo>
                    <a:pt x="3068" y="0"/>
                  </a:lnTo>
                  <a:lnTo>
                    <a:pt x="3069" y="0"/>
                  </a:lnTo>
                  <a:lnTo>
                    <a:pt x="3071" y="0"/>
                  </a:lnTo>
                  <a:lnTo>
                    <a:pt x="3072" y="0"/>
                  </a:lnTo>
                  <a:lnTo>
                    <a:pt x="3073" y="0"/>
                  </a:lnTo>
                  <a:lnTo>
                    <a:pt x="3074" y="0"/>
                  </a:lnTo>
                  <a:lnTo>
                    <a:pt x="3076" y="0"/>
                  </a:lnTo>
                  <a:lnTo>
                    <a:pt x="3077" y="0"/>
                  </a:lnTo>
                  <a:lnTo>
                    <a:pt x="3078" y="0"/>
                  </a:lnTo>
                  <a:lnTo>
                    <a:pt x="3080" y="0"/>
                  </a:lnTo>
                  <a:lnTo>
                    <a:pt x="3081" y="0"/>
                  </a:lnTo>
                  <a:lnTo>
                    <a:pt x="3082" y="0"/>
                  </a:lnTo>
                  <a:lnTo>
                    <a:pt x="3084" y="0"/>
                  </a:lnTo>
                  <a:lnTo>
                    <a:pt x="3085" y="0"/>
                  </a:lnTo>
                  <a:lnTo>
                    <a:pt x="3086" y="0"/>
                  </a:lnTo>
                  <a:lnTo>
                    <a:pt x="3088" y="0"/>
                  </a:lnTo>
                  <a:lnTo>
                    <a:pt x="3089" y="0"/>
                  </a:lnTo>
                  <a:lnTo>
                    <a:pt x="3090" y="0"/>
                  </a:lnTo>
                  <a:lnTo>
                    <a:pt x="3092" y="0"/>
                  </a:lnTo>
                  <a:lnTo>
                    <a:pt x="3093" y="0"/>
                  </a:lnTo>
                  <a:lnTo>
                    <a:pt x="3094" y="0"/>
                  </a:lnTo>
                  <a:lnTo>
                    <a:pt x="3096" y="0"/>
                  </a:lnTo>
                  <a:lnTo>
                    <a:pt x="3097" y="0"/>
                  </a:lnTo>
                  <a:lnTo>
                    <a:pt x="3098" y="0"/>
                  </a:lnTo>
                  <a:lnTo>
                    <a:pt x="3100" y="0"/>
                  </a:lnTo>
                  <a:lnTo>
                    <a:pt x="3101" y="0"/>
                  </a:lnTo>
                  <a:lnTo>
                    <a:pt x="3102" y="0"/>
                  </a:lnTo>
                  <a:lnTo>
                    <a:pt x="3103" y="0"/>
                  </a:lnTo>
                  <a:lnTo>
                    <a:pt x="3105" y="0"/>
                  </a:lnTo>
                  <a:lnTo>
                    <a:pt x="3106" y="0"/>
                  </a:lnTo>
                  <a:lnTo>
                    <a:pt x="3107" y="0"/>
                  </a:lnTo>
                  <a:lnTo>
                    <a:pt x="3109" y="0"/>
                  </a:lnTo>
                  <a:lnTo>
                    <a:pt x="3110" y="0"/>
                  </a:lnTo>
                  <a:lnTo>
                    <a:pt x="3112" y="0"/>
                  </a:lnTo>
                  <a:lnTo>
                    <a:pt x="3113" y="0"/>
                  </a:lnTo>
                  <a:lnTo>
                    <a:pt x="3114" y="0"/>
                  </a:lnTo>
                  <a:lnTo>
                    <a:pt x="3115" y="0"/>
                  </a:lnTo>
                  <a:lnTo>
                    <a:pt x="3117" y="0"/>
                  </a:lnTo>
                  <a:lnTo>
                    <a:pt x="3118" y="0"/>
                  </a:lnTo>
                  <a:lnTo>
                    <a:pt x="3119" y="0"/>
                  </a:lnTo>
                  <a:lnTo>
                    <a:pt x="3121" y="0"/>
                  </a:lnTo>
                  <a:lnTo>
                    <a:pt x="3122" y="0"/>
                  </a:lnTo>
                  <a:lnTo>
                    <a:pt x="3123" y="0"/>
                  </a:lnTo>
                  <a:lnTo>
                    <a:pt x="3125" y="0"/>
                  </a:lnTo>
                  <a:lnTo>
                    <a:pt x="3126" y="0"/>
                  </a:lnTo>
                  <a:lnTo>
                    <a:pt x="3127" y="0"/>
                  </a:lnTo>
                  <a:lnTo>
                    <a:pt x="3129" y="0"/>
                  </a:lnTo>
                  <a:lnTo>
                    <a:pt x="3130" y="0"/>
                  </a:lnTo>
                  <a:lnTo>
                    <a:pt x="3131" y="0"/>
                  </a:lnTo>
                  <a:lnTo>
                    <a:pt x="3133" y="0"/>
                  </a:lnTo>
                  <a:lnTo>
                    <a:pt x="3134" y="0"/>
                  </a:lnTo>
                  <a:lnTo>
                    <a:pt x="3135" y="0"/>
                  </a:lnTo>
                  <a:lnTo>
                    <a:pt x="3137" y="0"/>
                  </a:lnTo>
                  <a:lnTo>
                    <a:pt x="3138" y="0"/>
                  </a:lnTo>
                  <a:lnTo>
                    <a:pt x="3139" y="0"/>
                  </a:lnTo>
                  <a:lnTo>
                    <a:pt x="3141" y="0"/>
                  </a:lnTo>
                  <a:lnTo>
                    <a:pt x="3142" y="0"/>
                  </a:lnTo>
                  <a:lnTo>
                    <a:pt x="3143" y="0"/>
                  </a:lnTo>
                  <a:lnTo>
                    <a:pt x="3144" y="0"/>
                  </a:lnTo>
                  <a:lnTo>
                    <a:pt x="3146" y="0"/>
                  </a:lnTo>
                  <a:lnTo>
                    <a:pt x="3147" y="0"/>
                  </a:lnTo>
                  <a:lnTo>
                    <a:pt x="3149" y="0"/>
                  </a:lnTo>
                  <a:lnTo>
                    <a:pt x="3150" y="0"/>
                  </a:lnTo>
                  <a:lnTo>
                    <a:pt x="3151" y="0"/>
                  </a:lnTo>
                  <a:lnTo>
                    <a:pt x="3153" y="0"/>
                  </a:lnTo>
                  <a:lnTo>
                    <a:pt x="3154" y="0"/>
                  </a:lnTo>
                  <a:lnTo>
                    <a:pt x="3155" y="0"/>
                  </a:lnTo>
                  <a:lnTo>
                    <a:pt x="3156" y="0"/>
                  </a:lnTo>
                  <a:lnTo>
                    <a:pt x="3158" y="0"/>
                  </a:lnTo>
                  <a:lnTo>
                    <a:pt x="3159" y="0"/>
                  </a:lnTo>
                  <a:lnTo>
                    <a:pt x="3160" y="0"/>
                  </a:lnTo>
                  <a:lnTo>
                    <a:pt x="3162" y="0"/>
                  </a:lnTo>
                  <a:lnTo>
                    <a:pt x="3163" y="0"/>
                  </a:lnTo>
                  <a:lnTo>
                    <a:pt x="3164" y="0"/>
                  </a:lnTo>
                  <a:lnTo>
                    <a:pt x="3166" y="0"/>
                  </a:lnTo>
                  <a:lnTo>
                    <a:pt x="3167" y="0"/>
                  </a:lnTo>
                  <a:lnTo>
                    <a:pt x="3168" y="0"/>
                  </a:lnTo>
                  <a:lnTo>
                    <a:pt x="3170" y="0"/>
                  </a:lnTo>
                  <a:lnTo>
                    <a:pt x="3171" y="0"/>
                  </a:lnTo>
                  <a:lnTo>
                    <a:pt x="3172" y="0"/>
                  </a:lnTo>
                  <a:lnTo>
                    <a:pt x="3174" y="0"/>
                  </a:lnTo>
                  <a:lnTo>
                    <a:pt x="3175" y="0"/>
                  </a:lnTo>
                  <a:lnTo>
                    <a:pt x="3176" y="0"/>
                  </a:lnTo>
                  <a:lnTo>
                    <a:pt x="3178" y="0"/>
                  </a:lnTo>
                  <a:lnTo>
                    <a:pt x="3179" y="0"/>
                  </a:lnTo>
                  <a:lnTo>
                    <a:pt x="3180" y="0"/>
                  </a:lnTo>
                  <a:lnTo>
                    <a:pt x="3182" y="0"/>
                  </a:lnTo>
                  <a:lnTo>
                    <a:pt x="3183" y="0"/>
                  </a:lnTo>
                  <a:lnTo>
                    <a:pt x="3184" y="0"/>
                  </a:lnTo>
                  <a:lnTo>
                    <a:pt x="3185" y="0"/>
                  </a:lnTo>
                  <a:lnTo>
                    <a:pt x="3187" y="1"/>
                  </a:lnTo>
                  <a:lnTo>
                    <a:pt x="3188" y="4"/>
                  </a:lnTo>
                  <a:lnTo>
                    <a:pt x="3190" y="8"/>
                  </a:lnTo>
                  <a:lnTo>
                    <a:pt x="3191" y="15"/>
                  </a:lnTo>
                  <a:lnTo>
                    <a:pt x="3192" y="24"/>
                  </a:lnTo>
                  <a:lnTo>
                    <a:pt x="3194" y="35"/>
                  </a:lnTo>
                  <a:lnTo>
                    <a:pt x="3195" y="48"/>
                  </a:lnTo>
                  <a:lnTo>
                    <a:pt x="3196" y="63"/>
                  </a:lnTo>
                  <a:lnTo>
                    <a:pt x="3197" y="81"/>
                  </a:lnTo>
                  <a:lnTo>
                    <a:pt x="3199" y="102"/>
                  </a:lnTo>
                  <a:lnTo>
                    <a:pt x="3200" y="123"/>
                  </a:lnTo>
                  <a:lnTo>
                    <a:pt x="3201" y="146"/>
                  </a:lnTo>
                  <a:lnTo>
                    <a:pt x="3203" y="170"/>
                  </a:lnTo>
                  <a:lnTo>
                    <a:pt x="3204" y="196"/>
                  </a:lnTo>
                  <a:lnTo>
                    <a:pt x="3205" y="224"/>
                  </a:lnTo>
                  <a:lnTo>
                    <a:pt x="3207" y="252"/>
                  </a:lnTo>
                  <a:lnTo>
                    <a:pt x="3208" y="282"/>
                  </a:lnTo>
                  <a:lnTo>
                    <a:pt x="3210" y="312"/>
                  </a:lnTo>
                  <a:lnTo>
                    <a:pt x="3211" y="342"/>
                  </a:lnTo>
                  <a:lnTo>
                    <a:pt x="3212" y="372"/>
                  </a:lnTo>
                  <a:lnTo>
                    <a:pt x="3213" y="402"/>
                  </a:lnTo>
                  <a:lnTo>
                    <a:pt x="3215" y="432"/>
                  </a:lnTo>
                  <a:lnTo>
                    <a:pt x="3216" y="461"/>
                  </a:lnTo>
                  <a:lnTo>
                    <a:pt x="3217" y="490"/>
                  </a:lnTo>
                  <a:lnTo>
                    <a:pt x="3219" y="518"/>
                  </a:lnTo>
                  <a:lnTo>
                    <a:pt x="3220" y="545"/>
                  </a:lnTo>
                  <a:lnTo>
                    <a:pt x="3221" y="571"/>
                  </a:lnTo>
                  <a:lnTo>
                    <a:pt x="3223" y="597"/>
                  </a:lnTo>
                  <a:lnTo>
                    <a:pt x="3224" y="621"/>
                  </a:lnTo>
                  <a:lnTo>
                    <a:pt x="3225" y="642"/>
                  </a:lnTo>
                  <a:lnTo>
                    <a:pt x="3226" y="660"/>
                  </a:lnTo>
                  <a:lnTo>
                    <a:pt x="3228" y="675"/>
                  </a:lnTo>
                  <a:lnTo>
                    <a:pt x="3229" y="687"/>
                  </a:lnTo>
                  <a:lnTo>
                    <a:pt x="3231" y="696"/>
                  </a:lnTo>
                  <a:lnTo>
                    <a:pt x="3232" y="703"/>
                  </a:lnTo>
                  <a:lnTo>
                    <a:pt x="3233" y="708"/>
                  </a:lnTo>
                  <a:lnTo>
                    <a:pt x="3235" y="709"/>
                  </a:lnTo>
                  <a:lnTo>
                    <a:pt x="3236" y="709"/>
                  </a:lnTo>
                  <a:lnTo>
                    <a:pt x="3237" y="709"/>
                  </a:lnTo>
                  <a:lnTo>
                    <a:pt x="3239" y="709"/>
                  </a:lnTo>
                  <a:lnTo>
                    <a:pt x="3240" y="709"/>
                  </a:lnTo>
                  <a:lnTo>
                    <a:pt x="3241" y="709"/>
                  </a:lnTo>
                  <a:lnTo>
                    <a:pt x="3242" y="709"/>
                  </a:lnTo>
                  <a:lnTo>
                    <a:pt x="3244" y="709"/>
                  </a:lnTo>
                  <a:lnTo>
                    <a:pt x="3245" y="709"/>
                  </a:lnTo>
                  <a:lnTo>
                    <a:pt x="3247" y="709"/>
                  </a:lnTo>
                  <a:lnTo>
                    <a:pt x="3248" y="709"/>
                  </a:lnTo>
                  <a:lnTo>
                    <a:pt x="3249" y="709"/>
                  </a:lnTo>
                  <a:lnTo>
                    <a:pt x="3251" y="709"/>
                  </a:lnTo>
                  <a:lnTo>
                    <a:pt x="3252" y="709"/>
                  </a:lnTo>
                  <a:lnTo>
                    <a:pt x="3253" y="709"/>
                  </a:lnTo>
                  <a:lnTo>
                    <a:pt x="3254" y="709"/>
                  </a:lnTo>
                  <a:lnTo>
                    <a:pt x="3256" y="709"/>
                  </a:lnTo>
                  <a:lnTo>
                    <a:pt x="3257" y="709"/>
                  </a:lnTo>
                  <a:lnTo>
                    <a:pt x="3258" y="709"/>
                  </a:lnTo>
                  <a:lnTo>
                    <a:pt x="3260" y="709"/>
                  </a:lnTo>
                  <a:lnTo>
                    <a:pt x="3261" y="709"/>
                  </a:lnTo>
                  <a:lnTo>
                    <a:pt x="3262" y="709"/>
                  </a:lnTo>
                  <a:lnTo>
                    <a:pt x="3264" y="709"/>
                  </a:lnTo>
                  <a:lnTo>
                    <a:pt x="3265" y="709"/>
                  </a:lnTo>
                  <a:lnTo>
                    <a:pt x="3266" y="709"/>
                  </a:lnTo>
                  <a:lnTo>
                    <a:pt x="3268" y="709"/>
                  </a:lnTo>
                  <a:lnTo>
                    <a:pt x="3269" y="709"/>
                  </a:lnTo>
                  <a:lnTo>
                    <a:pt x="3270" y="709"/>
                  </a:lnTo>
                  <a:lnTo>
                    <a:pt x="3272" y="709"/>
                  </a:lnTo>
                  <a:lnTo>
                    <a:pt x="3273" y="709"/>
                  </a:lnTo>
                  <a:lnTo>
                    <a:pt x="3274" y="709"/>
                  </a:lnTo>
                  <a:lnTo>
                    <a:pt x="3276" y="709"/>
                  </a:lnTo>
                  <a:lnTo>
                    <a:pt x="3277" y="709"/>
                  </a:lnTo>
                  <a:lnTo>
                    <a:pt x="3278" y="709"/>
                  </a:lnTo>
                  <a:lnTo>
                    <a:pt x="3280" y="709"/>
                  </a:lnTo>
                  <a:lnTo>
                    <a:pt x="3281" y="709"/>
                  </a:lnTo>
                  <a:lnTo>
                    <a:pt x="3282" y="709"/>
                  </a:lnTo>
                  <a:lnTo>
                    <a:pt x="3283" y="709"/>
                  </a:lnTo>
                  <a:lnTo>
                    <a:pt x="3285" y="709"/>
                  </a:lnTo>
                  <a:lnTo>
                    <a:pt x="3286" y="709"/>
                  </a:lnTo>
                  <a:lnTo>
                    <a:pt x="3288" y="709"/>
                  </a:lnTo>
                  <a:lnTo>
                    <a:pt x="3289" y="709"/>
                  </a:lnTo>
                  <a:lnTo>
                    <a:pt x="3290" y="709"/>
                  </a:lnTo>
                  <a:lnTo>
                    <a:pt x="3292" y="709"/>
                  </a:lnTo>
                  <a:lnTo>
                    <a:pt x="3293" y="709"/>
                  </a:lnTo>
                  <a:lnTo>
                    <a:pt x="3294" y="709"/>
                  </a:lnTo>
                  <a:lnTo>
                    <a:pt x="3295" y="709"/>
                  </a:lnTo>
                  <a:lnTo>
                    <a:pt x="3297" y="709"/>
                  </a:lnTo>
                  <a:lnTo>
                    <a:pt x="3298" y="709"/>
                  </a:lnTo>
                  <a:lnTo>
                    <a:pt x="3299" y="709"/>
                  </a:lnTo>
                  <a:lnTo>
                    <a:pt x="3301" y="709"/>
                  </a:lnTo>
                  <a:lnTo>
                    <a:pt x="3302" y="709"/>
                  </a:lnTo>
                  <a:lnTo>
                    <a:pt x="3303" y="709"/>
                  </a:lnTo>
                  <a:lnTo>
                    <a:pt x="3305" y="709"/>
                  </a:lnTo>
                  <a:lnTo>
                    <a:pt x="3306" y="709"/>
                  </a:lnTo>
                  <a:lnTo>
                    <a:pt x="3307" y="709"/>
                  </a:lnTo>
                  <a:lnTo>
                    <a:pt x="3309" y="709"/>
                  </a:lnTo>
                  <a:lnTo>
                    <a:pt x="3310" y="709"/>
                  </a:lnTo>
                  <a:lnTo>
                    <a:pt x="3311" y="709"/>
                  </a:lnTo>
                  <a:lnTo>
                    <a:pt x="3313" y="709"/>
                  </a:lnTo>
                  <a:lnTo>
                    <a:pt x="3314" y="709"/>
                  </a:lnTo>
                  <a:lnTo>
                    <a:pt x="3315" y="709"/>
                  </a:lnTo>
                  <a:lnTo>
                    <a:pt x="3317" y="709"/>
                  </a:lnTo>
                  <a:lnTo>
                    <a:pt x="3318" y="709"/>
                  </a:lnTo>
                  <a:lnTo>
                    <a:pt x="3319" y="709"/>
                  </a:lnTo>
                  <a:lnTo>
                    <a:pt x="3321" y="709"/>
                  </a:lnTo>
                  <a:lnTo>
                    <a:pt x="3322" y="709"/>
                  </a:lnTo>
                  <a:lnTo>
                    <a:pt x="3323" y="709"/>
                  </a:lnTo>
                  <a:lnTo>
                    <a:pt x="3324" y="709"/>
                  </a:lnTo>
                  <a:lnTo>
                    <a:pt x="3326" y="709"/>
                  </a:lnTo>
                  <a:lnTo>
                    <a:pt x="3327" y="709"/>
                  </a:lnTo>
                  <a:lnTo>
                    <a:pt x="3329" y="709"/>
                  </a:lnTo>
                  <a:lnTo>
                    <a:pt x="3330" y="709"/>
                  </a:lnTo>
                  <a:lnTo>
                    <a:pt x="3331" y="709"/>
                  </a:lnTo>
                  <a:lnTo>
                    <a:pt x="3333" y="709"/>
                  </a:lnTo>
                  <a:lnTo>
                    <a:pt x="3334" y="709"/>
                  </a:lnTo>
                  <a:lnTo>
                    <a:pt x="3335" y="709"/>
                  </a:lnTo>
                  <a:lnTo>
                    <a:pt x="3336" y="709"/>
                  </a:lnTo>
                  <a:lnTo>
                    <a:pt x="3338" y="709"/>
                  </a:lnTo>
                  <a:lnTo>
                    <a:pt x="3339" y="709"/>
                  </a:lnTo>
                  <a:lnTo>
                    <a:pt x="3340" y="709"/>
                  </a:lnTo>
                  <a:lnTo>
                    <a:pt x="3342" y="709"/>
                  </a:lnTo>
                  <a:lnTo>
                    <a:pt x="3343" y="709"/>
                  </a:lnTo>
                  <a:lnTo>
                    <a:pt x="3345" y="709"/>
                  </a:lnTo>
                  <a:lnTo>
                    <a:pt x="3346" y="709"/>
                  </a:lnTo>
                  <a:lnTo>
                    <a:pt x="3347" y="709"/>
                  </a:lnTo>
                  <a:lnTo>
                    <a:pt x="3348" y="709"/>
                  </a:lnTo>
                  <a:lnTo>
                    <a:pt x="3350" y="709"/>
                  </a:lnTo>
                  <a:lnTo>
                    <a:pt x="3351" y="709"/>
                  </a:lnTo>
                  <a:lnTo>
                    <a:pt x="3352" y="709"/>
                  </a:lnTo>
                  <a:lnTo>
                    <a:pt x="3354" y="709"/>
                  </a:lnTo>
                  <a:lnTo>
                    <a:pt x="3355" y="709"/>
                  </a:lnTo>
                  <a:lnTo>
                    <a:pt x="3356" y="709"/>
                  </a:lnTo>
                  <a:lnTo>
                    <a:pt x="3358" y="709"/>
                  </a:lnTo>
                  <a:lnTo>
                    <a:pt x="3359" y="709"/>
                  </a:lnTo>
                  <a:lnTo>
                    <a:pt x="3360" y="709"/>
                  </a:lnTo>
                  <a:lnTo>
                    <a:pt x="3362" y="709"/>
                  </a:lnTo>
                  <a:lnTo>
                    <a:pt x="3363" y="709"/>
                  </a:lnTo>
                  <a:lnTo>
                    <a:pt x="3364" y="709"/>
                  </a:lnTo>
                  <a:lnTo>
                    <a:pt x="3365" y="709"/>
                  </a:lnTo>
                  <a:lnTo>
                    <a:pt x="3367" y="709"/>
                  </a:lnTo>
                  <a:lnTo>
                    <a:pt x="3368" y="709"/>
                  </a:lnTo>
                  <a:lnTo>
                    <a:pt x="3370" y="709"/>
                  </a:lnTo>
                  <a:lnTo>
                    <a:pt x="3371" y="709"/>
                  </a:lnTo>
                  <a:lnTo>
                    <a:pt x="3372" y="709"/>
                  </a:lnTo>
                  <a:lnTo>
                    <a:pt x="3374" y="709"/>
                  </a:lnTo>
                  <a:lnTo>
                    <a:pt x="3375" y="709"/>
                  </a:lnTo>
                  <a:lnTo>
                    <a:pt x="3376" y="709"/>
                  </a:lnTo>
                  <a:lnTo>
                    <a:pt x="3377" y="709"/>
                  </a:lnTo>
                  <a:lnTo>
                    <a:pt x="3379" y="709"/>
                  </a:lnTo>
                  <a:lnTo>
                    <a:pt x="3380" y="709"/>
                  </a:lnTo>
                  <a:lnTo>
                    <a:pt x="3381" y="709"/>
                  </a:lnTo>
                  <a:lnTo>
                    <a:pt x="3383" y="709"/>
                  </a:lnTo>
                  <a:lnTo>
                    <a:pt x="3384" y="709"/>
                  </a:lnTo>
                  <a:lnTo>
                    <a:pt x="3386" y="709"/>
                  </a:lnTo>
                  <a:lnTo>
                    <a:pt x="3387" y="709"/>
                  </a:lnTo>
                  <a:lnTo>
                    <a:pt x="3388" y="709"/>
                  </a:lnTo>
                  <a:lnTo>
                    <a:pt x="3389" y="709"/>
                  </a:lnTo>
                  <a:lnTo>
                    <a:pt x="3391" y="709"/>
                  </a:lnTo>
                  <a:lnTo>
                    <a:pt x="3392" y="709"/>
                  </a:lnTo>
                  <a:lnTo>
                    <a:pt x="3393" y="709"/>
                  </a:lnTo>
                  <a:lnTo>
                    <a:pt x="3395" y="709"/>
                  </a:lnTo>
                  <a:lnTo>
                    <a:pt x="3396" y="709"/>
                  </a:lnTo>
                  <a:lnTo>
                    <a:pt x="3397" y="709"/>
                  </a:lnTo>
                  <a:lnTo>
                    <a:pt x="3399" y="709"/>
                  </a:lnTo>
                  <a:lnTo>
                    <a:pt x="3400" y="709"/>
                  </a:lnTo>
                  <a:lnTo>
                    <a:pt x="3402" y="709"/>
                  </a:lnTo>
                  <a:lnTo>
                    <a:pt x="3403" y="709"/>
                  </a:lnTo>
                  <a:lnTo>
                    <a:pt x="3404" y="709"/>
                  </a:lnTo>
                  <a:lnTo>
                    <a:pt x="3405" y="709"/>
                  </a:lnTo>
                  <a:lnTo>
                    <a:pt x="3407" y="709"/>
                  </a:lnTo>
                  <a:lnTo>
                    <a:pt x="3408" y="709"/>
                  </a:lnTo>
                  <a:lnTo>
                    <a:pt x="3409" y="709"/>
                  </a:lnTo>
                  <a:lnTo>
                    <a:pt x="3411" y="709"/>
                  </a:lnTo>
                  <a:lnTo>
                    <a:pt x="3412" y="709"/>
                  </a:lnTo>
                  <a:lnTo>
                    <a:pt x="3413" y="709"/>
                  </a:lnTo>
                  <a:lnTo>
                    <a:pt x="3415" y="709"/>
                  </a:lnTo>
                  <a:lnTo>
                    <a:pt x="3416" y="709"/>
                  </a:lnTo>
                  <a:lnTo>
                    <a:pt x="3417" y="709"/>
                  </a:lnTo>
                  <a:lnTo>
                    <a:pt x="3418" y="709"/>
                  </a:lnTo>
                  <a:lnTo>
                    <a:pt x="3420" y="709"/>
                  </a:lnTo>
                  <a:lnTo>
                    <a:pt x="3421" y="709"/>
                  </a:lnTo>
                  <a:lnTo>
                    <a:pt x="3422" y="709"/>
                  </a:lnTo>
                  <a:lnTo>
                    <a:pt x="3424" y="709"/>
                  </a:lnTo>
                  <a:lnTo>
                    <a:pt x="3425" y="709"/>
                  </a:lnTo>
                  <a:lnTo>
                    <a:pt x="3427" y="709"/>
                  </a:lnTo>
                  <a:lnTo>
                    <a:pt x="3428" y="709"/>
                  </a:lnTo>
                  <a:lnTo>
                    <a:pt x="3429" y="709"/>
                  </a:lnTo>
                  <a:lnTo>
                    <a:pt x="3431" y="709"/>
                  </a:lnTo>
                  <a:lnTo>
                    <a:pt x="3432" y="709"/>
                  </a:lnTo>
                  <a:lnTo>
                    <a:pt x="3433" y="709"/>
                  </a:lnTo>
                  <a:lnTo>
                    <a:pt x="3434" y="709"/>
                  </a:lnTo>
                  <a:lnTo>
                    <a:pt x="3436" y="709"/>
                  </a:lnTo>
                  <a:lnTo>
                    <a:pt x="3437" y="709"/>
                  </a:lnTo>
                  <a:lnTo>
                    <a:pt x="3438" y="709"/>
                  </a:lnTo>
                  <a:lnTo>
                    <a:pt x="3440" y="709"/>
                  </a:lnTo>
                  <a:lnTo>
                    <a:pt x="3441" y="709"/>
                  </a:lnTo>
                  <a:lnTo>
                    <a:pt x="3443" y="709"/>
                  </a:lnTo>
                  <a:lnTo>
                    <a:pt x="3444" y="709"/>
                  </a:lnTo>
                  <a:lnTo>
                    <a:pt x="3445" y="709"/>
                  </a:lnTo>
                  <a:lnTo>
                    <a:pt x="3446" y="709"/>
                  </a:lnTo>
                  <a:lnTo>
                    <a:pt x="3448" y="709"/>
                  </a:lnTo>
                  <a:lnTo>
                    <a:pt x="3449" y="709"/>
                  </a:lnTo>
                  <a:lnTo>
                    <a:pt x="3450" y="709"/>
                  </a:lnTo>
                  <a:lnTo>
                    <a:pt x="3452" y="709"/>
                  </a:lnTo>
                  <a:lnTo>
                    <a:pt x="3453" y="709"/>
                  </a:lnTo>
                  <a:lnTo>
                    <a:pt x="3454" y="709"/>
                  </a:lnTo>
                  <a:lnTo>
                    <a:pt x="3456" y="709"/>
                  </a:lnTo>
                  <a:lnTo>
                    <a:pt x="3457" y="709"/>
                  </a:lnTo>
                  <a:lnTo>
                    <a:pt x="3458" y="709"/>
                  </a:lnTo>
                  <a:lnTo>
                    <a:pt x="3460" y="709"/>
                  </a:lnTo>
                  <a:lnTo>
                    <a:pt x="3461" y="709"/>
                  </a:lnTo>
                  <a:lnTo>
                    <a:pt x="3462" y="709"/>
                  </a:lnTo>
                  <a:lnTo>
                    <a:pt x="3464" y="709"/>
                  </a:lnTo>
                  <a:lnTo>
                    <a:pt x="3465" y="709"/>
                  </a:lnTo>
                  <a:lnTo>
                    <a:pt x="3466" y="709"/>
                  </a:lnTo>
                  <a:lnTo>
                    <a:pt x="3468" y="709"/>
                  </a:lnTo>
                  <a:lnTo>
                    <a:pt x="3469" y="709"/>
                  </a:lnTo>
                  <a:lnTo>
                    <a:pt x="3470" y="709"/>
                  </a:lnTo>
                  <a:lnTo>
                    <a:pt x="3472" y="709"/>
                  </a:lnTo>
                  <a:lnTo>
                    <a:pt x="3473" y="709"/>
                  </a:lnTo>
                  <a:lnTo>
                    <a:pt x="3474" y="709"/>
                  </a:lnTo>
                  <a:lnTo>
                    <a:pt x="3475" y="709"/>
                  </a:lnTo>
                  <a:lnTo>
                    <a:pt x="3477" y="709"/>
                  </a:lnTo>
                  <a:lnTo>
                    <a:pt x="3478" y="709"/>
                  </a:lnTo>
                  <a:lnTo>
                    <a:pt x="3479" y="709"/>
                  </a:lnTo>
                  <a:lnTo>
                    <a:pt x="3481" y="709"/>
                  </a:lnTo>
                  <a:lnTo>
                    <a:pt x="3482" y="709"/>
                  </a:lnTo>
                  <a:lnTo>
                    <a:pt x="3484" y="709"/>
                  </a:lnTo>
                  <a:lnTo>
                    <a:pt x="3485" y="709"/>
                  </a:lnTo>
                  <a:lnTo>
                    <a:pt x="3486" y="709"/>
                  </a:lnTo>
                  <a:lnTo>
                    <a:pt x="3487" y="709"/>
                  </a:lnTo>
                  <a:lnTo>
                    <a:pt x="3489" y="709"/>
                  </a:lnTo>
                  <a:lnTo>
                    <a:pt x="3490" y="709"/>
                  </a:lnTo>
                  <a:lnTo>
                    <a:pt x="3491" y="709"/>
                  </a:lnTo>
                  <a:lnTo>
                    <a:pt x="3493" y="709"/>
                  </a:lnTo>
                  <a:lnTo>
                    <a:pt x="3494" y="709"/>
                  </a:lnTo>
                  <a:lnTo>
                    <a:pt x="3495" y="709"/>
                  </a:lnTo>
                  <a:lnTo>
                    <a:pt x="3497" y="709"/>
                  </a:lnTo>
                  <a:lnTo>
                    <a:pt x="3498" y="709"/>
                  </a:lnTo>
                  <a:lnTo>
                    <a:pt x="3499" y="709"/>
                  </a:lnTo>
                  <a:lnTo>
                    <a:pt x="3501" y="709"/>
                  </a:lnTo>
                  <a:lnTo>
                    <a:pt x="3502" y="709"/>
                  </a:lnTo>
                  <a:lnTo>
                    <a:pt x="3503" y="709"/>
                  </a:lnTo>
                  <a:lnTo>
                    <a:pt x="3505" y="709"/>
                  </a:lnTo>
                  <a:lnTo>
                    <a:pt x="3506" y="709"/>
                  </a:lnTo>
                  <a:lnTo>
                    <a:pt x="3507" y="709"/>
                  </a:lnTo>
                  <a:lnTo>
                    <a:pt x="3509" y="709"/>
                  </a:lnTo>
                  <a:lnTo>
                    <a:pt x="3510" y="709"/>
                  </a:lnTo>
                  <a:lnTo>
                    <a:pt x="3511" y="709"/>
                  </a:lnTo>
                  <a:lnTo>
                    <a:pt x="3513" y="709"/>
                  </a:lnTo>
                  <a:lnTo>
                    <a:pt x="3514" y="709"/>
                  </a:lnTo>
                  <a:lnTo>
                    <a:pt x="3515" y="709"/>
                  </a:lnTo>
                  <a:lnTo>
                    <a:pt x="3516" y="709"/>
                  </a:lnTo>
                  <a:lnTo>
                    <a:pt x="3518" y="709"/>
                  </a:lnTo>
                  <a:lnTo>
                    <a:pt x="3519" y="709"/>
                  </a:lnTo>
                  <a:lnTo>
                    <a:pt x="3520" y="709"/>
                  </a:lnTo>
                  <a:lnTo>
                    <a:pt x="3522" y="709"/>
                  </a:lnTo>
                  <a:lnTo>
                    <a:pt x="3523" y="709"/>
                  </a:lnTo>
                  <a:lnTo>
                    <a:pt x="3525" y="709"/>
                  </a:lnTo>
                  <a:lnTo>
                    <a:pt x="3526" y="709"/>
                  </a:lnTo>
                  <a:lnTo>
                    <a:pt x="3527" y="709"/>
                  </a:lnTo>
                  <a:lnTo>
                    <a:pt x="3528" y="709"/>
                  </a:lnTo>
                  <a:lnTo>
                    <a:pt x="3530" y="708"/>
                  </a:lnTo>
                  <a:lnTo>
                    <a:pt x="3531" y="706"/>
                  </a:lnTo>
                  <a:lnTo>
                    <a:pt x="3532" y="701"/>
                  </a:lnTo>
                  <a:lnTo>
                    <a:pt x="3534" y="695"/>
                  </a:lnTo>
                  <a:lnTo>
                    <a:pt x="3535" y="687"/>
                  </a:lnTo>
                  <a:lnTo>
                    <a:pt x="3536" y="677"/>
                  </a:lnTo>
                  <a:lnTo>
                    <a:pt x="3538" y="665"/>
                  </a:lnTo>
                  <a:lnTo>
                    <a:pt x="3539" y="651"/>
                  </a:lnTo>
                  <a:lnTo>
                    <a:pt x="3540" y="636"/>
                  </a:lnTo>
                  <a:lnTo>
                    <a:pt x="3542" y="620"/>
                  </a:lnTo>
                  <a:lnTo>
                    <a:pt x="3543" y="603"/>
                  </a:lnTo>
                  <a:lnTo>
                    <a:pt x="3544" y="586"/>
                  </a:lnTo>
                  <a:lnTo>
                    <a:pt x="3546" y="569"/>
                  </a:lnTo>
                  <a:lnTo>
                    <a:pt x="3547" y="551"/>
                  </a:lnTo>
                  <a:lnTo>
                    <a:pt x="3548" y="533"/>
                  </a:lnTo>
                  <a:lnTo>
                    <a:pt x="3550" y="514"/>
                  </a:lnTo>
                  <a:lnTo>
                    <a:pt x="3551" y="494"/>
                  </a:lnTo>
                  <a:lnTo>
                    <a:pt x="3552" y="474"/>
                  </a:lnTo>
                  <a:lnTo>
                    <a:pt x="3554" y="454"/>
                  </a:lnTo>
                  <a:lnTo>
                    <a:pt x="3555" y="433"/>
                  </a:lnTo>
                  <a:lnTo>
                    <a:pt x="3556" y="413"/>
                  </a:lnTo>
                  <a:lnTo>
                    <a:pt x="3557" y="391"/>
                  </a:lnTo>
                  <a:lnTo>
                    <a:pt x="3559" y="370"/>
                  </a:lnTo>
                  <a:lnTo>
                    <a:pt x="3560" y="347"/>
                  </a:lnTo>
                  <a:lnTo>
                    <a:pt x="3562" y="325"/>
                  </a:lnTo>
                  <a:lnTo>
                    <a:pt x="3563" y="302"/>
                  </a:lnTo>
                  <a:lnTo>
                    <a:pt x="3564" y="279"/>
                  </a:lnTo>
                  <a:lnTo>
                    <a:pt x="3566" y="256"/>
                  </a:lnTo>
                  <a:lnTo>
                    <a:pt x="3567" y="232"/>
                  </a:lnTo>
                  <a:lnTo>
                    <a:pt x="3568" y="208"/>
                  </a:lnTo>
                  <a:lnTo>
                    <a:pt x="3569" y="184"/>
                  </a:lnTo>
                  <a:lnTo>
                    <a:pt x="3571" y="159"/>
                  </a:lnTo>
                  <a:lnTo>
                    <a:pt x="3572" y="134"/>
                  </a:lnTo>
                  <a:lnTo>
                    <a:pt x="3573" y="109"/>
                  </a:lnTo>
                  <a:lnTo>
                    <a:pt x="3575" y="87"/>
                  </a:lnTo>
                  <a:lnTo>
                    <a:pt x="3576" y="66"/>
                  </a:lnTo>
                  <a:lnTo>
                    <a:pt x="3577" y="48"/>
                  </a:lnTo>
                  <a:lnTo>
                    <a:pt x="3579" y="33"/>
                  </a:lnTo>
                  <a:lnTo>
                    <a:pt x="3580" y="21"/>
                  </a:lnTo>
                  <a:lnTo>
                    <a:pt x="3581" y="11"/>
                  </a:lnTo>
                  <a:lnTo>
                    <a:pt x="3583" y="5"/>
                  </a:lnTo>
                  <a:lnTo>
                    <a:pt x="3584" y="1"/>
                  </a:lnTo>
                  <a:lnTo>
                    <a:pt x="3585" y="1"/>
                  </a:lnTo>
                  <a:lnTo>
                    <a:pt x="3587" y="0"/>
                  </a:lnTo>
                  <a:lnTo>
                    <a:pt x="3588" y="0"/>
                  </a:lnTo>
                  <a:lnTo>
                    <a:pt x="3589" y="0"/>
                  </a:lnTo>
                  <a:lnTo>
                    <a:pt x="3591" y="0"/>
                  </a:lnTo>
                  <a:lnTo>
                    <a:pt x="3592" y="0"/>
                  </a:lnTo>
                  <a:lnTo>
                    <a:pt x="3593" y="0"/>
                  </a:lnTo>
                  <a:lnTo>
                    <a:pt x="3595" y="0"/>
                  </a:lnTo>
                  <a:lnTo>
                    <a:pt x="3596" y="0"/>
                  </a:lnTo>
                  <a:lnTo>
                    <a:pt x="3597" y="0"/>
                  </a:lnTo>
                  <a:lnTo>
                    <a:pt x="3598" y="0"/>
                  </a:lnTo>
                  <a:lnTo>
                    <a:pt x="3600" y="0"/>
                  </a:lnTo>
                  <a:lnTo>
                    <a:pt x="3601" y="0"/>
                  </a:lnTo>
                  <a:lnTo>
                    <a:pt x="3603" y="0"/>
                  </a:lnTo>
                  <a:lnTo>
                    <a:pt x="3604" y="0"/>
                  </a:lnTo>
                  <a:lnTo>
                    <a:pt x="3605" y="0"/>
                  </a:lnTo>
                  <a:lnTo>
                    <a:pt x="3607" y="0"/>
                  </a:lnTo>
                  <a:lnTo>
                    <a:pt x="3608" y="0"/>
                  </a:lnTo>
                  <a:lnTo>
                    <a:pt x="3609" y="0"/>
                  </a:lnTo>
                  <a:lnTo>
                    <a:pt x="3610" y="0"/>
                  </a:lnTo>
                  <a:lnTo>
                    <a:pt x="3612" y="0"/>
                  </a:lnTo>
                  <a:lnTo>
                    <a:pt x="3613" y="0"/>
                  </a:lnTo>
                  <a:lnTo>
                    <a:pt x="3614" y="0"/>
                  </a:lnTo>
                  <a:lnTo>
                    <a:pt x="3616" y="0"/>
                  </a:lnTo>
                  <a:lnTo>
                    <a:pt x="3617" y="0"/>
                  </a:lnTo>
                  <a:lnTo>
                    <a:pt x="3618" y="0"/>
                  </a:lnTo>
                  <a:lnTo>
                    <a:pt x="3620" y="0"/>
                  </a:lnTo>
                  <a:lnTo>
                    <a:pt x="3621" y="0"/>
                  </a:lnTo>
                  <a:lnTo>
                    <a:pt x="3623" y="0"/>
                  </a:lnTo>
                  <a:lnTo>
                    <a:pt x="3624" y="0"/>
                  </a:lnTo>
                  <a:lnTo>
                    <a:pt x="3625" y="0"/>
                  </a:lnTo>
                  <a:lnTo>
                    <a:pt x="3626" y="0"/>
                  </a:lnTo>
                  <a:lnTo>
                    <a:pt x="3628" y="0"/>
                  </a:lnTo>
                  <a:lnTo>
                    <a:pt x="3629" y="0"/>
                  </a:lnTo>
                  <a:lnTo>
                    <a:pt x="3630" y="0"/>
                  </a:lnTo>
                  <a:lnTo>
                    <a:pt x="3632" y="0"/>
                  </a:lnTo>
                  <a:lnTo>
                    <a:pt x="3633" y="0"/>
                  </a:lnTo>
                  <a:lnTo>
                    <a:pt x="3634" y="0"/>
                  </a:lnTo>
                  <a:lnTo>
                    <a:pt x="3636" y="0"/>
                  </a:lnTo>
                  <a:lnTo>
                    <a:pt x="3637" y="0"/>
                  </a:lnTo>
                  <a:lnTo>
                    <a:pt x="3638" y="0"/>
                  </a:lnTo>
                  <a:lnTo>
                    <a:pt x="3639" y="0"/>
                  </a:lnTo>
                  <a:lnTo>
                    <a:pt x="3641" y="0"/>
                  </a:lnTo>
                  <a:lnTo>
                    <a:pt x="3642" y="0"/>
                  </a:lnTo>
                  <a:lnTo>
                    <a:pt x="3644" y="0"/>
                  </a:lnTo>
                  <a:lnTo>
                    <a:pt x="3645" y="0"/>
                  </a:lnTo>
                  <a:lnTo>
                    <a:pt x="3646" y="0"/>
                  </a:lnTo>
                  <a:lnTo>
                    <a:pt x="3648" y="0"/>
                  </a:lnTo>
                  <a:lnTo>
                    <a:pt x="3649" y="0"/>
                  </a:lnTo>
                  <a:lnTo>
                    <a:pt x="3650" y="0"/>
                  </a:lnTo>
                  <a:lnTo>
                    <a:pt x="3652" y="0"/>
                  </a:lnTo>
                  <a:lnTo>
                    <a:pt x="3653" y="0"/>
                  </a:lnTo>
                  <a:lnTo>
                    <a:pt x="3654" y="0"/>
                  </a:lnTo>
                  <a:lnTo>
                    <a:pt x="3655" y="0"/>
                  </a:lnTo>
                  <a:lnTo>
                    <a:pt x="3657" y="0"/>
                  </a:lnTo>
                  <a:lnTo>
                    <a:pt x="3658" y="0"/>
                  </a:lnTo>
                  <a:lnTo>
                    <a:pt x="3660" y="0"/>
                  </a:lnTo>
                  <a:lnTo>
                    <a:pt x="3661" y="0"/>
                  </a:lnTo>
                  <a:lnTo>
                    <a:pt x="3662" y="0"/>
                  </a:lnTo>
                  <a:lnTo>
                    <a:pt x="3664" y="0"/>
                  </a:lnTo>
                  <a:lnTo>
                    <a:pt x="3665" y="0"/>
                  </a:lnTo>
                  <a:lnTo>
                    <a:pt x="3666" y="0"/>
                  </a:lnTo>
                  <a:lnTo>
                    <a:pt x="3667" y="0"/>
                  </a:lnTo>
                  <a:lnTo>
                    <a:pt x="3669" y="0"/>
                  </a:lnTo>
                  <a:lnTo>
                    <a:pt x="3670" y="0"/>
                  </a:lnTo>
                  <a:lnTo>
                    <a:pt x="3671" y="0"/>
                  </a:lnTo>
                  <a:lnTo>
                    <a:pt x="3673" y="0"/>
                  </a:lnTo>
                  <a:lnTo>
                    <a:pt x="3674" y="0"/>
                  </a:lnTo>
                  <a:lnTo>
                    <a:pt x="3675" y="0"/>
                  </a:lnTo>
                  <a:lnTo>
                    <a:pt x="3677" y="0"/>
                  </a:lnTo>
                  <a:lnTo>
                    <a:pt x="3678" y="0"/>
                  </a:lnTo>
                  <a:lnTo>
                    <a:pt x="3679" y="0"/>
                  </a:lnTo>
                  <a:lnTo>
                    <a:pt x="3681" y="0"/>
                  </a:lnTo>
                  <a:lnTo>
                    <a:pt x="3682" y="0"/>
                  </a:lnTo>
                  <a:lnTo>
                    <a:pt x="3683" y="0"/>
                  </a:lnTo>
                  <a:lnTo>
                    <a:pt x="3685" y="0"/>
                  </a:lnTo>
                  <a:lnTo>
                    <a:pt x="3686" y="0"/>
                  </a:lnTo>
                  <a:lnTo>
                    <a:pt x="3687" y="0"/>
                  </a:lnTo>
                  <a:lnTo>
                    <a:pt x="3689" y="0"/>
                  </a:lnTo>
                  <a:lnTo>
                    <a:pt x="3690" y="0"/>
                  </a:lnTo>
                  <a:lnTo>
                    <a:pt x="3691" y="0"/>
                  </a:lnTo>
                  <a:lnTo>
                    <a:pt x="3693" y="0"/>
                  </a:lnTo>
                  <a:lnTo>
                    <a:pt x="3694" y="0"/>
                  </a:lnTo>
                  <a:lnTo>
                    <a:pt x="3695" y="0"/>
                  </a:lnTo>
                  <a:lnTo>
                    <a:pt x="3696" y="0"/>
                  </a:lnTo>
                  <a:lnTo>
                    <a:pt x="3698" y="0"/>
                  </a:lnTo>
                  <a:lnTo>
                    <a:pt x="3699" y="0"/>
                  </a:lnTo>
                  <a:lnTo>
                    <a:pt x="3701" y="0"/>
                  </a:lnTo>
                  <a:lnTo>
                    <a:pt x="3702" y="0"/>
                  </a:lnTo>
                  <a:lnTo>
                    <a:pt x="3703" y="0"/>
                  </a:lnTo>
                  <a:lnTo>
                    <a:pt x="3705" y="0"/>
                  </a:lnTo>
                  <a:lnTo>
                    <a:pt x="3706" y="0"/>
                  </a:lnTo>
                  <a:lnTo>
                    <a:pt x="3707" y="0"/>
                  </a:lnTo>
                  <a:lnTo>
                    <a:pt x="3708" y="0"/>
                  </a:lnTo>
                  <a:lnTo>
                    <a:pt x="3710" y="0"/>
                  </a:lnTo>
                  <a:lnTo>
                    <a:pt x="3711" y="0"/>
                  </a:lnTo>
                  <a:lnTo>
                    <a:pt x="3712" y="0"/>
                  </a:lnTo>
                  <a:lnTo>
                    <a:pt x="3714" y="0"/>
                  </a:lnTo>
                  <a:lnTo>
                    <a:pt x="3715" y="0"/>
                  </a:lnTo>
                  <a:lnTo>
                    <a:pt x="3716" y="0"/>
                  </a:lnTo>
                  <a:lnTo>
                    <a:pt x="3718" y="0"/>
                  </a:lnTo>
                  <a:lnTo>
                    <a:pt x="3719" y="0"/>
                  </a:lnTo>
                  <a:lnTo>
                    <a:pt x="3720" y="0"/>
                  </a:lnTo>
                  <a:lnTo>
                    <a:pt x="3722" y="0"/>
                  </a:lnTo>
                  <a:lnTo>
                    <a:pt x="3723" y="0"/>
                  </a:lnTo>
                  <a:lnTo>
                    <a:pt x="3724" y="0"/>
                  </a:lnTo>
                  <a:lnTo>
                    <a:pt x="3726" y="0"/>
                  </a:lnTo>
                  <a:lnTo>
                    <a:pt x="3727" y="0"/>
                  </a:lnTo>
                  <a:lnTo>
                    <a:pt x="3728" y="0"/>
                  </a:lnTo>
                  <a:lnTo>
                    <a:pt x="3730" y="0"/>
                  </a:lnTo>
                  <a:lnTo>
                    <a:pt x="3731" y="0"/>
                  </a:lnTo>
                  <a:lnTo>
                    <a:pt x="3732" y="0"/>
                  </a:lnTo>
                  <a:lnTo>
                    <a:pt x="3734" y="1"/>
                  </a:lnTo>
                  <a:lnTo>
                    <a:pt x="3735" y="2"/>
                  </a:lnTo>
                  <a:lnTo>
                    <a:pt x="3736" y="6"/>
                  </a:lnTo>
                  <a:lnTo>
                    <a:pt x="3737" y="11"/>
                  </a:lnTo>
                  <a:lnTo>
                    <a:pt x="3739" y="19"/>
                  </a:lnTo>
                  <a:lnTo>
                    <a:pt x="3740" y="29"/>
                  </a:lnTo>
                  <a:lnTo>
                    <a:pt x="3742" y="41"/>
                  </a:lnTo>
                  <a:lnTo>
                    <a:pt x="3743" y="56"/>
                  </a:lnTo>
                  <a:lnTo>
                    <a:pt x="3744" y="74"/>
                  </a:lnTo>
                  <a:lnTo>
                    <a:pt x="3746" y="94"/>
                  </a:lnTo>
                  <a:lnTo>
                    <a:pt x="3747" y="116"/>
                  </a:lnTo>
                  <a:lnTo>
                    <a:pt x="3748" y="140"/>
                  </a:lnTo>
                  <a:lnTo>
                    <a:pt x="3749" y="164"/>
                  </a:lnTo>
                  <a:lnTo>
                    <a:pt x="3751" y="189"/>
                  </a:lnTo>
                  <a:lnTo>
                    <a:pt x="3752" y="215"/>
                  </a:lnTo>
                  <a:lnTo>
                    <a:pt x="3753" y="241"/>
                  </a:lnTo>
                  <a:lnTo>
                    <a:pt x="3755" y="268"/>
                  </a:lnTo>
                  <a:lnTo>
                    <a:pt x="3756" y="296"/>
                  </a:lnTo>
                  <a:lnTo>
                    <a:pt x="3758" y="325"/>
                  </a:lnTo>
                  <a:lnTo>
                    <a:pt x="3759" y="354"/>
                  </a:lnTo>
                  <a:lnTo>
                    <a:pt x="3760" y="384"/>
                  </a:lnTo>
                  <a:lnTo>
                    <a:pt x="3761" y="415"/>
                  </a:lnTo>
                  <a:lnTo>
                    <a:pt x="3763" y="446"/>
                  </a:lnTo>
                  <a:lnTo>
                    <a:pt x="3764" y="477"/>
                  </a:lnTo>
                  <a:lnTo>
                    <a:pt x="3765" y="508"/>
                  </a:lnTo>
                  <a:lnTo>
                    <a:pt x="3767" y="538"/>
                  </a:lnTo>
                  <a:lnTo>
                    <a:pt x="3768" y="568"/>
                  </a:lnTo>
                  <a:lnTo>
                    <a:pt x="3769" y="597"/>
                  </a:lnTo>
                  <a:lnTo>
                    <a:pt x="3771" y="623"/>
                  </a:lnTo>
                  <a:lnTo>
                    <a:pt x="3772" y="645"/>
                  </a:lnTo>
                  <a:lnTo>
                    <a:pt x="3773" y="663"/>
                  </a:lnTo>
                  <a:lnTo>
                    <a:pt x="3775" y="678"/>
                  </a:lnTo>
                  <a:lnTo>
                    <a:pt x="3776" y="690"/>
                  </a:lnTo>
                  <a:lnTo>
                    <a:pt x="3777" y="699"/>
                  </a:lnTo>
                  <a:lnTo>
                    <a:pt x="3778" y="706"/>
                  </a:lnTo>
                  <a:lnTo>
                    <a:pt x="3780" y="709"/>
                  </a:lnTo>
                  <a:lnTo>
                    <a:pt x="3781" y="709"/>
                  </a:lnTo>
                  <a:lnTo>
                    <a:pt x="3783" y="709"/>
                  </a:lnTo>
                  <a:lnTo>
                    <a:pt x="3784" y="709"/>
                  </a:lnTo>
                  <a:lnTo>
                    <a:pt x="3785" y="709"/>
                  </a:lnTo>
                  <a:lnTo>
                    <a:pt x="3787" y="709"/>
                  </a:lnTo>
                  <a:lnTo>
                    <a:pt x="3788" y="709"/>
                  </a:lnTo>
                  <a:lnTo>
                    <a:pt x="3789" y="709"/>
                  </a:lnTo>
                  <a:lnTo>
                    <a:pt x="3790" y="709"/>
                  </a:lnTo>
                  <a:lnTo>
                    <a:pt x="3792" y="709"/>
                  </a:lnTo>
                  <a:lnTo>
                    <a:pt x="3793" y="709"/>
                  </a:lnTo>
                  <a:lnTo>
                    <a:pt x="3794" y="709"/>
                  </a:lnTo>
                  <a:lnTo>
                    <a:pt x="3796" y="709"/>
                  </a:lnTo>
                  <a:lnTo>
                    <a:pt x="3797" y="709"/>
                  </a:lnTo>
                  <a:lnTo>
                    <a:pt x="3799" y="709"/>
                  </a:lnTo>
                  <a:lnTo>
                    <a:pt x="3800" y="709"/>
                  </a:lnTo>
                  <a:lnTo>
                    <a:pt x="3801" y="709"/>
                  </a:lnTo>
                  <a:lnTo>
                    <a:pt x="3802" y="709"/>
                  </a:lnTo>
                  <a:lnTo>
                    <a:pt x="3804" y="709"/>
                  </a:lnTo>
                  <a:lnTo>
                    <a:pt x="3805" y="709"/>
                  </a:lnTo>
                  <a:lnTo>
                    <a:pt x="3806" y="709"/>
                  </a:lnTo>
                  <a:lnTo>
                    <a:pt x="3808" y="709"/>
                  </a:lnTo>
                  <a:lnTo>
                    <a:pt x="3809" y="709"/>
                  </a:lnTo>
                  <a:lnTo>
                    <a:pt x="3810" y="709"/>
                  </a:lnTo>
                  <a:lnTo>
                    <a:pt x="3812" y="709"/>
                  </a:lnTo>
                  <a:lnTo>
                    <a:pt x="3813" y="709"/>
                  </a:lnTo>
                  <a:lnTo>
                    <a:pt x="3815" y="709"/>
                  </a:lnTo>
                  <a:lnTo>
                    <a:pt x="3816" y="709"/>
                  </a:lnTo>
                  <a:lnTo>
                    <a:pt x="3817" y="709"/>
                  </a:lnTo>
                  <a:lnTo>
                    <a:pt x="3818" y="709"/>
                  </a:lnTo>
                  <a:lnTo>
                    <a:pt x="3820" y="709"/>
                  </a:lnTo>
                  <a:lnTo>
                    <a:pt x="3821" y="709"/>
                  </a:lnTo>
                  <a:lnTo>
                    <a:pt x="3822" y="709"/>
                  </a:lnTo>
                  <a:lnTo>
                    <a:pt x="3824" y="709"/>
                  </a:lnTo>
                  <a:lnTo>
                    <a:pt x="3825" y="709"/>
                  </a:lnTo>
                  <a:lnTo>
                    <a:pt x="3826" y="709"/>
                  </a:lnTo>
                  <a:lnTo>
                    <a:pt x="3828" y="709"/>
                  </a:lnTo>
                  <a:lnTo>
                    <a:pt x="3829" y="709"/>
                  </a:lnTo>
                  <a:lnTo>
                    <a:pt x="3830" y="709"/>
                  </a:lnTo>
                  <a:lnTo>
                    <a:pt x="3831" y="709"/>
                  </a:lnTo>
                  <a:lnTo>
                    <a:pt x="3833" y="709"/>
                  </a:lnTo>
                  <a:lnTo>
                    <a:pt x="3834" y="709"/>
                  </a:lnTo>
                  <a:lnTo>
                    <a:pt x="3835" y="709"/>
                  </a:lnTo>
                  <a:lnTo>
                    <a:pt x="3837" y="709"/>
                  </a:lnTo>
                  <a:lnTo>
                    <a:pt x="3838" y="709"/>
                  </a:lnTo>
                  <a:lnTo>
                    <a:pt x="3840" y="709"/>
                  </a:lnTo>
                  <a:lnTo>
                    <a:pt x="3841" y="709"/>
                  </a:lnTo>
                  <a:lnTo>
                    <a:pt x="3842" y="709"/>
                  </a:lnTo>
                  <a:lnTo>
                    <a:pt x="3844" y="709"/>
                  </a:lnTo>
                  <a:lnTo>
                    <a:pt x="3845" y="709"/>
                  </a:lnTo>
                  <a:lnTo>
                    <a:pt x="3846" y="709"/>
                  </a:lnTo>
                  <a:lnTo>
                    <a:pt x="3847" y="709"/>
                  </a:lnTo>
                  <a:lnTo>
                    <a:pt x="3849" y="709"/>
                  </a:lnTo>
                  <a:lnTo>
                    <a:pt x="3850" y="709"/>
                  </a:lnTo>
                  <a:lnTo>
                    <a:pt x="3851" y="709"/>
                  </a:lnTo>
                  <a:lnTo>
                    <a:pt x="3853" y="709"/>
                  </a:lnTo>
                  <a:lnTo>
                    <a:pt x="3854" y="709"/>
                  </a:lnTo>
                  <a:lnTo>
                    <a:pt x="3856" y="709"/>
                  </a:lnTo>
                  <a:lnTo>
                    <a:pt x="3857" y="709"/>
                  </a:lnTo>
                  <a:lnTo>
                    <a:pt x="3858" y="709"/>
                  </a:lnTo>
                  <a:lnTo>
                    <a:pt x="3859" y="709"/>
                  </a:lnTo>
                  <a:lnTo>
                    <a:pt x="3861" y="709"/>
                  </a:lnTo>
                  <a:lnTo>
                    <a:pt x="3862" y="709"/>
                  </a:lnTo>
                  <a:lnTo>
                    <a:pt x="3863" y="709"/>
                  </a:lnTo>
                  <a:lnTo>
                    <a:pt x="3865" y="709"/>
                  </a:lnTo>
                  <a:lnTo>
                    <a:pt x="3866" y="709"/>
                  </a:lnTo>
                  <a:lnTo>
                    <a:pt x="3867" y="709"/>
                  </a:lnTo>
                  <a:lnTo>
                    <a:pt x="3869" y="709"/>
                  </a:lnTo>
                  <a:lnTo>
                    <a:pt x="3870" y="709"/>
                  </a:lnTo>
                  <a:lnTo>
                    <a:pt x="3871" y="709"/>
                  </a:lnTo>
                  <a:lnTo>
                    <a:pt x="3873" y="709"/>
                  </a:lnTo>
                  <a:lnTo>
                    <a:pt x="3874" y="709"/>
                  </a:lnTo>
                  <a:lnTo>
                    <a:pt x="3875" y="709"/>
                  </a:lnTo>
                  <a:lnTo>
                    <a:pt x="3876" y="709"/>
                  </a:lnTo>
                  <a:lnTo>
                    <a:pt x="3878" y="709"/>
                  </a:lnTo>
                  <a:lnTo>
                    <a:pt x="3879" y="709"/>
                  </a:lnTo>
                  <a:lnTo>
                    <a:pt x="3881" y="709"/>
                  </a:lnTo>
                  <a:lnTo>
                    <a:pt x="3882" y="709"/>
                  </a:lnTo>
                  <a:lnTo>
                    <a:pt x="3883" y="709"/>
                  </a:lnTo>
                  <a:lnTo>
                    <a:pt x="3885" y="709"/>
                  </a:lnTo>
                  <a:lnTo>
                    <a:pt x="3886" y="709"/>
                  </a:lnTo>
                  <a:lnTo>
                    <a:pt x="3887" y="709"/>
                  </a:lnTo>
                  <a:lnTo>
                    <a:pt x="3888" y="709"/>
                  </a:lnTo>
                  <a:lnTo>
                    <a:pt x="3890" y="709"/>
                  </a:lnTo>
                  <a:lnTo>
                    <a:pt x="3891" y="709"/>
                  </a:lnTo>
                  <a:lnTo>
                    <a:pt x="3892" y="709"/>
                  </a:lnTo>
                  <a:lnTo>
                    <a:pt x="3894" y="709"/>
                  </a:lnTo>
                  <a:lnTo>
                    <a:pt x="3895" y="709"/>
                  </a:lnTo>
                  <a:lnTo>
                    <a:pt x="3897" y="709"/>
                  </a:lnTo>
                  <a:lnTo>
                    <a:pt x="3898" y="709"/>
                  </a:lnTo>
                  <a:lnTo>
                    <a:pt x="3899" y="709"/>
                  </a:lnTo>
                  <a:lnTo>
                    <a:pt x="3900" y="709"/>
                  </a:lnTo>
                  <a:lnTo>
                    <a:pt x="3902" y="709"/>
                  </a:lnTo>
                  <a:lnTo>
                    <a:pt x="3903" y="709"/>
                  </a:lnTo>
                  <a:lnTo>
                    <a:pt x="3904" y="709"/>
                  </a:lnTo>
                  <a:lnTo>
                    <a:pt x="3906" y="709"/>
                  </a:lnTo>
                  <a:lnTo>
                    <a:pt x="3907" y="709"/>
                  </a:lnTo>
                  <a:lnTo>
                    <a:pt x="3908" y="709"/>
                  </a:lnTo>
                  <a:lnTo>
                    <a:pt x="3910" y="709"/>
                  </a:lnTo>
                  <a:lnTo>
                    <a:pt x="3911" y="709"/>
                  </a:lnTo>
                  <a:lnTo>
                    <a:pt x="3912" y="709"/>
                  </a:lnTo>
                  <a:lnTo>
                    <a:pt x="3914" y="709"/>
                  </a:lnTo>
                  <a:lnTo>
                    <a:pt x="3915" y="709"/>
                  </a:lnTo>
                  <a:lnTo>
                    <a:pt x="3916" y="709"/>
                  </a:lnTo>
                  <a:lnTo>
                    <a:pt x="3918" y="709"/>
                  </a:lnTo>
                  <a:lnTo>
                    <a:pt x="3919" y="709"/>
                  </a:lnTo>
                  <a:lnTo>
                    <a:pt x="3920" y="709"/>
                  </a:lnTo>
                  <a:lnTo>
                    <a:pt x="3922" y="709"/>
                  </a:lnTo>
                  <a:lnTo>
                    <a:pt x="3923" y="709"/>
                  </a:lnTo>
                  <a:lnTo>
                    <a:pt x="3924" y="709"/>
                  </a:lnTo>
                  <a:lnTo>
                    <a:pt x="3926" y="709"/>
                  </a:lnTo>
                  <a:lnTo>
                    <a:pt x="3927" y="709"/>
                  </a:lnTo>
                  <a:lnTo>
                    <a:pt x="3928" y="709"/>
                  </a:lnTo>
                  <a:lnTo>
                    <a:pt x="3929" y="709"/>
                  </a:lnTo>
                  <a:lnTo>
                    <a:pt x="3931" y="709"/>
                  </a:lnTo>
                  <a:lnTo>
                    <a:pt x="3932" y="709"/>
                  </a:lnTo>
                  <a:lnTo>
                    <a:pt x="3933" y="709"/>
                  </a:lnTo>
                  <a:lnTo>
                    <a:pt x="3935" y="709"/>
                  </a:lnTo>
                  <a:lnTo>
                    <a:pt x="3936" y="709"/>
                  </a:lnTo>
                  <a:lnTo>
                    <a:pt x="3938" y="709"/>
                  </a:lnTo>
                  <a:lnTo>
                    <a:pt x="3939" y="709"/>
                  </a:lnTo>
                  <a:lnTo>
                    <a:pt x="3940" y="709"/>
                  </a:lnTo>
                  <a:lnTo>
                    <a:pt x="3941" y="709"/>
                  </a:lnTo>
                  <a:lnTo>
                    <a:pt x="3943" y="709"/>
                  </a:lnTo>
                  <a:lnTo>
                    <a:pt x="3944" y="709"/>
                  </a:lnTo>
                  <a:lnTo>
                    <a:pt x="3945" y="709"/>
                  </a:lnTo>
                  <a:lnTo>
                    <a:pt x="3947" y="709"/>
                  </a:lnTo>
                  <a:lnTo>
                    <a:pt x="3948" y="709"/>
                  </a:lnTo>
                  <a:lnTo>
                    <a:pt x="3949" y="709"/>
                  </a:lnTo>
                  <a:lnTo>
                    <a:pt x="3951" y="709"/>
                  </a:lnTo>
                  <a:lnTo>
                    <a:pt x="3952" y="709"/>
                  </a:lnTo>
                  <a:lnTo>
                    <a:pt x="3953" y="709"/>
                  </a:lnTo>
                  <a:lnTo>
                    <a:pt x="3955" y="709"/>
                  </a:lnTo>
                  <a:lnTo>
                    <a:pt x="3956" y="709"/>
                  </a:lnTo>
                  <a:lnTo>
                    <a:pt x="3957" y="709"/>
                  </a:lnTo>
                  <a:lnTo>
                    <a:pt x="3959" y="709"/>
                  </a:lnTo>
                  <a:lnTo>
                    <a:pt x="3960" y="709"/>
                  </a:lnTo>
                  <a:lnTo>
                    <a:pt x="3961" y="709"/>
                  </a:lnTo>
                  <a:lnTo>
                    <a:pt x="3963" y="709"/>
                  </a:lnTo>
                  <a:lnTo>
                    <a:pt x="3964" y="709"/>
                  </a:lnTo>
                  <a:lnTo>
                    <a:pt x="3965" y="709"/>
                  </a:lnTo>
                  <a:lnTo>
                    <a:pt x="3967" y="709"/>
                  </a:lnTo>
                  <a:lnTo>
                    <a:pt x="3968" y="709"/>
                  </a:lnTo>
                  <a:lnTo>
                    <a:pt x="3969" y="709"/>
                  </a:lnTo>
                  <a:lnTo>
                    <a:pt x="3970" y="709"/>
                  </a:lnTo>
                  <a:lnTo>
                    <a:pt x="3972" y="709"/>
                  </a:lnTo>
                  <a:lnTo>
                    <a:pt x="3973" y="709"/>
                  </a:lnTo>
                  <a:lnTo>
                    <a:pt x="3975" y="709"/>
                  </a:lnTo>
                  <a:lnTo>
                    <a:pt x="3976" y="709"/>
                  </a:lnTo>
                  <a:lnTo>
                    <a:pt x="3977" y="709"/>
                  </a:lnTo>
                  <a:lnTo>
                    <a:pt x="3979" y="709"/>
                  </a:lnTo>
                  <a:lnTo>
                    <a:pt x="3980" y="709"/>
                  </a:lnTo>
                  <a:lnTo>
                    <a:pt x="3981" y="709"/>
                  </a:lnTo>
                  <a:lnTo>
                    <a:pt x="3982" y="709"/>
                  </a:lnTo>
                  <a:lnTo>
                    <a:pt x="3984" y="709"/>
                  </a:lnTo>
                  <a:lnTo>
                    <a:pt x="3985" y="709"/>
                  </a:lnTo>
                  <a:lnTo>
                    <a:pt x="3986" y="709"/>
                  </a:lnTo>
                  <a:lnTo>
                    <a:pt x="3988" y="709"/>
                  </a:lnTo>
                  <a:lnTo>
                    <a:pt x="3989" y="709"/>
                  </a:lnTo>
                  <a:lnTo>
                    <a:pt x="3990" y="709"/>
                  </a:lnTo>
                  <a:lnTo>
                    <a:pt x="3992" y="709"/>
                  </a:lnTo>
                  <a:lnTo>
                    <a:pt x="3993" y="709"/>
                  </a:lnTo>
                  <a:lnTo>
                    <a:pt x="3994" y="709"/>
                  </a:lnTo>
                  <a:lnTo>
                    <a:pt x="3996" y="709"/>
                  </a:lnTo>
                  <a:lnTo>
                    <a:pt x="3997" y="709"/>
                  </a:lnTo>
                  <a:lnTo>
                    <a:pt x="3998" y="709"/>
                  </a:lnTo>
                  <a:lnTo>
                    <a:pt x="4000" y="709"/>
                  </a:lnTo>
                  <a:lnTo>
                    <a:pt x="4001" y="709"/>
                  </a:lnTo>
                  <a:lnTo>
                    <a:pt x="4002" y="709"/>
                  </a:lnTo>
                  <a:lnTo>
                    <a:pt x="4004" y="709"/>
                  </a:lnTo>
                  <a:lnTo>
                    <a:pt x="4005" y="709"/>
                  </a:lnTo>
                  <a:lnTo>
                    <a:pt x="4006" y="709"/>
                  </a:lnTo>
                  <a:lnTo>
                    <a:pt x="4008" y="709"/>
                  </a:lnTo>
                  <a:lnTo>
                    <a:pt x="4009" y="709"/>
                  </a:lnTo>
                  <a:lnTo>
                    <a:pt x="4010" y="709"/>
                  </a:lnTo>
                  <a:lnTo>
                    <a:pt x="4011" y="709"/>
                  </a:lnTo>
                  <a:lnTo>
                    <a:pt x="4013" y="709"/>
                  </a:lnTo>
                  <a:lnTo>
                    <a:pt x="4014" y="709"/>
                  </a:lnTo>
                  <a:lnTo>
                    <a:pt x="4016" y="709"/>
                  </a:lnTo>
                  <a:lnTo>
                    <a:pt x="4017" y="709"/>
                  </a:lnTo>
                  <a:lnTo>
                    <a:pt x="4018" y="709"/>
                  </a:lnTo>
                  <a:lnTo>
                    <a:pt x="4020" y="709"/>
                  </a:lnTo>
                  <a:lnTo>
                    <a:pt x="4021" y="709"/>
                  </a:lnTo>
                  <a:lnTo>
                    <a:pt x="4022" y="709"/>
                  </a:lnTo>
                  <a:lnTo>
                    <a:pt x="4023" y="709"/>
                  </a:lnTo>
                  <a:lnTo>
                    <a:pt x="4025" y="709"/>
                  </a:lnTo>
                  <a:lnTo>
                    <a:pt x="4026" y="709"/>
                  </a:lnTo>
                  <a:lnTo>
                    <a:pt x="4027" y="709"/>
                  </a:lnTo>
                  <a:lnTo>
                    <a:pt x="4029" y="709"/>
                  </a:lnTo>
                  <a:lnTo>
                    <a:pt x="4030" y="709"/>
                  </a:lnTo>
                  <a:lnTo>
                    <a:pt x="4031" y="709"/>
                  </a:lnTo>
                  <a:lnTo>
                    <a:pt x="4033" y="709"/>
                  </a:lnTo>
                  <a:lnTo>
                    <a:pt x="4034" y="709"/>
                  </a:lnTo>
                  <a:lnTo>
                    <a:pt x="4036" y="709"/>
                  </a:lnTo>
                  <a:lnTo>
                    <a:pt x="4037" y="709"/>
                  </a:lnTo>
                  <a:lnTo>
                    <a:pt x="4038" y="709"/>
                  </a:lnTo>
                  <a:lnTo>
                    <a:pt x="4039" y="709"/>
                  </a:lnTo>
                  <a:lnTo>
                    <a:pt x="4041" y="709"/>
                  </a:lnTo>
                  <a:lnTo>
                    <a:pt x="4042" y="709"/>
                  </a:lnTo>
                  <a:lnTo>
                    <a:pt x="4043" y="709"/>
                  </a:lnTo>
                  <a:lnTo>
                    <a:pt x="4045" y="709"/>
                  </a:lnTo>
                  <a:lnTo>
                    <a:pt x="4046" y="709"/>
                  </a:lnTo>
                  <a:lnTo>
                    <a:pt x="4047" y="709"/>
                  </a:lnTo>
                  <a:lnTo>
                    <a:pt x="4049" y="709"/>
                  </a:lnTo>
                  <a:lnTo>
                    <a:pt x="4050" y="709"/>
                  </a:lnTo>
                  <a:lnTo>
                    <a:pt x="4051" y="709"/>
                  </a:lnTo>
                  <a:lnTo>
                    <a:pt x="4052" y="709"/>
                  </a:lnTo>
                  <a:lnTo>
                    <a:pt x="4054" y="708"/>
                  </a:lnTo>
                  <a:lnTo>
                    <a:pt x="4055" y="705"/>
                  </a:lnTo>
                  <a:lnTo>
                    <a:pt x="4057" y="700"/>
                  </a:lnTo>
                  <a:lnTo>
                    <a:pt x="4058" y="694"/>
                  </a:lnTo>
                  <a:lnTo>
                    <a:pt x="4059" y="686"/>
                  </a:lnTo>
                  <a:lnTo>
                    <a:pt x="4061" y="675"/>
                  </a:lnTo>
                  <a:lnTo>
                    <a:pt x="4062" y="663"/>
                  </a:lnTo>
                  <a:lnTo>
                    <a:pt x="4063" y="648"/>
                  </a:lnTo>
                  <a:lnTo>
                    <a:pt x="4065" y="631"/>
                  </a:lnTo>
                  <a:lnTo>
                    <a:pt x="4066" y="613"/>
                  </a:lnTo>
                  <a:lnTo>
                    <a:pt x="4067" y="595"/>
                  </a:lnTo>
                  <a:lnTo>
                    <a:pt x="4068" y="576"/>
                  </a:lnTo>
                  <a:lnTo>
                    <a:pt x="4070" y="558"/>
                  </a:lnTo>
                  <a:lnTo>
                    <a:pt x="4071" y="538"/>
                  </a:lnTo>
                  <a:lnTo>
                    <a:pt x="4073" y="518"/>
                  </a:lnTo>
                  <a:lnTo>
                    <a:pt x="4074" y="498"/>
                  </a:lnTo>
                  <a:lnTo>
                    <a:pt x="4075" y="477"/>
                  </a:lnTo>
                  <a:lnTo>
                    <a:pt x="4077" y="455"/>
                  </a:lnTo>
                  <a:lnTo>
                    <a:pt x="4078" y="433"/>
                  </a:lnTo>
                  <a:lnTo>
                    <a:pt x="4079" y="409"/>
                  </a:lnTo>
                  <a:lnTo>
                    <a:pt x="4080" y="386"/>
                  </a:lnTo>
                  <a:lnTo>
                    <a:pt x="4082" y="361"/>
                  </a:lnTo>
                  <a:lnTo>
                    <a:pt x="4083" y="337"/>
                  </a:lnTo>
                  <a:lnTo>
                    <a:pt x="4084" y="313"/>
                  </a:lnTo>
                  <a:lnTo>
                    <a:pt x="4086" y="289"/>
                  </a:lnTo>
                  <a:lnTo>
                    <a:pt x="4087" y="265"/>
                  </a:lnTo>
                  <a:lnTo>
                    <a:pt x="4088" y="241"/>
                  </a:lnTo>
                  <a:lnTo>
                    <a:pt x="4090" y="218"/>
                  </a:lnTo>
                  <a:lnTo>
                    <a:pt x="4091" y="195"/>
                  </a:lnTo>
                  <a:lnTo>
                    <a:pt x="4092" y="172"/>
                  </a:lnTo>
                  <a:lnTo>
                    <a:pt x="4094" y="150"/>
                  </a:lnTo>
                  <a:lnTo>
                    <a:pt x="4095" y="128"/>
                  </a:lnTo>
                  <a:lnTo>
                    <a:pt x="4096" y="106"/>
                  </a:lnTo>
                  <a:lnTo>
                    <a:pt x="4098" y="84"/>
                  </a:lnTo>
                  <a:lnTo>
                    <a:pt x="4099" y="66"/>
                  </a:lnTo>
                  <a:lnTo>
                    <a:pt x="4100" y="49"/>
                  </a:lnTo>
                  <a:lnTo>
                    <a:pt x="4102" y="35"/>
                  </a:lnTo>
                  <a:lnTo>
                    <a:pt x="4103" y="23"/>
                  </a:lnTo>
                  <a:lnTo>
                    <a:pt x="4104" y="15"/>
                  </a:lnTo>
                  <a:lnTo>
                    <a:pt x="4106" y="8"/>
                  </a:lnTo>
                  <a:lnTo>
                    <a:pt x="4107" y="3"/>
                  </a:lnTo>
                  <a:lnTo>
                    <a:pt x="4108" y="0"/>
                  </a:lnTo>
                  <a:lnTo>
                    <a:pt x="4109" y="0"/>
                  </a:lnTo>
                  <a:lnTo>
                    <a:pt x="4111" y="0"/>
                  </a:lnTo>
                  <a:lnTo>
                    <a:pt x="4112" y="0"/>
                  </a:lnTo>
                  <a:lnTo>
                    <a:pt x="4114" y="0"/>
                  </a:lnTo>
                  <a:lnTo>
                    <a:pt x="4115" y="0"/>
                  </a:lnTo>
                  <a:lnTo>
                    <a:pt x="4116" y="0"/>
                  </a:lnTo>
                  <a:lnTo>
                    <a:pt x="4118" y="0"/>
                  </a:lnTo>
                  <a:lnTo>
                    <a:pt x="4119" y="0"/>
                  </a:lnTo>
                  <a:lnTo>
                    <a:pt x="4120" y="0"/>
                  </a:lnTo>
                  <a:lnTo>
                    <a:pt x="4121" y="0"/>
                  </a:lnTo>
                  <a:lnTo>
                    <a:pt x="4123" y="0"/>
                  </a:lnTo>
                  <a:lnTo>
                    <a:pt x="4124" y="0"/>
                  </a:lnTo>
                  <a:lnTo>
                    <a:pt x="4125" y="0"/>
                  </a:lnTo>
                  <a:lnTo>
                    <a:pt x="4127" y="0"/>
                  </a:lnTo>
                  <a:lnTo>
                    <a:pt x="4128" y="0"/>
                  </a:lnTo>
                  <a:lnTo>
                    <a:pt x="4129" y="0"/>
                  </a:lnTo>
                  <a:lnTo>
                    <a:pt x="4131" y="0"/>
                  </a:lnTo>
                  <a:lnTo>
                    <a:pt x="4132" y="0"/>
                  </a:lnTo>
                  <a:lnTo>
                    <a:pt x="4133" y="0"/>
                  </a:lnTo>
                  <a:lnTo>
                    <a:pt x="4135" y="0"/>
                  </a:lnTo>
                  <a:lnTo>
                    <a:pt x="4136" y="0"/>
                  </a:lnTo>
                  <a:lnTo>
                    <a:pt x="4137" y="0"/>
                  </a:lnTo>
                  <a:lnTo>
                    <a:pt x="4139" y="0"/>
                  </a:lnTo>
                  <a:lnTo>
                    <a:pt x="4140" y="0"/>
                  </a:lnTo>
                  <a:lnTo>
                    <a:pt x="4141" y="0"/>
                  </a:lnTo>
                  <a:lnTo>
                    <a:pt x="4143" y="0"/>
                  </a:lnTo>
                  <a:lnTo>
                    <a:pt x="4144" y="0"/>
                  </a:lnTo>
                  <a:lnTo>
                    <a:pt x="4145" y="0"/>
                  </a:lnTo>
                  <a:lnTo>
                    <a:pt x="4147" y="0"/>
                  </a:lnTo>
                  <a:lnTo>
                    <a:pt x="4148" y="0"/>
                  </a:lnTo>
                  <a:lnTo>
                    <a:pt x="4149" y="0"/>
                  </a:lnTo>
                  <a:lnTo>
                    <a:pt x="4150" y="0"/>
                  </a:lnTo>
                  <a:lnTo>
                    <a:pt x="4152" y="0"/>
                  </a:lnTo>
                  <a:lnTo>
                    <a:pt x="4153" y="0"/>
                  </a:lnTo>
                  <a:lnTo>
                    <a:pt x="4155" y="0"/>
                  </a:lnTo>
                  <a:lnTo>
                    <a:pt x="4156" y="0"/>
                  </a:lnTo>
                  <a:lnTo>
                    <a:pt x="4157" y="0"/>
                  </a:lnTo>
                  <a:lnTo>
                    <a:pt x="4159" y="0"/>
                  </a:lnTo>
                  <a:lnTo>
                    <a:pt x="4160" y="0"/>
                  </a:lnTo>
                  <a:lnTo>
                    <a:pt x="4161" y="0"/>
                  </a:lnTo>
                  <a:lnTo>
                    <a:pt x="4162" y="0"/>
                  </a:lnTo>
                  <a:lnTo>
                    <a:pt x="4164" y="0"/>
                  </a:lnTo>
                  <a:lnTo>
                    <a:pt x="4165" y="0"/>
                  </a:lnTo>
                  <a:lnTo>
                    <a:pt x="4166" y="0"/>
                  </a:lnTo>
                  <a:lnTo>
                    <a:pt x="4168" y="0"/>
                  </a:lnTo>
                  <a:lnTo>
                    <a:pt x="4169" y="0"/>
                  </a:lnTo>
                  <a:lnTo>
                    <a:pt x="4171" y="0"/>
                  </a:lnTo>
                  <a:lnTo>
                    <a:pt x="4172" y="0"/>
                  </a:lnTo>
                  <a:lnTo>
                    <a:pt x="4173" y="0"/>
                  </a:lnTo>
                  <a:lnTo>
                    <a:pt x="4174" y="0"/>
                  </a:lnTo>
                  <a:lnTo>
                    <a:pt x="4176" y="0"/>
                  </a:lnTo>
                  <a:lnTo>
                    <a:pt x="4177" y="0"/>
                  </a:lnTo>
                  <a:lnTo>
                    <a:pt x="4178" y="0"/>
                  </a:lnTo>
                  <a:lnTo>
                    <a:pt x="4180" y="0"/>
                  </a:lnTo>
                  <a:lnTo>
                    <a:pt x="4181" y="0"/>
                  </a:lnTo>
                  <a:lnTo>
                    <a:pt x="4182" y="0"/>
                  </a:lnTo>
                  <a:lnTo>
                    <a:pt x="4184" y="0"/>
                  </a:lnTo>
                  <a:lnTo>
                    <a:pt x="4185" y="0"/>
                  </a:lnTo>
                  <a:lnTo>
                    <a:pt x="4186" y="0"/>
                  </a:lnTo>
                  <a:lnTo>
                    <a:pt x="4188" y="0"/>
                  </a:lnTo>
                  <a:lnTo>
                    <a:pt x="4189" y="0"/>
                  </a:lnTo>
                  <a:lnTo>
                    <a:pt x="4190" y="0"/>
                  </a:lnTo>
                  <a:lnTo>
                    <a:pt x="4191" y="0"/>
                  </a:lnTo>
                  <a:lnTo>
                    <a:pt x="4193" y="0"/>
                  </a:lnTo>
                  <a:lnTo>
                    <a:pt x="4194" y="0"/>
                  </a:lnTo>
                  <a:lnTo>
                    <a:pt x="4196" y="0"/>
                  </a:lnTo>
                  <a:lnTo>
                    <a:pt x="4197" y="0"/>
                  </a:lnTo>
                  <a:lnTo>
                    <a:pt x="4198" y="0"/>
                  </a:lnTo>
                  <a:lnTo>
                    <a:pt x="4200" y="0"/>
                  </a:lnTo>
                  <a:lnTo>
                    <a:pt x="4201" y="0"/>
                  </a:lnTo>
                  <a:lnTo>
                    <a:pt x="4202" y="0"/>
                  </a:lnTo>
                  <a:lnTo>
                    <a:pt x="4203" y="0"/>
                  </a:lnTo>
                  <a:lnTo>
                    <a:pt x="4205" y="0"/>
                  </a:lnTo>
                  <a:lnTo>
                    <a:pt x="4206" y="0"/>
                  </a:lnTo>
                  <a:lnTo>
                    <a:pt x="4207" y="0"/>
                  </a:lnTo>
                  <a:lnTo>
                    <a:pt x="4209" y="0"/>
                  </a:lnTo>
                  <a:lnTo>
                    <a:pt x="4210" y="0"/>
                  </a:lnTo>
                  <a:lnTo>
                    <a:pt x="4212" y="0"/>
                  </a:lnTo>
                  <a:lnTo>
                    <a:pt x="4213" y="0"/>
                  </a:lnTo>
                  <a:lnTo>
                    <a:pt x="4214" y="0"/>
                  </a:lnTo>
                  <a:lnTo>
                    <a:pt x="4215" y="0"/>
                  </a:lnTo>
                  <a:lnTo>
                    <a:pt x="4217" y="0"/>
                  </a:lnTo>
                  <a:lnTo>
                    <a:pt x="4218" y="0"/>
                  </a:lnTo>
                  <a:lnTo>
                    <a:pt x="4219" y="0"/>
                  </a:lnTo>
                  <a:lnTo>
                    <a:pt x="4221" y="0"/>
                  </a:lnTo>
                  <a:lnTo>
                    <a:pt x="4222" y="0"/>
                  </a:lnTo>
                  <a:lnTo>
                    <a:pt x="4223" y="0"/>
                  </a:lnTo>
                  <a:lnTo>
                    <a:pt x="4225" y="0"/>
                  </a:lnTo>
                  <a:lnTo>
                    <a:pt x="4226" y="0"/>
                  </a:lnTo>
                  <a:lnTo>
                    <a:pt x="4227" y="0"/>
                  </a:lnTo>
                  <a:lnTo>
                    <a:pt x="4229" y="0"/>
                  </a:lnTo>
                  <a:lnTo>
                    <a:pt x="4230" y="0"/>
                  </a:lnTo>
                  <a:lnTo>
                    <a:pt x="4231" y="0"/>
                  </a:lnTo>
                  <a:lnTo>
                    <a:pt x="4233" y="0"/>
                  </a:lnTo>
                  <a:lnTo>
                    <a:pt x="4234" y="0"/>
                  </a:lnTo>
                  <a:lnTo>
                    <a:pt x="4235" y="0"/>
                  </a:lnTo>
                  <a:lnTo>
                    <a:pt x="4237" y="0"/>
                  </a:lnTo>
                  <a:lnTo>
                    <a:pt x="4238" y="0"/>
                  </a:lnTo>
                  <a:lnTo>
                    <a:pt x="4239" y="0"/>
                  </a:lnTo>
                  <a:lnTo>
                    <a:pt x="4241" y="0"/>
                  </a:lnTo>
                  <a:lnTo>
                    <a:pt x="4242" y="0"/>
                  </a:lnTo>
                  <a:lnTo>
                    <a:pt x="4243" y="1"/>
                  </a:lnTo>
                  <a:lnTo>
                    <a:pt x="4244" y="4"/>
                  </a:lnTo>
                  <a:lnTo>
                    <a:pt x="4246" y="8"/>
                  </a:lnTo>
                  <a:lnTo>
                    <a:pt x="4247" y="14"/>
                  </a:lnTo>
                  <a:lnTo>
                    <a:pt x="4248" y="22"/>
                  </a:lnTo>
                  <a:lnTo>
                    <a:pt x="4250" y="31"/>
                  </a:lnTo>
                  <a:lnTo>
                    <a:pt x="4251" y="42"/>
                  </a:lnTo>
                  <a:lnTo>
                    <a:pt x="4253" y="55"/>
                  </a:lnTo>
                  <a:lnTo>
                    <a:pt x="4254" y="70"/>
                  </a:lnTo>
                  <a:lnTo>
                    <a:pt x="4255" y="86"/>
                  </a:lnTo>
                  <a:lnTo>
                    <a:pt x="4257" y="102"/>
                  </a:lnTo>
                  <a:lnTo>
                    <a:pt x="4258" y="119"/>
                  </a:lnTo>
                  <a:lnTo>
                    <a:pt x="4259" y="136"/>
                  </a:lnTo>
                  <a:lnTo>
                    <a:pt x="4260" y="154"/>
                  </a:lnTo>
                  <a:lnTo>
                    <a:pt x="4262" y="172"/>
                  </a:lnTo>
                  <a:lnTo>
                    <a:pt x="4263" y="191"/>
                  </a:lnTo>
                  <a:lnTo>
                    <a:pt x="4264" y="210"/>
                  </a:lnTo>
                  <a:lnTo>
                    <a:pt x="4266" y="231"/>
                  </a:lnTo>
                  <a:lnTo>
                    <a:pt x="4267" y="251"/>
                  </a:lnTo>
                  <a:lnTo>
                    <a:pt x="4269" y="272"/>
                  </a:lnTo>
                  <a:lnTo>
                    <a:pt x="4270" y="293"/>
                  </a:lnTo>
                  <a:lnTo>
                    <a:pt x="4271" y="314"/>
                  </a:lnTo>
                  <a:lnTo>
                    <a:pt x="4272" y="336"/>
                  </a:lnTo>
                  <a:lnTo>
                    <a:pt x="4274" y="358"/>
                  </a:lnTo>
                  <a:lnTo>
                    <a:pt x="4275" y="380"/>
                  </a:lnTo>
                  <a:lnTo>
                    <a:pt x="4276" y="402"/>
                  </a:lnTo>
                  <a:lnTo>
                    <a:pt x="4278" y="424"/>
                  </a:lnTo>
                  <a:lnTo>
                    <a:pt x="4279" y="446"/>
                  </a:lnTo>
                  <a:lnTo>
                    <a:pt x="4280" y="469"/>
                  </a:lnTo>
                  <a:lnTo>
                    <a:pt x="4282" y="491"/>
                  </a:lnTo>
                  <a:lnTo>
                    <a:pt x="4283" y="514"/>
                  </a:lnTo>
                  <a:lnTo>
                    <a:pt x="4284" y="536"/>
                  </a:lnTo>
                  <a:lnTo>
                    <a:pt x="4286" y="559"/>
                  </a:lnTo>
                  <a:lnTo>
                    <a:pt x="4287" y="582"/>
                  </a:lnTo>
                  <a:lnTo>
                    <a:pt x="4288" y="605"/>
                  </a:lnTo>
                  <a:lnTo>
                    <a:pt x="4289" y="626"/>
                  </a:lnTo>
                  <a:lnTo>
                    <a:pt x="4291" y="645"/>
                  </a:lnTo>
                  <a:lnTo>
                    <a:pt x="4292" y="662"/>
                  </a:lnTo>
                  <a:lnTo>
                    <a:pt x="4294" y="676"/>
                  </a:lnTo>
                  <a:lnTo>
                    <a:pt x="4295" y="688"/>
                  </a:lnTo>
                  <a:lnTo>
                    <a:pt x="4296" y="697"/>
                  </a:lnTo>
                  <a:lnTo>
                    <a:pt x="4298" y="704"/>
                  </a:lnTo>
                  <a:lnTo>
                    <a:pt x="4299" y="708"/>
                  </a:lnTo>
                  <a:lnTo>
                    <a:pt x="4300" y="709"/>
                  </a:lnTo>
                  <a:lnTo>
                    <a:pt x="4301" y="709"/>
                  </a:lnTo>
                  <a:lnTo>
                    <a:pt x="4303" y="709"/>
                  </a:lnTo>
                  <a:lnTo>
                    <a:pt x="4304" y="709"/>
                  </a:lnTo>
                  <a:lnTo>
                    <a:pt x="4305" y="709"/>
                  </a:lnTo>
                  <a:lnTo>
                    <a:pt x="4307" y="709"/>
                  </a:lnTo>
                  <a:lnTo>
                    <a:pt x="4308" y="709"/>
                  </a:lnTo>
                  <a:lnTo>
                    <a:pt x="4310" y="709"/>
                  </a:lnTo>
                  <a:lnTo>
                    <a:pt x="4311" y="709"/>
                  </a:lnTo>
                  <a:lnTo>
                    <a:pt x="4312" y="709"/>
                  </a:lnTo>
                  <a:lnTo>
                    <a:pt x="4313" y="709"/>
                  </a:lnTo>
                  <a:lnTo>
                    <a:pt x="4315" y="709"/>
                  </a:lnTo>
                  <a:lnTo>
                    <a:pt x="4316" y="709"/>
                  </a:lnTo>
                  <a:lnTo>
                    <a:pt x="4317" y="709"/>
                  </a:lnTo>
                  <a:lnTo>
                    <a:pt x="4319" y="709"/>
                  </a:lnTo>
                  <a:lnTo>
                    <a:pt x="4320" y="709"/>
                  </a:lnTo>
                  <a:lnTo>
                    <a:pt x="4321" y="709"/>
                  </a:lnTo>
                  <a:lnTo>
                    <a:pt x="4323" y="709"/>
                  </a:lnTo>
                  <a:lnTo>
                    <a:pt x="4324" y="709"/>
                  </a:lnTo>
                  <a:lnTo>
                    <a:pt x="4325" y="709"/>
                  </a:lnTo>
                  <a:lnTo>
                    <a:pt x="4327" y="709"/>
                  </a:lnTo>
                  <a:lnTo>
                    <a:pt x="4328" y="709"/>
                  </a:lnTo>
                  <a:lnTo>
                    <a:pt x="4329" y="709"/>
                  </a:lnTo>
                  <a:lnTo>
                    <a:pt x="4331" y="709"/>
                  </a:lnTo>
                  <a:lnTo>
                    <a:pt x="4332" y="709"/>
                  </a:lnTo>
                  <a:lnTo>
                    <a:pt x="4333" y="709"/>
                  </a:lnTo>
                  <a:lnTo>
                    <a:pt x="4335" y="709"/>
                  </a:lnTo>
                  <a:lnTo>
                    <a:pt x="4336" y="709"/>
                  </a:lnTo>
                  <a:lnTo>
                    <a:pt x="4337" y="709"/>
                  </a:lnTo>
                  <a:lnTo>
                    <a:pt x="4339" y="709"/>
                  </a:lnTo>
                  <a:lnTo>
                    <a:pt x="4340" y="709"/>
                  </a:lnTo>
                  <a:lnTo>
                    <a:pt x="4341" y="709"/>
                  </a:lnTo>
                  <a:lnTo>
                    <a:pt x="4342" y="709"/>
                  </a:lnTo>
                  <a:lnTo>
                    <a:pt x="4344" y="709"/>
                  </a:lnTo>
                  <a:lnTo>
                    <a:pt x="4345" y="709"/>
                  </a:lnTo>
                  <a:lnTo>
                    <a:pt x="4346" y="709"/>
                  </a:lnTo>
                  <a:lnTo>
                    <a:pt x="4348" y="709"/>
                  </a:lnTo>
                  <a:lnTo>
                    <a:pt x="4349" y="709"/>
                  </a:lnTo>
                  <a:lnTo>
                    <a:pt x="4351" y="709"/>
                  </a:lnTo>
                  <a:lnTo>
                    <a:pt x="4352" y="709"/>
                  </a:lnTo>
                  <a:lnTo>
                    <a:pt x="4353" y="709"/>
                  </a:lnTo>
                  <a:lnTo>
                    <a:pt x="4354" y="709"/>
                  </a:lnTo>
                  <a:lnTo>
                    <a:pt x="4356" y="709"/>
                  </a:lnTo>
                  <a:lnTo>
                    <a:pt x="4357" y="709"/>
                  </a:lnTo>
                  <a:lnTo>
                    <a:pt x="4358" y="709"/>
                  </a:lnTo>
                  <a:lnTo>
                    <a:pt x="4360" y="709"/>
                  </a:lnTo>
                  <a:lnTo>
                    <a:pt x="4361" y="709"/>
                  </a:lnTo>
                  <a:lnTo>
                    <a:pt x="4362" y="709"/>
                  </a:lnTo>
                  <a:lnTo>
                    <a:pt x="4364" y="709"/>
                  </a:lnTo>
                  <a:lnTo>
                    <a:pt x="4365" y="709"/>
                  </a:lnTo>
                  <a:lnTo>
                    <a:pt x="4366" y="709"/>
                  </a:lnTo>
                  <a:lnTo>
                    <a:pt x="4368" y="709"/>
                  </a:lnTo>
                  <a:lnTo>
                    <a:pt x="4369" y="709"/>
                  </a:lnTo>
                  <a:lnTo>
                    <a:pt x="4370" y="709"/>
                  </a:lnTo>
                  <a:lnTo>
                    <a:pt x="4372" y="709"/>
                  </a:lnTo>
                  <a:lnTo>
                    <a:pt x="4373" y="709"/>
                  </a:lnTo>
                  <a:lnTo>
                    <a:pt x="4374" y="709"/>
                  </a:lnTo>
                  <a:lnTo>
                    <a:pt x="4376" y="709"/>
                  </a:lnTo>
                  <a:lnTo>
                    <a:pt x="4377" y="709"/>
                  </a:lnTo>
                  <a:lnTo>
                    <a:pt x="4378" y="709"/>
                  </a:lnTo>
                  <a:lnTo>
                    <a:pt x="4380" y="709"/>
                  </a:lnTo>
                  <a:lnTo>
                    <a:pt x="4381" y="709"/>
                  </a:lnTo>
                  <a:lnTo>
                    <a:pt x="4382" y="709"/>
                  </a:lnTo>
                  <a:lnTo>
                    <a:pt x="4383" y="709"/>
                  </a:lnTo>
                  <a:lnTo>
                    <a:pt x="4385" y="709"/>
                  </a:lnTo>
                  <a:lnTo>
                    <a:pt x="4386" y="709"/>
                  </a:lnTo>
                  <a:lnTo>
                    <a:pt x="4387" y="709"/>
                  </a:lnTo>
                  <a:lnTo>
                    <a:pt x="4389" y="709"/>
                  </a:lnTo>
                  <a:lnTo>
                    <a:pt x="4390" y="709"/>
                  </a:lnTo>
                  <a:lnTo>
                    <a:pt x="4392" y="709"/>
                  </a:lnTo>
                  <a:lnTo>
                    <a:pt x="4393" y="709"/>
                  </a:lnTo>
                  <a:lnTo>
                    <a:pt x="4394" y="709"/>
                  </a:lnTo>
                  <a:lnTo>
                    <a:pt x="4395" y="709"/>
                  </a:lnTo>
                  <a:lnTo>
                    <a:pt x="4397" y="709"/>
                  </a:lnTo>
                  <a:lnTo>
                    <a:pt x="4398" y="709"/>
                  </a:lnTo>
                  <a:lnTo>
                    <a:pt x="4399" y="709"/>
                  </a:lnTo>
                  <a:lnTo>
                    <a:pt x="4401" y="709"/>
                  </a:lnTo>
                  <a:lnTo>
                    <a:pt x="4402" y="709"/>
                  </a:lnTo>
                  <a:lnTo>
                    <a:pt x="4403" y="709"/>
                  </a:lnTo>
                  <a:lnTo>
                    <a:pt x="4405" y="709"/>
                  </a:lnTo>
                  <a:lnTo>
                    <a:pt x="4406" y="709"/>
                  </a:lnTo>
                  <a:lnTo>
                    <a:pt x="4407" y="709"/>
                  </a:lnTo>
                  <a:lnTo>
                    <a:pt x="4409" y="709"/>
                  </a:lnTo>
                  <a:lnTo>
                    <a:pt x="4410" y="709"/>
                  </a:lnTo>
                  <a:lnTo>
                    <a:pt x="4411" y="709"/>
                  </a:lnTo>
                  <a:lnTo>
                    <a:pt x="4413" y="709"/>
                  </a:lnTo>
                  <a:lnTo>
                    <a:pt x="4414" y="709"/>
                  </a:lnTo>
                  <a:lnTo>
                    <a:pt x="4415" y="709"/>
                  </a:lnTo>
                  <a:lnTo>
                    <a:pt x="4417" y="709"/>
                  </a:lnTo>
                  <a:lnTo>
                    <a:pt x="4418" y="709"/>
                  </a:lnTo>
                  <a:lnTo>
                    <a:pt x="4419" y="709"/>
                  </a:lnTo>
                  <a:lnTo>
                    <a:pt x="4421" y="709"/>
                  </a:lnTo>
                  <a:lnTo>
                    <a:pt x="4422" y="709"/>
                  </a:lnTo>
                  <a:lnTo>
                    <a:pt x="4423" y="709"/>
                  </a:lnTo>
                  <a:lnTo>
                    <a:pt x="4424" y="709"/>
                  </a:lnTo>
                  <a:lnTo>
                    <a:pt x="4426" y="709"/>
                  </a:lnTo>
                  <a:lnTo>
                    <a:pt x="4427" y="709"/>
                  </a:lnTo>
                  <a:lnTo>
                    <a:pt x="4429" y="709"/>
                  </a:lnTo>
                  <a:lnTo>
                    <a:pt x="4430" y="709"/>
                  </a:lnTo>
                  <a:lnTo>
                    <a:pt x="4431" y="709"/>
                  </a:lnTo>
                  <a:lnTo>
                    <a:pt x="4433" y="709"/>
                  </a:lnTo>
                  <a:lnTo>
                    <a:pt x="4434" y="709"/>
                  </a:lnTo>
                  <a:lnTo>
                    <a:pt x="4435" y="709"/>
                  </a:lnTo>
                  <a:lnTo>
                    <a:pt x="4436" y="709"/>
                  </a:lnTo>
                  <a:lnTo>
                    <a:pt x="4438" y="709"/>
                  </a:lnTo>
                  <a:lnTo>
                    <a:pt x="4439" y="709"/>
                  </a:lnTo>
                  <a:lnTo>
                    <a:pt x="4440" y="709"/>
                  </a:lnTo>
                  <a:lnTo>
                    <a:pt x="4442" y="709"/>
                  </a:lnTo>
                  <a:lnTo>
                    <a:pt x="4443" y="709"/>
                  </a:lnTo>
                  <a:lnTo>
                    <a:pt x="4444" y="709"/>
                  </a:lnTo>
                  <a:lnTo>
                    <a:pt x="4446" y="709"/>
                  </a:lnTo>
                  <a:lnTo>
                    <a:pt x="4447" y="709"/>
                  </a:lnTo>
                  <a:lnTo>
                    <a:pt x="4449" y="709"/>
                  </a:lnTo>
                  <a:lnTo>
                    <a:pt x="4450" y="709"/>
                  </a:lnTo>
                  <a:lnTo>
                    <a:pt x="4451" y="709"/>
                  </a:lnTo>
                  <a:lnTo>
                    <a:pt x="4452" y="709"/>
                  </a:lnTo>
                  <a:lnTo>
                    <a:pt x="4454" y="709"/>
                  </a:lnTo>
                  <a:lnTo>
                    <a:pt x="4455" y="709"/>
                  </a:lnTo>
                  <a:lnTo>
                    <a:pt x="4456" y="709"/>
                  </a:lnTo>
                  <a:lnTo>
                    <a:pt x="4458" y="709"/>
                  </a:lnTo>
                  <a:lnTo>
                    <a:pt x="4459" y="709"/>
                  </a:lnTo>
                  <a:lnTo>
                    <a:pt x="4460" y="709"/>
                  </a:lnTo>
                  <a:lnTo>
                    <a:pt x="4462" y="709"/>
                  </a:lnTo>
                  <a:lnTo>
                    <a:pt x="4463" y="709"/>
                  </a:lnTo>
                  <a:lnTo>
                    <a:pt x="4464" y="709"/>
                  </a:lnTo>
                  <a:lnTo>
                    <a:pt x="4465" y="709"/>
                  </a:lnTo>
                  <a:lnTo>
                    <a:pt x="4467" y="709"/>
                  </a:lnTo>
                  <a:lnTo>
                    <a:pt x="4468" y="709"/>
                  </a:lnTo>
                  <a:lnTo>
                    <a:pt x="4470" y="709"/>
                  </a:lnTo>
                  <a:lnTo>
                    <a:pt x="4471" y="709"/>
                  </a:lnTo>
                  <a:lnTo>
                    <a:pt x="4472" y="709"/>
                  </a:lnTo>
                  <a:lnTo>
                    <a:pt x="4474" y="709"/>
                  </a:lnTo>
                  <a:lnTo>
                    <a:pt x="4475" y="709"/>
                  </a:lnTo>
                  <a:lnTo>
                    <a:pt x="4476" y="709"/>
                  </a:lnTo>
                  <a:lnTo>
                    <a:pt x="4478" y="709"/>
                  </a:lnTo>
                  <a:lnTo>
                    <a:pt x="4479" y="709"/>
                  </a:lnTo>
                  <a:lnTo>
                    <a:pt x="4480" y="709"/>
                  </a:lnTo>
                  <a:lnTo>
                    <a:pt x="4481" y="709"/>
                  </a:lnTo>
                  <a:lnTo>
                    <a:pt x="4483" y="709"/>
                  </a:lnTo>
                  <a:lnTo>
                    <a:pt x="4484" y="709"/>
                  </a:lnTo>
                  <a:lnTo>
                    <a:pt x="4486" y="709"/>
                  </a:lnTo>
                  <a:lnTo>
                    <a:pt x="4487" y="709"/>
                  </a:lnTo>
                  <a:lnTo>
                    <a:pt x="4488" y="709"/>
                  </a:lnTo>
                  <a:lnTo>
                    <a:pt x="4490" y="709"/>
                  </a:lnTo>
                  <a:lnTo>
                    <a:pt x="4491" y="709"/>
                  </a:lnTo>
                  <a:lnTo>
                    <a:pt x="4492" y="709"/>
                  </a:lnTo>
                  <a:lnTo>
                    <a:pt x="4493" y="709"/>
                  </a:lnTo>
                  <a:lnTo>
                    <a:pt x="4495" y="709"/>
                  </a:lnTo>
                  <a:lnTo>
                    <a:pt x="4496" y="709"/>
                  </a:lnTo>
                  <a:lnTo>
                    <a:pt x="4497" y="709"/>
                  </a:lnTo>
                  <a:lnTo>
                    <a:pt x="4499" y="709"/>
                  </a:lnTo>
                  <a:lnTo>
                    <a:pt x="4500" y="709"/>
                  </a:lnTo>
                  <a:lnTo>
                    <a:pt x="4501" y="709"/>
                  </a:lnTo>
                  <a:lnTo>
                    <a:pt x="4503" y="709"/>
                  </a:lnTo>
                  <a:lnTo>
                    <a:pt x="4504" y="709"/>
                  </a:lnTo>
                  <a:lnTo>
                    <a:pt x="4505" y="709"/>
                  </a:lnTo>
                  <a:lnTo>
                    <a:pt x="4507" y="709"/>
                  </a:lnTo>
                  <a:lnTo>
                    <a:pt x="4508" y="709"/>
                  </a:lnTo>
                  <a:lnTo>
                    <a:pt x="4509" y="709"/>
                  </a:lnTo>
                  <a:lnTo>
                    <a:pt x="4511" y="709"/>
                  </a:lnTo>
                  <a:lnTo>
                    <a:pt x="4512" y="709"/>
                  </a:lnTo>
                  <a:lnTo>
                    <a:pt x="4513" y="709"/>
                  </a:lnTo>
                  <a:lnTo>
                    <a:pt x="4515" y="709"/>
                  </a:lnTo>
                  <a:lnTo>
                    <a:pt x="4516" y="709"/>
                  </a:lnTo>
                  <a:lnTo>
                    <a:pt x="4517" y="709"/>
                  </a:lnTo>
                  <a:lnTo>
                    <a:pt x="4519" y="709"/>
                  </a:lnTo>
                  <a:lnTo>
                    <a:pt x="4520" y="709"/>
                  </a:lnTo>
                  <a:lnTo>
                    <a:pt x="4521" y="709"/>
                  </a:lnTo>
                  <a:lnTo>
                    <a:pt x="4522" y="709"/>
                  </a:lnTo>
                  <a:lnTo>
                    <a:pt x="4524" y="709"/>
                  </a:lnTo>
                  <a:lnTo>
                    <a:pt x="4525" y="709"/>
                  </a:lnTo>
                  <a:lnTo>
                    <a:pt x="4527" y="709"/>
                  </a:lnTo>
                  <a:lnTo>
                    <a:pt x="4528" y="709"/>
                  </a:lnTo>
                  <a:lnTo>
                    <a:pt x="4529" y="709"/>
                  </a:lnTo>
                  <a:lnTo>
                    <a:pt x="4531" y="709"/>
                  </a:lnTo>
                  <a:lnTo>
                    <a:pt x="4532" y="709"/>
                  </a:lnTo>
                  <a:lnTo>
                    <a:pt x="4533" y="709"/>
                  </a:lnTo>
                  <a:lnTo>
                    <a:pt x="4534" y="709"/>
                  </a:lnTo>
                  <a:lnTo>
                    <a:pt x="4536" y="709"/>
                  </a:lnTo>
                  <a:lnTo>
                    <a:pt x="4537" y="709"/>
                  </a:lnTo>
                  <a:lnTo>
                    <a:pt x="4538" y="709"/>
                  </a:lnTo>
                  <a:lnTo>
                    <a:pt x="4540" y="709"/>
                  </a:lnTo>
                  <a:lnTo>
                    <a:pt x="4541" y="709"/>
                  </a:lnTo>
                  <a:lnTo>
                    <a:pt x="4542" y="709"/>
                  </a:lnTo>
                  <a:lnTo>
                    <a:pt x="4544" y="709"/>
                  </a:lnTo>
                  <a:lnTo>
                    <a:pt x="4545" y="709"/>
                  </a:lnTo>
                  <a:lnTo>
                    <a:pt x="4546" y="709"/>
                  </a:lnTo>
                  <a:lnTo>
                    <a:pt x="4548" y="709"/>
                  </a:lnTo>
                  <a:lnTo>
                    <a:pt x="4549" y="709"/>
                  </a:lnTo>
                  <a:lnTo>
                    <a:pt x="4550" y="709"/>
                  </a:lnTo>
                  <a:lnTo>
                    <a:pt x="4552" y="709"/>
                  </a:lnTo>
                  <a:lnTo>
                    <a:pt x="4553" y="709"/>
                  </a:lnTo>
                  <a:lnTo>
                    <a:pt x="4554" y="709"/>
                  </a:lnTo>
                  <a:lnTo>
                    <a:pt x="4556" y="709"/>
                  </a:lnTo>
                  <a:lnTo>
                    <a:pt x="4557" y="709"/>
                  </a:lnTo>
                  <a:lnTo>
                    <a:pt x="4558" y="709"/>
                  </a:lnTo>
                  <a:lnTo>
                    <a:pt x="4560" y="709"/>
                  </a:lnTo>
                  <a:lnTo>
                    <a:pt x="4561" y="708"/>
                  </a:lnTo>
                  <a:lnTo>
                    <a:pt x="4562" y="706"/>
                  </a:lnTo>
                  <a:lnTo>
                    <a:pt x="4563" y="703"/>
                  </a:lnTo>
                  <a:lnTo>
                    <a:pt x="4565" y="700"/>
                  </a:lnTo>
                  <a:lnTo>
                    <a:pt x="4566" y="697"/>
                  </a:lnTo>
                  <a:lnTo>
                    <a:pt x="4568" y="693"/>
                  </a:lnTo>
                  <a:lnTo>
                    <a:pt x="4569" y="688"/>
                  </a:lnTo>
                  <a:lnTo>
                    <a:pt x="4570" y="683"/>
                  </a:lnTo>
                  <a:lnTo>
                    <a:pt x="4572" y="678"/>
                  </a:lnTo>
                  <a:lnTo>
                    <a:pt x="4573" y="674"/>
                  </a:lnTo>
                  <a:lnTo>
                    <a:pt x="4574" y="669"/>
                  </a:lnTo>
                  <a:lnTo>
                    <a:pt x="4575" y="664"/>
                  </a:lnTo>
                  <a:lnTo>
                    <a:pt x="4577" y="659"/>
                  </a:lnTo>
                  <a:lnTo>
                    <a:pt x="4578" y="653"/>
                  </a:lnTo>
                  <a:lnTo>
                    <a:pt x="4579" y="647"/>
                  </a:lnTo>
                  <a:lnTo>
                    <a:pt x="4581" y="640"/>
                  </a:lnTo>
                  <a:lnTo>
                    <a:pt x="4582" y="632"/>
                  </a:lnTo>
                  <a:lnTo>
                    <a:pt x="4584" y="623"/>
                  </a:lnTo>
                  <a:lnTo>
                    <a:pt x="4585" y="614"/>
                  </a:lnTo>
                  <a:lnTo>
                    <a:pt x="4586" y="603"/>
                  </a:lnTo>
                  <a:lnTo>
                    <a:pt x="4587" y="592"/>
                  </a:lnTo>
                  <a:lnTo>
                    <a:pt x="4589" y="580"/>
                  </a:lnTo>
                  <a:lnTo>
                    <a:pt x="4590" y="567"/>
                  </a:lnTo>
                  <a:lnTo>
                    <a:pt x="4591" y="553"/>
                  </a:lnTo>
                  <a:lnTo>
                    <a:pt x="4593" y="537"/>
                  </a:lnTo>
                  <a:lnTo>
                    <a:pt x="4594" y="521"/>
                  </a:lnTo>
                  <a:lnTo>
                    <a:pt x="4595" y="504"/>
                  </a:lnTo>
                  <a:lnTo>
                    <a:pt x="4597" y="486"/>
                  </a:lnTo>
                  <a:lnTo>
                    <a:pt x="4598" y="468"/>
                  </a:lnTo>
                  <a:lnTo>
                    <a:pt x="4599" y="448"/>
                  </a:lnTo>
                  <a:lnTo>
                    <a:pt x="4601" y="427"/>
                  </a:lnTo>
                  <a:lnTo>
                    <a:pt x="4602" y="406"/>
                  </a:lnTo>
                  <a:lnTo>
                    <a:pt x="4603" y="384"/>
                  </a:lnTo>
                  <a:lnTo>
                    <a:pt x="4604" y="361"/>
                  </a:lnTo>
                  <a:lnTo>
                    <a:pt x="4606" y="337"/>
                  </a:lnTo>
                  <a:lnTo>
                    <a:pt x="4607" y="313"/>
                  </a:lnTo>
                  <a:lnTo>
                    <a:pt x="4609" y="287"/>
                  </a:lnTo>
                  <a:lnTo>
                    <a:pt x="4610" y="262"/>
                  </a:lnTo>
                  <a:lnTo>
                    <a:pt x="4611" y="236"/>
                  </a:lnTo>
                  <a:lnTo>
                    <a:pt x="4613" y="210"/>
                  </a:lnTo>
                  <a:lnTo>
                    <a:pt x="4614" y="186"/>
                  </a:lnTo>
                  <a:lnTo>
                    <a:pt x="4615" y="161"/>
                  </a:lnTo>
                  <a:lnTo>
                    <a:pt x="4616" y="137"/>
                  </a:lnTo>
                  <a:lnTo>
                    <a:pt x="4618" y="113"/>
                  </a:lnTo>
                  <a:lnTo>
                    <a:pt x="4619" y="91"/>
                  </a:lnTo>
                  <a:lnTo>
                    <a:pt x="4620" y="71"/>
                  </a:lnTo>
                  <a:lnTo>
                    <a:pt x="4622" y="53"/>
                  </a:lnTo>
                  <a:lnTo>
                    <a:pt x="4623" y="38"/>
                  </a:lnTo>
                  <a:lnTo>
                    <a:pt x="4625" y="26"/>
                  </a:lnTo>
                  <a:lnTo>
                    <a:pt x="4626" y="16"/>
                  </a:lnTo>
                  <a:lnTo>
                    <a:pt x="4627" y="9"/>
                  </a:lnTo>
                  <a:lnTo>
                    <a:pt x="4628" y="4"/>
                  </a:lnTo>
                  <a:lnTo>
                    <a:pt x="4630" y="1"/>
                  </a:lnTo>
                  <a:lnTo>
                    <a:pt x="4631" y="0"/>
                  </a:lnTo>
                  <a:lnTo>
                    <a:pt x="4632" y="0"/>
                  </a:lnTo>
                  <a:lnTo>
                    <a:pt x="4634" y="0"/>
                  </a:lnTo>
                  <a:lnTo>
                    <a:pt x="4635" y="0"/>
                  </a:lnTo>
                  <a:lnTo>
                    <a:pt x="4636" y="0"/>
                  </a:lnTo>
                  <a:lnTo>
                    <a:pt x="4638" y="0"/>
                  </a:lnTo>
                  <a:lnTo>
                    <a:pt x="4639" y="0"/>
                  </a:lnTo>
                  <a:lnTo>
                    <a:pt x="4640" y="0"/>
                  </a:lnTo>
                  <a:lnTo>
                    <a:pt x="4642" y="0"/>
                  </a:lnTo>
                  <a:lnTo>
                    <a:pt x="4643" y="0"/>
                  </a:lnTo>
                  <a:lnTo>
                    <a:pt x="4644" y="0"/>
                  </a:lnTo>
                  <a:lnTo>
                    <a:pt x="4646" y="0"/>
                  </a:lnTo>
                  <a:lnTo>
                    <a:pt x="4647" y="0"/>
                  </a:lnTo>
                  <a:lnTo>
                    <a:pt x="4648" y="0"/>
                  </a:lnTo>
                  <a:lnTo>
                    <a:pt x="4650" y="0"/>
                  </a:lnTo>
                  <a:lnTo>
                    <a:pt x="4651" y="0"/>
                  </a:lnTo>
                  <a:lnTo>
                    <a:pt x="4652" y="0"/>
                  </a:lnTo>
                  <a:lnTo>
                    <a:pt x="4654" y="0"/>
                  </a:lnTo>
                  <a:lnTo>
                    <a:pt x="4655" y="0"/>
                  </a:lnTo>
                  <a:lnTo>
                    <a:pt x="4656" y="0"/>
                  </a:lnTo>
                  <a:lnTo>
                    <a:pt x="4657" y="0"/>
                  </a:lnTo>
                  <a:lnTo>
                    <a:pt x="4659" y="0"/>
                  </a:lnTo>
                  <a:lnTo>
                    <a:pt x="4660" y="0"/>
                  </a:lnTo>
                  <a:lnTo>
                    <a:pt x="4661" y="0"/>
                  </a:lnTo>
                  <a:lnTo>
                    <a:pt x="4663" y="0"/>
                  </a:lnTo>
                  <a:lnTo>
                    <a:pt x="4664" y="0"/>
                  </a:lnTo>
                  <a:lnTo>
                    <a:pt x="4666" y="0"/>
                  </a:lnTo>
                  <a:lnTo>
                    <a:pt x="4667" y="0"/>
                  </a:lnTo>
                  <a:lnTo>
                    <a:pt x="4668" y="0"/>
                  </a:lnTo>
                  <a:lnTo>
                    <a:pt x="4670" y="0"/>
                  </a:lnTo>
                  <a:lnTo>
                    <a:pt x="4671" y="0"/>
                  </a:lnTo>
                  <a:lnTo>
                    <a:pt x="4672" y="0"/>
                  </a:lnTo>
                  <a:lnTo>
                    <a:pt x="4673" y="0"/>
                  </a:lnTo>
                  <a:lnTo>
                    <a:pt x="4675" y="0"/>
                  </a:lnTo>
                  <a:lnTo>
                    <a:pt x="4676" y="0"/>
                  </a:lnTo>
                  <a:lnTo>
                    <a:pt x="4677" y="0"/>
                  </a:lnTo>
                  <a:lnTo>
                    <a:pt x="4679" y="0"/>
                  </a:lnTo>
                  <a:lnTo>
                    <a:pt x="4680" y="0"/>
                  </a:lnTo>
                  <a:lnTo>
                    <a:pt x="4682" y="0"/>
                  </a:lnTo>
                  <a:lnTo>
                    <a:pt x="4683" y="0"/>
                  </a:lnTo>
                  <a:lnTo>
                    <a:pt x="4684" y="0"/>
                  </a:lnTo>
                  <a:lnTo>
                    <a:pt x="4685" y="0"/>
                  </a:lnTo>
                  <a:lnTo>
                    <a:pt x="4687" y="0"/>
                  </a:lnTo>
                  <a:lnTo>
                    <a:pt x="4688" y="0"/>
                  </a:lnTo>
                  <a:lnTo>
                    <a:pt x="4689" y="0"/>
                  </a:lnTo>
                  <a:lnTo>
                    <a:pt x="4691" y="0"/>
                  </a:lnTo>
                  <a:lnTo>
                    <a:pt x="4692" y="0"/>
                  </a:lnTo>
                  <a:lnTo>
                    <a:pt x="4693" y="0"/>
                  </a:lnTo>
                  <a:lnTo>
                    <a:pt x="4695" y="0"/>
                  </a:lnTo>
                  <a:lnTo>
                    <a:pt x="4696" y="0"/>
                  </a:lnTo>
                  <a:lnTo>
                    <a:pt x="4697" y="0"/>
                  </a:lnTo>
                  <a:lnTo>
                    <a:pt x="4699" y="0"/>
                  </a:lnTo>
                  <a:lnTo>
                    <a:pt x="4700" y="0"/>
                  </a:lnTo>
                  <a:lnTo>
                    <a:pt x="4701" y="0"/>
                  </a:lnTo>
                  <a:lnTo>
                    <a:pt x="4702" y="0"/>
                  </a:lnTo>
                  <a:lnTo>
                    <a:pt x="4704" y="0"/>
                  </a:lnTo>
                  <a:lnTo>
                    <a:pt x="4705" y="0"/>
                  </a:lnTo>
                  <a:lnTo>
                    <a:pt x="4707" y="0"/>
                  </a:lnTo>
                  <a:lnTo>
                    <a:pt x="4708" y="0"/>
                  </a:lnTo>
                  <a:lnTo>
                    <a:pt x="4709" y="0"/>
                  </a:lnTo>
                  <a:lnTo>
                    <a:pt x="4711" y="0"/>
                  </a:lnTo>
                  <a:lnTo>
                    <a:pt x="4712" y="0"/>
                  </a:lnTo>
                  <a:lnTo>
                    <a:pt x="4713" y="0"/>
                  </a:lnTo>
                  <a:lnTo>
                    <a:pt x="4714" y="0"/>
                  </a:lnTo>
                  <a:lnTo>
                    <a:pt x="4716" y="0"/>
                  </a:lnTo>
                  <a:lnTo>
                    <a:pt x="4717" y="0"/>
                  </a:lnTo>
                  <a:lnTo>
                    <a:pt x="4718" y="0"/>
                  </a:lnTo>
                  <a:lnTo>
                    <a:pt x="4720" y="0"/>
                  </a:lnTo>
                  <a:lnTo>
                    <a:pt x="4721" y="0"/>
                  </a:lnTo>
                  <a:lnTo>
                    <a:pt x="4723" y="0"/>
                  </a:lnTo>
                  <a:lnTo>
                    <a:pt x="4724" y="0"/>
                  </a:lnTo>
                  <a:lnTo>
                    <a:pt x="4725" y="0"/>
                  </a:lnTo>
                  <a:lnTo>
                    <a:pt x="4726" y="0"/>
                  </a:lnTo>
                  <a:lnTo>
                    <a:pt x="4728" y="0"/>
                  </a:lnTo>
                  <a:lnTo>
                    <a:pt x="4729" y="0"/>
                  </a:lnTo>
                  <a:lnTo>
                    <a:pt x="4730" y="0"/>
                  </a:lnTo>
                  <a:lnTo>
                    <a:pt x="4732" y="0"/>
                  </a:lnTo>
                  <a:lnTo>
                    <a:pt x="4733" y="0"/>
                  </a:lnTo>
                  <a:lnTo>
                    <a:pt x="4734" y="0"/>
                  </a:lnTo>
                  <a:lnTo>
                    <a:pt x="4736" y="0"/>
                  </a:lnTo>
                  <a:lnTo>
                    <a:pt x="4737" y="0"/>
                  </a:lnTo>
                  <a:lnTo>
                    <a:pt x="4738" y="0"/>
                  </a:lnTo>
                  <a:lnTo>
                    <a:pt x="4740" y="0"/>
                  </a:lnTo>
                  <a:lnTo>
                    <a:pt x="4741" y="0"/>
                  </a:lnTo>
                  <a:lnTo>
                    <a:pt x="4742" y="0"/>
                  </a:lnTo>
                  <a:lnTo>
                    <a:pt x="4744" y="0"/>
                  </a:lnTo>
                  <a:lnTo>
                    <a:pt x="4745" y="0"/>
                  </a:lnTo>
                  <a:lnTo>
                    <a:pt x="4746" y="0"/>
                  </a:lnTo>
                  <a:lnTo>
                    <a:pt x="4748" y="0"/>
                  </a:lnTo>
                  <a:lnTo>
                    <a:pt x="4749" y="0"/>
                  </a:lnTo>
                  <a:lnTo>
                    <a:pt x="4750" y="0"/>
                  </a:lnTo>
                  <a:lnTo>
                    <a:pt x="4752" y="0"/>
                  </a:lnTo>
                  <a:lnTo>
                    <a:pt x="4753" y="0"/>
                  </a:lnTo>
                  <a:lnTo>
                    <a:pt x="4754" y="0"/>
                  </a:lnTo>
                  <a:lnTo>
                    <a:pt x="4755" y="0"/>
                  </a:lnTo>
                  <a:lnTo>
                    <a:pt x="4757" y="0"/>
                  </a:lnTo>
                  <a:lnTo>
                    <a:pt x="4758" y="0"/>
                  </a:lnTo>
                  <a:lnTo>
                    <a:pt x="4759" y="0"/>
                  </a:lnTo>
                  <a:lnTo>
                    <a:pt x="4761" y="0"/>
                  </a:lnTo>
                  <a:lnTo>
                    <a:pt x="4762" y="0"/>
                  </a:lnTo>
                  <a:lnTo>
                    <a:pt x="4764" y="0"/>
                  </a:lnTo>
                  <a:lnTo>
                    <a:pt x="4765" y="0"/>
                  </a:lnTo>
                  <a:lnTo>
                    <a:pt x="4766" y="0"/>
                  </a:lnTo>
                  <a:lnTo>
                    <a:pt x="4767" y="0"/>
                  </a:lnTo>
                  <a:lnTo>
                    <a:pt x="4769" y="0"/>
                  </a:lnTo>
                  <a:lnTo>
                    <a:pt x="4770" y="0"/>
                  </a:lnTo>
                  <a:lnTo>
                    <a:pt x="4771" y="0"/>
                  </a:lnTo>
                  <a:lnTo>
                    <a:pt x="4773" y="0"/>
                  </a:lnTo>
                  <a:lnTo>
                    <a:pt x="4774" y="0"/>
                  </a:lnTo>
                  <a:lnTo>
                    <a:pt x="4775" y="0"/>
                  </a:lnTo>
                  <a:lnTo>
                    <a:pt x="4777" y="0"/>
                  </a:lnTo>
                  <a:lnTo>
                    <a:pt x="4778" y="0"/>
                  </a:lnTo>
                  <a:lnTo>
                    <a:pt x="4779" y="1"/>
                  </a:lnTo>
                  <a:lnTo>
                    <a:pt x="4781" y="2"/>
                  </a:lnTo>
                  <a:lnTo>
                    <a:pt x="4782" y="5"/>
                  </a:lnTo>
                  <a:lnTo>
                    <a:pt x="4783" y="10"/>
                  </a:lnTo>
                  <a:lnTo>
                    <a:pt x="4785" y="16"/>
                  </a:lnTo>
                  <a:lnTo>
                    <a:pt x="4786" y="24"/>
                  </a:lnTo>
                  <a:lnTo>
                    <a:pt x="4787" y="34"/>
                  </a:lnTo>
                  <a:lnTo>
                    <a:pt x="4789" y="46"/>
                  </a:lnTo>
                  <a:lnTo>
                    <a:pt x="4790" y="60"/>
                  </a:lnTo>
                  <a:lnTo>
                    <a:pt x="4791" y="76"/>
                  </a:lnTo>
                  <a:lnTo>
                    <a:pt x="4793" y="94"/>
                  </a:lnTo>
                  <a:lnTo>
                    <a:pt x="4794" y="112"/>
                  </a:lnTo>
                  <a:lnTo>
                    <a:pt x="4795" y="132"/>
                  </a:lnTo>
                  <a:lnTo>
                    <a:pt x="4796" y="152"/>
                  </a:lnTo>
                  <a:lnTo>
                    <a:pt x="4798" y="173"/>
                  </a:lnTo>
                  <a:lnTo>
                    <a:pt x="4799" y="193"/>
                  </a:lnTo>
                  <a:lnTo>
                    <a:pt x="4800" y="215"/>
                  </a:lnTo>
                  <a:lnTo>
                    <a:pt x="4802" y="236"/>
                  </a:lnTo>
                  <a:lnTo>
                    <a:pt x="4803" y="258"/>
                  </a:lnTo>
                  <a:lnTo>
                    <a:pt x="4805" y="280"/>
                  </a:lnTo>
                  <a:lnTo>
                    <a:pt x="4806" y="301"/>
                  </a:lnTo>
                  <a:lnTo>
                    <a:pt x="4807" y="323"/>
                  </a:lnTo>
                  <a:lnTo>
                    <a:pt x="4808" y="345"/>
                  </a:lnTo>
                  <a:lnTo>
                    <a:pt x="4810" y="366"/>
                  </a:lnTo>
                  <a:lnTo>
                    <a:pt x="4811" y="388"/>
                  </a:lnTo>
                  <a:lnTo>
                    <a:pt x="4812" y="410"/>
                  </a:lnTo>
                  <a:lnTo>
                    <a:pt x="4814" y="432"/>
                  </a:lnTo>
                  <a:lnTo>
                    <a:pt x="4815" y="454"/>
                  </a:lnTo>
                  <a:lnTo>
                    <a:pt x="4816" y="476"/>
                  </a:lnTo>
                  <a:lnTo>
                    <a:pt x="4818" y="498"/>
                  </a:lnTo>
                  <a:lnTo>
                    <a:pt x="4819" y="520"/>
                  </a:lnTo>
                  <a:lnTo>
                    <a:pt x="4820" y="543"/>
                  </a:lnTo>
                  <a:lnTo>
                    <a:pt x="4822" y="565"/>
                  </a:lnTo>
                  <a:lnTo>
                    <a:pt x="4823" y="588"/>
                  </a:lnTo>
                  <a:lnTo>
                    <a:pt x="4824" y="610"/>
                  </a:lnTo>
                  <a:lnTo>
                    <a:pt x="4826" y="631"/>
                  </a:lnTo>
                  <a:lnTo>
                    <a:pt x="4827" y="650"/>
                  </a:lnTo>
                  <a:lnTo>
                    <a:pt x="4828" y="666"/>
                  </a:lnTo>
                  <a:lnTo>
                    <a:pt x="4830" y="680"/>
                  </a:lnTo>
                  <a:lnTo>
                    <a:pt x="4831" y="690"/>
                  </a:lnTo>
                  <a:lnTo>
                    <a:pt x="4832" y="698"/>
                  </a:lnTo>
                  <a:lnTo>
                    <a:pt x="4834" y="704"/>
                  </a:lnTo>
                  <a:lnTo>
                    <a:pt x="4835" y="708"/>
                  </a:lnTo>
                  <a:lnTo>
                    <a:pt x="4836" y="709"/>
                  </a:lnTo>
                  <a:lnTo>
                    <a:pt x="4837" y="709"/>
                  </a:lnTo>
                  <a:lnTo>
                    <a:pt x="4839" y="709"/>
                  </a:lnTo>
                  <a:lnTo>
                    <a:pt x="4840" y="709"/>
                  </a:lnTo>
                  <a:lnTo>
                    <a:pt x="4842" y="709"/>
                  </a:lnTo>
                  <a:lnTo>
                    <a:pt x="4843" y="709"/>
                  </a:lnTo>
                  <a:lnTo>
                    <a:pt x="4844" y="709"/>
                  </a:lnTo>
                  <a:lnTo>
                    <a:pt x="4846" y="709"/>
                  </a:lnTo>
                  <a:lnTo>
                    <a:pt x="4847" y="709"/>
                  </a:lnTo>
                  <a:lnTo>
                    <a:pt x="4848" y="709"/>
                  </a:lnTo>
                  <a:lnTo>
                    <a:pt x="4849" y="709"/>
                  </a:lnTo>
                  <a:lnTo>
                    <a:pt x="4851" y="709"/>
                  </a:lnTo>
                  <a:lnTo>
                    <a:pt x="4852" y="709"/>
                  </a:lnTo>
                  <a:lnTo>
                    <a:pt x="4853" y="709"/>
                  </a:lnTo>
                  <a:lnTo>
                    <a:pt x="4855" y="709"/>
                  </a:lnTo>
                  <a:lnTo>
                    <a:pt x="4856" y="709"/>
                  </a:lnTo>
                  <a:lnTo>
                    <a:pt x="4857" y="709"/>
                  </a:lnTo>
                  <a:lnTo>
                    <a:pt x="4859" y="709"/>
                  </a:lnTo>
                  <a:lnTo>
                    <a:pt x="4860" y="709"/>
                  </a:lnTo>
                  <a:lnTo>
                    <a:pt x="4862" y="709"/>
                  </a:lnTo>
                  <a:lnTo>
                    <a:pt x="4863" y="709"/>
                  </a:lnTo>
                  <a:lnTo>
                    <a:pt x="4864" y="709"/>
                  </a:lnTo>
                  <a:lnTo>
                    <a:pt x="4865" y="709"/>
                  </a:lnTo>
                  <a:lnTo>
                    <a:pt x="4867" y="709"/>
                  </a:lnTo>
                  <a:lnTo>
                    <a:pt x="4868" y="709"/>
                  </a:lnTo>
                  <a:lnTo>
                    <a:pt x="4869" y="709"/>
                  </a:lnTo>
                  <a:lnTo>
                    <a:pt x="4871" y="709"/>
                  </a:lnTo>
                  <a:lnTo>
                    <a:pt x="4872" y="709"/>
                  </a:lnTo>
                  <a:lnTo>
                    <a:pt x="4873" y="709"/>
                  </a:lnTo>
                  <a:lnTo>
                    <a:pt x="4875" y="709"/>
                  </a:lnTo>
                  <a:lnTo>
                    <a:pt x="4876" y="709"/>
                  </a:lnTo>
                  <a:lnTo>
                    <a:pt x="4877" y="709"/>
                  </a:lnTo>
                  <a:lnTo>
                    <a:pt x="4878" y="709"/>
                  </a:lnTo>
                  <a:lnTo>
                    <a:pt x="4880" y="709"/>
                  </a:lnTo>
                  <a:lnTo>
                    <a:pt x="4881" y="709"/>
                  </a:lnTo>
                  <a:lnTo>
                    <a:pt x="4883" y="709"/>
                  </a:lnTo>
                  <a:lnTo>
                    <a:pt x="4884" y="709"/>
                  </a:lnTo>
                  <a:lnTo>
                    <a:pt x="4885" y="709"/>
                  </a:lnTo>
                  <a:lnTo>
                    <a:pt x="4887" y="709"/>
                  </a:lnTo>
                  <a:lnTo>
                    <a:pt x="4888" y="709"/>
                  </a:lnTo>
                  <a:lnTo>
                    <a:pt x="4889" y="709"/>
                  </a:lnTo>
                  <a:lnTo>
                    <a:pt x="4891" y="709"/>
                  </a:lnTo>
                  <a:lnTo>
                    <a:pt x="4892" y="709"/>
                  </a:lnTo>
                  <a:lnTo>
                    <a:pt x="4893" y="709"/>
                  </a:lnTo>
                  <a:lnTo>
                    <a:pt x="4894" y="709"/>
                  </a:lnTo>
                  <a:lnTo>
                    <a:pt x="4896" y="709"/>
                  </a:lnTo>
                  <a:lnTo>
                    <a:pt x="4897" y="709"/>
                  </a:lnTo>
                  <a:lnTo>
                    <a:pt x="4899" y="709"/>
                  </a:lnTo>
                  <a:lnTo>
                    <a:pt x="4900" y="709"/>
                  </a:lnTo>
                  <a:lnTo>
                    <a:pt x="4901" y="709"/>
                  </a:lnTo>
                  <a:lnTo>
                    <a:pt x="4903" y="709"/>
                  </a:lnTo>
                  <a:lnTo>
                    <a:pt x="4904" y="709"/>
                  </a:lnTo>
                  <a:lnTo>
                    <a:pt x="4905" y="709"/>
                  </a:lnTo>
                  <a:lnTo>
                    <a:pt x="4906" y="709"/>
                  </a:lnTo>
                  <a:lnTo>
                    <a:pt x="4908" y="709"/>
                  </a:lnTo>
                  <a:lnTo>
                    <a:pt x="4909" y="709"/>
                  </a:lnTo>
                  <a:lnTo>
                    <a:pt x="4910" y="709"/>
                  </a:lnTo>
                  <a:lnTo>
                    <a:pt x="4912" y="709"/>
                  </a:lnTo>
                  <a:lnTo>
                    <a:pt x="4913" y="709"/>
                  </a:lnTo>
                  <a:lnTo>
                    <a:pt x="4914" y="709"/>
                  </a:lnTo>
                  <a:lnTo>
                    <a:pt x="4916" y="709"/>
                  </a:lnTo>
                  <a:lnTo>
                    <a:pt x="4917" y="709"/>
                  </a:lnTo>
                  <a:lnTo>
                    <a:pt x="4918" y="709"/>
                  </a:lnTo>
                  <a:lnTo>
                    <a:pt x="4920" y="709"/>
                  </a:lnTo>
                  <a:lnTo>
                    <a:pt x="4921" y="709"/>
                  </a:lnTo>
                  <a:lnTo>
                    <a:pt x="4922" y="709"/>
                  </a:lnTo>
                  <a:lnTo>
                    <a:pt x="4924" y="709"/>
                  </a:lnTo>
                  <a:lnTo>
                    <a:pt x="4925" y="709"/>
                  </a:lnTo>
                  <a:lnTo>
                    <a:pt x="4926" y="709"/>
                  </a:lnTo>
                  <a:lnTo>
                    <a:pt x="4928" y="709"/>
                  </a:lnTo>
                  <a:lnTo>
                    <a:pt x="4929" y="709"/>
                  </a:lnTo>
                  <a:lnTo>
                    <a:pt x="4930" y="709"/>
                  </a:lnTo>
                  <a:lnTo>
                    <a:pt x="4932" y="709"/>
                  </a:lnTo>
                  <a:lnTo>
                    <a:pt x="4933" y="709"/>
                  </a:lnTo>
                  <a:lnTo>
                    <a:pt x="4934" y="709"/>
                  </a:lnTo>
                  <a:lnTo>
                    <a:pt x="4935" y="709"/>
                  </a:lnTo>
                  <a:lnTo>
                    <a:pt x="4937" y="709"/>
                  </a:lnTo>
                  <a:lnTo>
                    <a:pt x="4938" y="709"/>
                  </a:lnTo>
                  <a:lnTo>
                    <a:pt x="4940" y="709"/>
                  </a:lnTo>
                  <a:lnTo>
                    <a:pt x="4941" y="709"/>
                  </a:lnTo>
                  <a:lnTo>
                    <a:pt x="4942" y="709"/>
                  </a:lnTo>
                  <a:lnTo>
                    <a:pt x="4944" y="709"/>
                  </a:lnTo>
                  <a:lnTo>
                    <a:pt x="4945" y="709"/>
                  </a:lnTo>
                  <a:lnTo>
                    <a:pt x="4946" y="709"/>
                  </a:lnTo>
                  <a:lnTo>
                    <a:pt x="4947" y="709"/>
                  </a:lnTo>
                  <a:lnTo>
                    <a:pt x="4949" y="709"/>
                  </a:lnTo>
                  <a:lnTo>
                    <a:pt x="4950" y="709"/>
                  </a:lnTo>
                  <a:lnTo>
                    <a:pt x="4951" y="709"/>
                  </a:lnTo>
                  <a:lnTo>
                    <a:pt x="4953" y="709"/>
                  </a:lnTo>
                  <a:lnTo>
                    <a:pt x="4954" y="709"/>
                  </a:lnTo>
                  <a:lnTo>
                    <a:pt x="4955" y="709"/>
                  </a:lnTo>
                  <a:lnTo>
                    <a:pt x="4957" y="709"/>
                  </a:lnTo>
                  <a:lnTo>
                    <a:pt x="4958" y="709"/>
                  </a:lnTo>
                  <a:lnTo>
                    <a:pt x="4959" y="709"/>
                  </a:lnTo>
                  <a:lnTo>
                    <a:pt x="4961" y="709"/>
                  </a:lnTo>
                  <a:lnTo>
                    <a:pt x="4962" y="709"/>
                  </a:lnTo>
                  <a:lnTo>
                    <a:pt x="4963" y="709"/>
                  </a:lnTo>
                  <a:lnTo>
                    <a:pt x="4965" y="709"/>
                  </a:lnTo>
                  <a:lnTo>
                    <a:pt x="4966" y="709"/>
                  </a:lnTo>
                  <a:lnTo>
                    <a:pt x="4967" y="709"/>
                  </a:lnTo>
                  <a:lnTo>
                    <a:pt x="4969" y="709"/>
                  </a:lnTo>
                  <a:lnTo>
                    <a:pt x="4970" y="709"/>
                  </a:lnTo>
                  <a:lnTo>
                    <a:pt x="4971" y="709"/>
                  </a:lnTo>
                  <a:lnTo>
                    <a:pt x="4973" y="709"/>
                  </a:lnTo>
                  <a:lnTo>
                    <a:pt x="4974" y="709"/>
                  </a:lnTo>
                  <a:lnTo>
                    <a:pt x="4975" y="709"/>
                  </a:lnTo>
                  <a:lnTo>
                    <a:pt x="4976" y="709"/>
                  </a:lnTo>
                  <a:lnTo>
                    <a:pt x="4978" y="709"/>
                  </a:lnTo>
                  <a:lnTo>
                    <a:pt x="4979" y="709"/>
                  </a:lnTo>
                  <a:lnTo>
                    <a:pt x="4981" y="709"/>
                  </a:lnTo>
                  <a:lnTo>
                    <a:pt x="4982" y="709"/>
                  </a:lnTo>
                  <a:lnTo>
                    <a:pt x="4983" y="709"/>
                  </a:lnTo>
                  <a:lnTo>
                    <a:pt x="4985" y="709"/>
                  </a:lnTo>
                  <a:lnTo>
                    <a:pt x="4986" y="709"/>
                  </a:lnTo>
                  <a:lnTo>
                    <a:pt x="4987" y="709"/>
                  </a:lnTo>
                  <a:lnTo>
                    <a:pt x="4988" y="709"/>
                  </a:lnTo>
                  <a:lnTo>
                    <a:pt x="4990" y="709"/>
                  </a:lnTo>
                  <a:lnTo>
                    <a:pt x="4991" y="709"/>
                  </a:lnTo>
                  <a:lnTo>
                    <a:pt x="4992" y="709"/>
                  </a:lnTo>
                  <a:lnTo>
                    <a:pt x="4994" y="709"/>
                  </a:lnTo>
                  <a:lnTo>
                    <a:pt x="4995" y="709"/>
                  </a:lnTo>
                  <a:lnTo>
                    <a:pt x="4997" y="709"/>
                  </a:lnTo>
                  <a:lnTo>
                    <a:pt x="4998" y="709"/>
                  </a:lnTo>
                  <a:lnTo>
                    <a:pt x="4999" y="709"/>
                  </a:lnTo>
                  <a:lnTo>
                    <a:pt x="5000" y="709"/>
                  </a:lnTo>
                  <a:lnTo>
                    <a:pt x="5002" y="709"/>
                  </a:lnTo>
                  <a:lnTo>
                    <a:pt x="5003" y="709"/>
                  </a:lnTo>
                  <a:lnTo>
                    <a:pt x="5004" y="709"/>
                  </a:lnTo>
                  <a:lnTo>
                    <a:pt x="5006" y="709"/>
                  </a:lnTo>
                  <a:lnTo>
                    <a:pt x="5007" y="709"/>
                  </a:lnTo>
                  <a:lnTo>
                    <a:pt x="5008" y="709"/>
                  </a:lnTo>
                  <a:lnTo>
                    <a:pt x="5010" y="709"/>
                  </a:lnTo>
                  <a:lnTo>
                    <a:pt x="5011" y="709"/>
                  </a:lnTo>
                  <a:lnTo>
                    <a:pt x="5012" y="709"/>
                  </a:lnTo>
                  <a:lnTo>
                    <a:pt x="5014" y="709"/>
                  </a:lnTo>
                  <a:lnTo>
                    <a:pt x="5015" y="709"/>
                  </a:lnTo>
                  <a:lnTo>
                    <a:pt x="5016" y="709"/>
                  </a:lnTo>
                  <a:lnTo>
                    <a:pt x="5017" y="709"/>
                  </a:lnTo>
                  <a:lnTo>
                    <a:pt x="5019" y="709"/>
                  </a:lnTo>
                  <a:lnTo>
                    <a:pt x="5020" y="709"/>
                  </a:lnTo>
                  <a:lnTo>
                    <a:pt x="5022" y="709"/>
                  </a:lnTo>
                  <a:lnTo>
                    <a:pt x="5023" y="709"/>
                  </a:lnTo>
                  <a:lnTo>
                    <a:pt x="5024" y="709"/>
                  </a:lnTo>
                  <a:lnTo>
                    <a:pt x="5026" y="709"/>
                  </a:lnTo>
                  <a:lnTo>
                    <a:pt x="5027" y="709"/>
                  </a:lnTo>
                  <a:lnTo>
                    <a:pt x="5028" y="709"/>
                  </a:lnTo>
                  <a:lnTo>
                    <a:pt x="5029" y="709"/>
                  </a:lnTo>
                  <a:lnTo>
                    <a:pt x="5031" y="709"/>
                  </a:lnTo>
                  <a:lnTo>
                    <a:pt x="5032" y="709"/>
                  </a:lnTo>
                  <a:lnTo>
                    <a:pt x="5033" y="709"/>
                  </a:lnTo>
                  <a:lnTo>
                    <a:pt x="5035" y="709"/>
                  </a:lnTo>
                  <a:lnTo>
                    <a:pt x="5036" y="709"/>
                  </a:lnTo>
                  <a:lnTo>
                    <a:pt x="5038" y="709"/>
                  </a:lnTo>
                  <a:lnTo>
                    <a:pt x="5039" y="709"/>
                  </a:lnTo>
                  <a:lnTo>
                    <a:pt x="5040" y="709"/>
                  </a:lnTo>
                  <a:lnTo>
                    <a:pt x="5041" y="709"/>
                  </a:lnTo>
                  <a:lnTo>
                    <a:pt x="5043" y="709"/>
                  </a:lnTo>
                  <a:lnTo>
                    <a:pt x="5044" y="709"/>
                  </a:lnTo>
                  <a:lnTo>
                    <a:pt x="5045" y="709"/>
                  </a:lnTo>
                  <a:lnTo>
                    <a:pt x="5047" y="709"/>
                  </a:lnTo>
                  <a:lnTo>
                    <a:pt x="5048" y="709"/>
                  </a:lnTo>
                  <a:lnTo>
                    <a:pt x="5049" y="709"/>
                  </a:lnTo>
                  <a:lnTo>
                    <a:pt x="5051" y="709"/>
                  </a:lnTo>
                  <a:lnTo>
                    <a:pt x="5052" y="709"/>
                  </a:lnTo>
                  <a:lnTo>
                    <a:pt x="5053" y="709"/>
                  </a:lnTo>
                  <a:lnTo>
                    <a:pt x="5055" y="709"/>
                  </a:lnTo>
                  <a:lnTo>
                    <a:pt x="5056" y="709"/>
                  </a:lnTo>
                  <a:lnTo>
                    <a:pt x="5057" y="709"/>
                  </a:lnTo>
                  <a:lnTo>
                    <a:pt x="5059" y="709"/>
                  </a:lnTo>
                  <a:lnTo>
                    <a:pt x="5060" y="709"/>
                  </a:lnTo>
                  <a:lnTo>
                    <a:pt x="5061" y="709"/>
                  </a:lnTo>
                  <a:lnTo>
                    <a:pt x="5063" y="709"/>
                  </a:lnTo>
                  <a:lnTo>
                    <a:pt x="5064" y="709"/>
                  </a:lnTo>
                  <a:lnTo>
                    <a:pt x="5065" y="709"/>
                  </a:lnTo>
                  <a:lnTo>
                    <a:pt x="5067" y="709"/>
                  </a:lnTo>
                  <a:lnTo>
                    <a:pt x="5068" y="709"/>
                  </a:lnTo>
                  <a:lnTo>
                    <a:pt x="5069" y="709"/>
                  </a:lnTo>
                  <a:lnTo>
                    <a:pt x="5070" y="709"/>
                  </a:lnTo>
                  <a:lnTo>
                    <a:pt x="5072" y="709"/>
                  </a:lnTo>
                  <a:lnTo>
                    <a:pt x="5073" y="709"/>
                  </a:lnTo>
                  <a:lnTo>
                    <a:pt x="5074" y="709"/>
                  </a:lnTo>
                  <a:lnTo>
                    <a:pt x="5076" y="709"/>
                  </a:lnTo>
                  <a:lnTo>
                    <a:pt x="5077" y="709"/>
                  </a:lnTo>
                  <a:lnTo>
                    <a:pt x="5079" y="709"/>
                  </a:lnTo>
                  <a:lnTo>
                    <a:pt x="5080" y="709"/>
                  </a:lnTo>
                  <a:lnTo>
                    <a:pt x="5081" y="709"/>
                  </a:lnTo>
                  <a:lnTo>
                    <a:pt x="5083" y="709"/>
                  </a:lnTo>
                  <a:lnTo>
                    <a:pt x="5084" y="709"/>
                  </a:lnTo>
                  <a:lnTo>
                    <a:pt x="5085" y="709"/>
                  </a:lnTo>
                  <a:lnTo>
                    <a:pt x="5086" y="709"/>
                  </a:lnTo>
                  <a:lnTo>
                    <a:pt x="5088" y="709"/>
                  </a:lnTo>
                  <a:lnTo>
                    <a:pt x="5089" y="709"/>
                  </a:lnTo>
                  <a:lnTo>
                    <a:pt x="5090" y="709"/>
                  </a:lnTo>
                  <a:lnTo>
                    <a:pt x="5092" y="709"/>
                  </a:lnTo>
                  <a:lnTo>
                    <a:pt x="5093" y="709"/>
                  </a:lnTo>
                  <a:lnTo>
                    <a:pt x="5095" y="709"/>
                  </a:lnTo>
                  <a:lnTo>
                    <a:pt x="5096" y="709"/>
                  </a:lnTo>
                  <a:lnTo>
                    <a:pt x="5097" y="709"/>
                  </a:lnTo>
                  <a:lnTo>
                    <a:pt x="5098" y="709"/>
                  </a:lnTo>
                  <a:lnTo>
                    <a:pt x="5100" y="709"/>
                  </a:lnTo>
                  <a:lnTo>
                    <a:pt x="5101" y="709"/>
                  </a:lnTo>
                  <a:lnTo>
                    <a:pt x="5102" y="709"/>
                  </a:lnTo>
                  <a:lnTo>
                    <a:pt x="5104" y="709"/>
                  </a:lnTo>
                  <a:lnTo>
                    <a:pt x="5105" y="709"/>
                  </a:lnTo>
                  <a:lnTo>
                    <a:pt x="5106" y="709"/>
                  </a:lnTo>
                  <a:lnTo>
                    <a:pt x="5108" y="709"/>
                  </a:lnTo>
                  <a:lnTo>
                    <a:pt x="5109" y="709"/>
                  </a:lnTo>
                  <a:lnTo>
                    <a:pt x="5110" y="708"/>
                  </a:lnTo>
                  <a:lnTo>
                    <a:pt x="5112" y="703"/>
                  </a:lnTo>
                  <a:lnTo>
                    <a:pt x="5113" y="697"/>
                  </a:lnTo>
                  <a:lnTo>
                    <a:pt x="5114" y="688"/>
                  </a:lnTo>
                  <a:lnTo>
                    <a:pt x="5115" y="678"/>
                  </a:lnTo>
                  <a:lnTo>
                    <a:pt x="5117" y="665"/>
                  </a:lnTo>
                  <a:lnTo>
                    <a:pt x="5118" y="650"/>
                  </a:lnTo>
                  <a:lnTo>
                    <a:pt x="5120" y="633"/>
                  </a:lnTo>
                  <a:lnTo>
                    <a:pt x="5121" y="614"/>
                  </a:lnTo>
                  <a:lnTo>
                    <a:pt x="5122" y="595"/>
                  </a:lnTo>
                  <a:lnTo>
                    <a:pt x="5124" y="575"/>
                  </a:lnTo>
                  <a:lnTo>
                    <a:pt x="5125" y="556"/>
                  </a:lnTo>
                  <a:lnTo>
                    <a:pt x="5126" y="537"/>
                  </a:lnTo>
                  <a:lnTo>
                    <a:pt x="5127" y="518"/>
                  </a:lnTo>
                  <a:lnTo>
                    <a:pt x="5129" y="498"/>
                  </a:lnTo>
                  <a:lnTo>
                    <a:pt x="5130" y="479"/>
                  </a:lnTo>
                  <a:lnTo>
                    <a:pt x="5131" y="459"/>
                  </a:lnTo>
                  <a:lnTo>
                    <a:pt x="5133" y="439"/>
                  </a:lnTo>
                  <a:lnTo>
                    <a:pt x="5134" y="420"/>
                  </a:lnTo>
                  <a:lnTo>
                    <a:pt x="5136" y="400"/>
                  </a:lnTo>
                  <a:lnTo>
                    <a:pt x="5137" y="380"/>
                  </a:lnTo>
                  <a:lnTo>
                    <a:pt x="5138" y="359"/>
                  </a:lnTo>
                  <a:lnTo>
                    <a:pt x="5139" y="339"/>
                  </a:lnTo>
                  <a:lnTo>
                    <a:pt x="5141" y="318"/>
                  </a:lnTo>
                  <a:lnTo>
                    <a:pt x="5142" y="298"/>
                  </a:lnTo>
                  <a:lnTo>
                    <a:pt x="5143" y="277"/>
                  </a:lnTo>
                  <a:lnTo>
                    <a:pt x="5145" y="257"/>
                  </a:lnTo>
                  <a:lnTo>
                    <a:pt x="5146" y="237"/>
                  </a:lnTo>
                  <a:lnTo>
                    <a:pt x="5147" y="218"/>
                  </a:lnTo>
                  <a:lnTo>
                    <a:pt x="5149" y="198"/>
                  </a:lnTo>
                  <a:lnTo>
                    <a:pt x="5150" y="178"/>
                  </a:lnTo>
                  <a:lnTo>
                    <a:pt x="5151" y="159"/>
                  </a:lnTo>
                  <a:lnTo>
                    <a:pt x="5153" y="140"/>
                  </a:lnTo>
                  <a:lnTo>
                    <a:pt x="5154" y="121"/>
                  </a:lnTo>
                  <a:lnTo>
                    <a:pt x="5155" y="101"/>
                  </a:lnTo>
                  <a:lnTo>
                    <a:pt x="5157" y="82"/>
                  </a:lnTo>
                  <a:lnTo>
                    <a:pt x="5158" y="64"/>
                  </a:lnTo>
                  <a:lnTo>
                    <a:pt x="5159" y="49"/>
                  </a:lnTo>
                  <a:lnTo>
                    <a:pt x="5161" y="36"/>
                  </a:lnTo>
                  <a:lnTo>
                    <a:pt x="5162" y="25"/>
                  </a:lnTo>
                  <a:lnTo>
                    <a:pt x="5163" y="16"/>
                  </a:lnTo>
                  <a:lnTo>
                    <a:pt x="5165" y="9"/>
                  </a:lnTo>
                  <a:lnTo>
                    <a:pt x="5166" y="4"/>
                  </a:lnTo>
                  <a:lnTo>
                    <a:pt x="5167" y="1"/>
                  </a:lnTo>
                  <a:lnTo>
                    <a:pt x="5168" y="0"/>
                  </a:lnTo>
                  <a:lnTo>
                    <a:pt x="5170" y="0"/>
                  </a:lnTo>
                  <a:lnTo>
                    <a:pt x="5171" y="0"/>
                  </a:lnTo>
                  <a:lnTo>
                    <a:pt x="5172" y="0"/>
                  </a:lnTo>
                  <a:lnTo>
                    <a:pt x="5174" y="0"/>
                  </a:lnTo>
                  <a:lnTo>
                    <a:pt x="5175" y="0"/>
                  </a:lnTo>
                  <a:lnTo>
                    <a:pt x="5177" y="0"/>
                  </a:lnTo>
                  <a:lnTo>
                    <a:pt x="5178" y="0"/>
                  </a:lnTo>
                  <a:lnTo>
                    <a:pt x="5179" y="0"/>
                  </a:lnTo>
                  <a:lnTo>
                    <a:pt x="5180" y="0"/>
                  </a:lnTo>
                  <a:lnTo>
                    <a:pt x="5182" y="0"/>
                  </a:lnTo>
                  <a:lnTo>
                    <a:pt x="5183" y="0"/>
                  </a:lnTo>
                  <a:lnTo>
                    <a:pt x="5184" y="0"/>
                  </a:lnTo>
                  <a:lnTo>
                    <a:pt x="5186" y="0"/>
                  </a:lnTo>
                  <a:lnTo>
                    <a:pt x="5187" y="0"/>
                  </a:lnTo>
                  <a:lnTo>
                    <a:pt x="5188" y="0"/>
                  </a:lnTo>
                  <a:lnTo>
                    <a:pt x="5190" y="0"/>
                  </a:lnTo>
                  <a:lnTo>
                    <a:pt x="5191" y="0"/>
                  </a:lnTo>
                  <a:lnTo>
                    <a:pt x="5192" y="0"/>
                  </a:lnTo>
                  <a:lnTo>
                    <a:pt x="5194" y="0"/>
                  </a:lnTo>
                  <a:lnTo>
                    <a:pt x="5195" y="0"/>
                  </a:lnTo>
                  <a:lnTo>
                    <a:pt x="5196" y="0"/>
                  </a:lnTo>
                  <a:lnTo>
                    <a:pt x="5198" y="0"/>
                  </a:lnTo>
                  <a:lnTo>
                    <a:pt x="5199" y="0"/>
                  </a:lnTo>
                  <a:lnTo>
                    <a:pt x="5200" y="0"/>
                  </a:lnTo>
                  <a:lnTo>
                    <a:pt x="5202" y="0"/>
                  </a:lnTo>
                  <a:lnTo>
                    <a:pt x="5203" y="0"/>
                  </a:lnTo>
                  <a:lnTo>
                    <a:pt x="5204" y="0"/>
                  </a:lnTo>
                  <a:lnTo>
                    <a:pt x="5206" y="0"/>
                  </a:lnTo>
                  <a:lnTo>
                    <a:pt x="5207" y="0"/>
                  </a:lnTo>
                  <a:lnTo>
                    <a:pt x="5208" y="0"/>
                  </a:lnTo>
                  <a:lnTo>
                    <a:pt x="5209" y="0"/>
                  </a:lnTo>
                  <a:lnTo>
                    <a:pt x="5211" y="0"/>
                  </a:lnTo>
                  <a:lnTo>
                    <a:pt x="5212" y="0"/>
                  </a:lnTo>
                  <a:lnTo>
                    <a:pt x="5213" y="0"/>
                  </a:lnTo>
                  <a:lnTo>
                    <a:pt x="5215" y="0"/>
                  </a:lnTo>
                  <a:lnTo>
                    <a:pt x="5216" y="0"/>
                  </a:lnTo>
                  <a:lnTo>
                    <a:pt x="5218" y="0"/>
                  </a:lnTo>
                  <a:lnTo>
                    <a:pt x="5219" y="0"/>
                  </a:lnTo>
                  <a:lnTo>
                    <a:pt x="5220" y="0"/>
                  </a:lnTo>
                  <a:lnTo>
                    <a:pt x="5221" y="0"/>
                  </a:lnTo>
                  <a:lnTo>
                    <a:pt x="5223" y="0"/>
                  </a:lnTo>
                  <a:lnTo>
                    <a:pt x="5224" y="0"/>
                  </a:lnTo>
                  <a:lnTo>
                    <a:pt x="5225" y="0"/>
                  </a:lnTo>
                  <a:lnTo>
                    <a:pt x="5227" y="0"/>
                  </a:lnTo>
                  <a:lnTo>
                    <a:pt x="5228" y="0"/>
                  </a:lnTo>
                  <a:lnTo>
                    <a:pt x="5229" y="0"/>
                  </a:lnTo>
                  <a:lnTo>
                    <a:pt x="5231" y="0"/>
                  </a:lnTo>
                  <a:lnTo>
                    <a:pt x="5232" y="0"/>
                  </a:lnTo>
                  <a:lnTo>
                    <a:pt x="5233" y="0"/>
                  </a:lnTo>
                  <a:lnTo>
                    <a:pt x="5235" y="0"/>
                  </a:lnTo>
                  <a:lnTo>
                    <a:pt x="5236" y="0"/>
                  </a:lnTo>
                  <a:lnTo>
                    <a:pt x="5237" y="0"/>
                  </a:lnTo>
                  <a:lnTo>
                    <a:pt x="5239" y="0"/>
                  </a:lnTo>
                  <a:lnTo>
                    <a:pt x="5240" y="0"/>
                  </a:lnTo>
                  <a:lnTo>
                    <a:pt x="5241" y="0"/>
                  </a:lnTo>
                  <a:lnTo>
                    <a:pt x="5243" y="0"/>
                  </a:lnTo>
                  <a:lnTo>
                    <a:pt x="5244" y="0"/>
                  </a:lnTo>
                  <a:lnTo>
                    <a:pt x="5245" y="0"/>
                  </a:lnTo>
                  <a:lnTo>
                    <a:pt x="5247" y="0"/>
                  </a:lnTo>
                  <a:lnTo>
                    <a:pt x="5248" y="0"/>
                  </a:lnTo>
                  <a:lnTo>
                    <a:pt x="5249" y="0"/>
                  </a:lnTo>
                  <a:lnTo>
                    <a:pt x="5250" y="0"/>
                  </a:lnTo>
                  <a:lnTo>
                    <a:pt x="5252" y="0"/>
                  </a:lnTo>
                  <a:lnTo>
                    <a:pt x="5253" y="0"/>
                  </a:lnTo>
                  <a:lnTo>
                    <a:pt x="5255" y="0"/>
                  </a:lnTo>
                  <a:lnTo>
                    <a:pt x="5256" y="0"/>
                  </a:lnTo>
                  <a:lnTo>
                    <a:pt x="5257" y="0"/>
                  </a:lnTo>
                  <a:lnTo>
                    <a:pt x="5259" y="0"/>
                  </a:lnTo>
                  <a:lnTo>
                    <a:pt x="5260" y="0"/>
                  </a:lnTo>
                  <a:lnTo>
                    <a:pt x="5261" y="0"/>
                  </a:lnTo>
                  <a:lnTo>
                    <a:pt x="5262" y="0"/>
                  </a:lnTo>
                  <a:lnTo>
                    <a:pt x="5264" y="0"/>
                  </a:lnTo>
                  <a:lnTo>
                    <a:pt x="5265" y="0"/>
                  </a:lnTo>
                  <a:lnTo>
                    <a:pt x="5266" y="0"/>
                  </a:lnTo>
                  <a:lnTo>
                    <a:pt x="5268" y="0"/>
                  </a:lnTo>
                  <a:lnTo>
                    <a:pt x="5269" y="0"/>
                  </a:lnTo>
                  <a:lnTo>
                    <a:pt x="5270" y="0"/>
                  </a:lnTo>
                  <a:lnTo>
                    <a:pt x="5272" y="0"/>
                  </a:lnTo>
                  <a:lnTo>
                    <a:pt x="5273" y="0"/>
                  </a:lnTo>
                  <a:lnTo>
                    <a:pt x="5275" y="0"/>
                  </a:lnTo>
                  <a:lnTo>
                    <a:pt x="5276" y="0"/>
                  </a:lnTo>
                  <a:lnTo>
                    <a:pt x="5277" y="0"/>
                  </a:lnTo>
                  <a:lnTo>
                    <a:pt x="5278" y="0"/>
                  </a:lnTo>
                  <a:lnTo>
                    <a:pt x="5280" y="0"/>
                  </a:lnTo>
                  <a:lnTo>
                    <a:pt x="5281" y="0"/>
                  </a:lnTo>
                  <a:lnTo>
                    <a:pt x="5282" y="0"/>
                  </a:lnTo>
                  <a:lnTo>
                    <a:pt x="5284" y="0"/>
                  </a:lnTo>
                  <a:lnTo>
                    <a:pt x="5285" y="0"/>
                  </a:lnTo>
                  <a:lnTo>
                    <a:pt x="5286" y="0"/>
                  </a:lnTo>
                  <a:lnTo>
                    <a:pt x="5288" y="0"/>
                  </a:lnTo>
                  <a:lnTo>
                    <a:pt x="5289" y="0"/>
                  </a:lnTo>
                  <a:lnTo>
                    <a:pt x="5290" y="0"/>
                  </a:lnTo>
                  <a:lnTo>
                    <a:pt x="5291" y="0"/>
                  </a:lnTo>
                  <a:lnTo>
                    <a:pt x="5293" y="0"/>
                  </a:lnTo>
                  <a:lnTo>
                    <a:pt x="5294" y="0"/>
                  </a:lnTo>
                  <a:lnTo>
                    <a:pt x="5296" y="1"/>
                  </a:lnTo>
                  <a:lnTo>
                    <a:pt x="5297" y="2"/>
                  </a:lnTo>
                  <a:lnTo>
                    <a:pt x="5298" y="5"/>
                  </a:lnTo>
                  <a:lnTo>
                    <a:pt x="5300" y="9"/>
                  </a:lnTo>
                  <a:lnTo>
                    <a:pt x="5301" y="14"/>
                  </a:lnTo>
                  <a:lnTo>
                    <a:pt x="5302" y="21"/>
                  </a:lnTo>
                  <a:lnTo>
                    <a:pt x="5304" y="30"/>
                  </a:lnTo>
                  <a:lnTo>
                    <a:pt x="5305" y="40"/>
                  </a:lnTo>
                  <a:lnTo>
                    <a:pt x="5306" y="52"/>
                  </a:lnTo>
                  <a:lnTo>
                    <a:pt x="5307" y="65"/>
                  </a:lnTo>
                  <a:lnTo>
                    <a:pt x="5309" y="79"/>
                  </a:lnTo>
                  <a:lnTo>
                    <a:pt x="5310" y="93"/>
                  </a:lnTo>
                  <a:lnTo>
                    <a:pt x="5311" y="108"/>
                  </a:lnTo>
                  <a:lnTo>
                    <a:pt x="5313" y="123"/>
                  </a:lnTo>
                  <a:lnTo>
                    <a:pt x="5314" y="138"/>
                  </a:lnTo>
                  <a:lnTo>
                    <a:pt x="5316" y="154"/>
                  </a:lnTo>
                  <a:lnTo>
                    <a:pt x="5317" y="170"/>
                  </a:lnTo>
                  <a:lnTo>
                    <a:pt x="5318" y="187"/>
                  </a:lnTo>
                  <a:lnTo>
                    <a:pt x="5319" y="204"/>
                  </a:lnTo>
                  <a:lnTo>
                    <a:pt x="5321" y="221"/>
                  </a:lnTo>
                  <a:lnTo>
                    <a:pt x="5322" y="240"/>
                  </a:lnTo>
                  <a:lnTo>
                    <a:pt x="5323" y="259"/>
                  </a:lnTo>
                  <a:lnTo>
                    <a:pt x="5325" y="278"/>
                  </a:lnTo>
                  <a:lnTo>
                    <a:pt x="5326" y="298"/>
                  </a:lnTo>
                  <a:lnTo>
                    <a:pt x="5327" y="318"/>
                  </a:lnTo>
                  <a:lnTo>
                    <a:pt x="5329" y="338"/>
                  </a:lnTo>
                  <a:lnTo>
                    <a:pt x="5330" y="358"/>
                  </a:lnTo>
                  <a:lnTo>
                    <a:pt x="5331" y="378"/>
                  </a:lnTo>
                  <a:lnTo>
                    <a:pt x="5333" y="398"/>
                  </a:lnTo>
                  <a:lnTo>
                    <a:pt x="5334" y="418"/>
                  </a:lnTo>
                  <a:lnTo>
                    <a:pt x="5335" y="437"/>
                  </a:lnTo>
                  <a:lnTo>
                    <a:pt x="5337" y="456"/>
                  </a:lnTo>
                  <a:lnTo>
                    <a:pt x="5338" y="475"/>
                  </a:lnTo>
                  <a:lnTo>
                    <a:pt x="5339" y="493"/>
                  </a:lnTo>
                  <a:lnTo>
                    <a:pt x="5341" y="512"/>
                  </a:lnTo>
                  <a:lnTo>
                    <a:pt x="5342" y="530"/>
                  </a:lnTo>
                  <a:lnTo>
                    <a:pt x="5343" y="548"/>
                  </a:lnTo>
                  <a:lnTo>
                    <a:pt x="5345" y="565"/>
                  </a:lnTo>
                  <a:lnTo>
                    <a:pt x="5346" y="583"/>
                  </a:lnTo>
                  <a:lnTo>
                    <a:pt x="5347" y="601"/>
                  </a:lnTo>
                  <a:lnTo>
                    <a:pt x="5348" y="618"/>
                  </a:lnTo>
                  <a:lnTo>
                    <a:pt x="5350" y="636"/>
                  </a:lnTo>
                  <a:lnTo>
                    <a:pt x="5351" y="652"/>
                  </a:lnTo>
                  <a:lnTo>
                    <a:pt x="5353" y="666"/>
                  </a:lnTo>
                  <a:lnTo>
                    <a:pt x="5354" y="678"/>
                  </a:lnTo>
                  <a:lnTo>
                    <a:pt x="5355" y="689"/>
                  </a:lnTo>
                  <a:lnTo>
                    <a:pt x="5357" y="697"/>
                  </a:lnTo>
                  <a:lnTo>
                    <a:pt x="5358" y="703"/>
                  </a:lnTo>
                  <a:lnTo>
                    <a:pt x="5359" y="707"/>
                  </a:lnTo>
                  <a:lnTo>
                    <a:pt x="5360" y="709"/>
                  </a:lnTo>
                  <a:lnTo>
                    <a:pt x="5362" y="709"/>
                  </a:lnTo>
                  <a:lnTo>
                    <a:pt x="5363" y="709"/>
                  </a:lnTo>
                  <a:lnTo>
                    <a:pt x="5364" y="709"/>
                  </a:lnTo>
                  <a:lnTo>
                    <a:pt x="5366" y="709"/>
                  </a:lnTo>
                  <a:lnTo>
                    <a:pt x="5367" y="709"/>
                  </a:lnTo>
                  <a:lnTo>
                    <a:pt x="5368" y="709"/>
                  </a:lnTo>
                  <a:lnTo>
                    <a:pt x="5370" y="709"/>
                  </a:lnTo>
                  <a:lnTo>
                    <a:pt x="5371" y="709"/>
                  </a:lnTo>
                  <a:lnTo>
                    <a:pt x="5372" y="709"/>
                  </a:lnTo>
                  <a:lnTo>
                    <a:pt x="5374" y="709"/>
                  </a:lnTo>
                  <a:lnTo>
                    <a:pt x="5375" y="709"/>
                  </a:lnTo>
                  <a:lnTo>
                    <a:pt x="5376" y="709"/>
                  </a:lnTo>
                  <a:lnTo>
                    <a:pt x="5378" y="709"/>
                  </a:lnTo>
                  <a:lnTo>
                    <a:pt x="5379" y="709"/>
                  </a:lnTo>
                  <a:lnTo>
                    <a:pt x="5380" y="709"/>
                  </a:lnTo>
                  <a:lnTo>
                    <a:pt x="5382" y="709"/>
                  </a:lnTo>
                  <a:lnTo>
                    <a:pt x="5383" y="709"/>
                  </a:lnTo>
                  <a:lnTo>
                    <a:pt x="5384" y="709"/>
                  </a:lnTo>
                  <a:lnTo>
                    <a:pt x="5386" y="709"/>
                  </a:lnTo>
                  <a:lnTo>
                    <a:pt x="5387" y="709"/>
                  </a:lnTo>
                  <a:lnTo>
                    <a:pt x="5388" y="709"/>
                  </a:lnTo>
                  <a:lnTo>
                    <a:pt x="5389" y="709"/>
                  </a:lnTo>
                  <a:lnTo>
                    <a:pt x="5391" y="709"/>
                  </a:lnTo>
                  <a:lnTo>
                    <a:pt x="5392" y="709"/>
                  </a:lnTo>
                  <a:lnTo>
                    <a:pt x="5394" y="709"/>
                  </a:lnTo>
                  <a:lnTo>
                    <a:pt x="5395" y="709"/>
                  </a:lnTo>
                  <a:lnTo>
                    <a:pt x="5396" y="709"/>
                  </a:lnTo>
                  <a:lnTo>
                    <a:pt x="5398" y="709"/>
                  </a:lnTo>
                  <a:lnTo>
                    <a:pt x="5399" y="709"/>
                  </a:lnTo>
                  <a:lnTo>
                    <a:pt x="5400" y="709"/>
                  </a:lnTo>
                  <a:lnTo>
                    <a:pt x="5401" y="709"/>
                  </a:lnTo>
                  <a:lnTo>
                    <a:pt x="5403" y="709"/>
                  </a:lnTo>
                  <a:lnTo>
                    <a:pt x="5404" y="709"/>
                  </a:lnTo>
                  <a:lnTo>
                    <a:pt x="5405" y="709"/>
                  </a:lnTo>
                  <a:lnTo>
                    <a:pt x="5407" y="709"/>
                  </a:lnTo>
                  <a:lnTo>
                    <a:pt x="5408" y="709"/>
                  </a:lnTo>
                  <a:lnTo>
                    <a:pt x="5410" y="709"/>
                  </a:lnTo>
                  <a:lnTo>
                    <a:pt x="5411" y="709"/>
                  </a:lnTo>
                  <a:lnTo>
                    <a:pt x="5412" y="709"/>
                  </a:lnTo>
                  <a:lnTo>
                    <a:pt x="5413" y="709"/>
                  </a:lnTo>
                  <a:lnTo>
                    <a:pt x="5415" y="709"/>
                  </a:lnTo>
                  <a:lnTo>
                    <a:pt x="5416" y="709"/>
                  </a:lnTo>
                  <a:lnTo>
                    <a:pt x="5417" y="709"/>
                  </a:lnTo>
                  <a:lnTo>
                    <a:pt x="5419" y="709"/>
                  </a:lnTo>
                  <a:lnTo>
                    <a:pt x="5420" y="709"/>
                  </a:lnTo>
                  <a:lnTo>
                    <a:pt x="5421" y="709"/>
                  </a:lnTo>
                </a:path>
              </a:pathLst>
            </a:custGeom>
            <a:noFill/>
            <a:ln w="11113" cap="flat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90">
              <a:extLst>
                <a:ext uri="{FF2B5EF4-FFF2-40B4-BE49-F238E27FC236}">
                  <a16:creationId xmlns:a16="http://schemas.microsoft.com/office/drawing/2014/main" id="{DAA45C82-3A62-D3FE-9C3F-17AED0C78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88" y="5564188"/>
              <a:ext cx="8605838" cy="1125537"/>
            </a:xfrm>
            <a:custGeom>
              <a:avLst/>
              <a:gdLst>
                <a:gd name="T0" fmla="*/ 84 w 5421"/>
                <a:gd name="T1" fmla="*/ 709 h 709"/>
                <a:gd name="T2" fmla="*/ 170 w 5421"/>
                <a:gd name="T3" fmla="*/ 709 h 709"/>
                <a:gd name="T4" fmla="*/ 256 w 5421"/>
                <a:gd name="T5" fmla="*/ 709 h 709"/>
                <a:gd name="T6" fmla="*/ 342 w 5421"/>
                <a:gd name="T7" fmla="*/ 0 h 709"/>
                <a:gd name="T8" fmla="*/ 428 w 5421"/>
                <a:gd name="T9" fmla="*/ 0 h 709"/>
                <a:gd name="T10" fmla="*/ 514 w 5421"/>
                <a:gd name="T11" fmla="*/ 613 h 709"/>
                <a:gd name="T12" fmla="*/ 600 w 5421"/>
                <a:gd name="T13" fmla="*/ 709 h 709"/>
                <a:gd name="T14" fmla="*/ 686 w 5421"/>
                <a:gd name="T15" fmla="*/ 709 h 709"/>
                <a:gd name="T16" fmla="*/ 773 w 5421"/>
                <a:gd name="T17" fmla="*/ 709 h 709"/>
                <a:gd name="T18" fmla="*/ 858 w 5421"/>
                <a:gd name="T19" fmla="*/ 332 h 709"/>
                <a:gd name="T20" fmla="*/ 944 w 5421"/>
                <a:gd name="T21" fmla="*/ 0 h 709"/>
                <a:gd name="T22" fmla="*/ 1031 w 5421"/>
                <a:gd name="T23" fmla="*/ 35 h 709"/>
                <a:gd name="T24" fmla="*/ 1117 w 5421"/>
                <a:gd name="T25" fmla="*/ 709 h 709"/>
                <a:gd name="T26" fmla="*/ 1203 w 5421"/>
                <a:gd name="T27" fmla="*/ 709 h 709"/>
                <a:gd name="T28" fmla="*/ 1289 w 5421"/>
                <a:gd name="T29" fmla="*/ 709 h 709"/>
                <a:gd name="T30" fmla="*/ 1375 w 5421"/>
                <a:gd name="T31" fmla="*/ 709 h 709"/>
                <a:gd name="T32" fmla="*/ 1461 w 5421"/>
                <a:gd name="T33" fmla="*/ 0 h 709"/>
                <a:gd name="T34" fmla="*/ 1547 w 5421"/>
                <a:gd name="T35" fmla="*/ 0 h 709"/>
                <a:gd name="T36" fmla="*/ 1633 w 5421"/>
                <a:gd name="T37" fmla="*/ 645 h 709"/>
                <a:gd name="T38" fmla="*/ 1719 w 5421"/>
                <a:gd name="T39" fmla="*/ 709 h 709"/>
                <a:gd name="T40" fmla="*/ 1805 w 5421"/>
                <a:gd name="T41" fmla="*/ 709 h 709"/>
                <a:gd name="T42" fmla="*/ 1891 w 5421"/>
                <a:gd name="T43" fmla="*/ 709 h 709"/>
                <a:gd name="T44" fmla="*/ 1977 w 5421"/>
                <a:gd name="T45" fmla="*/ 145 h 709"/>
                <a:gd name="T46" fmla="*/ 2063 w 5421"/>
                <a:gd name="T47" fmla="*/ 0 h 709"/>
                <a:gd name="T48" fmla="*/ 2149 w 5421"/>
                <a:gd name="T49" fmla="*/ 628 h 709"/>
                <a:gd name="T50" fmla="*/ 2235 w 5421"/>
                <a:gd name="T51" fmla="*/ 709 h 709"/>
                <a:gd name="T52" fmla="*/ 2321 w 5421"/>
                <a:gd name="T53" fmla="*/ 709 h 709"/>
                <a:gd name="T54" fmla="*/ 2407 w 5421"/>
                <a:gd name="T55" fmla="*/ 709 h 709"/>
                <a:gd name="T56" fmla="*/ 2493 w 5421"/>
                <a:gd name="T57" fmla="*/ 641 h 709"/>
                <a:gd name="T58" fmla="*/ 2579 w 5421"/>
                <a:gd name="T59" fmla="*/ 0 h 709"/>
                <a:gd name="T60" fmla="*/ 2665 w 5421"/>
                <a:gd name="T61" fmla="*/ 10 h 709"/>
                <a:gd name="T62" fmla="*/ 2751 w 5421"/>
                <a:gd name="T63" fmla="*/ 709 h 709"/>
                <a:gd name="T64" fmla="*/ 2838 w 5421"/>
                <a:gd name="T65" fmla="*/ 709 h 709"/>
                <a:gd name="T66" fmla="*/ 2923 w 5421"/>
                <a:gd name="T67" fmla="*/ 709 h 709"/>
                <a:gd name="T68" fmla="*/ 3009 w 5421"/>
                <a:gd name="T69" fmla="*/ 709 h 709"/>
                <a:gd name="T70" fmla="*/ 3096 w 5421"/>
                <a:gd name="T71" fmla="*/ 0 h 709"/>
                <a:gd name="T72" fmla="*/ 3182 w 5421"/>
                <a:gd name="T73" fmla="*/ 0 h 709"/>
                <a:gd name="T74" fmla="*/ 3268 w 5421"/>
                <a:gd name="T75" fmla="*/ 709 h 709"/>
                <a:gd name="T76" fmla="*/ 3354 w 5421"/>
                <a:gd name="T77" fmla="*/ 709 h 709"/>
                <a:gd name="T78" fmla="*/ 3440 w 5421"/>
                <a:gd name="T79" fmla="*/ 709 h 709"/>
                <a:gd name="T80" fmla="*/ 3526 w 5421"/>
                <a:gd name="T81" fmla="*/ 646 h 709"/>
                <a:gd name="T82" fmla="*/ 3612 w 5421"/>
                <a:gd name="T83" fmla="*/ 0 h 709"/>
                <a:gd name="T84" fmla="*/ 3698 w 5421"/>
                <a:gd name="T85" fmla="*/ 0 h 709"/>
                <a:gd name="T86" fmla="*/ 3784 w 5421"/>
                <a:gd name="T87" fmla="*/ 709 h 709"/>
                <a:gd name="T88" fmla="*/ 3870 w 5421"/>
                <a:gd name="T89" fmla="*/ 709 h 709"/>
                <a:gd name="T90" fmla="*/ 3956 w 5421"/>
                <a:gd name="T91" fmla="*/ 709 h 709"/>
                <a:gd name="T92" fmla="*/ 4042 w 5421"/>
                <a:gd name="T93" fmla="*/ 679 h 709"/>
                <a:gd name="T94" fmla="*/ 4128 w 5421"/>
                <a:gd name="T95" fmla="*/ 0 h 709"/>
                <a:gd name="T96" fmla="*/ 4214 w 5421"/>
                <a:gd name="T97" fmla="*/ 0 h 709"/>
                <a:gd name="T98" fmla="*/ 4300 w 5421"/>
                <a:gd name="T99" fmla="*/ 708 h 709"/>
                <a:gd name="T100" fmla="*/ 4386 w 5421"/>
                <a:gd name="T101" fmla="*/ 709 h 709"/>
                <a:gd name="T102" fmla="*/ 4472 w 5421"/>
                <a:gd name="T103" fmla="*/ 709 h 709"/>
                <a:gd name="T104" fmla="*/ 4558 w 5421"/>
                <a:gd name="T105" fmla="*/ 691 h 709"/>
                <a:gd name="T106" fmla="*/ 4644 w 5421"/>
                <a:gd name="T107" fmla="*/ 0 h 709"/>
                <a:gd name="T108" fmla="*/ 4730 w 5421"/>
                <a:gd name="T109" fmla="*/ 0 h 709"/>
                <a:gd name="T110" fmla="*/ 4816 w 5421"/>
                <a:gd name="T111" fmla="*/ 568 h 709"/>
                <a:gd name="T112" fmla="*/ 4903 w 5421"/>
                <a:gd name="T113" fmla="*/ 709 h 709"/>
                <a:gd name="T114" fmla="*/ 4988 w 5421"/>
                <a:gd name="T115" fmla="*/ 709 h 709"/>
                <a:gd name="T116" fmla="*/ 5074 w 5421"/>
                <a:gd name="T117" fmla="*/ 709 h 709"/>
                <a:gd name="T118" fmla="*/ 5161 w 5421"/>
                <a:gd name="T119" fmla="*/ 153 h 709"/>
                <a:gd name="T120" fmla="*/ 5247 w 5421"/>
                <a:gd name="T121" fmla="*/ 0 h 709"/>
                <a:gd name="T122" fmla="*/ 5333 w 5421"/>
                <a:gd name="T123" fmla="*/ 239 h 709"/>
                <a:gd name="T124" fmla="*/ 5419 w 5421"/>
                <a:gd name="T125" fmla="*/ 709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421" h="709">
                  <a:moveTo>
                    <a:pt x="0" y="709"/>
                  </a:moveTo>
                  <a:lnTo>
                    <a:pt x="1" y="709"/>
                  </a:lnTo>
                  <a:lnTo>
                    <a:pt x="2" y="709"/>
                  </a:lnTo>
                  <a:lnTo>
                    <a:pt x="3" y="709"/>
                  </a:lnTo>
                  <a:lnTo>
                    <a:pt x="5" y="709"/>
                  </a:lnTo>
                  <a:lnTo>
                    <a:pt x="6" y="709"/>
                  </a:lnTo>
                  <a:lnTo>
                    <a:pt x="7" y="709"/>
                  </a:lnTo>
                  <a:lnTo>
                    <a:pt x="9" y="709"/>
                  </a:lnTo>
                  <a:lnTo>
                    <a:pt x="10" y="709"/>
                  </a:lnTo>
                  <a:lnTo>
                    <a:pt x="11" y="709"/>
                  </a:lnTo>
                  <a:lnTo>
                    <a:pt x="13" y="709"/>
                  </a:lnTo>
                  <a:lnTo>
                    <a:pt x="14" y="709"/>
                  </a:lnTo>
                  <a:lnTo>
                    <a:pt x="15" y="709"/>
                  </a:lnTo>
                  <a:lnTo>
                    <a:pt x="17" y="709"/>
                  </a:lnTo>
                  <a:lnTo>
                    <a:pt x="18" y="709"/>
                  </a:lnTo>
                  <a:lnTo>
                    <a:pt x="19" y="709"/>
                  </a:lnTo>
                  <a:lnTo>
                    <a:pt x="20" y="709"/>
                  </a:lnTo>
                  <a:lnTo>
                    <a:pt x="22" y="709"/>
                  </a:lnTo>
                  <a:lnTo>
                    <a:pt x="23" y="709"/>
                  </a:lnTo>
                  <a:lnTo>
                    <a:pt x="25" y="709"/>
                  </a:lnTo>
                  <a:lnTo>
                    <a:pt x="26" y="709"/>
                  </a:lnTo>
                  <a:lnTo>
                    <a:pt x="27" y="709"/>
                  </a:lnTo>
                  <a:lnTo>
                    <a:pt x="29" y="709"/>
                  </a:lnTo>
                  <a:lnTo>
                    <a:pt x="30" y="709"/>
                  </a:lnTo>
                  <a:lnTo>
                    <a:pt x="31" y="709"/>
                  </a:lnTo>
                  <a:lnTo>
                    <a:pt x="32" y="709"/>
                  </a:lnTo>
                  <a:lnTo>
                    <a:pt x="34" y="709"/>
                  </a:lnTo>
                  <a:lnTo>
                    <a:pt x="35" y="709"/>
                  </a:lnTo>
                  <a:lnTo>
                    <a:pt x="36" y="709"/>
                  </a:lnTo>
                  <a:lnTo>
                    <a:pt x="38" y="709"/>
                  </a:lnTo>
                  <a:lnTo>
                    <a:pt x="39" y="709"/>
                  </a:lnTo>
                  <a:lnTo>
                    <a:pt x="41" y="709"/>
                  </a:lnTo>
                  <a:lnTo>
                    <a:pt x="42" y="709"/>
                  </a:lnTo>
                  <a:lnTo>
                    <a:pt x="43" y="709"/>
                  </a:lnTo>
                  <a:lnTo>
                    <a:pt x="44" y="709"/>
                  </a:lnTo>
                  <a:lnTo>
                    <a:pt x="46" y="709"/>
                  </a:lnTo>
                  <a:lnTo>
                    <a:pt x="47" y="709"/>
                  </a:lnTo>
                  <a:lnTo>
                    <a:pt x="48" y="709"/>
                  </a:lnTo>
                  <a:lnTo>
                    <a:pt x="50" y="709"/>
                  </a:lnTo>
                  <a:lnTo>
                    <a:pt x="51" y="709"/>
                  </a:lnTo>
                  <a:lnTo>
                    <a:pt x="52" y="709"/>
                  </a:lnTo>
                  <a:lnTo>
                    <a:pt x="54" y="709"/>
                  </a:lnTo>
                  <a:lnTo>
                    <a:pt x="55" y="709"/>
                  </a:lnTo>
                  <a:lnTo>
                    <a:pt x="56" y="709"/>
                  </a:lnTo>
                  <a:lnTo>
                    <a:pt x="58" y="709"/>
                  </a:lnTo>
                  <a:lnTo>
                    <a:pt x="59" y="709"/>
                  </a:lnTo>
                  <a:lnTo>
                    <a:pt x="60" y="709"/>
                  </a:lnTo>
                  <a:lnTo>
                    <a:pt x="62" y="709"/>
                  </a:lnTo>
                  <a:lnTo>
                    <a:pt x="63" y="709"/>
                  </a:lnTo>
                  <a:lnTo>
                    <a:pt x="64" y="709"/>
                  </a:lnTo>
                  <a:lnTo>
                    <a:pt x="66" y="709"/>
                  </a:lnTo>
                  <a:lnTo>
                    <a:pt x="67" y="709"/>
                  </a:lnTo>
                  <a:lnTo>
                    <a:pt x="68" y="709"/>
                  </a:lnTo>
                  <a:lnTo>
                    <a:pt x="70" y="709"/>
                  </a:lnTo>
                  <a:lnTo>
                    <a:pt x="71" y="709"/>
                  </a:lnTo>
                  <a:lnTo>
                    <a:pt x="72" y="709"/>
                  </a:lnTo>
                  <a:lnTo>
                    <a:pt x="73" y="709"/>
                  </a:lnTo>
                  <a:lnTo>
                    <a:pt x="75" y="709"/>
                  </a:lnTo>
                  <a:lnTo>
                    <a:pt x="76" y="709"/>
                  </a:lnTo>
                  <a:lnTo>
                    <a:pt x="77" y="709"/>
                  </a:lnTo>
                  <a:lnTo>
                    <a:pt x="79" y="709"/>
                  </a:lnTo>
                  <a:lnTo>
                    <a:pt x="80" y="709"/>
                  </a:lnTo>
                  <a:lnTo>
                    <a:pt x="82" y="709"/>
                  </a:lnTo>
                  <a:lnTo>
                    <a:pt x="83" y="709"/>
                  </a:lnTo>
                  <a:lnTo>
                    <a:pt x="84" y="709"/>
                  </a:lnTo>
                  <a:lnTo>
                    <a:pt x="85" y="709"/>
                  </a:lnTo>
                  <a:lnTo>
                    <a:pt x="87" y="709"/>
                  </a:lnTo>
                  <a:lnTo>
                    <a:pt x="88" y="709"/>
                  </a:lnTo>
                  <a:lnTo>
                    <a:pt x="89" y="709"/>
                  </a:lnTo>
                  <a:lnTo>
                    <a:pt x="91" y="709"/>
                  </a:lnTo>
                  <a:lnTo>
                    <a:pt x="92" y="709"/>
                  </a:lnTo>
                  <a:lnTo>
                    <a:pt x="93" y="709"/>
                  </a:lnTo>
                  <a:lnTo>
                    <a:pt x="95" y="709"/>
                  </a:lnTo>
                  <a:lnTo>
                    <a:pt x="96" y="709"/>
                  </a:lnTo>
                  <a:lnTo>
                    <a:pt x="98" y="709"/>
                  </a:lnTo>
                  <a:lnTo>
                    <a:pt x="99" y="709"/>
                  </a:lnTo>
                  <a:lnTo>
                    <a:pt x="100" y="709"/>
                  </a:lnTo>
                  <a:lnTo>
                    <a:pt x="101" y="709"/>
                  </a:lnTo>
                  <a:lnTo>
                    <a:pt x="103" y="709"/>
                  </a:lnTo>
                  <a:lnTo>
                    <a:pt x="104" y="709"/>
                  </a:lnTo>
                  <a:lnTo>
                    <a:pt x="105" y="709"/>
                  </a:lnTo>
                  <a:lnTo>
                    <a:pt x="107" y="709"/>
                  </a:lnTo>
                  <a:lnTo>
                    <a:pt x="108" y="709"/>
                  </a:lnTo>
                  <a:lnTo>
                    <a:pt x="109" y="709"/>
                  </a:lnTo>
                  <a:lnTo>
                    <a:pt x="111" y="709"/>
                  </a:lnTo>
                  <a:lnTo>
                    <a:pt x="112" y="709"/>
                  </a:lnTo>
                  <a:lnTo>
                    <a:pt x="113" y="709"/>
                  </a:lnTo>
                  <a:lnTo>
                    <a:pt x="114" y="709"/>
                  </a:lnTo>
                  <a:lnTo>
                    <a:pt x="116" y="709"/>
                  </a:lnTo>
                  <a:lnTo>
                    <a:pt x="117" y="709"/>
                  </a:lnTo>
                  <a:lnTo>
                    <a:pt x="119" y="709"/>
                  </a:lnTo>
                  <a:lnTo>
                    <a:pt x="120" y="709"/>
                  </a:lnTo>
                  <a:lnTo>
                    <a:pt x="121" y="709"/>
                  </a:lnTo>
                  <a:lnTo>
                    <a:pt x="123" y="709"/>
                  </a:lnTo>
                  <a:lnTo>
                    <a:pt x="124" y="709"/>
                  </a:lnTo>
                  <a:lnTo>
                    <a:pt x="125" y="709"/>
                  </a:lnTo>
                  <a:lnTo>
                    <a:pt x="127" y="709"/>
                  </a:lnTo>
                  <a:lnTo>
                    <a:pt x="128" y="709"/>
                  </a:lnTo>
                  <a:lnTo>
                    <a:pt x="129" y="709"/>
                  </a:lnTo>
                  <a:lnTo>
                    <a:pt x="130" y="709"/>
                  </a:lnTo>
                  <a:lnTo>
                    <a:pt x="132" y="709"/>
                  </a:lnTo>
                  <a:lnTo>
                    <a:pt x="133" y="709"/>
                  </a:lnTo>
                  <a:lnTo>
                    <a:pt x="134" y="709"/>
                  </a:lnTo>
                  <a:lnTo>
                    <a:pt x="136" y="709"/>
                  </a:lnTo>
                  <a:lnTo>
                    <a:pt x="137" y="709"/>
                  </a:lnTo>
                  <a:lnTo>
                    <a:pt x="139" y="709"/>
                  </a:lnTo>
                  <a:lnTo>
                    <a:pt x="140" y="709"/>
                  </a:lnTo>
                  <a:lnTo>
                    <a:pt x="141" y="709"/>
                  </a:lnTo>
                  <a:lnTo>
                    <a:pt x="142" y="709"/>
                  </a:lnTo>
                  <a:lnTo>
                    <a:pt x="144" y="709"/>
                  </a:lnTo>
                  <a:lnTo>
                    <a:pt x="145" y="709"/>
                  </a:lnTo>
                  <a:lnTo>
                    <a:pt x="146" y="709"/>
                  </a:lnTo>
                  <a:lnTo>
                    <a:pt x="148" y="709"/>
                  </a:lnTo>
                  <a:lnTo>
                    <a:pt x="149" y="709"/>
                  </a:lnTo>
                  <a:lnTo>
                    <a:pt x="150" y="709"/>
                  </a:lnTo>
                  <a:lnTo>
                    <a:pt x="152" y="709"/>
                  </a:lnTo>
                  <a:lnTo>
                    <a:pt x="153" y="709"/>
                  </a:lnTo>
                  <a:lnTo>
                    <a:pt x="154" y="709"/>
                  </a:lnTo>
                  <a:lnTo>
                    <a:pt x="156" y="709"/>
                  </a:lnTo>
                  <a:lnTo>
                    <a:pt x="157" y="709"/>
                  </a:lnTo>
                  <a:lnTo>
                    <a:pt x="158" y="709"/>
                  </a:lnTo>
                  <a:lnTo>
                    <a:pt x="160" y="709"/>
                  </a:lnTo>
                  <a:lnTo>
                    <a:pt x="161" y="709"/>
                  </a:lnTo>
                  <a:lnTo>
                    <a:pt x="162" y="709"/>
                  </a:lnTo>
                  <a:lnTo>
                    <a:pt x="164" y="709"/>
                  </a:lnTo>
                  <a:lnTo>
                    <a:pt x="165" y="709"/>
                  </a:lnTo>
                  <a:lnTo>
                    <a:pt x="166" y="709"/>
                  </a:lnTo>
                  <a:lnTo>
                    <a:pt x="168" y="709"/>
                  </a:lnTo>
                  <a:lnTo>
                    <a:pt x="169" y="709"/>
                  </a:lnTo>
                  <a:lnTo>
                    <a:pt x="170" y="709"/>
                  </a:lnTo>
                  <a:lnTo>
                    <a:pt x="171" y="709"/>
                  </a:lnTo>
                  <a:lnTo>
                    <a:pt x="173" y="709"/>
                  </a:lnTo>
                  <a:lnTo>
                    <a:pt x="174" y="709"/>
                  </a:lnTo>
                  <a:lnTo>
                    <a:pt x="175" y="709"/>
                  </a:lnTo>
                  <a:lnTo>
                    <a:pt x="177" y="709"/>
                  </a:lnTo>
                  <a:lnTo>
                    <a:pt x="178" y="709"/>
                  </a:lnTo>
                  <a:lnTo>
                    <a:pt x="180" y="709"/>
                  </a:lnTo>
                  <a:lnTo>
                    <a:pt x="181" y="709"/>
                  </a:lnTo>
                  <a:lnTo>
                    <a:pt x="182" y="709"/>
                  </a:lnTo>
                  <a:lnTo>
                    <a:pt x="183" y="709"/>
                  </a:lnTo>
                  <a:lnTo>
                    <a:pt x="185" y="709"/>
                  </a:lnTo>
                  <a:lnTo>
                    <a:pt x="186" y="709"/>
                  </a:lnTo>
                  <a:lnTo>
                    <a:pt x="187" y="709"/>
                  </a:lnTo>
                  <a:lnTo>
                    <a:pt x="189" y="709"/>
                  </a:lnTo>
                  <a:lnTo>
                    <a:pt x="190" y="709"/>
                  </a:lnTo>
                  <a:lnTo>
                    <a:pt x="191" y="709"/>
                  </a:lnTo>
                  <a:lnTo>
                    <a:pt x="193" y="709"/>
                  </a:lnTo>
                  <a:lnTo>
                    <a:pt x="194" y="709"/>
                  </a:lnTo>
                  <a:lnTo>
                    <a:pt x="195" y="709"/>
                  </a:lnTo>
                  <a:lnTo>
                    <a:pt x="197" y="709"/>
                  </a:lnTo>
                  <a:lnTo>
                    <a:pt x="198" y="709"/>
                  </a:lnTo>
                  <a:lnTo>
                    <a:pt x="199" y="709"/>
                  </a:lnTo>
                  <a:lnTo>
                    <a:pt x="201" y="709"/>
                  </a:lnTo>
                  <a:lnTo>
                    <a:pt x="202" y="709"/>
                  </a:lnTo>
                  <a:lnTo>
                    <a:pt x="203" y="709"/>
                  </a:lnTo>
                  <a:lnTo>
                    <a:pt x="205" y="709"/>
                  </a:lnTo>
                  <a:lnTo>
                    <a:pt x="206" y="709"/>
                  </a:lnTo>
                  <a:lnTo>
                    <a:pt x="207" y="709"/>
                  </a:lnTo>
                  <a:lnTo>
                    <a:pt x="209" y="709"/>
                  </a:lnTo>
                  <a:lnTo>
                    <a:pt x="210" y="709"/>
                  </a:lnTo>
                  <a:lnTo>
                    <a:pt x="211" y="709"/>
                  </a:lnTo>
                  <a:lnTo>
                    <a:pt x="212" y="709"/>
                  </a:lnTo>
                  <a:lnTo>
                    <a:pt x="214" y="709"/>
                  </a:lnTo>
                  <a:lnTo>
                    <a:pt x="215" y="709"/>
                  </a:lnTo>
                  <a:lnTo>
                    <a:pt x="217" y="709"/>
                  </a:lnTo>
                  <a:lnTo>
                    <a:pt x="218" y="709"/>
                  </a:lnTo>
                  <a:lnTo>
                    <a:pt x="219" y="709"/>
                  </a:lnTo>
                  <a:lnTo>
                    <a:pt x="221" y="709"/>
                  </a:lnTo>
                  <a:lnTo>
                    <a:pt x="222" y="709"/>
                  </a:lnTo>
                  <a:lnTo>
                    <a:pt x="223" y="709"/>
                  </a:lnTo>
                  <a:lnTo>
                    <a:pt x="224" y="709"/>
                  </a:lnTo>
                  <a:lnTo>
                    <a:pt x="226" y="709"/>
                  </a:lnTo>
                  <a:lnTo>
                    <a:pt x="227" y="709"/>
                  </a:lnTo>
                  <a:lnTo>
                    <a:pt x="228" y="709"/>
                  </a:lnTo>
                  <a:lnTo>
                    <a:pt x="230" y="709"/>
                  </a:lnTo>
                  <a:lnTo>
                    <a:pt x="231" y="709"/>
                  </a:lnTo>
                  <a:lnTo>
                    <a:pt x="232" y="709"/>
                  </a:lnTo>
                  <a:lnTo>
                    <a:pt x="234" y="709"/>
                  </a:lnTo>
                  <a:lnTo>
                    <a:pt x="235" y="709"/>
                  </a:lnTo>
                  <a:lnTo>
                    <a:pt x="236" y="709"/>
                  </a:lnTo>
                  <a:lnTo>
                    <a:pt x="238" y="709"/>
                  </a:lnTo>
                  <a:lnTo>
                    <a:pt x="239" y="709"/>
                  </a:lnTo>
                  <a:lnTo>
                    <a:pt x="240" y="709"/>
                  </a:lnTo>
                  <a:lnTo>
                    <a:pt x="242" y="709"/>
                  </a:lnTo>
                  <a:lnTo>
                    <a:pt x="243" y="709"/>
                  </a:lnTo>
                  <a:lnTo>
                    <a:pt x="244" y="709"/>
                  </a:lnTo>
                  <a:lnTo>
                    <a:pt x="246" y="709"/>
                  </a:lnTo>
                  <a:lnTo>
                    <a:pt x="247" y="709"/>
                  </a:lnTo>
                  <a:lnTo>
                    <a:pt x="248" y="709"/>
                  </a:lnTo>
                  <a:lnTo>
                    <a:pt x="250" y="709"/>
                  </a:lnTo>
                  <a:lnTo>
                    <a:pt x="251" y="709"/>
                  </a:lnTo>
                  <a:lnTo>
                    <a:pt x="252" y="709"/>
                  </a:lnTo>
                  <a:lnTo>
                    <a:pt x="253" y="709"/>
                  </a:lnTo>
                  <a:lnTo>
                    <a:pt x="255" y="709"/>
                  </a:lnTo>
                  <a:lnTo>
                    <a:pt x="256" y="709"/>
                  </a:lnTo>
                  <a:lnTo>
                    <a:pt x="258" y="708"/>
                  </a:lnTo>
                  <a:lnTo>
                    <a:pt x="259" y="703"/>
                  </a:lnTo>
                  <a:lnTo>
                    <a:pt x="260" y="698"/>
                  </a:lnTo>
                  <a:lnTo>
                    <a:pt x="262" y="690"/>
                  </a:lnTo>
                  <a:lnTo>
                    <a:pt x="263" y="681"/>
                  </a:lnTo>
                  <a:lnTo>
                    <a:pt x="264" y="669"/>
                  </a:lnTo>
                  <a:lnTo>
                    <a:pt x="265" y="657"/>
                  </a:lnTo>
                  <a:lnTo>
                    <a:pt x="267" y="641"/>
                  </a:lnTo>
                  <a:lnTo>
                    <a:pt x="268" y="625"/>
                  </a:lnTo>
                  <a:lnTo>
                    <a:pt x="269" y="608"/>
                  </a:lnTo>
                  <a:lnTo>
                    <a:pt x="271" y="592"/>
                  </a:lnTo>
                  <a:lnTo>
                    <a:pt x="272" y="576"/>
                  </a:lnTo>
                  <a:lnTo>
                    <a:pt x="273" y="561"/>
                  </a:lnTo>
                  <a:lnTo>
                    <a:pt x="275" y="545"/>
                  </a:lnTo>
                  <a:lnTo>
                    <a:pt x="276" y="531"/>
                  </a:lnTo>
                  <a:lnTo>
                    <a:pt x="277" y="516"/>
                  </a:lnTo>
                  <a:lnTo>
                    <a:pt x="279" y="503"/>
                  </a:lnTo>
                  <a:lnTo>
                    <a:pt x="280" y="490"/>
                  </a:lnTo>
                  <a:lnTo>
                    <a:pt x="281" y="477"/>
                  </a:lnTo>
                  <a:lnTo>
                    <a:pt x="283" y="465"/>
                  </a:lnTo>
                  <a:lnTo>
                    <a:pt x="284" y="453"/>
                  </a:lnTo>
                  <a:lnTo>
                    <a:pt x="285" y="442"/>
                  </a:lnTo>
                  <a:lnTo>
                    <a:pt x="287" y="430"/>
                  </a:lnTo>
                  <a:lnTo>
                    <a:pt x="288" y="419"/>
                  </a:lnTo>
                  <a:lnTo>
                    <a:pt x="289" y="408"/>
                  </a:lnTo>
                  <a:lnTo>
                    <a:pt x="291" y="398"/>
                  </a:lnTo>
                  <a:lnTo>
                    <a:pt x="292" y="386"/>
                  </a:lnTo>
                  <a:lnTo>
                    <a:pt x="293" y="375"/>
                  </a:lnTo>
                  <a:lnTo>
                    <a:pt x="294" y="364"/>
                  </a:lnTo>
                  <a:lnTo>
                    <a:pt x="296" y="351"/>
                  </a:lnTo>
                  <a:lnTo>
                    <a:pt x="297" y="339"/>
                  </a:lnTo>
                  <a:lnTo>
                    <a:pt x="299" y="325"/>
                  </a:lnTo>
                  <a:lnTo>
                    <a:pt x="300" y="311"/>
                  </a:lnTo>
                  <a:lnTo>
                    <a:pt x="301" y="297"/>
                  </a:lnTo>
                  <a:lnTo>
                    <a:pt x="303" y="282"/>
                  </a:lnTo>
                  <a:lnTo>
                    <a:pt x="304" y="267"/>
                  </a:lnTo>
                  <a:lnTo>
                    <a:pt x="305" y="251"/>
                  </a:lnTo>
                  <a:lnTo>
                    <a:pt x="306" y="235"/>
                  </a:lnTo>
                  <a:lnTo>
                    <a:pt x="308" y="219"/>
                  </a:lnTo>
                  <a:lnTo>
                    <a:pt x="309" y="202"/>
                  </a:lnTo>
                  <a:lnTo>
                    <a:pt x="310" y="186"/>
                  </a:lnTo>
                  <a:lnTo>
                    <a:pt x="312" y="169"/>
                  </a:lnTo>
                  <a:lnTo>
                    <a:pt x="313" y="152"/>
                  </a:lnTo>
                  <a:lnTo>
                    <a:pt x="315" y="134"/>
                  </a:lnTo>
                  <a:lnTo>
                    <a:pt x="316" y="116"/>
                  </a:lnTo>
                  <a:lnTo>
                    <a:pt x="317" y="99"/>
                  </a:lnTo>
                  <a:lnTo>
                    <a:pt x="319" y="81"/>
                  </a:lnTo>
                  <a:lnTo>
                    <a:pt x="320" y="64"/>
                  </a:lnTo>
                  <a:lnTo>
                    <a:pt x="321" y="49"/>
                  </a:lnTo>
                  <a:lnTo>
                    <a:pt x="322" y="37"/>
                  </a:lnTo>
                  <a:lnTo>
                    <a:pt x="324" y="26"/>
                  </a:lnTo>
                  <a:lnTo>
                    <a:pt x="325" y="17"/>
                  </a:lnTo>
                  <a:lnTo>
                    <a:pt x="326" y="10"/>
                  </a:lnTo>
                  <a:lnTo>
                    <a:pt x="328" y="5"/>
                  </a:lnTo>
                  <a:lnTo>
                    <a:pt x="329" y="2"/>
                  </a:lnTo>
                  <a:lnTo>
                    <a:pt x="330" y="0"/>
                  </a:lnTo>
                  <a:lnTo>
                    <a:pt x="332" y="0"/>
                  </a:lnTo>
                  <a:lnTo>
                    <a:pt x="333" y="0"/>
                  </a:lnTo>
                  <a:lnTo>
                    <a:pt x="334" y="0"/>
                  </a:lnTo>
                  <a:lnTo>
                    <a:pt x="335" y="0"/>
                  </a:lnTo>
                  <a:lnTo>
                    <a:pt x="337" y="0"/>
                  </a:lnTo>
                  <a:lnTo>
                    <a:pt x="338" y="0"/>
                  </a:lnTo>
                  <a:lnTo>
                    <a:pt x="340" y="0"/>
                  </a:lnTo>
                  <a:lnTo>
                    <a:pt x="341" y="0"/>
                  </a:lnTo>
                  <a:lnTo>
                    <a:pt x="342" y="0"/>
                  </a:lnTo>
                  <a:lnTo>
                    <a:pt x="344" y="0"/>
                  </a:lnTo>
                  <a:lnTo>
                    <a:pt x="345" y="0"/>
                  </a:lnTo>
                  <a:lnTo>
                    <a:pt x="346" y="0"/>
                  </a:lnTo>
                  <a:lnTo>
                    <a:pt x="348" y="0"/>
                  </a:lnTo>
                  <a:lnTo>
                    <a:pt x="349" y="0"/>
                  </a:lnTo>
                  <a:lnTo>
                    <a:pt x="350" y="0"/>
                  </a:lnTo>
                  <a:lnTo>
                    <a:pt x="351" y="0"/>
                  </a:lnTo>
                  <a:lnTo>
                    <a:pt x="353" y="0"/>
                  </a:lnTo>
                  <a:lnTo>
                    <a:pt x="354" y="0"/>
                  </a:lnTo>
                  <a:lnTo>
                    <a:pt x="356" y="0"/>
                  </a:lnTo>
                  <a:lnTo>
                    <a:pt x="357" y="0"/>
                  </a:lnTo>
                  <a:lnTo>
                    <a:pt x="358" y="0"/>
                  </a:lnTo>
                  <a:lnTo>
                    <a:pt x="360" y="0"/>
                  </a:lnTo>
                  <a:lnTo>
                    <a:pt x="361" y="0"/>
                  </a:lnTo>
                  <a:lnTo>
                    <a:pt x="362" y="0"/>
                  </a:lnTo>
                  <a:lnTo>
                    <a:pt x="363" y="0"/>
                  </a:lnTo>
                  <a:lnTo>
                    <a:pt x="365" y="0"/>
                  </a:lnTo>
                  <a:lnTo>
                    <a:pt x="366" y="0"/>
                  </a:lnTo>
                  <a:lnTo>
                    <a:pt x="367" y="0"/>
                  </a:lnTo>
                  <a:lnTo>
                    <a:pt x="369" y="0"/>
                  </a:lnTo>
                  <a:lnTo>
                    <a:pt x="370" y="0"/>
                  </a:lnTo>
                  <a:lnTo>
                    <a:pt x="371" y="0"/>
                  </a:lnTo>
                  <a:lnTo>
                    <a:pt x="373" y="0"/>
                  </a:lnTo>
                  <a:lnTo>
                    <a:pt x="374" y="0"/>
                  </a:lnTo>
                  <a:lnTo>
                    <a:pt x="375" y="0"/>
                  </a:lnTo>
                  <a:lnTo>
                    <a:pt x="377" y="0"/>
                  </a:lnTo>
                  <a:lnTo>
                    <a:pt x="378" y="0"/>
                  </a:lnTo>
                  <a:lnTo>
                    <a:pt x="379" y="0"/>
                  </a:lnTo>
                  <a:lnTo>
                    <a:pt x="381" y="0"/>
                  </a:lnTo>
                  <a:lnTo>
                    <a:pt x="382" y="0"/>
                  </a:lnTo>
                  <a:lnTo>
                    <a:pt x="383" y="0"/>
                  </a:lnTo>
                  <a:lnTo>
                    <a:pt x="385" y="0"/>
                  </a:lnTo>
                  <a:lnTo>
                    <a:pt x="386" y="0"/>
                  </a:lnTo>
                  <a:lnTo>
                    <a:pt x="387" y="0"/>
                  </a:lnTo>
                  <a:lnTo>
                    <a:pt x="389" y="0"/>
                  </a:lnTo>
                  <a:lnTo>
                    <a:pt x="390" y="0"/>
                  </a:lnTo>
                  <a:lnTo>
                    <a:pt x="391" y="0"/>
                  </a:lnTo>
                  <a:lnTo>
                    <a:pt x="392" y="0"/>
                  </a:lnTo>
                  <a:lnTo>
                    <a:pt x="394" y="0"/>
                  </a:lnTo>
                  <a:lnTo>
                    <a:pt x="395" y="0"/>
                  </a:lnTo>
                  <a:lnTo>
                    <a:pt x="397" y="0"/>
                  </a:lnTo>
                  <a:lnTo>
                    <a:pt x="398" y="0"/>
                  </a:lnTo>
                  <a:lnTo>
                    <a:pt x="399" y="0"/>
                  </a:lnTo>
                  <a:lnTo>
                    <a:pt x="401" y="0"/>
                  </a:lnTo>
                  <a:lnTo>
                    <a:pt x="402" y="0"/>
                  </a:lnTo>
                  <a:lnTo>
                    <a:pt x="403" y="0"/>
                  </a:lnTo>
                  <a:lnTo>
                    <a:pt x="404" y="0"/>
                  </a:lnTo>
                  <a:lnTo>
                    <a:pt x="406" y="0"/>
                  </a:lnTo>
                  <a:lnTo>
                    <a:pt x="407" y="0"/>
                  </a:lnTo>
                  <a:lnTo>
                    <a:pt x="408" y="0"/>
                  </a:lnTo>
                  <a:lnTo>
                    <a:pt x="410" y="0"/>
                  </a:lnTo>
                  <a:lnTo>
                    <a:pt x="411" y="0"/>
                  </a:lnTo>
                  <a:lnTo>
                    <a:pt x="413" y="0"/>
                  </a:lnTo>
                  <a:lnTo>
                    <a:pt x="414" y="0"/>
                  </a:lnTo>
                  <a:lnTo>
                    <a:pt x="415" y="0"/>
                  </a:lnTo>
                  <a:lnTo>
                    <a:pt x="416" y="0"/>
                  </a:lnTo>
                  <a:lnTo>
                    <a:pt x="418" y="0"/>
                  </a:lnTo>
                  <a:lnTo>
                    <a:pt x="419" y="0"/>
                  </a:lnTo>
                  <a:lnTo>
                    <a:pt x="420" y="0"/>
                  </a:lnTo>
                  <a:lnTo>
                    <a:pt x="422" y="0"/>
                  </a:lnTo>
                  <a:lnTo>
                    <a:pt x="423" y="0"/>
                  </a:lnTo>
                  <a:lnTo>
                    <a:pt x="424" y="0"/>
                  </a:lnTo>
                  <a:lnTo>
                    <a:pt x="426" y="0"/>
                  </a:lnTo>
                  <a:lnTo>
                    <a:pt x="427" y="0"/>
                  </a:lnTo>
                  <a:lnTo>
                    <a:pt x="428" y="0"/>
                  </a:lnTo>
                  <a:lnTo>
                    <a:pt x="430" y="0"/>
                  </a:lnTo>
                  <a:lnTo>
                    <a:pt x="431" y="0"/>
                  </a:lnTo>
                  <a:lnTo>
                    <a:pt x="432" y="0"/>
                  </a:lnTo>
                  <a:lnTo>
                    <a:pt x="433" y="0"/>
                  </a:lnTo>
                  <a:lnTo>
                    <a:pt x="435" y="0"/>
                  </a:lnTo>
                  <a:lnTo>
                    <a:pt x="436" y="0"/>
                  </a:lnTo>
                  <a:lnTo>
                    <a:pt x="438" y="0"/>
                  </a:lnTo>
                  <a:lnTo>
                    <a:pt x="439" y="0"/>
                  </a:lnTo>
                  <a:lnTo>
                    <a:pt x="440" y="0"/>
                  </a:lnTo>
                  <a:lnTo>
                    <a:pt x="442" y="0"/>
                  </a:lnTo>
                  <a:lnTo>
                    <a:pt x="443" y="0"/>
                  </a:lnTo>
                  <a:lnTo>
                    <a:pt x="444" y="0"/>
                  </a:lnTo>
                  <a:lnTo>
                    <a:pt x="445" y="0"/>
                  </a:lnTo>
                  <a:lnTo>
                    <a:pt x="447" y="0"/>
                  </a:lnTo>
                  <a:lnTo>
                    <a:pt x="448" y="0"/>
                  </a:lnTo>
                  <a:lnTo>
                    <a:pt x="449" y="0"/>
                  </a:lnTo>
                  <a:lnTo>
                    <a:pt x="451" y="0"/>
                  </a:lnTo>
                  <a:lnTo>
                    <a:pt x="452" y="0"/>
                  </a:lnTo>
                  <a:lnTo>
                    <a:pt x="454" y="0"/>
                  </a:lnTo>
                  <a:lnTo>
                    <a:pt x="455" y="0"/>
                  </a:lnTo>
                  <a:lnTo>
                    <a:pt x="456" y="0"/>
                  </a:lnTo>
                  <a:lnTo>
                    <a:pt x="457" y="0"/>
                  </a:lnTo>
                  <a:lnTo>
                    <a:pt x="459" y="0"/>
                  </a:lnTo>
                  <a:lnTo>
                    <a:pt x="460" y="0"/>
                  </a:lnTo>
                  <a:lnTo>
                    <a:pt x="461" y="1"/>
                  </a:lnTo>
                  <a:lnTo>
                    <a:pt x="463" y="2"/>
                  </a:lnTo>
                  <a:lnTo>
                    <a:pt x="464" y="5"/>
                  </a:lnTo>
                  <a:lnTo>
                    <a:pt x="465" y="9"/>
                  </a:lnTo>
                  <a:lnTo>
                    <a:pt x="467" y="15"/>
                  </a:lnTo>
                  <a:lnTo>
                    <a:pt x="468" y="22"/>
                  </a:lnTo>
                  <a:lnTo>
                    <a:pt x="469" y="31"/>
                  </a:lnTo>
                  <a:lnTo>
                    <a:pt x="471" y="40"/>
                  </a:lnTo>
                  <a:lnTo>
                    <a:pt x="472" y="52"/>
                  </a:lnTo>
                  <a:lnTo>
                    <a:pt x="473" y="64"/>
                  </a:lnTo>
                  <a:lnTo>
                    <a:pt x="475" y="76"/>
                  </a:lnTo>
                  <a:lnTo>
                    <a:pt x="476" y="89"/>
                  </a:lnTo>
                  <a:lnTo>
                    <a:pt x="477" y="102"/>
                  </a:lnTo>
                  <a:lnTo>
                    <a:pt x="479" y="116"/>
                  </a:lnTo>
                  <a:lnTo>
                    <a:pt x="480" y="130"/>
                  </a:lnTo>
                  <a:lnTo>
                    <a:pt x="481" y="145"/>
                  </a:lnTo>
                  <a:lnTo>
                    <a:pt x="483" y="160"/>
                  </a:lnTo>
                  <a:lnTo>
                    <a:pt x="484" y="177"/>
                  </a:lnTo>
                  <a:lnTo>
                    <a:pt x="485" y="193"/>
                  </a:lnTo>
                  <a:lnTo>
                    <a:pt x="486" y="210"/>
                  </a:lnTo>
                  <a:lnTo>
                    <a:pt x="488" y="228"/>
                  </a:lnTo>
                  <a:lnTo>
                    <a:pt x="489" y="245"/>
                  </a:lnTo>
                  <a:lnTo>
                    <a:pt x="490" y="263"/>
                  </a:lnTo>
                  <a:lnTo>
                    <a:pt x="492" y="281"/>
                  </a:lnTo>
                  <a:lnTo>
                    <a:pt x="493" y="299"/>
                  </a:lnTo>
                  <a:lnTo>
                    <a:pt x="495" y="318"/>
                  </a:lnTo>
                  <a:lnTo>
                    <a:pt x="496" y="337"/>
                  </a:lnTo>
                  <a:lnTo>
                    <a:pt x="497" y="356"/>
                  </a:lnTo>
                  <a:lnTo>
                    <a:pt x="498" y="375"/>
                  </a:lnTo>
                  <a:lnTo>
                    <a:pt x="500" y="394"/>
                  </a:lnTo>
                  <a:lnTo>
                    <a:pt x="501" y="414"/>
                  </a:lnTo>
                  <a:lnTo>
                    <a:pt x="502" y="434"/>
                  </a:lnTo>
                  <a:lnTo>
                    <a:pt x="504" y="454"/>
                  </a:lnTo>
                  <a:lnTo>
                    <a:pt x="505" y="474"/>
                  </a:lnTo>
                  <a:lnTo>
                    <a:pt x="506" y="494"/>
                  </a:lnTo>
                  <a:lnTo>
                    <a:pt x="508" y="514"/>
                  </a:lnTo>
                  <a:lnTo>
                    <a:pt x="509" y="534"/>
                  </a:lnTo>
                  <a:lnTo>
                    <a:pt x="511" y="554"/>
                  </a:lnTo>
                  <a:lnTo>
                    <a:pt x="512" y="574"/>
                  </a:lnTo>
                  <a:lnTo>
                    <a:pt x="513" y="594"/>
                  </a:lnTo>
                  <a:lnTo>
                    <a:pt x="514" y="613"/>
                  </a:lnTo>
                  <a:lnTo>
                    <a:pt x="516" y="632"/>
                  </a:lnTo>
                  <a:lnTo>
                    <a:pt x="517" y="649"/>
                  </a:lnTo>
                  <a:lnTo>
                    <a:pt x="518" y="664"/>
                  </a:lnTo>
                  <a:lnTo>
                    <a:pt x="520" y="676"/>
                  </a:lnTo>
                  <a:lnTo>
                    <a:pt x="521" y="687"/>
                  </a:lnTo>
                  <a:lnTo>
                    <a:pt x="522" y="695"/>
                  </a:lnTo>
                  <a:lnTo>
                    <a:pt x="524" y="701"/>
                  </a:lnTo>
                  <a:lnTo>
                    <a:pt x="525" y="706"/>
                  </a:lnTo>
                  <a:lnTo>
                    <a:pt x="526" y="708"/>
                  </a:lnTo>
                  <a:lnTo>
                    <a:pt x="527" y="709"/>
                  </a:lnTo>
                  <a:lnTo>
                    <a:pt x="529" y="709"/>
                  </a:lnTo>
                  <a:lnTo>
                    <a:pt x="530" y="709"/>
                  </a:lnTo>
                  <a:lnTo>
                    <a:pt x="532" y="709"/>
                  </a:lnTo>
                  <a:lnTo>
                    <a:pt x="533" y="709"/>
                  </a:lnTo>
                  <a:lnTo>
                    <a:pt x="534" y="709"/>
                  </a:lnTo>
                  <a:lnTo>
                    <a:pt x="536" y="709"/>
                  </a:lnTo>
                  <a:lnTo>
                    <a:pt x="537" y="709"/>
                  </a:lnTo>
                  <a:lnTo>
                    <a:pt x="538" y="709"/>
                  </a:lnTo>
                  <a:lnTo>
                    <a:pt x="540" y="709"/>
                  </a:lnTo>
                  <a:lnTo>
                    <a:pt x="541" y="709"/>
                  </a:lnTo>
                  <a:lnTo>
                    <a:pt x="542" y="709"/>
                  </a:lnTo>
                  <a:lnTo>
                    <a:pt x="543" y="709"/>
                  </a:lnTo>
                  <a:lnTo>
                    <a:pt x="545" y="709"/>
                  </a:lnTo>
                  <a:lnTo>
                    <a:pt x="546" y="709"/>
                  </a:lnTo>
                  <a:lnTo>
                    <a:pt x="547" y="709"/>
                  </a:lnTo>
                  <a:lnTo>
                    <a:pt x="549" y="709"/>
                  </a:lnTo>
                  <a:lnTo>
                    <a:pt x="550" y="709"/>
                  </a:lnTo>
                  <a:lnTo>
                    <a:pt x="552" y="709"/>
                  </a:lnTo>
                  <a:lnTo>
                    <a:pt x="553" y="709"/>
                  </a:lnTo>
                  <a:lnTo>
                    <a:pt x="554" y="709"/>
                  </a:lnTo>
                  <a:lnTo>
                    <a:pt x="555" y="709"/>
                  </a:lnTo>
                  <a:lnTo>
                    <a:pt x="557" y="709"/>
                  </a:lnTo>
                  <a:lnTo>
                    <a:pt x="558" y="709"/>
                  </a:lnTo>
                  <a:lnTo>
                    <a:pt x="559" y="709"/>
                  </a:lnTo>
                  <a:lnTo>
                    <a:pt x="561" y="709"/>
                  </a:lnTo>
                  <a:lnTo>
                    <a:pt x="562" y="709"/>
                  </a:lnTo>
                  <a:lnTo>
                    <a:pt x="563" y="709"/>
                  </a:lnTo>
                  <a:lnTo>
                    <a:pt x="565" y="709"/>
                  </a:lnTo>
                  <a:lnTo>
                    <a:pt x="566" y="709"/>
                  </a:lnTo>
                  <a:lnTo>
                    <a:pt x="567" y="709"/>
                  </a:lnTo>
                  <a:lnTo>
                    <a:pt x="569" y="709"/>
                  </a:lnTo>
                  <a:lnTo>
                    <a:pt x="570" y="709"/>
                  </a:lnTo>
                  <a:lnTo>
                    <a:pt x="571" y="709"/>
                  </a:lnTo>
                  <a:lnTo>
                    <a:pt x="573" y="709"/>
                  </a:lnTo>
                  <a:lnTo>
                    <a:pt x="574" y="709"/>
                  </a:lnTo>
                  <a:lnTo>
                    <a:pt x="575" y="709"/>
                  </a:lnTo>
                  <a:lnTo>
                    <a:pt x="577" y="709"/>
                  </a:lnTo>
                  <a:lnTo>
                    <a:pt x="578" y="709"/>
                  </a:lnTo>
                  <a:lnTo>
                    <a:pt x="579" y="709"/>
                  </a:lnTo>
                  <a:lnTo>
                    <a:pt x="581" y="709"/>
                  </a:lnTo>
                  <a:lnTo>
                    <a:pt x="582" y="709"/>
                  </a:lnTo>
                  <a:lnTo>
                    <a:pt x="583" y="709"/>
                  </a:lnTo>
                  <a:lnTo>
                    <a:pt x="584" y="709"/>
                  </a:lnTo>
                  <a:lnTo>
                    <a:pt x="586" y="709"/>
                  </a:lnTo>
                  <a:lnTo>
                    <a:pt x="587" y="709"/>
                  </a:lnTo>
                  <a:lnTo>
                    <a:pt x="588" y="709"/>
                  </a:lnTo>
                  <a:lnTo>
                    <a:pt x="590" y="709"/>
                  </a:lnTo>
                  <a:lnTo>
                    <a:pt x="591" y="709"/>
                  </a:lnTo>
                  <a:lnTo>
                    <a:pt x="593" y="709"/>
                  </a:lnTo>
                  <a:lnTo>
                    <a:pt x="594" y="709"/>
                  </a:lnTo>
                  <a:lnTo>
                    <a:pt x="595" y="709"/>
                  </a:lnTo>
                  <a:lnTo>
                    <a:pt x="596" y="709"/>
                  </a:lnTo>
                  <a:lnTo>
                    <a:pt x="598" y="709"/>
                  </a:lnTo>
                  <a:lnTo>
                    <a:pt x="599" y="709"/>
                  </a:lnTo>
                  <a:lnTo>
                    <a:pt x="600" y="709"/>
                  </a:lnTo>
                  <a:lnTo>
                    <a:pt x="602" y="709"/>
                  </a:lnTo>
                  <a:lnTo>
                    <a:pt x="603" y="709"/>
                  </a:lnTo>
                  <a:lnTo>
                    <a:pt x="604" y="709"/>
                  </a:lnTo>
                  <a:lnTo>
                    <a:pt x="606" y="709"/>
                  </a:lnTo>
                  <a:lnTo>
                    <a:pt x="607" y="709"/>
                  </a:lnTo>
                  <a:lnTo>
                    <a:pt x="608" y="709"/>
                  </a:lnTo>
                  <a:lnTo>
                    <a:pt x="610" y="709"/>
                  </a:lnTo>
                  <a:lnTo>
                    <a:pt x="611" y="709"/>
                  </a:lnTo>
                  <a:lnTo>
                    <a:pt x="612" y="709"/>
                  </a:lnTo>
                  <a:lnTo>
                    <a:pt x="614" y="709"/>
                  </a:lnTo>
                  <a:lnTo>
                    <a:pt x="615" y="709"/>
                  </a:lnTo>
                  <a:lnTo>
                    <a:pt x="616" y="709"/>
                  </a:lnTo>
                  <a:lnTo>
                    <a:pt x="618" y="709"/>
                  </a:lnTo>
                  <a:lnTo>
                    <a:pt x="619" y="709"/>
                  </a:lnTo>
                  <a:lnTo>
                    <a:pt x="620" y="709"/>
                  </a:lnTo>
                  <a:lnTo>
                    <a:pt x="622" y="709"/>
                  </a:lnTo>
                  <a:lnTo>
                    <a:pt x="623" y="709"/>
                  </a:lnTo>
                  <a:lnTo>
                    <a:pt x="624" y="709"/>
                  </a:lnTo>
                  <a:lnTo>
                    <a:pt x="625" y="709"/>
                  </a:lnTo>
                  <a:lnTo>
                    <a:pt x="627" y="709"/>
                  </a:lnTo>
                  <a:lnTo>
                    <a:pt x="628" y="709"/>
                  </a:lnTo>
                  <a:lnTo>
                    <a:pt x="630" y="709"/>
                  </a:lnTo>
                  <a:lnTo>
                    <a:pt x="631" y="709"/>
                  </a:lnTo>
                  <a:lnTo>
                    <a:pt x="632" y="709"/>
                  </a:lnTo>
                  <a:lnTo>
                    <a:pt x="634" y="709"/>
                  </a:lnTo>
                  <a:lnTo>
                    <a:pt x="635" y="709"/>
                  </a:lnTo>
                  <a:lnTo>
                    <a:pt x="636" y="709"/>
                  </a:lnTo>
                  <a:lnTo>
                    <a:pt x="637" y="709"/>
                  </a:lnTo>
                  <a:lnTo>
                    <a:pt x="639" y="709"/>
                  </a:lnTo>
                  <a:lnTo>
                    <a:pt x="640" y="709"/>
                  </a:lnTo>
                  <a:lnTo>
                    <a:pt x="641" y="709"/>
                  </a:lnTo>
                  <a:lnTo>
                    <a:pt x="643" y="709"/>
                  </a:lnTo>
                  <a:lnTo>
                    <a:pt x="644" y="709"/>
                  </a:lnTo>
                  <a:lnTo>
                    <a:pt x="645" y="709"/>
                  </a:lnTo>
                  <a:lnTo>
                    <a:pt x="647" y="709"/>
                  </a:lnTo>
                  <a:lnTo>
                    <a:pt x="648" y="709"/>
                  </a:lnTo>
                  <a:lnTo>
                    <a:pt x="649" y="709"/>
                  </a:lnTo>
                  <a:lnTo>
                    <a:pt x="651" y="709"/>
                  </a:lnTo>
                  <a:lnTo>
                    <a:pt x="652" y="709"/>
                  </a:lnTo>
                  <a:lnTo>
                    <a:pt x="653" y="709"/>
                  </a:lnTo>
                  <a:lnTo>
                    <a:pt x="655" y="709"/>
                  </a:lnTo>
                  <a:lnTo>
                    <a:pt x="656" y="709"/>
                  </a:lnTo>
                  <a:lnTo>
                    <a:pt x="657" y="709"/>
                  </a:lnTo>
                  <a:lnTo>
                    <a:pt x="659" y="709"/>
                  </a:lnTo>
                  <a:lnTo>
                    <a:pt x="660" y="709"/>
                  </a:lnTo>
                  <a:lnTo>
                    <a:pt x="661" y="709"/>
                  </a:lnTo>
                  <a:lnTo>
                    <a:pt x="663" y="709"/>
                  </a:lnTo>
                  <a:lnTo>
                    <a:pt x="664" y="709"/>
                  </a:lnTo>
                  <a:lnTo>
                    <a:pt x="665" y="709"/>
                  </a:lnTo>
                  <a:lnTo>
                    <a:pt x="666" y="709"/>
                  </a:lnTo>
                  <a:lnTo>
                    <a:pt x="668" y="709"/>
                  </a:lnTo>
                  <a:lnTo>
                    <a:pt x="669" y="709"/>
                  </a:lnTo>
                  <a:lnTo>
                    <a:pt x="671" y="709"/>
                  </a:lnTo>
                  <a:lnTo>
                    <a:pt x="672" y="709"/>
                  </a:lnTo>
                  <a:lnTo>
                    <a:pt x="673" y="709"/>
                  </a:lnTo>
                  <a:lnTo>
                    <a:pt x="675" y="709"/>
                  </a:lnTo>
                  <a:lnTo>
                    <a:pt x="676" y="709"/>
                  </a:lnTo>
                  <a:lnTo>
                    <a:pt x="677" y="709"/>
                  </a:lnTo>
                  <a:lnTo>
                    <a:pt x="678" y="709"/>
                  </a:lnTo>
                  <a:lnTo>
                    <a:pt x="680" y="709"/>
                  </a:lnTo>
                  <a:lnTo>
                    <a:pt x="681" y="709"/>
                  </a:lnTo>
                  <a:lnTo>
                    <a:pt x="682" y="709"/>
                  </a:lnTo>
                  <a:lnTo>
                    <a:pt x="684" y="709"/>
                  </a:lnTo>
                  <a:lnTo>
                    <a:pt x="685" y="709"/>
                  </a:lnTo>
                  <a:lnTo>
                    <a:pt x="686" y="709"/>
                  </a:lnTo>
                  <a:lnTo>
                    <a:pt x="688" y="709"/>
                  </a:lnTo>
                  <a:lnTo>
                    <a:pt x="689" y="709"/>
                  </a:lnTo>
                  <a:lnTo>
                    <a:pt x="690" y="709"/>
                  </a:lnTo>
                  <a:lnTo>
                    <a:pt x="692" y="709"/>
                  </a:lnTo>
                  <a:lnTo>
                    <a:pt x="693" y="709"/>
                  </a:lnTo>
                  <a:lnTo>
                    <a:pt x="694" y="709"/>
                  </a:lnTo>
                  <a:lnTo>
                    <a:pt x="696" y="709"/>
                  </a:lnTo>
                  <a:lnTo>
                    <a:pt x="697" y="709"/>
                  </a:lnTo>
                  <a:lnTo>
                    <a:pt x="698" y="709"/>
                  </a:lnTo>
                  <a:lnTo>
                    <a:pt x="700" y="709"/>
                  </a:lnTo>
                  <a:lnTo>
                    <a:pt x="701" y="709"/>
                  </a:lnTo>
                  <a:lnTo>
                    <a:pt x="702" y="709"/>
                  </a:lnTo>
                  <a:lnTo>
                    <a:pt x="704" y="709"/>
                  </a:lnTo>
                  <a:lnTo>
                    <a:pt x="705" y="709"/>
                  </a:lnTo>
                  <a:lnTo>
                    <a:pt x="706" y="709"/>
                  </a:lnTo>
                  <a:lnTo>
                    <a:pt x="707" y="709"/>
                  </a:lnTo>
                  <a:lnTo>
                    <a:pt x="709" y="709"/>
                  </a:lnTo>
                  <a:lnTo>
                    <a:pt x="710" y="709"/>
                  </a:lnTo>
                  <a:lnTo>
                    <a:pt x="712" y="709"/>
                  </a:lnTo>
                  <a:lnTo>
                    <a:pt x="713" y="709"/>
                  </a:lnTo>
                  <a:lnTo>
                    <a:pt x="714" y="709"/>
                  </a:lnTo>
                  <a:lnTo>
                    <a:pt x="716" y="709"/>
                  </a:lnTo>
                  <a:lnTo>
                    <a:pt x="717" y="709"/>
                  </a:lnTo>
                  <a:lnTo>
                    <a:pt x="718" y="709"/>
                  </a:lnTo>
                  <a:lnTo>
                    <a:pt x="719" y="709"/>
                  </a:lnTo>
                  <a:lnTo>
                    <a:pt x="721" y="709"/>
                  </a:lnTo>
                  <a:lnTo>
                    <a:pt x="722" y="709"/>
                  </a:lnTo>
                  <a:lnTo>
                    <a:pt x="723" y="709"/>
                  </a:lnTo>
                  <a:lnTo>
                    <a:pt x="725" y="709"/>
                  </a:lnTo>
                  <a:lnTo>
                    <a:pt x="726" y="709"/>
                  </a:lnTo>
                  <a:lnTo>
                    <a:pt x="728" y="709"/>
                  </a:lnTo>
                  <a:lnTo>
                    <a:pt x="729" y="709"/>
                  </a:lnTo>
                  <a:lnTo>
                    <a:pt x="730" y="709"/>
                  </a:lnTo>
                  <a:lnTo>
                    <a:pt x="732" y="709"/>
                  </a:lnTo>
                  <a:lnTo>
                    <a:pt x="733" y="709"/>
                  </a:lnTo>
                  <a:lnTo>
                    <a:pt x="734" y="709"/>
                  </a:lnTo>
                  <a:lnTo>
                    <a:pt x="735" y="709"/>
                  </a:lnTo>
                  <a:lnTo>
                    <a:pt x="737" y="709"/>
                  </a:lnTo>
                  <a:lnTo>
                    <a:pt x="738" y="709"/>
                  </a:lnTo>
                  <a:lnTo>
                    <a:pt x="739" y="709"/>
                  </a:lnTo>
                  <a:lnTo>
                    <a:pt x="741" y="709"/>
                  </a:lnTo>
                  <a:lnTo>
                    <a:pt x="742" y="709"/>
                  </a:lnTo>
                  <a:lnTo>
                    <a:pt x="743" y="709"/>
                  </a:lnTo>
                  <a:lnTo>
                    <a:pt x="745" y="709"/>
                  </a:lnTo>
                  <a:lnTo>
                    <a:pt x="746" y="709"/>
                  </a:lnTo>
                  <a:lnTo>
                    <a:pt x="747" y="709"/>
                  </a:lnTo>
                  <a:lnTo>
                    <a:pt x="748" y="709"/>
                  </a:lnTo>
                  <a:lnTo>
                    <a:pt x="750" y="709"/>
                  </a:lnTo>
                  <a:lnTo>
                    <a:pt x="751" y="709"/>
                  </a:lnTo>
                  <a:lnTo>
                    <a:pt x="753" y="709"/>
                  </a:lnTo>
                  <a:lnTo>
                    <a:pt x="754" y="709"/>
                  </a:lnTo>
                  <a:lnTo>
                    <a:pt x="755" y="709"/>
                  </a:lnTo>
                  <a:lnTo>
                    <a:pt x="757" y="709"/>
                  </a:lnTo>
                  <a:lnTo>
                    <a:pt x="758" y="709"/>
                  </a:lnTo>
                  <a:lnTo>
                    <a:pt x="759" y="709"/>
                  </a:lnTo>
                  <a:lnTo>
                    <a:pt x="761" y="709"/>
                  </a:lnTo>
                  <a:lnTo>
                    <a:pt x="762" y="709"/>
                  </a:lnTo>
                  <a:lnTo>
                    <a:pt x="763" y="709"/>
                  </a:lnTo>
                  <a:lnTo>
                    <a:pt x="764" y="709"/>
                  </a:lnTo>
                  <a:lnTo>
                    <a:pt x="766" y="709"/>
                  </a:lnTo>
                  <a:lnTo>
                    <a:pt x="767" y="709"/>
                  </a:lnTo>
                  <a:lnTo>
                    <a:pt x="769" y="709"/>
                  </a:lnTo>
                  <a:lnTo>
                    <a:pt x="770" y="709"/>
                  </a:lnTo>
                  <a:lnTo>
                    <a:pt x="771" y="709"/>
                  </a:lnTo>
                  <a:lnTo>
                    <a:pt x="773" y="709"/>
                  </a:lnTo>
                  <a:lnTo>
                    <a:pt x="774" y="709"/>
                  </a:lnTo>
                  <a:lnTo>
                    <a:pt x="775" y="709"/>
                  </a:lnTo>
                  <a:lnTo>
                    <a:pt x="776" y="709"/>
                  </a:lnTo>
                  <a:lnTo>
                    <a:pt x="778" y="709"/>
                  </a:lnTo>
                  <a:lnTo>
                    <a:pt x="779" y="709"/>
                  </a:lnTo>
                  <a:lnTo>
                    <a:pt x="780" y="709"/>
                  </a:lnTo>
                  <a:lnTo>
                    <a:pt x="782" y="709"/>
                  </a:lnTo>
                  <a:lnTo>
                    <a:pt x="783" y="709"/>
                  </a:lnTo>
                  <a:lnTo>
                    <a:pt x="784" y="709"/>
                  </a:lnTo>
                  <a:lnTo>
                    <a:pt x="786" y="709"/>
                  </a:lnTo>
                  <a:lnTo>
                    <a:pt x="787" y="709"/>
                  </a:lnTo>
                  <a:lnTo>
                    <a:pt x="788" y="709"/>
                  </a:lnTo>
                  <a:lnTo>
                    <a:pt x="790" y="709"/>
                  </a:lnTo>
                  <a:lnTo>
                    <a:pt x="791" y="709"/>
                  </a:lnTo>
                  <a:lnTo>
                    <a:pt x="792" y="709"/>
                  </a:lnTo>
                  <a:lnTo>
                    <a:pt x="794" y="709"/>
                  </a:lnTo>
                  <a:lnTo>
                    <a:pt x="795" y="709"/>
                  </a:lnTo>
                  <a:lnTo>
                    <a:pt x="796" y="709"/>
                  </a:lnTo>
                  <a:lnTo>
                    <a:pt x="798" y="709"/>
                  </a:lnTo>
                  <a:lnTo>
                    <a:pt x="799" y="709"/>
                  </a:lnTo>
                  <a:lnTo>
                    <a:pt x="800" y="709"/>
                  </a:lnTo>
                  <a:lnTo>
                    <a:pt x="802" y="709"/>
                  </a:lnTo>
                  <a:lnTo>
                    <a:pt x="803" y="709"/>
                  </a:lnTo>
                  <a:lnTo>
                    <a:pt x="804" y="709"/>
                  </a:lnTo>
                  <a:lnTo>
                    <a:pt x="805" y="709"/>
                  </a:lnTo>
                  <a:lnTo>
                    <a:pt x="807" y="709"/>
                  </a:lnTo>
                  <a:lnTo>
                    <a:pt x="808" y="709"/>
                  </a:lnTo>
                  <a:lnTo>
                    <a:pt x="810" y="709"/>
                  </a:lnTo>
                  <a:lnTo>
                    <a:pt x="811" y="709"/>
                  </a:lnTo>
                  <a:lnTo>
                    <a:pt x="812" y="709"/>
                  </a:lnTo>
                  <a:lnTo>
                    <a:pt x="814" y="709"/>
                  </a:lnTo>
                  <a:lnTo>
                    <a:pt x="815" y="709"/>
                  </a:lnTo>
                  <a:lnTo>
                    <a:pt x="816" y="709"/>
                  </a:lnTo>
                  <a:lnTo>
                    <a:pt x="817" y="709"/>
                  </a:lnTo>
                  <a:lnTo>
                    <a:pt x="819" y="709"/>
                  </a:lnTo>
                  <a:lnTo>
                    <a:pt x="820" y="709"/>
                  </a:lnTo>
                  <a:lnTo>
                    <a:pt x="821" y="709"/>
                  </a:lnTo>
                  <a:lnTo>
                    <a:pt x="823" y="709"/>
                  </a:lnTo>
                  <a:lnTo>
                    <a:pt x="824" y="709"/>
                  </a:lnTo>
                  <a:lnTo>
                    <a:pt x="826" y="709"/>
                  </a:lnTo>
                  <a:lnTo>
                    <a:pt x="827" y="709"/>
                  </a:lnTo>
                  <a:lnTo>
                    <a:pt x="828" y="709"/>
                  </a:lnTo>
                  <a:lnTo>
                    <a:pt x="829" y="709"/>
                  </a:lnTo>
                  <a:lnTo>
                    <a:pt x="831" y="708"/>
                  </a:lnTo>
                  <a:lnTo>
                    <a:pt x="832" y="705"/>
                  </a:lnTo>
                  <a:lnTo>
                    <a:pt x="833" y="701"/>
                  </a:lnTo>
                  <a:lnTo>
                    <a:pt x="835" y="694"/>
                  </a:lnTo>
                  <a:lnTo>
                    <a:pt x="836" y="685"/>
                  </a:lnTo>
                  <a:lnTo>
                    <a:pt x="837" y="674"/>
                  </a:lnTo>
                  <a:lnTo>
                    <a:pt x="839" y="661"/>
                  </a:lnTo>
                  <a:lnTo>
                    <a:pt x="840" y="645"/>
                  </a:lnTo>
                  <a:lnTo>
                    <a:pt x="841" y="628"/>
                  </a:lnTo>
                  <a:lnTo>
                    <a:pt x="843" y="608"/>
                  </a:lnTo>
                  <a:lnTo>
                    <a:pt x="844" y="589"/>
                  </a:lnTo>
                  <a:lnTo>
                    <a:pt x="845" y="569"/>
                  </a:lnTo>
                  <a:lnTo>
                    <a:pt x="846" y="548"/>
                  </a:lnTo>
                  <a:lnTo>
                    <a:pt x="848" y="527"/>
                  </a:lnTo>
                  <a:lnTo>
                    <a:pt x="849" y="505"/>
                  </a:lnTo>
                  <a:lnTo>
                    <a:pt x="851" y="483"/>
                  </a:lnTo>
                  <a:lnTo>
                    <a:pt x="852" y="460"/>
                  </a:lnTo>
                  <a:lnTo>
                    <a:pt x="853" y="436"/>
                  </a:lnTo>
                  <a:lnTo>
                    <a:pt x="855" y="410"/>
                  </a:lnTo>
                  <a:lnTo>
                    <a:pt x="856" y="385"/>
                  </a:lnTo>
                  <a:lnTo>
                    <a:pt x="857" y="359"/>
                  </a:lnTo>
                  <a:lnTo>
                    <a:pt x="858" y="332"/>
                  </a:lnTo>
                  <a:lnTo>
                    <a:pt x="860" y="306"/>
                  </a:lnTo>
                  <a:lnTo>
                    <a:pt x="861" y="281"/>
                  </a:lnTo>
                  <a:lnTo>
                    <a:pt x="862" y="255"/>
                  </a:lnTo>
                  <a:lnTo>
                    <a:pt x="864" y="230"/>
                  </a:lnTo>
                  <a:lnTo>
                    <a:pt x="865" y="205"/>
                  </a:lnTo>
                  <a:lnTo>
                    <a:pt x="867" y="181"/>
                  </a:lnTo>
                  <a:lnTo>
                    <a:pt x="868" y="157"/>
                  </a:lnTo>
                  <a:lnTo>
                    <a:pt x="869" y="133"/>
                  </a:lnTo>
                  <a:lnTo>
                    <a:pt x="870" y="110"/>
                  </a:lnTo>
                  <a:lnTo>
                    <a:pt x="872" y="89"/>
                  </a:lnTo>
                  <a:lnTo>
                    <a:pt x="873" y="69"/>
                  </a:lnTo>
                  <a:lnTo>
                    <a:pt x="874" y="51"/>
                  </a:lnTo>
                  <a:lnTo>
                    <a:pt x="876" y="37"/>
                  </a:lnTo>
                  <a:lnTo>
                    <a:pt x="877" y="25"/>
                  </a:lnTo>
                  <a:lnTo>
                    <a:pt x="878" y="15"/>
                  </a:lnTo>
                  <a:lnTo>
                    <a:pt x="880" y="8"/>
                  </a:lnTo>
                  <a:lnTo>
                    <a:pt x="881" y="4"/>
                  </a:lnTo>
                  <a:lnTo>
                    <a:pt x="882" y="1"/>
                  </a:lnTo>
                  <a:lnTo>
                    <a:pt x="884" y="0"/>
                  </a:lnTo>
                  <a:lnTo>
                    <a:pt x="885" y="0"/>
                  </a:lnTo>
                  <a:lnTo>
                    <a:pt x="886" y="0"/>
                  </a:lnTo>
                  <a:lnTo>
                    <a:pt x="888" y="0"/>
                  </a:lnTo>
                  <a:lnTo>
                    <a:pt x="889" y="0"/>
                  </a:lnTo>
                  <a:lnTo>
                    <a:pt x="890" y="0"/>
                  </a:lnTo>
                  <a:lnTo>
                    <a:pt x="892" y="0"/>
                  </a:lnTo>
                  <a:lnTo>
                    <a:pt x="893" y="0"/>
                  </a:lnTo>
                  <a:lnTo>
                    <a:pt x="894" y="0"/>
                  </a:lnTo>
                  <a:lnTo>
                    <a:pt x="896" y="0"/>
                  </a:lnTo>
                  <a:lnTo>
                    <a:pt x="897" y="0"/>
                  </a:lnTo>
                  <a:lnTo>
                    <a:pt x="898" y="0"/>
                  </a:lnTo>
                  <a:lnTo>
                    <a:pt x="899" y="0"/>
                  </a:lnTo>
                  <a:lnTo>
                    <a:pt x="901" y="0"/>
                  </a:lnTo>
                  <a:lnTo>
                    <a:pt x="902" y="0"/>
                  </a:lnTo>
                  <a:lnTo>
                    <a:pt x="903" y="0"/>
                  </a:lnTo>
                  <a:lnTo>
                    <a:pt x="905" y="0"/>
                  </a:lnTo>
                  <a:lnTo>
                    <a:pt x="906" y="0"/>
                  </a:lnTo>
                  <a:lnTo>
                    <a:pt x="908" y="0"/>
                  </a:lnTo>
                  <a:lnTo>
                    <a:pt x="909" y="0"/>
                  </a:lnTo>
                  <a:lnTo>
                    <a:pt x="910" y="0"/>
                  </a:lnTo>
                  <a:lnTo>
                    <a:pt x="911" y="0"/>
                  </a:lnTo>
                  <a:lnTo>
                    <a:pt x="913" y="0"/>
                  </a:lnTo>
                  <a:lnTo>
                    <a:pt x="914" y="0"/>
                  </a:lnTo>
                  <a:lnTo>
                    <a:pt x="915" y="0"/>
                  </a:lnTo>
                  <a:lnTo>
                    <a:pt x="917" y="0"/>
                  </a:lnTo>
                  <a:lnTo>
                    <a:pt x="918" y="0"/>
                  </a:lnTo>
                  <a:lnTo>
                    <a:pt x="919" y="0"/>
                  </a:lnTo>
                  <a:lnTo>
                    <a:pt x="921" y="0"/>
                  </a:lnTo>
                  <a:lnTo>
                    <a:pt x="922" y="0"/>
                  </a:lnTo>
                  <a:lnTo>
                    <a:pt x="924" y="0"/>
                  </a:lnTo>
                  <a:lnTo>
                    <a:pt x="925" y="0"/>
                  </a:lnTo>
                  <a:lnTo>
                    <a:pt x="926" y="0"/>
                  </a:lnTo>
                  <a:lnTo>
                    <a:pt x="927" y="0"/>
                  </a:lnTo>
                  <a:lnTo>
                    <a:pt x="929" y="0"/>
                  </a:lnTo>
                  <a:lnTo>
                    <a:pt x="930" y="0"/>
                  </a:lnTo>
                  <a:lnTo>
                    <a:pt x="931" y="0"/>
                  </a:lnTo>
                  <a:lnTo>
                    <a:pt x="933" y="0"/>
                  </a:lnTo>
                  <a:lnTo>
                    <a:pt x="934" y="0"/>
                  </a:lnTo>
                  <a:lnTo>
                    <a:pt x="935" y="0"/>
                  </a:lnTo>
                  <a:lnTo>
                    <a:pt x="937" y="0"/>
                  </a:lnTo>
                  <a:lnTo>
                    <a:pt x="938" y="0"/>
                  </a:lnTo>
                  <a:lnTo>
                    <a:pt x="939" y="0"/>
                  </a:lnTo>
                  <a:lnTo>
                    <a:pt x="940" y="0"/>
                  </a:lnTo>
                  <a:lnTo>
                    <a:pt x="942" y="0"/>
                  </a:lnTo>
                  <a:lnTo>
                    <a:pt x="943" y="0"/>
                  </a:lnTo>
                  <a:lnTo>
                    <a:pt x="944" y="0"/>
                  </a:lnTo>
                  <a:lnTo>
                    <a:pt x="946" y="0"/>
                  </a:lnTo>
                  <a:lnTo>
                    <a:pt x="947" y="0"/>
                  </a:lnTo>
                  <a:lnTo>
                    <a:pt x="949" y="0"/>
                  </a:lnTo>
                  <a:lnTo>
                    <a:pt x="950" y="0"/>
                  </a:lnTo>
                  <a:lnTo>
                    <a:pt x="951" y="0"/>
                  </a:lnTo>
                  <a:lnTo>
                    <a:pt x="953" y="0"/>
                  </a:lnTo>
                  <a:lnTo>
                    <a:pt x="954" y="0"/>
                  </a:lnTo>
                  <a:lnTo>
                    <a:pt x="955" y="0"/>
                  </a:lnTo>
                  <a:lnTo>
                    <a:pt x="956" y="0"/>
                  </a:lnTo>
                  <a:lnTo>
                    <a:pt x="958" y="0"/>
                  </a:lnTo>
                  <a:lnTo>
                    <a:pt x="959" y="0"/>
                  </a:lnTo>
                  <a:lnTo>
                    <a:pt x="960" y="0"/>
                  </a:lnTo>
                  <a:lnTo>
                    <a:pt x="962" y="0"/>
                  </a:lnTo>
                  <a:lnTo>
                    <a:pt x="963" y="0"/>
                  </a:lnTo>
                  <a:lnTo>
                    <a:pt x="965" y="0"/>
                  </a:lnTo>
                  <a:lnTo>
                    <a:pt x="966" y="0"/>
                  </a:lnTo>
                  <a:lnTo>
                    <a:pt x="967" y="0"/>
                  </a:lnTo>
                  <a:lnTo>
                    <a:pt x="968" y="0"/>
                  </a:lnTo>
                  <a:lnTo>
                    <a:pt x="970" y="0"/>
                  </a:lnTo>
                  <a:lnTo>
                    <a:pt x="971" y="0"/>
                  </a:lnTo>
                  <a:lnTo>
                    <a:pt x="972" y="0"/>
                  </a:lnTo>
                  <a:lnTo>
                    <a:pt x="974" y="0"/>
                  </a:lnTo>
                  <a:lnTo>
                    <a:pt x="975" y="0"/>
                  </a:lnTo>
                  <a:lnTo>
                    <a:pt x="976" y="0"/>
                  </a:lnTo>
                  <a:lnTo>
                    <a:pt x="978" y="0"/>
                  </a:lnTo>
                  <a:lnTo>
                    <a:pt x="979" y="0"/>
                  </a:lnTo>
                  <a:lnTo>
                    <a:pt x="980" y="0"/>
                  </a:lnTo>
                  <a:lnTo>
                    <a:pt x="982" y="0"/>
                  </a:lnTo>
                  <a:lnTo>
                    <a:pt x="983" y="0"/>
                  </a:lnTo>
                  <a:lnTo>
                    <a:pt x="984" y="0"/>
                  </a:lnTo>
                  <a:lnTo>
                    <a:pt x="986" y="0"/>
                  </a:lnTo>
                  <a:lnTo>
                    <a:pt x="987" y="0"/>
                  </a:lnTo>
                  <a:lnTo>
                    <a:pt x="988" y="0"/>
                  </a:lnTo>
                  <a:lnTo>
                    <a:pt x="990" y="0"/>
                  </a:lnTo>
                  <a:lnTo>
                    <a:pt x="991" y="0"/>
                  </a:lnTo>
                  <a:lnTo>
                    <a:pt x="992" y="0"/>
                  </a:lnTo>
                  <a:lnTo>
                    <a:pt x="994" y="0"/>
                  </a:lnTo>
                  <a:lnTo>
                    <a:pt x="995" y="0"/>
                  </a:lnTo>
                  <a:lnTo>
                    <a:pt x="996" y="0"/>
                  </a:lnTo>
                  <a:lnTo>
                    <a:pt x="997" y="0"/>
                  </a:lnTo>
                  <a:lnTo>
                    <a:pt x="999" y="0"/>
                  </a:lnTo>
                  <a:lnTo>
                    <a:pt x="1000" y="0"/>
                  </a:lnTo>
                  <a:lnTo>
                    <a:pt x="1001" y="0"/>
                  </a:lnTo>
                  <a:lnTo>
                    <a:pt x="1003" y="0"/>
                  </a:lnTo>
                  <a:lnTo>
                    <a:pt x="1004" y="0"/>
                  </a:lnTo>
                  <a:lnTo>
                    <a:pt x="1006" y="0"/>
                  </a:lnTo>
                  <a:lnTo>
                    <a:pt x="1007" y="0"/>
                  </a:lnTo>
                  <a:lnTo>
                    <a:pt x="1008" y="0"/>
                  </a:lnTo>
                  <a:lnTo>
                    <a:pt x="1009" y="0"/>
                  </a:lnTo>
                  <a:lnTo>
                    <a:pt x="1011" y="0"/>
                  </a:lnTo>
                  <a:lnTo>
                    <a:pt x="1012" y="0"/>
                  </a:lnTo>
                  <a:lnTo>
                    <a:pt x="1013" y="0"/>
                  </a:lnTo>
                  <a:lnTo>
                    <a:pt x="1015" y="0"/>
                  </a:lnTo>
                  <a:lnTo>
                    <a:pt x="1016" y="0"/>
                  </a:lnTo>
                  <a:lnTo>
                    <a:pt x="1017" y="0"/>
                  </a:lnTo>
                  <a:lnTo>
                    <a:pt x="1019" y="0"/>
                  </a:lnTo>
                  <a:lnTo>
                    <a:pt x="1020" y="1"/>
                  </a:lnTo>
                  <a:lnTo>
                    <a:pt x="1021" y="2"/>
                  </a:lnTo>
                  <a:lnTo>
                    <a:pt x="1023" y="5"/>
                  </a:lnTo>
                  <a:lnTo>
                    <a:pt x="1024" y="8"/>
                  </a:lnTo>
                  <a:lnTo>
                    <a:pt x="1025" y="12"/>
                  </a:lnTo>
                  <a:lnTo>
                    <a:pt x="1027" y="16"/>
                  </a:lnTo>
                  <a:lnTo>
                    <a:pt x="1028" y="22"/>
                  </a:lnTo>
                  <a:lnTo>
                    <a:pt x="1029" y="28"/>
                  </a:lnTo>
                  <a:lnTo>
                    <a:pt x="1031" y="35"/>
                  </a:lnTo>
                  <a:lnTo>
                    <a:pt x="1032" y="42"/>
                  </a:lnTo>
                  <a:lnTo>
                    <a:pt x="1033" y="49"/>
                  </a:lnTo>
                  <a:lnTo>
                    <a:pt x="1035" y="57"/>
                  </a:lnTo>
                  <a:lnTo>
                    <a:pt x="1036" y="65"/>
                  </a:lnTo>
                  <a:lnTo>
                    <a:pt x="1037" y="73"/>
                  </a:lnTo>
                  <a:lnTo>
                    <a:pt x="1038" y="82"/>
                  </a:lnTo>
                  <a:lnTo>
                    <a:pt x="1040" y="91"/>
                  </a:lnTo>
                  <a:lnTo>
                    <a:pt x="1041" y="101"/>
                  </a:lnTo>
                  <a:lnTo>
                    <a:pt x="1043" y="112"/>
                  </a:lnTo>
                  <a:lnTo>
                    <a:pt x="1044" y="123"/>
                  </a:lnTo>
                  <a:lnTo>
                    <a:pt x="1045" y="134"/>
                  </a:lnTo>
                  <a:lnTo>
                    <a:pt x="1047" y="147"/>
                  </a:lnTo>
                  <a:lnTo>
                    <a:pt x="1048" y="159"/>
                  </a:lnTo>
                  <a:lnTo>
                    <a:pt x="1049" y="172"/>
                  </a:lnTo>
                  <a:lnTo>
                    <a:pt x="1050" y="186"/>
                  </a:lnTo>
                  <a:lnTo>
                    <a:pt x="1052" y="199"/>
                  </a:lnTo>
                  <a:lnTo>
                    <a:pt x="1053" y="213"/>
                  </a:lnTo>
                  <a:lnTo>
                    <a:pt x="1054" y="228"/>
                  </a:lnTo>
                  <a:lnTo>
                    <a:pt x="1056" y="242"/>
                  </a:lnTo>
                  <a:lnTo>
                    <a:pt x="1057" y="257"/>
                  </a:lnTo>
                  <a:lnTo>
                    <a:pt x="1058" y="271"/>
                  </a:lnTo>
                  <a:lnTo>
                    <a:pt x="1060" y="286"/>
                  </a:lnTo>
                  <a:lnTo>
                    <a:pt x="1061" y="301"/>
                  </a:lnTo>
                  <a:lnTo>
                    <a:pt x="1062" y="315"/>
                  </a:lnTo>
                  <a:lnTo>
                    <a:pt x="1064" y="330"/>
                  </a:lnTo>
                  <a:lnTo>
                    <a:pt x="1065" y="344"/>
                  </a:lnTo>
                  <a:lnTo>
                    <a:pt x="1066" y="359"/>
                  </a:lnTo>
                  <a:lnTo>
                    <a:pt x="1068" y="373"/>
                  </a:lnTo>
                  <a:lnTo>
                    <a:pt x="1069" y="387"/>
                  </a:lnTo>
                  <a:lnTo>
                    <a:pt x="1070" y="401"/>
                  </a:lnTo>
                  <a:lnTo>
                    <a:pt x="1072" y="414"/>
                  </a:lnTo>
                  <a:lnTo>
                    <a:pt x="1073" y="427"/>
                  </a:lnTo>
                  <a:lnTo>
                    <a:pt x="1074" y="439"/>
                  </a:lnTo>
                  <a:lnTo>
                    <a:pt x="1076" y="451"/>
                  </a:lnTo>
                  <a:lnTo>
                    <a:pt x="1077" y="462"/>
                  </a:lnTo>
                  <a:lnTo>
                    <a:pt x="1078" y="473"/>
                  </a:lnTo>
                  <a:lnTo>
                    <a:pt x="1079" y="484"/>
                  </a:lnTo>
                  <a:lnTo>
                    <a:pt x="1081" y="494"/>
                  </a:lnTo>
                  <a:lnTo>
                    <a:pt x="1082" y="504"/>
                  </a:lnTo>
                  <a:lnTo>
                    <a:pt x="1084" y="513"/>
                  </a:lnTo>
                  <a:lnTo>
                    <a:pt x="1085" y="523"/>
                  </a:lnTo>
                  <a:lnTo>
                    <a:pt x="1086" y="532"/>
                  </a:lnTo>
                  <a:lnTo>
                    <a:pt x="1088" y="542"/>
                  </a:lnTo>
                  <a:lnTo>
                    <a:pt x="1089" y="552"/>
                  </a:lnTo>
                  <a:lnTo>
                    <a:pt x="1090" y="561"/>
                  </a:lnTo>
                  <a:lnTo>
                    <a:pt x="1091" y="571"/>
                  </a:lnTo>
                  <a:lnTo>
                    <a:pt x="1093" y="581"/>
                  </a:lnTo>
                  <a:lnTo>
                    <a:pt x="1094" y="592"/>
                  </a:lnTo>
                  <a:lnTo>
                    <a:pt x="1095" y="603"/>
                  </a:lnTo>
                  <a:lnTo>
                    <a:pt x="1097" y="613"/>
                  </a:lnTo>
                  <a:lnTo>
                    <a:pt x="1098" y="624"/>
                  </a:lnTo>
                  <a:lnTo>
                    <a:pt x="1099" y="635"/>
                  </a:lnTo>
                  <a:lnTo>
                    <a:pt x="1101" y="646"/>
                  </a:lnTo>
                  <a:lnTo>
                    <a:pt x="1102" y="657"/>
                  </a:lnTo>
                  <a:lnTo>
                    <a:pt x="1103" y="668"/>
                  </a:lnTo>
                  <a:lnTo>
                    <a:pt x="1105" y="677"/>
                  </a:lnTo>
                  <a:lnTo>
                    <a:pt x="1106" y="686"/>
                  </a:lnTo>
                  <a:lnTo>
                    <a:pt x="1107" y="692"/>
                  </a:lnTo>
                  <a:lnTo>
                    <a:pt x="1109" y="698"/>
                  </a:lnTo>
                  <a:lnTo>
                    <a:pt x="1110" y="703"/>
                  </a:lnTo>
                  <a:lnTo>
                    <a:pt x="1111" y="707"/>
                  </a:lnTo>
                  <a:lnTo>
                    <a:pt x="1113" y="708"/>
                  </a:lnTo>
                  <a:lnTo>
                    <a:pt x="1114" y="709"/>
                  </a:lnTo>
                  <a:lnTo>
                    <a:pt x="1115" y="709"/>
                  </a:lnTo>
                  <a:lnTo>
                    <a:pt x="1117" y="709"/>
                  </a:lnTo>
                  <a:lnTo>
                    <a:pt x="1118" y="709"/>
                  </a:lnTo>
                  <a:lnTo>
                    <a:pt x="1119" y="709"/>
                  </a:lnTo>
                  <a:lnTo>
                    <a:pt x="1120" y="709"/>
                  </a:lnTo>
                  <a:lnTo>
                    <a:pt x="1122" y="709"/>
                  </a:lnTo>
                  <a:lnTo>
                    <a:pt x="1123" y="709"/>
                  </a:lnTo>
                  <a:lnTo>
                    <a:pt x="1125" y="709"/>
                  </a:lnTo>
                  <a:lnTo>
                    <a:pt x="1126" y="709"/>
                  </a:lnTo>
                  <a:lnTo>
                    <a:pt x="1127" y="709"/>
                  </a:lnTo>
                  <a:lnTo>
                    <a:pt x="1129" y="709"/>
                  </a:lnTo>
                  <a:lnTo>
                    <a:pt x="1130" y="709"/>
                  </a:lnTo>
                  <a:lnTo>
                    <a:pt x="1131" y="709"/>
                  </a:lnTo>
                  <a:lnTo>
                    <a:pt x="1132" y="709"/>
                  </a:lnTo>
                  <a:lnTo>
                    <a:pt x="1134" y="709"/>
                  </a:lnTo>
                  <a:lnTo>
                    <a:pt x="1135" y="709"/>
                  </a:lnTo>
                  <a:lnTo>
                    <a:pt x="1136" y="709"/>
                  </a:lnTo>
                  <a:lnTo>
                    <a:pt x="1138" y="709"/>
                  </a:lnTo>
                  <a:lnTo>
                    <a:pt x="1139" y="709"/>
                  </a:lnTo>
                  <a:lnTo>
                    <a:pt x="1141" y="709"/>
                  </a:lnTo>
                  <a:lnTo>
                    <a:pt x="1142" y="709"/>
                  </a:lnTo>
                  <a:lnTo>
                    <a:pt x="1143" y="709"/>
                  </a:lnTo>
                  <a:lnTo>
                    <a:pt x="1145" y="709"/>
                  </a:lnTo>
                  <a:lnTo>
                    <a:pt x="1146" y="709"/>
                  </a:lnTo>
                  <a:lnTo>
                    <a:pt x="1147" y="709"/>
                  </a:lnTo>
                  <a:lnTo>
                    <a:pt x="1148" y="709"/>
                  </a:lnTo>
                  <a:lnTo>
                    <a:pt x="1150" y="709"/>
                  </a:lnTo>
                  <a:lnTo>
                    <a:pt x="1151" y="709"/>
                  </a:lnTo>
                  <a:lnTo>
                    <a:pt x="1152" y="709"/>
                  </a:lnTo>
                  <a:lnTo>
                    <a:pt x="1154" y="709"/>
                  </a:lnTo>
                  <a:lnTo>
                    <a:pt x="1155" y="709"/>
                  </a:lnTo>
                  <a:lnTo>
                    <a:pt x="1156" y="709"/>
                  </a:lnTo>
                  <a:lnTo>
                    <a:pt x="1158" y="709"/>
                  </a:lnTo>
                  <a:lnTo>
                    <a:pt x="1159" y="709"/>
                  </a:lnTo>
                  <a:lnTo>
                    <a:pt x="1160" y="709"/>
                  </a:lnTo>
                  <a:lnTo>
                    <a:pt x="1161" y="709"/>
                  </a:lnTo>
                  <a:lnTo>
                    <a:pt x="1163" y="709"/>
                  </a:lnTo>
                  <a:lnTo>
                    <a:pt x="1164" y="709"/>
                  </a:lnTo>
                  <a:lnTo>
                    <a:pt x="1166" y="709"/>
                  </a:lnTo>
                  <a:lnTo>
                    <a:pt x="1167" y="709"/>
                  </a:lnTo>
                  <a:lnTo>
                    <a:pt x="1168" y="709"/>
                  </a:lnTo>
                  <a:lnTo>
                    <a:pt x="1170" y="709"/>
                  </a:lnTo>
                  <a:lnTo>
                    <a:pt x="1171" y="709"/>
                  </a:lnTo>
                  <a:lnTo>
                    <a:pt x="1172" y="709"/>
                  </a:lnTo>
                  <a:lnTo>
                    <a:pt x="1174" y="709"/>
                  </a:lnTo>
                  <a:lnTo>
                    <a:pt x="1175" y="709"/>
                  </a:lnTo>
                  <a:lnTo>
                    <a:pt x="1176" y="709"/>
                  </a:lnTo>
                  <a:lnTo>
                    <a:pt x="1177" y="709"/>
                  </a:lnTo>
                  <a:lnTo>
                    <a:pt x="1179" y="709"/>
                  </a:lnTo>
                  <a:lnTo>
                    <a:pt x="1180" y="709"/>
                  </a:lnTo>
                  <a:lnTo>
                    <a:pt x="1182" y="709"/>
                  </a:lnTo>
                  <a:lnTo>
                    <a:pt x="1183" y="709"/>
                  </a:lnTo>
                  <a:lnTo>
                    <a:pt x="1184" y="709"/>
                  </a:lnTo>
                  <a:lnTo>
                    <a:pt x="1186" y="709"/>
                  </a:lnTo>
                  <a:lnTo>
                    <a:pt x="1187" y="709"/>
                  </a:lnTo>
                  <a:lnTo>
                    <a:pt x="1188" y="709"/>
                  </a:lnTo>
                  <a:lnTo>
                    <a:pt x="1189" y="709"/>
                  </a:lnTo>
                  <a:lnTo>
                    <a:pt x="1191" y="709"/>
                  </a:lnTo>
                  <a:lnTo>
                    <a:pt x="1192" y="709"/>
                  </a:lnTo>
                  <a:lnTo>
                    <a:pt x="1193" y="709"/>
                  </a:lnTo>
                  <a:lnTo>
                    <a:pt x="1195" y="709"/>
                  </a:lnTo>
                  <a:lnTo>
                    <a:pt x="1196" y="709"/>
                  </a:lnTo>
                  <a:lnTo>
                    <a:pt x="1197" y="709"/>
                  </a:lnTo>
                  <a:lnTo>
                    <a:pt x="1199" y="709"/>
                  </a:lnTo>
                  <a:lnTo>
                    <a:pt x="1200" y="709"/>
                  </a:lnTo>
                  <a:lnTo>
                    <a:pt x="1201" y="709"/>
                  </a:lnTo>
                  <a:lnTo>
                    <a:pt x="1203" y="709"/>
                  </a:lnTo>
                  <a:lnTo>
                    <a:pt x="1204" y="709"/>
                  </a:lnTo>
                  <a:lnTo>
                    <a:pt x="1205" y="709"/>
                  </a:lnTo>
                  <a:lnTo>
                    <a:pt x="1207" y="709"/>
                  </a:lnTo>
                  <a:lnTo>
                    <a:pt x="1208" y="709"/>
                  </a:lnTo>
                  <a:lnTo>
                    <a:pt x="1209" y="709"/>
                  </a:lnTo>
                  <a:lnTo>
                    <a:pt x="1211" y="709"/>
                  </a:lnTo>
                  <a:lnTo>
                    <a:pt x="1212" y="709"/>
                  </a:lnTo>
                  <a:lnTo>
                    <a:pt x="1213" y="709"/>
                  </a:lnTo>
                  <a:lnTo>
                    <a:pt x="1215" y="709"/>
                  </a:lnTo>
                  <a:lnTo>
                    <a:pt x="1216" y="709"/>
                  </a:lnTo>
                  <a:lnTo>
                    <a:pt x="1217" y="709"/>
                  </a:lnTo>
                  <a:lnTo>
                    <a:pt x="1218" y="709"/>
                  </a:lnTo>
                  <a:lnTo>
                    <a:pt x="1220" y="709"/>
                  </a:lnTo>
                  <a:lnTo>
                    <a:pt x="1221" y="709"/>
                  </a:lnTo>
                  <a:lnTo>
                    <a:pt x="1223" y="709"/>
                  </a:lnTo>
                  <a:lnTo>
                    <a:pt x="1224" y="709"/>
                  </a:lnTo>
                  <a:lnTo>
                    <a:pt x="1225" y="709"/>
                  </a:lnTo>
                  <a:lnTo>
                    <a:pt x="1227" y="709"/>
                  </a:lnTo>
                  <a:lnTo>
                    <a:pt x="1228" y="709"/>
                  </a:lnTo>
                  <a:lnTo>
                    <a:pt x="1229" y="709"/>
                  </a:lnTo>
                  <a:lnTo>
                    <a:pt x="1230" y="709"/>
                  </a:lnTo>
                  <a:lnTo>
                    <a:pt x="1232" y="709"/>
                  </a:lnTo>
                  <a:lnTo>
                    <a:pt x="1233" y="709"/>
                  </a:lnTo>
                  <a:lnTo>
                    <a:pt x="1234" y="709"/>
                  </a:lnTo>
                  <a:lnTo>
                    <a:pt x="1236" y="709"/>
                  </a:lnTo>
                  <a:lnTo>
                    <a:pt x="1237" y="709"/>
                  </a:lnTo>
                  <a:lnTo>
                    <a:pt x="1239" y="709"/>
                  </a:lnTo>
                  <a:lnTo>
                    <a:pt x="1240" y="709"/>
                  </a:lnTo>
                  <a:lnTo>
                    <a:pt x="1241" y="709"/>
                  </a:lnTo>
                  <a:lnTo>
                    <a:pt x="1242" y="709"/>
                  </a:lnTo>
                  <a:lnTo>
                    <a:pt x="1244" y="709"/>
                  </a:lnTo>
                  <a:lnTo>
                    <a:pt x="1245" y="709"/>
                  </a:lnTo>
                  <a:lnTo>
                    <a:pt x="1246" y="709"/>
                  </a:lnTo>
                  <a:lnTo>
                    <a:pt x="1248" y="709"/>
                  </a:lnTo>
                  <a:lnTo>
                    <a:pt x="1249" y="709"/>
                  </a:lnTo>
                  <a:lnTo>
                    <a:pt x="1250" y="709"/>
                  </a:lnTo>
                  <a:lnTo>
                    <a:pt x="1252" y="709"/>
                  </a:lnTo>
                  <a:lnTo>
                    <a:pt x="1253" y="709"/>
                  </a:lnTo>
                  <a:lnTo>
                    <a:pt x="1254" y="709"/>
                  </a:lnTo>
                  <a:lnTo>
                    <a:pt x="1256" y="709"/>
                  </a:lnTo>
                  <a:lnTo>
                    <a:pt x="1257" y="709"/>
                  </a:lnTo>
                  <a:lnTo>
                    <a:pt x="1258" y="709"/>
                  </a:lnTo>
                  <a:lnTo>
                    <a:pt x="1259" y="709"/>
                  </a:lnTo>
                  <a:lnTo>
                    <a:pt x="1261" y="709"/>
                  </a:lnTo>
                  <a:lnTo>
                    <a:pt x="1262" y="709"/>
                  </a:lnTo>
                  <a:lnTo>
                    <a:pt x="1264" y="709"/>
                  </a:lnTo>
                  <a:lnTo>
                    <a:pt x="1265" y="709"/>
                  </a:lnTo>
                  <a:lnTo>
                    <a:pt x="1266" y="709"/>
                  </a:lnTo>
                  <a:lnTo>
                    <a:pt x="1268" y="709"/>
                  </a:lnTo>
                  <a:lnTo>
                    <a:pt x="1269" y="709"/>
                  </a:lnTo>
                  <a:lnTo>
                    <a:pt x="1270" y="709"/>
                  </a:lnTo>
                  <a:lnTo>
                    <a:pt x="1271" y="709"/>
                  </a:lnTo>
                  <a:lnTo>
                    <a:pt x="1273" y="709"/>
                  </a:lnTo>
                  <a:lnTo>
                    <a:pt x="1274" y="709"/>
                  </a:lnTo>
                  <a:lnTo>
                    <a:pt x="1275" y="709"/>
                  </a:lnTo>
                  <a:lnTo>
                    <a:pt x="1277" y="709"/>
                  </a:lnTo>
                  <a:lnTo>
                    <a:pt x="1278" y="709"/>
                  </a:lnTo>
                  <a:lnTo>
                    <a:pt x="1280" y="709"/>
                  </a:lnTo>
                  <a:lnTo>
                    <a:pt x="1281" y="709"/>
                  </a:lnTo>
                  <a:lnTo>
                    <a:pt x="1282" y="709"/>
                  </a:lnTo>
                  <a:lnTo>
                    <a:pt x="1283" y="709"/>
                  </a:lnTo>
                  <a:lnTo>
                    <a:pt x="1285" y="709"/>
                  </a:lnTo>
                  <a:lnTo>
                    <a:pt x="1286" y="709"/>
                  </a:lnTo>
                  <a:lnTo>
                    <a:pt x="1287" y="709"/>
                  </a:lnTo>
                  <a:lnTo>
                    <a:pt x="1289" y="709"/>
                  </a:lnTo>
                  <a:lnTo>
                    <a:pt x="1290" y="709"/>
                  </a:lnTo>
                  <a:lnTo>
                    <a:pt x="1291" y="709"/>
                  </a:lnTo>
                  <a:lnTo>
                    <a:pt x="1293" y="709"/>
                  </a:lnTo>
                  <a:lnTo>
                    <a:pt x="1294" y="709"/>
                  </a:lnTo>
                  <a:lnTo>
                    <a:pt x="1295" y="709"/>
                  </a:lnTo>
                  <a:lnTo>
                    <a:pt x="1297" y="709"/>
                  </a:lnTo>
                  <a:lnTo>
                    <a:pt x="1298" y="709"/>
                  </a:lnTo>
                  <a:lnTo>
                    <a:pt x="1299" y="709"/>
                  </a:lnTo>
                  <a:lnTo>
                    <a:pt x="1301" y="709"/>
                  </a:lnTo>
                  <a:lnTo>
                    <a:pt x="1302" y="709"/>
                  </a:lnTo>
                  <a:lnTo>
                    <a:pt x="1303" y="709"/>
                  </a:lnTo>
                  <a:lnTo>
                    <a:pt x="1305" y="709"/>
                  </a:lnTo>
                  <a:lnTo>
                    <a:pt x="1306" y="709"/>
                  </a:lnTo>
                  <a:lnTo>
                    <a:pt x="1307" y="709"/>
                  </a:lnTo>
                  <a:lnTo>
                    <a:pt x="1309" y="709"/>
                  </a:lnTo>
                  <a:lnTo>
                    <a:pt x="1310" y="709"/>
                  </a:lnTo>
                  <a:lnTo>
                    <a:pt x="1311" y="709"/>
                  </a:lnTo>
                  <a:lnTo>
                    <a:pt x="1312" y="709"/>
                  </a:lnTo>
                  <a:lnTo>
                    <a:pt x="1314" y="709"/>
                  </a:lnTo>
                  <a:lnTo>
                    <a:pt x="1315" y="709"/>
                  </a:lnTo>
                  <a:lnTo>
                    <a:pt x="1316" y="709"/>
                  </a:lnTo>
                  <a:lnTo>
                    <a:pt x="1318" y="709"/>
                  </a:lnTo>
                  <a:lnTo>
                    <a:pt x="1319" y="709"/>
                  </a:lnTo>
                  <a:lnTo>
                    <a:pt x="1321" y="709"/>
                  </a:lnTo>
                  <a:lnTo>
                    <a:pt x="1322" y="709"/>
                  </a:lnTo>
                  <a:lnTo>
                    <a:pt x="1323" y="709"/>
                  </a:lnTo>
                  <a:lnTo>
                    <a:pt x="1324" y="709"/>
                  </a:lnTo>
                  <a:lnTo>
                    <a:pt x="1326" y="709"/>
                  </a:lnTo>
                  <a:lnTo>
                    <a:pt x="1327" y="709"/>
                  </a:lnTo>
                  <a:lnTo>
                    <a:pt x="1328" y="709"/>
                  </a:lnTo>
                  <a:lnTo>
                    <a:pt x="1330" y="709"/>
                  </a:lnTo>
                  <a:lnTo>
                    <a:pt x="1331" y="709"/>
                  </a:lnTo>
                  <a:lnTo>
                    <a:pt x="1332" y="709"/>
                  </a:lnTo>
                  <a:lnTo>
                    <a:pt x="1334" y="709"/>
                  </a:lnTo>
                  <a:lnTo>
                    <a:pt x="1335" y="709"/>
                  </a:lnTo>
                  <a:lnTo>
                    <a:pt x="1337" y="709"/>
                  </a:lnTo>
                  <a:lnTo>
                    <a:pt x="1338" y="709"/>
                  </a:lnTo>
                  <a:lnTo>
                    <a:pt x="1339" y="709"/>
                  </a:lnTo>
                  <a:lnTo>
                    <a:pt x="1340" y="709"/>
                  </a:lnTo>
                  <a:lnTo>
                    <a:pt x="1342" y="709"/>
                  </a:lnTo>
                  <a:lnTo>
                    <a:pt x="1343" y="709"/>
                  </a:lnTo>
                  <a:lnTo>
                    <a:pt x="1344" y="709"/>
                  </a:lnTo>
                  <a:lnTo>
                    <a:pt x="1346" y="709"/>
                  </a:lnTo>
                  <a:lnTo>
                    <a:pt x="1347" y="709"/>
                  </a:lnTo>
                  <a:lnTo>
                    <a:pt x="1348" y="709"/>
                  </a:lnTo>
                  <a:lnTo>
                    <a:pt x="1350" y="709"/>
                  </a:lnTo>
                  <a:lnTo>
                    <a:pt x="1351" y="709"/>
                  </a:lnTo>
                  <a:lnTo>
                    <a:pt x="1352" y="709"/>
                  </a:lnTo>
                  <a:lnTo>
                    <a:pt x="1353" y="709"/>
                  </a:lnTo>
                  <a:lnTo>
                    <a:pt x="1355" y="709"/>
                  </a:lnTo>
                  <a:lnTo>
                    <a:pt x="1356" y="709"/>
                  </a:lnTo>
                  <a:lnTo>
                    <a:pt x="1357" y="709"/>
                  </a:lnTo>
                  <a:lnTo>
                    <a:pt x="1359" y="709"/>
                  </a:lnTo>
                  <a:lnTo>
                    <a:pt x="1360" y="709"/>
                  </a:lnTo>
                  <a:lnTo>
                    <a:pt x="1362" y="709"/>
                  </a:lnTo>
                  <a:lnTo>
                    <a:pt x="1363" y="709"/>
                  </a:lnTo>
                  <a:lnTo>
                    <a:pt x="1364" y="709"/>
                  </a:lnTo>
                  <a:lnTo>
                    <a:pt x="1366" y="709"/>
                  </a:lnTo>
                  <a:lnTo>
                    <a:pt x="1367" y="709"/>
                  </a:lnTo>
                  <a:lnTo>
                    <a:pt x="1368" y="709"/>
                  </a:lnTo>
                  <a:lnTo>
                    <a:pt x="1369" y="709"/>
                  </a:lnTo>
                  <a:lnTo>
                    <a:pt x="1371" y="709"/>
                  </a:lnTo>
                  <a:lnTo>
                    <a:pt x="1372" y="709"/>
                  </a:lnTo>
                  <a:lnTo>
                    <a:pt x="1373" y="709"/>
                  </a:lnTo>
                  <a:lnTo>
                    <a:pt x="1375" y="709"/>
                  </a:lnTo>
                  <a:lnTo>
                    <a:pt x="1376" y="709"/>
                  </a:lnTo>
                  <a:lnTo>
                    <a:pt x="1378" y="709"/>
                  </a:lnTo>
                  <a:lnTo>
                    <a:pt x="1379" y="709"/>
                  </a:lnTo>
                  <a:lnTo>
                    <a:pt x="1380" y="709"/>
                  </a:lnTo>
                  <a:lnTo>
                    <a:pt x="1381" y="709"/>
                  </a:lnTo>
                  <a:lnTo>
                    <a:pt x="1383" y="709"/>
                  </a:lnTo>
                  <a:lnTo>
                    <a:pt x="1384" y="709"/>
                  </a:lnTo>
                  <a:lnTo>
                    <a:pt x="1385" y="709"/>
                  </a:lnTo>
                  <a:lnTo>
                    <a:pt x="1387" y="709"/>
                  </a:lnTo>
                  <a:lnTo>
                    <a:pt x="1388" y="709"/>
                  </a:lnTo>
                  <a:lnTo>
                    <a:pt x="1389" y="709"/>
                  </a:lnTo>
                  <a:lnTo>
                    <a:pt x="1391" y="708"/>
                  </a:lnTo>
                  <a:lnTo>
                    <a:pt x="1392" y="705"/>
                  </a:lnTo>
                  <a:lnTo>
                    <a:pt x="1393" y="701"/>
                  </a:lnTo>
                  <a:lnTo>
                    <a:pt x="1395" y="694"/>
                  </a:lnTo>
                  <a:lnTo>
                    <a:pt x="1396" y="686"/>
                  </a:lnTo>
                  <a:lnTo>
                    <a:pt x="1397" y="677"/>
                  </a:lnTo>
                  <a:lnTo>
                    <a:pt x="1399" y="666"/>
                  </a:lnTo>
                  <a:lnTo>
                    <a:pt x="1400" y="653"/>
                  </a:lnTo>
                  <a:lnTo>
                    <a:pt x="1401" y="639"/>
                  </a:lnTo>
                  <a:lnTo>
                    <a:pt x="1403" y="624"/>
                  </a:lnTo>
                  <a:lnTo>
                    <a:pt x="1404" y="609"/>
                  </a:lnTo>
                  <a:lnTo>
                    <a:pt x="1405" y="593"/>
                  </a:lnTo>
                  <a:lnTo>
                    <a:pt x="1407" y="577"/>
                  </a:lnTo>
                  <a:lnTo>
                    <a:pt x="1408" y="559"/>
                  </a:lnTo>
                  <a:lnTo>
                    <a:pt x="1409" y="541"/>
                  </a:lnTo>
                  <a:lnTo>
                    <a:pt x="1410" y="522"/>
                  </a:lnTo>
                  <a:lnTo>
                    <a:pt x="1412" y="502"/>
                  </a:lnTo>
                  <a:lnTo>
                    <a:pt x="1413" y="481"/>
                  </a:lnTo>
                  <a:lnTo>
                    <a:pt x="1414" y="459"/>
                  </a:lnTo>
                  <a:lnTo>
                    <a:pt x="1416" y="438"/>
                  </a:lnTo>
                  <a:lnTo>
                    <a:pt x="1417" y="416"/>
                  </a:lnTo>
                  <a:lnTo>
                    <a:pt x="1419" y="394"/>
                  </a:lnTo>
                  <a:lnTo>
                    <a:pt x="1420" y="371"/>
                  </a:lnTo>
                  <a:lnTo>
                    <a:pt x="1421" y="349"/>
                  </a:lnTo>
                  <a:lnTo>
                    <a:pt x="1422" y="327"/>
                  </a:lnTo>
                  <a:lnTo>
                    <a:pt x="1424" y="305"/>
                  </a:lnTo>
                  <a:lnTo>
                    <a:pt x="1425" y="283"/>
                  </a:lnTo>
                  <a:lnTo>
                    <a:pt x="1426" y="261"/>
                  </a:lnTo>
                  <a:lnTo>
                    <a:pt x="1428" y="240"/>
                  </a:lnTo>
                  <a:lnTo>
                    <a:pt x="1429" y="218"/>
                  </a:lnTo>
                  <a:lnTo>
                    <a:pt x="1430" y="197"/>
                  </a:lnTo>
                  <a:lnTo>
                    <a:pt x="1432" y="176"/>
                  </a:lnTo>
                  <a:lnTo>
                    <a:pt x="1433" y="155"/>
                  </a:lnTo>
                  <a:lnTo>
                    <a:pt x="1434" y="134"/>
                  </a:lnTo>
                  <a:lnTo>
                    <a:pt x="1436" y="113"/>
                  </a:lnTo>
                  <a:lnTo>
                    <a:pt x="1437" y="92"/>
                  </a:lnTo>
                  <a:lnTo>
                    <a:pt x="1438" y="73"/>
                  </a:lnTo>
                  <a:lnTo>
                    <a:pt x="1440" y="56"/>
                  </a:lnTo>
                  <a:lnTo>
                    <a:pt x="1441" y="41"/>
                  </a:lnTo>
                  <a:lnTo>
                    <a:pt x="1442" y="28"/>
                  </a:lnTo>
                  <a:lnTo>
                    <a:pt x="1444" y="18"/>
                  </a:lnTo>
                  <a:lnTo>
                    <a:pt x="1445" y="10"/>
                  </a:lnTo>
                  <a:lnTo>
                    <a:pt x="1446" y="5"/>
                  </a:lnTo>
                  <a:lnTo>
                    <a:pt x="1448" y="1"/>
                  </a:lnTo>
                  <a:lnTo>
                    <a:pt x="1449" y="1"/>
                  </a:lnTo>
                  <a:lnTo>
                    <a:pt x="1450" y="0"/>
                  </a:lnTo>
                  <a:lnTo>
                    <a:pt x="1451" y="0"/>
                  </a:lnTo>
                  <a:lnTo>
                    <a:pt x="1453" y="0"/>
                  </a:lnTo>
                  <a:lnTo>
                    <a:pt x="1454" y="0"/>
                  </a:lnTo>
                  <a:lnTo>
                    <a:pt x="1456" y="0"/>
                  </a:lnTo>
                  <a:lnTo>
                    <a:pt x="1457" y="0"/>
                  </a:lnTo>
                  <a:lnTo>
                    <a:pt x="1458" y="0"/>
                  </a:lnTo>
                  <a:lnTo>
                    <a:pt x="1460" y="0"/>
                  </a:lnTo>
                  <a:lnTo>
                    <a:pt x="1461" y="0"/>
                  </a:lnTo>
                  <a:lnTo>
                    <a:pt x="1462" y="0"/>
                  </a:lnTo>
                  <a:lnTo>
                    <a:pt x="1463" y="0"/>
                  </a:lnTo>
                  <a:lnTo>
                    <a:pt x="1465" y="0"/>
                  </a:lnTo>
                  <a:lnTo>
                    <a:pt x="1466" y="0"/>
                  </a:lnTo>
                  <a:lnTo>
                    <a:pt x="1467" y="0"/>
                  </a:lnTo>
                  <a:lnTo>
                    <a:pt x="1469" y="0"/>
                  </a:lnTo>
                  <a:lnTo>
                    <a:pt x="1470" y="0"/>
                  </a:lnTo>
                  <a:lnTo>
                    <a:pt x="1471" y="0"/>
                  </a:lnTo>
                  <a:lnTo>
                    <a:pt x="1473" y="0"/>
                  </a:lnTo>
                  <a:lnTo>
                    <a:pt x="1474" y="0"/>
                  </a:lnTo>
                  <a:lnTo>
                    <a:pt x="1475" y="0"/>
                  </a:lnTo>
                  <a:lnTo>
                    <a:pt x="1477" y="0"/>
                  </a:lnTo>
                  <a:lnTo>
                    <a:pt x="1478" y="0"/>
                  </a:lnTo>
                  <a:lnTo>
                    <a:pt x="1479" y="0"/>
                  </a:lnTo>
                  <a:lnTo>
                    <a:pt x="1481" y="0"/>
                  </a:lnTo>
                  <a:lnTo>
                    <a:pt x="1482" y="0"/>
                  </a:lnTo>
                  <a:lnTo>
                    <a:pt x="1483" y="0"/>
                  </a:lnTo>
                  <a:lnTo>
                    <a:pt x="1485" y="0"/>
                  </a:lnTo>
                  <a:lnTo>
                    <a:pt x="1486" y="0"/>
                  </a:lnTo>
                  <a:lnTo>
                    <a:pt x="1487" y="0"/>
                  </a:lnTo>
                  <a:lnTo>
                    <a:pt x="1489" y="0"/>
                  </a:lnTo>
                  <a:lnTo>
                    <a:pt x="1490" y="0"/>
                  </a:lnTo>
                  <a:lnTo>
                    <a:pt x="1491" y="0"/>
                  </a:lnTo>
                  <a:lnTo>
                    <a:pt x="1492" y="0"/>
                  </a:lnTo>
                  <a:lnTo>
                    <a:pt x="1494" y="0"/>
                  </a:lnTo>
                  <a:lnTo>
                    <a:pt x="1495" y="0"/>
                  </a:lnTo>
                  <a:lnTo>
                    <a:pt x="1497" y="0"/>
                  </a:lnTo>
                  <a:lnTo>
                    <a:pt x="1498" y="0"/>
                  </a:lnTo>
                  <a:lnTo>
                    <a:pt x="1499" y="0"/>
                  </a:lnTo>
                  <a:lnTo>
                    <a:pt x="1501" y="0"/>
                  </a:lnTo>
                  <a:lnTo>
                    <a:pt x="1502" y="0"/>
                  </a:lnTo>
                  <a:lnTo>
                    <a:pt x="1503" y="0"/>
                  </a:lnTo>
                  <a:lnTo>
                    <a:pt x="1504" y="0"/>
                  </a:lnTo>
                  <a:lnTo>
                    <a:pt x="1506" y="0"/>
                  </a:lnTo>
                  <a:lnTo>
                    <a:pt x="1507" y="0"/>
                  </a:lnTo>
                  <a:lnTo>
                    <a:pt x="1508" y="0"/>
                  </a:lnTo>
                  <a:lnTo>
                    <a:pt x="1510" y="0"/>
                  </a:lnTo>
                  <a:lnTo>
                    <a:pt x="1511" y="0"/>
                  </a:lnTo>
                  <a:lnTo>
                    <a:pt x="1512" y="0"/>
                  </a:lnTo>
                  <a:lnTo>
                    <a:pt x="1514" y="0"/>
                  </a:lnTo>
                  <a:lnTo>
                    <a:pt x="1515" y="0"/>
                  </a:lnTo>
                  <a:lnTo>
                    <a:pt x="1516" y="0"/>
                  </a:lnTo>
                  <a:lnTo>
                    <a:pt x="1518" y="0"/>
                  </a:lnTo>
                  <a:lnTo>
                    <a:pt x="1519" y="0"/>
                  </a:lnTo>
                  <a:lnTo>
                    <a:pt x="1520" y="0"/>
                  </a:lnTo>
                  <a:lnTo>
                    <a:pt x="1522" y="0"/>
                  </a:lnTo>
                  <a:lnTo>
                    <a:pt x="1523" y="0"/>
                  </a:lnTo>
                  <a:lnTo>
                    <a:pt x="1524" y="0"/>
                  </a:lnTo>
                  <a:lnTo>
                    <a:pt x="1526" y="0"/>
                  </a:lnTo>
                  <a:lnTo>
                    <a:pt x="1527" y="0"/>
                  </a:lnTo>
                  <a:lnTo>
                    <a:pt x="1528" y="0"/>
                  </a:lnTo>
                  <a:lnTo>
                    <a:pt x="1530" y="0"/>
                  </a:lnTo>
                  <a:lnTo>
                    <a:pt x="1531" y="0"/>
                  </a:lnTo>
                  <a:lnTo>
                    <a:pt x="1532" y="0"/>
                  </a:lnTo>
                  <a:lnTo>
                    <a:pt x="1533" y="0"/>
                  </a:lnTo>
                  <a:lnTo>
                    <a:pt x="1535" y="0"/>
                  </a:lnTo>
                  <a:lnTo>
                    <a:pt x="1536" y="0"/>
                  </a:lnTo>
                  <a:lnTo>
                    <a:pt x="1538" y="0"/>
                  </a:lnTo>
                  <a:lnTo>
                    <a:pt x="1539" y="0"/>
                  </a:lnTo>
                  <a:lnTo>
                    <a:pt x="1540" y="0"/>
                  </a:lnTo>
                  <a:lnTo>
                    <a:pt x="1542" y="0"/>
                  </a:lnTo>
                  <a:lnTo>
                    <a:pt x="1543" y="0"/>
                  </a:lnTo>
                  <a:lnTo>
                    <a:pt x="1544" y="0"/>
                  </a:lnTo>
                  <a:lnTo>
                    <a:pt x="1545" y="0"/>
                  </a:lnTo>
                  <a:lnTo>
                    <a:pt x="1547" y="0"/>
                  </a:lnTo>
                  <a:lnTo>
                    <a:pt x="1548" y="0"/>
                  </a:lnTo>
                  <a:lnTo>
                    <a:pt x="1549" y="0"/>
                  </a:lnTo>
                  <a:lnTo>
                    <a:pt x="1551" y="0"/>
                  </a:lnTo>
                  <a:lnTo>
                    <a:pt x="1552" y="0"/>
                  </a:lnTo>
                  <a:lnTo>
                    <a:pt x="1554" y="0"/>
                  </a:lnTo>
                  <a:lnTo>
                    <a:pt x="1555" y="0"/>
                  </a:lnTo>
                  <a:lnTo>
                    <a:pt x="1556" y="0"/>
                  </a:lnTo>
                  <a:lnTo>
                    <a:pt x="1558" y="0"/>
                  </a:lnTo>
                  <a:lnTo>
                    <a:pt x="1559" y="0"/>
                  </a:lnTo>
                  <a:lnTo>
                    <a:pt x="1560" y="0"/>
                  </a:lnTo>
                  <a:lnTo>
                    <a:pt x="1561" y="0"/>
                  </a:lnTo>
                  <a:lnTo>
                    <a:pt x="1563" y="0"/>
                  </a:lnTo>
                  <a:lnTo>
                    <a:pt x="1564" y="0"/>
                  </a:lnTo>
                  <a:lnTo>
                    <a:pt x="1565" y="0"/>
                  </a:lnTo>
                  <a:lnTo>
                    <a:pt x="1567" y="0"/>
                  </a:lnTo>
                  <a:lnTo>
                    <a:pt x="1568" y="0"/>
                  </a:lnTo>
                  <a:lnTo>
                    <a:pt x="1569" y="0"/>
                  </a:lnTo>
                  <a:lnTo>
                    <a:pt x="1571" y="0"/>
                  </a:lnTo>
                  <a:lnTo>
                    <a:pt x="1572" y="0"/>
                  </a:lnTo>
                  <a:lnTo>
                    <a:pt x="1573" y="2"/>
                  </a:lnTo>
                  <a:lnTo>
                    <a:pt x="1574" y="5"/>
                  </a:lnTo>
                  <a:lnTo>
                    <a:pt x="1576" y="8"/>
                  </a:lnTo>
                  <a:lnTo>
                    <a:pt x="1577" y="14"/>
                  </a:lnTo>
                  <a:lnTo>
                    <a:pt x="1579" y="20"/>
                  </a:lnTo>
                  <a:lnTo>
                    <a:pt x="1580" y="28"/>
                  </a:lnTo>
                  <a:lnTo>
                    <a:pt x="1581" y="38"/>
                  </a:lnTo>
                  <a:lnTo>
                    <a:pt x="1583" y="49"/>
                  </a:lnTo>
                  <a:lnTo>
                    <a:pt x="1584" y="61"/>
                  </a:lnTo>
                  <a:lnTo>
                    <a:pt x="1585" y="74"/>
                  </a:lnTo>
                  <a:lnTo>
                    <a:pt x="1587" y="86"/>
                  </a:lnTo>
                  <a:lnTo>
                    <a:pt x="1588" y="99"/>
                  </a:lnTo>
                  <a:lnTo>
                    <a:pt x="1589" y="113"/>
                  </a:lnTo>
                  <a:lnTo>
                    <a:pt x="1590" y="127"/>
                  </a:lnTo>
                  <a:lnTo>
                    <a:pt x="1592" y="141"/>
                  </a:lnTo>
                  <a:lnTo>
                    <a:pt x="1593" y="156"/>
                  </a:lnTo>
                  <a:lnTo>
                    <a:pt x="1595" y="171"/>
                  </a:lnTo>
                  <a:lnTo>
                    <a:pt x="1596" y="187"/>
                  </a:lnTo>
                  <a:lnTo>
                    <a:pt x="1597" y="204"/>
                  </a:lnTo>
                  <a:lnTo>
                    <a:pt x="1599" y="221"/>
                  </a:lnTo>
                  <a:lnTo>
                    <a:pt x="1600" y="239"/>
                  </a:lnTo>
                  <a:lnTo>
                    <a:pt x="1601" y="256"/>
                  </a:lnTo>
                  <a:lnTo>
                    <a:pt x="1602" y="274"/>
                  </a:lnTo>
                  <a:lnTo>
                    <a:pt x="1604" y="292"/>
                  </a:lnTo>
                  <a:lnTo>
                    <a:pt x="1605" y="309"/>
                  </a:lnTo>
                  <a:lnTo>
                    <a:pt x="1606" y="328"/>
                  </a:lnTo>
                  <a:lnTo>
                    <a:pt x="1608" y="346"/>
                  </a:lnTo>
                  <a:lnTo>
                    <a:pt x="1609" y="364"/>
                  </a:lnTo>
                  <a:lnTo>
                    <a:pt x="1610" y="381"/>
                  </a:lnTo>
                  <a:lnTo>
                    <a:pt x="1612" y="399"/>
                  </a:lnTo>
                  <a:lnTo>
                    <a:pt x="1613" y="417"/>
                  </a:lnTo>
                  <a:lnTo>
                    <a:pt x="1614" y="435"/>
                  </a:lnTo>
                  <a:lnTo>
                    <a:pt x="1616" y="452"/>
                  </a:lnTo>
                  <a:lnTo>
                    <a:pt x="1617" y="469"/>
                  </a:lnTo>
                  <a:lnTo>
                    <a:pt x="1618" y="486"/>
                  </a:lnTo>
                  <a:lnTo>
                    <a:pt x="1620" y="502"/>
                  </a:lnTo>
                  <a:lnTo>
                    <a:pt x="1621" y="519"/>
                  </a:lnTo>
                  <a:lnTo>
                    <a:pt x="1622" y="535"/>
                  </a:lnTo>
                  <a:lnTo>
                    <a:pt x="1624" y="550"/>
                  </a:lnTo>
                  <a:lnTo>
                    <a:pt x="1625" y="565"/>
                  </a:lnTo>
                  <a:lnTo>
                    <a:pt x="1626" y="580"/>
                  </a:lnTo>
                  <a:lnTo>
                    <a:pt x="1628" y="594"/>
                  </a:lnTo>
                  <a:lnTo>
                    <a:pt x="1629" y="608"/>
                  </a:lnTo>
                  <a:lnTo>
                    <a:pt x="1630" y="621"/>
                  </a:lnTo>
                  <a:lnTo>
                    <a:pt x="1631" y="633"/>
                  </a:lnTo>
                  <a:lnTo>
                    <a:pt x="1633" y="645"/>
                  </a:lnTo>
                  <a:lnTo>
                    <a:pt x="1634" y="657"/>
                  </a:lnTo>
                  <a:lnTo>
                    <a:pt x="1636" y="668"/>
                  </a:lnTo>
                  <a:lnTo>
                    <a:pt x="1637" y="677"/>
                  </a:lnTo>
                  <a:lnTo>
                    <a:pt x="1638" y="685"/>
                  </a:lnTo>
                  <a:lnTo>
                    <a:pt x="1640" y="692"/>
                  </a:lnTo>
                  <a:lnTo>
                    <a:pt x="1641" y="698"/>
                  </a:lnTo>
                  <a:lnTo>
                    <a:pt x="1642" y="702"/>
                  </a:lnTo>
                  <a:lnTo>
                    <a:pt x="1643" y="706"/>
                  </a:lnTo>
                  <a:lnTo>
                    <a:pt x="1645" y="708"/>
                  </a:lnTo>
                  <a:lnTo>
                    <a:pt x="1646" y="709"/>
                  </a:lnTo>
                  <a:lnTo>
                    <a:pt x="1647" y="709"/>
                  </a:lnTo>
                  <a:lnTo>
                    <a:pt x="1649" y="709"/>
                  </a:lnTo>
                  <a:lnTo>
                    <a:pt x="1650" y="709"/>
                  </a:lnTo>
                  <a:lnTo>
                    <a:pt x="1652" y="709"/>
                  </a:lnTo>
                  <a:lnTo>
                    <a:pt x="1653" y="709"/>
                  </a:lnTo>
                  <a:lnTo>
                    <a:pt x="1654" y="709"/>
                  </a:lnTo>
                  <a:lnTo>
                    <a:pt x="1655" y="709"/>
                  </a:lnTo>
                  <a:lnTo>
                    <a:pt x="1657" y="709"/>
                  </a:lnTo>
                  <a:lnTo>
                    <a:pt x="1658" y="709"/>
                  </a:lnTo>
                  <a:lnTo>
                    <a:pt x="1659" y="709"/>
                  </a:lnTo>
                  <a:lnTo>
                    <a:pt x="1661" y="709"/>
                  </a:lnTo>
                  <a:lnTo>
                    <a:pt x="1662" y="709"/>
                  </a:lnTo>
                  <a:lnTo>
                    <a:pt x="1663" y="709"/>
                  </a:lnTo>
                  <a:lnTo>
                    <a:pt x="1665" y="709"/>
                  </a:lnTo>
                  <a:lnTo>
                    <a:pt x="1666" y="709"/>
                  </a:lnTo>
                  <a:lnTo>
                    <a:pt x="1667" y="709"/>
                  </a:lnTo>
                  <a:lnTo>
                    <a:pt x="1669" y="709"/>
                  </a:lnTo>
                  <a:lnTo>
                    <a:pt x="1670" y="709"/>
                  </a:lnTo>
                  <a:lnTo>
                    <a:pt x="1671" y="709"/>
                  </a:lnTo>
                  <a:lnTo>
                    <a:pt x="1672" y="709"/>
                  </a:lnTo>
                  <a:lnTo>
                    <a:pt x="1674" y="709"/>
                  </a:lnTo>
                  <a:lnTo>
                    <a:pt x="1675" y="709"/>
                  </a:lnTo>
                  <a:lnTo>
                    <a:pt x="1677" y="709"/>
                  </a:lnTo>
                  <a:lnTo>
                    <a:pt x="1678" y="709"/>
                  </a:lnTo>
                  <a:lnTo>
                    <a:pt x="1679" y="709"/>
                  </a:lnTo>
                  <a:lnTo>
                    <a:pt x="1681" y="709"/>
                  </a:lnTo>
                  <a:lnTo>
                    <a:pt x="1682" y="709"/>
                  </a:lnTo>
                  <a:lnTo>
                    <a:pt x="1683" y="709"/>
                  </a:lnTo>
                  <a:lnTo>
                    <a:pt x="1684" y="709"/>
                  </a:lnTo>
                  <a:lnTo>
                    <a:pt x="1686" y="709"/>
                  </a:lnTo>
                  <a:lnTo>
                    <a:pt x="1687" y="709"/>
                  </a:lnTo>
                  <a:lnTo>
                    <a:pt x="1688" y="709"/>
                  </a:lnTo>
                  <a:lnTo>
                    <a:pt x="1690" y="709"/>
                  </a:lnTo>
                  <a:lnTo>
                    <a:pt x="1691" y="709"/>
                  </a:lnTo>
                  <a:lnTo>
                    <a:pt x="1693" y="709"/>
                  </a:lnTo>
                  <a:lnTo>
                    <a:pt x="1694" y="709"/>
                  </a:lnTo>
                  <a:lnTo>
                    <a:pt x="1695" y="709"/>
                  </a:lnTo>
                  <a:lnTo>
                    <a:pt x="1696" y="709"/>
                  </a:lnTo>
                  <a:lnTo>
                    <a:pt x="1698" y="709"/>
                  </a:lnTo>
                  <a:lnTo>
                    <a:pt x="1699" y="709"/>
                  </a:lnTo>
                  <a:lnTo>
                    <a:pt x="1700" y="709"/>
                  </a:lnTo>
                  <a:lnTo>
                    <a:pt x="1702" y="709"/>
                  </a:lnTo>
                  <a:lnTo>
                    <a:pt x="1703" y="709"/>
                  </a:lnTo>
                  <a:lnTo>
                    <a:pt x="1704" y="709"/>
                  </a:lnTo>
                  <a:lnTo>
                    <a:pt x="1706" y="709"/>
                  </a:lnTo>
                  <a:lnTo>
                    <a:pt x="1707" y="709"/>
                  </a:lnTo>
                  <a:lnTo>
                    <a:pt x="1708" y="709"/>
                  </a:lnTo>
                  <a:lnTo>
                    <a:pt x="1710" y="709"/>
                  </a:lnTo>
                  <a:lnTo>
                    <a:pt x="1711" y="709"/>
                  </a:lnTo>
                  <a:lnTo>
                    <a:pt x="1712" y="709"/>
                  </a:lnTo>
                  <a:lnTo>
                    <a:pt x="1714" y="709"/>
                  </a:lnTo>
                  <a:lnTo>
                    <a:pt x="1715" y="709"/>
                  </a:lnTo>
                  <a:lnTo>
                    <a:pt x="1716" y="709"/>
                  </a:lnTo>
                  <a:lnTo>
                    <a:pt x="1718" y="709"/>
                  </a:lnTo>
                  <a:lnTo>
                    <a:pt x="1719" y="709"/>
                  </a:lnTo>
                  <a:lnTo>
                    <a:pt x="1720" y="709"/>
                  </a:lnTo>
                  <a:lnTo>
                    <a:pt x="1722" y="709"/>
                  </a:lnTo>
                  <a:lnTo>
                    <a:pt x="1723" y="709"/>
                  </a:lnTo>
                  <a:lnTo>
                    <a:pt x="1724" y="709"/>
                  </a:lnTo>
                  <a:lnTo>
                    <a:pt x="1725" y="709"/>
                  </a:lnTo>
                  <a:lnTo>
                    <a:pt x="1727" y="709"/>
                  </a:lnTo>
                  <a:lnTo>
                    <a:pt x="1728" y="709"/>
                  </a:lnTo>
                  <a:lnTo>
                    <a:pt x="1729" y="709"/>
                  </a:lnTo>
                  <a:lnTo>
                    <a:pt x="1731" y="709"/>
                  </a:lnTo>
                  <a:lnTo>
                    <a:pt x="1732" y="709"/>
                  </a:lnTo>
                  <a:lnTo>
                    <a:pt x="1734" y="709"/>
                  </a:lnTo>
                  <a:lnTo>
                    <a:pt x="1735" y="709"/>
                  </a:lnTo>
                  <a:lnTo>
                    <a:pt x="1736" y="709"/>
                  </a:lnTo>
                  <a:lnTo>
                    <a:pt x="1737" y="709"/>
                  </a:lnTo>
                  <a:lnTo>
                    <a:pt x="1739" y="709"/>
                  </a:lnTo>
                  <a:lnTo>
                    <a:pt x="1740" y="709"/>
                  </a:lnTo>
                  <a:lnTo>
                    <a:pt x="1741" y="709"/>
                  </a:lnTo>
                  <a:lnTo>
                    <a:pt x="1743" y="709"/>
                  </a:lnTo>
                  <a:lnTo>
                    <a:pt x="1744" y="709"/>
                  </a:lnTo>
                  <a:lnTo>
                    <a:pt x="1745" y="709"/>
                  </a:lnTo>
                  <a:lnTo>
                    <a:pt x="1747" y="709"/>
                  </a:lnTo>
                  <a:lnTo>
                    <a:pt x="1748" y="709"/>
                  </a:lnTo>
                  <a:lnTo>
                    <a:pt x="1750" y="709"/>
                  </a:lnTo>
                  <a:lnTo>
                    <a:pt x="1751" y="709"/>
                  </a:lnTo>
                  <a:lnTo>
                    <a:pt x="1752" y="709"/>
                  </a:lnTo>
                  <a:lnTo>
                    <a:pt x="1753" y="709"/>
                  </a:lnTo>
                  <a:lnTo>
                    <a:pt x="1755" y="709"/>
                  </a:lnTo>
                  <a:lnTo>
                    <a:pt x="1756" y="709"/>
                  </a:lnTo>
                  <a:lnTo>
                    <a:pt x="1757" y="709"/>
                  </a:lnTo>
                  <a:lnTo>
                    <a:pt x="1759" y="709"/>
                  </a:lnTo>
                  <a:lnTo>
                    <a:pt x="1760" y="709"/>
                  </a:lnTo>
                  <a:lnTo>
                    <a:pt x="1761" y="709"/>
                  </a:lnTo>
                  <a:lnTo>
                    <a:pt x="1763" y="709"/>
                  </a:lnTo>
                  <a:lnTo>
                    <a:pt x="1764" y="709"/>
                  </a:lnTo>
                  <a:lnTo>
                    <a:pt x="1765" y="709"/>
                  </a:lnTo>
                  <a:lnTo>
                    <a:pt x="1766" y="709"/>
                  </a:lnTo>
                  <a:lnTo>
                    <a:pt x="1768" y="709"/>
                  </a:lnTo>
                  <a:lnTo>
                    <a:pt x="1769" y="709"/>
                  </a:lnTo>
                  <a:lnTo>
                    <a:pt x="1770" y="709"/>
                  </a:lnTo>
                  <a:lnTo>
                    <a:pt x="1772" y="709"/>
                  </a:lnTo>
                  <a:lnTo>
                    <a:pt x="1773" y="709"/>
                  </a:lnTo>
                  <a:lnTo>
                    <a:pt x="1775" y="709"/>
                  </a:lnTo>
                  <a:lnTo>
                    <a:pt x="1776" y="709"/>
                  </a:lnTo>
                  <a:lnTo>
                    <a:pt x="1777" y="709"/>
                  </a:lnTo>
                  <a:lnTo>
                    <a:pt x="1779" y="709"/>
                  </a:lnTo>
                  <a:lnTo>
                    <a:pt x="1780" y="709"/>
                  </a:lnTo>
                  <a:lnTo>
                    <a:pt x="1781" y="709"/>
                  </a:lnTo>
                  <a:lnTo>
                    <a:pt x="1782" y="709"/>
                  </a:lnTo>
                  <a:lnTo>
                    <a:pt x="1784" y="709"/>
                  </a:lnTo>
                  <a:lnTo>
                    <a:pt x="1785" y="709"/>
                  </a:lnTo>
                  <a:lnTo>
                    <a:pt x="1786" y="709"/>
                  </a:lnTo>
                  <a:lnTo>
                    <a:pt x="1788" y="709"/>
                  </a:lnTo>
                  <a:lnTo>
                    <a:pt x="1789" y="709"/>
                  </a:lnTo>
                  <a:lnTo>
                    <a:pt x="1791" y="709"/>
                  </a:lnTo>
                  <a:lnTo>
                    <a:pt x="1792" y="709"/>
                  </a:lnTo>
                  <a:lnTo>
                    <a:pt x="1793" y="709"/>
                  </a:lnTo>
                  <a:lnTo>
                    <a:pt x="1794" y="709"/>
                  </a:lnTo>
                  <a:lnTo>
                    <a:pt x="1796" y="709"/>
                  </a:lnTo>
                  <a:lnTo>
                    <a:pt x="1797" y="709"/>
                  </a:lnTo>
                  <a:lnTo>
                    <a:pt x="1798" y="709"/>
                  </a:lnTo>
                  <a:lnTo>
                    <a:pt x="1800" y="709"/>
                  </a:lnTo>
                  <a:lnTo>
                    <a:pt x="1801" y="709"/>
                  </a:lnTo>
                  <a:lnTo>
                    <a:pt x="1802" y="709"/>
                  </a:lnTo>
                  <a:lnTo>
                    <a:pt x="1804" y="709"/>
                  </a:lnTo>
                  <a:lnTo>
                    <a:pt x="1805" y="709"/>
                  </a:lnTo>
                  <a:lnTo>
                    <a:pt x="1806" y="709"/>
                  </a:lnTo>
                  <a:lnTo>
                    <a:pt x="1808" y="709"/>
                  </a:lnTo>
                  <a:lnTo>
                    <a:pt x="1809" y="709"/>
                  </a:lnTo>
                  <a:lnTo>
                    <a:pt x="1810" y="709"/>
                  </a:lnTo>
                  <a:lnTo>
                    <a:pt x="1812" y="709"/>
                  </a:lnTo>
                  <a:lnTo>
                    <a:pt x="1813" y="709"/>
                  </a:lnTo>
                  <a:lnTo>
                    <a:pt x="1814" y="709"/>
                  </a:lnTo>
                  <a:lnTo>
                    <a:pt x="1816" y="709"/>
                  </a:lnTo>
                  <a:lnTo>
                    <a:pt x="1817" y="709"/>
                  </a:lnTo>
                  <a:lnTo>
                    <a:pt x="1818" y="709"/>
                  </a:lnTo>
                  <a:lnTo>
                    <a:pt x="1820" y="709"/>
                  </a:lnTo>
                  <a:lnTo>
                    <a:pt x="1821" y="709"/>
                  </a:lnTo>
                  <a:lnTo>
                    <a:pt x="1822" y="709"/>
                  </a:lnTo>
                  <a:lnTo>
                    <a:pt x="1823" y="709"/>
                  </a:lnTo>
                  <a:lnTo>
                    <a:pt x="1825" y="709"/>
                  </a:lnTo>
                  <a:lnTo>
                    <a:pt x="1826" y="709"/>
                  </a:lnTo>
                  <a:lnTo>
                    <a:pt x="1827" y="709"/>
                  </a:lnTo>
                  <a:lnTo>
                    <a:pt x="1829" y="709"/>
                  </a:lnTo>
                  <a:lnTo>
                    <a:pt x="1830" y="709"/>
                  </a:lnTo>
                  <a:lnTo>
                    <a:pt x="1832" y="709"/>
                  </a:lnTo>
                  <a:lnTo>
                    <a:pt x="1833" y="709"/>
                  </a:lnTo>
                  <a:lnTo>
                    <a:pt x="1834" y="709"/>
                  </a:lnTo>
                  <a:lnTo>
                    <a:pt x="1835" y="709"/>
                  </a:lnTo>
                  <a:lnTo>
                    <a:pt x="1837" y="709"/>
                  </a:lnTo>
                  <a:lnTo>
                    <a:pt x="1838" y="709"/>
                  </a:lnTo>
                  <a:lnTo>
                    <a:pt x="1839" y="709"/>
                  </a:lnTo>
                  <a:lnTo>
                    <a:pt x="1841" y="709"/>
                  </a:lnTo>
                  <a:lnTo>
                    <a:pt x="1842" y="709"/>
                  </a:lnTo>
                  <a:lnTo>
                    <a:pt x="1843" y="709"/>
                  </a:lnTo>
                  <a:lnTo>
                    <a:pt x="1845" y="709"/>
                  </a:lnTo>
                  <a:lnTo>
                    <a:pt x="1846" y="709"/>
                  </a:lnTo>
                  <a:lnTo>
                    <a:pt x="1847" y="709"/>
                  </a:lnTo>
                  <a:lnTo>
                    <a:pt x="1849" y="709"/>
                  </a:lnTo>
                  <a:lnTo>
                    <a:pt x="1850" y="709"/>
                  </a:lnTo>
                  <a:lnTo>
                    <a:pt x="1851" y="709"/>
                  </a:lnTo>
                  <a:lnTo>
                    <a:pt x="1853" y="709"/>
                  </a:lnTo>
                  <a:lnTo>
                    <a:pt x="1854" y="709"/>
                  </a:lnTo>
                  <a:lnTo>
                    <a:pt x="1855" y="709"/>
                  </a:lnTo>
                  <a:lnTo>
                    <a:pt x="1857" y="709"/>
                  </a:lnTo>
                  <a:lnTo>
                    <a:pt x="1858" y="709"/>
                  </a:lnTo>
                  <a:lnTo>
                    <a:pt x="1859" y="709"/>
                  </a:lnTo>
                  <a:lnTo>
                    <a:pt x="1861" y="709"/>
                  </a:lnTo>
                  <a:lnTo>
                    <a:pt x="1862" y="709"/>
                  </a:lnTo>
                  <a:lnTo>
                    <a:pt x="1863" y="709"/>
                  </a:lnTo>
                  <a:lnTo>
                    <a:pt x="1864" y="709"/>
                  </a:lnTo>
                  <a:lnTo>
                    <a:pt x="1866" y="709"/>
                  </a:lnTo>
                  <a:lnTo>
                    <a:pt x="1867" y="709"/>
                  </a:lnTo>
                  <a:lnTo>
                    <a:pt x="1868" y="709"/>
                  </a:lnTo>
                  <a:lnTo>
                    <a:pt x="1870" y="709"/>
                  </a:lnTo>
                  <a:lnTo>
                    <a:pt x="1871" y="709"/>
                  </a:lnTo>
                  <a:lnTo>
                    <a:pt x="1873" y="709"/>
                  </a:lnTo>
                  <a:lnTo>
                    <a:pt x="1874" y="709"/>
                  </a:lnTo>
                  <a:lnTo>
                    <a:pt x="1875" y="709"/>
                  </a:lnTo>
                  <a:lnTo>
                    <a:pt x="1876" y="709"/>
                  </a:lnTo>
                  <a:lnTo>
                    <a:pt x="1878" y="709"/>
                  </a:lnTo>
                  <a:lnTo>
                    <a:pt x="1879" y="709"/>
                  </a:lnTo>
                  <a:lnTo>
                    <a:pt x="1880" y="709"/>
                  </a:lnTo>
                  <a:lnTo>
                    <a:pt x="1882" y="709"/>
                  </a:lnTo>
                  <a:lnTo>
                    <a:pt x="1883" y="709"/>
                  </a:lnTo>
                  <a:lnTo>
                    <a:pt x="1884" y="709"/>
                  </a:lnTo>
                  <a:lnTo>
                    <a:pt x="1886" y="709"/>
                  </a:lnTo>
                  <a:lnTo>
                    <a:pt x="1887" y="709"/>
                  </a:lnTo>
                  <a:lnTo>
                    <a:pt x="1888" y="709"/>
                  </a:lnTo>
                  <a:lnTo>
                    <a:pt x="1890" y="709"/>
                  </a:lnTo>
                  <a:lnTo>
                    <a:pt x="1891" y="709"/>
                  </a:lnTo>
                  <a:lnTo>
                    <a:pt x="1892" y="709"/>
                  </a:lnTo>
                  <a:lnTo>
                    <a:pt x="1894" y="709"/>
                  </a:lnTo>
                  <a:lnTo>
                    <a:pt x="1895" y="709"/>
                  </a:lnTo>
                  <a:lnTo>
                    <a:pt x="1896" y="709"/>
                  </a:lnTo>
                  <a:lnTo>
                    <a:pt x="1898" y="709"/>
                  </a:lnTo>
                  <a:lnTo>
                    <a:pt x="1899" y="709"/>
                  </a:lnTo>
                  <a:lnTo>
                    <a:pt x="1900" y="709"/>
                  </a:lnTo>
                  <a:lnTo>
                    <a:pt x="1902" y="709"/>
                  </a:lnTo>
                  <a:lnTo>
                    <a:pt x="1903" y="709"/>
                  </a:lnTo>
                  <a:lnTo>
                    <a:pt x="1904" y="709"/>
                  </a:lnTo>
                  <a:lnTo>
                    <a:pt x="1905" y="709"/>
                  </a:lnTo>
                  <a:lnTo>
                    <a:pt x="1907" y="709"/>
                  </a:lnTo>
                  <a:lnTo>
                    <a:pt x="1908" y="709"/>
                  </a:lnTo>
                  <a:lnTo>
                    <a:pt x="1910" y="709"/>
                  </a:lnTo>
                  <a:lnTo>
                    <a:pt x="1911" y="709"/>
                  </a:lnTo>
                  <a:lnTo>
                    <a:pt x="1912" y="709"/>
                  </a:lnTo>
                  <a:lnTo>
                    <a:pt x="1914" y="709"/>
                  </a:lnTo>
                  <a:lnTo>
                    <a:pt x="1915" y="709"/>
                  </a:lnTo>
                  <a:lnTo>
                    <a:pt x="1916" y="709"/>
                  </a:lnTo>
                  <a:lnTo>
                    <a:pt x="1917" y="709"/>
                  </a:lnTo>
                  <a:lnTo>
                    <a:pt x="1919" y="709"/>
                  </a:lnTo>
                  <a:lnTo>
                    <a:pt x="1920" y="709"/>
                  </a:lnTo>
                  <a:lnTo>
                    <a:pt x="1921" y="709"/>
                  </a:lnTo>
                  <a:lnTo>
                    <a:pt x="1923" y="709"/>
                  </a:lnTo>
                  <a:lnTo>
                    <a:pt x="1924" y="709"/>
                  </a:lnTo>
                  <a:lnTo>
                    <a:pt x="1925" y="708"/>
                  </a:lnTo>
                  <a:lnTo>
                    <a:pt x="1927" y="704"/>
                  </a:lnTo>
                  <a:lnTo>
                    <a:pt x="1928" y="700"/>
                  </a:lnTo>
                  <a:lnTo>
                    <a:pt x="1929" y="695"/>
                  </a:lnTo>
                  <a:lnTo>
                    <a:pt x="1931" y="689"/>
                  </a:lnTo>
                  <a:lnTo>
                    <a:pt x="1932" y="681"/>
                  </a:lnTo>
                  <a:lnTo>
                    <a:pt x="1933" y="672"/>
                  </a:lnTo>
                  <a:lnTo>
                    <a:pt x="1935" y="662"/>
                  </a:lnTo>
                  <a:lnTo>
                    <a:pt x="1936" y="650"/>
                  </a:lnTo>
                  <a:lnTo>
                    <a:pt x="1937" y="639"/>
                  </a:lnTo>
                  <a:lnTo>
                    <a:pt x="1939" y="627"/>
                  </a:lnTo>
                  <a:lnTo>
                    <a:pt x="1940" y="614"/>
                  </a:lnTo>
                  <a:lnTo>
                    <a:pt x="1941" y="602"/>
                  </a:lnTo>
                  <a:lnTo>
                    <a:pt x="1943" y="589"/>
                  </a:lnTo>
                  <a:lnTo>
                    <a:pt x="1944" y="576"/>
                  </a:lnTo>
                  <a:lnTo>
                    <a:pt x="1945" y="563"/>
                  </a:lnTo>
                  <a:lnTo>
                    <a:pt x="1946" y="550"/>
                  </a:lnTo>
                  <a:lnTo>
                    <a:pt x="1948" y="536"/>
                  </a:lnTo>
                  <a:lnTo>
                    <a:pt x="1949" y="522"/>
                  </a:lnTo>
                  <a:lnTo>
                    <a:pt x="1951" y="508"/>
                  </a:lnTo>
                  <a:lnTo>
                    <a:pt x="1952" y="494"/>
                  </a:lnTo>
                  <a:lnTo>
                    <a:pt x="1953" y="479"/>
                  </a:lnTo>
                  <a:lnTo>
                    <a:pt x="1955" y="464"/>
                  </a:lnTo>
                  <a:lnTo>
                    <a:pt x="1956" y="449"/>
                  </a:lnTo>
                  <a:lnTo>
                    <a:pt x="1957" y="433"/>
                  </a:lnTo>
                  <a:lnTo>
                    <a:pt x="1958" y="416"/>
                  </a:lnTo>
                  <a:lnTo>
                    <a:pt x="1960" y="399"/>
                  </a:lnTo>
                  <a:lnTo>
                    <a:pt x="1961" y="382"/>
                  </a:lnTo>
                  <a:lnTo>
                    <a:pt x="1962" y="365"/>
                  </a:lnTo>
                  <a:lnTo>
                    <a:pt x="1964" y="346"/>
                  </a:lnTo>
                  <a:lnTo>
                    <a:pt x="1965" y="327"/>
                  </a:lnTo>
                  <a:lnTo>
                    <a:pt x="1967" y="307"/>
                  </a:lnTo>
                  <a:lnTo>
                    <a:pt x="1968" y="287"/>
                  </a:lnTo>
                  <a:lnTo>
                    <a:pt x="1969" y="267"/>
                  </a:lnTo>
                  <a:lnTo>
                    <a:pt x="1971" y="246"/>
                  </a:lnTo>
                  <a:lnTo>
                    <a:pt x="1972" y="226"/>
                  </a:lnTo>
                  <a:lnTo>
                    <a:pt x="1973" y="205"/>
                  </a:lnTo>
                  <a:lnTo>
                    <a:pt x="1974" y="185"/>
                  </a:lnTo>
                  <a:lnTo>
                    <a:pt x="1976" y="165"/>
                  </a:lnTo>
                  <a:lnTo>
                    <a:pt x="1977" y="145"/>
                  </a:lnTo>
                  <a:lnTo>
                    <a:pt x="1978" y="126"/>
                  </a:lnTo>
                  <a:lnTo>
                    <a:pt x="1980" y="106"/>
                  </a:lnTo>
                  <a:lnTo>
                    <a:pt x="1981" y="88"/>
                  </a:lnTo>
                  <a:lnTo>
                    <a:pt x="1982" y="69"/>
                  </a:lnTo>
                  <a:lnTo>
                    <a:pt x="1984" y="53"/>
                  </a:lnTo>
                  <a:lnTo>
                    <a:pt x="1985" y="39"/>
                  </a:lnTo>
                  <a:lnTo>
                    <a:pt x="1986" y="27"/>
                  </a:lnTo>
                  <a:lnTo>
                    <a:pt x="1987" y="18"/>
                  </a:lnTo>
                  <a:lnTo>
                    <a:pt x="1989" y="10"/>
                  </a:lnTo>
                  <a:lnTo>
                    <a:pt x="1990" y="5"/>
                  </a:lnTo>
                  <a:lnTo>
                    <a:pt x="1992" y="2"/>
                  </a:lnTo>
                  <a:lnTo>
                    <a:pt x="1993" y="0"/>
                  </a:lnTo>
                  <a:lnTo>
                    <a:pt x="1994" y="0"/>
                  </a:lnTo>
                  <a:lnTo>
                    <a:pt x="1996" y="0"/>
                  </a:lnTo>
                  <a:lnTo>
                    <a:pt x="1997" y="0"/>
                  </a:lnTo>
                  <a:lnTo>
                    <a:pt x="1998" y="0"/>
                  </a:lnTo>
                  <a:lnTo>
                    <a:pt x="2000" y="0"/>
                  </a:lnTo>
                  <a:lnTo>
                    <a:pt x="2001" y="0"/>
                  </a:lnTo>
                  <a:lnTo>
                    <a:pt x="2002" y="0"/>
                  </a:lnTo>
                  <a:lnTo>
                    <a:pt x="2003" y="0"/>
                  </a:lnTo>
                  <a:lnTo>
                    <a:pt x="2005" y="0"/>
                  </a:lnTo>
                  <a:lnTo>
                    <a:pt x="2006" y="0"/>
                  </a:lnTo>
                  <a:lnTo>
                    <a:pt x="2008" y="0"/>
                  </a:lnTo>
                  <a:lnTo>
                    <a:pt x="2009" y="0"/>
                  </a:lnTo>
                  <a:lnTo>
                    <a:pt x="2010" y="0"/>
                  </a:lnTo>
                  <a:lnTo>
                    <a:pt x="2012" y="0"/>
                  </a:lnTo>
                  <a:lnTo>
                    <a:pt x="2013" y="0"/>
                  </a:lnTo>
                  <a:lnTo>
                    <a:pt x="2014" y="0"/>
                  </a:lnTo>
                  <a:lnTo>
                    <a:pt x="2015" y="0"/>
                  </a:lnTo>
                  <a:lnTo>
                    <a:pt x="2017" y="0"/>
                  </a:lnTo>
                  <a:lnTo>
                    <a:pt x="2018" y="0"/>
                  </a:lnTo>
                  <a:lnTo>
                    <a:pt x="2019" y="0"/>
                  </a:lnTo>
                  <a:lnTo>
                    <a:pt x="2021" y="0"/>
                  </a:lnTo>
                  <a:lnTo>
                    <a:pt x="2022" y="0"/>
                  </a:lnTo>
                  <a:lnTo>
                    <a:pt x="2023" y="0"/>
                  </a:lnTo>
                  <a:lnTo>
                    <a:pt x="2025" y="0"/>
                  </a:lnTo>
                  <a:lnTo>
                    <a:pt x="2026" y="0"/>
                  </a:lnTo>
                  <a:lnTo>
                    <a:pt x="2027" y="0"/>
                  </a:lnTo>
                  <a:lnTo>
                    <a:pt x="2029" y="0"/>
                  </a:lnTo>
                  <a:lnTo>
                    <a:pt x="2030" y="0"/>
                  </a:lnTo>
                  <a:lnTo>
                    <a:pt x="2031" y="0"/>
                  </a:lnTo>
                  <a:lnTo>
                    <a:pt x="2033" y="0"/>
                  </a:lnTo>
                  <a:lnTo>
                    <a:pt x="2034" y="0"/>
                  </a:lnTo>
                  <a:lnTo>
                    <a:pt x="2035" y="0"/>
                  </a:lnTo>
                  <a:lnTo>
                    <a:pt x="2037" y="0"/>
                  </a:lnTo>
                  <a:lnTo>
                    <a:pt x="2038" y="0"/>
                  </a:lnTo>
                  <a:lnTo>
                    <a:pt x="2039" y="0"/>
                  </a:lnTo>
                  <a:lnTo>
                    <a:pt x="2041" y="0"/>
                  </a:lnTo>
                  <a:lnTo>
                    <a:pt x="2042" y="0"/>
                  </a:lnTo>
                  <a:lnTo>
                    <a:pt x="2043" y="0"/>
                  </a:lnTo>
                  <a:lnTo>
                    <a:pt x="2044" y="0"/>
                  </a:lnTo>
                  <a:lnTo>
                    <a:pt x="2046" y="0"/>
                  </a:lnTo>
                  <a:lnTo>
                    <a:pt x="2047" y="0"/>
                  </a:lnTo>
                  <a:lnTo>
                    <a:pt x="2049" y="0"/>
                  </a:lnTo>
                  <a:lnTo>
                    <a:pt x="2050" y="0"/>
                  </a:lnTo>
                  <a:lnTo>
                    <a:pt x="2051" y="0"/>
                  </a:lnTo>
                  <a:lnTo>
                    <a:pt x="2053" y="0"/>
                  </a:lnTo>
                  <a:lnTo>
                    <a:pt x="2054" y="0"/>
                  </a:lnTo>
                  <a:lnTo>
                    <a:pt x="2055" y="0"/>
                  </a:lnTo>
                  <a:lnTo>
                    <a:pt x="2056" y="0"/>
                  </a:lnTo>
                  <a:lnTo>
                    <a:pt x="2058" y="0"/>
                  </a:lnTo>
                  <a:lnTo>
                    <a:pt x="2059" y="0"/>
                  </a:lnTo>
                  <a:lnTo>
                    <a:pt x="2060" y="0"/>
                  </a:lnTo>
                  <a:lnTo>
                    <a:pt x="2062" y="0"/>
                  </a:lnTo>
                  <a:lnTo>
                    <a:pt x="2063" y="0"/>
                  </a:lnTo>
                  <a:lnTo>
                    <a:pt x="2065" y="0"/>
                  </a:lnTo>
                  <a:lnTo>
                    <a:pt x="2066" y="0"/>
                  </a:lnTo>
                  <a:lnTo>
                    <a:pt x="2067" y="0"/>
                  </a:lnTo>
                  <a:lnTo>
                    <a:pt x="2068" y="0"/>
                  </a:lnTo>
                  <a:lnTo>
                    <a:pt x="2070" y="0"/>
                  </a:lnTo>
                  <a:lnTo>
                    <a:pt x="2071" y="0"/>
                  </a:lnTo>
                  <a:lnTo>
                    <a:pt x="2072" y="0"/>
                  </a:lnTo>
                  <a:lnTo>
                    <a:pt x="2074" y="0"/>
                  </a:lnTo>
                  <a:lnTo>
                    <a:pt x="2075" y="0"/>
                  </a:lnTo>
                  <a:lnTo>
                    <a:pt x="2076" y="0"/>
                  </a:lnTo>
                  <a:lnTo>
                    <a:pt x="2078" y="0"/>
                  </a:lnTo>
                  <a:lnTo>
                    <a:pt x="2079" y="0"/>
                  </a:lnTo>
                  <a:lnTo>
                    <a:pt x="2080" y="0"/>
                  </a:lnTo>
                  <a:lnTo>
                    <a:pt x="2082" y="0"/>
                  </a:lnTo>
                  <a:lnTo>
                    <a:pt x="2083" y="0"/>
                  </a:lnTo>
                  <a:lnTo>
                    <a:pt x="2084" y="0"/>
                  </a:lnTo>
                  <a:lnTo>
                    <a:pt x="2085" y="0"/>
                  </a:lnTo>
                  <a:lnTo>
                    <a:pt x="2087" y="0"/>
                  </a:lnTo>
                  <a:lnTo>
                    <a:pt x="2088" y="0"/>
                  </a:lnTo>
                  <a:lnTo>
                    <a:pt x="2090" y="0"/>
                  </a:lnTo>
                  <a:lnTo>
                    <a:pt x="2091" y="0"/>
                  </a:lnTo>
                  <a:lnTo>
                    <a:pt x="2092" y="0"/>
                  </a:lnTo>
                  <a:lnTo>
                    <a:pt x="2094" y="0"/>
                  </a:lnTo>
                  <a:lnTo>
                    <a:pt x="2095" y="0"/>
                  </a:lnTo>
                  <a:lnTo>
                    <a:pt x="2096" y="0"/>
                  </a:lnTo>
                  <a:lnTo>
                    <a:pt x="2097" y="0"/>
                  </a:lnTo>
                  <a:lnTo>
                    <a:pt x="2099" y="0"/>
                  </a:lnTo>
                  <a:lnTo>
                    <a:pt x="2100" y="0"/>
                  </a:lnTo>
                  <a:lnTo>
                    <a:pt x="2101" y="0"/>
                  </a:lnTo>
                  <a:lnTo>
                    <a:pt x="2103" y="2"/>
                  </a:lnTo>
                  <a:lnTo>
                    <a:pt x="2104" y="6"/>
                  </a:lnTo>
                  <a:lnTo>
                    <a:pt x="2106" y="13"/>
                  </a:lnTo>
                  <a:lnTo>
                    <a:pt x="2107" y="22"/>
                  </a:lnTo>
                  <a:lnTo>
                    <a:pt x="2108" y="34"/>
                  </a:lnTo>
                  <a:lnTo>
                    <a:pt x="2109" y="49"/>
                  </a:lnTo>
                  <a:lnTo>
                    <a:pt x="2111" y="66"/>
                  </a:lnTo>
                  <a:lnTo>
                    <a:pt x="2112" y="86"/>
                  </a:lnTo>
                  <a:lnTo>
                    <a:pt x="2113" y="108"/>
                  </a:lnTo>
                  <a:lnTo>
                    <a:pt x="2115" y="131"/>
                  </a:lnTo>
                  <a:lnTo>
                    <a:pt x="2116" y="155"/>
                  </a:lnTo>
                  <a:lnTo>
                    <a:pt x="2117" y="178"/>
                  </a:lnTo>
                  <a:lnTo>
                    <a:pt x="2119" y="203"/>
                  </a:lnTo>
                  <a:lnTo>
                    <a:pt x="2120" y="227"/>
                  </a:lnTo>
                  <a:lnTo>
                    <a:pt x="2121" y="252"/>
                  </a:lnTo>
                  <a:lnTo>
                    <a:pt x="2123" y="276"/>
                  </a:lnTo>
                  <a:lnTo>
                    <a:pt x="2124" y="301"/>
                  </a:lnTo>
                  <a:lnTo>
                    <a:pt x="2125" y="326"/>
                  </a:lnTo>
                  <a:lnTo>
                    <a:pt x="2127" y="351"/>
                  </a:lnTo>
                  <a:lnTo>
                    <a:pt x="2128" y="375"/>
                  </a:lnTo>
                  <a:lnTo>
                    <a:pt x="2129" y="398"/>
                  </a:lnTo>
                  <a:lnTo>
                    <a:pt x="2131" y="421"/>
                  </a:lnTo>
                  <a:lnTo>
                    <a:pt x="2132" y="442"/>
                  </a:lnTo>
                  <a:lnTo>
                    <a:pt x="2133" y="463"/>
                  </a:lnTo>
                  <a:lnTo>
                    <a:pt x="2135" y="482"/>
                  </a:lnTo>
                  <a:lnTo>
                    <a:pt x="2136" y="500"/>
                  </a:lnTo>
                  <a:lnTo>
                    <a:pt x="2137" y="517"/>
                  </a:lnTo>
                  <a:lnTo>
                    <a:pt x="2138" y="532"/>
                  </a:lnTo>
                  <a:lnTo>
                    <a:pt x="2140" y="547"/>
                  </a:lnTo>
                  <a:lnTo>
                    <a:pt x="2141" y="560"/>
                  </a:lnTo>
                  <a:lnTo>
                    <a:pt x="2142" y="573"/>
                  </a:lnTo>
                  <a:lnTo>
                    <a:pt x="2144" y="585"/>
                  </a:lnTo>
                  <a:lnTo>
                    <a:pt x="2145" y="596"/>
                  </a:lnTo>
                  <a:lnTo>
                    <a:pt x="2147" y="607"/>
                  </a:lnTo>
                  <a:lnTo>
                    <a:pt x="2148" y="617"/>
                  </a:lnTo>
                  <a:lnTo>
                    <a:pt x="2149" y="628"/>
                  </a:lnTo>
                  <a:lnTo>
                    <a:pt x="2150" y="638"/>
                  </a:lnTo>
                  <a:lnTo>
                    <a:pt x="2152" y="648"/>
                  </a:lnTo>
                  <a:lnTo>
                    <a:pt x="2153" y="658"/>
                  </a:lnTo>
                  <a:lnTo>
                    <a:pt x="2154" y="669"/>
                  </a:lnTo>
                  <a:lnTo>
                    <a:pt x="2156" y="678"/>
                  </a:lnTo>
                  <a:lnTo>
                    <a:pt x="2157" y="686"/>
                  </a:lnTo>
                  <a:lnTo>
                    <a:pt x="2158" y="693"/>
                  </a:lnTo>
                  <a:lnTo>
                    <a:pt x="2160" y="698"/>
                  </a:lnTo>
                  <a:lnTo>
                    <a:pt x="2161" y="703"/>
                  </a:lnTo>
                  <a:lnTo>
                    <a:pt x="2163" y="707"/>
                  </a:lnTo>
                  <a:lnTo>
                    <a:pt x="2164" y="708"/>
                  </a:lnTo>
                  <a:lnTo>
                    <a:pt x="2165" y="709"/>
                  </a:lnTo>
                  <a:lnTo>
                    <a:pt x="2166" y="709"/>
                  </a:lnTo>
                  <a:lnTo>
                    <a:pt x="2168" y="709"/>
                  </a:lnTo>
                  <a:lnTo>
                    <a:pt x="2169" y="709"/>
                  </a:lnTo>
                  <a:lnTo>
                    <a:pt x="2170" y="709"/>
                  </a:lnTo>
                  <a:lnTo>
                    <a:pt x="2172" y="709"/>
                  </a:lnTo>
                  <a:lnTo>
                    <a:pt x="2173" y="709"/>
                  </a:lnTo>
                  <a:lnTo>
                    <a:pt x="2174" y="709"/>
                  </a:lnTo>
                  <a:lnTo>
                    <a:pt x="2176" y="709"/>
                  </a:lnTo>
                  <a:lnTo>
                    <a:pt x="2177" y="709"/>
                  </a:lnTo>
                  <a:lnTo>
                    <a:pt x="2178" y="709"/>
                  </a:lnTo>
                  <a:lnTo>
                    <a:pt x="2179" y="709"/>
                  </a:lnTo>
                  <a:lnTo>
                    <a:pt x="2181" y="709"/>
                  </a:lnTo>
                  <a:lnTo>
                    <a:pt x="2182" y="709"/>
                  </a:lnTo>
                  <a:lnTo>
                    <a:pt x="2183" y="709"/>
                  </a:lnTo>
                  <a:lnTo>
                    <a:pt x="2185" y="709"/>
                  </a:lnTo>
                  <a:lnTo>
                    <a:pt x="2186" y="709"/>
                  </a:lnTo>
                  <a:lnTo>
                    <a:pt x="2188" y="709"/>
                  </a:lnTo>
                  <a:lnTo>
                    <a:pt x="2189" y="709"/>
                  </a:lnTo>
                  <a:lnTo>
                    <a:pt x="2190" y="709"/>
                  </a:lnTo>
                  <a:lnTo>
                    <a:pt x="2192" y="709"/>
                  </a:lnTo>
                  <a:lnTo>
                    <a:pt x="2193" y="709"/>
                  </a:lnTo>
                  <a:lnTo>
                    <a:pt x="2194" y="709"/>
                  </a:lnTo>
                  <a:lnTo>
                    <a:pt x="2195" y="709"/>
                  </a:lnTo>
                  <a:lnTo>
                    <a:pt x="2197" y="709"/>
                  </a:lnTo>
                  <a:lnTo>
                    <a:pt x="2198" y="709"/>
                  </a:lnTo>
                  <a:lnTo>
                    <a:pt x="2199" y="709"/>
                  </a:lnTo>
                  <a:lnTo>
                    <a:pt x="2201" y="709"/>
                  </a:lnTo>
                  <a:lnTo>
                    <a:pt x="2202" y="709"/>
                  </a:lnTo>
                  <a:lnTo>
                    <a:pt x="2204" y="709"/>
                  </a:lnTo>
                  <a:lnTo>
                    <a:pt x="2205" y="709"/>
                  </a:lnTo>
                  <a:lnTo>
                    <a:pt x="2206" y="709"/>
                  </a:lnTo>
                  <a:lnTo>
                    <a:pt x="2207" y="709"/>
                  </a:lnTo>
                  <a:lnTo>
                    <a:pt x="2209" y="709"/>
                  </a:lnTo>
                  <a:lnTo>
                    <a:pt x="2210" y="709"/>
                  </a:lnTo>
                  <a:lnTo>
                    <a:pt x="2211" y="709"/>
                  </a:lnTo>
                  <a:lnTo>
                    <a:pt x="2213" y="709"/>
                  </a:lnTo>
                  <a:lnTo>
                    <a:pt x="2214" y="709"/>
                  </a:lnTo>
                  <a:lnTo>
                    <a:pt x="2215" y="709"/>
                  </a:lnTo>
                  <a:lnTo>
                    <a:pt x="2217" y="709"/>
                  </a:lnTo>
                  <a:lnTo>
                    <a:pt x="2218" y="709"/>
                  </a:lnTo>
                  <a:lnTo>
                    <a:pt x="2219" y="709"/>
                  </a:lnTo>
                  <a:lnTo>
                    <a:pt x="2221" y="709"/>
                  </a:lnTo>
                  <a:lnTo>
                    <a:pt x="2222" y="709"/>
                  </a:lnTo>
                  <a:lnTo>
                    <a:pt x="2223" y="709"/>
                  </a:lnTo>
                  <a:lnTo>
                    <a:pt x="2225" y="709"/>
                  </a:lnTo>
                  <a:lnTo>
                    <a:pt x="2226" y="709"/>
                  </a:lnTo>
                  <a:lnTo>
                    <a:pt x="2227" y="709"/>
                  </a:lnTo>
                  <a:lnTo>
                    <a:pt x="2229" y="709"/>
                  </a:lnTo>
                  <a:lnTo>
                    <a:pt x="2230" y="709"/>
                  </a:lnTo>
                  <a:lnTo>
                    <a:pt x="2231" y="709"/>
                  </a:lnTo>
                  <a:lnTo>
                    <a:pt x="2233" y="709"/>
                  </a:lnTo>
                  <a:lnTo>
                    <a:pt x="2234" y="709"/>
                  </a:lnTo>
                  <a:lnTo>
                    <a:pt x="2235" y="709"/>
                  </a:lnTo>
                  <a:lnTo>
                    <a:pt x="2236" y="709"/>
                  </a:lnTo>
                  <a:lnTo>
                    <a:pt x="2238" y="709"/>
                  </a:lnTo>
                  <a:lnTo>
                    <a:pt x="2239" y="709"/>
                  </a:lnTo>
                  <a:lnTo>
                    <a:pt x="2240" y="709"/>
                  </a:lnTo>
                  <a:lnTo>
                    <a:pt x="2242" y="709"/>
                  </a:lnTo>
                  <a:lnTo>
                    <a:pt x="2243" y="709"/>
                  </a:lnTo>
                  <a:lnTo>
                    <a:pt x="2245" y="709"/>
                  </a:lnTo>
                  <a:lnTo>
                    <a:pt x="2246" y="709"/>
                  </a:lnTo>
                  <a:lnTo>
                    <a:pt x="2247" y="709"/>
                  </a:lnTo>
                  <a:lnTo>
                    <a:pt x="2248" y="709"/>
                  </a:lnTo>
                  <a:lnTo>
                    <a:pt x="2250" y="709"/>
                  </a:lnTo>
                  <a:lnTo>
                    <a:pt x="2251" y="709"/>
                  </a:lnTo>
                  <a:lnTo>
                    <a:pt x="2252" y="709"/>
                  </a:lnTo>
                  <a:lnTo>
                    <a:pt x="2254" y="709"/>
                  </a:lnTo>
                  <a:lnTo>
                    <a:pt x="2255" y="709"/>
                  </a:lnTo>
                  <a:lnTo>
                    <a:pt x="2256" y="709"/>
                  </a:lnTo>
                  <a:lnTo>
                    <a:pt x="2258" y="709"/>
                  </a:lnTo>
                  <a:lnTo>
                    <a:pt x="2259" y="709"/>
                  </a:lnTo>
                  <a:lnTo>
                    <a:pt x="2260" y="709"/>
                  </a:lnTo>
                  <a:lnTo>
                    <a:pt x="2262" y="709"/>
                  </a:lnTo>
                  <a:lnTo>
                    <a:pt x="2263" y="709"/>
                  </a:lnTo>
                  <a:lnTo>
                    <a:pt x="2264" y="709"/>
                  </a:lnTo>
                  <a:lnTo>
                    <a:pt x="2266" y="709"/>
                  </a:lnTo>
                  <a:lnTo>
                    <a:pt x="2267" y="709"/>
                  </a:lnTo>
                  <a:lnTo>
                    <a:pt x="2268" y="709"/>
                  </a:lnTo>
                  <a:lnTo>
                    <a:pt x="2270" y="709"/>
                  </a:lnTo>
                  <a:lnTo>
                    <a:pt x="2271" y="709"/>
                  </a:lnTo>
                  <a:lnTo>
                    <a:pt x="2272" y="709"/>
                  </a:lnTo>
                  <a:lnTo>
                    <a:pt x="2274" y="709"/>
                  </a:lnTo>
                  <a:lnTo>
                    <a:pt x="2275" y="709"/>
                  </a:lnTo>
                  <a:lnTo>
                    <a:pt x="2276" y="709"/>
                  </a:lnTo>
                  <a:lnTo>
                    <a:pt x="2277" y="709"/>
                  </a:lnTo>
                  <a:lnTo>
                    <a:pt x="2279" y="709"/>
                  </a:lnTo>
                  <a:lnTo>
                    <a:pt x="2280" y="709"/>
                  </a:lnTo>
                  <a:lnTo>
                    <a:pt x="2281" y="709"/>
                  </a:lnTo>
                  <a:lnTo>
                    <a:pt x="2283" y="709"/>
                  </a:lnTo>
                  <a:lnTo>
                    <a:pt x="2284" y="709"/>
                  </a:lnTo>
                  <a:lnTo>
                    <a:pt x="2286" y="709"/>
                  </a:lnTo>
                  <a:lnTo>
                    <a:pt x="2287" y="709"/>
                  </a:lnTo>
                  <a:lnTo>
                    <a:pt x="2288" y="709"/>
                  </a:lnTo>
                  <a:lnTo>
                    <a:pt x="2289" y="709"/>
                  </a:lnTo>
                  <a:lnTo>
                    <a:pt x="2291" y="709"/>
                  </a:lnTo>
                  <a:lnTo>
                    <a:pt x="2292" y="709"/>
                  </a:lnTo>
                  <a:lnTo>
                    <a:pt x="2293" y="709"/>
                  </a:lnTo>
                  <a:lnTo>
                    <a:pt x="2295" y="709"/>
                  </a:lnTo>
                  <a:lnTo>
                    <a:pt x="2296" y="709"/>
                  </a:lnTo>
                  <a:lnTo>
                    <a:pt x="2297" y="709"/>
                  </a:lnTo>
                  <a:lnTo>
                    <a:pt x="2299" y="709"/>
                  </a:lnTo>
                  <a:lnTo>
                    <a:pt x="2300" y="709"/>
                  </a:lnTo>
                  <a:lnTo>
                    <a:pt x="2301" y="709"/>
                  </a:lnTo>
                  <a:lnTo>
                    <a:pt x="2303" y="709"/>
                  </a:lnTo>
                  <a:lnTo>
                    <a:pt x="2304" y="709"/>
                  </a:lnTo>
                  <a:lnTo>
                    <a:pt x="2305" y="709"/>
                  </a:lnTo>
                  <a:lnTo>
                    <a:pt x="2307" y="709"/>
                  </a:lnTo>
                  <a:lnTo>
                    <a:pt x="2308" y="709"/>
                  </a:lnTo>
                  <a:lnTo>
                    <a:pt x="2309" y="709"/>
                  </a:lnTo>
                  <a:lnTo>
                    <a:pt x="2311" y="709"/>
                  </a:lnTo>
                  <a:lnTo>
                    <a:pt x="2312" y="709"/>
                  </a:lnTo>
                  <a:lnTo>
                    <a:pt x="2313" y="709"/>
                  </a:lnTo>
                  <a:lnTo>
                    <a:pt x="2315" y="709"/>
                  </a:lnTo>
                  <a:lnTo>
                    <a:pt x="2316" y="709"/>
                  </a:lnTo>
                  <a:lnTo>
                    <a:pt x="2317" y="709"/>
                  </a:lnTo>
                  <a:lnTo>
                    <a:pt x="2318" y="709"/>
                  </a:lnTo>
                  <a:lnTo>
                    <a:pt x="2320" y="709"/>
                  </a:lnTo>
                  <a:lnTo>
                    <a:pt x="2321" y="709"/>
                  </a:lnTo>
                  <a:lnTo>
                    <a:pt x="2323" y="709"/>
                  </a:lnTo>
                  <a:lnTo>
                    <a:pt x="2324" y="709"/>
                  </a:lnTo>
                  <a:lnTo>
                    <a:pt x="2325" y="709"/>
                  </a:lnTo>
                  <a:lnTo>
                    <a:pt x="2327" y="709"/>
                  </a:lnTo>
                  <a:lnTo>
                    <a:pt x="2328" y="709"/>
                  </a:lnTo>
                  <a:lnTo>
                    <a:pt x="2329" y="709"/>
                  </a:lnTo>
                  <a:lnTo>
                    <a:pt x="2330" y="709"/>
                  </a:lnTo>
                  <a:lnTo>
                    <a:pt x="2332" y="709"/>
                  </a:lnTo>
                  <a:lnTo>
                    <a:pt x="2333" y="709"/>
                  </a:lnTo>
                  <a:lnTo>
                    <a:pt x="2334" y="709"/>
                  </a:lnTo>
                  <a:lnTo>
                    <a:pt x="2336" y="709"/>
                  </a:lnTo>
                  <a:lnTo>
                    <a:pt x="2337" y="709"/>
                  </a:lnTo>
                  <a:lnTo>
                    <a:pt x="2338" y="709"/>
                  </a:lnTo>
                  <a:lnTo>
                    <a:pt x="2340" y="709"/>
                  </a:lnTo>
                  <a:lnTo>
                    <a:pt x="2341" y="709"/>
                  </a:lnTo>
                  <a:lnTo>
                    <a:pt x="2342" y="709"/>
                  </a:lnTo>
                  <a:lnTo>
                    <a:pt x="2344" y="709"/>
                  </a:lnTo>
                  <a:lnTo>
                    <a:pt x="2345" y="709"/>
                  </a:lnTo>
                  <a:lnTo>
                    <a:pt x="2346" y="709"/>
                  </a:lnTo>
                  <a:lnTo>
                    <a:pt x="2348" y="709"/>
                  </a:lnTo>
                  <a:lnTo>
                    <a:pt x="2349" y="709"/>
                  </a:lnTo>
                  <a:lnTo>
                    <a:pt x="2350" y="709"/>
                  </a:lnTo>
                  <a:lnTo>
                    <a:pt x="2352" y="709"/>
                  </a:lnTo>
                  <a:lnTo>
                    <a:pt x="2353" y="709"/>
                  </a:lnTo>
                  <a:lnTo>
                    <a:pt x="2354" y="709"/>
                  </a:lnTo>
                  <a:lnTo>
                    <a:pt x="2356" y="709"/>
                  </a:lnTo>
                  <a:lnTo>
                    <a:pt x="2357" y="709"/>
                  </a:lnTo>
                  <a:lnTo>
                    <a:pt x="2358" y="709"/>
                  </a:lnTo>
                  <a:lnTo>
                    <a:pt x="2359" y="709"/>
                  </a:lnTo>
                  <a:lnTo>
                    <a:pt x="2361" y="709"/>
                  </a:lnTo>
                  <a:lnTo>
                    <a:pt x="2362" y="709"/>
                  </a:lnTo>
                  <a:lnTo>
                    <a:pt x="2364" y="709"/>
                  </a:lnTo>
                  <a:lnTo>
                    <a:pt x="2365" y="709"/>
                  </a:lnTo>
                  <a:lnTo>
                    <a:pt x="2366" y="709"/>
                  </a:lnTo>
                  <a:lnTo>
                    <a:pt x="2368" y="709"/>
                  </a:lnTo>
                  <a:lnTo>
                    <a:pt x="2369" y="709"/>
                  </a:lnTo>
                  <a:lnTo>
                    <a:pt x="2370" y="709"/>
                  </a:lnTo>
                  <a:lnTo>
                    <a:pt x="2371" y="709"/>
                  </a:lnTo>
                  <a:lnTo>
                    <a:pt x="2373" y="709"/>
                  </a:lnTo>
                  <a:lnTo>
                    <a:pt x="2374" y="709"/>
                  </a:lnTo>
                  <a:lnTo>
                    <a:pt x="2375" y="709"/>
                  </a:lnTo>
                  <a:lnTo>
                    <a:pt x="2377" y="709"/>
                  </a:lnTo>
                  <a:lnTo>
                    <a:pt x="2378" y="709"/>
                  </a:lnTo>
                  <a:lnTo>
                    <a:pt x="2379" y="709"/>
                  </a:lnTo>
                  <a:lnTo>
                    <a:pt x="2381" y="709"/>
                  </a:lnTo>
                  <a:lnTo>
                    <a:pt x="2382" y="709"/>
                  </a:lnTo>
                  <a:lnTo>
                    <a:pt x="2384" y="709"/>
                  </a:lnTo>
                  <a:lnTo>
                    <a:pt x="2385" y="709"/>
                  </a:lnTo>
                  <a:lnTo>
                    <a:pt x="2386" y="709"/>
                  </a:lnTo>
                  <a:lnTo>
                    <a:pt x="2387" y="709"/>
                  </a:lnTo>
                  <a:lnTo>
                    <a:pt x="2389" y="709"/>
                  </a:lnTo>
                  <a:lnTo>
                    <a:pt x="2390" y="709"/>
                  </a:lnTo>
                  <a:lnTo>
                    <a:pt x="2391" y="709"/>
                  </a:lnTo>
                  <a:lnTo>
                    <a:pt x="2393" y="709"/>
                  </a:lnTo>
                  <a:lnTo>
                    <a:pt x="2394" y="709"/>
                  </a:lnTo>
                  <a:lnTo>
                    <a:pt x="2395" y="709"/>
                  </a:lnTo>
                  <a:lnTo>
                    <a:pt x="2397" y="709"/>
                  </a:lnTo>
                  <a:lnTo>
                    <a:pt x="2398" y="709"/>
                  </a:lnTo>
                  <a:lnTo>
                    <a:pt x="2399" y="709"/>
                  </a:lnTo>
                  <a:lnTo>
                    <a:pt x="2400" y="709"/>
                  </a:lnTo>
                  <a:lnTo>
                    <a:pt x="2402" y="709"/>
                  </a:lnTo>
                  <a:lnTo>
                    <a:pt x="2403" y="709"/>
                  </a:lnTo>
                  <a:lnTo>
                    <a:pt x="2405" y="709"/>
                  </a:lnTo>
                  <a:lnTo>
                    <a:pt x="2406" y="709"/>
                  </a:lnTo>
                  <a:lnTo>
                    <a:pt x="2407" y="709"/>
                  </a:lnTo>
                  <a:lnTo>
                    <a:pt x="2409" y="709"/>
                  </a:lnTo>
                  <a:lnTo>
                    <a:pt x="2410" y="709"/>
                  </a:lnTo>
                  <a:lnTo>
                    <a:pt x="2411" y="709"/>
                  </a:lnTo>
                  <a:lnTo>
                    <a:pt x="2413" y="709"/>
                  </a:lnTo>
                  <a:lnTo>
                    <a:pt x="2414" y="709"/>
                  </a:lnTo>
                  <a:lnTo>
                    <a:pt x="2415" y="709"/>
                  </a:lnTo>
                  <a:lnTo>
                    <a:pt x="2416" y="709"/>
                  </a:lnTo>
                  <a:lnTo>
                    <a:pt x="2418" y="709"/>
                  </a:lnTo>
                  <a:lnTo>
                    <a:pt x="2419" y="709"/>
                  </a:lnTo>
                  <a:lnTo>
                    <a:pt x="2421" y="709"/>
                  </a:lnTo>
                  <a:lnTo>
                    <a:pt x="2422" y="709"/>
                  </a:lnTo>
                  <a:lnTo>
                    <a:pt x="2423" y="709"/>
                  </a:lnTo>
                  <a:lnTo>
                    <a:pt x="2425" y="709"/>
                  </a:lnTo>
                  <a:lnTo>
                    <a:pt x="2426" y="709"/>
                  </a:lnTo>
                  <a:lnTo>
                    <a:pt x="2427" y="709"/>
                  </a:lnTo>
                  <a:lnTo>
                    <a:pt x="2428" y="709"/>
                  </a:lnTo>
                  <a:lnTo>
                    <a:pt x="2430" y="709"/>
                  </a:lnTo>
                  <a:lnTo>
                    <a:pt x="2431" y="709"/>
                  </a:lnTo>
                  <a:lnTo>
                    <a:pt x="2432" y="709"/>
                  </a:lnTo>
                  <a:lnTo>
                    <a:pt x="2434" y="709"/>
                  </a:lnTo>
                  <a:lnTo>
                    <a:pt x="2435" y="709"/>
                  </a:lnTo>
                  <a:lnTo>
                    <a:pt x="2436" y="709"/>
                  </a:lnTo>
                  <a:lnTo>
                    <a:pt x="2438" y="709"/>
                  </a:lnTo>
                  <a:lnTo>
                    <a:pt x="2439" y="709"/>
                  </a:lnTo>
                  <a:lnTo>
                    <a:pt x="2440" y="709"/>
                  </a:lnTo>
                  <a:lnTo>
                    <a:pt x="2442" y="709"/>
                  </a:lnTo>
                  <a:lnTo>
                    <a:pt x="2443" y="709"/>
                  </a:lnTo>
                  <a:lnTo>
                    <a:pt x="2444" y="709"/>
                  </a:lnTo>
                  <a:lnTo>
                    <a:pt x="2446" y="709"/>
                  </a:lnTo>
                  <a:lnTo>
                    <a:pt x="2447" y="709"/>
                  </a:lnTo>
                  <a:lnTo>
                    <a:pt x="2448" y="709"/>
                  </a:lnTo>
                  <a:lnTo>
                    <a:pt x="2450" y="709"/>
                  </a:lnTo>
                  <a:lnTo>
                    <a:pt x="2451" y="709"/>
                  </a:lnTo>
                  <a:lnTo>
                    <a:pt x="2452" y="709"/>
                  </a:lnTo>
                  <a:lnTo>
                    <a:pt x="2454" y="709"/>
                  </a:lnTo>
                  <a:lnTo>
                    <a:pt x="2455" y="709"/>
                  </a:lnTo>
                  <a:lnTo>
                    <a:pt x="2456" y="709"/>
                  </a:lnTo>
                  <a:lnTo>
                    <a:pt x="2457" y="709"/>
                  </a:lnTo>
                  <a:lnTo>
                    <a:pt x="2459" y="709"/>
                  </a:lnTo>
                  <a:lnTo>
                    <a:pt x="2460" y="709"/>
                  </a:lnTo>
                  <a:lnTo>
                    <a:pt x="2462" y="709"/>
                  </a:lnTo>
                  <a:lnTo>
                    <a:pt x="2463" y="709"/>
                  </a:lnTo>
                  <a:lnTo>
                    <a:pt x="2464" y="709"/>
                  </a:lnTo>
                  <a:lnTo>
                    <a:pt x="2466" y="709"/>
                  </a:lnTo>
                  <a:lnTo>
                    <a:pt x="2467" y="709"/>
                  </a:lnTo>
                  <a:lnTo>
                    <a:pt x="2468" y="709"/>
                  </a:lnTo>
                  <a:lnTo>
                    <a:pt x="2469" y="709"/>
                  </a:lnTo>
                  <a:lnTo>
                    <a:pt x="2471" y="709"/>
                  </a:lnTo>
                  <a:lnTo>
                    <a:pt x="2472" y="709"/>
                  </a:lnTo>
                  <a:lnTo>
                    <a:pt x="2473" y="709"/>
                  </a:lnTo>
                  <a:lnTo>
                    <a:pt x="2475" y="709"/>
                  </a:lnTo>
                  <a:lnTo>
                    <a:pt x="2476" y="709"/>
                  </a:lnTo>
                  <a:lnTo>
                    <a:pt x="2478" y="709"/>
                  </a:lnTo>
                  <a:lnTo>
                    <a:pt x="2479" y="709"/>
                  </a:lnTo>
                  <a:lnTo>
                    <a:pt x="2480" y="709"/>
                  </a:lnTo>
                  <a:lnTo>
                    <a:pt x="2481" y="709"/>
                  </a:lnTo>
                  <a:lnTo>
                    <a:pt x="2483" y="708"/>
                  </a:lnTo>
                  <a:lnTo>
                    <a:pt x="2484" y="705"/>
                  </a:lnTo>
                  <a:lnTo>
                    <a:pt x="2485" y="701"/>
                  </a:lnTo>
                  <a:lnTo>
                    <a:pt x="2487" y="695"/>
                  </a:lnTo>
                  <a:lnTo>
                    <a:pt x="2488" y="688"/>
                  </a:lnTo>
                  <a:lnTo>
                    <a:pt x="2489" y="679"/>
                  </a:lnTo>
                  <a:lnTo>
                    <a:pt x="2491" y="668"/>
                  </a:lnTo>
                  <a:lnTo>
                    <a:pt x="2492" y="655"/>
                  </a:lnTo>
                  <a:lnTo>
                    <a:pt x="2493" y="641"/>
                  </a:lnTo>
                  <a:lnTo>
                    <a:pt x="2495" y="625"/>
                  </a:lnTo>
                  <a:lnTo>
                    <a:pt x="2496" y="609"/>
                  </a:lnTo>
                  <a:lnTo>
                    <a:pt x="2497" y="592"/>
                  </a:lnTo>
                  <a:lnTo>
                    <a:pt x="2498" y="575"/>
                  </a:lnTo>
                  <a:lnTo>
                    <a:pt x="2500" y="558"/>
                  </a:lnTo>
                  <a:lnTo>
                    <a:pt x="2501" y="541"/>
                  </a:lnTo>
                  <a:lnTo>
                    <a:pt x="2503" y="523"/>
                  </a:lnTo>
                  <a:lnTo>
                    <a:pt x="2504" y="505"/>
                  </a:lnTo>
                  <a:lnTo>
                    <a:pt x="2505" y="486"/>
                  </a:lnTo>
                  <a:lnTo>
                    <a:pt x="2507" y="468"/>
                  </a:lnTo>
                  <a:lnTo>
                    <a:pt x="2508" y="449"/>
                  </a:lnTo>
                  <a:lnTo>
                    <a:pt x="2509" y="430"/>
                  </a:lnTo>
                  <a:lnTo>
                    <a:pt x="2510" y="411"/>
                  </a:lnTo>
                  <a:lnTo>
                    <a:pt x="2512" y="392"/>
                  </a:lnTo>
                  <a:lnTo>
                    <a:pt x="2513" y="372"/>
                  </a:lnTo>
                  <a:lnTo>
                    <a:pt x="2514" y="353"/>
                  </a:lnTo>
                  <a:lnTo>
                    <a:pt x="2516" y="333"/>
                  </a:lnTo>
                  <a:lnTo>
                    <a:pt x="2517" y="313"/>
                  </a:lnTo>
                  <a:lnTo>
                    <a:pt x="2519" y="292"/>
                  </a:lnTo>
                  <a:lnTo>
                    <a:pt x="2520" y="271"/>
                  </a:lnTo>
                  <a:lnTo>
                    <a:pt x="2521" y="250"/>
                  </a:lnTo>
                  <a:lnTo>
                    <a:pt x="2522" y="228"/>
                  </a:lnTo>
                  <a:lnTo>
                    <a:pt x="2524" y="205"/>
                  </a:lnTo>
                  <a:lnTo>
                    <a:pt x="2525" y="183"/>
                  </a:lnTo>
                  <a:lnTo>
                    <a:pt x="2526" y="160"/>
                  </a:lnTo>
                  <a:lnTo>
                    <a:pt x="2528" y="138"/>
                  </a:lnTo>
                  <a:lnTo>
                    <a:pt x="2529" y="115"/>
                  </a:lnTo>
                  <a:lnTo>
                    <a:pt x="2530" y="93"/>
                  </a:lnTo>
                  <a:lnTo>
                    <a:pt x="2532" y="73"/>
                  </a:lnTo>
                  <a:lnTo>
                    <a:pt x="2533" y="55"/>
                  </a:lnTo>
                  <a:lnTo>
                    <a:pt x="2534" y="40"/>
                  </a:lnTo>
                  <a:lnTo>
                    <a:pt x="2536" y="28"/>
                  </a:lnTo>
                  <a:lnTo>
                    <a:pt x="2537" y="18"/>
                  </a:lnTo>
                  <a:lnTo>
                    <a:pt x="2538" y="10"/>
                  </a:lnTo>
                  <a:lnTo>
                    <a:pt x="2540" y="5"/>
                  </a:lnTo>
                  <a:lnTo>
                    <a:pt x="2541" y="1"/>
                  </a:lnTo>
                  <a:lnTo>
                    <a:pt x="2542" y="1"/>
                  </a:lnTo>
                  <a:lnTo>
                    <a:pt x="2544" y="0"/>
                  </a:lnTo>
                  <a:lnTo>
                    <a:pt x="2545" y="0"/>
                  </a:lnTo>
                  <a:lnTo>
                    <a:pt x="2546" y="0"/>
                  </a:lnTo>
                  <a:lnTo>
                    <a:pt x="2548" y="0"/>
                  </a:lnTo>
                  <a:lnTo>
                    <a:pt x="2549" y="0"/>
                  </a:lnTo>
                  <a:lnTo>
                    <a:pt x="2550" y="0"/>
                  </a:lnTo>
                  <a:lnTo>
                    <a:pt x="2551" y="0"/>
                  </a:lnTo>
                  <a:lnTo>
                    <a:pt x="2553" y="0"/>
                  </a:lnTo>
                  <a:lnTo>
                    <a:pt x="2554" y="0"/>
                  </a:lnTo>
                  <a:lnTo>
                    <a:pt x="2555" y="0"/>
                  </a:lnTo>
                  <a:lnTo>
                    <a:pt x="2557" y="0"/>
                  </a:lnTo>
                  <a:lnTo>
                    <a:pt x="2558" y="0"/>
                  </a:lnTo>
                  <a:lnTo>
                    <a:pt x="2560" y="0"/>
                  </a:lnTo>
                  <a:lnTo>
                    <a:pt x="2561" y="0"/>
                  </a:lnTo>
                  <a:lnTo>
                    <a:pt x="2562" y="0"/>
                  </a:lnTo>
                  <a:lnTo>
                    <a:pt x="2563" y="0"/>
                  </a:lnTo>
                  <a:lnTo>
                    <a:pt x="2565" y="0"/>
                  </a:lnTo>
                  <a:lnTo>
                    <a:pt x="2566" y="0"/>
                  </a:lnTo>
                  <a:lnTo>
                    <a:pt x="2567" y="0"/>
                  </a:lnTo>
                  <a:lnTo>
                    <a:pt x="2569" y="0"/>
                  </a:lnTo>
                  <a:lnTo>
                    <a:pt x="2570" y="0"/>
                  </a:lnTo>
                  <a:lnTo>
                    <a:pt x="2571" y="0"/>
                  </a:lnTo>
                  <a:lnTo>
                    <a:pt x="2573" y="0"/>
                  </a:lnTo>
                  <a:lnTo>
                    <a:pt x="2574" y="0"/>
                  </a:lnTo>
                  <a:lnTo>
                    <a:pt x="2576" y="0"/>
                  </a:lnTo>
                  <a:lnTo>
                    <a:pt x="2577" y="0"/>
                  </a:lnTo>
                  <a:lnTo>
                    <a:pt x="2578" y="0"/>
                  </a:lnTo>
                  <a:lnTo>
                    <a:pt x="2579" y="0"/>
                  </a:lnTo>
                  <a:lnTo>
                    <a:pt x="2581" y="0"/>
                  </a:lnTo>
                  <a:lnTo>
                    <a:pt x="2582" y="0"/>
                  </a:lnTo>
                  <a:lnTo>
                    <a:pt x="2583" y="0"/>
                  </a:lnTo>
                  <a:lnTo>
                    <a:pt x="2585" y="0"/>
                  </a:lnTo>
                  <a:lnTo>
                    <a:pt x="2586" y="0"/>
                  </a:lnTo>
                  <a:lnTo>
                    <a:pt x="2587" y="0"/>
                  </a:lnTo>
                  <a:lnTo>
                    <a:pt x="2589" y="0"/>
                  </a:lnTo>
                  <a:lnTo>
                    <a:pt x="2590" y="0"/>
                  </a:lnTo>
                  <a:lnTo>
                    <a:pt x="2591" y="0"/>
                  </a:lnTo>
                  <a:lnTo>
                    <a:pt x="2592" y="0"/>
                  </a:lnTo>
                  <a:lnTo>
                    <a:pt x="2594" y="0"/>
                  </a:lnTo>
                  <a:lnTo>
                    <a:pt x="2595" y="0"/>
                  </a:lnTo>
                  <a:lnTo>
                    <a:pt x="2596" y="0"/>
                  </a:lnTo>
                  <a:lnTo>
                    <a:pt x="2598" y="0"/>
                  </a:lnTo>
                  <a:lnTo>
                    <a:pt x="2599" y="0"/>
                  </a:lnTo>
                  <a:lnTo>
                    <a:pt x="2601" y="0"/>
                  </a:lnTo>
                  <a:lnTo>
                    <a:pt x="2602" y="0"/>
                  </a:lnTo>
                  <a:lnTo>
                    <a:pt x="2603" y="0"/>
                  </a:lnTo>
                  <a:lnTo>
                    <a:pt x="2605" y="0"/>
                  </a:lnTo>
                  <a:lnTo>
                    <a:pt x="2606" y="0"/>
                  </a:lnTo>
                  <a:lnTo>
                    <a:pt x="2607" y="0"/>
                  </a:lnTo>
                  <a:lnTo>
                    <a:pt x="2608" y="0"/>
                  </a:lnTo>
                  <a:lnTo>
                    <a:pt x="2610" y="0"/>
                  </a:lnTo>
                  <a:lnTo>
                    <a:pt x="2611" y="0"/>
                  </a:lnTo>
                  <a:lnTo>
                    <a:pt x="2612" y="0"/>
                  </a:lnTo>
                  <a:lnTo>
                    <a:pt x="2614" y="0"/>
                  </a:lnTo>
                  <a:lnTo>
                    <a:pt x="2615" y="0"/>
                  </a:lnTo>
                  <a:lnTo>
                    <a:pt x="2617" y="0"/>
                  </a:lnTo>
                  <a:lnTo>
                    <a:pt x="2618" y="0"/>
                  </a:lnTo>
                  <a:lnTo>
                    <a:pt x="2619" y="0"/>
                  </a:lnTo>
                  <a:lnTo>
                    <a:pt x="2620" y="0"/>
                  </a:lnTo>
                  <a:lnTo>
                    <a:pt x="2622" y="0"/>
                  </a:lnTo>
                  <a:lnTo>
                    <a:pt x="2623" y="0"/>
                  </a:lnTo>
                  <a:lnTo>
                    <a:pt x="2624" y="0"/>
                  </a:lnTo>
                  <a:lnTo>
                    <a:pt x="2626" y="0"/>
                  </a:lnTo>
                  <a:lnTo>
                    <a:pt x="2627" y="0"/>
                  </a:lnTo>
                  <a:lnTo>
                    <a:pt x="2628" y="0"/>
                  </a:lnTo>
                  <a:lnTo>
                    <a:pt x="2630" y="0"/>
                  </a:lnTo>
                  <a:lnTo>
                    <a:pt x="2631" y="0"/>
                  </a:lnTo>
                  <a:lnTo>
                    <a:pt x="2632" y="0"/>
                  </a:lnTo>
                  <a:lnTo>
                    <a:pt x="2634" y="0"/>
                  </a:lnTo>
                  <a:lnTo>
                    <a:pt x="2635" y="0"/>
                  </a:lnTo>
                  <a:lnTo>
                    <a:pt x="2636" y="0"/>
                  </a:lnTo>
                  <a:lnTo>
                    <a:pt x="2638" y="0"/>
                  </a:lnTo>
                  <a:lnTo>
                    <a:pt x="2639" y="0"/>
                  </a:lnTo>
                  <a:lnTo>
                    <a:pt x="2640" y="0"/>
                  </a:lnTo>
                  <a:lnTo>
                    <a:pt x="2642" y="0"/>
                  </a:lnTo>
                  <a:lnTo>
                    <a:pt x="2643" y="0"/>
                  </a:lnTo>
                  <a:lnTo>
                    <a:pt x="2644" y="0"/>
                  </a:lnTo>
                  <a:lnTo>
                    <a:pt x="2646" y="0"/>
                  </a:lnTo>
                  <a:lnTo>
                    <a:pt x="2647" y="0"/>
                  </a:lnTo>
                  <a:lnTo>
                    <a:pt x="2648" y="0"/>
                  </a:lnTo>
                  <a:lnTo>
                    <a:pt x="2649" y="0"/>
                  </a:lnTo>
                  <a:lnTo>
                    <a:pt x="2651" y="0"/>
                  </a:lnTo>
                  <a:lnTo>
                    <a:pt x="2652" y="0"/>
                  </a:lnTo>
                  <a:lnTo>
                    <a:pt x="2653" y="0"/>
                  </a:lnTo>
                  <a:lnTo>
                    <a:pt x="2655" y="0"/>
                  </a:lnTo>
                  <a:lnTo>
                    <a:pt x="2656" y="0"/>
                  </a:lnTo>
                  <a:lnTo>
                    <a:pt x="2658" y="0"/>
                  </a:lnTo>
                  <a:lnTo>
                    <a:pt x="2659" y="0"/>
                  </a:lnTo>
                  <a:lnTo>
                    <a:pt x="2660" y="0"/>
                  </a:lnTo>
                  <a:lnTo>
                    <a:pt x="2661" y="1"/>
                  </a:lnTo>
                  <a:lnTo>
                    <a:pt x="2663" y="2"/>
                  </a:lnTo>
                  <a:lnTo>
                    <a:pt x="2664" y="5"/>
                  </a:lnTo>
                  <a:lnTo>
                    <a:pt x="2665" y="10"/>
                  </a:lnTo>
                  <a:lnTo>
                    <a:pt x="2667" y="17"/>
                  </a:lnTo>
                  <a:lnTo>
                    <a:pt x="2668" y="26"/>
                  </a:lnTo>
                  <a:lnTo>
                    <a:pt x="2669" y="37"/>
                  </a:lnTo>
                  <a:lnTo>
                    <a:pt x="2671" y="50"/>
                  </a:lnTo>
                  <a:lnTo>
                    <a:pt x="2672" y="66"/>
                  </a:lnTo>
                  <a:lnTo>
                    <a:pt x="2673" y="82"/>
                  </a:lnTo>
                  <a:lnTo>
                    <a:pt x="2675" y="101"/>
                  </a:lnTo>
                  <a:lnTo>
                    <a:pt x="2676" y="120"/>
                  </a:lnTo>
                  <a:lnTo>
                    <a:pt x="2677" y="140"/>
                  </a:lnTo>
                  <a:lnTo>
                    <a:pt x="2679" y="160"/>
                  </a:lnTo>
                  <a:lnTo>
                    <a:pt x="2680" y="180"/>
                  </a:lnTo>
                  <a:lnTo>
                    <a:pt x="2681" y="201"/>
                  </a:lnTo>
                  <a:lnTo>
                    <a:pt x="2683" y="221"/>
                  </a:lnTo>
                  <a:lnTo>
                    <a:pt x="2684" y="243"/>
                  </a:lnTo>
                  <a:lnTo>
                    <a:pt x="2685" y="263"/>
                  </a:lnTo>
                  <a:lnTo>
                    <a:pt x="2687" y="283"/>
                  </a:lnTo>
                  <a:lnTo>
                    <a:pt x="2688" y="303"/>
                  </a:lnTo>
                  <a:lnTo>
                    <a:pt x="2689" y="323"/>
                  </a:lnTo>
                  <a:lnTo>
                    <a:pt x="2690" y="341"/>
                  </a:lnTo>
                  <a:lnTo>
                    <a:pt x="2692" y="359"/>
                  </a:lnTo>
                  <a:lnTo>
                    <a:pt x="2693" y="377"/>
                  </a:lnTo>
                  <a:lnTo>
                    <a:pt x="2694" y="393"/>
                  </a:lnTo>
                  <a:lnTo>
                    <a:pt x="2696" y="409"/>
                  </a:lnTo>
                  <a:lnTo>
                    <a:pt x="2697" y="425"/>
                  </a:lnTo>
                  <a:lnTo>
                    <a:pt x="2699" y="440"/>
                  </a:lnTo>
                  <a:lnTo>
                    <a:pt x="2700" y="454"/>
                  </a:lnTo>
                  <a:lnTo>
                    <a:pt x="2701" y="468"/>
                  </a:lnTo>
                  <a:lnTo>
                    <a:pt x="2702" y="481"/>
                  </a:lnTo>
                  <a:lnTo>
                    <a:pt x="2704" y="494"/>
                  </a:lnTo>
                  <a:lnTo>
                    <a:pt x="2705" y="506"/>
                  </a:lnTo>
                  <a:lnTo>
                    <a:pt x="2706" y="519"/>
                  </a:lnTo>
                  <a:lnTo>
                    <a:pt x="2708" y="531"/>
                  </a:lnTo>
                  <a:lnTo>
                    <a:pt x="2709" y="542"/>
                  </a:lnTo>
                  <a:lnTo>
                    <a:pt x="2710" y="554"/>
                  </a:lnTo>
                  <a:lnTo>
                    <a:pt x="2712" y="565"/>
                  </a:lnTo>
                  <a:lnTo>
                    <a:pt x="2713" y="577"/>
                  </a:lnTo>
                  <a:lnTo>
                    <a:pt x="2714" y="588"/>
                  </a:lnTo>
                  <a:lnTo>
                    <a:pt x="2716" y="598"/>
                  </a:lnTo>
                  <a:lnTo>
                    <a:pt x="2717" y="609"/>
                  </a:lnTo>
                  <a:lnTo>
                    <a:pt x="2718" y="620"/>
                  </a:lnTo>
                  <a:lnTo>
                    <a:pt x="2720" y="630"/>
                  </a:lnTo>
                  <a:lnTo>
                    <a:pt x="2721" y="640"/>
                  </a:lnTo>
                  <a:lnTo>
                    <a:pt x="2722" y="650"/>
                  </a:lnTo>
                  <a:lnTo>
                    <a:pt x="2724" y="659"/>
                  </a:lnTo>
                  <a:lnTo>
                    <a:pt x="2725" y="669"/>
                  </a:lnTo>
                  <a:lnTo>
                    <a:pt x="2726" y="678"/>
                  </a:lnTo>
                  <a:lnTo>
                    <a:pt x="2728" y="685"/>
                  </a:lnTo>
                  <a:lnTo>
                    <a:pt x="2729" y="692"/>
                  </a:lnTo>
                  <a:lnTo>
                    <a:pt x="2730" y="697"/>
                  </a:lnTo>
                  <a:lnTo>
                    <a:pt x="2731" y="702"/>
                  </a:lnTo>
                  <a:lnTo>
                    <a:pt x="2733" y="705"/>
                  </a:lnTo>
                  <a:lnTo>
                    <a:pt x="2734" y="707"/>
                  </a:lnTo>
                  <a:lnTo>
                    <a:pt x="2736" y="709"/>
                  </a:lnTo>
                  <a:lnTo>
                    <a:pt x="2737" y="709"/>
                  </a:lnTo>
                  <a:lnTo>
                    <a:pt x="2738" y="709"/>
                  </a:lnTo>
                  <a:lnTo>
                    <a:pt x="2740" y="709"/>
                  </a:lnTo>
                  <a:lnTo>
                    <a:pt x="2741" y="709"/>
                  </a:lnTo>
                  <a:lnTo>
                    <a:pt x="2742" y="709"/>
                  </a:lnTo>
                  <a:lnTo>
                    <a:pt x="2743" y="709"/>
                  </a:lnTo>
                  <a:lnTo>
                    <a:pt x="2745" y="709"/>
                  </a:lnTo>
                  <a:lnTo>
                    <a:pt x="2746" y="709"/>
                  </a:lnTo>
                  <a:lnTo>
                    <a:pt x="2747" y="709"/>
                  </a:lnTo>
                  <a:lnTo>
                    <a:pt x="2749" y="709"/>
                  </a:lnTo>
                  <a:lnTo>
                    <a:pt x="2750" y="709"/>
                  </a:lnTo>
                  <a:lnTo>
                    <a:pt x="2751" y="709"/>
                  </a:lnTo>
                  <a:lnTo>
                    <a:pt x="2753" y="709"/>
                  </a:lnTo>
                  <a:lnTo>
                    <a:pt x="2754" y="709"/>
                  </a:lnTo>
                  <a:lnTo>
                    <a:pt x="2755" y="709"/>
                  </a:lnTo>
                  <a:lnTo>
                    <a:pt x="2757" y="709"/>
                  </a:lnTo>
                  <a:lnTo>
                    <a:pt x="2758" y="709"/>
                  </a:lnTo>
                  <a:lnTo>
                    <a:pt x="2759" y="709"/>
                  </a:lnTo>
                  <a:lnTo>
                    <a:pt x="2761" y="709"/>
                  </a:lnTo>
                  <a:lnTo>
                    <a:pt x="2762" y="709"/>
                  </a:lnTo>
                  <a:lnTo>
                    <a:pt x="2763" y="709"/>
                  </a:lnTo>
                  <a:lnTo>
                    <a:pt x="2765" y="709"/>
                  </a:lnTo>
                  <a:lnTo>
                    <a:pt x="2766" y="709"/>
                  </a:lnTo>
                  <a:lnTo>
                    <a:pt x="2767" y="709"/>
                  </a:lnTo>
                  <a:lnTo>
                    <a:pt x="2769" y="709"/>
                  </a:lnTo>
                  <a:lnTo>
                    <a:pt x="2770" y="709"/>
                  </a:lnTo>
                  <a:lnTo>
                    <a:pt x="2771" y="709"/>
                  </a:lnTo>
                  <a:lnTo>
                    <a:pt x="2772" y="709"/>
                  </a:lnTo>
                  <a:lnTo>
                    <a:pt x="2774" y="709"/>
                  </a:lnTo>
                  <a:lnTo>
                    <a:pt x="2775" y="709"/>
                  </a:lnTo>
                  <a:lnTo>
                    <a:pt x="2777" y="709"/>
                  </a:lnTo>
                  <a:lnTo>
                    <a:pt x="2778" y="709"/>
                  </a:lnTo>
                  <a:lnTo>
                    <a:pt x="2779" y="709"/>
                  </a:lnTo>
                  <a:lnTo>
                    <a:pt x="2781" y="709"/>
                  </a:lnTo>
                  <a:lnTo>
                    <a:pt x="2782" y="709"/>
                  </a:lnTo>
                  <a:lnTo>
                    <a:pt x="2783" y="709"/>
                  </a:lnTo>
                  <a:lnTo>
                    <a:pt x="2784" y="709"/>
                  </a:lnTo>
                  <a:lnTo>
                    <a:pt x="2786" y="709"/>
                  </a:lnTo>
                  <a:lnTo>
                    <a:pt x="2787" y="709"/>
                  </a:lnTo>
                  <a:lnTo>
                    <a:pt x="2788" y="709"/>
                  </a:lnTo>
                  <a:lnTo>
                    <a:pt x="2790" y="709"/>
                  </a:lnTo>
                  <a:lnTo>
                    <a:pt x="2791" y="709"/>
                  </a:lnTo>
                  <a:lnTo>
                    <a:pt x="2792" y="709"/>
                  </a:lnTo>
                  <a:lnTo>
                    <a:pt x="2794" y="709"/>
                  </a:lnTo>
                  <a:lnTo>
                    <a:pt x="2795" y="709"/>
                  </a:lnTo>
                  <a:lnTo>
                    <a:pt x="2797" y="709"/>
                  </a:lnTo>
                  <a:lnTo>
                    <a:pt x="2798" y="709"/>
                  </a:lnTo>
                  <a:lnTo>
                    <a:pt x="2799" y="709"/>
                  </a:lnTo>
                  <a:lnTo>
                    <a:pt x="2800" y="709"/>
                  </a:lnTo>
                  <a:lnTo>
                    <a:pt x="2802" y="709"/>
                  </a:lnTo>
                  <a:lnTo>
                    <a:pt x="2803" y="709"/>
                  </a:lnTo>
                  <a:lnTo>
                    <a:pt x="2804" y="709"/>
                  </a:lnTo>
                  <a:lnTo>
                    <a:pt x="2806" y="709"/>
                  </a:lnTo>
                  <a:lnTo>
                    <a:pt x="2807" y="709"/>
                  </a:lnTo>
                  <a:lnTo>
                    <a:pt x="2808" y="709"/>
                  </a:lnTo>
                  <a:lnTo>
                    <a:pt x="2810" y="709"/>
                  </a:lnTo>
                  <a:lnTo>
                    <a:pt x="2811" y="709"/>
                  </a:lnTo>
                  <a:lnTo>
                    <a:pt x="2812" y="709"/>
                  </a:lnTo>
                  <a:lnTo>
                    <a:pt x="2813" y="709"/>
                  </a:lnTo>
                  <a:lnTo>
                    <a:pt x="2815" y="709"/>
                  </a:lnTo>
                  <a:lnTo>
                    <a:pt x="2816" y="709"/>
                  </a:lnTo>
                  <a:lnTo>
                    <a:pt x="2818" y="709"/>
                  </a:lnTo>
                  <a:lnTo>
                    <a:pt x="2819" y="709"/>
                  </a:lnTo>
                  <a:lnTo>
                    <a:pt x="2820" y="709"/>
                  </a:lnTo>
                  <a:lnTo>
                    <a:pt x="2822" y="709"/>
                  </a:lnTo>
                  <a:lnTo>
                    <a:pt x="2823" y="709"/>
                  </a:lnTo>
                  <a:lnTo>
                    <a:pt x="2824" y="709"/>
                  </a:lnTo>
                  <a:lnTo>
                    <a:pt x="2826" y="709"/>
                  </a:lnTo>
                  <a:lnTo>
                    <a:pt x="2827" y="709"/>
                  </a:lnTo>
                  <a:lnTo>
                    <a:pt x="2828" y="709"/>
                  </a:lnTo>
                  <a:lnTo>
                    <a:pt x="2829" y="709"/>
                  </a:lnTo>
                  <a:lnTo>
                    <a:pt x="2831" y="709"/>
                  </a:lnTo>
                  <a:lnTo>
                    <a:pt x="2832" y="709"/>
                  </a:lnTo>
                  <a:lnTo>
                    <a:pt x="2834" y="709"/>
                  </a:lnTo>
                  <a:lnTo>
                    <a:pt x="2835" y="709"/>
                  </a:lnTo>
                  <a:lnTo>
                    <a:pt x="2836" y="709"/>
                  </a:lnTo>
                  <a:lnTo>
                    <a:pt x="2838" y="709"/>
                  </a:lnTo>
                  <a:lnTo>
                    <a:pt x="2839" y="709"/>
                  </a:lnTo>
                  <a:lnTo>
                    <a:pt x="2840" y="709"/>
                  </a:lnTo>
                  <a:lnTo>
                    <a:pt x="2841" y="709"/>
                  </a:lnTo>
                  <a:lnTo>
                    <a:pt x="2843" y="709"/>
                  </a:lnTo>
                  <a:lnTo>
                    <a:pt x="2844" y="709"/>
                  </a:lnTo>
                  <a:lnTo>
                    <a:pt x="2845" y="709"/>
                  </a:lnTo>
                  <a:lnTo>
                    <a:pt x="2847" y="709"/>
                  </a:lnTo>
                  <a:lnTo>
                    <a:pt x="2848" y="709"/>
                  </a:lnTo>
                  <a:lnTo>
                    <a:pt x="2849" y="709"/>
                  </a:lnTo>
                  <a:lnTo>
                    <a:pt x="2851" y="709"/>
                  </a:lnTo>
                  <a:lnTo>
                    <a:pt x="2852" y="709"/>
                  </a:lnTo>
                  <a:lnTo>
                    <a:pt x="2853" y="709"/>
                  </a:lnTo>
                  <a:lnTo>
                    <a:pt x="2855" y="709"/>
                  </a:lnTo>
                  <a:lnTo>
                    <a:pt x="2856" y="709"/>
                  </a:lnTo>
                  <a:lnTo>
                    <a:pt x="2857" y="709"/>
                  </a:lnTo>
                  <a:lnTo>
                    <a:pt x="2859" y="709"/>
                  </a:lnTo>
                  <a:lnTo>
                    <a:pt x="2860" y="709"/>
                  </a:lnTo>
                  <a:lnTo>
                    <a:pt x="2861" y="709"/>
                  </a:lnTo>
                  <a:lnTo>
                    <a:pt x="2863" y="709"/>
                  </a:lnTo>
                  <a:lnTo>
                    <a:pt x="2864" y="709"/>
                  </a:lnTo>
                  <a:lnTo>
                    <a:pt x="2865" y="709"/>
                  </a:lnTo>
                  <a:lnTo>
                    <a:pt x="2867" y="709"/>
                  </a:lnTo>
                  <a:lnTo>
                    <a:pt x="2868" y="709"/>
                  </a:lnTo>
                  <a:lnTo>
                    <a:pt x="2869" y="709"/>
                  </a:lnTo>
                  <a:lnTo>
                    <a:pt x="2870" y="709"/>
                  </a:lnTo>
                  <a:lnTo>
                    <a:pt x="2872" y="709"/>
                  </a:lnTo>
                  <a:lnTo>
                    <a:pt x="2873" y="709"/>
                  </a:lnTo>
                  <a:lnTo>
                    <a:pt x="2875" y="709"/>
                  </a:lnTo>
                  <a:lnTo>
                    <a:pt x="2876" y="709"/>
                  </a:lnTo>
                  <a:lnTo>
                    <a:pt x="2877" y="709"/>
                  </a:lnTo>
                  <a:lnTo>
                    <a:pt x="2879" y="709"/>
                  </a:lnTo>
                  <a:lnTo>
                    <a:pt x="2880" y="709"/>
                  </a:lnTo>
                  <a:lnTo>
                    <a:pt x="2881" y="709"/>
                  </a:lnTo>
                  <a:lnTo>
                    <a:pt x="2882" y="709"/>
                  </a:lnTo>
                  <a:lnTo>
                    <a:pt x="2884" y="709"/>
                  </a:lnTo>
                  <a:lnTo>
                    <a:pt x="2885" y="709"/>
                  </a:lnTo>
                  <a:lnTo>
                    <a:pt x="2886" y="709"/>
                  </a:lnTo>
                  <a:lnTo>
                    <a:pt x="2888" y="709"/>
                  </a:lnTo>
                  <a:lnTo>
                    <a:pt x="2889" y="709"/>
                  </a:lnTo>
                  <a:lnTo>
                    <a:pt x="2891" y="709"/>
                  </a:lnTo>
                  <a:lnTo>
                    <a:pt x="2892" y="709"/>
                  </a:lnTo>
                  <a:lnTo>
                    <a:pt x="2893" y="709"/>
                  </a:lnTo>
                  <a:lnTo>
                    <a:pt x="2894" y="709"/>
                  </a:lnTo>
                  <a:lnTo>
                    <a:pt x="2896" y="709"/>
                  </a:lnTo>
                  <a:lnTo>
                    <a:pt x="2897" y="709"/>
                  </a:lnTo>
                  <a:lnTo>
                    <a:pt x="2898" y="709"/>
                  </a:lnTo>
                  <a:lnTo>
                    <a:pt x="2900" y="709"/>
                  </a:lnTo>
                  <a:lnTo>
                    <a:pt x="2901" y="709"/>
                  </a:lnTo>
                  <a:lnTo>
                    <a:pt x="2902" y="709"/>
                  </a:lnTo>
                  <a:lnTo>
                    <a:pt x="2904" y="709"/>
                  </a:lnTo>
                  <a:lnTo>
                    <a:pt x="2905" y="709"/>
                  </a:lnTo>
                  <a:lnTo>
                    <a:pt x="2906" y="709"/>
                  </a:lnTo>
                  <a:lnTo>
                    <a:pt x="2908" y="709"/>
                  </a:lnTo>
                  <a:lnTo>
                    <a:pt x="2909" y="709"/>
                  </a:lnTo>
                  <a:lnTo>
                    <a:pt x="2910" y="709"/>
                  </a:lnTo>
                  <a:lnTo>
                    <a:pt x="2911" y="709"/>
                  </a:lnTo>
                  <a:lnTo>
                    <a:pt x="2913" y="709"/>
                  </a:lnTo>
                  <a:lnTo>
                    <a:pt x="2914" y="709"/>
                  </a:lnTo>
                  <a:lnTo>
                    <a:pt x="2916" y="709"/>
                  </a:lnTo>
                  <a:lnTo>
                    <a:pt x="2917" y="709"/>
                  </a:lnTo>
                  <a:lnTo>
                    <a:pt x="2918" y="709"/>
                  </a:lnTo>
                  <a:lnTo>
                    <a:pt x="2920" y="709"/>
                  </a:lnTo>
                  <a:lnTo>
                    <a:pt x="2921" y="709"/>
                  </a:lnTo>
                  <a:lnTo>
                    <a:pt x="2922" y="709"/>
                  </a:lnTo>
                  <a:lnTo>
                    <a:pt x="2923" y="709"/>
                  </a:lnTo>
                  <a:lnTo>
                    <a:pt x="2925" y="709"/>
                  </a:lnTo>
                  <a:lnTo>
                    <a:pt x="2926" y="709"/>
                  </a:lnTo>
                  <a:lnTo>
                    <a:pt x="2927" y="709"/>
                  </a:lnTo>
                  <a:lnTo>
                    <a:pt x="2929" y="709"/>
                  </a:lnTo>
                  <a:lnTo>
                    <a:pt x="2930" y="709"/>
                  </a:lnTo>
                  <a:lnTo>
                    <a:pt x="2932" y="709"/>
                  </a:lnTo>
                  <a:lnTo>
                    <a:pt x="2933" y="709"/>
                  </a:lnTo>
                  <a:lnTo>
                    <a:pt x="2934" y="709"/>
                  </a:lnTo>
                  <a:lnTo>
                    <a:pt x="2935" y="709"/>
                  </a:lnTo>
                  <a:lnTo>
                    <a:pt x="2937" y="709"/>
                  </a:lnTo>
                  <a:lnTo>
                    <a:pt x="2938" y="709"/>
                  </a:lnTo>
                  <a:lnTo>
                    <a:pt x="2939" y="709"/>
                  </a:lnTo>
                  <a:lnTo>
                    <a:pt x="2941" y="709"/>
                  </a:lnTo>
                  <a:lnTo>
                    <a:pt x="2942" y="709"/>
                  </a:lnTo>
                  <a:lnTo>
                    <a:pt x="2943" y="709"/>
                  </a:lnTo>
                  <a:lnTo>
                    <a:pt x="2945" y="709"/>
                  </a:lnTo>
                  <a:lnTo>
                    <a:pt x="2946" y="709"/>
                  </a:lnTo>
                  <a:lnTo>
                    <a:pt x="2947" y="709"/>
                  </a:lnTo>
                  <a:lnTo>
                    <a:pt x="2949" y="709"/>
                  </a:lnTo>
                  <a:lnTo>
                    <a:pt x="2950" y="709"/>
                  </a:lnTo>
                  <a:lnTo>
                    <a:pt x="2951" y="709"/>
                  </a:lnTo>
                  <a:lnTo>
                    <a:pt x="2952" y="709"/>
                  </a:lnTo>
                  <a:lnTo>
                    <a:pt x="2954" y="709"/>
                  </a:lnTo>
                  <a:lnTo>
                    <a:pt x="2955" y="709"/>
                  </a:lnTo>
                  <a:lnTo>
                    <a:pt x="2957" y="709"/>
                  </a:lnTo>
                  <a:lnTo>
                    <a:pt x="2958" y="709"/>
                  </a:lnTo>
                  <a:lnTo>
                    <a:pt x="2959" y="709"/>
                  </a:lnTo>
                  <a:lnTo>
                    <a:pt x="2961" y="709"/>
                  </a:lnTo>
                  <a:lnTo>
                    <a:pt x="2962" y="709"/>
                  </a:lnTo>
                  <a:lnTo>
                    <a:pt x="2963" y="709"/>
                  </a:lnTo>
                  <a:lnTo>
                    <a:pt x="2964" y="709"/>
                  </a:lnTo>
                  <a:lnTo>
                    <a:pt x="2966" y="709"/>
                  </a:lnTo>
                  <a:lnTo>
                    <a:pt x="2967" y="709"/>
                  </a:lnTo>
                  <a:lnTo>
                    <a:pt x="2968" y="709"/>
                  </a:lnTo>
                  <a:lnTo>
                    <a:pt x="2970" y="709"/>
                  </a:lnTo>
                  <a:lnTo>
                    <a:pt x="2971" y="709"/>
                  </a:lnTo>
                  <a:lnTo>
                    <a:pt x="2973" y="709"/>
                  </a:lnTo>
                  <a:lnTo>
                    <a:pt x="2974" y="709"/>
                  </a:lnTo>
                  <a:lnTo>
                    <a:pt x="2975" y="709"/>
                  </a:lnTo>
                  <a:lnTo>
                    <a:pt x="2976" y="709"/>
                  </a:lnTo>
                  <a:lnTo>
                    <a:pt x="2978" y="709"/>
                  </a:lnTo>
                  <a:lnTo>
                    <a:pt x="2979" y="709"/>
                  </a:lnTo>
                  <a:lnTo>
                    <a:pt x="2980" y="709"/>
                  </a:lnTo>
                  <a:lnTo>
                    <a:pt x="2982" y="709"/>
                  </a:lnTo>
                  <a:lnTo>
                    <a:pt x="2983" y="709"/>
                  </a:lnTo>
                  <a:lnTo>
                    <a:pt x="2984" y="709"/>
                  </a:lnTo>
                  <a:lnTo>
                    <a:pt x="2986" y="709"/>
                  </a:lnTo>
                  <a:lnTo>
                    <a:pt x="2987" y="709"/>
                  </a:lnTo>
                  <a:lnTo>
                    <a:pt x="2989" y="709"/>
                  </a:lnTo>
                  <a:lnTo>
                    <a:pt x="2990" y="709"/>
                  </a:lnTo>
                  <a:lnTo>
                    <a:pt x="2991" y="709"/>
                  </a:lnTo>
                  <a:lnTo>
                    <a:pt x="2992" y="709"/>
                  </a:lnTo>
                  <a:lnTo>
                    <a:pt x="2994" y="709"/>
                  </a:lnTo>
                  <a:lnTo>
                    <a:pt x="2995" y="709"/>
                  </a:lnTo>
                  <a:lnTo>
                    <a:pt x="2996" y="709"/>
                  </a:lnTo>
                  <a:lnTo>
                    <a:pt x="2998" y="709"/>
                  </a:lnTo>
                  <a:lnTo>
                    <a:pt x="2999" y="709"/>
                  </a:lnTo>
                  <a:lnTo>
                    <a:pt x="3000" y="709"/>
                  </a:lnTo>
                  <a:lnTo>
                    <a:pt x="3002" y="709"/>
                  </a:lnTo>
                  <a:lnTo>
                    <a:pt x="3003" y="709"/>
                  </a:lnTo>
                  <a:lnTo>
                    <a:pt x="3004" y="709"/>
                  </a:lnTo>
                  <a:lnTo>
                    <a:pt x="3005" y="709"/>
                  </a:lnTo>
                  <a:lnTo>
                    <a:pt x="3007" y="709"/>
                  </a:lnTo>
                  <a:lnTo>
                    <a:pt x="3008" y="709"/>
                  </a:lnTo>
                  <a:lnTo>
                    <a:pt x="3009" y="709"/>
                  </a:lnTo>
                  <a:lnTo>
                    <a:pt x="3011" y="709"/>
                  </a:lnTo>
                  <a:lnTo>
                    <a:pt x="3012" y="709"/>
                  </a:lnTo>
                  <a:lnTo>
                    <a:pt x="3014" y="708"/>
                  </a:lnTo>
                  <a:lnTo>
                    <a:pt x="3015" y="706"/>
                  </a:lnTo>
                  <a:lnTo>
                    <a:pt x="3016" y="702"/>
                  </a:lnTo>
                  <a:lnTo>
                    <a:pt x="3018" y="697"/>
                  </a:lnTo>
                  <a:lnTo>
                    <a:pt x="3019" y="690"/>
                  </a:lnTo>
                  <a:lnTo>
                    <a:pt x="3020" y="680"/>
                  </a:lnTo>
                  <a:lnTo>
                    <a:pt x="3021" y="669"/>
                  </a:lnTo>
                  <a:lnTo>
                    <a:pt x="3023" y="655"/>
                  </a:lnTo>
                  <a:lnTo>
                    <a:pt x="3024" y="638"/>
                  </a:lnTo>
                  <a:lnTo>
                    <a:pt x="3025" y="621"/>
                  </a:lnTo>
                  <a:lnTo>
                    <a:pt x="3027" y="602"/>
                  </a:lnTo>
                  <a:lnTo>
                    <a:pt x="3028" y="582"/>
                  </a:lnTo>
                  <a:lnTo>
                    <a:pt x="3030" y="562"/>
                  </a:lnTo>
                  <a:lnTo>
                    <a:pt x="3031" y="541"/>
                  </a:lnTo>
                  <a:lnTo>
                    <a:pt x="3032" y="519"/>
                  </a:lnTo>
                  <a:lnTo>
                    <a:pt x="3033" y="498"/>
                  </a:lnTo>
                  <a:lnTo>
                    <a:pt x="3035" y="475"/>
                  </a:lnTo>
                  <a:lnTo>
                    <a:pt x="3036" y="453"/>
                  </a:lnTo>
                  <a:lnTo>
                    <a:pt x="3037" y="431"/>
                  </a:lnTo>
                  <a:lnTo>
                    <a:pt x="3039" y="408"/>
                  </a:lnTo>
                  <a:lnTo>
                    <a:pt x="3040" y="385"/>
                  </a:lnTo>
                  <a:lnTo>
                    <a:pt x="3041" y="362"/>
                  </a:lnTo>
                  <a:lnTo>
                    <a:pt x="3043" y="339"/>
                  </a:lnTo>
                  <a:lnTo>
                    <a:pt x="3044" y="316"/>
                  </a:lnTo>
                  <a:lnTo>
                    <a:pt x="3045" y="292"/>
                  </a:lnTo>
                  <a:lnTo>
                    <a:pt x="3047" y="268"/>
                  </a:lnTo>
                  <a:lnTo>
                    <a:pt x="3048" y="244"/>
                  </a:lnTo>
                  <a:lnTo>
                    <a:pt x="3049" y="220"/>
                  </a:lnTo>
                  <a:lnTo>
                    <a:pt x="3051" y="194"/>
                  </a:lnTo>
                  <a:lnTo>
                    <a:pt x="3052" y="169"/>
                  </a:lnTo>
                  <a:lnTo>
                    <a:pt x="3053" y="143"/>
                  </a:lnTo>
                  <a:lnTo>
                    <a:pt x="3055" y="117"/>
                  </a:lnTo>
                  <a:lnTo>
                    <a:pt x="3056" y="93"/>
                  </a:lnTo>
                  <a:lnTo>
                    <a:pt x="3057" y="71"/>
                  </a:lnTo>
                  <a:lnTo>
                    <a:pt x="3059" y="52"/>
                  </a:lnTo>
                  <a:lnTo>
                    <a:pt x="3060" y="36"/>
                  </a:lnTo>
                  <a:lnTo>
                    <a:pt x="3061" y="23"/>
                  </a:lnTo>
                  <a:lnTo>
                    <a:pt x="3062" y="13"/>
                  </a:lnTo>
                  <a:lnTo>
                    <a:pt x="3064" y="6"/>
                  </a:lnTo>
                  <a:lnTo>
                    <a:pt x="3065" y="2"/>
                  </a:lnTo>
                  <a:lnTo>
                    <a:pt x="3066" y="1"/>
                  </a:lnTo>
                  <a:lnTo>
                    <a:pt x="3068" y="0"/>
                  </a:lnTo>
                  <a:lnTo>
                    <a:pt x="3069" y="0"/>
                  </a:lnTo>
                  <a:lnTo>
                    <a:pt x="3071" y="0"/>
                  </a:lnTo>
                  <a:lnTo>
                    <a:pt x="3072" y="0"/>
                  </a:lnTo>
                  <a:lnTo>
                    <a:pt x="3073" y="0"/>
                  </a:lnTo>
                  <a:lnTo>
                    <a:pt x="3074" y="0"/>
                  </a:lnTo>
                  <a:lnTo>
                    <a:pt x="3076" y="0"/>
                  </a:lnTo>
                  <a:lnTo>
                    <a:pt x="3077" y="0"/>
                  </a:lnTo>
                  <a:lnTo>
                    <a:pt x="3078" y="0"/>
                  </a:lnTo>
                  <a:lnTo>
                    <a:pt x="3080" y="0"/>
                  </a:lnTo>
                  <a:lnTo>
                    <a:pt x="3081" y="0"/>
                  </a:lnTo>
                  <a:lnTo>
                    <a:pt x="3082" y="0"/>
                  </a:lnTo>
                  <a:lnTo>
                    <a:pt x="3084" y="0"/>
                  </a:lnTo>
                  <a:lnTo>
                    <a:pt x="3085" y="0"/>
                  </a:lnTo>
                  <a:lnTo>
                    <a:pt x="3086" y="0"/>
                  </a:lnTo>
                  <a:lnTo>
                    <a:pt x="3088" y="0"/>
                  </a:lnTo>
                  <a:lnTo>
                    <a:pt x="3089" y="0"/>
                  </a:lnTo>
                  <a:lnTo>
                    <a:pt x="3090" y="0"/>
                  </a:lnTo>
                  <a:lnTo>
                    <a:pt x="3092" y="0"/>
                  </a:lnTo>
                  <a:lnTo>
                    <a:pt x="3093" y="0"/>
                  </a:lnTo>
                  <a:lnTo>
                    <a:pt x="3094" y="0"/>
                  </a:lnTo>
                  <a:lnTo>
                    <a:pt x="3096" y="0"/>
                  </a:lnTo>
                  <a:lnTo>
                    <a:pt x="3097" y="0"/>
                  </a:lnTo>
                  <a:lnTo>
                    <a:pt x="3098" y="0"/>
                  </a:lnTo>
                  <a:lnTo>
                    <a:pt x="3100" y="0"/>
                  </a:lnTo>
                  <a:lnTo>
                    <a:pt x="3101" y="0"/>
                  </a:lnTo>
                  <a:lnTo>
                    <a:pt x="3102" y="0"/>
                  </a:lnTo>
                  <a:lnTo>
                    <a:pt x="3103" y="0"/>
                  </a:lnTo>
                  <a:lnTo>
                    <a:pt x="3105" y="0"/>
                  </a:lnTo>
                  <a:lnTo>
                    <a:pt x="3106" y="0"/>
                  </a:lnTo>
                  <a:lnTo>
                    <a:pt x="3107" y="0"/>
                  </a:lnTo>
                  <a:lnTo>
                    <a:pt x="3109" y="0"/>
                  </a:lnTo>
                  <a:lnTo>
                    <a:pt x="3110" y="0"/>
                  </a:lnTo>
                  <a:lnTo>
                    <a:pt x="3112" y="0"/>
                  </a:lnTo>
                  <a:lnTo>
                    <a:pt x="3113" y="0"/>
                  </a:lnTo>
                  <a:lnTo>
                    <a:pt x="3114" y="0"/>
                  </a:lnTo>
                  <a:lnTo>
                    <a:pt x="3115" y="0"/>
                  </a:lnTo>
                  <a:lnTo>
                    <a:pt x="3117" y="0"/>
                  </a:lnTo>
                  <a:lnTo>
                    <a:pt x="3118" y="0"/>
                  </a:lnTo>
                  <a:lnTo>
                    <a:pt x="3119" y="0"/>
                  </a:lnTo>
                  <a:lnTo>
                    <a:pt x="3121" y="0"/>
                  </a:lnTo>
                  <a:lnTo>
                    <a:pt x="3122" y="0"/>
                  </a:lnTo>
                  <a:lnTo>
                    <a:pt x="3123" y="0"/>
                  </a:lnTo>
                  <a:lnTo>
                    <a:pt x="3125" y="0"/>
                  </a:lnTo>
                  <a:lnTo>
                    <a:pt x="3126" y="0"/>
                  </a:lnTo>
                  <a:lnTo>
                    <a:pt x="3127" y="0"/>
                  </a:lnTo>
                  <a:lnTo>
                    <a:pt x="3129" y="0"/>
                  </a:lnTo>
                  <a:lnTo>
                    <a:pt x="3130" y="0"/>
                  </a:lnTo>
                  <a:lnTo>
                    <a:pt x="3131" y="0"/>
                  </a:lnTo>
                  <a:lnTo>
                    <a:pt x="3133" y="0"/>
                  </a:lnTo>
                  <a:lnTo>
                    <a:pt x="3134" y="0"/>
                  </a:lnTo>
                  <a:lnTo>
                    <a:pt x="3135" y="0"/>
                  </a:lnTo>
                  <a:lnTo>
                    <a:pt x="3137" y="0"/>
                  </a:lnTo>
                  <a:lnTo>
                    <a:pt x="3138" y="0"/>
                  </a:lnTo>
                  <a:lnTo>
                    <a:pt x="3139" y="0"/>
                  </a:lnTo>
                  <a:lnTo>
                    <a:pt x="3141" y="0"/>
                  </a:lnTo>
                  <a:lnTo>
                    <a:pt x="3142" y="0"/>
                  </a:lnTo>
                  <a:lnTo>
                    <a:pt x="3143" y="0"/>
                  </a:lnTo>
                  <a:lnTo>
                    <a:pt x="3144" y="0"/>
                  </a:lnTo>
                  <a:lnTo>
                    <a:pt x="3146" y="0"/>
                  </a:lnTo>
                  <a:lnTo>
                    <a:pt x="3147" y="0"/>
                  </a:lnTo>
                  <a:lnTo>
                    <a:pt x="3149" y="0"/>
                  </a:lnTo>
                  <a:lnTo>
                    <a:pt x="3150" y="0"/>
                  </a:lnTo>
                  <a:lnTo>
                    <a:pt x="3151" y="0"/>
                  </a:lnTo>
                  <a:lnTo>
                    <a:pt x="3153" y="0"/>
                  </a:lnTo>
                  <a:lnTo>
                    <a:pt x="3154" y="0"/>
                  </a:lnTo>
                  <a:lnTo>
                    <a:pt x="3155" y="0"/>
                  </a:lnTo>
                  <a:lnTo>
                    <a:pt x="3156" y="0"/>
                  </a:lnTo>
                  <a:lnTo>
                    <a:pt x="3158" y="0"/>
                  </a:lnTo>
                  <a:lnTo>
                    <a:pt x="3159" y="0"/>
                  </a:lnTo>
                  <a:lnTo>
                    <a:pt x="3160" y="0"/>
                  </a:lnTo>
                  <a:lnTo>
                    <a:pt x="3162" y="0"/>
                  </a:lnTo>
                  <a:lnTo>
                    <a:pt x="3163" y="0"/>
                  </a:lnTo>
                  <a:lnTo>
                    <a:pt x="3164" y="0"/>
                  </a:lnTo>
                  <a:lnTo>
                    <a:pt x="3166" y="0"/>
                  </a:lnTo>
                  <a:lnTo>
                    <a:pt x="3167" y="0"/>
                  </a:lnTo>
                  <a:lnTo>
                    <a:pt x="3168" y="0"/>
                  </a:lnTo>
                  <a:lnTo>
                    <a:pt x="3170" y="0"/>
                  </a:lnTo>
                  <a:lnTo>
                    <a:pt x="3171" y="0"/>
                  </a:lnTo>
                  <a:lnTo>
                    <a:pt x="3172" y="0"/>
                  </a:lnTo>
                  <a:lnTo>
                    <a:pt x="3174" y="0"/>
                  </a:lnTo>
                  <a:lnTo>
                    <a:pt x="3175" y="0"/>
                  </a:lnTo>
                  <a:lnTo>
                    <a:pt x="3176" y="0"/>
                  </a:lnTo>
                  <a:lnTo>
                    <a:pt x="3178" y="0"/>
                  </a:lnTo>
                  <a:lnTo>
                    <a:pt x="3179" y="0"/>
                  </a:lnTo>
                  <a:lnTo>
                    <a:pt x="3180" y="0"/>
                  </a:lnTo>
                  <a:lnTo>
                    <a:pt x="3182" y="0"/>
                  </a:lnTo>
                  <a:lnTo>
                    <a:pt x="3183" y="0"/>
                  </a:lnTo>
                  <a:lnTo>
                    <a:pt x="3184" y="0"/>
                  </a:lnTo>
                  <a:lnTo>
                    <a:pt x="3185" y="0"/>
                  </a:lnTo>
                  <a:lnTo>
                    <a:pt x="3187" y="0"/>
                  </a:lnTo>
                  <a:lnTo>
                    <a:pt x="3188" y="0"/>
                  </a:lnTo>
                  <a:lnTo>
                    <a:pt x="3190" y="0"/>
                  </a:lnTo>
                  <a:lnTo>
                    <a:pt x="3191" y="1"/>
                  </a:lnTo>
                  <a:lnTo>
                    <a:pt x="3192" y="4"/>
                  </a:lnTo>
                  <a:lnTo>
                    <a:pt x="3194" y="7"/>
                  </a:lnTo>
                  <a:lnTo>
                    <a:pt x="3195" y="13"/>
                  </a:lnTo>
                  <a:lnTo>
                    <a:pt x="3196" y="20"/>
                  </a:lnTo>
                  <a:lnTo>
                    <a:pt x="3197" y="29"/>
                  </a:lnTo>
                  <a:lnTo>
                    <a:pt x="3199" y="40"/>
                  </a:lnTo>
                  <a:lnTo>
                    <a:pt x="3200" y="53"/>
                  </a:lnTo>
                  <a:lnTo>
                    <a:pt x="3201" y="68"/>
                  </a:lnTo>
                  <a:lnTo>
                    <a:pt x="3203" y="84"/>
                  </a:lnTo>
                  <a:lnTo>
                    <a:pt x="3204" y="102"/>
                  </a:lnTo>
                  <a:lnTo>
                    <a:pt x="3205" y="120"/>
                  </a:lnTo>
                  <a:lnTo>
                    <a:pt x="3207" y="139"/>
                  </a:lnTo>
                  <a:lnTo>
                    <a:pt x="3208" y="160"/>
                  </a:lnTo>
                  <a:lnTo>
                    <a:pt x="3210" y="181"/>
                  </a:lnTo>
                  <a:lnTo>
                    <a:pt x="3211" y="204"/>
                  </a:lnTo>
                  <a:lnTo>
                    <a:pt x="3212" y="227"/>
                  </a:lnTo>
                  <a:lnTo>
                    <a:pt x="3213" y="251"/>
                  </a:lnTo>
                  <a:lnTo>
                    <a:pt x="3215" y="276"/>
                  </a:lnTo>
                  <a:lnTo>
                    <a:pt x="3216" y="300"/>
                  </a:lnTo>
                  <a:lnTo>
                    <a:pt x="3217" y="324"/>
                  </a:lnTo>
                  <a:lnTo>
                    <a:pt x="3219" y="348"/>
                  </a:lnTo>
                  <a:lnTo>
                    <a:pt x="3220" y="372"/>
                  </a:lnTo>
                  <a:lnTo>
                    <a:pt x="3221" y="395"/>
                  </a:lnTo>
                  <a:lnTo>
                    <a:pt x="3223" y="418"/>
                  </a:lnTo>
                  <a:lnTo>
                    <a:pt x="3224" y="440"/>
                  </a:lnTo>
                  <a:lnTo>
                    <a:pt x="3225" y="461"/>
                  </a:lnTo>
                  <a:lnTo>
                    <a:pt x="3226" y="482"/>
                  </a:lnTo>
                  <a:lnTo>
                    <a:pt x="3228" y="503"/>
                  </a:lnTo>
                  <a:lnTo>
                    <a:pt x="3229" y="522"/>
                  </a:lnTo>
                  <a:lnTo>
                    <a:pt x="3231" y="541"/>
                  </a:lnTo>
                  <a:lnTo>
                    <a:pt x="3232" y="559"/>
                  </a:lnTo>
                  <a:lnTo>
                    <a:pt x="3233" y="576"/>
                  </a:lnTo>
                  <a:lnTo>
                    <a:pt x="3235" y="593"/>
                  </a:lnTo>
                  <a:lnTo>
                    <a:pt x="3236" y="609"/>
                  </a:lnTo>
                  <a:lnTo>
                    <a:pt x="3237" y="625"/>
                  </a:lnTo>
                  <a:lnTo>
                    <a:pt x="3239" y="639"/>
                  </a:lnTo>
                  <a:lnTo>
                    <a:pt x="3240" y="653"/>
                  </a:lnTo>
                  <a:lnTo>
                    <a:pt x="3241" y="666"/>
                  </a:lnTo>
                  <a:lnTo>
                    <a:pt x="3242" y="677"/>
                  </a:lnTo>
                  <a:lnTo>
                    <a:pt x="3244" y="686"/>
                  </a:lnTo>
                  <a:lnTo>
                    <a:pt x="3245" y="694"/>
                  </a:lnTo>
                  <a:lnTo>
                    <a:pt x="3247" y="699"/>
                  </a:lnTo>
                  <a:lnTo>
                    <a:pt x="3248" y="704"/>
                  </a:lnTo>
                  <a:lnTo>
                    <a:pt x="3249" y="707"/>
                  </a:lnTo>
                  <a:lnTo>
                    <a:pt x="3251" y="709"/>
                  </a:lnTo>
                  <a:lnTo>
                    <a:pt x="3252" y="709"/>
                  </a:lnTo>
                  <a:lnTo>
                    <a:pt x="3253" y="709"/>
                  </a:lnTo>
                  <a:lnTo>
                    <a:pt x="3254" y="709"/>
                  </a:lnTo>
                  <a:lnTo>
                    <a:pt x="3256" y="709"/>
                  </a:lnTo>
                  <a:lnTo>
                    <a:pt x="3257" y="709"/>
                  </a:lnTo>
                  <a:lnTo>
                    <a:pt x="3258" y="709"/>
                  </a:lnTo>
                  <a:lnTo>
                    <a:pt x="3260" y="709"/>
                  </a:lnTo>
                  <a:lnTo>
                    <a:pt x="3261" y="709"/>
                  </a:lnTo>
                  <a:lnTo>
                    <a:pt x="3262" y="709"/>
                  </a:lnTo>
                  <a:lnTo>
                    <a:pt x="3264" y="709"/>
                  </a:lnTo>
                  <a:lnTo>
                    <a:pt x="3265" y="709"/>
                  </a:lnTo>
                  <a:lnTo>
                    <a:pt x="3266" y="709"/>
                  </a:lnTo>
                  <a:lnTo>
                    <a:pt x="3268" y="709"/>
                  </a:lnTo>
                  <a:lnTo>
                    <a:pt x="3269" y="709"/>
                  </a:lnTo>
                  <a:lnTo>
                    <a:pt x="3270" y="709"/>
                  </a:lnTo>
                  <a:lnTo>
                    <a:pt x="3272" y="709"/>
                  </a:lnTo>
                  <a:lnTo>
                    <a:pt x="3273" y="709"/>
                  </a:lnTo>
                  <a:lnTo>
                    <a:pt x="3274" y="709"/>
                  </a:lnTo>
                  <a:lnTo>
                    <a:pt x="3276" y="709"/>
                  </a:lnTo>
                  <a:lnTo>
                    <a:pt x="3277" y="709"/>
                  </a:lnTo>
                  <a:lnTo>
                    <a:pt x="3278" y="709"/>
                  </a:lnTo>
                  <a:lnTo>
                    <a:pt x="3280" y="709"/>
                  </a:lnTo>
                  <a:lnTo>
                    <a:pt x="3281" y="709"/>
                  </a:lnTo>
                  <a:lnTo>
                    <a:pt x="3282" y="709"/>
                  </a:lnTo>
                  <a:lnTo>
                    <a:pt x="3283" y="709"/>
                  </a:lnTo>
                  <a:lnTo>
                    <a:pt x="3285" y="709"/>
                  </a:lnTo>
                  <a:lnTo>
                    <a:pt x="3286" y="709"/>
                  </a:lnTo>
                  <a:lnTo>
                    <a:pt x="3288" y="709"/>
                  </a:lnTo>
                  <a:lnTo>
                    <a:pt x="3289" y="709"/>
                  </a:lnTo>
                  <a:lnTo>
                    <a:pt x="3290" y="709"/>
                  </a:lnTo>
                  <a:lnTo>
                    <a:pt x="3292" y="709"/>
                  </a:lnTo>
                  <a:lnTo>
                    <a:pt x="3293" y="709"/>
                  </a:lnTo>
                  <a:lnTo>
                    <a:pt x="3294" y="709"/>
                  </a:lnTo>
                  <a:lnTo>
                    <a:pt x="3295" y="709"/>
                  </a:lnTo>
                  <a:lnTo>
                    <a:pt x="3297" y="709"/>
                  </a:lnTo>
                  <a:lnTo>
                    <a:pt x="3298" y="709"/>
                  </a:lnTo>
                  <a:lnTo>
                    <a:pt x="3299" y="709"/>
                  </a:lnTo>
                  <a:lnTo>
                    <a:pt x="3301" y="709"/>
                  </a:lnTo>
                  <a:lnTo>
                    <a:pt x="3302" y="709"/>
                  </a:lnTo>
                  <a:lnTo>
                    <a:pt x="3303" y="709"/>
                  </a:lnTo>
                  <a:lnTo>
                    <a:pt x="3305" y="709"/>
                  </a:lnTo>
                  <a:lnTo>
                    <a:pt x="3306" y="709"/>
                  </a:lnTo>
                  <a:lnTo>
                    <a:pt x="3307" y="709"/>
                  </a:lnTo>
                  <a:lnTo>
                    <a:pt x="3309" y="709"/>
                  </a:lnTo>
                  <a:lnTo>
                    <a:pt x="3310" y="709"/>
                  </a:lnTo>
                  <a:lnTo>
                    <a:pt x="3311" y="709"/>
                  </a:lnTo>
                  <a:lnTo>
                    <a:pt x="3313" y="709"/>
                  </a:lnTo>
                  <a:lnTo>
                    <a:pt x="3314" y="709"/>
                  </a:lnTo>
                  <a:lnTo>
                    <a:pt x="3315" y="709"/>
                  </a:lnTo>
                  <a:lnTo>
                    <a:pt x="3317" y="709"/>
                  </a:lnTo>
                  <a:lnTo>
                    <a:pt x="3318" y="709"/>
                  </a:lnTo>
                  <a:lnTo>
                    <a:pt x="3319" y="709"/>
                  </a:lnTo>
                  <a:lnTo>
                    <a:pt x="3321" y="709"/>
                  </a:lnTo>
                  <a:lnTo>
                    <a:pt x="3322" y="709"/>
                  </a:lnTo>
                  <a:lnTo>
                    <a:pt x="3323" y="709"/>
                  </a:lnTo>
                  <a:lnTo>
                    <a:pt x="3324" y="709"/>
                  </a:lnTo>
                  <a:lnTo>
                    <a:pt x="3326" y="709"/>
                  </a:lnTo>
                  <a:lnTo>
                    <a:pt x="3327" y="709"/>
                  </a:lnTo>
                  <a:lnTo>
                    <a:pt x="3329" y="709"/>
                  </a:lnTo>
                  <a:lnTo>
                    <a:pt x="3330" y="709"/>
                  </a:lnTo>
                  <a:lnTo>
                    <a:pt x="3331" y="709"/>
                  </a:lnTo>
                  <a:lnTo>
                    <a:pt x="3333" y="709"/>
                  </a:lnTo>
                  <a:lnTo>
                    <a:pt x="3334" y="709"/>
                  </a:lnTo>
                  <a:lnTo>
                    <a:pt x="3335" y="709"/>
                  </a:lnTo>
                  <a:lnTo>
                    <a:pt x="3336" y="709"/>
                  </a:lnTo>
                  <a:lnTo>
                    <a:pt x="3338" y="709"/>
                  </a:lnTo>
                  <a:lnTo>
                    <a:pt x="3339" y="709"/>
                  </a:lnTo>
                  <a:lnTo>
                    <a:pt x="3340" y="709"/>
                  </a:lnTo>
                  <a:lnTo>
                    <a:pt x="3342" y="709"/>
                  </a:lnTo>
                  <a:lnTo>
                    <a:pt x="3343" y="709"/>
                  </a:lnTo>
                  <a:lnTo>
                    <a:pt x="3345" y="709"/>
                  </a:lnTo>
                  <a:lnTo>
                    <a:pt x="3346" y="709"/>
                  </a:lnTo>
                  <a:lnTo>
                    <a:pt x="3347" y="709"/>
                  </a:lnTo>
                  <a:lnTo>
                    <a:pt x="3348" y="709"/>
                  </a:lnTo>
                  <a:lnTo>
                    <a:pt x="3350" y="709"/>
                  </a:lnTo>
                  <a:lnTo>
                    <a:pt x="3351" y="709"/>
                  </a:lnTo>
                  <a:lnTo>
                    <a:pt x="3352" y="709"/>
                  </a:lnTo>
                  <a:lnTo>
                    <a:pt x="3354" y="709"/>
                  </a:lnTo>
                  <a:lnTo>
                    <a:pt x="3355" y="709"/>
                  </a:lnTo>
                  <a:lnTo>
                    <a:pt x="3356" y="709"/>
                  </a:lnTo>
                  <a:lnTo>
                    <a:pt x="3358" y="709"/>
                  </a:lnTo>
                  <a:lnTo>
                    <a:pt x="3359" y="709"/>
                  </a:lnTo>
                  <a:lnTo>
                    <a:pt x="3360" y="709"/>
                  </a:lnTo>
                  <a:lnTo>
                    <a:pt x="3362" y="709"/>
                  </a:lnTo>
                  <a:lnTo>
                    <a:pt x="3363" y="709"/>
                  </a:lnTo>
                  <a:lnTo>
                    <a:pt x="3364" y="709"/>
                  </a:lnTo>
                  <a:lnTo>
                    <a:pt x="3365" y="709"/>
                  </a:lnTo>
                  <a:lnTo>
                    <a:pt x="3367" y="709"/>
                  </a:lnTo>
                  <a:lnTo>
                    <a:pt x="3368" y="709"/>
                  </a:lnTo>
                  <a:lnTo>
                    <a:pt x="3370" y="709"/>
                  </a:lnTo>
                  <a:lnTo>
                    <a:pt x="3371" y="709"/>
                  </a:lnTo>
                  <a:lnTo>
                    <a:pt x="3372" y="709"/>
                  </a:lnTo>
                  <a:lnTo>
                    <a:pt x="3374" y="709"/>
                  </a:lnTo>
                  <a:lnTo>
                    <a:pt x="3375" y="709"/>
                  </a:lnTo>
                  <a:lnTo>
                    <a:pt x="3376" y="709"/>
                  </a:lnTo>
                  <a:lnTo>
                    <a:pt x="3377" y="709"/>
                  </a:lnTo>
                  <a:lnTo>
                    <a:pt x="3379" y="709"/>
                  </a:lnTo>
                  <a:lnTo>
                    <a:pt x="3380" y="709"/>
                  </a:lnTo>
                  <a:lnTo>
                    <a:pt x="3381" y="709"/>
                  </a:lnTo>
                  <a:lnTo>
                    <a:pt x="3383" y="709"/>
                  </a:lnTo>
                  <a:lnTo>
                    <a:pt x="3384" y="709"/>
                  </a:lnTo>
                  <a:lnTo>
                    <a:pt x="3386" y="709"/>
                  </a:lnTo>
                  <a:lnTo>
                    <a:pt x="3387" y="709"/>
                  </a:lnTo>
                  <a:lnTo>
                    <a:pt x="3388" y="709"/>
                  </a:lnTo>
                  <a:lnTo>
                    <a:pt x="3389" y="709"/>
                  </a:lnTo>
                  <a:lnTo>
                    <a:pt x="3391" y="709"/>
                  </a:lnTo>
                  <a:lnTo>
                    <a:pt x="3392" y="709"/>
                  </a:lnTo>
                  <a:lnTo>
                    <a:pt x="3393" y="709"/>
                  </a:lnTo>
                  <a:lnTo>
                    <a:pt x="3395" y="709"/>
                  </a:lnTo>
                  <a:lnTo>
                    <a:pt x="3396" y="709"/>
                  </a:lnTo>
                  <a:lnTo>
                    <a:pt x="3397" y="709"/>
                  </a:lnTo>
                  <a:lnTo>
                    <a:pt x="3399" y="709"/>
                  </a:lnTo>
                  <a:lnTo>
                    <a:pt x="3400" y="709"/>
                  </a:lnTo>
                  <a:lnTo>
                    <a:pt x="3402" y="709"/>
                  </a:lnTo>
                  <a:lnTo>
                    <a:pt x="3403" y="709"/>
                  </a:lnTo>
                  <a:lnTo>
                    <a:pt x="3404" y="709"/>
                  </a:lnTo>
                  <a:lnTo>
                    <a:pt x="3405" y="709"/>
                  </a:lnTo>
                  <a:lnTo>
                    <a:pt x="3407" y="709"/>
                  </a:lnTo>
                  <a:lnTo>
                    <a:pt x="3408" y="709"/>
                  </a:lnTo>
                  <a:lnTo>
                    <a:pt x="3409" y="709"/>
                  </a:lnTo>
                  <a:lnTo>
                    <a:pt x="3411" y="709"/>
                  </a:lnTo>
                  <a:lnTo>
                    <a:pt x="3412" y="709"/>
                  </a:lnTo>
                  <a:lnTo>
                    <a:pt x="3413" y="709"/>
                  </a:lnTo>
                  <a:lnTo>
                    <a:pt x="3415" y="709"/>
                  </a:lnTo>
                  <a:lnTo>
                    <a:pt x="3416" y="709"/>
                  </a:lnTo>
                  <a:lnTo>
                    <a:pt x="3417" y="709"/>
                  </a:lnTo>
                  <a:lnTo>
                    <a:pt x="3418" y="709"/>
                  </a:lnTo>
                  <a:lnTo>
                    <a:pt x="3420" y="709"/>
                  </a:lnTo>
                  <a:lnTo>
                    <a:pt x="3421" y="709"/>
                  </a:lnTo>
                  <a:lnTo>
                    <a:pt x="3422" y="709"/>
                  </a:lnTo>
                  <a:lnTo>
                    <a:pt x="3424" y="709"/>
                  </a:lnTo>
                  <a:lnTo>
                    <a:pt x="3425" y="709"/>
                  </a:lnTo>
                  <a:lnTo>
                    <a:pt x="3427" y="709"/>
                  </a:lnTo>
                  <a:lnTo>
                    <a:pt x="3428" y="709"/>
                  </a:lnTo>
                  <a:lnTo>
                    <a:pt x="3429" y="709"/>
                  </a:lnTo>
                  <a:lnTo>
                    <a:pt x="3431" y="709"/>
                  </a:lnTo>
                  <a:lnTo>
                    <a:pt x="3432" y="709"/>
                  </a:lnTo>
                  <a:lnTo>
                    <a:pt x="3433" y="709"/>
                  </a:lnTo>
                  <a:lnTo>
                    <a:pt x="3434" y="709"/>
                  </a:lnTo>
                  <a:lnTo>
                    <a:pt x="3436" y="709"/>
                  </a:lnTo>
                  <a:lnTo>
                    <a:pt x="3437" y="709"/>
                  </a:lnTo>
                  <a:lnTo>
                    <a:pt x="3438" y="709"/>
                  </a:lnTo>
                  <a:lnTo>
                    <a:pt x="3440" y="709"/>
                  </a:lnTo>
                  <a:lnTo>
                    <a:pt x="3441" y="709"/>
                  </a:lnTo>
                  <a:lnTo>
                    <a:pt x="3443" y="709"/>
                  </a:lnTo>
                  <a:lnTo>
                    <a:pt x="3444" y="709"/>
                  </a:lnTo>
                  <a:lnTo>
                    <a:pt x="3445" y="709"/>
                  </a:lnTo>
                  <a:lnTo>
                    <a:pt x="3446" y="709"/>
                  </a:lnTo>
                  <a:lnTo>
                    <a:pt x="3448" y="709"/>
                  </a:lnTo>
                  <a:lnTo>
                    <a:pt x="3449" y="709"/>
                  </a:lnTo>
                  <a:lnTo>
                    <a:pt x="3450" y="709"/>
                  </a:lnTo>
                  <a:lnTo>
                    <a:pt x="3452" y="709"/>
                  </a:lnTo>
                  <a:lnTo>
                    <a:pt x="3453" y="709"/>
                  </a:lnTo>
                  <a:lnTo>
                    <a:pt x="3454" y="709"/>
                  </a:lnTo>
                  <a:lnTo>
                    <a:pt x="3456" y="709"/>
                  </a:lnTo>
                  <a:lnTo>
                    <a:pt x="3457" y="709"/>
                  </a:lnTo>
                  <a:lnTo>
                    <a:pt x="3458" y="709"/>
                  </a:lnTo>
                  <a:lnTo>
                    <a:pt x="3460" y="709"/>
                  </a:lnTo>
                  <a:lnTo>
                    <a:pt x="3461" y="709"/>
                  </a:lnTo>
                  <a:lnTo>
                    <a:pt x="3462" y="709"/>
                  </a:lnTo>
                  <a:lnTo>
                    <a:pt x="3464" y="709"/>
                  </a:lnTo>
                  <a:lnTo>
                    <a:pt x="3465" y="709"/>
                  </a:lnTo>
                  <a:lnTo>
                    <a:pt x="3466" y="709"/>
                  </a:lnTo>
                  <a:lnTo>
                    <a:pt x="3468" y="709"/>
                  </a:lnTo>
                  <a:lnTo>
                    <a:pt x="3469" y="709"/>
                  </a:lnTo>
                  <a:lnTo>
                    <a:pt x="3470" y="709"/>
                  </a:lnTo>
                  <a:lnTo>
                    <a:pt x="3472" y="709"/>
                  </a:lnTo>
                  <a:lnTo>
                    <a:pt x="3473" y="709"/>
                  </a:lnTo>
                  <a:lnTo>
                    <a:pt x="3474" y="709"/>
                  </a:lnTo>
                  <a:lnTo>
                    <a:pt x="3475" y="709"/>
                  </a:lnTo>
                  <a:lnTo>
                    <a:pt x="3477" y="709"/>
                  </a:lnTo>
                  <a:lnTo>
                    <a:pt x="3478" y="709"/>
                  </a:lnTo>
                  <a:lnTo>
                    <a:pt x="3479" y="709"/>
                  </a:lnTo>
                  <a:lnTo>
                    <a:pt x="3481" y="709"/>
                  </a:lnTo>
                  <a:lnTo>
                    <a:pt x="3482" y="709"/>
                  </a:lnTo>
                  <a:lnTo>
                    <a:pt x="3484" y="709"/>
                  </a:lnTo>
                  <a:lnTo>
                    <a:pt x="3485" y="709"/>
                  </a:lnTo>
                  <a:lnTo>
                    <a:pt x="3486" y="709"/>
                  </a:lnTo>
                  <a:lnTo>
                    <a:pt x="3487" y="709"/>
                  </a:lnTo>
                  <a:lnTo>
                    <a:pt x="3489" y="709"/>
                  </a:lnTo>
                  <a:lnTo>
                    <a:pt x="3490" y="709"/>
                  </a:lnTo>
                  <a:lnTo>
                    <a:pt x="3491" y="709"/>
                  </a:lnTo>
                  <a:lnTo>
                    <a:pt x="3493" y="709"/>
                  </a:lnTo>
                  <a:lnTo>
                    <a:pt x="3494" y="709"/>
                  </a:lnTo>
                  <a:lnTo>
                    <a:pt x="3495" y="709"/>
                  </a:lnTo>
                  <a:lnTo>
                    <a:pt x="3497" y="709"/>
                  </a:lnTo>
                  <a:lnTo>
                    <a:pt x="3498" y="709"/>
                  </a:lnTo>
                  <a:lnTo>
                    <a:pt x="3499" y="709"/>
                  </a:lnTo>
                  <a:lnTo>
                    <a:pt x="3501" y="709"/>
                  </a:lnTo>
                  <a:lnTo>
                    <a:pt x="3502" y="709"/>
                  </a:lnTo>
                  <a:lnTo>
                    <a:pt x="3503" y="709"/>
                  </a:lnTo>
                  <a:lnTo>
                    <a:pt x="3505" y="709"/>
                  </a:lnTo>
                  <a:lnTo>
                    <a:pt x="3506" y="709"/>
                  </a:lnTo>
                  <a:lnTo>
                    <a:pt x="3507" y="709"/>
                  </a:lnTo>
                  <a:lnTo>
                    <a:pt x="3509" y="709"/>
                  </a:lnTo>
                  <a:lnTo>
                    <a:pt x="3510" y="709"/>
                  </a:lnTo>
                  <a:lnTo>
                    <a:pt x="3511" y="709"/>
                  </a:lnTo>
                  <a:lnTo>
                    <a:pt x="3513" y="709"/>
                  </a:lnTo>
                  <a:lnTo>
                    <a:pt x="3514" y="709"/>
                  </a:lnTo>
                  <a:lnTo>
                    <a:pt x="3515" y="709"/>
                  </a:lnTo>
                  <a:lnTo>
                    <a:pt x="3516" y="708"/>
                  </a:lnTo>
                  <a:lnTo>
                    <a:pt x="3518" y="705"/>
                  </a:lnTo>
                  <a:lnTo>
                    <a:pt x="3519" y="701"/>
                  </a:lnTo>
                  <a:lnTo>
                    <a:pt x="3520" y="694"/>
                  </a:lnTo>
                  <a:lnTo>
                    <a:pt x="3522" y="685"/>
                  </a:lnTo>
                  <a:lnTo>
                    <a:pt x="3523" y="674"/>
                  </a:lnTo>
                  <a:lnTo>
                    <a:pt x="3525" y="661"/>
                  </a:lnTo>
                  <a:lnTo>
                    <a:pt x="3526" y="646"/>
                  </a:lnTo>
                  <a:lnTo>
                    <a:pt x="3527" y="628"/>
                  </a:lnTo>
                  <a:lnTo>
                    <a:pt x="3528" y="610"/>
                  </a:lnTo>
                  <a:lnTo>
                    <a:pt x="3530" y="592"/>
                  </a:lnTo>
                  <a:lnTo>
                    <a:pt x="3531" y="574"/>
                  </a:lnTo>
                  <a:lnTo>
                    <a:pt x="3532" y="556"/>
                  </a:lnTo>
                  <a:lnTo>
                    <a:pt x="3534" y="539"/>
                  </a:lnTo>
                  <a:lnTo>
                    <a:pt x="3535" y="522"/>
                  </a:lnTo>
                  <a:lnTo>
                    <a:pt x="3536" y="506"/>
                  </a:lnTo>
                  <a:lnTo>
                    <a:pt x="3538" y="491"/>
                  </a:lnTo>
                  <a:lnTo>
                    <a:pt x="3539" y="476"/>
                  </a:lnTo>
                  <a:lnTo>
                    <a:pt x="3540" y="462"/>
                  </a:lnTo>
                  <a:lnTo>
                    <a:pt x="3542" y="448"/>
                  </a:lnTo>
                  <a:lnTo>
                    <a:pt x="3543" y="436"/>
                  </a:lnTo>
                  <a:lnTo>
                    <a:pt x="3544" y="423"/>
                  </a:lnTo>
                  <a:lnTo>
                    <a:pt x="3546" y="411"/>
                  </a:lnTo>
                  <a:lnTo>
                    <a:pt x="3547" y="399"/>
                  </a:lnTo>
                  <a:lnTo>
                    <a:pt x="3548" y="387"/>
                  </a:lnTo>
                  <a:lnTo>
                    <a:pt x="3550" y="375"/>
                  </a:lnTo>
                  <a:lnTo>
                    <a:pt x="3551" y="362"/>
                  </a:lnTo>
                  <a:lnTo>
                    <a:pt x="3552" y="349"/>
                  </a:lnTo>
                  <a:lnTo>
                    <a:pt x="3554" y="335"/>
                  </a:lnTo>
                  <a:lnTo>
                    <a:pt x="3555" y="321"/>
                  </a:lnTo>
                  <a:lnTo>
                    <a:pt x="3556" y="305"/>
                  </a:lnTo>
                  <a:lnTo>
                    <a:pt x="3557" y="289"/>
                  </a:lnTo>
                  <a:lnTo>
                    <a:pt x="3559" y="272"/>
                  </a:lnTo>
                  <a:lnTo>
                    <a:pt x="3560" y="254"/>
                  </a:lnTo>
                  <a:lnTo>
                    <a:pt x="3562" y="236"/>
                  </a:lnTo>
                  <a:lnTo>
                    <a:pt x="3563" y="217"/>
                  </a:lnTo>
                  <a:lnTo>
                    <a:pt x="3564" y="198"/>
                  </a:lnTo>
                  <a:lnTo>
                    <a:pt x="3566" y="178"/>
                  </a:lnTo>
                  <a:lnTo>
                    <a:pt x="3567" y="157"/>
                  </a:lnTo>
                  <a:lnTo>
                    <a:pt x="3568" y="136"/>
                  </a:lnTo>
                  <a:lnTo>
                    <a:pt x="3569" y="115"/>
                  </a:lnTo>
                  <a:lnTo>
                    <a:pt x="3571" y="93"/>
                  </a:lnTo>
                  <a:lnTo>
                    <a:pt x="3572" y="72"/>
                  </a:lnTo>
                  <a:lnTo>
                    <a:pt x="3573" y="55"/>
                  </a:lnTo>
                  <a:lnTo>
                    <a:pt x="3575" y="39"/>
                  </a:lnTo>
                  <a:lnTo>
                    <a:pt x="3576" y="26"/>
                  </a:lnTo>
                  <a:lnTo>
                    <a:pt x="3577" y="16"/>
                  </a:lnTo>
                  <a:lnTo>
                    <a:pt x="3579" y="9"/>
                  </a:lnTo>
                  <a:lnTo>
                    <a:pt x="3580" y="4"/>
                  </a:lnTo>
                  <a:lnTo>
                    <a:pt x="3581" y="1"/>
                  </a:lnTo>
                  <a:lnTo>
                    <a:pt x="3583" y="0"/>
                  </a:lnTo>
                  <a:lnTo>
                    <a:pt x="3584" y="0"/>
                  </a:lnTo>
                  <a:lnTo>
                    <a:pt x="3585" y="0"/>
                  </a:lnTo>
                  <a:lnTo>
                    <a:pt x="3587" y="0"/>
                  </a:lnTo>
                  <a:lnTo>
                    <a:pt x="3588" y="0"/>
                  </a:lnTo>
                  <a:lnTo>
                    <a:pt x="3589" y="0"/>
                  </a:lnTo>
                  <a:lnTo>
                    <a:pt x="3591" y="0"/>
                  </a:lnTo>
                  <a:lnTo>
                    <a:pt x="3592" y="0"/>
                  </a:lnTo>
                  <a:lnTo>
                    <a:pt x="3593" y="0"/>
                  </a:lnTo>
                  <a:lnTo>
                    <a:pt x="3595" y="0"/>
                  </a:lnTo>
                  <a:lnTo>
                    <a:pt x="3596" y="0"/>
                  </a:lnTo>
                  <a:lnTo>
                    <a:pt x="3597" y="0"/>
                  </a:lnTo>
                  <a:lnTo>
                    <a:pt x="3598" y="0"/>
                  </a:lnTo>
                  <a:lnTo>
                    <a:pt x="3600" y="0"/>
                  </a:lnTo>
                  <a:lnTo>
                    <a:pt x="3601" y="0"/>
                  </a:lnTo>
                  <a:lnTo>
                    <a:pt x="3603" y="0"/>
                  </a:lnTo>
                  <a:lnTo>
                    <a:pt x="3604" y="0"/>
                  </a:lnTo>
                  <a:lnTo>
                    <a:pt x="3605" y="0"/>
                  </a:lnTo>
                  <a:lnTo>
                    <a:pt x="3607" y="0"/>
                  </a:lnTo>
                  <a:lnTo>
                    <a:pt x="3608" y="0"/>
                  </a:lnTo>
                  <a:lnTo>
                    <a:pt x="3609" y="0"/>
                  </a:lnTo>
                  <a:lnTo>
                    <a:pt x="3610" y="0"/>
                  </a:lnTo>
                  <a:lnTo>
                    <a:pt x="3612" y="0"/>
                  </a:lnTo>
                  <a:lnTo>
                    <a:pt x="3613" y="0"/>
                  </a:lnTo>
                  <a:lnTo>
                    <a:pt x="3614" y="0"/>
                  </a:lnTo>
                  <a:lnTo>
                    <a:pt x="3616" y="0"/>
                  </a:lnTo>
                  <a:lnTo>
                    <a:pt x="3617" y="0"/>
                  </a:lnTo>
                  <a:lnTo>
                    <a:pt x="3618" y="0"/>
                  </a:lnTo>
                  <a:lnTo>
                    <a:pt x="3620" y="0"/>
                  </a:lnTo>
                  <a:lnTo>
                    <a:pt x="3621" y="0"/>
                  </a:lnTo>
                  <a:lnTo>
                    <a:pt x="3623" y="0"/>
                  </a:lnTo>
                  <a:lnTo>
                    <a:pt x="3624" y="0"/>
                  </a:lnTo>
                  <a:lnTo>
                    <a:pt x="3625" y="0"/>
                  </a:lnTo>
                  <a:lnTo>
                    <a:pt x="3626" y="0"/>
                  </a:lnTo>
                  <a:lnTo>
                    <a:pt x="3628" y="0"/>
                  </a:lnTo>
                  <a:lnTo>
                    <a:pt x="3629" y="0"/>
                  </a:lnTo>
                  <a:lnTo>
                    <a:pt x="3630" y="0"/>
                  </a:lnTo>
                  <a:lnTo>
                    <a:pt x="3632" y="0"/>
                  </a:lnTo>
                  <a:lnTo>
                    <a:pt x="3633" y="0"/>
                  </a:lnTo>
                  <a:lnTo>
                    <a:pt x="3634" y="0"/>
                  </a:lnTo>
                  <a:lnTo>
                    <a:pt x="3636" y="0"/>
                  </a:lnTo>
                  <a:lnTo>
                    <a:pt x="3637" y="0"/>
                  </a:lnTo>
                  <a:lnTo>
                    <a:pt x="3638" y="0"/>
                  </a:lnTo>
                  <a:lnTo>
                    <a:pt x="3639" y="0"/>
                  </a:lnTo>
                  <a:lnTo>
                    <a:pt x="3641" y="0"/>
                  </a:lnTo>
                  <a:lnTo>
                    <a:pt x="3642" y="0"/>
                  </a:lnTo>
                  <a:lnTo>
                    <a:pt x="3644" y="0"/>
                  </a:lnTo>
                  <a:lnTo>
                    <a:pt x="3645" y="0"/>
                  </a:lnTo>
                  <a:lnTo>
                    <a:pt x="3646" y="0"/>
                  </a:lnTo>
                  <a:lnTo>
                    <a:pt x="3648" y="0"/>
                  </a:lnTo>
                  <a:lnTo>
                    <a:pt x="3649" y="0"/>
                  </a:lnTo>
                  <a:lnTo>
                    <a:pt x="3650" y="0"/>
                  </a:lnTo>
                  <a:lnTo>
                    <a:pt x="3652" y="0"/>
                  </a:lnTo>
                  <a:lnTo>
                    <a:pt x="3653" y="0"/>
                  </a:lnTo>
                  <a:lnTo>
                    <a:pt x="3654" y="0"/>
                  </a:lnTo>
                  <a:lnTo>
                    <a:pt x="3655" y="0"/>
                  </a:lnTo>
                  <a:lnTo>
                    <a:pt x="3657" y="0"/>
                  </a:lnTo>
                  <a:lnTo>
                    <a:pt x="3658" y="0"/>
                  </a:lnTo>
                  <a:lnTo>
                    <a:pt x="3660" y="0"/>
                  </a:lnTo>
                  <a:lnTo>
                    <a:pt x="3661" y="0"/>
                  </a:lnTo>
                  <a:lnTo>
                    <a:pt x="3662" y="0"/>
                  </a:lnTo>
                  <a:lnTo>
                    <a:pt x="3664" y="0"/>
                  </a:lnTo>
                  <a:lnTo>
                    <a:pt x="3665" y="0"/>
                  </a:lnTo>
                  <a:lnTo>
                    <a:pt x="3666" y="0"/>
                  </a:lnTo>
                  <a:lnTo>
                    <a:pt x="3667" y="0"/>
                  </a:lnTo>
                  <a:lnTo>
                    <a:pt x="3669" y="0"/>
                  </a:lnTo>
                  <a:lnTo>
                    <a:pt x="3670" y="0"/>
                  </a:lnTo>
                  <a:lnTo>
                    <a:pt x="3671" y="0"/>
                  </a:lnTo>
                  <a:lnTo>
                    <a:pt x="3673" y="0"/>
                  </a:lnTo>
                  <a:lnTo>
                    <a:pt x="3674" y="0"/>
                  </a:lnTo>
                  <a:lnTo>
                    <a:pt x="3675" y="0"/>
                  </a:lnTo>
                  <a:lnTo>
                    <a:pt x="3677" y="0"/>
                  </a:lnTo>
                  <a:lnTo>
                    <a:pt x="3678" y="0"/>
                  </a:lnTo>
                  <a:lnTo>
                    <a:pt x="3679" y="0"/>
                  </a:lnTo>
                  <a:lnTo>
                    <a:pt x="3681" y="0"/>
                  </a:lnTo>
                  <a:lnTo>
                    <a:pt x="3682" y="0"/>
                  </a:lnTo>
                  <a:lnTo>
                    <a:pt x="3683" y="0"/>
                  </a:lnTo>
                  <a:lnTo>
                    <a:pt x="3685" y="0"/>
                  </a:lnTo>
                  <a:lnTo>
                    <a:pt x="3686" y="0"/>
                  </a:lnTo>
                  <a:lnTo>
                    <a:pt x="3687" y="0"/>
                  </a:lnTo>
                  <a:lnTo>
                    <a:pt x="3689" y="0"/>
                  </a:lnTo>
                  <a:lnTo>
                    <a:pt x="3690" y="0"/>
                  </a:lnTo>
                  <a:lnTo>
                    <a:pt x="3691" y="0"/>
                  </a:lnTo>
                  <a:lnTo>
                    <a:pt x="3693" y="0"/>
                  </a:lnTo>
                  <a:lnTo>
                    <a:pt x="3694" y="0"/>
                  </a:lnTo>
                  <a:lnTo>
                    <a:pt x="3695" y="0"/>
                  </a:lnTo>
                  <a:lnTo>
                    <a:pt x="3696" y="0"/>
                  </a:lnTo>
                  <a:lnTo>
                    <a:pt x="3698" y="0"/>
                  </a:lnTo>
                  <a:lnTo>
                    <a:pt x="3699" y="0"/>
                  </a:lnTo>
                  <a:lnTo>
                    <a:pt x="3701" y="0"/>
                  </a:lnTo>
                  <a:lnTo>
                    <a:pt x="3702" y="0"/>
                  </a:lnTo>
                  <a:lnTo>
                    <a:pt x="3703" y="0"/>
                  </a:lnTo>
                  <a:lnTo>
                    <a:pt x="3705" y="0"/>
                  </a:lnTo>
                  <a:lnTo>
                    <a:pt x="3706" y="0"/>
                  </a:lnTo>
                  <a:lnTo>
                    <a:pt x="3707" y="0"/>
                  </a:lnTo>
                  <a:lnTo>
                    <a:pt x="3708" y="0"/>
                  </a:lnTo>
                  <a:lnTo>
                    <a:pt x="3710" y="0"/>
                  </a:lnTo>
                  <a:lnTo>
                    <a:pt x="3711" y="0"/>
                  </a:lnTo>
                  <a:lnTo>
                    <a:pt x="3712" y="0"/>
                  </a:lnTo>
                  <a:lnTo>
                    <a:pt x="3714" y="0"/>
                  </a:lnTo>
                  <a:lnTo>
                    <a:pt x="3715" y="0"/>
                  </a:lnTo>
                  <a:lnTo>
                    <a:pt x="3716" y="0"/>
                  </a:lnTo>
                  <a:lnTo>
                    <a:pt x="3718" y="0"/>
                  </a:lnTo>
                  <a:lnTo>
                    <a:pt x="3719" y="0"/>
                  </a:lnTo>
                  <a:lnTo>
                    <a:pt x="3720" y="1"/>
                  </a:lnTo>
                  <a:lnTo>
                    <a:pt x="3722" y="4"/>
                  </a:lnTo>
                  <a:lnTo>
                    <a:pt x="3723" y="8"/>
                  </a:lnTo>
                  <a:lnTo>
                    <a:pt x="3724" y="14"/>
                  </a:lnTo>
                  <a:lnTo>
                    <a:pt x="3726" y="22"/>
                  </a:lnTo>
                  <a:lnTo>
                    <a:pt x="3727" y="33"/>
                  </a:lnTo>
                  <a:lnTo>
                    <a:pt x="3728" y="45"/>
                  </a:lnTo>
                  <a:lnTo>
                    <a:pt x="3730" y="60"/>
                  </a:lnTo>
                  <a:lnTo>
                    <a:pt x="3731" y="77"/>
                  </a:lnTo>
                  <a:lnTo>
                    <a:pt x="3732" y="96"/>
                  </a:lnTo>
                  <a:lnTo>
                    <a:pt x="3734" y="117"/>
                  </a:lnTo>
                  <a:lnTo>
                    <a:pt x="3735" y="139"/>
                  </a:lnTo>
                  <a:lnTo>
                    <a:pt x="3736" y="163"/>
                  </a:lnTo>
                  <a:lnTo>
                    <a:pt x="3737" y="189"/>
                  </a:lnTo>
                  <a:lnTo>
                    <a:pt x="3739" y="216"/>
                  </a:lnTo>
                  <a:lnTo>
                    <a:pt x="3740" y="245"/>
                  </a:lnTo>
                  <a:lnTo>
                    <a:pt x="3742" y="275"/>
                  </a:lnTo>
                  <a:lnTo>
                    <a:pt x="3743" y="305"/>
                  </a:lnTo>
                  <a:lnTo>
                    <a:pt x="3744" y="337"/>
                  </a:lnTo>
                  <a:lnTo>
                    <a:pt x="3746" y="368"/>
                  </a:lnTo>
                  <a:lnTo>
                    <a:pt x="3747" y="399"/>
                  </a:lnTo>
                  <a:lnTo>
                    <a:pt x="3748" y="430"/>
                  </a:lnTo>
                  <a:lnTo>
                    <a:pt x="3749" y="459"/>
                  </a:lnTo>
                  <a:lnTo>
                    <a:pt x="3751" y="489"/>
                  </a:lnTo>
                  <a:lnTo>
                    <a:pt x="3752" y="517"/>
                  </a:lnTo>
                  <a:lnTo>
                    <a:pt x="3753" y="545"/>
                  </a:lnTo>
                  <a:lnTo>
                    <a:pt x="3755" y="571"/>
                  </a:lnTo>
                  <a:lnTo>
                    <a:pt x="3756" y="597"/>
                  </a:lnTo>
                  <a:lnTo>
                    <a:pt x="3758" y="620"/>
                  </a:lnTo>
                  <a:lnTo>
                    <a:pt x="3759" y="641"/>
                  </a:lnTo>
                  <a:lnTo>
                    <a:pt x="3760" y="659"/>
                  </a:lnTo>
                  <a:lnTo>
                    <a:pt x="3761" y="675"/>
                  </a:lnTo>
                  <a:lnTo>
                    <a:pt x="3763" y="686"/>
                  </a:lnTo>
                  <a:lnTo>
                    <a:pt x="3764" y="696"/>
                  </a:lnTo>
                  <a:lnTo>
                    <a:pt x="3765" y="702"/>
                  </a:lnTo>
                  <a:lnTo>
                    <a:pt x="3767" y="707"/>
                  </a:lnTo>
                  <a:lnTo>
                    <a:pt x="3768" y="708"/>
                  </a:lnTo>
                  <a:lnTo>
                    <a:pt x="3769" y="709"/>
                  </a:lnTo>
                  <a:lnTo>
                    <a:pt x="3771" y="709"/>
                  </a:lnTo>
                  <a:lnTo>
                    <a:pt x="3772" y="709"/>
                  </a:lnTo>
                  <a:lnTo>
                    <a:pt x="3773" y="709"/>
                  </a:lnTo>
                  <a:lnTo>
                    <a:pt x="3775" y="709"/>
                  </a:lnTo>
                  <a:lnTo>
                    <a:pt x="3776" y="709"/>
                  </a:lnTo>
                  <a:lnTo>
                    <a:pt x="3777" y="709"/>
                  </a:lnTo>
                  <a:lnTo>
                    <a:pt x="3778" y="709"/>
                  </a:lnTo>
                  <a:lnTo>
                    <a:pt x="3780" y="709"/>
                  </a:lnTo>
                  <a:lnTo>
                    <a:pt x="3781" y="709"/>
                  </a:lnTo>
                  <a:lnTo>
                    <a:pt x="3783" y="709"/>
                  </a:lnTo>
                  <a:lnTo>
                    <a:pt x="3784" y="709"/>
                  </a:lnTo>
                  <a:lnTo>
                    <a:pt x="3785" y="709"/>
                  </a:lnTo>
                  <a:lnTo>
                    <a:pt x="3787" y="709"/>
                  </a:lnTo>
                  <a:lnTo>
                    <a:pt x="3788" y="709"/>
                  </a:lnTo>
                  <a:lnTo>
                    <a:pt x="3789" y="709"/>
                  </a:lnTo>
                  <a:lnTo>
                    <a:pt x="3790" y="709"/>
                  </a:lnTo>
                  <a:lnTo>
                    <a:pt x="3792" y="709"/>
                  </a:lnTo>
                  <a:lnTo>
                    <a:pt x="3793" y="709"/>
                  </a:lnTo>
                  <a:lnTo>
                    <a:pt x="3794" y="709"/>
                  </a:lnTo>
                  <a:lnTo>
                    <a:pt x="3796" y="709"/>
                  </a:lnTo>
                  <a:lnTo>
                    <a:pt x="3797" y="709"/>
                  </a:lnTo>
                  <a:lnTo>
                    <a:pt x="3799" y="709"/>
                  </a:lnTo>
                  <a:lnTo>
                    <a:pt x="3800" y="709"/>
                  </a:lnTo>
                  <a:lnTo>
                    <a:pt x="3801" y="709"/>
                  </a:lnTo>
                  <a:lnTo>
                    <a:pt x="3802" y="709"/>
                  </a:lnTo>
                  <a:lnTo>
                    <a:pt x="3804" y="709"/>
                  </a:lnTo>
                  <a:lnTo>
                    <a:pt x="3805" y="709"/>
                  </a:lnTo>
                  <a:lnTo>
                    <a:pt x="3806" y="709"/>
                  </a:lnTo>
                  <a:lnTo>
                    <a:pt x="3808" y="709"/>
                  </a:lnTo>
                  <a:lnTo>
                    <a:pt x="3809" y="709"/>
                  </a:lnTo>
                  <a:lnTo>
                    <a:pt x="3810" y="709"/>
                  </a:lnTo>
                  <a:lnTo>
                    <a:pt x="3812" y="709"/>
                  </a:lnTo>
                  <a:lnTo>
                    <a:pt x="3813" y="709"/>
                  </a:lnTo>
                  <a:lnTo>
                    <a:pt x="3815" y="709"/>
                  </a:lnTo>
                  <a:lnTo>
                    <a:pt x="3816" y="709"/>
                  </a:lnTo>
                  <a:lnTo>
                    <a:pt x="3817" y="709"/>
                  </a:lnTo>
                  <a:lnTo>
                    <a:pt x="3818" y="709"/>
                  </a:lnTo>
                  <a:lnTo>
                    <a:pt x="3820" y="709"/>
                  </a:lnTo>
                  <a:lnTo>
                    <a:pt x="3821" y="709"/>
                  </a:lnTo>
                  <a:lnTo>
                    <a:pt x="3822" y="709"/>
                  </a:lnTo>
                  <a:lnTo>
                    <a:pt x="3824" y="709"/>
                  </a:lnTo>
                  <a:lnTo>
                    <a:pt x="3825" y="709"/>
                  </a:lnTo>
                  <a:lnTo>
                    <a:pt x="3826" y="709"/>
                  </a:lnTo>
                  <a:lnTo>
                    <a:pt x="3828" y="709"/>
                  </a:lnTo>
                  <a:lnTo>
                    <a:pt x="3829" y="709"/>
                  </a:lnTo>
                  <a:lnTo>
                    <a:pt x="3830" y="709"/>
                  </a:lnTo>
                  <a:lnTo>
                    <a:pt x="3831" y="709"/>
                  </a:lnTo>
                  <a:lnTo>
                    <a:pt x="3833" y="709"/>
                  </a:lnTo>
                  <a:lnTo>
                    <a:pt x="3834" y="709"/>
                  </a:lnTo>
                  <a:lnTo>
                    <a:pt x="3835" y="709"/>
                  </a:lnTo>
                  <a:lnTo>
                    <a:pt x="3837" y="709"/>
                  </a:lnTo>
                  <a:lnTo>
                    <a:pt x="3838" y="709"/>
                  </a:lnTo>
                  <a:lnTo>
                    <a:pt x="3840" y="709"/>
                  </a:lnTo>
                  <a:lnTo>
                    <a:pt x="3841" y="709"/>
                  </a:lnTo>
                  <a:lnTo>
                    <a:pt x="3842" y="709"/>
                  </a:lnTo>
                  <a:lnTo>
                    <a:pt x="3844" y="709"/>
                  </a:lnTo>
                  <a:lnTo>
                    <a:pt x="3845" y="709"/>
                  </a:lnTo>
                  <a:lnTo>
                    <a:pt x="3846" y="709"/>
                  </a:lnTo>
                  <a:lnTo>
                    <a:pt x="3847" y="709"/>
                  </a:lnTo>
                  <a:lnTo>
                    <a:pt x="3849" y="709"/>
                  </a:lnTo>
                  <a:lnTo>
                    <a:pt x="3850" y="709"/>
                  </a:lnTo>
                  <a:lnTo>
                    <a:pt x="3851" y="709"/>
                  </a:lnTo>
                  <a:lnTo>
                    <a:pt x="3853" y="709"/>
                  </a:lnTo>
                  <a:lnTo>
                    <a:pt x="3854" y="709"/>
                  </a:lnTo>
                  <a:lnTo>
                    <a:pt x="3856" y="709"/>
                  </a:lnTo>
                  <a:lnTo>
                    <a:pt x="3857" y="709"/>
                  </a:lnTo>
                  <a:lnTo>
                    <a:pt x="3858" y="709"/>
                  </a:lnTo>
                  <a:lnTo>
                    <a:pt x="3859" y="709"/>
                  </a:lnTo>
                  <a:lnTo>
                    <a:pt x="3861" y="709"/>
                  </a:lnTo>
                  <a:lnTo>
                    <a:pt x="3862" y="709"/>
                  </a:lnTo>
                  <a:lnTo>
                    <a:pt x="3863" y="709"/>
                  </a:lnTo>
                  <a:lnTo>
                    <a:pt x="3865" y="709"/>
                  </a:lnTo>
                  <a:lnTo>
                    <a:pt x="3866" y="709"/>
                  </a:lnTo>
                  <a:lnTo>
                    <a:pt x="3867" y="709"/>
                  </a:lnTo>
                  <a:lnTo>
                    <a:pt x="3869" y="709"/>
                  </a:lnTo>
                  <a:lnTo>
                    <a:pt x="3870" y="709"/>
                  </a:lnTo>
                  <a:lnTo>
                    <a:pt x="3871" y="709"/>
                  </a:lnTo>
                  <a:lnTo>
                    <a:pt x="3873" y="709"/>
                  </a:lnTo>
                  <a:lnTo>
                    <a:pt x="3874" y="709"/>
                  </a:lnTo>
                  <a:lnTo>
                    <a:pt x="3875" y="709"/>
                  </a:lnTo>
                  <a:lnTo>
                    <a:pt x="3876" y="709"/>
                  </a:lnTo>
                  <a:lnTo>
                    <a:pt x="3878" y="709"/>
                  </a:lnTo>
                  <a:lnTo>
                    <a:pt x="3879" y="709"/>
                  </a:lnTo>
                  <a:lnTo>
                    <a:pt x="3881" y="709"/>
                  </a:lnTo>
                  <a:lnTo>
                    <a:pt x="3882" y="709"/>
                  </a:lnTo>
                  <a:lnTo>
                    <a:pt x="3883" y="709"/>
                  </a:lnTo>
                  <a:lnTo>
                    <a:pt x="3885" y="709"/>
                  </a:lnTo>
                  <a:lnTo>
                    <a:pt x="3886" y="709"/>
                  </a:lnTo>
                  <a:lnTo>
                    <a:pt x="3887" y="709"/>
                  </a:lnTo>
                  <a:lnTo>
                    <a:pt x="3888" y="709"/>
                  </a:lnTo>
                  <a:lnTo>
                    <a:pt x="3890" y="709"/>
                  </a:lnTo>
                  <a:lnTo>
                    <a:pt x="3891" y="709"/>
                  </a:lnTo>
                  <a:lnTo>
                    <a:pt x="3892" y="709"/>
                  </a:lnTo>
                  <a:lnTo>
                    <a:pt x="3894" y="709"/>
                  </a:lnTo>
                  <a:lnTo>
                    <a:pt x="3895" y="709"/>
                  </a:lnTo>
                  <a:lnTo>
                    <a:pt x="3897" y="709"/>
                  </a:lnTo>
                  <a:lnTo>
                    <a:pt x="3898" y="709"/>
                  </a:lnTo>
                  <a:lnTo>
                    <a:pt x="3899" y="709"/>
                  </a:lnTo>
                  <a:lnTo>
                    <a:pt x="3900" y="709"/>
                  </a:lnTo>
                  <a:lnTo>
                    <a:pt x="3902" y="709"/>
                  </a:lnTo>
                  <a:lnTo>
                    <a:pt x="3903" y="709"/>
                  </a:lnTo>
                  <a:lnTo>
                    <a:pt x="3904" y="709"/>
                  </a:lnTo>
                  <a:lnTo>
                    <a:pt x="3906" y="709"/>
                  </a:lnTo>
                  <a:lnTo>
                    <a:pt x="3907" y="709"/>
                  </a:lnTo>
                  <a:lnTo>
                    <a:pt x="3908" y="709"/>
                  </a:lnTo>
                  <a:lnTo>
                    <a:pt x="3910" y="709"/>
                  </a:lnTo>
                  <a:lnTo>
                    <a:pt x="3911" y="709"/>
                  </a:lnTo>
                  <a:lnTo>
                    <a:pt x="3912" y="709"/>
                  </a:lnTo>
                  <a:lnTo>
                    <a:pt x="3914" y="709"/>
                  </a:lnTo>
                  <a:lnTo>
                    <a:pt x="3915" y="709"/>
                  </a:lnTo>
                  <a:lnTo>
                    <a:pt x="3916" y="709"/>
                  </a:lnTo>
                  <a:lnTo>
                    <a:pt x="3918" y="709"/>
                  </a:lnTo>
                  <a:lnTo>
                    <a:pt x="3919" y="709"/>
                  </a:lnTo>
                  <a:lnTo>
                    <a:pt x="3920" y="709"/>
                  </a:lnTo>
                  <a:lnTo>
                    <a:pt x="3922" y="709"/>
                  </a:lnTo>
                  <a:lnTo>
                    <a:pt x="3923" y="709"/>
                  </a:lnTo>
                  <a:lnTo>
                    <a:pt x="3924" y="709"/>
                  </a:lnTo>
                  <a:lnTo>
                    <a:pt x="3926" y="709"/>
                  </a:lnTo>
                  <a:lnTo>
                    <a:pt x="3927" y="709"/>
                  </a:lnTo>
                  <a:lnTo>
                    <a:pt x="3928" y="709"/>
                  </a:lnTo>
                  <a:lnTo>
                    <a:pt x="3929" y="709"/>
                  </a:lnTo>
                  <a:lnTo>
                    <a:pt x="3931" y="709"/>
                  </a:lnTo>
                  <a:lnTo>
                    <a:pt x="3932" y="709"/>
                  </a:lnTo>
                  <a:lnTo>
                    <a:pt x="3933" y="709"/>
                  </a:lnTo>
                  <a:lnTo>
                    <a:pt x="3935" y="709"/>
                  </a:lnTo>
                  <a:lnTo>
                    <a:pt x="3936" y="709"/>
                  </a:lnTo>
                  <a:lnTo>
                    <a:pt x="3938" y="709"/>
                  </a:lnTo>
                  <a:lnTo>
                    <a:pt x="3939" y="709"/>
                  </a:lnTo>
                  <a:lnTo>
                    <a:pt x="3940" y="709"/>
                  </a:lnTo>
                  <a:lnTo>
                    <a:pt x="3941" y="709"/>
                  </a:lnTo>
                  <a:lnTo>
                    <a:pt x="3943" y="709"/>
                  </a:lnTo>
                  <a:lnTo>
                    <a:pt x="3944" y="709"/>
                  </a:lnTo>
                  <a:lnTo>
                    <a:pt x="3945" y="709"/>
                  </a:lnTo>
                  <a:lnTo>
                    <a:pt x="3947" y="709"/>
                  </a:lnTo>
                  <a:lnTo>
                    <a:pt x="3948" y="709"/>
                  </a:lnTo>
                  <a:lnTo>
                    <a:pt x="3949" y="709"/>
                  </a:lnTo>
                  <a:lnTo>
                    <a:pt x="3951" y="709"/>
                  </a:lnTo>
                  <a:lnTo>
                    <a:pt x="3952" y="709"/>
                  </a:lnTo>
                  <a:lnTo>
                    <a:pt x="3953" y="709"/>
                  </a:lnTo>
                  <a:lnTo>
                    <a:pt x="3955" y="709"/>
                  </a:lnTo>
                  <a:lnTo>
                    <a:pt x="3956" y="709"/>
                  </a:lnTo>
                  <a:lnTo>
                    <a:pt x="3957" y="709"/>
                  </a:lnTo>
                  <a:lnTo>
                    <a:pt x="3959" y="709"/>
                  </a:lnTo>
                  <a:lnTo>
                    <a:pt x="3960" y="709"/>
                  </a:lnTo>
                  <a:lnTo>
                    <a:pt x="3961" y="709"/>
                  </a:lnTo>
                  <a:lnTo>
                    <a:pt x="3963" y="709"/>
                  </a:lnTo>
                  <a:lnTo>
                    <a:pt x="3964" y="709"/>
                  </a:lnTo>
                  <a:lnTo>
                    <a:pt x="3965" y="709"/>
                  </a:lnTo>
                  <a:lnTo>
                    <a:pt x="3967" y="709"/>
                  </a:lnTo>
                  <a:lnTo>
                    <a:pt x="3968" y="709"/>
                  </a:lnTo>
                  <a:lnTo>
                    <a:pt x="3969" y="709"/>
                  </a:lnTo>
                  <a:lnTo>
                    <a:pt x="3970" y="709"/>
                  </a:lnTo>
                  <a:lnTo>
                    <a:pt x="3972" y="709"/>
                  </a:lnTo>
                  <a:lnTo>
                    <a:pt x="3973" y="709"/>
                  </a:lnTo>
                  <a:lnTo>
                    <a:pt x="3975" y="709"/>
                  </a:lnTo>
                  <a:lnTo>
                    <a:pt x="3976" y="709"/>
                  </a:lnTo>
                  <a:lnTo>
                    <a:pt x="3977" y="709"/>
                  </a:lnTo>
                  <a:lnTo>
                    <a:pt x="3979" y="709"/>
                  </a:lnTo>
                  <a:lnTo>
                    <a:pt x="3980" y="709"/>
                  </a:lnTo>
                  <a:lnTo>
                    <a:pt x="3981" y="709"/>
                  </a:lnTo>
                  <a:lnTo>
                    <a:pt x="3982" y="709"/>
                  </a:lnTo>
                  <a:lnTo>
                    <a:pt x="3984" y="709"/>
                  </a:lnTo>
                  <a:lnTo>
                    <a:pt x="3985" y="709"/>
                  </a:lnTo>
                  <a:lnTo>
                    <a:pt x="3986" y="709"/>
                  </a:lnTo>
                  <a:lnTo>
                    <a:pt x="3988" y="709"/>
                  </a:lnTo>
                  <a:lnTo>
                    <a:pt x="3989" y="709"/>
                  </a:lnTo>
                  <a:lnTo>
                    <a:pt x="3990" y="709"/>
                  </a:lnTo>
                  <a:lnTo>
                    <a:pt x="3992" y="709"/>
                  </a:lnTo>
                  <a:lnTo>
                    <a:pt x="3993" y="709"/>
                  </a:lnTo>
                  <a:lnTo>
                    <a:pt x="3994" y="709"/>
                  </a:lnTo>
                  <a:lnTo>
                    <a:pt x="3996" y="709"/>
                  </a:lnTo>
                  <a:lnTo>
                    <a:pt x="3997" y="709"/>
                  </a:lnTo>
                  <a:lnTo>
                    <a:pt x="3998" y="709"/>
                  </a:lnTo>
                  <a:lnTo>
                    <a:pt x="4000" y="709"/>
                  </a:lnTo>
                  <a:lnTo>
                    <a:pt x="4001" y="709"/>
                  </a:lnTo>
                  <a:lnTo>
                    <a:pt x="4002" y="709"/>
                  </a:lnTo>
                  <a:lnTo>
                    <a:pt x="4004" y="709"/>
                  </a:lnTo>
                  <a:lnTo>
                    <a:pt x="4005" y="709"/>
                  </a:lnTo>
                  <a:lnTo>
                    <a:pt x="4006" y="709"/>
                  </a:lnTo>
                  <a:lnTo>
                    <a:pt x="4008" y="709"/>
                  </a:lnTo>
                  <a:lnTo>
                    <a:pt x="4009" y="709"/>
                  </a:lnTo>
                  <a:lnTo>
                    <a:pt x="4010" y="709"/>
                  </a:lnTo>
                  <a:lnTo>
                    <a:pt x="4011" y="709"/>
                  </a:lnTo>
                  <a:lnTo>
                    <a:pt x="4013" y="709"/>
                  </a:lnTo>
                  <a:lnTo>
                    <a:pt x="4014" y="709"/>
                  </a:lnTo>
                  <a:lnTo>
                    <a:pt x="4016" y="709"/>
                  </a:lnTo>
                  <a:lnTo>
                    <a:pt x="4017" y="709"/>
                  </a:lnTo>
                  <a:lnTo>
                    <a:pt x="4018" y="709"/>
                  </a:lnTo>
                  <a:lnTo>
                    <a:pt x="4020" y="709"/>
                  </a:lnTo>
                  <a:lnTo>
                    <a:pt x="4021" y="709"/>
                  </a:lnTo>
                  <a:lnTo>
                    <a:pt x="4022" y="709"/>
                  </a:lnTo>
                  <a:lnTo>
                    <a:pt x="4023" y="709"/>
                  </a:lnTo>
                  <a:lnTo>
                    <a:pt x="4025" y="709"/>
                  </a:lnTo>
                  <a:lnTo>
                    <a:pt x="4026" y="709"/>
                  </a:lnTo>
                  <a:lnTo>
                    <a:pt x="4027" y="709"/>
                  </a:lnTo>
                  <a:lnTo>
                    <a:pt x="4029" y="709"/>
                  </a:lnTo>
                  <a:lnTo>
                    <a:pt x="4030" y="709"/>
                  </a:lnTo>
                  <a:lnTo>
                    <a:pt x="4031" y="709"/>
                  </a:lnTo>
                  <a:lnTo>
                    <a:pt x="4033" y="709"/>
                  </a:lnTo>
                  <a:lnTo>
                    <a:pt x="4034" y="709"/>
                  </a:lnTo>
                  <a:lnTo>
                    <a:pt x="4036" y="708"/>
                  </a:lnTo>
                  <a:lnTo>
                    <a:pt x="4037" y="705"/>
                  </a:lnTo>
                  <a:lnTo>
                    <a:pt x="4038" y="700"/>
                  </a:lnTo>
                  <a:lnTo>
                    <a:pt x="4039" y="694"/>
                  </a:lnTo>
                  <a:lnTo>
                    <a:pt x="4041" y="687"/>
                  </a:lnTo>
                  <a:lnTo>
                    <a:pt x="4042" y="679"/>
                  </a:lnTo>
                  <a:lnTo>
                    <a:pt x="4043" y="670"/>
                  </a:lnTo>
                  <a:lnTo>
                    <a:pt x="4045" y="659"/>
                  </a:lnTo>
                  <a:lnTo>
                    <a:pt x="4046" y="648"/>
                  </a:lnTo>
                  <a:lnTo>
                    <a:pt x="4047" y="638"/>
                  </a:lnTo>
                  <a:lnTo>
                    <a:pt x="4049" y="628"/>
                  </a:lnTo>
                  <a:lnTo>
                    <a:pt x="4050" y="618"/>
                  </a:lnTo>
                  <a:lnTo>
                    <a:pt x="4051" y="608"/>
                  </a:lnTo>
                  <a:lnTo>
                    <a:pt x="4052" y="600"/>
                  </a:lnTo>
                  <a:lnTo>
                    <a:pt x="4054" y="591"/>
                  </a:lnTo>
                  <a:lnTo>
                    <a:pt x="4055" y="581"/>
                  </a:lnTo>
                  <a:lnTo>
                    <a:pt x="4057" y="572"/>
                  </a:lnTo>
                  <a:lnTo>
                    <a:pt x="4058" y="562"/>
                  </a:lnTo>
                  <a:lnTo>
                    <a:pt x="4059" y="552"/>
                  </a:lnTo>
                  <a:lnTo>
                    <a:pt x="4061" y="541"/>
                  </a:lnTo>
                  <a:lnTo>
                    <a:pt x="4062" y="529"/>
                  </a:lnTo>
                  <a:lnTo>
                    <a:pt x="4063" y="517"/>
                  </a:lnTo>
                  <a:lnTo>
                    <a:pt x="4065" y="504"/>
                  </a:lnTo>
                  <a:lnTo>
                    <a:pt x="4066" y="491"/>
                  </a:lnTo>
                  <a:lnTo>
                    <a:pt x="4067" y="476"/>
                  </a:lnTo>
                  <a:lnTo>
                    <a:pt x="4068" y="461"/>
                  </a:lnTo>
                  <a:lnTo>
                    <a:pt x="4070" y="445"/>
                  </a:lnTo>
                  <a:lnTo>
                    <a:pt x="4071" y="428"/>
                  </a:lnTo>
                  <a:lnTo>
                    <a:pt x="4073" y="410"/>
                  </a:lnTo>
                  <a:lnTo>
                    <a:pt x="4074" y="392"/>
                  </a:lnTo>
                  <a:lnTo>
                    <a:pt x="4075" y="372"/>
                  </a:lnTo>
                  <a:lnTo>
                    <a:pt x="4077" y="352"/>
                  </a:lnTo>
                  <a:lnTo>
                    <a:pt x="4078" y="330"/>
                  </a:lnTo>
                  <a:lnTo>
                    <a:pt x="4079" y="308"/>
                  </a:lnTo>
                  <a:lnTo>
                    <a:pt x="4080" y="285"/>
                  </a:lnTo>
                  <a:lnTo>
                    <a:pt x="4082" y="261"/>
                  </a:lnTo>
                  <a:lnTo>
                    <a:pt x="4083" y="236"/>
                  </a:lnTo>
                  <a:lnTo>
                    <a:pt x="4084" y="211"/>
                  </a:lnTo>
                  <a:lnTo>
                    <a:pt x="4086" y="185"/>
                  </a:lnTo>
                  <a:lnTo>
                    <a:pt x="4087" y="159"/>
                  </a:lnTo>
                  <a:lnTo>
                    <a:pt x="4088" y="132"/>
                  </a:lnTo>
                  <a:lnTo>
                    <a:pt x="4090" y="107"/>
                  </a:lnTo>
                  <a:lnTo>
                    <a:pt x="4091" y="84"/>
                  </a:lnTo>
                  <a:lnTo>
                    <a:pt x="4092" y="63"/>
                  </a:lnTo>
                  <a:lnTo>
                    <a:pt x="4094" y="46"/>
                  </a:lnTo>
                  <a:lnTo>
                    <a:pt x="4095" y="31"/>
                  </a:lnTo>
                  <a:lnTo>
                    <a:pt x="4096" y="20"/>
                  </a:lnTo>
                  <a:lnTo>
                    <a:pt x="4098" y="11"/>
                  </a:lnTo>
                  <a:lnTo>
                    <a:pt x="4099" y="5"/>
                  </a:lnTo>
                  <a:lnTo>
                    <a:pt x="4100" y="2"/>
                  </a:lnTo>
                  <a:lnTo>
                    <a:pt x="4102" y="1"/>
                  </a:lnTo>
                  <a:lnTo>
                    <a:pt x="4103" y="0"/>
                  </a:lnTo>
                  <a:lnTo>
                    <a:pt x="4104" y="0"/>
                  </a:lnTo>
                  <a:lnTo>
                    <a:pt x="4106" y="0"/>
                  </a:lnTo>
                  <a:lnTo>
                    <a:pt x="4107" y="0"/>
                  </a:lnTo>
                  <a:lnTo>
                    <a:pt x="4108" y="0"/>
                  </a:lnTo>
                  <a:lnTo>
                    <a:pt x="4109" y="0"/>
                  </a:lnTo>
                  <a:lnTo>
                    <a:pt x="4111" y="0"/>
                  </a:lnTo>
                  <a:lnTo>
                    <a:pt x="4112" y="0"/>
                  </a:lnTo>
                  <a:lnTo>
                    <a:pt x="4114" y="0"/>
                  </a:lnTo>
                  <a:lnTo>
                    <a:pt x="4115" y="0"/>
                  </a:lnTo>
                  <a:lnTo>
                    <a:pt x="4116" y="0"/>
                  </a:lnTo>
                  <a:lnTo>
                    <a:pt x="4118" y="0"/>
                  </a:lnTo>
                  <a:lnTo>
                    <a:pt x="4119" y="0"/>
                  </a:lnTo>
                  <a:lnTo>
                    <a:pt x="4120" y="0"/>
                  </a:lnTo>
                  <a:lnTo>
                    <a:pt x="4121" y="0"/>
                  </a:lnTo>
                  <a:lnTo>
                    <a:pt x="4123" y="0"/>
                  </a:lnTo>
                  <a:lnTo>
                    <a:pt x="4124" y="0"/>
                  </a:lnTo>
                  <a:lnTo>
                    <a:pt x="4125" y="0"/>
                  </a:lnTo>
                  <a:lnTo>
                    <a:pt x="4127" y="0"/>
                  </a:lnTo>
                  <a:lnTo>
                    <a:pt x="4128" y="0"/>
                  </a:lnTo>
                  <a:lnTo>
                    <a:pt x="4129" y="0"/>
                  </a:lnTo>
                  <a:lnTo>
                    <a:pt x="4131" y="0"/>
                  </a:lnTo>
                  <a:lnTo>
                    <a:pt x="4132" y="0"/>
                  </a:lnTo>
                  <a:lnTo>
                    <a:pt x="4133" y="0"/>
                  </a:lnTo>
                  <a:lnTo>
                    <a:pt x="4135" y="0"/>
                  </a:lnTo>
                  <a:lnTo>
                    <a:pt x="4136" y="0"/>
                  </a:lnTo>
                  <a:lnTo>
                    <a:pt x="4137" y="0"/>
                  </a:lnTo>
                  <a:lnTo>
                    <a:pt x="4139" y="0"/>
                  </a:lnTo>
                  <a:lnTo>
                    <a:pt x="4140" y="0"/>
                  </a:lnTo>
                  <a:lnTo>
                    <a:pt x="4141" y="0"/>
                  </a:lnTo>
                  <a:lnTo>
                    <a:pt x="4143" y="0"/>
                  </a:lnTo>
                  <a:lnTo>
                    <a:pt x="4144" y="0"/>
                  </a:lnTo>
                  <a:lnTo>
                    <a:pt x="4145" y="0"/>
                  </a:lnTo>
                  <a:lnTo>
                    <a:pt x="4147" y="0"/>
                  </a:lnTo>
                  <a:lnTo>
                    <a:pt x="4148" y="0"/>
                  </a:lnTo>
                  <a:lnTo>
                    <a:pt x="4149" y="0"/>
                  </a:lnTo>
                  <a:lnTo>
                    <a:pt x="4150" y="0"/>
                  </a:lnTo>
                  <a:lnTo>
                    <a:pt x="4152" y="0"/>
                  </a:lnTo>
                  <a:lnTo>
                    <a:pt x="4153" y="0"/>
                  </a:lnTo>
                  <a:lnTo>
                    <a:pt x="4155" y="0"/>
                  </a:lnTo>
                  <a:lnTo>
                    <a:pt x="4156" y="0"/>
                  </a:lnTo>
                  <a:lnTo>
                    <a:pt x="4157" y="0"/>
                  </a:lnTo>
                  <a:lnTo>
                    <a:pt x="4159" y="0"/>
                  </a:lnTo>
                  <a:lnTo>
                    <a:pt x="4160" y="0"/>
                  </a:lnTo>
                  <a:lnTo>
                    <a:pt x="4161" y="0"/>
                  </a:lnTo>
                  <a:lnTo>
                    <a:pt x="4162" y="0"/>
                  </a:lnTo>
                  <a:lnTo>
                    <a:pt x="4164" y="0"/>
                  </a:lnTo>
                  <a:lnTo>
                    <a:pt x="4165" y="0"/>
                  </a:lnTo>
                  <a:lnTo>
                    <a:pt x="4166" y="0"/>
                  </a:lnTo>
                  <a:lnTo>
                    <a:pt x="4168" y="0"/>
                  </a:lnTo>
                  <a:lnTo>
                    <a:pt x="4169" y="0"/>
                  </a:lnTo>
                  <a:lnTo>
                    <a:pt x="4171" y="0"/>
                  </a:lnTo>
                  <a:lnTo>
                    <a:pt x="4172" y="0"/>
                  </a:lnTo>
                  <a:lnTo>
                    <a:pt x="4173" y="0"/>
                  </a:lnTo>
                  <a:lnTo>
                    <a:pt x="4174" y="0"/>
                  </a:lnTo>
                  <a:lnTo>
                    <a:pt x="4176" y="0"/>
                  </a:lnTo>
                  <a:lnTo>
                    <a:pt x="4177" y="0"/>
                  </a:lnTo>
                  <a:lnTo>
                    <a:pt x="4178" y="0"/>
                  </a:lnTo>
                  <a:lnTo>
                    <a:pt x="4180" y="0"/>
                  </a:lnTo>
                  <a:lnTo>
                    <a:pt x="4181" y="0"/>
                  </a:lnTo>
                  <a:lnTo>
                    <a:pt x="4182" y="0"/>
                  </a:lnTo>
                  <a:lnTo>
                    <a:pt x="4184" y="0"/>
                  </a:lnTo>
                  <a:lnTo>
                    <a:pt x="4185" y="0"/>
                  </a:lnTo>
                  <a:lnTo>
                    <a:pt x="4186" y="0"/>
                  </a:lnTo>
                  <a:lnTo>
                    <a:pt x="4188" y="0"/>
                  </a:lnTo>
                  <a:lnTo>
                    <a:pt x="4189" y="0"/>
                  </a:lnTo>
                  <a:lnTo>
                    <a:pt x="4190" y="0"/>
                  </a:lnTo>
                  <a:lnTo>
                    <a:pt x="4191" y="0"/>
                  </a:lnTo>
                  <a:lnTo>
                    <a:pt x="4193" y="0"/>
                  </a:lnTo>
                  <a:lnTo>
                    <a:pt x="4194" y="0"/>
                  </a:lnTo>
                  <a:lnTo>
                    <a:pt x="4196" y="0"/>
                  </a:lnTo>
                  <a:lnTo>
                    <a:pt x="4197" y="0"/>
                  </a:lnTo>
                  <a:lnTo>
                    <a:pt x="4198" y="0"/>
                  </a:lnTo>
                  <a:lnTo>
                    <a:pt x="4200" y="0"/>
                  </a:lnTo>
                  <a:lnTo>
                    <a:pt x="4201" y="0"/>
                  </a:lnTo>
                  <a:lnTo>
                    <a:pt x="4202" y="0"/>
                  </a:lnTo>
                  <a:lnTo>
                    <a:pt x="4203" y="0"/>
                  </a:lnTo>
                  <a:lnTo>
                    <a:pt x="4205" y="0"/>
                  </a:lnTo>
                  <a:lnTo>
                    <a:pt x="4206" y="0"/>
                  </a:lnTo>
                  <a:lnTo>
                    <a:pt x="4207" y="0"/>
                  </a:lnTo>
                  <a:lnTo>
                    <a:pt x="4209" y="0"/>
                  </a:lnTo>
                  <a:lnTo>
                    <a:pt x="4210" y="0"/>
                  </a:lnTo>
                  <a:lnTo>
                    <a:pt x="4212" y="0"/>
                  </a:lnTo>
                  <a:lnTo>
                    <a:pt x="4213" y="0"/>
                  </a:lnTo>
                  <a:lnTo>
                    <a:pt x="4214" y="0"/>
                  </a:lnTo>
                  <a:lnTo>
                    <a:pt x="4215" y="0"/>
                  </a:lnTo>
                  <a:lnTo>
                    <a:pt x="4217" y="0"/>
                  </a:lnTo>
                  <a:lnTo>
                    <a:pt x="4218" y="0"/>
                  </a:lnTo>
                  <a:lnTo>
                    <a:pt x="4219" y="0"/>
                  </a:lnTo>
                  <a:lnTo>
                    <a:pt x="4221" y="0"/>
                  </a:lnTo>
                  <a:lnTo>
                    <a:pt x="4222" y="0"/>
                  </a:lnTo>
                  <a:lnTo>
                    <a:pt x="4223" y="0"/>
                  </a:lnTo>
                  <a:lnTo>
                    <a:pt x="4225" y="0"/>
                  </a:lnTo>
                  <a:lnTo>
                    <a:pt x="4226" y="0"/>
                  </a:lnTo>
                  <a:lnTo>
                    <a:pt x="4227" y="0"/>
                  </a:lnTo>
                  <a:lnTo>
                    <a:pt x="4229" y="0"/>
                  </a:lnTo>
                  <a:lnTo>
                    <a:pt x="4230" y="0"/>
                  </a:lnTo>
                  <a:lnTo>
                    <a:pt x="4231" y="1"/>
                  </a:lnTo>
                  <a:lnTo>
                    <a:pt x="4233" y="2"/>
                  </a:lnTo>
                  <a:lnTo>
                    <a:pt x="4234" y="5"/>
                  </a:lnTo>
                  <a:lnTo>
                    <a:pt x="4235" y="10"/>
                  </a:lnTo>
                  <a:lnTo>
                    <a:pt x="4237" y="16"/>
                  </a:lnTo>
                  <a:lnTo>
                    <a:pt x="4238" y="24"/>
                  </a:lnTo>
                  <a:lnTo>
                    <a:pt x="4239" y="34"/>
                  </a:lnTo>
                  <a:lnTo>
                    <a:pt x="4241" y="46"/>
                  </a:lnTo>
                  <a:lnTo>
                    <a:pt x="4242" y="59"/>
                  </a:lnTo>
                  <a:lnTo>
                    <a:pt x="4243" y="74"/>
                  </a:lnTo>
                  <a:lnTo>
                    <a:pt x="4244" y="90"/>
                  </a:lnTo>
                  <a:lnTo>
                    <a:pt x="4246" y="105"/>
                  </a:lnTo>
                  <a:lnTo>
                    <a:pt x="4247" y="121"/>
                  </a:lnTo>
                  <a:lnTo>
                    <a:pt x="4248" y="137"/>
                  </a:lnTo>
                  <a:lnTo>
                    <a:pt x="4250" y="152"/>
                  </a:lnTo>
                  <a:lnTo>
                    <a:pt x="4251" y="167"/>
                  </a:lnTo>
                  <a:lnTo>
                    <a:pt x="4253" y="183"/>
                  </a:lnTo>
                  <a:lnTo>
                    <a:pt x="4254" y="198"/>
                  </a:lnTo>
                  <a:lnTo>
                    <a:pt x="4255" y="214"/>
                  </a:lnTo>
                  <a:lnTo>
                    <a:pt x="4257" y="229"/>
                  </a:lnTo>
                  <a:lnTo>
                    <a:pt x="4258" y="245"/>
                  </a:lnTo>
                  <a:lnTo>
                    <a:pt x="4259" y="260"/>
                  </a:lnTo>
                  <a:lnTo>
                    <a:pt x="4260" y="276"/>
                  </a:lnTo>
                  <a:lnTo>
                    <a:pt x="4262" y="293"/>
                  </a:lnTo>
                  <a:lnTo>
                    <a:pt x="4263" y="309"/>
                  </a:lnTo>
                  <a:lnTo>
                    <a:pt x="4264" y="326"/>
                  </a:lnTo>
                  <a:lnTo>
                    <a:pt x="4266" y="343"/>
                  </a:lnTo>
                  <a:lnTo>
                    <a:pt x="4267" y="360"/>
                  </a:lnTo>
                  <a:lnTo>
                    <a:pt x="4269" y="378"/>
                  </a:lnTo>
                  <a:lnTo>
                    <a:pt x="4270" y="396"/>
                  </a:lnTo>
                  <a:lnTo>
                    <a:pt x="4271" y="414"/>
                  </a:lnTo>
                  <a:lnTo>
                    <a:pt x="4272" y="432"/>
                  </a:lnTo>
                  <a:lnTo>
                    <a:pt x="4274" y="451"/>
                  </a:lnTo>
                  <a:lnTo>
                    <a:pt x="4275" y="469"/>
                  </a:lnTo>
                  <a:lnTo>
                    <a:pt x="4276" y="486"/>
                  </a:lnTo>
                  <a:lnTo>
                    <a:pt x="4278" y="504"/>
                  </a:lnTo>
                  <a:lnTo>
                    <a:pt x="4279" y="521"/>
                  </a:lnTo>
                  <a:lnTo>
                    <a:pt x="4280" y="538"/>
                  </a:lnTo>
                  <a:lnTo>
                    <a:pt x="4282" y="555"/>
                  </a:lnTo>
                  <a:lnTo>
                    <a:pt x="4283" y="571"/>
                  </a:lnTo>
                  <a:lnTo>
                    <a:pt x="4284" y="586"/>
                  </a:lnTo>
                  <a:lnTo>
                    <a:pt x="4286" y="602"/>
                  </a:lnTo>
                  <a:lnTo>
                    <a:pt x="4287" y="616"/>
                  </a:lnTo>
                  <a:lnTo>
                    <a:pt x="4288" y="631"/>
                  </a:lnTo>
                  <a:lnTo>
                    <a:pt x="4289" y="645"/>
                  </a:lnTo>
                  <a:lnTo>
                    <a:pt x="4291" y="659"/>
                  </a:lnTo>
                  <a:lnTo>
                    <a:pt x="4292" y="670"/>
                  </a:lnTo>
                  <a:lnTo>
                    <a:pt x="4294" y="680"/>
                  </a:lnTo>
                  <a:lnTo>
                    <a:pt x="4295" y="689"/>
                  </a:lnTo>
                  <a:lnTo>
                    <a:pt x="4296" y="696"/>
                  </a:lnTo>
                  <a:lnTo>
                    <a:pt x="4298" y="702"/>
                  </a:lnTo>
                  <a:lnTo>
                    <a:pt x="4299" y="706"/>
                  </a:lnTo>
                  <a:lnTo>
                    <a:pt x="4300" y="708"/>
                  </a:lnTo>
                  <a:lnTo>
                    <a:pt x="4301" y="709"/>
                  </a:lnTo>
                  <a:lnTo>
                    <a:pt x="4303" y="709"/>
                  </a:lnTo>
                  <a:lnTo>
                    <a:pt x="4304" y="709"/>
                  </a:lnTo>
                  <a:lnTo>
                    <a:pt x="4305" y="709"/>
                  </a:lnTo>
                  <a:lnTo>
                    <a:pt x="4307" y="709"/>
                  </a:lnTo>
                  <a:lnTo>
                    <a:pt x="4308" y="709"/>
                  </a:lnTo>
                  <a:lnTo>
                    <a:pt x="4310" y="709"/>
                  </a:lnTo>
                  <a:lnTo>
                    <a:pt x="4311" y="709"/>
                  </a:lnTo>
                  <a:lnTo>
                    <a:pt x="4312" y="709"/>
                  </a:lnTo>
                  <a:lnTo>
                    <a:pt x="4313" y="709"/>
                  </a:lnTo>
                  <a:lnTo>
                    <a:pt x="4315" y="709"/>
                  </a:lnTo>
                  <a:lnTo>
                    <a:pt x="4316" y="709"/>
                  </a:lnTo>
                  <a:lnTo>
                    <a:pt x="4317" y="709"/>
                  </a:lnTo>
                  <a:lnTo>
                    <a:pt x="4319" y="709"/>
                  </a:lnTo>
                  <a:lnTo>
                    <a:pt x="4320" y="709"/>
                  </a:lnTo>
                  <a:lnTo>
                    <a:pt x="4321" y="709"/>
                  </a:lnTo>
                  <a:lnTo>
                    <a:pt x="4323" y="709"/>
                  </a:lnTo>
                  <a:lnTo>
                    <a:pt x="4324" y="709"/>
                  </a:lnTo>
                  <a:lnTo>
                    <a:pt x="4325" y="709"/>
                  </a:lnTo>
                  <a:lnTo>
                    <a:pt x="4327" y="709"/>
                  </a:lnTo>
                  <a:lnTo>
                    <a:pt x="4328" y="709"/>
                  </a:lnTo>
                  <a:lnTo>
                    <a:pt x="4329" y="709"/>
                  </a:lnTo>
                  <a:lnTo>
                    <a:pt x="4331" y="709"/>
                  </a:lnTo>
                  <a:lnTo>
                    <a:pt x="4332" y="709"/>
                  </a:lnTo>
                  <a:lnTo>
                    <a:pt x="4333" y="709"/>
                  </a:lnTo>
                  <a:lnTo>
                    <a:pt x="4335" y="709"/>
                  </a:lnTo>
                  <a:lnTo>
                    <a:pt x="4336" y="709"/>
                  </a:lnTo>
                  <a:lnTo>
                    <a:pt x="4337" y="709"/>
                  </a:lnTo>
                  <a:lnTo>
                    <a:pt x="4339" y="709"/>
                  </a:lnTo>
                  <a:lnTo>
                    <a:pt x="4340" y="709"/>
                  </a:lnTo>
                  <a:lnTo>
                    <a:pt x="4341" y="709"/>
                  </a:lnTo>
                  <a:lnTo>
                    <a:pt x="4342" y="709"/>
                  </a:lnTo>
                  <a:lnTo>
                    <a:pt x="4344" y="709"/>
                  </a:lnTo>
                  <a:lnTo>
                    <a:pt x="4345" y="709"/>
                  </a:lnTo>
                  <a:lnTo>
                    <a:pt x="4346" y="709"/>
                  </a:lnTo>
                  <a:lnTo>
                    <a:pt x="4348" y="709"/>
                  </a:lnTo>
                  <a:lnTo>
                    <a:pt x="4349" y="709"/>
                  </a:lnTo>
                  <a:lnTo>
                    <a:pt x="4351" y="709"/>
                  </a:lnTo>
                  <a:lnTo>
                    <a:pt x="4352" y="709"/>
                  </a:lnTo>
                  <a:lnTo>
                    <a:pt x="4353" y="709"/>
                  </a:lnTo>
                  <a:lnTo>
                    <a:pt x="4354" y="709"/>
                  </a:lnTo>
                  <a:lnTo>
                    <a:pt x="4356" y="709"/>
                  </a:lnTo>
                  <a:lnTo>
                    <a:pt x="4357" y="709"/>
                  </a:lnTo>
                  <a:lnTo>
                    <a:pt x="4358" y="709"/>
                  </a:lnTo>
                  <a:lnTo>
                    <a:pt x="4360" y="709"/>
                  </a:lnTo>
                  <a:lnTo>
                    <a:pt x="4361" y="709"/>
                  </a:lnTo>
                  <a:lnTo>
                    <a:pt x="4362" y="709"/>
                  </a:lnTo>
                  <a:lnTo>
                    <a:pt x="4364" y="709"/>
                  </a:lnTo>
                  <a:lnTo>
                    <a:pt x="4365" y="709"/>
                  </a:lnTo>
                  <a:lnTo>
                    <a:pt x="4366" y="709"/>
                  </a:lnTo>
                  <a:lnTo>
                    <a:pt x="4368" y="709"/>
                  </a:lnTo>
                  <a:lnTo>
                    <a:pt x="4369" y="709"/>
                  </a:lnTo>
                  <a:lnTo>
                    <a:pt x="4370" y="709"/>
                  </a:lnTo>
                  <a:lnTo>
                    <a:pt x="4372" y="709"/>
                  </a:lnTo>
                  <a:lnTo>
                    <a:pt x="4373" y="709"/>
                  </a:lnTo>
                  <a:lnTo>
                    <a:pt x="4374" y="709"/>
                  </a:lnTo>
                  <a:lnTo>
                    <a:pt x="4376" y="709"/>
                  </a:lnTo>
                  <a:lnTo>
                    <a:pt x="4377" y="709"/>
                  </a:lnTo>
                  <a:lnTo>
                    <a:pt x="4378" y="709"/>
                  </a:lnTo>
                  <a:lnTo>
                    <a:pt x="4380" y="709"/>
                  </a:lnTo>
                  <a:lnTo>
                    <a:pt x="4381" y="709"/>
                  </a:lnTo>
                  <a:lnTo>
                    <a:pt x="4382" y="709"/>
                  </a:lnTo>
                  <a:lnTo>
                    <a:pt x="4383" y="709"/>
                  </a:lnTo>
                  <a:lnTo>
                    <a:pt x="4385" y="709"/>
                  </a:lnTo>
                  <a:lnTo>
                    <a:pt x="4386" y="709"/>
                  </a:lnTo>
                  <a:lnTo>
                    <a:pt x="4387" y="709"/>
                  </a:lnTo>
                  <a:lnTo>
                    <a:pt x="4389" y="709"/>
                  </a:lnTo>
                  <a:lnTo>
                    <a:pt x="4390" y="709"/>
                  </a:lnTo>
                  <a:lnTo>
                    <a:pt x="4392" y="709"/>
                  </a:lnTo>
                  <a:lnTo>
                    <a:pt x="4393" y="709"/>
                  </a:lnTo>
                  <a:lnTo>
                    <a:pt x="4394" y="709"/>
                  </a:lnTo>
                  <a:lnTo>
                    <a:pt x="4395" y="709"/>
                  </a:lnTo>
                  <a:lnTo>
                    <a:pt x="4397" y="709"/>
                  </a:lnTo>
                  <a:lnTo>
                    <a:pt x="4398" y="709"/>
                  </a:lnTo>
                  <a:lnTo>
                    <a:pt x="4399" y="709"/>
                  </a:lnTo>
                  <a:lnTo>
                    <a:pt x="4401" y="709"/>
                  </a:lnTo>
                  <a:lnTo>
                    <a:pt x="4402" y="709"/>
                  </a:lnTo>
                  <a:lnTo>
                    <a:pt x="4403" y="709"/>
                  </a:lnTo>
                  <a:lnTo>
                    <a:pt x="4405" y="709"/>
                  </a:lnTo>
                  <a:lnTo>
                    <a:pt x="4406" y="709"/>
                  </a:lnTo>
                  <a:lnTo>
                    <a:pt x="4407" y="709"/>
                  </a:lnTo>
                  <a:lnTo>
                    <a:pt x="4409" y="709"/>
                  </a:lnTo>
                  <a:lnTo>
                    <a:pt x="4410" y="709"/>
                  </a:lnTo>
                  <a:lnTo>
                    <a:pt x="4411" y="709"/>
                  </a:lnTo>
                  <a:lnTo>
                    <a:pt x="4413" y="709"/>
                  </a:lnTo>
                  <a:lnTo>
                    <a:pt x="4414" y="709"/>
                  </a:lnTo>
                  <a:lnTo>
                    <a:pt x="4415" y="709"/>
                  </a:lnTo>
                  <a:lnTo>
                    <a:pt x="4417" y="709"/>
                  </a:lnTo>
                  <a:lnTo>
                    <a:pt x="4418" y="709"/>
                  </a:lnTo>
                  <a:lnTo>
                    <a:pt x="4419" y="709"/>
                  </a:lnTo>
                  <a:lnTo>
                    <a:pt x="4421" y="709"/>
                  </a:lnTo>
                  <a:lnTo>
                    <a:pt x="4422" y="709"/>
                  </a:lnTo>
                  <a:lnTo>
                    <a:pt x="4423" y="709"/>
                  </a:lnTo>
                  <a:lnTo>
                    <a:pt x="4424" y="709"/>
                  </a:lnTo>
                  <a:lnTo>
                    <a:pt x="4426" y="709"/>
                  </a:lnTo>
                  <a:lnTo>
                    <a:pt x="4427" y="709"/>
                  </a:lnTo>
                  <a:lnTo>
                    <a:pt x="4429" y="709"/>
                  </a:lnTo>
                  <a:lnTo>
                    <a:pt x="4430" y="709"/>
                  </a:lnTo>
                  <a:lnTo>
                    <a:pt x="4431" y="709"/>
                  </a:lnTo>
                  <a:lnTo>
                    <a:pt x="4433" y="709"/>
                  </a:lnTo>
                  <a:lnTo>
                    <a:pt x="4434" y="709"/>
                  </a:lnTo>
                  <a:lnTo>
                    <a:pt x="4435" y="709"/>
                  </a:lnTo>
                  <a:lnTo>
                    <a:pt x="4436" y="709"/>
                  </a:lnTo>
                  <a:lnTo>
                    <a:pt x="4438" y="709"/>
                  </a:lnTo>
                  <a:lnTo>
                    <a:pt x="4439" y="709"/>
                  </a:lnTo>
                  <a:lnTo>
                    <a:pt x="4440" y="709"/>
                  </a:lnTo>
                  <a:lnTo>
                    <a:pt x="4442" y="709"/>
                  </a:lnTo>
                  <a:lnTo>
                    <a:pt x="4443" y="709"/>
                  </a:lnTo>
                  <a:lnTo>
                    <a:pt x="4444" y="709"/>
                  </a:lnTo>
                  <a:lnTo>
                    <a:pt x="4446" y="709"/>
                  </a:lnTo>
                  <a:lnTo>
                    <a:pt x="4447" y="709"/>
                  </a:lnTo>
                  <a:lnTo>
                    <a:pt x="4449" y="709"/>
                  </a:lnTo>
                  <a:lnTo>
                    <a:pt x="4450" y="709"/>
                  </a:lnTo>
                  <a:lnTo>
                    <a:pt x="4451" y="709"/>
                  </a:lnTo>
                  <a:lnTo>
                    <a:pt x="4452" y="709"/>
                  </a:lnTo>
                  <a:lnTo>
                    <a:pt x="4454" y="709"/>
                  </a:lnTo>
                  <a:lnTo>
                    <a:pt x="4455" y="709"/>
                  </a:lnTo>
                  <a:lnTo>
                    <a:pt x="4456" y="709"/>
                  </a:lnTo>
                  <a:lnTo>
                    <a:pt x="4458" y="709"/>
                  </a:lnTo>
                  <a:lnTo>
                    <a:pt x="4459" y="709"/>
                  </a:lnTo>
                  <a:lnTo>
                    <a:pt x="4460" y="709"/>
                  </a:lnTo>
                  <a:lnTo>
                    <a:pt x="4462" y="709"/>
                  </a:lnTo>
                  <a:lnTo>
                    <a:pt x="4463" y="709"/>
                  </a:lnTo>
                  <a:lnTo>
                    <a:pt x="4464" y="709"/>
                  </a:lnTo>
                  <a:lnTo>
                    <a:pt x="4465" y="709"/>
                  </a:lnTo>
                  <a:lnTo>
                    <a:pt x="4467" y="709"/>
                  </a:lnTo>
                  <a:lnTo>
                    <a:pt x="4468" y="709"/>
                  </a:lnTo>
                  <a:lnTo>
                    <a:pt x="4470" y="709"/>
                  </a:lnTo>
                  <a:lnTo>
                    <a:pt x="4471" y="709"/>
                  </a:lnTo>
                  <a:lnTo>
                    <a:pt x="4472" y="709"/>
                  </a:lnTo>
                  <a:lnTo>
                    <a:pt x="4474" y="709"/>
                  </a:lnTo>
                  <a:lnTo>
                    <a:pt x="4475" y="709"/>
                  </a:lnTo>
                  <a:lnTo>
                    <a:pt x="4476" y="709"/>
                  </a:lnTo>
                  <a:lnTo>
                    <a:pt x="4478" y="709"/>
                  </a:lnTo>
                  <a:lnTo>
                    <a:pt x="4479" y="709"/>
                  </a:lnTo>
                  <a:lnTo>
                    <a:pt x="4480" y="709"/>
                  </a:lnTo>
                  <a:lnTo>
                    <a:pt x="4481" y="709"/>
                  </a:lnTo>
                  <a:lnTo>
                    <a:pt x="4483" y="709"/>
                  </a:lnTo>
                  <a:lnTo>
                    <a:pt x="4484" y="709"/>
                  </a:lnTo>
                  <a:lnTo>
                    <a:pt x="4486" y="709"/>
                  </a:lnTo>
                  <a:lnTo>
                    <a:pt x="4487" y="709"/>
                  </a:lnTo>
                  <a:lnTo>
                    <a:pt x="4488" y="709"/>
                  </a:lnTo>
                  <a:lnTo>
                    <a:pt x="4490" y="709"/>
                  </a:lnTo>
                  <a:lnTo>
                    <a:pt x="4491" y="709"/>
                  </a:lnTo>
                  <a:lnTo>
                    <a:pt x="4492" y="709"/>
                  </a:lnTo>
                  <a:lnTo>
                    <a:pt x="4493" y="709"/>
                  </a:lnTo>
                  <a:lnTo>
                    <a:pt x="4495" y="709"/>
                  </a:lnTo>
                  <a:lnTo>
                    <a:pt x="4496" y="709"/>
                  </a:lnTo>
                  <a:lnTo>
                    <a:pt x="4497" y="709"/>
                  </a:lnTo>
                  <a:lnTo>
                    <a:pt x="4499" y="709"/>
                  </a:lnTo>
                  <a:lnTo>
                    <a:pt x="4500" y="709"/>
                  </a:lnTo>
                  <a:lnTo>
                    <a:pt x="4501" y="709"/>
                  </a:lnTo>
                  <a:lnTo>
                    <a:pt x="4503" y="709"/>
                  </a:lnTo>
                  <a:lnTo>
                    <a:pt x="4504" y="709"/>
                  </a:lnTo>
                  <a:lnTo>
                    <a:pt x="4505" y="709"/>
                  </a:lnTo>
                  <a:lnTo>
                    <a:pt x="4507" y="709"/>
                  </a:lnTo>
                  <a:lnTo>
                    <a:pt x="4508" y="709"/>
                  </a:lnTo>
                  <a:lnTo>
                    <a:pt x="4509" y="709"/>
                  </a:lnTo>
                  <a:lnTo>
                    <a:pt x="4511" y="709"/>
                  </a:lnTo>
                  <a:lnTo>
                    <a:pt x="4512" y="709"/>
                  </a:lnTo>
                  <a:lnTo>
                    <a:pt x="4513" y="709"/>
                  </a:lnTo>
                  <a:lnTo>
                    <a:pt x="4515" y="709"/>
                  </a:lnTo>
                  <a:lnTo>
                    <a:pt x="4516" y="709"/>
                  </a:lnTo>
                  <a:lnTo>
                    <a:pt x="4517" y="709"/>
                  </a:lnTo>
                  <a:lnTo>
                    <a:pt x="4519" y="709"/>
                  </a:lnTo>
                  <a:lnTo>
                    <a:pt x="4520" y="709"/>
                  </a:lnTo>
                  <a:lnTo>
                    <a:pt x="4521" y="709"/>
                  </a:lnTo>
                  <a:lnTo>
                    <a:pt x="4522" y="709"/>
                  </a:lnTo>
                  <a:lnTo>
                    <a:pt x="4524" y="709"/>
                  </a:lnTo>
                  <a:lnTo>
                    <a:pt x="4525" y="709"/>
                  </a:lnTo>
                  <a:lnTo>
                    <a:pt x="4527" y="709"/>
                  </a:lnTo>
                  <a:lnTo>
                    <a:pt x="4528" y="709"/>
                  </a:lnTo>
                  <a:lnTo>
                    <a:pt x="4529" y="709"/>
                  </a:lnTo>
                  <a:lnTo>
                    <a:pt x="4531" y="709"/>
                  </a:lnTo>
                  <a:lnTo>
                    <a:pt x="4532" y="709"/>
                  </a:lnTo>
                  <a:lnTo>
                    <a:pt x="4533" y="709"/>
                  </a:lnTo>
                  <a:lnTo>
                    <a:pt x="4534" y="709"/>
                  </a:lnTo>
                  <a:lnTo>
                    <a:pt x="4536" y="709"/>
                  </a:lnTo>
                  <a:lnTo>
                    <a:pt x="4537" y="709"/>
                  </a:lnTo>
                  <a:lnTo>
                    <a:pt x="4538" y="709"/>
                  </a:lnTo>
                  <a:lnTo>
                    <a:pt x="4540" y="709"/>
                  </a:lnTo>
                  <a:lnTo>
                    <a:pt x="4541" y="709"/>
                  </a:lnTo>
                  <a:lnTo>
                    <a:pt x="4542" y="709"/>
                  </a:lnTo>
                  <a:lnTo>
                    <a:pt x="4544" y="709"/>
                  </a:lnTo>
                  <a:lnTo>
                    <a:pt x="4545" y="709"/>
                  </a:lnTo>
                  <a:lnTo>
                    <a:pt x="4546" y="709"/>
                  </a:lnTo>
                  <a:lnTo>
                    <a:pt x="4548" y="709"/>
                  </a:lnTo>
                  <a:lnTo>
                    <a:pt x="4549" y="709"/>
                  </a:lnTo>
                  <a:lnTo>
                    <a:pt x="4550" y="709"/>
                  </a:lnTo>
                  <a:lnTo>
                    <a:pt x="4552" y="709"/>
                  </a:lnTo>
                  <a:lnTo>
                    <a:pt x="4553" y="707"/>
                  </a:lnTo>
                  <a:lnTo>
                    <a:pt x="4554" y="705"/>
                  </a:lnTo>
                  <a:lnTo>
                    <a:pt x="4556" y="701"/>
                  </a:lnTo>
                  <a:lnTo>
                    <a:pt x="4557" y="696"/>
                  </a:lnTo>
                  <a:lnTo>
                    <a:pt x="4558" y="691"/>
                  </a:lnTo>
                  <a:lnTo>
                    <a:pt x="4560" y="684"/>
                  </a:lnTo>
                  <a:lnTo>
                    <a:pt x="4561" y="676"/>
                  </a:lnTo>
                  <a:lnTo>
                    <a:pt x="4562" y="668"/>
                  </a:lnTo>
                  <a:lnTo>
                    <a:pt x="4563" y="659"/>
                  </a:lnTo>
                  <a:lnTo>
                    <a:pt x="4565" y="650"/>
                  </a:lnTo>
                  <a:lnTo>
                    <a:pt x="4566" y="641"/>
                  </a:lnTo>
                  <a:lnTo>
                    <a:pt x="4568" y="633"/>
                  </a:lnTo>
                  <a:lnTo>
                    <a:pt x="4569" y="624"/>
                  </a:lnTo>
                  <a:lnTo>
                    <a:pt x="4570" y="615"/>
                  </a:lnTo>
                  <a:lnTo>
                    <a:pt x="4572" y="606"/>
                  </a:lnTo>
                  <a:lnTo>
                    <a:pt x="4573" y="597"/>
                  </a:lnTo>
                  <a:lnTo>
                    <a:pt x="4574" y="588"/>
                  </a:lnTo>
                  <a:lnTo>
                    <a:pt x="4575" y="579"/>
                  </a:lnTo>
                  <a:lnTo>
                    <a:pt x="4577" y="570"/>
                  </a:lnTo>
                  <a:lnTo>
                    <a:pt x="4578" y="560"/>
                  </a:lnTo>
                  <a:lnTo>
                    <a:pt x="4579" y="550"/>
                  </a:lnTo>
                  <a:lnTo>
                    <a:pt x="4581" y="540"/>
                  </a:lnTo>
                  <a:lnTo>
                    <a:pt x="4582" y="530"/>
                  </a:lnTo>
                  <a:lnTo>
                    <a:pt x="4584" y="519"/>
                  </a:lnTo>
                  <a:lnTo>
                    <a:pt x="4585" y="508"/>
                  </a:lnTo>
                  <a:lnTo>
                    <a:pt x="4586" y="495"/>
                  </a:lnTo>
                  <a:lnTo>
                    <a:pt x="4587" y="482"/>
                  </a:lnTo>
                  <a:lnTo>
                    <a:pt x="4589" y="469"/>
                  </a:lnTo>
                  <a:lnTo>
                    <a:pt x="4590" y="455"/>
                  </a:lnTo>
                  <a:lnTo>
                    <a:pt x="4591" y="441"/>
                  </a:lnTo>
                  <a:lnTo>
                    <a:pt x="4593" y="426"/>
                  </a:lnTo>
                  <a:lnTo>
                    <a:pt x="4594" y="411"/>
                  </a:lnTo>
                  <a:lnTo>
                    <a:pt x="4595" y="395"/>
                  </a:lnTo>
                  <a:lnTo>
                    <a:pt x="4597" y="379"/>
                  </a:lnTo>
                  <a:lnTo>
                    <a:pt x="4598" y="362"/>
                  </a:lnTo>
                  <a:lnTo>
                    <a:pt x="4599" y="345"/>
                  </a:lnTo>
                  <a:lnTo>
                    <a:pt x="4601" y="327"/>
                  </a:lnTo>
                  <a:lnTo>
                    <a:pt x="4602" y="309"/>
                  </a:lnTo>
                  <a:lnTo>
                    <a:pt x="4603" y="290"/>
                  </a:lnTo>
                  <a:lnTo>
                    <a:pt x="4604" y="271"/>
                  </a:lnTo>
                  <a:lnTo>
                    <a:pt x="4606" y="250"/>
                  </a:lnTo>
                  <a:lnTo>
                    <a:pt x="4607" y="229"/>
                  </a:lnTo>
                  <a:lnTo>
                    <a:pt x="4609" y="208"/>
                  </a:lnTo>
                  <a:lnTo>
                    <a:pt x="4610" y="185"/>
                  </a:lnTo>
                  <a:lnTo>
                    <a:pt x="4611" y="162"/>
                  </a:lnTo>
                  <a:lnTo>
                    <a:pt x="4613" y="138"/>
                  </a:lnTo>
                  <a:lnTo>
                    <a:pt x="4614" y="112"/>
                  </a:lnTo>
                  <a:lnTo>
                    <a:pt x="4615" y="89"/>
                  </a:lnTo>
                  <a:lnTo>
                    <a:pt x="4616" y="68"/>
                  </a:lnTo>
                  <a:lnTo>
                    <a:pt x="4618" y="50"/>
                  </a:lnTo>
                  <a:lnTo>
                    <a:pt x="4619" y="34"/>
                  </a:lnTo>
                  <a:lnTo>
                    <a:pt x="4620" y="22"/>
                  </a:lnTo>
                  <a:lnTo>
                    <a:pt x="4622" y="12"/>
                  </a:lnTo>
                  <a:lnTo>
                    <a:pt x="4623" y="5"/>
                  </a:lnTo>
                  <a:lnTo>
                    <a:pt x="4625" y="1"/>
                  </a:lnTo>
                  <a:lnTo>
                    <a:pt x="4626" y="0"/>
                  </a:lnTo>
                  <a:lnTo>
                    <a:pt x="4627" y="0"/>
                  </a:lnTo>
                  <a:lnTo>
                    <a:pt x="4628" y="0"/>
                  </a:lnTo>
                  <a:lnTo>
                    <a:pt x="4630" y="0"/>
                  </a:lnTo>
                  <a:lnTo>
                    <a:pt x="4631" y="0"/>
                  </a:lnTo>
                  <a:lnTo>
                    <a:pt x="4632" y="0"/>
                  </a:lnTo>
                  <a:lnTo>
                    <a:pt x="4634" y="0"/>
                  </a:lnTo>
                  <a:lnTo>
                    <a:pt x="4635" y="0"/>
                  </a:lnTo>
                  <a:lnTo>
                    <a:pt x="4636" y="0"/>
                  </a:lnTo>
                  <a:lnTo>
                    <a:pt x="4638" y="0"/>
                  </a:lnTo>
                  <a:lnTo>
                    <a:pt x="4639" y="0"/>
                  </a:lnTo>
                  <a:lnTo>
                    <a:pt x="4640" y="0"/>
                  </a:lnTo>
                  <a:lnTo>
                    <a:pt x="4642" y="0"/>
                  </a:lnTo>
                  <a:lnTo>
                    <a:pt x="4643" y="0"/>
                  </a:lnTo>
                  <a:lnTo>
                    <a:pt x="4644" y="0"/>
                  </a:lnTo>
                  <a:lnTo>
                    <a:pt x="4646" y="0"/>
                  </a:lnTo>
                  <a:lnTo>
                    <a:pt x="4647" y="0"/>
                  </a:lnTo>
                  <a:lnTo>
                    <a:pt x="4648" y="0"/>
                  </a:lnTo>
                  <a:lnTo>
                    <a:pt x="4650" y="0"/>
                  </a:lnTo>
                  <a:lnTo>
                    <a:pt x="4651" y="0"/>
                  </a:lnTo>
                  <a:lnTo>
                    <a:pt x="4652" y="0"/>
                  </a:lnTo>
                  <a:lnTo>
                    <a:pt x="4654" y="0"/>
                  </a:lnTo>
                  <a:lnTo>
                    <a:pt x="4655" y="0"/>
                  </a:lnTo>
                  <a:lnTo>
                    <a:pt x="4656" y="0"/>
                  </a:lnTo>
                  <a:lnTo>
                    <a:pt x="4657" y="0"/>
                  </a:lnTo>
                  <a:lnTo>
                    <a:pt x="4659" y="0"/>
                  </a:lnTo>
                  <a:lnTo>
                    <a:pt x="4660" y="0"/>
                  </a:lnTo>
                  <a:lnTo>
                    <a:pt x="4661" y="0"/>
                  </a:lnTo>
                  <a:lnTo>
                    <a:pt x="4663" y="0"/>
                  </a:lnTo>
                  <a:lnTo>
                    <a:pt x="4664" y="0"/>
                  </a:lnTo>
                  <a:lnTo>
                    <a:pt x="4666" y="0"/>
                  </a:lnTo>
                  <a:lnTo>
                    <a:pt x="4667" y="0"/>
                  </a:lnTo>
                  <a:lnTo>
                    <a:pt x="4668" y="0"/>
                  </a:lnTo>
                  <a:lnTo>
                    <a:pt x="4670" y="0"/>
                  </a:lnTo>
                  <a:lnTo>
                    <a:pt x="4671" y="0"/>
                  </a:lnTo>
                  <a:lnTo>
                    <a:pt x="4672" y="0"/>
                  </a:lnTo>
                  <a:lnTo>
                    <a:pt x="4673" y="0"/>
                  </a:lnTo>
                  <a:lnTo>
                    <a:pt x="4675" y="0"/>
                  </a:lnTo>
                  <a:lnTo>
                    <a:pt x="4676" y="0"/>
                  </a:lnTo>
                  <a:lnTo>
                    <a:pt x="4677" y="0"/>
                  </a:lnTo>
                  <a:lnTo>
                    <a:pt x="4679" y="0"/>
                  </a:lnTo>
                  <a:lnTo>
                    <a:pt x="4680" y="0"/>
                  </a:lnTo>
                  <a:lnTo>
                    <a:pt x="4682" y="0"/>
                  </a:lnTo>
                  <a:lnTo>
                    <a:pt x="4683" y="0"/>
                  </a:lnTo>
                  <a:lnTo>
                    <a:pt x="4684" y="0"/>
                  </a:lnTo>
                  <a:lnTo>
                    <a:pt x="4685" y="0"/>
                  </a:lnTo>
                  <a:lnTo>
                    <a:pt x="4687" y="0"/>
                  </a:lnTo>
                  <a:lnTo>
                    <a:pt x="4688" y="0"/>
                  </a:lnTo>
                  <a:lnTo>
                    <a:pt x="4689" y="0"/>
                  </a:lnTo>
                  <a:lnTo>
                    <a:pt x="4691" y="0"/>
                  </a:lnTo>
                  <a:lnTo>
                    <a:pt x="4692" y="0"/>
                  </a:lnTo>
                  <a:lnTo>
                    <a:pt x="4693" y="0"/>
                  </a:lnTo>
                  <a:lnTo>
                    <a:pt x="4695" y="0"/>
                  </a:lnTo>
                  <a:lnTo>
                    <a:pt x="4696" y="0"/>
                  </a:lnTo>
                  <a:lnTo>
                    <a:pt x="4697" y="0"/>
                  </a:lnTo>
                  <a:lnTo>
                    <a:pt x="4699" y="0"/>
                  </a:lnTo>
                  <a:lnTo>
                    <a:pt x="4700" y="0"/>
                  </a:lnTo>
                  <a:lnTo>
                    <a:pt x="4701" y="0"/>
                  </a:lnTo>
                  <a:lnTo>
                    <a:pt x="4702" y="0"/>
                  </a:lnTo>
                  <a:lnTo>
                    <a:pt x="4704" y="0"/>
                  </a:lnTo>
                  <a:lnTo>
                    <a:pt x="4705" y="0"/>
                  </a:lnTo>
                  <a:lnTo>
                    <a:pt x="4707" y="0"/>
                  </a:lnTo>
                  <a:lnTo>
                    <a:pt x="4708" y="0"/>
                  </a:lnTo>
                  <a:lnTo>
                    <a:pt x="4709" y="0"/>
                  </a:lnTo>
                  <a:lnTo>
                    <a:pt x="4711" y="0"/>
                  </a:lnTo>
                  <a:lnTo>
                    <a:pt x="4712" y="0"/>
                  </a:lnTo>
                  <a:lnTo>
                    <a:pt x="4713" y="0"/>
                  </a:lnTo>
                  <a:lnTo>
                    <a:pt x="4714" y="0"/>
                  </a:lnTo>
                  <a:lnTo>
                    <a:pt x="4716" y="0"/>
                  </a:lnTo>
                  <a:lnTo>
                    <a:pt x="4717" y="0"/>
                  </a:lnTo>
                  <a:lnTo>
                    <a:pt x="4718" y="0"/>
                  </a:lnTo>
                  <a:lnTo>
                    <a:pt x="4720" y="0"/>
                  </a:lnTo>
                  <a:lnTo>
                    <a:pt x="4721" y="0"/>
                  </a:lnTo>
                  <a:lnTo>
                    <a:pt x="4723" y="0"/>
                  </a:lnTo>
                  <a:lnTo>
                    <a:pt x="4724" y="0"/>
                  </a:lnTo>
                  <a:lnTo>
                    <a:pt x="4725" y="0"/>
                  </a:lnTo>
                  <a:lnTo>
                    <a:pt x="4726" y="0"/>
                  </a:lnTo>
                  <a:lnTo>
                    <a:pt x="4728" y="0"/>
                  </a:lnTo>
                  <a:lnTo>
                    <a:pt x="4729" y="0"/>
                  </a:lnTo>
                  <a:lnTo>
                    <a:pt x="4730" y="0"/>
                  </a:lnTo>
                  <a:lnTo>
                    <a:pt x="4732" y="0"/>
                  </a:lnTo>
                  <a:lnTo>
                    <a:pt x="4733" y="0"/>
                  </a:lnTo>
                  <a:lnTo>
                    <a:pt x="4734" y="0"/>
                  </a:lnTo>
                  <a:lnTo>
                    <a:pt x="4736" y="0"/>
                  </a:lnTo>
                  <a:lnTo>
                    <a:pt x="4737" y="0"/>
                  </a:lnTo>
                  <a:lnTo>
                    <a:pt x="4738" y="0"/>
                  </a:lnTo>
                  <a:lnTo>
                    <a:pt x="4740" y="0"/>
                  </a:lnTo>
                  <a:lnTo>
                    <a:pt x="4741" y="0"/>
                  </a:lnTo>
                  <a:lnTo>
                    <a:pt x="4742" y="0"/>
                  </a:lnTo>
                  <a:lnTo>
                    <a:pt x="4744" y="0"/>
                  </a:lnTo>
                  <a:lnTo>
                    <a:pt x="4745" y="0"/>
                  </a:lnTo>
                  <a:lnTo>
                    <a:pt x="4746" y="0"/>
                  </a:lnTo>
                  <a:lnTo>
                    <a:pt x="4748" y="0"/>
                  </a:lnTo>
                  <a:lnTo>
                    <a:pt x="4749" y="0"/>
                  </a:lnTo>
                  <a:lnTo>
                    <a:pt x="4750" y="0"/>
                  </a:lnTo>
                  <a:lnTo>
                    <a:pt x="4752" y="0"/>
                  </a:lnTo>
                  <a:lnTo>
                    <a:pt x="4753" y="0"/>
                  </a:lnTo>
                  <a:lnTo>
                    <a:pt x="4754" y="0"/>
                  </a:lnTo>
                  <a:lnTo>
                    <a:pt x="4755" y="0"/>
                  </a:lnTo>
                  <a:lnTo>
                    <a:pt x="4757" y="0"/>
                  </a:lnTo>
                  <a:lnTo>
                    <a:pt x="4758" y="0"/>
                  </a:lnTo>
                  <a:lnTo>
                    <a:pt x="4759" y="0"/>
                  </a:lnTo>
                  <a:lnTo>
                    <a:pt x="4761" y="0"/>
                  </a:lnTo>
                  <a:lnTo>
                    <a:pt x="4762" y="0"/>
                  </a:lnTo>
                  <a:lnTo>
                    <a:pt x="4764" y="0"/>
                  </a:lnTo>
                  <a:lnTo>
                    <a:pt x="4765" y="0"/>
                  </a:lnTo>
                  <a:lnTo>
                    <a:pt x="4766" y="0"/>
                  </a:lnTo>
                  <a:lnTo>
                    <a:pt x="4767" y="0"/>
                  </a:lnTo>
                  <a:lnTo>
                    <a:pt x="4769" y="0"/>
                  </a:lnTo>
                  <a:lnTo>
                    <a:pt x="4770" y="0"/>
                  </a:lnTo>
                  <a:lnTo>
                    <a:pt x="4771" y="0"/>
                  </a:lnTo>
                  <a:lnTo>
                    <a:pt x="4773" y="0"/>
                  </a:lnTo>
                  <a:lnTo>
                    <a:pt x="4774" y="1"/>
                  </a:lnTo>
                  <a:lnTo>
                    <a:pt x="4775" y="4"/>
                  </a:lnTo>
                  <a:lnTo>
                    <a:pt x="4777" y="8"/>
                  </a:lnTo>
                  <a:lnTo>
                    <a:pt x="4778" y="13"/>
                  </a:lnTo>
                  <a:lnTo>
                    <a:pt x="4779" y="21"/>
                  </a:lnTo>
                  <a:lnTo>
                    <a:pt x="4781" y="30"/>
                  </a:lnTo>
                  <a:lnTo>
                    <a:pt x="4782" y="42"/>
                  </a:lnTo>
                  <a:lnTo>
                    <a:pt x="4783" y="55"/>
                  </a:lnTo>
                  <a:lnTo>
                    <a:pt x="4785" y="71"/>
                  </a:lnTo>
                  <a:lnTo>
                    <a:pt x="4786" y="88"/>
                  </a:lnTo>
                  <a:lnTo>
                    <a:pt x="4787" y="106"/>
                  </a:lnTo>
                  <a:lnTo>
                    <a:pt x="4789" y="124"/>
                  </a:lnTo>
                  <a:lnTo>
                    <a:pt x="4790" y="143"/>
                  </a:lnTo>
                  <a:lnTo>
                    <a:pt x="4791" y="162"/>
                  </a:lnTo>
                  <a:lnTo>
                    <a:pt x="4793" y="181"/>
                  </a:lnTo>
                  <a:lnTo>
                    <a:pt x="4794" y="201"/>
                  </a:lnTo>
                  <a:lnTo>
                    <a:pt x="4795" y="221"/>
                  </a:lnTo>
                  <a:lnTo>
                    <a:pt x="4796" y="242"/>
                  </a:lnTo>
                  <a:lnTo>
                    <a:pt x="4798" y="264"/>
                  </a:lnTo>
                  <a:lnTo>
                    <a:pt x="4799" y="286"/>
                  </a:lnTo>
                  <a:lnTo>
                    <a:pt x="4800" y="309"/>
                  </a:lnTo>
                  <a:lnTo>
                    <a:pt x="4802" y="332"/>
                  </a:lnTo>
                  <a:lnTo>
                    <a:pt x="4803" y="355"/>
                  </a:lnTo>
                  <a:lnTo>
                    <a:pt x="4805" y="378"/>
                  </a:lnTo>
                  <a:lnTo>
                    <a:pt x="4806" y="401"/>
                  </a:lnTo>
                  <a:lnTo>
                    <a:pt x="4807" y="423"/>
                  </a:lnTo>
                  <a:lnTo>
                    <a:pt x="4808" y="446"/>
                  </a:lnTo>
                  <a:lnTo>
                    <a:pt x="4810" y="468"/>
                  </a:lnTo>
                  <a:lnTo>
                    <a:pt x="4811" y="489"/>
                  </a:lnTo>
                  <a:lnTo>
                    <a:pt x="4812" y="509"/>
                  </a:lnTo>
                  <a:lnTo>
                    <a:pt x="4814" y="529"/>
                  </a:lnTo>
                  <a:lnTo>
                    <a:pt x="4815" y="549"/>
                  </a:lnTo>
                  <a:lnTo>
                    <a:pt x="4816" y="568"/>
                  </a:lnTo>
                  <a:lnTo>
                    <a:pt x="4818" y="586"/>
                  </a:lnTo>
                  <a:lnTo>
                    <a:pt x="4819" y="604"/>
                  </a:lnTo>
                  <a:lnTo>
                    <a:pt x="4820" y="621"/>
                  </a:lnTo>
                  <a:lnTo>
                    <a:pt x="4822" y="638"/>
                  </a:lnTo>
                  <a:lnTo>
                    <a:pt x="4823" y="653"/>
                  </a:lnTo>
                  <a:lnTo>
                    <a:pt x="4824" y="666"/>
                  </a:lnTo>
                  <a:lnTo>
                    <a:pt x="4826" y="678"/>
                  </a:lnTo>
                  <a:lnTo>
                    <a:pt x="4827" y="688"/>
                  </a:lnTo>
                  <a:lnTo>
                    <a:pt x="4828" y="696"/>
                  </a:lnTo>
                  <a:lnTo>
                    <a:pt x="4830" y="702"/>
                  </a:lnTo>
                  <a:lnTo>
                    <a:pt x="4831" y="706"/>
                  </a:lnTo>
                  <a:lnTo>
                    <a:pt x="4832" y="708"/>
                  </a:lnTo>
                  <a:lnTo>
                    <a:pt x="4834" y="709"/>
                  </a:lnTo>
                  <a:lnTo>
                    <a:pt x="4835" y="709"/>
                  </a:lnTo>
                  <a:lnTo>
                    <a:pt x="4836" y="709"/>
                  </a:lnTo>
                  <a:lnTo>
                    <a:pt x="4837" y="709"/>
                  </a:lnTo>
                  <a:lnTo>
                    <a:pt x="4839" y="709"/>
                  </a:lnTo>
                  <a:lnTo>
                    <a:pt x="4840" y="709"/>
                  </a:lnTo>
                  <a:lnTo>
                    <a:pt x="4842" y="709"/>
                  </a:lnTo>
                  <a:lnTo>
                    <a:pt x="4843" y="709"/>
                  </a:lnTo>
                  <a:lnTo>
                    <a:pt x="4844" y="709"/>
                  </a:lnTo>
                  <a:lnTo>
                    <a:pt x="4846" y="709"/>
                  </a:lnTo>
                  <a:lnTo>
                    <a:pt x="4847" y="709"/>
                  </a:lnTo>
                  <a:lnTo>
                    <a:pt x="4848" y="709"/>
                  </a:lnTo>
                  <a:lnTo>
                    <a:pt x="4849" y="709"/>
                  </a:lnTo>
                  <a:lnTo>
                    <a:pt x="4851" y="709"/>
                  </a:lnTo>
                  <a:lnTo>
                    <a:pt x="4852" y="709"/>
                  </a:lnTo>
                  <a:lnTo>
                    <a:pt x="4853" y="709"/>
                  </a:lnTo>
                  <a:lnTo>
                    <a:pt x="4855" y="709"/>
                  </a:lnTo>
                  <a:lnTo>
                    <a:pt x="4856" y="709"/>
                  </a:lnTo>
                  <a:lnTo>
                    <a:pt x="4857" y="709"/>
                  </a:lnTo>
                  <a:lnTo>
                    <a:pt x="4859" y="709"/>
                  </a:lnTo>
                  <a:lnTo>
                    <a:pt x="4860" y="709"/>
                  </a:lnTo>
                  <a:lnTo>
                    <a:pt x="4862" y="709"/>
                  </a:lnTo>
                  <a:lnTo>
                    <a:pt x="4863" y="709"/>
                  </a:lnTo>
                  <a:lnTo>
                    <a:pt x="4864" y="709"/>
                  </a:lnTo>
                  <a:lnTo>
                    <a:pt x="4865" y="709"/>
                  </a:lnTo>
                  <a:lnTo>
                    <a:pt x="4867" y="709"/>
                  </a:lnTo>
                  <a:lnTo>
                    <a:pt x="4868" y="709"/>
                  </a:lnTo>
                  <a:lnTo>
                    <a:pt x="4869" y="709"/>
                  </a:lnTo>
                  <a:lnTo>
                    <a:pt x="4871" y="709"/>
                  </a:lnTo>
                  <a:lnTo>
                    <a:pt x="4872" y="709"/>
                  </a:lnTo>
                  <a:lnTo>
                    <a:pt x="4873" y="709"/>
                  </a:lnTo>
                  <a:lnTo>
                    <a:pt x="4875" y="709"/>
                  </a:lnTo>
                  <a:lnTo>
                    <a:pt x="4876" y="709"/>
                  </a:lnTo>
                  <a:lnTo>
                    <a:pt x="4877" y="709"/>
                  </a:lnTo>
                  <a:lnTo>
                    <a:pt x="4878" y="709"/>
                  </a:lnTo>
                  <a:lnTo>
                    <a:pt x="4880" y="709"/>
                  </a:lnTo>
                  <a:lnTo>
                    <a:pt x="4881" y="709"/>
                  </a:lnTo>
                  <a:lnTo>
                    <a:pt x="4883" y="709"/>
                  </a:lnTo>
                  <a:lnTo>
                    <a:pt x="4884" y="709"/>
                  </a:lnTo>
                  <a:lnTo>
                    <a:pt x="4885" y="709"/>
                  </a:lnTo>
                  <a:lnTo>
                    <a:pt x="4887" y="709"/>
                  </a:lnTo>
                  <a:lnTo>
                    <a:pt x="4888" y="709"/>
                  </a:lnTo>
                  <a:lnTo>
                    <a:pt x="4889" y="709"/>
                  </a:lnTo>
                  <a:lnTo>
                    <a:pt x="4891" y="709"/>
                  </a:lnTo>
                  <a:lnTo>
                    <a:pt x="4892" y="709"/>
                  </a:lnTo>
                  <a:lnTo>
                    <a:pt x="4893" y="709"/>
                  </a:lnTo>
                  <a:lnTo>
                    <a:pt x="4894" y="709"/>
                  </a:lnTo>
                  <a:lnTo>
                    <a:pt x="4896" y="709"/>
                  </a:lnTo>
                  <a:lnTo>
                    <a:pt x="4897" y="709"/>
                  </a:lnTo>
                  <a:lnTo>
                    <a:pt x="4899" y="709"/>
                  </a:lnTo>
                  <a:lnTo>
                    <a:pt x="4900" y="709"/>
                  </a:lnTo>
                  <a:lnTo>
                    <a:pt x="4901" y="709"/>
                  </a:lnTo>
                  <a:lnTo>
                    <a:pt x="4903" y="709"/>
                  </a:lnTo>
                  <a:lnTo>
                    <a:pt x="4904" y="709"/>
                  </a:lnTo>
                  <a:lnTo>
                    <a:pt x="4905" y="709"/>
                  </a:lnTo>
                  <a:lnTo>
                    <a:pt x="4906" y="709"/>
                  </a:lnTo>
                  <a:lnTo>
                    <a:pt x="4908" y="709"/>
                  </a:lnTo>
                  <a:lnTo>
                    <a:pt x="4909" y="709"/>
                  </a:lnTo>
                  <a:lnTo>
                    <a:pt x="4910" y="709"/>
                  </a:lnTo>
                  <a:lnTo>
                    <a:pt x="4912" y="709"/>
                  </a:lnTo>
                  <a:lnTo>
                    <a:pt x="4913" y="709"/>
                  </a:lnTo>
                  <a:lnTo>
                    <a:pt x="4914" y="709"/>
                  </a:lnTo>
                  <a:lnTo>
                    <a:pt x="4916" y="709"/>
                  </a:lnTo>
                  <a:lnTo>
                    <a:pt x="4917" y="709"/>
                  </a:lnTo>
                  <a:lnTo>
                    <a:pt x="4918" y="709"/>
                  </a:lnTo>
                  <a:lnTo>
                    <a:pt x="4920" y="709"/>
                  </a:lnTo>
                  <a:lnTo>
                    <a:pt x="4921" y="709"/>
                  </a:lnTo>
                  <a:lnTo>
                    <a:pt x="4922" y="709"/>
                  </a:lnTo>
                  <a:lnTo>
                    <a:pt x="4924" y="709"/>
                  </a:lnTo>
                  <a:lnTo>
                    <a:pt x="4925" y="709"/>
                  </a:lnTo>
                  <a:lnTo>
                    <a:pt x="4926" y="709"/>
                  </a:lnTo>
                  <a:lnTo>
                    <a:pt x="4928" y="709"/>
                  </a:lnTo>
                  <a:lnTo>
                    <a:pt x="4929" y="709"/>
                  </a:lnTo>
                  <a:lnTo>
                    <a:pt x="4930" y="709"/>
                  </a:lnTo>
                  <a:lnTo>
                    <a:pt x="4932" y="709"/>
                  </a:lnTo>
                  <a:lnTo>
                    <a:pt x="4933" y="709"/>
                  </a:lnTo>
                  <a:lnTo>
                    <a:pt x="4934" y="709"/>
                  </a:lnTo>
                  <a:lnTo>
                    <a:pt x="4935" y="709"/>
                  </a:lnTo>
                  <a:lnTo>
                    <a:pt x="4937" y="709"/>
                  </a:lnTo>
                  <a:lnTo>
                    <a:pt x="4938" y="709"/>
                  </a:lnTo>
                  <a:lnTo>
                    <a:pt x="4940" y="709"/>
                  </a:lnTo>
                  <a:lnTo>
                    <a:pt x="4941" y="709"/>
                  </a:lnTo>
                  <a:lnTo>
                    <a:pt x="4942" y="709"/>
                  </a:lnTo>
                  <a:lnTo>
                    <a:pt x="4944" y="709"/>
                  </a:lnTo>
                  <a:lnTo>
                    <a:pt x="4945" y="709"/>
                  </a:lnTo>
                  <a:lnTo>
                    <a:pt x="4946" y="709"/>
                  </a:lnTo>
                  <a:lnTo>
                    <a:pt x="4947" y="709"/>
                  </a:lnTo>
                  <a:lnTo>
                    <a:pt x="4949" y="709"/>
                  </a:lnTo>
                  <a:lnTo>
                    <a:pt x="4950" y="709"/>
                  </a:lnTo>
                  <a:lnTo>
                    <a:pt x="4951" y="709"/>
                  </a:lnTo>
                  <a:lnTo>
                    <a:pt x="4953" y="709"/>
                  </a:lnTo>
                  <a:lnTo>
                    <a:pt x="4954" y="709"/>
                  </a:lnTo>
                  <a:lnTo>
                    <a:pt x="4955" y="709"/>
                  </a:lnTo>
                  <a:lnTo>
                    <a:pt x="4957" y="709"/>
                  </a:lnTo>
                  <a:lnTo>
                    <a:pt x="4958" y="709"/>
                  </a:lnTo>
                  <a:lnTo>
                    <a:pt x="4959" y="709"/>
                  </a:lnTo>
                  <a:lnTo>
                    <a:pt x="4961" y="709"/>
                  </a:lnTo>
                  <a:lnTo>
                    <a:pt x="4962" y="709"/>
                  </a:lnTo>
                  <a:lnTo>
                    <a:pt x="4963" y="709"/>
                  </a:lnTo>
                  <a:lnTo>
                    <a:pt x="4965" y="709"/>
                  </a:lnTo>
                  <a:lnTo>
                    <a:pt x="4966" y="709"/>
                  </a:lnTo>
                  <a:lnTo>
                    <a:pt x="4967" y="709"/>
                  </a:lnTo>
                  <a:lnTo>
                    <a:pt x="4969" y="709"/>
                  </a:lnTo>
                  <a:lnTo>
                    <a:pt x="4970" y="709"/>
                  </a:lnTo>
                  <a:lnTo>
                    <a:pt x="4971" y="709"/>
                  </a:lnTo>
                  <a:lnTo>
                    <a:pt x="4973" y="709"/>
                  </a:lnTo>
                  <a:lnTo>
                    <a:pt x="4974" y="709"/>
                  </a:lnTo>
                  <a:lnTo>
                    <a:pt x="4975" y="709"/>
                  </a:lnTo>
                  <a:lnTo>
                    <a:pt x="4976" y="709"/>
                  </a:lnTo>
                  <a:lnTo>
                    <a:pt x="4978" y="709"/>
                  </a:lnTo>
                  <a:lnTo>
                    <a:pt x="4979" y="709"/>
                  </a:lnTo>
                  <a:lnTo>
                    <a:pt x="4981" y="709"/>
                  </a:lnTo>
                  <a:lnTo>
                    <a:pt x="4982" y="709"/>
                  </a:lnTo>
                  <a:lnTo>
                    <a:pt x="4983" y="709"/>
                  </a:lnTo>
                  <a:lnTo>
                    <a:pt x="4985" y="709"/>
                  </a:lnTo>
                  <a:lnTo>
                    <a:pt x="4986" y="709"/>
                  </a:lnTo>
                  <a:lnTo>
                    <a:pt x="4987" y="709"/>
                  </a:lnTo>
                  <a:lnTo>
                    <a:pt x="4988" y="709"/>
                  </a:lnTo>
                  <a:lnTo>
                    <a:pt x="4990" y="709"/>
                  </a:lnTo>
                  <a:lnTo>
                    <a:pt x="4991" y="709"/>
                  </a:lnTo>
                  <a:lnTo>
                    <a:pt x="4992" y="709"/>
                  </a:lnTo>
                  <a:lnTo>
                    <a:pt x="4994" y="709"/>
                  </a:lnTo>
                  <a:lnTo>
                    <a:pt x="4995" y="709"/>
                  </a:lnTo>
                  <a:lnTo>
                    <a:pt x="4997" y="709"/>
                  </a:lnTo>
                  <a:lnTo>
                    <a:pt x="4998" y="709"/>
                  </a:lnTo>
                  <a:lnTo>
                    <a:pt x="4999" y="709"/>
                  </a:lnTo>
                  <a:lnTo>
                    <a:pt x="5000" y="709"/>
                  </a:lnTo>
                  <a:lnTo>
                    <a:pt x="5002" y="709"/>
                  </a:lnTo>
                  <a:lnTo>
                    <a:pt x="5003" y="709"/>
                  </a:lnTo>
                  <a:lnTo>
                    <a:pt x="5004" y="709"/>
                  </a:lnTo>
                  <a:lnTo>
                    <a:pt x="5006" y="709"/>
                  </a:lnTo>
                  <a:lnTo>
                    <a:pt x="5007" y="709"/>
                  </a:lnTo>
                  <a:lnTo>
                    <a:pt x="5008" y="709"/>
                  </a:lnTo>
                  <a:lnTo>
                    <a:pt x="5010" y="709"/>
                  </a:lnTo>
                  <a:lnTo>
                    <a:pt x="5011" y="709"/>
                  </a:lnTo>
                  <a:lnTo>
                    <a:pt x="5012" y="709"/>
                  </a:lnTo>
                  <a:lnTo>
                    <a:pt x="5014" y="709"/>
                  </a:lnTo>
                  <a:lnTo>
                    <a:pt x="5015" y="709"/>
                  </a:lnTo>
                  <a:lnTo>
                    <a:pt x="5016" y="709"/>
                  </a:lnTo>
                  <a:lnTo>
                    <a:pt x="5017" y="709"/>
                  </a:lnTo>
                  <a:lnTo>
                    <a:pt x="5019" y="709"/>
                  </a:lnTo>
                  <a:lnTo>
                    <a:pt x="5020" y="709"/>
                  </a:lnTo>
                  <a:lnTo>
                    <a:pt x="5022" y="709"/>
                  </a:lnTo>
                  <a:lnTo>
                    <a:pt x="5023" y="709"/>
                  </a:lnTo>
                  <a:lnTo>
                    <a:pt x="5024" y="709"/>
                  </a:lnTo>
                  <a:lnTo>
                    <a:pt x="5026" y="709"/>
                  </a:lnTo>
                  <a:lnTo>
                    <a:pt x="5027" y="709"/>
                  </a:lnTo>
                  <a:lnTo>
                    <a:pt x="5028" y="709"/>
                  </a:lnTo>
                  <a:lnTo>
                    <a:pt x="5029" y="709"/>
                  </a:lnTo>
                  <a:lnTo>
                    <a:pt x="5031" y="709"/>
                  </a:lnTo>
                  <a:lnTo>
                    <a:pt x="5032" y="709"/>
                  </a:lnTo>
                  <a:lnTo>
                    <a:pt x="5033" y="709"/>
                  </a:lnTo>
                  <a:lnTo>
                    <a:pt x="5035" y="709"/>
                  </a:lnTo>
                  <a:lnTo>
                    <a:pt x="5036" y="709"/>
                  </a:lnTo>
                  <a:lnTo>
                    <a:pt x="5038" y="709"/>
                  </a:lnTo>
                  <a:lnTo>
                    <a:pt x="5039" y="709"/>
                  </a:lnTo>
                  <a:lnTo>
                    <a:pt x="5040" y="709"/>
                  </a:lnTo>
                  <a:lnTo>
                    <a:pt x="5041" y="709"/>
                  </a:lnTo>
                  <a:lnTo>
                    <a:pt x="5043" y="709"/>
                  </a:lnTo>
                  <a:lnTo>
                    <a:pt x="5044" y="709"/>
                  </a:lnTo>
                  <a:lnTo>
                    <a:pt x="5045" y="709"/>
                  </a:lnTo>
                  <a:lnTo>
                    <a:pt x="5047" y="709"/>
                  </a:lnTo>
                  <a:lnTo>
                    <a:pt x="5048" y="709"/>
                  </a:lnTo>
                  <a:lnTo>
                    <a:pt x="5049" y="709"/>
                  </a:lnTo>
                  <a:lnTo>
                    <a:pt x="5051" y="709"/>
                  </a:lnTo>
                  <a:lnTo>
                    <a:pt x="5052" y="709"/>
                  </a:lnTo>
                  <a:lnTo>
                    <a:pt x="5053" y="709"/>
                  </a:lnTo>
                  <a:lnTo>
                    <a:pt x="5055" y="709"/>
                  </a:lnTo>
                  <a:lnTo>
                    <a:pt x="5056" y="709"/>
                  </a:lnTo>
                  <a:lnTo>
                    <a:pt x="5057" y="709"/>
                  </a:lnTo>
                  <a:lnTo>
                    <a:pt x="5059" y="709"/>
                  </a:lnTo>
                  <a:lnTo>
                    <a:pt x="5060" y="709"/>
                  </a:lnTo>
                  <a:lnTo>
                    <a:pt x="5061" y="709"/>
                  </a:lnTo>
                  <a:lnTo>
                    <a:pt x="5063" y="709"/>
                  </a:lnTo>
                  <a:lnTo>
                    <a:pt x="5064" y="709"/>
                  </a:lnTo>
                  <a:lnTo>
                    <a:pt x="5065" y="709"/>
                  </a:lnTo>
                  <a:lnTo>
                    <a:pt x="5067" y="709"/>
                  </a:lnTo>
                  <a:lnTo>
                    <a:pt x="5068" y="709"/>
                  </a:lnTo>
                  <a:lnTo>
                    <a:pt x="5069" y="709"/>
                  </a:lnTo>
                  <a:lnTo>
                    <a:pt x="5070" y="709"/>
                  </a:lnTo>
                  <a:lnTo>
                    <a:pt x="5072" y="709"/>
                  </a:lnTo>
                  <a:lnTo>
                    <a:pt x="5073" y="709"/>
                  </a:lnTo>
                  <a:lnTo>
                    <a:pt x="5074" y="709"/>
                  </a:lnTo>
                  <a:lnTo>
                    <a:pt x="5076" y="709"/>
                  </a:lnTo>
                  <a:lnTo>
                    <a:pt x="5077" y="709"/>
                  </a:lnTo>
                  <a:lnTo>
                    <a:pt x="5079" y="709"/>
                  </a:lnTo>
                  <a:lnTo>
                    <a:pt x="5080" y="709"/>
                  </a:lnTo>
                  <a:lnTo>
                    <a:pt x="5081" y="709"/>
                  </a:lnTo>
                  <a:lnTo>
                    <a:pt x="5083" y="709"/>
                  </a:lnTo>
                  <a:lnTo>
                    <a:pt x="5084" y="709"/>
                  </a:lnTo>
                  <a:lnTo>
                    <a:pt x="5085" y="709"/>
                  </a:lnTo>
                  <a:lnTo>
                    <a:pt x="5086" y="709"/>
                  </a:lnTo>
                  <a:lnTo>
                    <a:pt x="5088" y="709"/>
                  </a:lnTo>
                  <a:lnTo>
                    <a:pt x="5089" y="709"/>
                  </a:lnTo>
                  <a:lnTo>
                    <a:pt x="5090" y="709"/>
                  </a:lnTo>
                  <a:lnTo>
                    <a:pt x="5092" y="709"/>
                  </a:lnTo>
                  <a:lnTo>
                    <a:pt x="5093" y="709"/>
                  </a:lnTo>
                  <a:lnTo>
                    <a:pt x="5095" y="709"/>
                  </a:lnTo>
                  <a:lnTo>
                    <a:pt x="5096" y="709"/>
                  </a:lnTo>
                  <a:lnTo>
                    <a:pt x="5097" y="709"/>
                  </a:lnTo>
                  <a:lnTo>
                    <a:pt x="5098" y="709"/>
                  </a:lnTo>
                  <a:lnTo>
                    <a:pt x="5100" y="709"/>
                  </a:lnTo>
                  <a:lnTo>
                    <a:pt x="5101" y="709"/>
                  </a:lnTo>
                  <a:lnTo>
                    <a:pt x="5102" y="709"/>
                  </a:lnTo>
                  <a:lnTo>
                    <a:pt x="5104" y="709"/>
                  </a:lnTo>
                  <a:lnTo>
                    <a:pt x="5105" y="709"/>
                  </a:lnTo>
                  <a:lnTo>
                    <a:pt x="5106" y="709"/>
                  </a:lnTo>
                  <a:lnTo>
                    <a:pt x="5108" y="709"/>
                  </a:lnTo>
                  <a:lnTo>
                    <a:pt x="5109" y="709"/>
                  </a:lnTo>
                  <a:lnTo>
                    <a:pt x="5110" y="709"/>
                  </a:lnTo>
                  <a:lnTo>
                    <a:pt x="5112" y="709"/>
                  </a:lnTo>
                  <a:lnTo>
                    <a:pt x="5113" y="709"/>
                  </a:lnTo>
                  <a:lnTo>
                    <a:pt x="5114" y="709"/>
                  </a:lnTo>
                  <a:lnTo>
                    <a:pt x="5115" y="709"/>
                  </a:lnTo>
                  <a:lnTo>
                    <a:pt x="5117" y="709"/>
                  </a:lnTo>
                  <a:lnTo>
                    <a:pt x="5118" y="709"/>
                  </a:lnTo>
                  <a:lnTo>
                    <a:pt x="5120" y="709"/>
                  </a:lnTo>
                  <a:lnTo>
                    <a:pt x="5121" y="709"/>
                  </a:lnTo>
                  <a:lnTo>
                    <a:pt x="5122" y="709"/>
                  </a:lnTo>
                  <a:lnTo>
                    <a:pt x="5124" y="709"/>
                  </a:lnTo>
                  <a:lnTo>
                    <a:pt x="5125" y="709"/>
                  </a:lnTo>
                  <a:lnTo>
                    <a:pt x="5126" y="709"/>
                  </a:lnTo>
                  <a:lnTo>
                    <a:pt x="5127" y="709"/>
                  </a:lnTo>
                  <a:lnTo>
                    <a:pt x="5129" y="709"/>
                  </a:lnTo>
                  <a:lnTo>
                    <a:pt x="5130" y="709"/>
                  </a:lnTo>
                  <a:lnTo>
                    <a:pt x="5131" y="707"/>
                  </a:lnTo>
                  <a:lnTo>
                    <a:pt x="5133" y="702"/>
                  </a:lnTo>
                  <a:lnTo>
                    <a:pt x="5134" y="694"/>
                  </a:lnTo>
                  <a:lnTo>
                    <a:pt x="5136" y="683"/>
                  </a:lnTo>
                  <a:lnTo>
                    <a:pt x="5137" y="669"/>
                  </a:lnTo>
                  <a:lnTo>
                    <a:pt x="5138" y="652"/>
                  </a:lnTo>
                  <a:lnTo>
                    <a:pt x="5139" y="630"/>
                  </a:lnTo>
                  <a:lnTo>
                    <a:pt x="5141" y="605"/>
                  </a:lnTo>
                  <a:lnTo>
                    <a:pt x="5142" y="577"/>
                  </a:lnTo>
                  <a:lnTo>
                    <a:pt x="5143" y="546"/>
                  </a:lnTo>
                  <a:lnTo>
                    <a:pt x="5145" y="515"/>
                  </a:lnTo>
                  <a:lnTo>
                    <a:pt x="5146" y="483"/>
                  </a:lnTo>
                  <a:lnTo>
                    <a:pt x="5147" y="451"/>
                  </a:lnTo>
                  <a:lnTo>
                    <a:pt x="5149" y="419"/>
                  </a:lnTo>
                  <a:lnTo>
                    <a:pt x="5150" y="387"/>
                  </a:lnTo>
                  <a:lnTo>
                    <a:pt x="5151" y="355"/>
                  </a:lnTo>
                  <a:lnTo>
                    <a:pt x="5153" y="324"/>
                  </a:lnTo>
                  <a:lnTo>
                    <a:pt x="5154" y="293"/>
                  </a:lnTo>
                  <a:lnTo>
                    <a:pt x="5155" y="264"/>
                  </a:lnTo>
                  <a:lnTo>
                    <a:pt x="5157" y="235"/>
                  </a:lnTo>
                  <a:lnTo>
                    <a:pt x="5158" y="207"/>
                  </a:lnTo>
                  <a:lnTo>
                    <a:pt x="5159" y="180"/>
                  </a:lnTo>
                  <a:lnTo>
                    <a:pt x="5161" y="153"/>
                  </a:lnTo>
                  <a:lnTo>
                    <a:pt x="5162" y="127"/>
                  </a:lnTo>
                  <a:lnTo>
                    <a:pt x="5163" y="103"/>
                  </a:lnTo>
                  <a:lnTo>
                    <a:pt x="5165" y="80"/>
                  </a:lnTo>
                  <a:lnTo>
                    <a:pt x="5166" y="61"/>
                  </a:lnTo>
                  <a:lnTo>
                    <a:pt x="5167" y="44"/>
                  </a:lnTo>
                  <a:lnTo>
                    <a:pt x="5168" y="31"/>
                  </a:lnTo>
                  <a:lnTo>
                    <a:pt x="5170" y="19"/>
                  </a:lnTo>
                  <a:lnTo>
                    <a:pt x="5171" y="11"/>
                  </a:lnTo>
                  <a:lnTo>
                    <a:pt x="5172" y="5"/>
                  </a:lnTo>
                  <a:lnTo>
                    <a:pt x="5174" y="2"/>
                  </a:lnTo>
                  <a:lnTo>
                    <a:pt x="5175" y="0"/>
                  </a:lnTo>
                  <a:lnTo>
                    <a:pt x="5177" y="0"/>
                  </a:lnTo>
                  <a:lnTo>
                    <a:pt x="5178" y="0"/>
                  </a:lnTo>
                  <a:lnTo>
                    <a:pt x="5179" y="0"/>
                  </a:lnTo>
                  <a:lnTo>
                    <a:pt x="5180" y="0"/>
                  </a:lnTo>
                  <a:lnTo>
                    <a:pt x="5182" y="0"/>
                  </a:lnTo>
                  <a:lnTo>
                    <a:pt x="5183" y="0"/>
                  </a:lnTo>
                  <a:lnTo>
                    <a:pt x="5184" y="0"/>
                  </a:lnTo>
                  <a:lnTo>
                    <a:pt x="5186" y="0"/>
                  </a:lnTo>
                  <a:lnTo>
                    <a:pt x="5187" y="0"/>
                  </a:lnTo>
                  <a:lnTo>
                    <a:pt x="5188" y="0"/>
                  </a:lnTo>
                  <a:lnTo>
                    <a:pt x="5190" y="0"/>
                  </a:lnTo>
                  <a:lnTo>
                    <a:pt x="5191" y="0"/>
                  </a:lnTo>
                  <a:lnTo>
                    <a:pt x="5192" y="0"/>
                  </a:lnTo>
                  <a:lnTo>
                    <a:pt x="5194" y="0"/>
                  </a:lnTo>
                  <a:lnTo>
                    <a:pt x="5195" y="0"/>
                  </a:lnTo>
                  <a:lnTo>
                    <a:pt x="5196" y="0"/>
                  </a:lnTo>
                  <a:lnTo>
                    <a:pt x="5198" y="0"/>
                  </a:lnTo>
                  <a:lnTo>
                    <a:pt x="5199" y="0"/>
                  </a:lnTo>
                  <a:lnTo>
                    <a:pt x="5200" y="0"/>
                  </a:lnTo>
                  <a:lnTo>
                    <a:pt x="5202" y="0"/>
                  </a:lnTo>
                  <a:lnTo>
                    <a:pt x="5203" y="0"/>
                  </a:lnTo>
                  <a:lnTo>
                    <a:pt x="5204" y="0"/>
                  </a:lnTo>
                  <a:lnTo>
                    <a:pt x="5206" y="0"/>
                  </a:lnTo>
                  <a:lnTo>
                    <a:pt x="5207" y="0"/>
                  </a:lnTo>
                  <a:lnTo>
                    <a:pt x="5208" y="0"/>
                  </a:lnTo>
                  <a:lnTo>
                    <a:pt x="5209" y="0"/>
                  </a:lnTo>
                  <a:lnTo>
                    <a:pt x="5211" y="0"/>
                  </a:lnTo>
                  <a:lnTo>
                    <a:pt x="5212" y="0"/>
                  </a:lnTo>
                  <a:lnTo>
                    <a:pt x="5213" y="0"/>
                  </a:lnTo>
                  <a:lnTo>
                    <a:pt x="5215" y="0"/>
                  </a:lnTo>
                  <a:lnTo>
                    <a:pt x="5216" y="0"/>
                  </a:lnTo>
                  <a:lnTo>
                    <a:pt x="5218" y="0"/>
                  </a:lnTo>
                  <a:lnTo>
                    <a:pt x="5219" y="0"/>
                  </a:lnTo>
                  <a:lnTo>
                    <a:pt x="5220" y="0"/>
                  </a:lnTo>
                  <a:lnTo>
                    <a:pt x="5221" y="0"/>
                  </a:lnTo>
                  <a:lnTo>
                    <a:pt x="5223" y="0"/>
                  </a:lnTo>
                  <a:lnTo>
                    <a:pt x="5224" y="0"/>
                  </a:lnTo>
                  <a:lnTo>
                    <a:pt x="5225" y="0"/>
                  </a:lnTo>
                  <a:lnTo>
                    <a:pt x="5227" y="0"/>
                  </a:lnTo>
                  <a:lnTo>
                    <a:pt x="5228" y="0"/>
                  </a:lnTo>
                  <a:lnTo>
                    <a:pt x="5229" y="0"/>
                  </a:lnTo>
                  <a:lnTo>
                    <a:pt x="5231" y="0"/>
                  </a:lnTo>
                  <a:lnTo>
                    <a:pt x="5232" y="0"/>
                  </a:lnTo>
                  <a:lnTo>
                    <a:pt x="5233" y="0"/>
                  </a:lnTo>
                  <a:lnTo>
                    <a:pt x="5235" y="0"/>
                  </a:lnTo>
                  <a:lnTo>
                    <a:pt x="5236" y="0"/>
                  </a:lnTo>
                  <a:lnTo>
                    <a:pt x="5237" y="0"/>
                  </a:lnTo>
                  <a:lnTo>
                    <a:pt x="5239" y="0"/>
                  </a:lnTo>
                  <a:lnTo>
                    <a:pt x="5240" y="0"/>
                  </a:lnTo>
                  <a:lnTo>
                    <a:pt x="5241" y="0"/>
                  </a:lnTo>
                  <a:lnTo>
                    <a:pt x="5243" y="0"/>
                  </a:lnTo>
                  <a:lnTo>
                    <a:pt x="5244" y="0"/>
                  </a:lnTo>
                  <a:lnTo>
                    <a:pt x="5245" y="0"/>
                  </a:lnTo>
                  <a:lnTo>
                    <a:pt x="5247" y="0"/>
                  </a:lnTo>
                  <a:lnTo>
                    <a:pt x="5248" y="0"/>
                  </a:lnTo>
                  <a:lnTo>
                    <a:pt x="5249" y="0"/>
                  </a:lnTo>
                  <a:lnTo>
                    <a:pt x="5250" y="0"/>
                  </a:lnTo>
                  <a:lnTo>
                    <a:pt x="5252" y="0"/>
                  </a:lnTo>
                  <a:lnTo>
                    <a:pt x="5253" y="0"/>
                  </a:lnTo>
                  <a:lnTo>
                    <a:pt x="5255" y="0"/>
                  </a:lnTo>
                  <a:lnTo>
                    <a:pt x="5256" y="0"/>
                  </a:lnTo>
                  <a:lnTo>
                    <a:pt x="5257" y="0"/>
                  </a:lnTo>
                  <a:lnTo>
                    <a:pt x="5259" y="0"/>
                  </a:lnTo>
                  <a:lnTo>
                    <a:pt x="5260" y="0"/>
                  </a:lnTo>
                  <a:lnTo>
                    <a:pt x="5261" y="0"/>
                  </a:lnTo>
                  <a:lnTo>
                    <a:pt x="5262" y="0"/>
                  </a:lnTo>
                  <a:lnTo>
                    <a:pt x="5264" y="0"/>
                  </a:lnTo>
                  <a:lnTo>
                    <a:pt x="5265" y="0"/>
                  </a:lnTo>
                  <a:lnTo>
                    <a:pt x="5266" y="0"/>
                  </a:lnTo>
                  <a:lnTo>
                    <a:pt x="5268" y="0"/>
                  </a:lnTo>
                  <a:lnTo>
                    <a:pt x="5269" y="0"/>
                  </a:lnTo>
                  <a:lnTo>
                    <a:pt x="5270" y="0"/>
                  </a:lnTo>
                  <a:lnTo>
                    <a:pt x="5272" y="0"/>
                  </a:lnTo>
                  <a:lnTo>
                    <a:pt x="5273" y="0"/>
                  </a:lnTo>
                  <a:lnTo>
                    <a:pt x="5275" y="0"/>
                  </a:lnTo>
                  <a:lnTo>
                    <a:pt x="5276" y="0"/>
                  </a:lnTo>
                  <a:lnTo>
                    <a:pt x="5277" y="0"/>
                  </a:lnTo>
                  <a:lnTo>
                    <a:pt x="5278" y="0"/>
                  </a:lnTo>
                  <a:lnTo>
                    <a:pt x="5280" y="0"/>
                  </a:lnTo>
                  <a:lnTo>
                    <a:pt x="5281" y="0"/>
                  </a:lnTo>
                  <a:lnTo>
                    <a:pt x="5282" y="0"/>
                  </a:lnTo>
                  <a:lnTo>
                    <a:pt x="5284" y="0"/>
                  </a:lnTo>
                  <a:lnTo>
                    <a:pt x="5285" y="0"/>
                  </a:lnTo>
                  <a:lnTo>
                    <a:pt x="5286" y="0"/>
                  </a:lnTo>
                  <a:lnTo>
                    <a:pt x="5288" y="0"/>
                  </a:lnTo>
                  <a:lnTo>
                    <a:pt x="5289" y="0"/>
                  </a:lnTo>
                  <a:lnTo>
                    <a:pt x="5290" y="0"/>
                  </a:lnTo>
                  <a:lnTo>
                    <a:pt x="5291" y="0"/>
                  </a:lnTo>
                  <a:lnTo>
                    <a:pt x="5293" y="0"/>
                  </a:lnTo>
                  <a:lnTo>
                    <a:pt x="5294" y="0"/>
                  </a:lnTo>
                  <a:lnTo>
                    <a:pt x="5296" y="0"/>
                  </a:lnTo>
                  <a:lnTo>
                    <a:pt x="5297" y="0"/>
                  </a:lnTo>
                  <a:lnTo>
                    <a:pt x="5298" y="0"/>
                  </a:lnTo>
                  <a:lnTo>
                    <a:pt x="5300" y="0"/>
                  </a:lnTo>
                  <a:lnTo>
                    <a:pt x="5301" y="0"/>
                  </a:lnTo>
                  <a:lnTo>
                    <a:pt x="5302" y="0"/>
                  </a:lnTo>
                  <a:lnTo>
                    <a:pt x="5304" y="0"/>
                  </a:lnTo>
                  <a:lnTo>
                    <a:pt x="5305" y="0"/>
                  </a:lnTo>
                  <a:lnTo>
                    <a:pt x="5306" y="0"/>
                  </a:lnTo>
                  <a:lnTo>
                    <a:pt x="5307" y="0"/>
                  </a:lnTo>
                  <a:lnTo>
                    <a:pt x="5309" y="0"/>
                  </a:lnTo>
                  <a:lnTo>
                    <a:pt x="5310" y="0"/>
                  </a:lnTo>
                  <a:lnTo>
                    <a:pt x="5311" y="1"/>
                  </a:lnTo>
                  <a:lnTo>
                    <a:pt x="5313" y="4"/>
                  </a:lnTo>
                  <a:lnTo>
                    <a:pt x="5314" y="7"/>
                  </a:lnTo>
                  <a:lnTo>
                    <a:pt x="5316" y="12"/>
                  </a:lnTo>
                  <a:lnTo>
                    <a:pt x="5317" y="19"/>
                  </a:lnTo>
                  <a:lnTo>
                    <a:pt x="5318" y="27"/>
                  </a:lnTo>
                  <a:lnTo>
                    <a:pt x="5319" y="38"/>
                  </a:lnTo>
                  <a:lnTo>
                    <a:pt x="5321" y="51"/>
                  </a:lnTo>
                  <a:lnTo>
                    <a:pt x="5322" y="66"/>
                  </a:lnTo>
                  <a:lnTo>
                    <a:pt x="5323" y="82"/>
                  </a:lnTo>
                  <a:lnTo>
                    <a:pt x="5325" y="101"/>
                  </a:lnTo>
                  <a:lnTo>
                    <a:pt x="5326" y="121"/>
                  </a:lnTo>
                  <a:lnTo>
                    <a:pt x="5327" y="142"/>
                  </a:lnTo>
                  <a:lnTo>
                    <a:pt x="5329" y="165"/>
                  </a:lnTo>
                  <a:lnTo>
                    <a:pt x="5330" y="189"/>
                  </a:lnTo>
                  <a:lnTo>
                    <a:pt x="5331" y="214"/>
                  </a:lnTo>
                  <a:lnTo>
                    <a:pt x="5333" y="239"/>
                  </a:lnTo>
                  <a:lnTo>
                    <a:pt x="5334" y="265"/>
                  </a:lnTo>
                  <a:lnTo>
                    <a:pt x="5335" y="291"/>
                  </a:lnTo>
                  <a:lnTo>
                    <a:pt x="5337" y="317"/>
                  </a:lnTo>
                  <a:lnTo>
                    <a:pt x="5338" y="343"/>
                  </a:lnTo>
                  <a:lnTo>
                    <a:pt x="5339" y="369"/>
                  </a:lnTo>
                  <a:lnTo>
                    <a:pt x="5341" y="394"/>
                  </a:lnTo>
                  <a:lnTo>
                    <a:pt x="5342" y="419"/>
                  </a:lnTo>
                  <a:lnTo>
                    <a:pt x="5343" y="443"/>
                  </a:lnTo>
                  <a:lnTo>
                    <a:pt x="5345" y="467"/>
                  </a:lnTo>
                  <a:lnTo>
                    <a:pt x="5346" y="490"/>
                  </a:lnTo>
                  <a:lnTo>
                    <a:pt x="5347" y="512"/>
                  </a:lnTo>
                  <a:lnTo>
                    <a:pt x="5348" y="534"/>
                  </a:lnTo>
                  <a:lnTo>
                    <a:pt x="5350" y="554"/>
                  </a:lnTo>
                  <a:lnTo>
                    <a:pt x="5351" y="574"/>
                  </a:lnTo>
                  <a:lnTo>
                    <a:pt x="5353" y="593"/>
                  </a:lnTo>
                  <a:lnTo>
                    <a:pt x="5354" y="611"/>
                  </a:lnTo>
                  <a:lnTo>
                    <a:pt x="5355" y="629"/>
                  </a:lnTo>
                  <a:lnTo>
                    <a:pt x="5357" y="645"/>
                  </a:lnTo>
                  <a:lnTo>
                    <a:pt x="5358" y="660"/>
                  </a:lnTo>
                  <a:lnTo>
                    <a:pt x="5359" y="673"/>
                  </a:lnTo>
                  <a:lnTo>
                    <a:pt x="5360" y="683"/>
                  </a:lnTo>
                  <a:lnTo>
                    <a:pt x="5362" y="692"/>
                  </a:lnTo>
                  <a:lnTo>
                    <a:pt x="5363" y="699"/>
                  </a:lnTo>
                  <a:lnTo>
                    <a:pt x="5364" y="704"/>
                  </a:lnTo>
                  <a:lnTo>
                    <a:pt x="5366" y="707"/>
                  </a:lnTo>
                  <a:lnTo>
                    <a:pt x="5367" y="709"/>
                  </a:lnTo>
                  <a:lnTo>
                    <a:pt x="5368" y="709"/>
                  </a:lnTo>
                  <a:lnTo>
                    <a:pt x="5370" y="709"/>
                  </a:lnTo>
                  <a:lnTo>
                    <a:pt x="5371" y="709"/>
                  </a:lnTo>
                  <a:lnTo>
                    <a:pt x="5372" y="709"/>
                  </a:lnTo>
                  <a:lnTo>
                    <a:pt x="5374" y="709"/>
                  </a:lnTo>
                  <a:lnTo>
                    <a:pt x="5375" y="709"/>
                  </a:lnTo>
                  <a:lnTo>
                    <a:pt x="5376" y="709"/>
                  </a:lnTo>
                  <a:lnTo>
                    <a:pt x="5378" y="709"/>
                  </a:lnTo>
                  <a:lnTo>
                    <a:pt x="5379" y="709"/>
                  </a:lnTo>
                  <a:lnTo>
                    <a:pt x="5380" y="709"/>
                  </a:lnTo>
                  <a:lnTo>
                    <a:pt x="5382" y="709"/>
                  </a:lnTo>
                  <a:lnTo>
                    <a:pt x="5383" y="709"/>
                  </a:lnTo>
                  <a:lnTo>
                    <a:pt x="5384" y="709"/>
                  </a:lnTo>
                  <a:lnTo>
                    <a:pt x="5386" y="709"/>
                  </a:lnTo>
                  <a:lnTo>
                    <a:pt x="5387" y="709"/>
                  </a:lnTo>
                  <a:lnTo>
                    <a:pt x="5388" y="709"/>
                  </a:lnTo>
                  <a:lnTo>
                    <a:pt x="5389" y="709"/>
                  </a:lnTo>
                  <a:lnTo>
                    <a:pt x="5391" y="709"/>
                  </a:lnTo>
                  <a:lnTo>
                    <a:pt x="5392" y="709"/>
                  </a:lnTo>
                  <a:lnTo>
                    <a:pt x="5394" y="709"/>
                  </a:lnTo>
                  <a:lnTo>
                    <a:pt x="5395" y="709"/>
                  </a:lnTo>
                  <a:lnTo>
                    <a:pt x="5396" y="709"/>
                  </a:lnTo>
                  <a:lnTo>
                    <a:pt x="5398" y="709"/>
                  </a:lnTo>
                  <a:lnTo>
                    <a:pt x="5399" y="709"/>
                  </a:lnTo>
                  <a:lnTo>
                    <a:pt x="5400" y="709"/>
                  </a:lnTo>
                  <a:lnTo>
                    <a:pt x="5401" y="709"/>
                  </a:lnTo>
                  <a:lnTo>
                    <a:pt x="5403" y="709"/>
                  </a:lnTo>
                  <a:lnTo>
                    <a:pt x="5404" y="709"/>
                  </a:lnTo>
                  <a:lnTo>
                    <a:pt x="5405" y="709"/>
                  </a:lnTo>
                  <a:lnTo>
                    <a:pt x="5407" y="709"/>
                  </a:lnTo>
                  <a:lnTo>
                    <a:pt x="5408" y="709"/>
                  </a:lnTo>
                  <a:lnTo>
                    <a:pt x="5410" y="709"/>
                  </a:lnTo>
                  <a:lnTo>
                    <a:pt x="5411" y="709"/>
                  </a:lnTo>
                  <a:lnTo>
                    <a:pt x="5412" y="709"/>
                  </a:lnTo>
                  <a:lnTo>
                    <a:pt x="5413" y="709"/>
                  </a:lnTo>
                  <a:lnTo>
                    <a:pt x="5415" y="709"/>
                  </a:lnTo>
                  <a:lnTo>
                    <a:pt x="5416" y="709"/>
                  </a:lnTo>
                  <a:lnTo>
                    <a:pt x="5417" y="709"/>
                  </a:lnTo>
                  <a:lnTo>
                    <a:pt x="5419" y="709"/>
                  </a:lnTo>
                  <a:lnTo>
                    <a:pt x="5420" y="709"/>
                  </a:lnTo>
                  <a:lnTo>
                    <a:pt x="5421" y="709"/>
                  </a:lnTo>
                </a:path>
              </a:pathLst>
            </a:custGeom>
            <a:noFill/>
            <a:ln w="11113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63D606F8-3F7F-8066-4525-18CF173CF1EE}"/>
              </a:ext>
            </a:extLst>
          </p:cNvPr>
          <p:cNvSpPr txBox="1"/>
          <p:nvPr/>
        </p:nvSpPr>
        <p:spPr>
          <a:xfrm>
            <a:off x="3910123" y="127000"/>
            <a:ext cx="8181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67D17"/>
                </a:solidFill>
                <a:effectLst/>
                <a:latin typeface="JetBrains Mono"/>
              </a:rPr>
              <a:t>Challenge2009TestSetA_101a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630853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395974-D18B-C6FE-7664-31AF84D741F7}"/>
              </a:ext>
            </a:extLst>
          </p:cNvPr>
          <p:cNvSpPr txBox="1"/>
          <p:nvPr/>
        </p:nvSpPr>
        <p:spPr>
          <a:xfrm>
            <a:off x="104775" y="142875"/>
            <a:ext cx="178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SWAT Attack  38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7525B1-500D-63D8-BDD1-ADE82FEC1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223" y="2173333"/>
            <a:ext cx="5334000" cy="4000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91EE2E-07C3-EF37-D28A-D43BA03F8DFA}"/>
              </a:ext>
            </a:extLst>
          </p:cNvPr>
          <p:cNvSpPr txBox="1"/>
          <p:nvPr/>
        </p:nvSpPr>
        <p:spPr>
          <a:xfrm>
            <a:off x="6743700" y="4983897"/>
            <a:ext cx="61722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&gt;&gt; [</a:t>
            </a:r>
            <a:r>
              <a:rPr lang="en-US" sz="600" dirty="0" err="1"/>
              <a:t>momp_out</a:t>
            </a:r>
            <a:r>
              <a:rPr lang="en-US" sz="600" dirty="0"/>
              <a:t>, </a:t>
            </a:r>
            <a:r>
              <a:rPr lang="en-US" sz="600" dirty="0" err="1"/>
              <a:t>momp_loc</a:t>
            </a:r>
            <a:r>
              <a:rPr lang="en-US" sz="600" dirty="0"/>
              <a:t>] = momp_v3( SWaTDatasetAttackv0(1:1:end,38)  , 16*256, 1, 0, 0);</a:t>
            </a:r>
          </a:p>
          <a:p>
            <a:r>
              <a:rPr lang="en-US" sz="600" dirty="0"/>
              <a:t>T is length 449919, and m is set to 4096</a:t>
            </a:r>
          </a:p>
          <a:p>
            <a:r>
              <a:rPr lang="en-US" sz="600" dirty="0"/>
              <a:t>Starting </a:t>
            </a:r>
            <a:r>
              <a:rPr lang="en-US" sz="600" dirty="0" err="1"/>
              <a:t>downsampling</a:t>
            </a:r>
            <a:r>
              <a:rPr lang="en-US" sz="600" dirty="0"/>
              <a:t> rate: 64</a:t>
            </a:r>
          </a:p>
          <a:p>
            <a:r>
              <a:rPr lang="en-US" sz="600" dirty="0"/>
              <a:t>====== MOMP ======</a:t>
            </a:r>
          </a:p>
          <a:p>
            <a:r>
              <a:rPr lang="en-US" sz="600" dirty="0"/>
              <a:t>MOMP : Tpaa1in64 | BSF: 4.17 {69560, 95168} | </a:t>
            </a:r>
            <a:r>
              <a:rPr lang="en-US" sz="600" dirty="0" err="1"/>
              <a:t>localBSF</a:t>
            </a:r>
            <a:r>
              <a:rPr lang="en-US" sz="600" dirty="0"/>
              <a:t>: 4.24 {69569, 95169} | pruning: 0.0000 | Time: 1.06</a:t>
            </a:r>
          </a:p>
          <a:p>
            <a:r>
              <a:rPr lang="en-US" sz="600" dirty="0"/>
              <a:t>MOMP : Tpaa1in32 | BSF: 3.38 {43473, 52222} | </a:t>
            </a:r>
            <a:r>
              <a:rPr lang="en-US" sz="600" dirty="0" err="1"/>
              <a:t>localBSF</a:t>
            </a:r>
            <a:r>
              <a:rPr lang="en-US" sz="600" dirty="0"/>
              <a:t>: 3.42 {43489, 52225} | pruning: 0.0089 | Time: 4.29</a:t>
            </a:r>
          </a:p>
          <a:p>
            <a:r>
              <a:rPr lang="en-US" sz="600" dirty="0"/>
              <a:t>MOMP : Tpaa1in16 | BSF: 1.81 {311222, 319842} | </a:t>
            </a:r>
            <a:r>
              <a:rPr lang="en-US" sz="600" dirty="0" err="1"/>
              <a:t>localBSF</a:t>
            </a:r>
            <a:r>
              <a:rPr lang="en-US" sz="600" dirty="0"/>
              <a:t>: 1.86 {311217, 319841} | pruning: 0.1789 | Time: 19.34</a:t>
            </a:r>
          </a:p>
          <a:p>
            <a:r>
              <a:rPr lang="en-US" sz="600" dirty="0"/>
              <a:t>MOMP : Tpaa1in8 | BSF: 1.81 {311254, 319874} | </a:t>
            </a:r>
            <a:r>
              <a:rPr lang="en-US" sz="600" dirty="0" err="1"/>
              <a:t>localBSF</a:t>
            </a:r>
            <a:r>
              <a:rPr lang="en-US" sz="600" dirty="0"/>
              <a:t>: 1.85 {311257, 319873} | pruning: 0.3023 | Time: 54.45</a:t>
            </a:r>
          </a:p>
          <a:p>
            <a:r>
              <a:rPr lang="en-US" sz="600" dirty="0"/>
              <a:t>MOMP : Tpaa1in4 | BSF: 1.81 {311254, 319874} | </a:t>
            </a:r>
            <a:r>
              <a:rPr lang="en-US" sz="600" dirty="0" err="1"/>
              <a:t>localBSF</a:t>
            </a:r>
            <a:r>
              <a:rPr lang="en-US" sz="600" dirty="0"/>
              <a:t>: 1.81 {311253, 319873} | pruning: 0.6027 | Time: 154.39</a:t>
            </a:r>
          </a:p>
          <a:p>
            <a:r>
              <a:rPr lang="en-US" sz="600" dirty="0"/>
              <a:t>MOMP : Tpaa1in2 | BSF: 1.81 {311254, 319874} | </a:t>
            </a:r>
            <a:r>
              <a:rPr lang="en-US" sz="600" dirty="0" err="1"/>
              <a:t>localBSF</a:t>
            </a:r>
            <a:r>
              <a:rPr lang="en-US" sz="600" dirty="0"/>
              <a:t>: 1.81 {311255, 319875} | pruning: 0.7967 | Time: 270.12</a:t>
            </a:r>
          </a:p>
          <a:p>
            <a:r>
              <a:rPr lang="en-US" sz="600" dirty="0"/>
              <a:t>MOMP : Tpaa1in1 | BSF: 1.81 {311254, 319874} | Tot Time: 307.88s </a:t>
            </a:r>
          </a:p>
          <a:p>
            <a:r>
              <a:rPr lang="en-US" sz="600" dirty="0"/>
              <a:t>====== Profiling Summary ======</a:t>
            </a:r>
          </a:p>
          <a:p>
            <a:r>
              <a:rPr lang="en-US" sz="600" dirty="0"/>
              <a:t>Tot KTIP time : 0.31s  (0.00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UAMP time : 76.72s  (0.25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LBMP time : 191.76s  (0.62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Refine time : 1.13s  (0.00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  <a:p>
            <a:r>
              <a:rPr lang="en-US" sz="600" dirty="0"/>
              <a:t>Tot Prune time : 0.10s  (0.00 of </a:t>
            </a:r>
            <a:r>
              <a:rPr lang="en-US" sz="600" dirty="0" err="1"/>
              <a:t>momp</a:t>
            </a:r>
            <a:r>
              <a:rPr lang="en-US" sz="600" dirty="0"/>
              <a:t> time)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19BFB-5BB0-3176-FE49-666CD8833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387" y="0"/>
            <a:ext cx="7429500" cy="3057525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4F6BC60-1240-A268-3A44-1CF0C873AA0C}"/>
              </a:ext>
            </a:extLst>
          </p:cNvPr>
          <p:cNvSpPr txBox="1"/>
          <p:nvPr/>
        </p:nvSpPr>
        <p:spPr>
          <a:xfrm>
            <a:off x="2639533" y="142875"/>
            <a:ext cx="6533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solidFill>
                  <a:srgbClr val="067D17"/>
                </a:solidFill>
                <a:effectLst/>
                <a:latin typeface="JetBrains Mono"/>
              </a:rPr>
              <a:t>swtAttack38</a:t>
            </a:r>
            <a:endParaRPr lang="de-DE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700945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9590</Words>
  <Application>Microsoft Macintosh PowerPoint</Application>
  <PresentationFormat>Breitbild</PresentationFormat>
  <Paragraphs>689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Helvetica Neue</vt:lpstr>
      <vt:lpstr>Inter</vt:lpstr>
      <vt:lpstr>JetBrains Mono</vt:lpstr>
      <vt:lpstr>zeitung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Schäfer</dc:creator>
  <cp:lastModifiedBy>Patrick Schäfer</cp:lastModifiedBy>
  <cp:revision>4</cp:revision>
  <dcterms:created xsi:type="dcterms:W3CDTF">2025-11-06T09:16:39Z</dcterms:created>
  <dcterms:modified xsi:type="dcterms:W3CDTF">2025-11-06T11:51:44Z</dcterms:modified>
</cp:coreProperties>
</file>